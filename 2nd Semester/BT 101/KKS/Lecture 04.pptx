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9" r:id="rId5"/>
    <p:sldId id="306" r:id="rId6"/>
    <p:sldId id="424" r:id="rId7"/>
    <p:sldId id="428" r:id="rId8"/>
    <p:sldId id="427" r:id="rId9"/>
    <p:sldId id="429" r:id="rId10"/>
    <p:sldId id="430" r:id="rId11"/>
    <p:sldId id="431" r:id="rId12"/>
    <p:sldId id="432" r:id="rId13"/>
    <p:sldId id="419" r:id="rId14"/>
    <p:sldId id="433" r:id="rId15"/>
    <p:sldId id="377" r:id="rId16"/>
    <p:sldId id="378" r:id="rId17"/>
    <p:sldId id="379" r:id="rId18"/>
    <p:sldId id="434" r:id="rId19"/>
    <p:sldId id="435" r:id="rId20"/>
    <p:sldId id="437" r:id="rId21"/>
    <p:sldId id="380" r:id="rId22"/>
    <p:sldId id="436" r:id="rId23"/>
    <p:sldId id="438" r:id="rId24"/>
    <p:sldId id="439" r:id="rId25"/>
    <p:sldId id="442" r:id="rId26"/>
    <p:sldId id="440" r:id="rId27"/>
    <p:sldId id="445" r:id="rId28"/>
    <p:sldId id="441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20EE"/>
    <a:srgbClr val="FF0000"/>
    <a:srgbClr val="FF99FF"/>
    <a:srgbClr val="B4DE86"/>
    <a:srgbClr val="0000FF"/>
    <a:srgbClr val="FFFEE6"/>
    <a:srgbClr val="FEFDD3"/>
    <a:srgbClr val="FEFEE6"/>
    <a:srgbClr val="FDEADA"/>
    <a:srgbClr val="3693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6F2E1-E4D4-427F-9AFB-5AC60F388AA3}" v="2" dt="2024-01-19T06:11:01.596"/>
    <p1510:client id="{9F2295C7-8D1A-4C2C-93E9-925B390146B6}" v="1" dt="2024-01-19T09:20:13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5" autoAdjust="0"/>
    <p:restoredTop sz="92367" autoAdjust="0"/>
  </p:normalViewPr>
  <p:slideViewPr>
    <p:cSldViewPr>
      <p:cViewPr varScale="1">
        <p:scale>
          <a:sx n="92" d="100"/>
          <a:sy n="92" d="100"/>
        </p:scale>
        <p:origin x="1512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 PRAKASH WANKHADE" userId="S::w.atharv@iitg.ac.in::1775ddab-f423-4c71-9834-3f1b5e294561" providerId="AD" clId="Web-{9F2295C7-8D1A-4C2C-93E9-925B390146B6}"/>
    <pc:docChg chg="sldOrd">
      <pc:chgData name="ATHARV PRAKASH WANKHADE" userId="S::w.atharv@iitg.ac.in::1775ddab-f423-4c71-9834-3f1b5e294561" providerId="AD" clId="Web-{9F2295C7-8D1A-4C2C-93E9-925B390146B6}" dt="2024-01-19T09:20:13.776" v="0"/>
      <pc:docMkLst>
        <pc:docMk/>
      </pc:docMkLst>
      <pc:sldChg chg="ord">
        <pc:chgData name="ATHARV PRAKASH WANKHADE" userId="S::w.atharv@iitg.ac.in::1775ddab-f423-4c71-9834-3f1b5e294561" providerId="AD" clId="Web-{9F2295C7-8D1A-4C2C-93E9-925B390146B6}" dt="2024-01-19T09:20:13.776" v="0"/>
        <pc:sldMkLst>
          <pc:docMk/>
          <pc:sldMk cId="2429817529" sldId="427"/>
        </pc:sldMkLst>
      </pc:sldChg>
    </pc:docChg>
  </pc:docChgLst>
  <pc:docChgLst>
    <pc:chgData name="Kusum Kumari Singh" userId="S::kusumsingh@iitg.ac.in::40b84664-2048-4be9-825b-203efbdfa3e7" providerId="AD" clId="Web-{15F6F2E1-E4D4-427F-9AFB-5AC60F388AA3}"/>
    <pc:docChg chg="delSld">
      <pc:chgData name="Kusum Kumari Singh" userId="S::kusumsingh@iitg.ac.in::40b84664-2048-4be9-825b-203efbdfa3e7" providerId="AD" clId="Web-{15F6F2E1-E4D4-427F-9AFB-5AC60F388AA3}" dt="2024-01-19T06:11:01.596" v="1"/>
      <pc:docMkLst>
        <pc:docMk/>
      </pc:docMkLst>
      <pc:sldChg chg="del">
        <pc:chgData name="Kusum Kumari Singh" userId="S::kusumsingh@iitg.ac.in::40b84664-2048-4be9-825b-203efbdfa3e7" providerId="AD" clId="Web-{15F6F2E1-E4D4-427F-9AFB-5AC60F388AA3}" dt="2024-01-19T06:10:59.127" v="0"/>
        <pc:sldMkLst>
          <pc:docMk/>
          <pc:sldMk cId="4115538387" sldId="443"/>
        </pc:sldMkLst>
      </pc:sldChg>
      <pc:sldChg chg="del">
        <pc:chgData name="Kusum Kumari Singh" userId="S::kusumsingh@iitg.ac.in::40b84664-2048-4be9-825b-203efbdfa3e7" providerId="AD" clId="Web-{15F6F2E1-E4D4-427F-9AFB-5AC60F388AA3}" dt="2024-01-19T06:11:01.596" v="1"/>
        <pc:sldMkLst>
          <pc:docMk/>
          <pc:sldMk cId="3912850530" sldId="44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4-09T07:14:30.994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FDBA85A-659F-48FC-A3EB-E91759C29098}" emma:medium="tactile" emma:mode="ink">
          <msink:context xmlns:msink="http://schemas.microsoft.com/ink/2010/main" type="writingRegion" rotatedBoundingBox="24294,14314 23200,15599 22880,15327 23974,14041"/>
        </emma:interpretation>
      </emma:emma>
    </inkml:annotationXML>
    <inkml:traceGroup>
      <inkml:annotationXML>
        <emma:emma xmlns:emma="http://www.w3.org/2003/04/emma" version="1.0">
          <emma:interpretation id="{9D87FBDC-3D5D-408F-951D-6BD2A16E17F3}" emma:medium="tactile" emma:mode="ink">
            <msink:context xmlns:msink="http://schemas.microsoft.com/ink/2010/main" type="paragraph" rotatedBoundingBox="24294,14314 23200,15599 22880,15327 23974,140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642C73B-EACC-4BF5-A028-22319E8C03B9}" emma:medium="tactile" emma:mode="ink">
              <msink:context xmlns:msink="http://schemas.microsoft.com/ink/2010/main" type="line" rotatedBoundingBox="24294,14314 23200,15599 22880,15327 23974,14041"/>
            </emma:interpretation>
          </emma:emma>
        </inkml:annotationXML>
        <inkml:traceGroup>
          <inkml:annotationXML>
            <emma:emma xmlns:emma="http://www.w3.org/2003/04/emma" version="1.0">
              <emma:interpretation id="{9FF259F4-F924-4288-B924-C86386D041C2}" emma:medium="tactile" emma:mode="ink">
                <msink:context xmlns:msink="http://schemas.microsoft.com/ink/2010/main" type="inkWord" rotatedBoundingBox="24294,14314 23200,15599 22880,15327 23974,14041"/>
              </emma:interpretation>
            </emma:emma>
          </inkml:annotationXML>
          <inkml:trace contextRef="#ctx0" brushRef="#br0">-866 976 22 0,'0'0'111'16,"0"0"-49"-16,0 0-4 0,0 0-22 16,0 0-3-16,0 0 12 0,0 0 8 15,0 0-21-15,0 0 389 0,0 0-213 16,0 0-107-16,0 5-68 0,0-5 3 15,0 0 52-15,0 0 42 0,0 0-16 0,0 0-33 16,0 0-29-16,0 0-7 16,0 2 14-16,0 1 3 0,0-3-1 0,0 0-9 15,0 0-6-15,0 0-1 0,0 0-9 16,0 0 6-16,0 0 0 0,3 0 7 16,-3 0-1-16,0 0 7 0,0 0 0 0,0 0 3 15,0 0-12-15,0 0-1 0,0 0-13 16,0 0 0-16,0 0-6 0,3 0-6 15,2-5-19-15,-2 3-1 0,3-1 16 16,-3-3-14-16,3 1 17 0,-3 1-3 16,3-2-14-16,-3 2 11 0,-3 0-9 15,6-1-1-15,-3 0-1 0,3-3 1 16,-3 3 13-16,-3-1-14 0,3-2 2 16,2 1 21-16,-5 4-21 0,3-3-4 15,3 1-2-15,-3-1 0 0,-3 0 2 16,0 3-1-16,6-3 1 0,-3 2-3 15,-3-1-10-15,0 1 2 0,0 0 10 0,0 2 1 16,6 1-1-16,-6 0-1 0,0-4-14 16,0 5 14-16,3-2-1 0,-3 2-1 15,0-1-8-15,0 1 11 0,0 0-1 16,0 0 1-16,0 0 0 0,6 0-1 0,-6 0 0 16,0 0 0-16,0 0-1 0,0 0-1 15,0 0 1-15,0 0-10 0,0 0 0 16,0 0-9-16,0 0-4 0,0 0 3 15,0 0-2-15,0 0-4 0,0 0 3 16,0 0 6-16,0 1 19 0,3 3 1 16,-3 1 0-16,0-1 4 0,0 2-2 15,6 1-1-15,-6 1 1 0,0-2-2 16,0 4 16-16,3 0-15 0,-3 0 0 16,5 0 37-16,-5-1-38 0,0 0-19 0,3 0-4 15,-3-1 23-15,0 2 0 0,0-2 32 16,3 0-20-16,-3 1-12 0,6 2 0 15,-6-3 0-15,0-1 0 0,3 2 0 16,-3-3-19-16,0 1 8 0,0 1 11 16,0-1 19-16,0-2-18 0,0 3 2 0,0-1 26 15,0 1-28-15,0-2 12 0,0 0-12 16,6 0 0-16,-6 2-1 0,0-5 0 16,3 5-1-16,-3-3 0 0,0-1-3 15,0 2-9-15,0-3 0 0,0 3 13 16,0-3 0-16,0 1-2 0,0 0-14 15,0 0 14-15,0-2-11 0,0 1-9 16,0 1 22-16,0-2 19 0,0 1-18 16,0 1 1-16,0 1-2 0,0-2 1 0,0 0-2 15,0-1-1-15,0 2-10 0,0-1 12 16,0-1 2-16,0 2 2 0,0-2-1 16,0 0-1-16,0-2 0 0,0 2 1 15,0-2-1-15,0 0 0 0,0 2 0 16,0-2-2-16,0 0-1 0,0 0-16 15,0 0-5-15,0 1-4 0,0-1 7 16,0 0 3-16,0 0 3 0,0 2 9 16,0-2 3-16,0 0-2 0,0 0-10 0,0 1 11 15,0-1 2-15,0 0-1 0,0 0 1 16,0 0-2-16,0 0-11 0,0 0 10 16,0 0 0-16,0 0 1 0,-3 0 1 15,3 0 1-15,-6 0 0 0,6 0-1 0,0 0 0 16,-3 0 1-16,-3 0 1 0,3 0-1 15,3 0-16-15,-3 0-4 0,-2 2-12 16,2-2 0-16,3 0 6 0,-6 0 10 16,6 0 13-16,-3 0-9 0,3 0-1 15,-6 3 9-15,6-3-12 0,-3 0 0 16,3 2 13-16,0-2 1 0,-6 0-1 16,6 0 2-16,0 0-2 0,0 1-10 15,0-1 0-15,0 0 12 0,0 0 1 16,0 2 2-16,-3-2 0 0,3 0-2 15,-6 0 0-15,6 0-1 0,0 0-2 0,0 0 0 16,0 0 0-16,0 0-1 0,0 0-18 16,0 0 9-16,0 0 12 0,0 0 1 15,0 0 1-15,0 0 2 0,0 0 0 16,0 0 0-16,0 0 0 0,0 0 10 16,0 0-10-16,0 0 10 0,6 0-10 0,-3 0 0 15,-3 2 23-15,0-2 10 0,6 3-10 16,-3-3-10-16,3 0-3 0,-3 1 6 15,6-1 1-15,-4 0-17 0,-2 0 16 16,9 0-18-16,-3 0-1 0,-3 0-1 16,3 0 1-16,0 0 2 0,-1 0 1 15,-2 0 10-15,9 0-11 0,-6-1 0 16,0-2-2-16,-6 3 1 0,6 0 0 16,-4-2 1-16,-2 2 1 0,0 0 1 15,3 0-2-15,-3-2 0 0,-3 2 0 0,0 0 1 16,0 0 1-16,0 0-2 0,0 0-1 15,0 0 0-15,0 0-1 0,0 0-16 16,0 0 0-16,0 0-7 0,0 0 4 16,-3 0-11-16,3 0 1 0,-6 0-6 15,6-1-11-15,-3 1-2 0,3 0-14 0,0 0-26 16,-3 0-32-16,-2-2-13 0,2 2-30 16,-3 0-42-16,3-3-32 0,-6 3-83 15,3-2-74-15,-3 1 149 0,0-2 92 16,3-1 153-16</inkml:trace>
          <inkml:trace contextRef="#ctx0" brushRef="#br0" timeOffset="-3530.04">0 0 55 0,'0'0'46'0,"0"0"-10"0,0 0-7 16,0 0 4-16,0 0-14 0,0 0-2 15,0 0-16-15,0 0 2 0,0 0 0 16,0 0 1-16,0 0-2 0,0 0 1 0,0 0-2 16,0 0 0-16,0 0-1 15,0 0-1-15,0 0-1 0,0 0 0 0,0 0 0 16,0 0-11-16,0 0 13 0,0 0 0 15,0 0 1-15,0 0-1 0,0 0 1 16,0 0 0-16,0 0-1 0,0 0-1 16,0 0-16-16,0 0-2 0,0 0-14 15,0 0-12-15,0 0-4 0,0 0 6 16,0 0 14-16,0 0 29 0,0 0 0 0,0 0 0 16,0 0 0-16</inkml:trace>
          <inkml:trace contextRef="#ctx0" brushRef="#br0" timeOffset="3789.35">103-56 65 0,'0'0'62'0,"0"0"-29"16,0 0 3-16,0 0 0 0,0 0-14 15,0 0-18-15,0 0 12 0,0 0-13 16,0 0 13-16,0 0 7 0,0-1 3 16,0 1 0-16,0 4 4 0,-6-4-11 0,6 0 122 15,0 1 9-15,0-1-75 16,0 0-30-16,0 0 11 0,0 0 38 0,0 0 10 16,0 0-19-16,0 0-23 0,0 0-13 15,0 0 0-15,0 0 9 0,0 0 14 16,0 0-7-16,0 0-13 0,0 0-10 15,0 0-3-15,0 0 13 0,0 0 10 16,0 0-3-16,0 0-11 0,0 0 1 16,0 0 0-16,-3 0-14 0,3 0-5 15,0 0-27-15,0 0 10 0,0 0-13 16,0-1 1-16,0 1 0 0,0-4 2 0,0 2 23 16,0-1-3-16,-5 3-7 0,5-5 0 15,0 4 7-15,0-1-7 0,0-2-14 16,0 2 31-16,0 0 9 0,0 1-23 15,0-3-17-15,0 0 18 0,0 2-18 0,5-2-1 16,-5 2 22-16,3-3-4 0,-3 2-9 16,6 1-9-16,-3-4-1 0,-3 3 0 15,9-1-9-15,-3 0 9 0,-6 0 4 16,3 2 8-16,0 1-12 0,6-4 2 16,-9 4-2-16,8-2-13 0,-2 2 9 15,-3 1 3-15,3-1-1 0,-3 1-11 16,3 0 0-16,-3 0 10 0,3 0-10 15,-3 0 11-15,0 0 2 0,6 0 0 16,-9 0-20-16,8 0-9 0,-8 0 16 16,9 0 0-16,-9 0 12 0,6 1-1 15,-3 0-17-15,-3 2 19 0,6 1 0 0,-6-1 1 16,3 3 1-16,-3-2 0 16,6 1-2-16,-6 0-3 0,0 1-22 0,3 2 25 15,-3-3 20-15,0 1 2 0,0 3-19 16,0-3-1-16,0 0-2 0,0 0 2 0,0 2 24 15,0-1-7-15,0 2-16 0,-3-3-3 16,-3 3 20-16,6-3-20 0,-3 1 0 16,3 1 0-16,-6-1 1 0,3-1 2 15,3 0-1-15,-6-1-1 0,6 1-1 16,-3-1-1-16,-3 0 1 0,6-1-1 16,-2 2 0-16,-4 0 1 0,3-1 0 15,3 1 2-15,-9-1-2 0,9-1-2 16,-3 1-1-16,-3-1 3 0,6 2 13 15,-3-2-10-15,-3 2 13 0,3 0-13 16,-3-1 10-16,-3 3-11 0,7-2 1 0,-4-4 12 16,-6 5-15-16,9-4-22 0,3 2 21 15,-9-2 1-15,3 3-3 0,3-3 2 16,-3 1 1-16,3 0 9 0,-2 0-6 16,5 0-3-16,-9-3-4 0,9 3-14 15,-3-3 18-15,-3 3 2 0,3-2 11 0,3 0-13 16,0 0-1-16,0-1-15 0,0-1 15 15,0 2 0-15,0-2 0 0,0 0-3 16,0 3-12-16,0-3 3 0,0 0 10 16,0 0-10-16,0 0 10 0,0 0-10 15,0 1 10-15,0-1-10 0,0 0 12 16,0 0 1-16,0 0-1 0,0 0-1 16,0 0 1-16,0 0 1 0,0 0 0 15,0 0 0-15,0 0 0 0,0 0-2 16,0 0-1-16,0 0 0 0,0 0-10 15,0 0 13-15,0 0 18 0,3 0 2 0,6 0-4 16,-3 0 0-16,-3 0 3 0,2 0 10 16,4 0-17-16,-6 0-12 0,6 0-1 15,0 0 1-15,0 0-12 0,2 0 12 16,-2 0 1-16,0 0-1 0,0 0-2 16,0-1 1-16,3 1 1 0,-4-3 3 0,1 3 1 15,6 0-2-15,-6 0 14 0,-3-2-13 16,9 2-3-16,-7 0 1 0,1 0-1 15,-6 0-2-15,6 0-1 0,-3 0 3 16,-3 0-1-16,3-1 1 0,-3 1 13 16,0 0-11-16,3-2 0 0,-4 2 0 15,-2 0 2-15,0 0-1 0,0 0 0 16,0 0 10-16,0 0-10 0,0 0 10 0,0 0-12 16,0 0 1-16,0 0 1 0,0 0 0 15,0 0-1-15,0 0-1 0,0 0-1 16,0 0-2-16,0 0-14 0,0 0 0 15,0 0 3-15,0 0 10 0,0 0 0 16,0 0-13-16,0 0 3 0,0 0 11 16,0 0-11-16,0 0 0 0,6 0 13 15,-3 0 0-15,-3 0-12 0,6-2-1 0,-6 2-6 16,3 0-10-16,-3-2-1 0,6 2 5 16,-6 0 2-16,0 0-10 0,3 0-22 15,-3 0-26-15,0 0-10 0,0 0 4 16,0 0 2-16,0 0-6 0,0 0-33 15,0 0-35-15,0 0-53 0,-3 0-94 0,-3 0 35 16,-3 0-25-16,0 0 35 0,33 0 250 16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4-09T07:14:43.94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0C80672-31F9-41AC-A5F4-30EB7D61E41E}" emma:medium="tactile" emma:mode="ink">
          <msink:context xmlns:msink="http://schemas.microsoft.com/ink/2010/main" type="writingRegion" rotatedBoundingBox="24339,12508 24217,14741 21362,14586 21483,12353"/>
        </emma:interpretation>
      </emma:emma>
    </inkml:annotationXML>
    <inkml:traceGroup>
      <inkml:annotationXML>
        <emma:emma xmlns:emma="http://www.w3.org/2003/04/emma" version="1.0">
          <emma:interpretation id="{5180BD57-3423-4627-A600-C57DC57487BD}" emma:medium="tactile" emma:mode="ink">
            <msink:context xmlns:msink="http://schemas.microsoft.com/ink/2010/main" type="paragraph" rotatedBoundingBox="23015,12326 24433,13050 24211,13483 22794,127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5F4AAEE-7BBC-407D-8E45-DCA9FC52E338}" emma:medium="tactile" emma:mode="ink">
              <msink:context xmlns:msink="http://schemas.microsoft.com/ink/2010/main" type="line" rotatedBoundingBox="23015,12326 24433,13050 24211,13483 22794,12759"/>
            </emma:interpretation>
          </emma:emma>
        </inkml:annotationXML>
        <inkml:traceGroup>
          <inkml:annotationXML>
            <emma:emma xmlns:emma="http://www.w3.org/2003/04/emma" version="1.0">
              <emma:interpretation id="{38B2E28F-F46F-45B1-A6EA-AA8327B31DC2}" emma:medium="tactile" emma:mode="ink">
                <msink:context xmlns:msink="http://schemas.microsoft.com/ink/2010/main" type="inkWord" rotatedBoundingBox="23015,12326 24433,13050 24211,13483 22794,12759"/>
              </emma:interpretation>
            </emma:emma>
          </inkml:annotationXML>
          <inkml:trace contextRef="#ctx0" brushRef="#br0">1162 581 29 0,'0'0'82'0,"0"0"-1"16,0 0-9-16,0 0-23 0,0 0-46 16,0 0 17-16,0 0-4 0,0 0 0 15,0 0 1-15,0 0 2 0,0-1 4 16,0 1 170-16,0 0 110 0,0-3-144 16,0 2-116-16,0-1 2 0,0 0 37 15,0 1 38-15,0-1 17 0,0 2-26 16,0-5-33-16,0 5-26 0,0-1 0 15,0 1 6-15,0-2 4 0,0 0-23 16,0 1-10-16,0-2 10 0,0 2-7 16,0-3 7-16,0 0-3 0,0 4 19 0,0-2-3 15,0-1-13-15,0 1 6 0,0 0-3 16,0 2-3-16,0-3 3 0,3 1-3 16,-3-1-14-16,6 0-23 0,-6-3 0 15,3 3-1-15,3-3 1 0,-3 3 24 0,-3-2 22 16,3 2-6-16,3-1-22 0,-3 1-18 15,3 1 20-15,-4-2-2 0,-2 2-1 16,9-1-19-16,-9-1-1 0,9 2-22 16,-3 0 20-16,-3 1 2 0,6-4-1 15,-9 5-21-15,9-2 4 0,-6 2 18 16,5-1-12-16,-2 1 11 0,-3 0 0 16,3 0-15-16,-3 0-2 0,-3 0 6 15,6 0-13-15,-3 0 4 0,-3 0 6 16,6 0 12-16,-3 3-14 0,3-1 17 15,-3 2 1-15,-3 0-23 0,9 1 23 0,-7-1 0 16,4 2-1-16,-3-1-8 0,-3 0 9 16,6 3 0-16,-3-2 0 0,-3 0-1 15,0-1-22-15,6 1 23 0,-6-3 0 16,0 4 0-16,0-3 2 0,0 2-2 16,0-1 0-16,0-1 0 0,0 4 10 15,0-3-8-15,0-1-2 0,0 1 0 16,0-1-16-16,0 2 16 0,0-2 1 0,0 1 0 15,-6 1 2-15,3-1 29 0,3 0-20 16,-6-1-12-16,6 2-3 0,-9-4 3 16,9 5 13-16,0-4-13 0,-8 2 1 15,5-2 0-15,3 3-1 0,0-3-17 16,-3 1 17-16,3-1 3 0,-6 2-2 0,6-2 0 16,-3-1 0-16,3 3-1 0,-6-1 0 15,6 0 0-15,-3-1 0 0,3-1 0 16,-6 2 1-16,6 0-1 0,0 0-2 15,-3-3-11-15,3 2 13 0,-6-2-25 16,6 3-8-16,0-2 17 0,0-1 15 16,-3 1-1-16,-3 0 1 0,6 2 1 15,0-3 0-15,0-1 0 0,-2 0-1 16,-4 2 0-16,6-2-3 0,-3 0-15 16,3 3 0-16,0-3 2 0,0 0-5 0,0 0 9 15,0 0 0-15,0 0 11 0,0 1-11 16,0-1 13-16,0 0 0 0,-6 0 1 15,6 2 0-15,-3-2 0 0,3 0 0 16,0 2 1-16,0-2-2 0,0 0 0 0,0 0-3 16,0 0-20-16,0 0 7 0,0 0 3 15,0 0 10-15,0 0-13 0,0 0 0 16,0 0 3-16,0 0 0 0,0 0-4 16,0 0-2-16,0 2 6 0,0-2 12 15,0 0-1-15,0 0 1 0,0 0-1 16,0 0 1-16,0 0 0 0,0 0 1 15,0 0 1-15,3 2 0 0,-3-2-1 16,6 0 3-16,-6 0 13 0,0 0-15 16,3 0-1-16,3 0 2 0,-4 0-2 0,-2 0-1 15,0 0-2-15,0 0-10 0,0 0 11 16,0 0-1-16,0 0 1 0,0 0 1 16,0 0-1-16,0 0 2 0,0 0 1 15,0 0 2-15,0 2 0 0,0-2-3 16,0 0 0-16,6 0-3 0,-3 0 3 0,-3 0 11 15,0 0 9-15,6 0-19 0,-3 0 1 16,3 0 1-16,-3 0-3 0,6 0-1 16,-3 0-15-16,-3 0-10 0,6 0-7 15,-7 0 21-15,4 0 9 0,-3 0-10 16,3 0 0-16,-3 0 11 0,-3 0-11 16,6 0 11-16,-3 0-1 0,-3 0 1 15,6 0 0-15,-6 0-21 0,3 0 0 16,-3 0 0-16,6 0-16 0,-6 0-9 15,3 0 2-15,-3 0 7 0,0 0-3 0,0 0-17 16,0 0-41-16,3 0-44 0,-3 0-15 16,0 0 3-16,6 0-86 0,-6 0-54 15,2 0 64-15,-2 0-9 0,0 0 154 16</inkml:trace>
          <inkml:trace contextRef="#ctx0" brushRef="#br0" timeOffset="5244.6">1348 735 25 0,'0'0'91'0,"0"0"-22"16,0 0-30-16,0 0 0 0,0 0-10 16,0 0-25-16,0 0-1 0,0 0 10 15,0 0-10-15,3-2 10 0,-3 2-11 16,0 0 11-16,0 0-10 0,0 0 0 16,0 0 10-16,0 0 0 0,0 0-10 0,0 0 17 15,0 0 48-15,0 0 79 0,0 0-33 16,0 0-29-16,0 0-17 0,0 0 17 15,0 0 6-15,0 0-6 0,0 0-10 16,0 0-3-16,0 0-4 0,0 0-3 16,0 0-6-16,0 0-7 0,0 0-4 0,0 0-2 15,0 0 6-15,6 0-6 16,-6 0-14-16,0 0-9 0,0 0-21 0,0 0-2 16,0 0 0-16,0 0-13 0,0 0-3 15,0 0 3-15,0 0-4 0,0 0 4 16,3 0 13-16,-3 0 4 0,0 0 25 15,0 2-10-15,3-2-6 0,3 2 0 16,-4-2-13-16,-2 0 4 0,0 0 18 16,9 2 4-16,-9 0-9 0,0 0-4 15,6-1-13-15,-3 1-2 0,-3-2-1 16,6 2 2-16,-3 0 1 0,-3-2 11 16,6 2 2-16,-6-2-10 0,3 1 14 0,-3 1-17 15,6 1 0-15,-6-2-4 0,0-1-15 16,3 2 3-16,-3-2 12 0,0 2 3 15,0-2-2-15,3 0 3 0,3 2 3 0,-4 0 13 16,-2-1-13-16,0 1 0 16,0-1-2-16,6-1-1 0,-3 5-1 0,-3-3 1 15,0-1 0-15,6-1-13 0,-3 4 11 16,-3 0 0-16,0-3-2 0,0 1-9 16,0 1 13-16,0-2 0 0,6 1 0 15,-6 0 0-15,0 2 0 0,0-2 0 16,0-1 0-16,0 3 0 0,0 1 3 15,0-5 16-15,0 5-6 0,0-5-11 16,0 5-1-16,0-1 0 0,0-3 10 0,0 1-11 16,0 4-2-16,0-4 2 15,0 1 0-15,0 1 1 0,0-3-1 0,0 4-1 16,0-2 1-16,0-1 0 0,0 3 0 16,0-4 1-16,0 1 0 0,0-1-1 15,0 1-1-15,0 0 1 0,0 0-1 0,0 0-1 16,0-1 2-16,0-1 0 0,0 5 0 15,0-4 2-15,0 1 0 0,0 2-1 16,-6-1 1-16,6-1 11 0,0 0-13 16,-3-1 0-16,-3 4-2 0,6-4 2 15,0 2 1-15,0 0 0 0,0-1-1 16,-3-1-2-16,-3 4 1 0,6-4 0 16,0 1-1-16,0 2 2 0,-2-3 0 15,-4 3 0-15,6-1 3 0,-3 0 10 16,3-1-11-16,0 2 0 0,-3-1 2 15,3-1-3-15,-6 2 0 0,6-2 0 16,-3 0 12-16,-3-1-13 0,6 3 23 0,-3-2-21 16,-3 0 16-16,3-1-17 15,-3 2 11-15,6-2-10 0,-9 1 0 0,9 0 2 16,-8 2 9-16,5-2-13 0,3-1 3 16,-3 2-6-16,-3-1 16 0,3-1-13 15,3-1 2-15,-6 0-1 0,3 2-1 16,3-2-3-16,-6 0 3 0,3 0 9 0,3 0-5 15,-6 2-3-15,-3-1 12 0,9-1-11 16,-8 4 11-16,5-2-12 0,3-2 12 16,-3 0-12-16,-3 0 1 0,6 0 0 15,-3 0 2-15,3 0-1 0,-6 0 10 16,3 0 3-16,3 0-13 0,-6 0 23 16,6 0-23-16,-3 0 14 0,3 0-4 15,0 0-10-15,0 0 13 0,0 0-13 0,-6 0-2 16,6 0-1-16,0 0 3 0,0 0 0 15,-3 0 13-15,-3 0 0 0,6 0-3 16,0 0-12-16,0 0-1 0,0-2-3 16,-2 1 2-16,-4-2 1 0,3 2 13 15,3 1-11-15,0-2 1 0,0 2 0 16,0-2 0-16,0 2-3 0,-6 0-4 16,3 0-9-16,3-3 10 0,0 3 0 0,-3-4-23 15,3 2 13-15,-6 0 13 0,3 0-19 16,-3 2 19-16,3-2-4 0,3 0 3 15,-6 1 1-15,6-2 13 0,0 3 7 16,0-1-4-16,0 1-16 0,0-2 0 16,0 2-29-16,-3-2 6 0,3 1 10 0,0-2-3 15,-6 2 0-15,6-1-1 0,0 2 5 16,0-2-11-16,0-2 10 0,0 4-20 16,0-2 30-16,0 1-16 0,0-1 2 15,0 2 15-15,0-3-24 0,0 3-22 16,0-1-17-16,0 1-20 0,0 0-6 15,0-2-3-15,0 2-13 0,0-2-7 16,0 2 6-16,0-1-15 0,0-2 2 16,0 3 7-16,0 0-33 0,0 0-61 15,0 0-24-15,-2-1-35 0,4 10 195 0</inkml:trace>
          <inkml:trace contextRef="#ctx0" brushRef="#br0" timeOffset="-3474.72">128 0 28 0,'0'0'69'0,"0"0"-24"15,0 0 1-15,0 0 3 0,0 0-16 16,0 0-17-16,0 0-13 0,0 0 13 16,0 0 1-16,0 0 12 0,0 6 4 15,0-4-14-15,0-1 14 0,0-1 208 16,0 0-78-16,0 0-98 0,0 2-32 0,0 1 13 16,0-3 35-16,0 0 10 0,0 0-13 15,0 0-16-15,0 0-16 0,0 0-1 16,0 0 14-16,0 0 3 0,0 0 6 15,0 0-6-15,0 0-7 0,0 0-16 16,0 0-6-16,0 0-14 0,0 0-17 16,0 0-2-16,0 0 0 0,0 0 0 15,0 0 1-15,0 1 2 0,0-1 16 16,0 0-6-16,0 2 3 0,0-2 4 16,0 0 19-16,-6 2 10 0,6-1-7 0,-3 4-13 15,3-2 7-15,-6 1-7 0,6-1 3 16,-3 2-6-16,-3-2-3 0,6-1-7 15,0 3-14-15,-3-1 24 0,-3-1-10 16,6 1-3-16,-8 2-12 0,5-2 2 16,3 1 0-16,-3 1 10 0,-3-1-13 0,3 3 1 15,3-2 43-15,-6 3-28 16,-3-2-14-16,6 3-1 0,-3-1-1 0,6 0 0 16,-9 0-12-16,9-1 12 0,-8 1 0 15,5-2 0-15,0 3-3 0,-3-2 3 16,3 2 13-16,-3-4-11 0,6 0-2 15,-3 2 12-15,3-1-12 0,-6-1-42 16,6-2 39-16,0 2-10 0,0-5-3 16,0 2 0-16,0-2-7 0,0 1 10 15,0 0 11-15,0-2 0 0,0 0 1 16,0 0 0-16,0 0 1 0,0 0 2 16,0 0 14-16,0 0 0 0,0 0 0 0,0 0-3 15,0 0-9-15,0 0 15 0,0 0-6 16,0 0-11-16,0 0 1 0,0 0-1 15,0 0-2-15,6 0 0 0,-3-2-2 16,3 0 0-16,-3 1 2 0,3 1 0 0,-3-3 0 16,0 2-3-16,5 1 0 0,-2-2 3 15,-3-1 3-15,6 2-3 0,-3-1-1 16,-3 0 1-16,6 2-1 0,0-4-12 16,-1 4-13-16,1 0 10 0,3 0 16 15,-3 0 2-15,9 0 15 0,-7 0-15 16,7 0-1-16,0 0 9 0,-1 0-7 15,1 0 7-15,0 0-9 0,-1 0 0 16,-2-2 14-16,0 2-15 0,-3 0 0 16,2 0 16-16,-8 0-12 0,3 0-3 0,0 0-1 15,-9 0-13-15,6 0 12 0,-6 0 0 16,0 0 1-16,0 0 2 0,0 0 11 16,0 0-10-16,0 0 10 0,0 0-10 15,0 0 10-15,0 0-13 0,0 0 0 16,0 0-3-16,-6 0-23 0,6 0 3 0,0 0-3 15,0 0-9-15,0 0-10 0,0 0-11 16,0 0-8-16,0 0-14 0,-3 0 3 16,3 0-6-16,-6 0-7 0,6 0-3 15,-3 0-23-15,-6 0-13 0,9 0-16 16,-3 0-43-16,-2 0-87 0,2 0-57 16,-3 0 27-16,3-1 113 0,44 2 190 0</inkml:trace>
          <inkml:trace contextRef="#ctx0" brushRef="#br0" timeOffset="-2265.64">196 76 118 0,'0'0'124'0,"0"0"-75"0,0 0-29 0,0 0-4 16,0 0 4-16,0 0 3 0,0 0-4 16,0 0-3-16,0 0 7 0,0 0 69 15,0 0 123-15,0 0-82 0,0 0-67 16,0 0-18-16,0 0 24 0,0 0 23 15,0 0 12-15,0 0-12 0,0 0-17 16,0 0-7-16,0 0-2 0,0 0-11 0,0 0-3 16,0 0-6-16,0 0-7 0,0 0-6 15,0 0 0-15,0 0 6 0,0 0-6 16,0 0 3-16,0 0-4 0,0 0-2 16,0 0-4-16,0 0 4 0,0 0-4 15,0 0-3-15,0 0 0 0,0 0-7 16,0 0 0-16,0 0-2 0,0 0 2 15,0 0-3-15,0 0 4 0,0 0 6 16,0 0-1-16,0 0-5 0,0 0-7 16,0 0-10-16,0 0 13 0,0 0-14 0,0 0 1 15,0 0 13-15,0 0-3 0,0 0-10 16,0 0 10-16,0 0-11 0,0 0 11 16,0 0-10-16,0 0 10 0,0 0-10 15,0 0-1-15,0 0 2 0,0 0-2 16,0 0 11-16,0 0-12 0,0 0 0 0,0 0 2 15,0 0 10-15,0 0-10 16,0 0 13-16,0 0-12 0,0 0 9 0,0 0-11 16,0 0 1-16,0 0 0 0,0 0-1 15,0 0-2-15,-3 0-2 0,3 0 1 16,0-1 1-16,0 1 1 0,-6-4 0 16,6 4 1-16,0 0 0 0,0 0 0 15,0 0 0-15,0 0-1 0,0 0-1 16,0 0-3-16,0 0-13 0,0 0-1 15,0 0 14-15,0 0 1 0,0 0-1 0,0 0 0 16,0 0-1-16,0 0 1 16,0 0-13-16,0 0 15 0,0 0 0 0,0 0 0 15,0 0-1-15,0 0-2 0,6 0 1 16,-6 0-13-16,0 0 0 0,0 0-7 16,0 0-6-16,0 4 2 0,0 1 27 0,0 1 45 15,0 1-42-15,3 1 29 0,-3-1-30 16,0 2 11-16,0 2 0 0,3 0-11 15,-3-3-1-15,5 5 0 0,-5-2 0 16,0 0-2-16,3 0 2 0,6 2-1 16,-9-2 16-16,6 0-16 0,-3 2 3 15,-3-1 9-15,0 0-9 0,6-1 10 16,-3 0-13-16,3-2-3 0,-3 0-10 16,3 1 13-16,-6-3 13 0,3 1-13 15,5 1-1-15,-8 0-2 0,3-1-11 16,6-2 14-16,-9 1 16 0,6-2-4 15,-3 1-12-15,-3 0-2 0,6-3-1 0,-6-2 3 16,0 5 0-16,3-4 12 0,-3 0-10 16,0-2 0-16,0 2-1 0,0-2 0 15,0 0 2-15,0 0 13 0,0 0-12 16,0 0 12-16,0 0-13 0,0 0 0 0,0 0-2 16,0 0-1-16,0 0-19 0,0 0-7 15,0 0-6-15,0 0-13 0,0 0 3 16,0 0-13-16,0 0-4 0,-3 0-12 15,3 0-13-15,0 0-13 0,0 0-10 16,-6 0-36-16,6 0-43 0,0 0-64 16,-3-2-82-16,-3 0-92 0,-3-1-49 15,36 10 322-15</inkml:trace>
        </inkml:traceGroup>
      </inkml:traceGroup>
    </inkml:traceGroup>
    <inkml:traceGroup>
      <inkml:annotationXML>
        <emma:emma xmlns:emma="http://www.w3.org/2003/04/emma" version="1.0">
          <emma:interpretation id="{FF69DE5F-EDD4-4C4B-A003-51A078F61156}" emma:medium="tactile" emma:mode="ink">
            <msink:context xmlns:msink="http://schemas.microsoft.com/ink/2010/main" type="paragraph" rotatedBoundingBox="21811,12684 21707,14605 21362,14586 21466,1266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C805543-5916-420D-98E3-9F22F2697223}" emma:medium="tactile" emma:mode="ink">
              <msink:context xmlns:msink="http://schemas.microsoft.com/ink/2010/main" type="line" rotatedBoundingBox="21811,12684 21707,14605 21362,14586 21466,12665"/>
            </emma:interpretation>
          </emma:emma>
        </inkml:annotationXML>
        <inkml:traceGroup>
          <inkml:annotationXML>
            <emma:emma xmlns:emma="http://www.w3.org/2003/04/emma" version="1.0">
              <emma:interpretation id="{6BD076EE-FD12-4716-8EC3-911C1D1C44BD}" emma:medium="tactile" emma:mode="ink">
                <msink:context xmlns:msink="http://schemas.microsoft.com/ink/2010/main" type="inkWord" rotatedBoundingBox="21811,12684 21707,14605 21362,14586 21466,12665"/>
              </emma:interpretation>
            </emma:emma>
          </inkml:annotationXML>
          <inkml:trace contextRef="#ctx0" brushRef="#br0" timeOffset="17269.62">-1266 1814 59 0,'0'0'127'0,"0"0"-65"0,0 0-13 16,0 0-26-16,0 0-20 0,0 0 23 16,0 0-7-16,0 0 4 0,0 0 3 15,0 0 164-15,0 0 90 0,0-4-111 0,0 4-71 16,0 0-30-16,0 0-2 0,0 0-1 16,0 0 3-16,-3 0-3 0,3 0-32 15,-6 0-14-15,6 0 14 0,-3 0-11 16,-3 0 1-16,6 0 26 0,-3 2 3 15,-3-2-3-15,6 0-4 0,-9 2-9 0,6 0 3 16,3-2 6-16,-3 1-19 0,-2-1-23 16,2 2 19-16,-3 1-20 0,3-2 2 15,-3 1-1-15,3 0 20 0,-3 2-1 16,6-4 4-16,-9 1 0 0,9 1 3 16,-9 0 7-16,6 2-16 0,3-2-1 15,-8-1 17-15,8 3-7 0,-3 0-13 16,-3-3 0-16,3 4-13 0,-3-2-2 15,3-1 2-15,3 1-3 0,-6 1 0 0,6-2-1 16,-3 2 1-16,-3-1 0 0,6 3-2 16,-9-2 1-16,9 2-2 0,0-5 0 15,0 5 3-15,-3-3 19 0,-2 3-6 16,5-3-13-16,-3 6 0 0,3-4 4 16,0-2-1-16,0 5 13 0,0-2-14 0,-3 1-2 15,3-3 13-15,0 3 13 0,0-1-26 16,0-1-2-16,0 2-1 0,0-1 3 15,0-1-2-15,0 2 2 0,0-2-15 16,3 0 14-16,-3 1 1 0,0 1 0 16,3-2 13-16,2 0 3 0,-2 2-13 15,-3-2-3-15,0 1-3 0,9 0 2 0,-9-3 0 16,0 3 1-16,6-1-2 0,-6 1-1 16,3-1-17-16,-3-1 8 0,0-2 9 15,6 3 3-15,-6-3-3 0,3 4-20 16,3-3 11-16,-6 2-14 0,3-3 11 15,3 1 15-15,-3 1 12 0,-3-1-12 16,8-1-1-16,-8 2-25 0,0-2 1 16,9 1 22-16,-6-1-10 0,-3 3-6 15,0-5 3-15,9 5 3 0,-9-2 11 16,0-1-2-16,6-2-15 0,-3 4 16 16,-3-3 3-16,0 1-2 0,6 0 2 0,-6 0 16 15,3-2-16-15,3 2-1 0,-6-2-19 16,3 2-2-16,2-2 5 0,-2 0 15 15,6 0 1-15,-6 0 1 0,6 0-13 16,-3 0 10-16,3 0 1 0,-6 0 0 16,6 0 0-16,-4 0 2 0,-2 0 0 0,0 0 0 15,6 0 0-15,-9 0 2 0,9-2 0 16,-9 0 24-16,6 0-10 0,-3-2-3 16,-3 3-11-16,6-3 0 0,-6 2 1 15,3 0 1-15,-3-2-2 0,0 2 0 16,6 2 0-16,-6-5 1 0,0 1 1 15,0 3-4-15,3-3 0 0,-3 2-15 16,0-2 15-16,0 0 1 0,0 1-1 16,0 2 0-16,0-1-17 0,0-1 15 15,0 1 2-15,0 1 0 0,0-3 0 0,0 2 16 16,0 0-16-16,-3 2-1 0,-3-3 0 16,6 1-11-16,-3 0 11 0,-3-2-1 15,3 0-21-15,-3 2 23 0,3-1 4 16,-3 1-3-16,3 0-1 0,-6-1-16 15,9 1 14-15,-3-1 2 0,-5 0 0 0,2 1 20 16,3-2-19-16,-3 1 0 0,3 1 1 16,-3-2-2-16,6 2 1 0,-3 1-1 15,-3-1 23-15,6 2-21 0,-3-4-2 16,-3 4-1-16,3 0 1 0,3-3 13 16,-3 2-1-16,-2 0-12 0,5-3-29 15,-3 2 9-15,-3 2 1 0,3-2 6 16,3 2 13-16,-6-1 1 0,3 1 18 15,-3 0-15-15,6 0 8 0,-9 0-12 16,9 0 0-16,0 0 16 0,-3 0-16 0,-3 0-3 16,3 0-1-16,3 0 2 0,0 1 2 15,-5 1-1-15,2 0 1 0,3-1-13 16,0-1-6-16,-3 3 16 0,3-2 0 16,-6-1 2-16,6 1-1 0,0 2 0 15,-3-1-11-15,3 0 10 0,0 1 0 0,0-1 1 16,0 1 0-16,0-2 2 0,-6 1-3 15,6 0-13-15,0-2 3 0,0 0-7 16,0 1-3-16,0-1-2 0,0 3-5 16,0-3-15-16,0 1-30 0,0-1-22 15,0 0-33-15,0 2-33 0,0-2-59 16,0 0-77-16,0 0-27 0,0 0 71 16,0 0-22-16,0-7 250 0</inkml:trace>
          <inkml:trace contextRef="#ctx0" brushRef="#br0" timeOffset="13541.85">-1172 253 138 0,'0'0'130'0,"0"0"-81"0,0 0-13 15,0 0-6-15,0 0-1 0,0 0 0 0,0 0 428 16,0 0-232-16,0 0-111 0,0 0-27 15,0-10 8-15,0 10 19 0,0 0 0 16,0 0-23-16,0 0-26 0,0 0-10 16,0 0-6-16,0 0-7 0,0 0-10 15,0 0 1-15,0 0-4 0,0 0 0 16,0 0 7-16,0 0-14 0,0 0-9 0,0 0-12 16,0 0 3-16,0 0 15 0,0 0-3 15,0 0 1-15,0 0-4 0,0 0 3 16,0 1 6-16,0 2 27 0,-9-1-23 15,6 2 0-15,-6-3-7 0,6 3-16 16,-2-1 10-16,-4 0 7 0,6 0-7 16,-6-1-11-16,3-1 14 0,-3 3 0 15,-3 0-14-15,4-4 2 0,-1 4-2 0,6-2-2 16,-6-1 1-16,3-1 18 0,-3 2-6 16,0-2-10-16,6 0 10 0,-5 2-10 15,-1 0 14-15,0-2-15 0,0 2-1 16,0-2-1-16,-3 0-1 0,4 0 1 15,8 0 0-15,-3 0 0 0,3 0 2 16,-6 0-2-16,6 0 0 0,0 0-1 16,0 0 1-16,-3 0 1 0,3 0 0 0,0 0 1 15,0 0 11-15,0 0-11 0,0 0-1 16,0 0 1-16,0 0 0 0,0 0-2 16,0 0 0-16,0 0-2 0,0 0 0 15,0 0-1-15,0 0-10 0,0 0 10 16,0 0-13-16,0 0 3 0,0 0-3 0,0 2 0 15,0-2-1-15,0 0-2 0,0 0 3 16,0 0 13-16,0 0-17 0,3 1 19 16,-3-1 1-16,0 3 26 0,0 0 0 15,6-1-25-15,-6-1 0 0,0 2-1 16,3 0-13-16,-3-1 13 0,0 2-13 16,0-1-3-16,3-1 16 0,-3 6 0 15,5-3 32-15,-5 3-6 0,0-3-25 16,3 3 0-16,3 1 15 0,-6-2-16 15,3 1-16-15,-3-1-3 0,0 1 17 0,6-3 2 16,-6 4 20-16,3-1-19 16,-3 1-1-16,0-3 13 0,0 0-13 0,0 0 2 15,0 0-2-15,6 0 4 0,-6-1 9 16,0-1-13-16,3-1 1 0,-3 2 0 16,0-2 12-16,0-1-11 0,6-2-1 0,-6 0 1 15,0 2 0-15,0-2 0 0,0 0 2 16,0 0 15-16,0 0-3 0,0 0 0 15,0 0 4-15,0 0-1 0,0 0 4 16,0 0-7-16,0 0 3 0,0 0 0 16,0 0 1-16,0 0-4 0,0 0 0 15,0 0 3-15,0 0-3 0,0 0-13 16,0-2 12-16,3 2-15 0,-3-2-12 16,0 0-1-16,6 1 0 0,-3-4 0 15,-3 5-6-15,5-2 6 0,-2 1 0 16,-3-1 0-16,3-2 10 0,6 4-23 15,-3-2 10-15,-3 2 0 0,3 0 0 0,3 0 12 16,-6-1-15-16,3 1 16 0,2 0-17 16,-5 0-2-16,6 0 19 0,-6 0-14 15,6 0 14-15,0 0 1 0,-3 0-14 16,3 0 3-16,-1 1 12 0,-5 1 1 0,9 2 2 16,-3-2-1-16,0-1 0 0,0 3 0 15,5 0-1-15,-8 0-1 0,3 0-15 16,0-1 3-16,0 1 11 0,-3 0-1 15,-3-1 1-15,3 1-11 0,-3-1-3 16,2 3-10-16,-2-4 13 0,0 4 11 16,3-3-2-16,-6 3 2 0,9-3-13 15,-6 3 15-15,-3-2 13 0,0 1-12 16,6 1-1-16,-6-2-2 0,3 0-1 16,-3-1-30-16,0 0 33 0,0 4 12 0,0-4-9 15,0 0 22-15,0 1-25 16,0 2 0-16,0-4 2 0,0 4 15 0,0-2-15 15,-3-3 17-15,-3 3-19 0,6-1-1 16,0 0 1-16,-3 0 0 0,-3 0-1 16,3 1-1-16,3-2 1 0,0 0 0 15,-6 4 0-15,3-4 1 0,3 3 22 0,-3-1-9 16,-2 2-11-16,2-3 11 0,-3-2 3 16,3 4-3-16,-3-2 0 0,6-1 0 15,-9 2-10-15,6-4 0 0,-6 1 9 16,3 1-8-16,3-2 18 0,0 3-9 15,-5-2 0-15,2 1-13 0,-3 0 13 16,9-2-13-16,-9 1-1 0,0 2 1 16,9-3 13-16,-12 0-11 0,9 1 0 15,-2-1 0-15,-4 0-1 0,0 0 19 16,6 0-17-16,-3 0 0 0,-3 0 0 16,0 0 17-16,6 0-1 0,0 0-16 15,-2 0 10-15,2 0-13 0,-6 0 1 0,3 0 1 16,6 0 18-16,-3 0-7 0,-3 0-10 15,6-1 13-15,0 1-14 0,0-3 1 0,0 2 17 16,-3 1-17-16,-3 0 10 16,6-2 3-16,0 0 0 0,0 2-15 0,0-1 1 15,0-2-1-15,0 1-1 0,-3 1-2 16,-3-3-17-16,6 2 3 0,-3-1-4 16,3-2 1-16,0 4-10 0,0 1 0 15,-3-2 27-15,3 1 0 0,-5-1-21 16,5-1 7-16,-3 3 0 0,3 0 0 15,0 0 0-15,0 0-4 0,-6 0 4 16,6 0-3-16,0 0-10 0,0 0 3 16,0 0 0-16,0 0-3 0,0 0-13 0,0 0-3 15,0 0-4-15,0 0-22 0,0 0-30 16,0 0-35-16,0 0-39 0,0 0-66 16,0 0 10-16,-3 0-39 0,3 5-111 15,-6-4 25-15,6-1 2 0,9-6 354 16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C8935-46DA-4180-A4BF-5CA8912CA9CA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E3214-151E-4189-B15F-6B86799C2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16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4431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1137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6578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9421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6709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856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2860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CC6B4D1-32EC-43B0-A45E-C3CD0F115DFB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  <a:ea typeface="ＭＳ Ｐゴシック" panose="020B0600070205080204" pitchFamily="34" charset="-128"/>
              </a:rPr>
              <a:t>LEGEND 8.16B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2651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CC6B4D1-32EC-43B0-A45E-C3CD0F115DFB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  <a:ea typeface="ＭＳ Ｐゴシック" panose="020B0600070205080204" pitchFamily="34" charset="-128"/>
              </a:rPr>
              <a:t>LEGEND 8.16B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2490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36863A-CE6F-4501-AF18-3EAFB9A71995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4583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2BC596-E54F-435D-83EA-09FCA73B610D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844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2BC596-E54F-435D-83EA-09FCA73B610D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844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2BC596-E54F-435D-83EA-09FCA73B610D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2730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2BC596-E54F-435D-83EA-09FCA73B610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8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57323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3676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3672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0444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254B115-C485-4C9A-86F3-9F95AB1E8D59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  <a:ea typeface="ＭＳ Ｐゴシック" panose="020B0600070205080204" pitchFamily="34" charset="-128"/>
              </a:rPr>
              <a:t>LEGEND 8.17.1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2640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3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8EAE-8DAF-4889-BC56-7950A22F46C7}" type="datetime1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7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C87A-C7F3-4563-AA34-1BCC65113729}" type="datetime1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03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86F39-4982-4AF7-A8B3-8568F444F3D4}" type="datetime1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30A00-1BC3-42AB-80C9-440FFEFFB965}" type="datetime1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4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5250C-9D1A-4206-8D2E-6B9BC1F48AD2}" type="datetime1">
              <a:rPr lang="en-US" smtClean="0"/>
              <a:t>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7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B4C6-10F2-4275-BC2A-61F73304A8A7}" type="datetime1">
              <a:rPr lang="en-US" smtClean="0"/>
              <a:t>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0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3953-C89A-489B-B5E9-5DA27635647B}" type="datetime1">
              <a:rPr lang="en-US" smtClean="0"/>
              <a:t>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5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A3E8-7657-43FB-952C-546A0BFC3418}" type="datetime1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8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1710B-D72E-4F03-AF91-885E593FFB63}" type="datetime1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30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5FF0-9FB6-4314-A830-0AA3ADEC3BBE}" type="datetime1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26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6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6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489B-21DA-4C31-A9C9-27B86EE064B2}" type="datetime1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1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7C2D3-0793-495E-A1FA-1D67547B50E4}" type="datetime1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5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jpeg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cid:9cad483b-a69d-4e9c-a647-0611f17daae1" TargetMode="Externa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5233"/>
            <a:ext cx="7772400" cy="1470025"/>
          </a:xfrm>
        </p:spPr>
        <p:txBody>
          <a:bodyPr/>
          <a:lstStyle/>
          <a:p>
            <a:r>
              <a:rPr lang="en-US" b="1" dirty="0"/>
              <a:t>LECTURE-4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91000"/>
            <a:ext cx="6400800" cy="1752600"/>
          </a:xfrm>
        </p:spPr>
        <p:txBody>
          <a:bodyPr>
            <a:normAutofit fontScale="77500" lnSpcReduction="20000"/>
          </a:bodyPr>
          <a:lstStyle/>
          <a:p>
            <a:pPr algn="just"/>
            <a:endParaRPr lang="en-US" b="1" dirty="0">
              <a:solidFill>
                <a:srgbClr val="C00000"/>
              </a:solidFill>
            </a:endParaRPr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Dr. Kusum K. Singh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Department of Biosciences and Bioengineering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Indian Institute of Technology Guwahati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655685"/>
            <a:ext cx="6979920" cy="10648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u="sng" dirty="0">
                <a:solidFill>
                  <a:srgbClr val="0000FF"/>
                </a:solidFill>
              </a:rPr>
              <a:t>BT101-Introductory Biology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5" r="27385"/>
          <a:stretch/>
        </p:blipFill>
        <p:spPr bwMode="auto">
          <a:xfrm>
            <a:off x="7239003" y="481019"/>
            <a:ext cx="1383325" cy="150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2’-Deoxyribose Nucleic Acid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848298"/>
            <a:ext cx="7467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 dirty="0">
                <a:solidFill>
                  <a:srgbClr val="0070C0"/>
                </a:solidFill>
              </a:rPr>
              <a:t>Contents: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/>
              <a:t>B-DNA characteristics.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0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03"/>
          <a:stretch/>
        </p:blipFill>
        <p:spPr bwMode="auto">
          <a:xfrm>
            <a:off x="76199" y="952508"/>
            <a:ext cx="2266951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3</a:t>
            </a:fld>
            <a:endParaRPr lang="de-DE"/>
          </a:p>
        </p:txBody>
      </p:sp>
      <p:sp>
        <p:nvSpPr>
          <p:cNvPr id="3" name="Rectangle 2"/>
          <p:cNvSpPr/>
          <p:nvPr/>
        </p:nvSpPr>
        <p:spPr>
          <a:xfrm>
            <a:off x="2538785" y="920859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Nucleotide = </a:t>
            </a:r>
          </a:p>
          <a:p>
            <a:pPr lvl="1">
              <a:buFontTx/>
              <a:buChar char="–"/>
            </a:pPr>
            <a:r>
              <a:rPr lang="en-US" altLang="en-US" sz="2800" dirty="0">
                <a:solidFill>
                  <a:srgbClr val="EE20E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Nitrogenous base</a:t>
            </a:r>
          </a:p>
          <a:p>
            <a:pPr lvl="1">
              <a:buFontTx/>
              <a:buChar char="–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Pentose sugar</a:t>
            </a:r>
          </a:p>
          <a:p>
            <a:pPr lvl="1">
              <a:buFontTx/>
              <a:buChar char="–"/>
            </a:pPr>
            <a:r>
              <a:rPr lang="en-US" altLang="en-US" sz="2800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Phosphate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0831" y="923907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Nucleoside = </a:t>
            </a:r>
          </a:p>
          <a:p>
            <a:pPr lvl="1">
              <a:buFontTx/>
              <a:buChar char="–"/>
            </a:pPr>
            <a:r>
              <a:rPr lang="en-US" altLang="en-US" sz="2800" dirty="0">
                <a:solidFill>
                  <a:srgbClr val="EE20E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Nitrogenous base</a:t>
            </a:r>
          </a:p>
          <a:p>
            <a:pPr lvl="1">
              <a:buFontTx/>
              <a:buChar char="–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Pentose sugar</a:t>
            </a:r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620" b="27875"/>
          <a:stretch/>
        </p:blipFill>
        <p:spPr bwMode="auto">
          <a:xfrm>
            <a:off x="6598552" y="3962400"/>
            <a:ext cx="1024466" cy="1210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-1" b="27371"/>
          <a:stretch/>
        </p:blipFill>
        <p:spPr bwMode="auto">
          <a:xfrm>
            <a:off x="3505200" y="3944880"/>
            <a:ext cx="1447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" descr="ch02f20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8" t="12608" r="32500"/>
          <a:stretch/>
        </p:blipFill>
        <p:spPr bwMode="auto">
          <a:xfrm>
            <a:off x="5486400" y="1916429"/>
            <a:ext cx="3589835" cy="1810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2702994" y="1916429"/>
            <a:ext cx="2817712" cy="1780518"/>
            <a:chOff x="2730574" y="1914263"/>
            <a:chExt cx="2817712" cy="1780518"/>
          </a:xfrm>
        </p:grpSpPr>
        <p:pic>
          <p:nvPicPr>
            <p:cNvPr id="12" name="Picture 1" descr="ch02f20.jpg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2608" r="71045"/>
            <a:stretch/>
          </p:blipFill>
          <p:spPr bwMode="auto">
            <a:xfrm>
              <a:off x="2730574" y="1914263"/>
              <a:ext cx="2817712" cy="1780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2730574" y="1981200"/>
              <a:ext cx="317426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" descr="ch02f18.jp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344" y="1273030"/>
            <a:ext cx="1853344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" descr="ch02f18.jp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24"/>
          <a:stretch/>
        </p:blipFill>
        <p:spPr bwMode="auto">
          <a:xfrm>
            <a:off x="6858000" y="1281842"/>
            <a:ext cx="1322830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41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3" grpId="1" uiExpand="1" build="allAtOnce"/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03"/>
          <a:stretch/>
        </p:blipFill>
        <p:spPr bwMode="auto">
          <a:xfrm>
            <a:off x="76199" y="952508"/>
            <a:ext cx="2266951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4</a:t>
            </a:fld>
            <a:endParaRPr lang="de-DE"/>
          </a:p>
        </p:txBody>
      </p:sp>
      <p:sp>
        <p:nvSpPr>
          <p:cNvPr id="3" name="Rectangle 2"/>
          <p:cNvSpPr/>
          <p:nvPr/>
        </p:nvSpPr>
        <p:spPr>
          <a:xfrm>
            <a:off x="2438400" y="7721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Pentose Sugar</a:t>
            </a:r>
          </a:p>
        </p:txBody>
      </p:sp>
      <p:pic>
        <p:nvPicPr>
          <p:cNvPr id="16" name="Picture 1" descr="ch02f18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051213"/>
            <a:ext cx="1853344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87"/>
          <a:stretch/>
        </p:blipFill>
        <p:spPr bwMode="auto">
          <a:xfrm>
            <a:off x="2667000" y="2434977"/>
            <a:ext cx="4028598" cy="3070728"/>
          </a:xfrm>
          <a:prstGeom prst="rect">
            <a:avLst/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74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03"/>
          <a:stretch/>
        </p:blipFill>
        <p:spPr bwMode="auto">
          <a:xfrm>
            <a:off x="76199" y="952508"/>
            <a:ext cx="2266951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5</a:t>
            </a:fld>
            <a:endParaRPr lang="de-DE"/>
          </a:p>
        </p:txBody>
      </p:sp>
      <p:sp>
        <p:nvSpPr>
          <p:cNvPr id="3" name="Rectangle 2"/>
          <p:cNvSpPr/>
          <p:nvPr/>
        </p:nvSpPr>
        <p:spPr>
          <a:xfrm>
            <a:off x="2438400" y="6959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EE20E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Nitrogenous base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819400" y="1229379"/>
            <a:ext cx="4215897" cy="5332894"/>
            <a:chOff x="2819400" y="1229379"/>
            <a:chExt cx="4215897" cy="5332894"/>
          </a:xfrm>
        </p:grpSpPr>
        <p:pic>
          <p:nvPicPr>
            <p:cNvPr id="20" name="Picture 2" descr="ch02f22.jp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222" y="1304474"/>
              <a:ext cx="4174075" cy="5257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/>
            <p:cNvSpPr/>
            <p:nvPr/>
          </p:nvSpPr>
          <p:spPr>
            <a:xfrm>
              <a:off x="2819400" y="1229379"/>
              <a:ext cx="304800" cy="3708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819400" y="4038600"/>
              <a:ext cx="304800" cy="3708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4876800" y="1219200"/>
            <a:ext cx="21336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2971800" y="4038600"/>
            <a:ext cx="2438400" cy="2523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6" name="Group 25"/>
          <p:cNvGrpSpPr/>
          <p:nvPr/>
        </p:nvGrpSpPr>
        <p:grpSpPr>
          <a:xfrm>
            <a:off x="5486400" y="3933755"/>
            <a:ext cx="1676400" cy="2787727"/>
            <a:chOff x="5486400" y="3933755"/>
            <a:chExt cx="1676400" cy="2787727"/>
          </a:xfrm>
        </p:grpSpPr>
        <p:sp>
          <p:nvSpPr>
            <p:cNvPr id="25" name="Rectangle 24"/>
            <p:cNvSpPr/>
            <p:nvPr/>
          </p:nvSpPr>
          <p:spPr>
            <a:xfrm>
              <a:off x="5486400" y="4038599"/>
              <a:ext cx="1676400" cy="2682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00800" y="3933755"/>
              <a:ext cx="304800" cy="4572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2981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03"/>
          <a:stretch/>
        </p:blipFill>
        <p:spPr bwMode="auto">
          <a:xfrm>
            <a:off x="76199" y="952508"/>
            <a:ext cx="2266951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6</a:t>
            </a:fld>
            <a:endParaRPr lang="de-DE"/>
          </a:p>
        </p:txBody>
      </p:sp>
      <p:sp>
        <p:nvSpPr>
          <p:cNvPr id="3" name="Rectangle 2"/>
          <p:cNvSpPr/>
          <p:nvPr/>
        </p:nvSpPr>
        <p:spPr>
          <a:xfrm>
            <a:off x="2438400" y="7721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F0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Pentose Sugar</a:t>
            </a:r>
          </a:p>
        </p:txBody>
      </p:sp>
      <p:pic>
        <p:nvPicPr>
          <p:cNvPr id="16" name="Picture 1" descr="ch02f18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051213"/>
            <a:ext cx="1853344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" descr="ch02f19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646371"/>
            <a:ext cx="5688013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351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03"/>
          <a:stretch/>
        </p:blipFill>
        <p:spPr bwMode="auto">
          <a:xfrm>
            <a:off x="76199" y="952508"/>
            <a:ext cx="2266951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7</a:t>
            </a:fld>
            <a:endParaRPr lang="de-DE"/>
          </a:p>
        </p:txBody>
      </p:sp>
      <p:sp>
        <p:nvSpPr>
          <p:cNvPr id="3" name="Rectangle 2"/>
          <p:cNvSpPr/>
          <p:nvPr/>
        </p:nvSpPr>
        <p:spPr>
          <a:xfrm>
            <a:off x="2438400" y="7721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0F0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Pentose Sugar</a:t>
            </a:r>
          </a:p>
        </p:txBody>
      </p:sp>
      <p:pic>
        <p:nvPicPr>
          <p:cNvPr id="16" name="Picture 1" descr="ch02f18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051213"/>
            <a:ext cx="1853344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ch02f36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027"/>
          <a:stretch/>
        </p:blipFill>
        <p:spPr bwMode="auto">
          <a:xfrm>
            <a:off x="3416300" y="1455741"/>
            <a:ext cx="206375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" descr="ch02f36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74" b="33881"/>
          <a:stretch/>
        </p:blipFill>
        <p:spPr bwMode="auto">
          <a:xfrm>
            <a:off x="6044784" y="3581400"/>
            <a:ext cx="20637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" descr="ch02f36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05"/>
          <a:stretch/>
        </p:blipFill>
        <p:spPr bwMode="auto">
          <a:xfrm>
            <a:off x="3310456" y="3608388"/>
            <a:ext cx="2063750" cy="172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77222" y="4979988"/>
            <a:ext cx="771525" cy="354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7216131" y="4979988"/>
            <a:ext cx="771525" cy="354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38"/>
          <a:stretch/>
        </p:blipFill>
        <p:spPr bwMode="auto">
          <a:xfrm>
            <a:off x="3388659" y="4783400"/>
            <a:ext cx="4652682" cy="1920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733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03"/>
          <a:stretch/>
        </p:blipFill>
        <p:spPr bwMode="auto">
          <a:xfrm>
            <a:off x="76199" y="952508"/>
            <a:ext cx="2266951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8</a:t>
            </a:fld>
            <a:endParaRPr lang="de-DE"/>
          </a:p>
        </p:txBody>
      </p:sp>
      <p:sp>
        <p:nvSpPr>
          <p:cNvPr id="3" name="Rectangle 2"/>
          <p:cNvSpPr/>
          <p:nvPr/>
        </p:nvSpPr>
        <p:spPr>
          <a:xfrm>
            <a:off x="2438400" y="7721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Phosphate</a:t>
            </a:r>
          </a:p>
        </p:txBody>
      </p:sp>
      <p:pic>
        <p:nvPicPr>
          <p:cNvPr id="16" name="Picture 1" descr="ch02f18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051213"/>
            <a:ext cx="1853344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7216131" y="4979988"/>
            <a:ext cx="771525" cy="354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2" descr="figure_01_1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15"/>
          <a:stretch/>
        </p:blipFill>
        <p:spPr bwMode="auto">
          <a:xfrm>
            <a:off x="3048000" y="2817561"/>
            <a:ext cx="5867400" cy="3247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4724400" y="2817561"/>
            <a:ext cx="1981200" cy="3354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6705600" y="2817560"/>
            <a:ext cx="2209800" cy="3354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4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03"/>
          <a:stretch/>
        </p:blipFill>
        <p:spPr bwMode="auto">
          <a:xfrm>
            <a:off x="76199" y="952508"/>
            <a:ext cx="2266951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9</a:t>
            </a:fld>
            <a:endParaRPr lang="de-DE"/>
          </a:p>
        </p:txBody>
      </p:sp>
      <p:sp>
        <p:nvSpPr>
          <p:cNvPr id="3" name="Rectangle 2"/>
          <p:cNvSpPr/>
          <p:nvPr/>
        </p:nvSpPr>
        <p:spPr>
          <a:xfrm>
            <a:off x="2438400" y="7721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800" b="1" dirty="0">
                <a:solidFill>
                  <a:srgbClr val="0F0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we have seen so far….</a:t>
            </a:r>
          </a:p>
        </p:txBody>
      </p:sp>
      <p:pic>
        <p:nvPicPr>
          <p:cNvPr id="12" name="Picture 2" descr="figure_01_1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7"/>
          <a:stretch/>
        </p:blipFill>
        <p:spPr bwMode="auto">
          <a:xfrm>
            <a:off x="2895600" y="1683824"/>
            <a:ext cx="5435124" cy="4671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1" name="Group 40"/>
          <p:cNvGrpSpPr/>
          <p:nvPr/>
        </p:nvGrpSpPr>
        <p:grpSpPr>
          <a:xfrm>
            <a:off x="5012216" y="2438400"/>
            <a:ext cx="2594206" cy="1837853"/>
            <a:chOff x="7086600" y="114863"/>
            <a:chExt cx="2594206" cy="1837853"/>
          </a:xfrm>
        </p:grpSpPr>
        <p:sp>
          <p:nvSpPr>
            <p:cNvPr id="4" name="Rectangle 3"/>
            <p:cNvSpPr/>
            <p:nvPr/>
          </p:nvSpPr>
          <p:spPr>
            <a:xfrm>
              <a:off x="7394806" y="114863"/>
              <a:ext cx="2286000" cy="18378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7086600" y="395379"/>
              <a:ext cx="1791637" cy="1557337"/>
              <a:chOff x="7216131" y="4019406"/>
              <a:chExt cx="1791637" cy="1557337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7216131" y="4979988"/>
                <a:ext cx="771525" cy="3540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4" name="Picture 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714" b="64066"/>
              <a:stretch/>
            </p:blipFill>
            <p:spPr bwMode="auto">
              <a:xfrm>
                <a:off x="7788568" y="4019406"/>
                <a:ext cx="1219200" cy="1557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23" name="Ink 22"/>
                  <p14:cNvContentPartPr/>
                  <p14:nvPr/>
                </p14:nvContentPartPr>
                <p14:xfrm>
                  <a:off x="8273171" y="5082184"/>
                  <a:ext cx="433440" cy="493200"/>
                </p14:xfrm>
              </p:contentPart>
            </mc:Choice>
            <mc:Fallback xmlns="">
              <p:pic>
                <p:nvPicPr>
                  <p:cNvPr id="23" name="Ink 22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8265251" y="5073904"/>
                    <a:ext cx="448920" cy="509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33" name="Ink 32"/>
                  <p14:cNvContentPartPr/>
                  <p14:nvPr/>
                </p14:nvContentPartPr>
                <p14:xfrm>
                  <a:off x="7709771" y="4476304"/>
                  <a:ext cx="1038240" cy="779040"/>
                </p14:xfrm>
              </p:contentPart>
            </mc:Choice>
            <mc:Fallback xmlns="">
              <p:pic>
                <p:nvPicPr>
                  <p:cNvPr id="33" name="Ink 32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7701491" y="4472704"/>
                    <a:ext cx="1053720" cy="7902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85706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534400" cy="433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438400" y="7721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altLang="en-US" sz="2800" b="1" dirty="0">
                <a:solidFill>
                  <a:srgbClr val="0F0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n-IN" altLang="en-US" sz="2800" b="1" dirty="0">
                <a:solidFill>
                  <a:srgbClr val="0F0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altLang="en-US" sz="2800" b="1" dirty="0">
                <a:solidFill>
                  <a:srgbClr val="0F0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N-</a:t>
            </a:r>
            <a:r>
              <a:rPr lang="en-US" altLang="en-US" sz="2800" b="1" dirty="0" err="1">
                <a:solidFill>
                  <a:srgbClr val="0F0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Glycosidic</a:t>
            </a:r>
            <a:r>
              <a:rPr lang="en-US" altLang="en-US" sz="2800" b="1" dirty="0">
                <a:solidFill>
                  <a:srgbClr val="0F0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bond</a:t>
            </a:r>
          </a:p>
        </p:txBody>
      </p:sp>
    </p:spTree>
    <p:extLst>
      <p:ext uri="{BB962C8B-B14F-4D97-AF65-F5344CB8AC3E}">
        <p14:creationId xmlns:p14="http://schemas.microsoft.com/office/powerpoint/2010/main" val="3019229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7" name="Picture 1" descr="ch02f2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381779"/>
            <a:ext cx="4433888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03"/>
          <a:stretch/>
        </p:blipFill>
        <p:spPr bwMode="auto">
          <a:xfrm>
            <a:off x="76199" y="952508"/>
            <a:ext cx="2266951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828800" y="685800"/>
            <a:ext cx="7239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rgbClr val="0F0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Polymers of nucleotides = polynucleotides</a:t>
            </a:r>
          </a:p>
        </p:txBody>
      </p:sp>
    </p:spTree>
    <p:extLst>
      <p:ext uri="{BB962C8B-B14F-4D97-AF65-F5344CB8AC3E}">
        <p14:creationId xmlns:p14="http://schemas.microsoft.com/office/powerpoint/2010/main" val="988827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8" name="Picture 2" descr="figure_01_2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7" b="3650"/>
          <a:stretch/>
        </p:blipFill>
        <p:spPr bwMode="auto">
          <a:xfrm>
            <a:off x="125504" y="914400"/>
            <a:ext cx="8842513" cy="5550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12</a:t>
            </a:fld>
            <a:endParaRPr lang="de-DE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3252" y="12700"/>
            <a:ext cx="9144000" cy="7493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2FB0DC"/>
                </a:solidFill>
                <a:ea typeface="ＭＳ Ｐゴシック" panose="020B0600070205080204" pitchFamily="34" charset="-128"/>
              </a:rPr>
              <a:t>Formation of Polynucleotides</a:t>
            </a: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470452" y="762000"/>
            <a:ext cx="815340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035289" y="990600"/>
            <a:ext cx="3508511" cy="563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79417" y="5181600"/>
            <a:ext cx="2958548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362200" y="3505200"/>
            <a:ext cx="1828800" cy="1905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513525" y="1981200"/>
            <a:ext cx="15240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37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06" name="Picture 2" descr="figure_02_03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076" b="4617"/>
          <a:stretch/>
        </p:blipFill>
        <p:spPr bwMode="auto">
          <a:xfrm>
            <a:off x="2050774" y="1676399"/>
            <a:ext cx="5188226" cy="4472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13</a:t>
            </a:fld>
            <a:endParaRPr lang="de-DE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85800" y="9939"/>
            <a:ext cx="77724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2FB0DC"/>
                </a:solidFill>
                <a:ea typeface="ＭＳ Ｐゴシック" panose="020B0600070205080204" pitchFamily="34" charset="-128"/>
              </a:rPr>
              <a:t>Double helical structure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381000" y="838200"/>
            <a:ext cx="815340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9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14</a:t>
            </a:fld>
            <a:endParaRPr lang="de-DE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85800" y="9939"/>
            <a:ext cx="77724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2FB0DC"/>
                </a:solidFill>
                <a:ea typeface="ＭＳ Ｐゴシック" panose="020B0600070205080204" pitchFamily="34" charset="-128"/>
              </a:rPr>
              <a:t>Watson and Crick base pairing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381000" y="747149"/>
            <a:ext cx="815340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33400" y="1320427"/>
            <a:ext cx="8253412" cy="3017838"/>
            <a:chOff x="533400" y="1737518"/>
            <a:chExt cx="8253412" cy="3017838"/>
          </a:xfrm>
        </p:grpSpPr>
        <p:pic>
          <p:nvPicPr>
            <p:cNvPr id="8" name="Picture 2" descr="ch02f39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2102643"/>
              <a:ext cx="8253412" cy="265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3"/>
            <p:cNvSpPr txBox="1">
              <a:spLocks noChangeArrowheads="1"/>
            </p:cNvSpPr>
            <p:nvPr/>
          </p:nvSpPr>
          <p:spPr bwMode="auto">
            <a:xfrm>
              <a:off x="5192712" y="1737518"/>
              <a:ext cx="24971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Watson-Crick C-G pair</a:t>
              </a:r>
            </a:p>
          </p:txBody>
        </p:sp>
        <p:sp>
          <p:nvSpPr>
            <p:cNvPr id="10" name="TextBox 11"/>
            <p:cNvSpPr txBox="1">
              <a:spLocks noChangeArrowheads="1"/>
            </p:cNvSpPr>
            <p:nvPr/>
          </p:nvSpPr>
          <p:spPr bwMode="auto">
            <a:xfrm>
              <a:off x="1198562" y="1739106"/>
              <a:ext cx="19018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Wobble U-G pair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457200" y="1219200"/>
            <a:ext cx="4191000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5" descr="ch02f3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3749"/>
            <a:ext cx="3129994" cy="5828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9cad483b-a69d-4e9c-a647-0611f17daae1" descr="Image"/>
          <p:cNvPicPr/>
          <p:nvPr/>
        </p:nvPicPr>
        <p:blipFill rotWithShape="1"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9" t="5070" r="1910" b="10375"/>
          <a:stretch/>
        </p:blipFill>
        <p:spPr bwMode="auto">
          <a:xfrm>
            <a:off x="4279843" y="4385041"/>
            <a:ext cx="3774965" cy="2390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3406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15</a:t>
            </a:fld>
            <a:endParaRPr lang="de-DE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85800" y="9939"/>
            <a:ext cx="77724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2FB0DC"/>
                </a:solidFill>
                <a:ea typeface="ＭＳ Ｐゴシック" panose="020B0600070205080204" pitchFamily="34" charset="-128"/>
              </a:rPr>
              <a:t>Major and Minor grooves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381000" y="791216"/>
            <a:ext cx="815340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03"/>
          <a:stretch/>
        </p:blipFill>
        <p:spPr bwMode="auto">
          <a:xfrm>
            <a:off x="0" y="1080762"/>
            <a:ext cx="2266951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ch02f6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515" y="1026098"/>
            <a:ext cx="3667125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6433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16</a:t>
            </a:fld>
            <a:endParaRPr lang="de-DE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85800" y="9939"/>
            <a:ext cx="77724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2FB0DC"/>
                </a:solidFill>
                <a:ea typeface="ＭＳ Ｐゴシック" panose="020B0600070205080204" pitchFamily="34" charset="-128"/>
              </a:rPr>
              <a:t>Various forces = DNA stability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1237786" y="685800"/>
            <a:ext cx="6738347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Box 16"/>
          <p:cNvSpPr txBox="1">
            <a:spLocks noChangeArrowheads="1"/>
          </p:cNvSpPr>
          <p:nvPr/>
        </p:nvSpPr>
        <p:spPr bwMode="auto">
          <a:xfrm>
            <a:off x="2677844" y="973197"/>
            <a:ext cx="6389956" cy="8628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1800" b="0" dirty="0"/>
              <a:t> Energetically favorable = formation of ds DNA = wind around one another in a right-handed helix</a:t>
            </a:r>
          </a:p>
          <a:p>
            <a:pPr algn="just" eaLnBrk="1" hangingPunct="1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1800" b="0" dirty="0"/>
              <a:t> The hydrophobic bases = center, = away from the aqueous cellular environment</a:t>
            </a:r>
          </a:p>
          <a:p>
            <a:pPr algn="just" eaLnBrk="1" hangingPunct="1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1800" b="0" dirty="0"/>
              <a:t> The hydrophilic sugar phosphate = backbone interacts favorably with water</a:t>
            </a:r>
          </a:p>
          <a:p>
            <a:pPr algn="just" eaLnBrk="1" hangingPunct="1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1800" b="0" dirty="0"/>
              <a:t> Base pairs = stack interior,  Van der Waals interactions = bases stabilize the interactions</a:t>
            </a:r>
          </a:p>
          <a:p>
            <a:pPr algn="just" eaLnBrk="1" hangingPunct="1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§"/>
            </a:pPr>
            <a:r>
              <a:rPr lang="en-US" altLang="en-US" sz="1800" b="0" dirty="0"/>
              <a:t> </a:t>
            </a:r>
            <a:r>
              <a:rPr lang="ja-JP" altLang="en-US" sz="1800" b="0" dirty="0"/>
              <a:t>“</a:t>
            </a:r>
            <a:r>
              <a:rPr lang="en-US" altLang="ja-JP" sz="1800" b="0" dirty="0"/>
              <a:t>base-stacking</a:t>
            </a:r>
            <a:r>
              <a:rPr lang="ja-JP" altLang="en-US" sz="1800" b="0" dirty="0"/>
              <a:t>”</a:t>
            </a:r>
            <a:r>
              <a:rPr lang="en-IN" altLang="ja-JP" sz="1800" b="0" dirty="0"/>
              <a:t>=</a:t>
            </a:r>
            <a:r>
              <a:rPr lang="en-US" altLang="ja-JP" sz="1800" b="0" dirty="0"/>
              <a:t> energetically favorable, = stability of DNA </a:t>
            </a:r>
          </a:p>
          <a:p>
            <a:pPr algn="just" eaLnBrk="1" hangingPunct="1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§"/>
            </a:pPr>
            <a:endParaRPr lang="en-US" altLang="en-US" sz="1800" b="0" dirty="0"/>
          </a:p>
          <a:p>
            <a:pPr algn="just" eaLnBrk="1" hangingPunct="1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§"/>
            </a:pPr>
            <a:endParaRPr lang="en-US" altLang="en-US" sz="1800" b="0" dirty="0"/>
          </a:p>
          <a:p>
            <a:pPr algn="just" eaLnBrk="1" hangingPunct="1">
              <a:lnSpc>
                <a:spcPct val="150000"/>
              </a:lnSpc>
              <a:spcAft>
                <a:spcPts val="2400"/>
              </a:spcAft>
            </a:pPr>
            <a:endParaRPr lang="en-US" altLang="en-US" sz="1800" b="0" dirty="0"/>
          </a:p>
          <a:p>
            <a:pPr algn="just" eaLnBrk="1" hangingPunct="1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§"/>
            </a:pPr>
            <a:endParaRPr lang="en-US" altLang="en-US" sz="1800" b="0" dirty="0"/>
          </a:p>
          <a:p>
            <a:pPr algn="just" eaLnBrk="1" hangingPunct="1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§"/>
            </a:pPr>
            <a:endParaRPr lang="en-US" altLang="en-US" sz="1800" b="0" dirty="0"/>
          </a:p>
        </p:txBody>
      </p:sp>
      <p:grpSp>
        <p:nvGrpSpPr>
          <p:cNvPr id="10" name="Group 3"/>
          <p:cNvGrpSpPr>
            <a:grpSpLocks/>
          </p:cNvGrpSpPr>
          <p:nvPr/>
        </p:nvGrpSpPr>
        <p:grpSpPr bwMode="auto">
          <a:xfrm>
            <a:off x="76200" y="862013"/>
            <a:ext cx="2557462" cy="5995987"/>
            <a:chOff x="91490" y="45758"/>
            <a:chExt cx="2556519" cy="5995797"/>
          </a:xfrm>
        </p:grpSpPr>
        <p:pic>
          <p:nvPicPr>
            <p:cNvPr id="11" name="Picture 1" descr="ch02f25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5818"/>
            <a:stretch>
              <a:fillRect/>
            </a:stretch>
          </p:blipFill>
          <p:spPr bwMode="auto">
            <a:xfrm>
              <a:off x="91490" y="45758"/>
              <a:ext cx="2556519" cy="3840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2"/>
            <p:cNvGrpSpPr>
              <a:grpSpLocks/>
            </p:cNvGrpSpPr>
            <p:nvPr/>
          </p:nvGrpSpPr>
          <p:grpSpPr bwMode="auto">
            <a:xfrm>
              <a:off x="383349" y="3977634"/>
              <a:ext cx="2085554" cy="2063921"/>
              <a:chOff x="640123" y="3792462"/>
              <a:chExt cx="1903634" cy="1883888"/>
            </a:xfrm>
          </p:grpSpPr>
          <p:pic>
            <p:nvPicPr>
              <p:cNvPr id="13" name="Picture 7" descr="ch02f25.jpg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477" t="21011" b="26135"/>
              <a:stretch>
                <a:fillRect/>
              </a:stretch>
            </p:blipFill>
            <p:spPr bwMode="auto">
              <a:xfrm>
                <a:off x="640123" y="3794756"/>
                <a:ext cx="1903634" cy="1881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6" descr="ch02f25.jp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477" r="35406" b="91037"/>
              <a:stretch>
                <a:fillRect/>
              </a:stretch>
            </p:blipFill>
            <p:spPr bwMode="auto">
              <a:xfrm>
                <a:off x="640123" y="3792462"/>
                <a:ext cx="354964" cy="3190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64934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4" dur="indefinite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6" dur="indefinite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indefinite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8" dur="indefinite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9" dur="indefinite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047750" y="76200"/>
            <a:ext cx="6800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58"/>
          <a:stretch/>
        </p:blipFill>
        <p:spPr bwMode="auto">
          <a:xfrm>
            <a:off x="1" y="944245"/>
            <a:ext cx="1752600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17</a:t>
            </a:fld>
            <a:endParaRPr lang="de-DE"/>
          </a:p>
        </p:txBody>
      </p:sp>
      <p:sp>
        <p:nvSpPr>
          <p:cNvPr id="10" name="TextBox 16"/>
          <p:cNvSpPr txBox="1">
            <a:spLocks noChangeArrowheads="1"/>
          </p:cNvSpPr>
          <p:nvPr/>
        </p:nvSpPr>
        <p:spPr bwMode="auto">
          <a:xfrm>
            <a:off x="3475038" y="914400"/>
            <a:ext cx="544036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A-T and G-C base pairs have similar widths, so the helix diameter is ~20 Å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20"/>
          <a:stretch/>
        </p:blipFill>
        <p:spPr bwMode="auto">
          <a:xfrm>
            <a:off x="2030136" y="1611322"/>
            <a:ext cx="6651156" cy="5122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168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047750" y="76200"/>
            <a:ext cx="6800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58"/>
          <a:stretch/>
        </p:blipFill>
        <p:spPr bwMode="auto">
          <a:xfrm>
            <a:off x="1" y="944245"/>
            <a:ext cx="1752600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18</a:t>
            </a:fld>
            <a:endParaRPr lang="de-DE"/>
          </a:p>
        </p:txBody>
      </p:sp>
      <p:sp>
        <p:nvSpPr>
          <p:cNvPr id="10" name="TextBox 16"/>
          <p:cNvSpPr txBox="1">
            <a:spLocks noChangeArrowheads="1"/>
          </p:cNvSpPr>
          <p:nvPr/>
        </p:nvSpPr>
        <p:spPr bwMode="auto">
          <a:xfrm>
            <a:off x="3551238" y="800517"/>
            <a:ext cx="5440362" cy="7048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A-T and G-C base pairs have similar widths, so the helix diameter is ~20 Å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B-DNA = predominant configuration.  The helix repeats every 10.5 base pairs, and base pairs are 3.4 Å apart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In B-DNA, the helix forms a major groove (~13 Å) and a minor groove (~9 Å)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The shape and size of these grooves govern interactions with other molecules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The sequence of bases in DNA can influence structure: regions rich in A-T pairing tend to be more bendable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2" name="Pictur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1" r="73541"/>
          <a:stretch/>
        </p:blipFill>
        <p:spPr bwMode="auto">
          <a:xfrm>
            <a:off x="1733321" y="990599"/>
            <a:ext cx="1712912" cy="5722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432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5" dur="indefinit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6" dur="indefinit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7" dur="indefinite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9" dur="indefinite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0" dur="indefinite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047750" y="76200"/>
            <a:ext cx="6800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72"/>
          <a:stretch/>
        </p:blipFill>
        <p:spPr bwMode="auto">
          <a:xfrm>
            <a:off x="979343" y="924048"/>
            <a:ext cx="1971675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19</a:t>
            </a:fld>
            <a:endParaRPr lang="de-DE"/>
          </a:p>
        </p:txBody>
      </p:sp>
      <p:grpSp>
        <p:nvGrpSpPr>
          <p:cNvPr id="3" name="Group 2"/>
          <p:cNvGrpSpPr/>
          <p:nvPr/>
        </p:nvGrpSpPr>
        <p:grpSpPr>
          <a:xfrm>
            <a:off x="3886200" y="861133"/>
            <a:ext cx="3326499" cy="6108700"/>
            <a:chOff x="4956463" y="749300"/>
            <a:chExt cx="4435332" cy="6108700"/>
          </a:xfrm>
        </p:grpSpPr>
        <p:pic>
          <p:nvPicPr>
            <p:cNvPr id="6" name="Picture 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779"/>
            <a:stretch/>
          </p:blipFill>
          <p:spPr bwMode="auto">
            <a:xfrm>
              <a:off x="4956463" y="749300"/>
              <a:ext cx="2493818" cy="6105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r="28937"/>
            <a:stretch/>
          </p:blipFill>
          <p:spPr bwMode="auto">
            <a:xfrm>
              <a:off x="7450281" y="752475"/>
              <a:ext cx="1797628" cy="6105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8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628"/>
            <a:stretch/>
          </p:blipFill>
          <p:spPr bwMode="auto">
            <a:xfrm>
              <a:off x="9247909" y="752475"/>
              <a:ext cx="143886" cy="6102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3337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 txBox="1">
            <a:spLocks noChangeArrowheads="1"/>
          </p:cNvSpPr>
          <p:nvPr/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000" b="1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Forms of DNA</a:t>
            </a:r>
          </a:p>
        </p:txBody>
      </p:sp>
      <p:sp>
        <p:nvSpPr>
          <p:cNvPr id="45059" name="Line 4"/>
          <p:cNvSpPr>
            <a:spLocks noChangeShapeType="1"/>
          </p:cNvSpPr>
          <p:nvPr/>
        </p:nvSpPr>
        <p:spPr bwMode="auto">
          <a:xfrm>
            <a:off x="381000" y="749300"/>
            <a:ext cx="815340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45060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663" y="955675"/>
            <a:ext cx="3368675" cy="575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1111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Conclusions of Lecture-4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763000" cy="51816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66"/>
                </a:solidFill>
              </a:rPr>
              <a:t>DNA Characteristics: double helix, right handed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66"/>
                </a:solidFill>
              </a:rPr>
              <a:t>Nucleo</a:t>
            </a:r>
            <a:r>
              <a:rPr lang="en-US" b="1" dirty="0">
                <a:solidFill>
                  <a:srgbClr val="00B0F0"/>
                </a:solidFill>
              </a:rPr>
              <a:t>tide</a:t>
            </a:r>
            <a:r>
              <a:rPr lang="en-US" b="1" dirty="0">
                <a:solidFill>
                  <a:srgbClr val="FF0066"/>
                </a:solidFill>
              </a:rPr>
              <a:t> vs nucleo</a:t>
            </a:r>
            <a:r>
              <a:rPr lang="en-US" b="1" dirty="0">
                <a:solidFill>
                  <a:srgbClr val="00B0F0"/>
                </a:solidFill>
              </a:rPr>
              <a:t>side</a:t>
            </a:r>
            <a:r>
              <a:rPr lang="en-US" b="1" dirty="0">
                <a:solidFill>
                  <a:srgbClr val="FF0066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66"/>
                </a:solidFill>
              </a:rPr>
              <a:t>Nitrogenous bases: A, G, C, T, U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66"/>
                </a:solidFill>
              </a:rPr>
              <a:t>Pentose Sugar: </a:t>
            </a:r>
            <a:r>
              <a:rPr lang="en-US" b="1" dirty="0">
                <a:solidFill>
                  <a:srgbClr val="00B0F0"/>
                </a:solidFill>
              </a:rPr>
              <a:t>2’</a:t>
            </a:r>
            <a:r>
              <a:rPr lang="en-US" b="1" dirty="0">
                <a:solidFill>
                  <a:srgbClr val="FF0066"/>
                </a:solidFill>
              </a:rPr>
              <a:t>-deoxyribose and Ribose, endo and </a:t>
            </a:r>
            <a:r>
              <a:rPr lang="en-US" b="1" dirty="0" err="1">
                <a:solidFill>
                  <a:srgbClr val="FF0066"/>
                </a:solidFill>
              </a:rPr>
              <a:t>exo</a:t>
            </a:r>
            <a:r>
              <a:rPr lang="en-US" b="1" dirty="0">
                <a:solidFill>
                  <a:srgbClr val="FF0066"/>
                </a:solidFill>
              </a:rPr>
              <a:t> conformation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66"/>
                </a:solidFill>
              </a:rPr>
              <a:t>Phosphate: </a:t>
            </a:r>
            <a:r>
              <a:rPr lang="en-US" b="1" dirty="0">
                <a:solidFill>
                  <a:srgbClr val="00B0F0"/>
                </a:solidFill>
              </a:rPr>
              <a:t>mono</a:t>
            </a:r>
            <a:r>
              <a:rPr lang="en-US" b="1" dirty="0">
                <a:solidFill>
                  <a:srgbClr val="FF0066"/>
                </a:solidFill>
              </a:rPr>
              <a:t>, di and triphosphate (AMP, ADP, ATP energy carriers)</a:t>
            </a:r>
          </a:p>
          <a:p>
            <a:pPr>
              <a:lnSpc>
                <a:spcPct val="150000"/>
              </a:lnSpc>
            </a:pPr>
            <a:r>
              <a:rPr lang="el-GR" b="1" dirty="0">
                <a:solidFill>
                  <a:srgbClr val="00B0F0"/>
                </a:solidFill>
              </a:rPr>
              <a:t>β</a:t>
            </a:r>
            <a:r>
              <a:rPr lang="en-US" b="1" dirty="0">
                <a:solidFill>
                  <a:srgbClr val="00B0F0"/>
                </a:solidFill>
              </a:rPr>
              <a:t>-N </a:t>
            </a:r>
            <a:r>
              <a:rPr lang="en-US" b="1" dirty="0" err="1">
                <a:solidFill>
                  <a:srgbClr val="FF0066"/>
                </a:solidFill>
              </a:rPr>
              <a:t>Glycosidic</a:t>
            </a:r>
            <a:r>
              <a:rPr lang="en-US" b="1" dirty="0">
                <a:solidFill>
                  <a:srgbClr val="FF0066"/>
                </a:solidFill>
              </a:rPr>
              <a:t> bond (</a:t>
            </a:r>
            <a:r>
              <a:rPr lang="en-US" b="1" dirty="0" err="1">
                <a:solidFill>
                  <a:srgbClr val="FF0066"/>
                </a:solidFill>
              </a:rPr>
              <a:t>Syn</a:t>
            </a:r>
            <a:r>
              <a:rPr lang="en-US" b="1" dirty="0">
                <a:solidFill>
                  <a:srgbClr val="FF0066"/>
                </a:solidFill>
              </a:rPr>
              <a:t> and Anti conformation)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66"/>
                </a:solidFill>
              </a:rPr>
              <a:t>Polymers of nucleotides = </a:t>
            </a:r>
            <a:r>
              <a:rPr lang="en-US" b="1" dirty="0">
                <a:solidFill>
                  <a:srgbClr val="00B0F0"/>
                </a:solidFill>
              </a:rPr>
              <a:t>Polynucleotides</a:t>
            </a:r>
            <a:r>
              <a:rPr lang="en-US" b="1" dirty="0">
                <a:solidFill>
                  <a:srgbClr val="FF0066"/>
                </a:solidFill>
              </a:rPr>
              <a:t> (3’ OH attacks 5’ attached to </a:t>
            </a:r>
            <a:r>
              <a:rPr lang="el-GR" b="1" dirty="0">
                <a:solidFill>
                  <a:srgbClr val="FF0066"/>
                </a:solidFill>
              </a:rPr>
              <a:t>α</a:t>
            </a:r>
            <a:r>
              <a:rPr lang="en-IN" b="1" dirty="0">
                <a:solidFill>
                  <a:srgbClr val="FF0066"/>
                </a:solidFill>
              </a:rPr>
              <a:t>-phosphate 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66"/>
                </a:solidFill>
              </a:rPr>
              <a:t>One chain is </a:t>
            </a:r>
            <a:r>
              <a:rPr lang="en-US" b="1" dirty="0">
                <a:solidFill>
                  <a:srgbClr val="00B0F0"/>
                </a:solidFill>
              </a:rPr>
              <a:t>complementary</a:t>
            </a:r>
            <a:r>
              <a:rPr lang="en-US" b="1" dirty="0">
                <a:solidFill>
                  <a:srgbClr val="FF0066"/>
                </a:solidFill>
              </a:rPr>
              <a:t> to other chain A-T ; G-C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66"/>
                </a:solidFill>
              </a:rPr>
              <a:t>Canonical bonds and </a:t>
            </a:r>
            <a:r>
              <a:rPr lang="en-US" b="1" dirty="0">
                <a:solidFill>
                  <a:srgbClr val="00B0F0"/>
                </a:solidFill>
              </a:rPr>
              <a:t>Non-canonical</a:t>
            </a:r>
            <a:r>
              <a:rPr lang="en-US" b="1" dirty="0">
                <a:solidFill>
                  <a:srgbClr val="FF0066"/>
                </a:solidFill>
              </a:rPr>
              <a:t> pairing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66"/>
                </a:solidFill>
              </a:rPr>
              <a:t>Stability of DNA: Phosphodiester, electrostatic repulsion, Hydrogen bonds, Vander Waals; base stacking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1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Conclusions of Lecture-4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763000" cy="5181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F0066"/>
                </a:solidFill>
              </a:rPr>
              <a:t>2nm distance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F0066"/>
                </a:solidFill>
              </a:rPr>
              <a:t>10.5 bases/turn</a:t>
            </a:r>
            <a:r>
              <a:rPr lang="en-US" sz="2000" b="1" dirty="0">
                <a:solidFill>
                  <a:srgbClr val="FF0066"/>
                </a:solidFill>
              </a:rPr>
              <a:t>; .34 nm rise per base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66"/>
                </a:solidFill>
              </a:rPr>
              <a:t>Major and Minor groove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66"/>
                </a:solidFill>
              </a:rPr>
              <a:t>Other forms of DNA: A and Z form</a:t>
            </a:r>
            <a:endParaRPr lang="en-IN" sz="2000" b="1" dirty="0">
              <a:solidFill>
                <a:srgbClr val="FF0066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08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Types of Questions?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52400" y="1409375"/>
            <a:ext cx="8839200" cy="506762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66"/>
                </a:solidFill>
              </a:rPr>
              <a:t>30 % of A is in dsDNA, find out the % of G?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66"/>
                </a:solidFill>
              </a:rPr>
              <a:t>The Nitrogenous base is linked to the ribose or deoxyribose sugar via a ____________.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66"/>
                </a:solidFill>
              </a:rPr>
              <a:t>Two experimental tubes contain an equal number of nucleic acid molecules with the sequence 5’ AGCAGG 3’.  The first tube contains single-stranded DNA and the second tube contains RNA.  Which tube contains the greater mass?  Explain your answer.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66"/>
                </a:solidFill>
              </a:rPr>
              <a:t>What type of interaction occurs between stacked bases in the DNA double helix and helps to stabilize the helix?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66"/>
                </a:solidFill>
              </a:rPr>
              <a:t>RNA and DNA are chemically similar, yet RNA is much less stable than DNA.  Explain why.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5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" dur="indefinite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9" dur="indefinite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Types of Questions?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915400" cy="5333999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FF0066"/>
                </a:solidFill>
              </a:rPr>
              <a:t>Triple-helical DNA structures can result from </a:t>
            </a:r>
            <a:r>
              <a:rPr lang="en-US" sz="1600" b="1" dirty="0" err="1">
                <a:solidFill>
                  <a:srgbClr val="FF0066"/>
                </a:solidFill>
              </a:rPr>
              <a:t>Hoogsteen</a:t>
            </a:r>
            <a:r>
              <a:rPr lang="en-US" sz="1600" b="1" dirty="0">
                <a:solidFill>
                  <a:srgbClr val="FF0066"/>
                </a:solidFill>
              </a:rPr>
              <a:t> (non Watson-Crick) interactions.  These interactions are primarily: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A)	covalent bonds involving deoxyribose.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B)	covalent bonds involving the bases.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C)	hydrogen bonds involving deoxyribose.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D)	hydrogen bonds involving the bases.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E)	hydrophobic interactions involving the bases.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 b="1" dirty="0">
              <a:solidFill>
                <a:srgbClr val="FF0066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FF0066"/>
                </a:solidFill>
              </a:rPr>
              <a:t>For the helix in double-stranded B-form DNA, the majority of the stability can be attributed to: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A)	base-pairing interactions via H-bonds.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B)	interactions along the phosphate backbone.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C)	base-stacking interactions via van-der-Waals interactions.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D)	covalent bonds between adjacent bases in one strand.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0066"/>
                </a:solidFill>
              </a:rPr>
              <a:t>E)	ionic interactions with metal 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 b="1" dirty="0">
              <a:solidFill>
                <a:srgbClr val="FF0066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3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>
            <a:spLocks/>
          </p:cNvSpPr>
          <p:nvPr/>
        </p:nvSpPr>
        <p:spPr>
          <a:xfrm>
            <a:off x="457200" y="274320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0000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622627FE0BB42A7311AF50D73D144" ma:contentTypeVersion="8" ma:contentTypeDescription="Create a new document." ma:contentTypeScope="" ma:versionID="86545f14451992e6e26b78a936813253">
  <xsd:schema xmlns:xsd="http://www.w3.org/2001/XMLSchema" xmlns:xs="http://www.w3.org/2001/XMLSchema" xmlns:p="http://schemas.microsoft.com/office/2006/metadata/properties" xmlns:ns2="f3d90b6b-40ba-4cf1-9177-eadded3cce4b" targetNamespace="http://schemas.microsoft.com/office/2006/metadata/properties" ma:root="true" ma:fieldsID="ebaf53cfe962b7f65b25ca3dc8735c37" ns2:_="">
    <xsd:import namespace="f3d90b6b-40ba-4cf1-9177-eadded3cce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90b6b-40ba-4cf1-9177-eadded3cc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50B55-04E3-4B05-9640-EDC02376749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BD1B481-EBB7-42FA-8282-C124A0347F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d90b6b-40ba-4cf1-9177-eadded3cce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7BD4C1-4769-470C-8635-48EB051D6E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17738</TotalTime>
  <Words>922</Words>
  <Application>Microsoft Office PowerPoint</Application>
  <PresentationFormat>On-screen Show (4:3)</PresentationFormat>
  <Paragraphs>185</Paragraphs>
  <Slides>25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LECTURE-4</vt:lpstr>
      <vt:lpstr>2’-Deoxyribose Nucleic Acid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 of Lecture-4</vt:lpstr>
      <vt:lpstr>Conclusions of Lecture-4</vt:lpstr>
      <vt:lpstr>Types of Questions?</vt:lpstr>
      <vt:lpstr>Types of 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IITG</cp:lastModifiedBy>
  <cp:revision>349</cp:revision>
  <dcterms:created xsi:type="dcterms:W3CDTF">2020-06-08T04:19:45Z</dcterms:created>
  <dcterms:modified xsi:type="dcterms:W3CDTF">2024-01-19T09:20:14Z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0x010100252622627FE0BB42A7311AF50D73D144</vt:lpwstr>
  </property>
</Properties>
</file>