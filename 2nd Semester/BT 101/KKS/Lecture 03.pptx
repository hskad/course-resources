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9" r:id="rId5"/>
    <p:sldId id="306" r:id="rId6"/>
    <p:sldId id="308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9" r:id="rId20"/>
    <p:sldId id="338" r:id="rId21"/>
    <p:sldId id="340" r:id="rId22"/>
    <p:sldId id="341" r:id="rId23"/>
    <p:sldId id="342" r:id="rId24"/>
    <p:sldId id="323" r:id="rId25"/>
    <p:sldId id="324" r:id="rId26"/>
    <p:sldId id="325" r:id="rId27"/>
    <p:sldId id="273" r:id="rId28"/>
    <p:sldId id="343" r:id="rId29"/>
    <p:sldId id="349" r:id="rId30"/>
    <p:sldId id="35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CBAA"/>
    <a:srgbClr val="DCBF84"/>
    <a:srgbClr val="EAB200"/>
    <a:srgbClr val="FAC498"/>
    <a:srgbClr val="FF0000"/>
    <a:srgbClr val="0000FF"/>
    <a:srgbClr val="3693AC"/>
    <a:srgbClr val="E0E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7EEDD-850B-48DA-927C-2764B0FFB02E}" v="4" dt="2024-01-21T05:53:34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-40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HARMA" userId="S::ayush.sharma@iitg.ac.in::ba447806-14da-4b71-abeb-02f904f786b4" providerId="AD" clId="Web-{8EC15796-39E2-7B74-56AD-CC906D93760E}"/>
    <pc:docChg chg="modSld">
      <pc:chgData name="AYUSH SHARMA" userId="S::ayush.sharma@iitg.ac.in::ba447806-14da-4b71-abeb-02f904f786b4" providerId="AD" clId="Web-{8EC15796-39E2-7B74-56AD-CC906D93760E}" dt="2024-01-17T06:22:34.940" v="3" actId="1076"/>
      <pc:docMkLst>
        <pc:docMk/>
      </pc:docMkLst>
      <pc:sldChg chg="modSp">
        <pc:chgData name="AYUSH SHARMA" userId="S::ayush.sharma@iitg.ac.in::ba447806-14da-4b71-abeb-02f904f786b4" providerId="AD" clId="Web-{8EC15796-39E2-7B74-56AD-CC906D93760E}" dt="2024-01-17T06:20:36.298" v="1" actId="1076"/>
        <pc:sldMkLst>
          <pc:docMk/>
          <pc:sldMk cId="1231659515" sldId="332"/>
        </pc:sldMkLst>
        <pc:grpChg chg="mod">
          <ac:chgData name="AYUSH SHARMA" userId="S::ayush.sharma@iitg.ac.in::ba447806-14da-4b71-abeb-02f904f786b4" providerId="AD" clId="Web-{8EC15796-39E2-7B74-56AD-CC906D93760E}" dt="2024-01-17T06:20:36.298" v="1" actId="1076"/>
          <ac:grpSpMkLst>
            <pc:docMk/>
            <pc:sldMk cId="1231659515" sldId="332"/>
            <ac:grpSpMk id="6" creationId="{00000000-0000-0000-0000-000000000000}"/>
          </ac:grpSpMkLst>
        </pc:grpChg>
      </pc:sldChg>
      <pc:sldChg chg="modSp">
        <pc:chgData name="AYUSH SHARMA" userId="S::ayush.sharma@iitg.ac.in::ba447806-14da-4b71-abeb-02f904f786b4" providerId="AD" clId="Web-{8EC15796-39E2-7B74-56AD-CC906D93760E}" dt="2024-01-17T06:22:34.940" v="3" actId="1076"/>
        <pc:sldMkLst>
          <pc:docMk/>
          <pc:sldMk cId="937543481" sldId="333"/>
        </pc:sldMkLst>
        <pc:grpChg chg="mod">
          <ac:chgData name="AYUSH SHARMA" userId="S::ayush.sharma@iitg.ac.in::ba447806-14da-4b71-abeb-02f904f786b4" providerId="AD" clId="Web-{8EC15796-39E2-7B74-56AD-CC906D93760E}" dt="2024-01-17T06:22:34.940" v="3" actId="1076"/>
          <ac:grpSpMkLst>
            <pc:docMk/>
            <pc:sldMk cId="937543481" sldId="333"/>
            <ac:grpSpMk id="7" creationId="{00000000-0000-0000-0000-000000000000}"/>
          </ac:grpSpMkLst>
        </pc:grpChg>
      </pc:sldChg>
    </pc:docChg>
  </pc:docChgLst>
  <pc:docChgLst>
    <pc:chgData name="RAJ GAURAV TIWARI" userId="8e843d82-05ae-4223-b3e3-353ea54d99fa" providerId="ADAL" clId="{7FF1C232-F7B8-4E6B-9BC9-FB32155F41B9}"/>
    <pc:docChg chg="modSld">
      <pc:chgData name="RAJ GAURAV TIWARI" userId="8e843d82-05ae-4223-b3e3-353ea54d99fa" providerId="ADAL" clId="{7FF1C232-F7B8-4E6B-9BC9-FB32155F41B9}" dt="2024-01-18T05:33:18.935" v="3" actId="1076"/>
      <pc:docMkLst>
        <pc:docMk/>
      </pc:docMkLst>
      <pc:sldChg chg="modSp">
        <pc:chgData name="RAJ GAURAV TIWARI" userId="8e843d82-05ae-4223-b3e3-353ea54d99fa" providerId="ADAL" clId="{7FF1C232-F7B8-4E6B-9BC9-FB32155F41B9}" dt="2024-01-18T05:32:51.848" v="2" actId="1076"/>
        <pc:sldMkLst>
          <pc:docMk/>
          <pc:sldMk cId="1231659515" sldId="332"/>
        </pc:sldMkLst>
        <pc:spChg chg="mod">
          <ac:chgData name="RAJ GAURAV TIWARI" userId="8e843d82-05ae-4223-b3e3-353ea54d99fa" providerId="ADAL" clId="{7FF1C232-F7B8-4E6B-9BC9-FB32155F41B9}" dt="2024-01-18T05:32:51.848" v="2" actId="1076"/>
          <ac:spMkLst>
            <pc:docMk/>
            <pc:sldMk cId="1231659515" sldId="332"/>
            <ac:spMk id="4" creationId="{00000000-0000-0000-0000-000000000000}"/>
          </ac:spMkLst>
        </pc:spChg>
        <pc:grpChg chg="mod">
          <ac:chgData name="RAJ GAURAV TIWARI" userId="8e843d82-05ae-4223-b3e3-353ea54d99fa" providerId="ADAL" clId="{7FF1C232-F7B8-4E6B-9BC9-FB32155F41B9}" dt="2024-01-18T05:32:51.848" v="2" actId="1076"/>
          <ac:grpSpMkLst>
            <pc:docMk/>
            <pc:sldMk cId="1231659515" sldId="332"/>
            <ac:grpSpMk id="6" creationId="{00000000-0000-0000-0000-000000000000}"/>
          </ac:grpSpMkLst>
        </pc:grpChg>
        <pc:picChg chg="mod">
          <ac:chgData name="RAJ GAURAV TIWARI" userId="8e843d82-05ae-4223-b3e3-353ea54d99fa" providerId="ADAL" clId="{7FF1C232-F7B8-4E6B-9BC9-FB32155F41B9}" dt="2024-01-18T05:32:51.848" v="2" actId="1076"/>
          <ac:picMkLst>
            <pc:docMk/>
            <pc:sldMk cId="1231659515" sldId="332"/>
            <ac:picMk id="4098" creationId="{00000000-0000-0000-0000-000000000000}"/>
          </ac:picMkLst>
        </pc:picChg>
      </pc:sldChg>
      <pc:sldChg chg="modSp">
        <pc:chgData name="RAJ GAURAV TIWARI" userId="8e843d82-05ae-4223-b3e3-353ea54d99fa" providerId="ADAL" clId="{7FF1C232-F7B8-4E6B-9BC9-FB32155F41B9}" dt="2024-01-18T05:33:18.935" v="3" actId="1076"/>
        <pc:sldMkLst>
          <pc:docMk/>
          <pc:sldMk cId="937543481" sldId="333"/>
        </pc:sldMkLst>
        <pc:spChg chg="mod">
          <ac:chgData name="RAJ GAURAV TIWARI" userId="8e843d82-05ae-4223-b3e3-353ea54d99fa" providerId="ADAL" clId="{7FF1C232-F7B8-4E6B-9BC9-FB32155F41B9}" dt="2024-01-18T05:33:18.935" v="3" actId="1076"/>
          <ac:spMkLst>
            <pc:docMk/>
            <pc:sldMk cId="937543481" sldId="333"/>
            <ac:spMk id="4" creationId="{00000000-0000-0000-0000-000000000000}"/>
          </ac:spMkLst>
        </pc:spChg>
        <pc:grpChg chg="mod">
          <ac:chgData name="RAJ GAURAV TIWARI" userId="8e843d82-05ae-4223-b3e3-353ea54d99fa" providerId="ADAL" clId="{7FF1C232-F7B8-4E6B-9BC9-FB32155F41B9}" dt="2024-01-18T05:33:18.935" v="3" actId="1076"/>
          <ac:grpSpMkLst>
            <pc:docMk/>
            <pc:sldMk cId="937543481" sldId="333"/>
            <ac:grpSpMk id="7" creationId="{00000000-0000-0000-0000-000000000000}"/>
          </ac:grpSpMkLst>
        </pc:grpChg>
        <pc:picChg chg="mod">
          <ac:chgData name="RAJ GAURAV TIWARI" userId="8e843d82-05ae-4223-b3e3-353ea54d99fa" providerId="ADAL" clId="{7FF1C232-F7B8-4E6B-9BC9-FB32155F41B9}" dt="2024-01-18T05:33:18.935" v="3" actId="1076"/>
          <ac:picMkLst>
            <pc:docMk/>
            <pc:sldMk cId="937543481" sldId="333"/>
            <ac:picMk id="4098" creationId="{00000000-0000-0000-0000-000000000000}"/>
          </ac:picMkLst>
        </pc:picChg>
      </pc:sldChg>
    </pc:docChg>
  </pc:docChgLst>
  <pc:docChgLst>
    <pc:chgData name="Daksh Agarwal" userId="252623e2ba33a27a" providerId="LiveId" clId="{0167EEDD-850B-48DA-927C-2764B0FFB02E}"/>
    <pc:docChg chg="custSel modSld">
      <pc:chgData name="Daksh Agarwal" userId="252623e2ba33a27a" providerId="LiveId" clId="{0167EEDD-850B-48DA-927C-2764B0FFB02E}" dt="2024-01-21T06:02:20.302" v="8" actId="1076"/>
      <pc:docMkLst>
        <pc:docMk/>
      </pc:docMkLst>
      <pc:sldChg chg="delSp modSp mod delAnim">
        <pc:chgData name="Daksh Agarwal" userId="252623e2ba33a27a" providerId="LiveId" clId="{0167EEDD-850B-48DA-927C-2764B0FFB02E}" dt="2024-01-21T05:49:04.735" v="4" actId="14100"/>
        <pc:sldMkLst>
          <pc:docMk/>
          <pc:sldMk cId="1231659515" sldId="332"/>
        </pc:sldMkLst>
        <pc:spChg chg="del mod topLvl">
          <ac:chgData name="Daksh Agarwal" userId="252623e2ba33a27a" providerId="LiveId" clId="{0167EEDD-850B-48DA-927C-2764B0FFB02E}" dt="2024-01-21T05:48:56.513" v="2" actId="478"/>
          <ac:spMkLst>
            <pc:docMk/>
            <pc:sldMk cId="1231659515" sldId="332"/>
            <ac:spMk id="4" creationId="{00000000-0000-0000-0000-000000000000}"/>
          </ac:spMkLst>
        </pc:spChg>
        <pc:grpChg chg="del mod">
          <ac:chgData name="Daksh Agarwal" userId="252623e2ba33a27a" providerId="LiveId" clId="{0167EEDD-850B-48DA-927C-2764B0FFB02E}" dt="2024-01-21T05:48:56.513" v="2" actId="478"/>
          <ac:grpSpMkLst>
            <pc:docMk/>
            <pc:sldMk cId="1231659515" sldId="332"/>
            <ac:grpSpMk id="6" creationId="{00000000-0000-0000-0000-000000000000}"/>
          </ac:grpSpMkLst>
        </pc:grpChg>
        <pc:picChg chg="mod topLvl">
          <ac:chgData name="Daksh Agarwal" userId="252623e2ba33a27a" providerId="LiveId" clId="{0167EEDD-850B-48DA-927C-2764B0FFB02E}" dt="2024-01-21T05:49:04.735" v="4" actId="14100"/>
          <ac:picMkLst>
            <pc:docMk/>
            <pc:sldMk cId="1231659515" sldId="332"/>
            <ac:picMk id="4098" creationId="{00000000-0000-0000-0000-000000000000}"/>
          </ac:picMkLst>
        </pc:picChg>
      </pc:sldChg>
      <pc:sldChg chg="modSp">
        <pc:chgData name="Daksh Agarwal" userId="252623e2ba33a27a" providerId="LiveId" clId="{0167EEDD-850B-48DA-927C-2764B0FFB02E}" dt="2024-01-21T05:53:34.730" v="5" actId="1076"/>
        <pc:sldMkLst>
          <pc:docMk/>
          <pc:sldMk cId="227448728" sldId="336"/>
        </pc:sldMkLst>
        <pc:picChg chg="mod">
          <ac:chgData name="Daksh Agarwal" userId="252623e2ba33a27a" providerId="LiveId" clId="{0167EEDD-850B-48DA-927C-2764B0FFB02E}" dt="2024-01-21T05:53:34.730" v="5" actId="1076"/>
          <ac:picMkLst>
            <pc:docMk/>
            <pc:sldMk cId="227448728" sldId="336"/>
            <ac:picMk id="2050" creationId="{00000000-0000-0000-0000-000000000000}"/>
          </ac:picMkLst>
        </pc:picChg>
      </pc:sldChg>
      <pc:sldChg chg="modSp mod">
        <pc:chgData name="Daksh Agarwal" userId="252623e2ba33a27a" providerId="LiveId" clId="{0167EEDD-850B-48DA-927C-2764B0FFB02E}" dt="2024-01-21T06:02:20.302" v="8" actId="1076"/>
        <pc:sldMkLst>
          <pc:docMk/>
          <pc:sldMk cId="1195257755" sldId="341"/>
        </pc:sldMkLst>
        <pc:grpChg chg="mod">
          <ac:chgData name="Daksh Agarwal" userId="252623e2ba33a27a" providerId="LiveId" clId="{0167EEDD-850B-48DA-927C-2764B0FFB02E}" dt="2024-01-21T06:02:20.302" v="8" actId="1076"/>
          <ac:grpSpMkLst>
            <pc:docMk/>
            <pc:sldMk cId="1195257755" sldId="341"/>
            <ac:grpSpMk id="2" creationId="{00000000-0000-0000-0000-000000000000}"/>
          </ac:grpSpMkLst>
        </pc:grpChg>
      </pc:sldChg>
    </pc:docChg>
  </pc:docChgLst>
  <pc:docChgLst>
    <pc:chgData name="SITANSHU MOHAPATRA" userId="S::s.mohapatra@iitg.ac.in::83768700-06a6-4ce9-b093-4862ba0d859f" providerId="AD" clId="Web-{F707C5C0-4617-4187-BEBD-2E22123CED54}"/>
    <pc:docChg chg="modSld">
      <pc:chgData name="SITANSHU MOHAPATRA" userId="S::s.mohapatra@iitg.ac.in::83768700-06a6-4ce9-b093-4862ba0d859f" providerId="AD" clId="Web-{F707C5C0-4617-4187-BEBD-2E22123CED54}" dt="2024-01-17T19:39:28.984" v="65" actId="1076"/>
      <pc:docMkLst>
        <pc:docMk/>
      </pc:docMkLst>
      <pc:sldChg chg="modSp">
        <pc:chgData name="SITANSHU MOHAPATRA" userId="S::s.mohapatra@iitg.ac.in::83768700-06a6-4ce9-b093-4862ba0d859f" providerId="AD" clId="Web-{F707C5C0-4617-4187-BEBD-2E22123CED54}" dt="2024-01-17T19:39:05.343" v="52" actId="1076"/>
        <pc:sldMkLst>
          <pc:docMk/>
          <pc:sldMk cId="50615098" sldId="323"/>
        </pc:sldMkLst>
        <pc:picChg chg="mod">
          <ac:chgData name="SITANSHU MOHAPATRA" userId="S::s.mohapatra@iitg.ac.in::83768700-06a6-4ce9-b093-4862ba0d859f" providerId="AD" clId="Web-{F707C5C0-4617-4187-BEBD-2E22123CED54}" dt="2024-01-17T19:39:05.343" v="52" actId="1076"/>
          <ac:picMkLst>
            <pc:docMk/>
            <pc:sldMk cId="50615098" sldId="323"/>
            <ac:picMk id="3" creationId="{00000000-0000-0000-0000-000000000000}"/>
          </ac:picMkLst>
        </pc:picChg>
      </pc:sldChg>
      <pc:sldChg chg="modSp">
        <pc:chgData name="SITANSHU MOHAPATRA" userId="S::s.mohapatra@iitg.ac.in::83768700-06a6-4ce9-b093-4862ba0d859f" providerId="AD" clId="Web-{F707C5C0-4617-4187-BEBD-2E22123CED54}" dt="2024-01-17T19:26:56.674" v="15" actId="1076"/>
        <pc:sldMkLst>
          <pc:docMk/>
          <pc:sldMk cId="2767990168" sldId="330"/>
        </pc:sldMkLst>
        <pc:spChg chg="mod">
          <ac:chgData name="SITANSHU MOHAPATRA" userId="S::s.mohapatra@iitg.ac.in::83768700-06a6-4ce9-b093-4862ba0d859f" providerId="AD" clId="Web-{F707C5C0-4617-4187-BEBD-2E22123CED54}" dt="2024-01-17T19:26:48.877" v="11" actId="1076"/>
          <ac:spMkLst>
            <pc:docMk/>
            <pc:sldMk cId="2767990168" sldId="330"/>
            <ac:spMk id="3" creationId="{00000000-0000-0000-0000-000000000000}"/>
          </ac:spMkLst>
        </pc:spChg>
        <pc:spChg chg="mod">
          <ac:chgData name="SITANSHU MOHAPATRA" userId="S::s.mohapatra@iitg.ac.in::83768700-06a6-4ce9-b093-4862ba0d859f" providerId="AD" clId="Web-{F707C5C0-4617-4187-BEBD-2E22123CED54}" dt="2024-01-17T19:26:55.049" v="14" actId="1076"/>
          <ac:spMkLst>
            <pc:docMk/>
            <pc:sldMk cId="2767990168" sldId="330"/>
            <ac:spMk id="20" creationId="{00000000-0000-0000-0000-000000000000}"/>
          </ac:spMkLst>
        </pc:spChg>
        <pc:spChg chg="mod">
          <ac:chgData name="SITANSHU MOHAPATRA" userId="S::s.mohapatra@iitg.ac.in::83768700-06a6-4ce9-b093-4862ba0d859f" providerId="AD" clId="Web-{F707C5C0-4617-4187-BEBD-2E22123CED54}" dt="2024-01-17T19:26:44.049" v="8" actId="1076"/>
          <ac:spMkLst>
            <pc:docMk/>
            <pc:sldMk cId="2767990168" sldId="330"/>
            <ac:spMk id="22" creationId="{00000000-0000-0000-0000-000000000000}"/>
          </ac:spMkLst>
        </pc:spChg>
        <pc:grpChg chg="mod">
          <ac:chgData name="SITANSHU MOHAPATRA" userId="S::s.mohapatra@iitg.ac.in::83768700-06a6-4ce9-b093-4862ba0d859f" providerId="AD" clId="Web-{F707C5C0-4617-4187-BEBD-2E22123CED54}" dt="2024-01-17T19:26:52.752" v="13" actId="1076"/>
          <ac:grpSpMkLst>
            <pc:docMk/>
            <pc:sldMk cId="2767990168" sldId="330"/>
            <ac:grpSpMk id="6" creationId="{00000000-0000-0000-0000-000000000000}"/>
          </ac:grpSpMkLst>
        </pc:grpChg>
        <pc:grpChg chg="mod">
          <ac:chgData name="SITANSHU MOHAPATRA" userId="S::s.mohapatra@iitg.ac.in::83768700-06a6-4ce9-b093-4862ba0d859f" providerId="AD" clId="Web-{F707C5C0-4617-4187-BEBD-2E22123CED54}" dt="2024-01-17T19:26:56.674" v="15" actId="1076"/>
          <ac:grpSpMkLst>
            <pc:docMk/>
            <pc:sldMk cId="2767990168" sldId="330"/>
            <ac:grpSpMk id="8" creationId="{00000000-0000-0000-0000-000000000000}"/>
          </ac:grpSpMkLst>
        </pc:grpChg>
      </pc:sldChg>
      <pc:sldChg chg="modSp">
        <pc:chgData name="SITANSHU MOHAPATRA" userId="S::s.mohapatra@iitg.ac.in::83768700-06a6-4ce9-b093-4862ba0d859f" providerId="AD" clId="Web-{F707C5C0-4617-4187-BEBD-2E22123CED54}" dt="2024-01-17T19:32:28.258" v="43" actId="1076"/>
        <pc:sldMkLst>
          <pc:docMk/>
          <pc:sldMk cId="1231659515" sldId="332"/>
        </pc:sldMkLst>
        <pc:spChg chg="mod">
          <ac:chgData name="SITANSHU MOHAPATRA" userId="S::s.mohapatra@iitg.ac.in::83768700-06a6-4ce9-b093-4862ba0d859f" providerId="AD" clId="Web-{F707C5C0-4617-4187-BEBD-2E22123CED54}" dt="2024-01-17T19:32:01.055" v="33" actId="1076"/>
          <ac:spMkLst>
            <pc:docMk/>
            <pc:sldMk cId="1231659515" sldId="332"/>
            <ac:spMk id="4" creationId="{00000000-0000-0000-0000-000000000000}"/>
          </ac:spMkLst>
        </pc:spChg>
        <pc:grpChg chg="mod">
          <ac:chgData name="SITANSHU MOHAPATRA" userId="S::s.mohapatra@iitg.ac.in::83768700-06a6-4ce9-b093-4862ba0d859f" providerId="AD" clId="Web-{F707C5C0-4617-4187-BEBD-2E22123CED54}" dt="2024-01-17T19:32:28.258" v="43" actId="1076"/>
          <ac:grpSpMkLst>
            <pc:docMk/>
            <pc:sldMk cId="1231659515" sldId="332"/>
            <ac:grpSpMk id="6" creationId="{00000000-0000-0000-0000-000000000000}"/>
          </ac:grpSpMkLst>
        </pc:grpChg>
        <pc:picChg chg="mod">
          <ac:chgData name="SITANSHU MOHAPATRA" userId="S::s.mohapatra@iitg.ac.in::83768700-06a6-4ce9-b093-4862ba0d859f" providerId="AD" clId="Web-{F707C5C0-4617-4187-BEBD-2E22123CED54}" dt="2024-01-17T19:32:12.461" v="37" actId="688"/>
          <ac:picMkLst>
            <pc:docMk/>
            <pc:sldMk cId="1231659515" sldId="332"/>
            <ac:picMk id="4098" creationId="{00000000-0000-0000-0000-000000000000}"/>
          </ac:picMkLst>
        </pc:picChg>
      </pc:sldChg>
      <pc:sldChg chg="modSp">
        <pc:chgData name="SITANSHU MOHAPATRA" userId="S::s.mohapatra@iitg.ac.in::83768700-06a6-4ce9-b093-4862ba0d859f" providerId="AD" clId="Web-{F707C5C0-4617-4187-BEBD-2E22123CED54}" dt="2024-01-17T19:34:20.995" v="45" actId="1076"/>
        <pc:sldMkLst>
          <pc:docMk/>
          <pc:sldMk cId="227448728" sldId="336"/>
        </pc:sldMkLst>
        <pc:picChg chg="mod">
          <ac:chgData name="SITANSHU MOHAPATRA" userId="S::s.mohapatra@iitg.ac.in::83768700-06a6-4ce9-b093-4862ba0d859f" providerId="AD" clId="Web-{F707C5C0-4617-4187-BEBD-2E22123CED54}" dt="2024-01-17T19:34:20.995" v="45" actId="1076"/>
          <ac:picMkLst>
            <pc:docMk/>
            <pc:sldMk cId="227448728" sldId="336"/>
            <ac:picMk id="2050" creationId="{00000000-0000-0000-0000-000000000000}"/>
          </ac:picMkLst>
        </pc:picChg>
      </pc:sldChg>
      <pc:sldChg chg="modSp">
        <pc:chgData name="SITANSHU MOHAPATRA" userId="S::s.mohapatra@iitg.ac.in::83768700-06a6-4ce9-b093-4862ba0d859f" providerId="AD" clId="Web-{F707C5C0-4617-4187-BEBD-2E22123CED54}" dt="2024-01-17T19:39:28.984" v="65" actId="1076"/>
        <pc:sldMkLst>
          <pc:docMk/>
          <pc:sldMk cId="1195257755" sldId="341"/>
        </pc:sldMkLst>
        <pc:grpChg chg="mod">
          <ac:chgData name="SITANSHU MOHAPATRA" userId="S::s.mohapatra@iitg.ac.in::83768700-06a6-4ce9-b093-4862ba0d859f" providerId="AD" clId="Web-{F707C5C0-4617-4187-BEBD-2E22123CED54}" dt="2024-01-17T19:39:28.984" v="65" actId="1076"/>
          <ac:grpSpMkLst>
            <pc:docMk/>
            <pc:sldMk cId="1195257755" sldId="341"/>
            <ac:grpSpMk id="2" creationId="{00000000-0000-0000-0000-000000000000}"/>
          </ac:grpSpMkLst>
        </pc:grpChg>
      </pc:sldChg>
      <pc:sldChg chg="modSp">
        <pc:chgData name="SITANSHU MOHAPATRA" userId="S::s.mohapatra@iitg.ac.in::83768700-06a6-4ce9-b093-4862ba0d859f" providerId="AD" clId="Web-{F707C5C0-4617-4187-BEBD-2E22123CED54}" dt="2024-01-17T19:39:26.469" v="64" actId="1076"/>
        <pc:sldMkLst>
          <pc:docMk/>
          <pc:sldMk cId="1987006041" sldId="342"/>
        </pc:sldMkLst>
        <pc:grpChg chg="mod">
          <ac:chgData name="SITANSHU MOHAPATRA" userId="S::s.mohapatra@iitg.ac.in::83768700-06a6-4ce9-b093-4862ba0d859f" providerId="AD" clId="Web-{F707C5C0-4617-4187-BEBD-2E22123CED54}" dt="2024-01-17T19:39:18.281" v="60" actId="1076"/>
          <ac:grpSpMkLst>
            <pc:docMk/>
            <pc:sldMk cId="1987006041" sldId="342"/>
            <ac:grpSpMk id="2" creationId="{00000000-0000-0000-0000-000000000000}"/>
          </ac:grpSpMkLst>
        </pc:grpChg>
        <pc:picChg chg="mod">
          <ac:chgData name="SITANSHU MOHAPATRA" userId="S::s.mohapatra@iitg.ac.in::83768700-06a6-4ce9-b093-4862ba0d859f" providerId="AD" clId="Web-{F707C5C0-4617-4187-BEBD-2E22123CED54}" dt="2024-01-17T19:39:15.828" v="59" actId="1076"/>
          <ac:picMkLst>
            <pc:docMk/>
            <pc:sldMk cId="1987006041" sldId="342"/>
            <ac:picMk id="7" creationId="{00000000-0000-0000-0000-000000000000}"/>
          </ac:picMkLst>
        </pc:picChg>
        <pc:picChg chg="mod">
          <ac:chgData name="SITANSHU MOHAPATRA" userId="S::s.mohapatra@iitg.ac.in::83768700-06a6-4ce9-b093-4862ba0d859f" providerId="AD" clId="Web-{F707C5C0-4617-4187-BEBD-2E22123CED54}" dt="2024-01-17T19:39:23.750" v="63" actId="1076"/>
          <ac:picMkLst>
            <pc:docMk/>
            <pc:sldMk cId="1987006041" sldId="342"/>
            <ac:picMk id="4098" creationId="{00000000-0000-0000-0000-000000000000}"/>
          </ac:picMkLst>
        </pc:picChg>
        <pc:picChg chg="mod">
          <ac:chgData name="SITANSHU MOHAPATRA" userId="S::s.mohapatra@iitg.ac.in::83768700-06a6-4ce9-b093-4862ba0d859f" providerId="AD" clId="Web-{F707C5C0-4617-4187-BEBD-2E22123CED54}" dt="2024-01-17T19:39:20.828" v="61" actId="1076"/>
          <ac:picMkLst>
            <pc:docMk/>
            <pc:sldMk cId="1987006041" sldId="342"/>
            <ac:picMk id="4099" creationId="{00000000-0000-0000-0000-000000000000}"/>
          </ac:picMkLst>
        </pc:picChg>
        <pc:picChg chg="mod">
          <ac:chgData name="SITANSHU MOHAPATRA" userId="S::s.mohapatra@iitg.ac.in::83768700-06a6-4ce9-b093-4862ba0d859f" providerId="AD" clId="Web-{F707C5C0-4617-4187-BEBD-2E22123CED54}" dt="2024-01-17T19:39:26.469" v="64" actId="1076"/>
          <ac:picMkLst>
            <pc:docMk/>
            <pc:sldMk cId="1987006041" sldId="342"/>
            <ac:picMk id="4100" creationId="{00000000-0000-0000-0000-000000000000}"/>
          </ac:picMkLst>
        </pc:picChg>
      </pc:sldChg>
    </pc:docChg>
  </pc:docChgLst>
  <pc:docChgLst>
    <pc:chgData name="RUDRAKSH TATWAL" userId="S::t.rudraksh@iitg.ac.in::a3e0cc8d-f4a5-446d-8ad2-2c27576f0af1" providerId="AD" clId="Web-{A3FF8E62-39CA-4BBC-AF25-401A0CDA5372}"/>
    <pc:docChg chg="modSld">
      <pc:chgData name="RUDRAKSH TATWAL" userId="S::t.rudraksh@iitg.ac.in::a3e0cc8d-f4a5-446d-8ad2-2c27576f0af1" providerId="AD" clId="Web-{A3FF8E62-39CA-4BBC-AF25-401A0CDA5372}" dt="2024-01-18T10:13:53.546" v="0" actId="1076"/>
      <pc:docMkLst>
        <pc:docMk/>
      </pc:docMkLst>
      <pc:sldChg chg="modSp">
        <pc:chgData name="RUDRAKSH TATWAL" userId="S::t.rudraksh@iitg.ac.in::a3e0cc8d-f4a5-446d-8ad2-2c27576f0af1" providerId="AD" clId="Web-{A3FF8E62-39CA-4BBC-AF25-401A0CDA5372}" dt="2024-01-18T10:13:53.546" v="0" actId="1076"/>
        <pc:sldMkLst>
          <pc:docMk/>
          <pc:sldMk cId="1231659515" sldId="332"/>
        </pc:sldMkLst>
        <pc:grpChg chg="mod">
          <ac:chgData name="RUDRAKSH TATWAL" userId="S::t.rudraksh@iitg.ac.in::a3e0cc8d-f4a5-446d-8ad2-2c27576f0af1" providerId="AD" clId="Web-{A3FF8E62-39CA-4BBC-AF25-401A0CDA5372}" dt="2024-01-18T10:13:53.546" v="0" actId="1076"/>
          <ac:grpSpMkLst>
            <pc:docMk/>
            <pc:sldMk cId="1231659515" sldId="332"/>
            <ac:grpSpMk id="6" creationId="{00000000-0000-0000-0000-000000000000}"/>
          </ac:grpSpMkLst>
        </pc:grpChg>
      </pc:sldChg>
    </pc:docChg>
  </pc:docChgLst>
  <pc:docChgLst>
    <pc:chgData name="ADARSH SINGH" userId="S::adarsh.singh@iitg.ac.in::d10f87a8-8340-4dc8-9e1a-637abb6c93a4" providerId="AD" clId="Web-{FFD1B389-C73B-3585-0C49-401028BB657F}"/>
    <pc:docChg chg="modSld">
      <pc:chgData name="ADARSH SINGH" userId="S::adarsh.singh@iitg.ac.in::d10f87a8-8340-4dc8-9e1a-637abb6c93a4" providerId="AD" clId="Web-{FFD1B389-C73B-3585-0C49-401028BB657F}" dt="2024-01-16T13:06:45.661" v="42" actId="1076"/>
      <pc:docMkLst>
        <pc:docMk/>
      </pc:docMkLst>
      <pc:sldChg chg="modSp">
        <pc:chgData name="ADARSH SINGH" userId="S::adarsh.singh@iitg.ac.in::d10f87a8-8340-4dc8-9e1a-637abb6c93a4" providerId="AD" clId="Web-{FFD1B389-C73B-3585-0C49-401028BB657F}" dt="2024-01-16T12:05:55.663" v="3" actId="1076"/>
        <pc:sldMkLst>
          <pc:docMk/>
          <pc:sldMk cId="3205008293" sldId="331"/>
        </pc:sldMkLst>
        <pc:picChg chg="mod">
          <ac:chgData name="ADARSH SINGH" userId="S::adarsh.singh@iitg.ac.in::d10f87a8-8340-4dc8-9e1a-637abb6c93a4" providerId="AD" clId="Web-{FFD1B389-C73B-3585-0C49-401028BB657F}" dt="2024-01-16T12:05:55.663" v="3" actId="1076"/>
          <ac:picMkLst>
            <pc:docMk/>
            <pc:sldMk cId="3205008293" sldId="331"/>
            <ac:picMk id="8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2:46:37.923" v="14" actId="1076"/>
        <pc:sldMkLst>
          <pc:docMk/>
          <pc:sldMk cId="1231659515" sldId="332"/>
        </pc:sldMkLst>
        <pc:grpChg chg="mod">
          <ac:chgData name="ADARSH SINGH" userId="S::adarsh.singh@iitg.ac.in::d10f87a8-8340-4dc8-9e1a-637abb6c93a4" providerId="AD" clId="Web-{FFD1B389-C73B-3585-0C49-401028BB657F}" dt="2024-01-16T12:46:37.923" v="14" actId="1076"/>
          <ac:grpSpMkLst>
            <pc:docMk/>
            <pc:sldMk cId="1231659515" sldId="332"/>
            <ac:grpSpMk id="6" creationId="{00000000-0000-0000-0000-000000000000}"/>
          </ac:grpSpMkLst>
        </pc:grpChg>
        <pc:picChg chg="mod">
          <ac:chgData name="ADARSH SINGH" userId="S::adarsh.singh@iitg.ac.in::d10f87a8-8340-4dc8-9e1a-637abb6c93a4" providerId="AD" clId="Web-{FFD1B389-C73B-3585-0C49-401028BB657F}" dt="2024-01-16T12:46:26.892" v="12" actId="1076"/>
          <ac:picMkLst>
            <pc:docMk/>
            <pc:sldMk cId="1231659515" sldId="332"/>
            <ac:picMk id="4098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2:46:05.157" v="10" actId="1076"/>
        <pc:sldMkLst>
          <pc:docMk/>
          <pc:sldMk cId="937543481" sldId="333"/>
        </pc:sldMkLst>
        <pc:spChg chg="mod">
          <ac:chgData name="ADARSH SINGH" userId="S::adarsh.singh@iitg.ac.in::d10f87a8-8340-4dc8-9e1a-637abb6c93a4" providerId="AD" clId="Web-{FFD1B389-C73B-3585-0C49-401028BB657F}" dt="2024-01-16T12:46:05.157" v="10" actId="1076"/>
          <ac:spMkLst>
            <pc:docMk/>
            <pc:sldMk cId="937543481" sldId="333"/>
            <ac:spMk id="16" creationId="{00000000-0000-0000-0000-000000000000}"/>
          </ac:spMkLst>
        </pc:spChg>
      </pc:sldChg>
      <pc:sldChg chg="modSp">
        <pc:chgData name="ADARSH SINGH" userId="S::adarsh.singh@iitg.ac.in::d10f87a8-8340-4dc8-9e1a-637abb6c93a4" providerId="AD" clId="Web-{FFD1B389-C73B-3585-0C49-401028BB657F}" dt="2024-01-16T12:12:01.574" v="5" actId="1076"/>
        <pc:sldMkLst>
          <pc:docMk/>
          <pc:sldMk cId="1007540354" sldId="335"/>
        </pc:sldMkLst>
        <pc:picChg chg="mod">
          <ac:chgData name="ADARSH SINGH" userId="S::adarsh.singh@iitg.ac.in::d10f87a8-8340-4dc8-9e1a-637abb6c93a4" providerId="AD" clId="Web-{FFD1B389-C73B-3585-0C49-401028BB657F}" dt="2024-01-16T12:11:52.387" v="4" actId="1076"/>
          <ac:picMkLst>
            <pc:docMk/>
            <pc:sldMk cId="1007540354" sldId="335"/>
            <ac:picMk id="7" creationId="{00000000-0000-0000-0000-000000000000}"/>
          </ac:picMkLst>
        </pc:picChg>
        <pc:picChg chg="mod">
          <ac:chgData name="ADARSH SINGH" userId="S::adarsh.singh@iitg.ac.in::d10f87a8-8340-4dc8-9e1a-637abb6c93a4" providerId="AD" clId="Web-{FFD1B389-C73B-3585-0C49-401028BB657F}" dt="2024-01-16T12:12:01.574" v="5" actId="1076"/>
          <ac:picMkLst>
            <pc:docMk/>
            <pc:sldMk cId="1007540354" sldId="335"/>
            <ac:picMk id="8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2:48:15.018" v="21" actId="1076"/>
        <pc:sldMkLst>
          <pc:docMk/>
          <pc:sldMk cId="227448728" sldId="336"/>
        </pc:sldMkLst>
        <pc:spChg chg="mod">
          <ac:chgData name="ADARSH SINGH" userId="S::adarsh.singh@iitg.ac.in::d10f87a8-8340-4dc8-9e1a-637abb6c93a4" providerId="AD" clId="Web-{FFD1B389-C73B-3585-0C49-401028BB657F}" dt="2024-01-16T12:47:11.017" v="18" actId="1076"/>
          <ac:spMkLst>
            <pc:docMk/>
            <pc:sldMk cId="227448728" sldId="336"/>
            <ac:spMk id="16" creationId="{00000000-0000-0000-0000-000000000000}"/>
          </ac:spMkLst>
        </pc:spChg>
        <pc:picChg chg="mod">
          <ac:chgData name="ADARSH SINGH" userId="S::adarsh.singh@iitg.ac.in::d10f87a8-8340-4dc8-9e1a-637abb6c93a4" providerId="AD" clId="Web-{FFD1B389-C73B-3585-0C49-401028BB657F}" dt="2024-01-16T12:48:15.018" v="21" actId="1076"/>
          <ac:picMkLst>
            <pc:docMk/>
            <pc:sldMk cId="227448728" sldId="336"/>
            <ac:picMk id="2050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2:58:09.262" v="33" actId="1076"/>
        <pc:sldMkLst>
          <pc:docMk/>
          <pc:sldMk cId="1195257755" sldId="341"/>
        </pc:sldMkLst>
        <pc:spChg chg="mod">
          <ac:chgData name="ADARSH SINGH" userId="S::adarsh.singh@iitg.ac.in::d10f87a8-8340-4dc8-9e1a-637abb6c93a4" providerId="AD" clId="Web-{FFD1B389-C73B-3585-0C49-401028BB657F}" dt="2024-01-16T12:57:23.152" v="31" actId="1076"/>
          <ac:spMkLst>
            <pc:docMk/>
            <pc:sldMk cId="1195257755" sldId="341"/>
            <ac:spMk id="9" creationId="{00000000-0000-0000-0000-000000000000}"/>
          </ac:spMkLst>
        </pc:spChg>
        <pc:grpChg chg="mod">
          <ac:chgData name="ADARSH SINGH" userId="S::adarsh.singh@iitg.ac.in::d10f87a8-8340-4dc8-9e1a-637abb6c93a4" providerId="AD" clId="Web-{FFD1B389-C73B-3585-0C49-401028BB657F}" dt="2024-01-16T12:58:09.262" v="33" actId="1076"/>
          <ac:grpSpMkLst>
            <pc:docMk/>
            <pc:sldMk cId="1195257755" sldId="341"/>
            <ac:grpSpMk id="2" creationId="{00000000-0000-0000-0000-000000000000}"/>
          </ac:grpSpMkLst>
        </pc:grpChg>
        <pc:picChg chg="mod">
          <ac:chgData name="ADARSH SINGH" userId="S::adarsh.singh@iitg.ac.in::d10f87a8-8340-4dc8-9e1a-637abb6c93a4" providerId="AD" clId="Web-{FFD1B389-C73B-3585-0C49-401028BB657F}" dt="2024-01-16T12:56:55.667" v="28" actId="1076"/>
          <ac:picMkLst>
            <pc:docMk/>
            <pc:sldMk cId="1195257755" sldId="341"/>
            <ac:picMk id="7" creationId="{00000000-0000-0000-0000-000000000000}"/>
          </ac:picMkLst>
        </pc:picChg>
        <pc:picChg chg="mod">
          <ac:chgData name="ADARSH SINGH" userId="S::adarsh.singh@iitg.ac.in::d10f87a8-8340-4dc8-9e1a-637abb6c93a4" providerId="AD" clId="Web-{FFD1B389-C73B-3585-0C49-401028BB657F}" dt="2024-01-16T12:56:03.370" v="25" actId="1076"/>
          <ac:picMkLst>
            <pc:docMk/>
            <pc:sldMk cId="1195257755" sldId="341"/>
            <ac:picMk id="3075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3:01:00.281" v="40" actId="1076"/>
        <pc:sldMkLst>
          <pc:docMk/>
          <pc:sldMk cId="1987006041" sldId="342"/>
        </pc:sldMkLst>
        <pc:grpChg chg="mod">
          <ac:chgData name="ADARSH SINGH" userId="S::adarsh.singh@iitg.ac.in::d10f87a8-8340-4dc8-9e1a-637abb6c93a4" providerId="AD" clId="Web-{FFD1B389-C73B-3585-0C49-401028BB657F}" dt="2024-01-16T12:59:50.873" v="34" actId="1076"/>
          <ac:grpSpMkLst>
            <pc:docMk/>
            <pc:sldMk cId="1987006041" sldId="342"/>
            <ac:grpSpMk id="2" creationId="{00000000-0000-0000-0000-000000000000}"/>
          </ac:grpSpMkLst>
        </pc:grpChg>
        <pc:picChg chg="mod">
          <ac:chgData name="ADARSH SINGH" userId="S::adarsh.singh@iitg.ac.in::d10f87a8-8340-4dc8-9e1a-637abb6c93a4" providerId="AD" clId="Web-{FFD1B389-C73B-3585-0C49-401028BB657F}" dt="2024-01-16T13:00:25.718" v="38" actId="1076"/>
          <ac:picMkLst>
            <pc:docMk/>
            <pc:sldMk cId="1987006041" sldId="342"/>
            <ac:picMk id="4098" creationId="{00000000-0000-0000-0000-000000000000}"/>
          </ac:picMkLst>
        </pc:picChg>
        <pc:picChg chg="mod">
          <ac:chgData name="ADARSH SINGH" userId="S::adarsh.singh@iitg.ac.in::d10f87a8-8340-4dc8-9e1a-637abb6c93a4" providerId="AD" clId="Web-{FFD1B389-C73B-3585-0C49-401028BB657F}" dt="2024-01-16T12:59:52.670" v="35" actId="1076"/>
          <ac:picMkLst>
            <pc:docMk/>
            <pc:sldMk cId="1987006041" sldId="342"/>
            <ac:picMk id="4099" creationId="{00000000-0000-0000-0000-000000000000}"/>
          </ac:picMkLst>
        </pc:picChg>
        <pc:picChg chg="mod">
          <ac:chgData name="ADARSH SINGH" userId="S::adarsh.singh@iitg.ac.in::d10f87a8-8340-4dc8-9e1a-637abb6c93a4" providerId="AD" clId="Web-{FFD1B389-C73B-3585-0C49-401028BB657F}" dt="2024-01-16T13:01:00.281" v="40" actId="1076"/>
          <ac:picMkLst>
            <pc:docMk/>
            <pc:sldMk cId="1987006041" sldId="342"/>
            <ac:picMk id="4100" creationId="{00000000-0000-0000-0000-000000000000}"/>
          </ac:picMkLst>
        </pc:picChg>
      </pc:sldChg>
      <pc:sldChg chg="modSp">
        <pc:chgData name="ADARSH SINGH" userId="S::adarsh.singh@iitg.ac.in::d10f87a8-8340-4dc8-9e1a-637abb6c93a4" providerId="AD" clId="Web-{FFD1B389-C73B-3585-0C49-401028BB657F}" dt="2024-01-16T13:06:45.661" v="42" actId="1076"/>
        <pc:sldMkLst>
          <pc:docMk/>
          <pc:sldMk cId="446905024" sldId="343"/>
        </pc:sldMkLst>
        <pc:picChg chg="mod">
          <ac:chgData name="ADARSH SINGH" userId="S::adarsh.singh@iitg.ac.in::d10f87a8-8340-4dc8-9e1a-637abb6c93a4" providerId="AD" clId="Web-{FFD1B389-C73B-3585-0C49-401028BB657F}" dt="2024-01-16T13:06:45.661" v="42" actId="1076"/>
          <ac:picMkLst>
            <pc:docMk/>
            <pc:sldMk cId="446905024" sldId="343"/>
            <ac:picMk id="4" creationId="{00000000-0000-0000-0000-000000000000}"/>
          </ac:picMkLst>
        </pc:picChg>
      </pc:sldChg>
    </pc:docChg>
  </pc:docChgLst>
  <pc:docChgLst>
    <pc:chgData name="SABIKA  JANNAT" userId="S::j.sabika@iitg.ac.in::76b2b354-c5c1-4a06-99b8-bcd2fb1671ce" providerId="AD" clId="Web-{5E89C34A-FC38-49BF-83ED-E2E054A61AA6}"/>
    <pc:docChg chg="modSld">
      <pc:chgData name="SABIKA  JANNAT" userId="S::j.sabika@iitg.ac.in::76b2b354-c5c1-4a06-99b8-bcd2fb1671ce" providerId="AD" clId="Web-{5E89C34A-FC38-49BF-83ED-E2E054A61AA6}" dt="2024-01-16T20:04:06.452" v="0" actId="1076"/>
      <pc:docMkLst>
        <pc:docMk/>
      </pc:docMkLst>
      <pc:sldChg chg="modSp">
        <pc:chgData name="SABIKA  JANNAT" userId="S::j.sabika@iitg.ac.in::76b2b354-c5c1-4a06-99b8-bcd2fb1671ce" providerId="AD" clId="Web-{5E89C34A-FC38-49BF-83ED-E2E054A61AA6}" dt="2024-01-16T20:04:06.452" v="0" actId="1076"/>
        <pc:sldMkLst>
          <pc:docMk/>
          <pc:sldMk cId="3505714330" sldId="334"/>
        </pc:sldMkLst>
        <pc:spChg chg="mod">
          <ac:chgData name="SABIKA  JANNAT" userId="S::j.sabika@iitg.ac.in::76b2b354-c5c1-4a06-99b8-bcd2fb1671ce" providerId="AD" clId="Web-{5E89C34A-FC38-49BF-83ED-E2E054A61AA6}" dt="2024-01-16T20:04:06.452" v="0" actId="1076"/>
          <ac:spMkLst>
            <pc:docMk/>
            <pc:sldMk cId="3505714330" sldId="334"/>
            <ac:spMk id="6" creationId="{00000000-0000-0000-0000-000000000000}"/>
          </ac:spMkLst>
        </pc:spChg>
      </pc:sldChg>
    </pc:docChg>
  </pc:docChgLst>
  <pc:docChgLst>
    <pc:chgData name="PALURI CHARITH" userId="afe2d000-581f-4526-8a93-c8a144ee9487" providerId="ADAL" clId="{EF252A4C-8BA2-4172-AF19-1AF0E6FE8BE8}"/>
    <pc:docChg chg="modSld">
      <pc:chgData name="PALURI CHARITH" userId="afe2d000-581f-4526-8a93-c8a144ee9487" providerId="ADAL" clId="{EF252A4C-8BA2-4172-AF19-1AF0E6FE8BE8}" dt="2024-01-16T09:32:27.809" v="1" actId="1076"/>
      <pc:docMkLst>
        <pc:docMk/>
      </pc:docMkLst>
      <pc:sldChg chg="modSp">
        <pc:chgData name="PALURI CHARITH" userId="afe2d000-581f-4526-8a93-c8a144ee9487" providerId="ADAL" clId="{EF252A4C-8BA2-4172-AF19-1AF0E6FE8BE8}" dt="2024-01-16T09:32:27.809" v="1" actId="1076"/>
        <pc:sldMkLst>
          <pc:docMk/>
          <pc:sldMk cId="3404671551" sldId="329"/>
        </pc:sldMkLst>
        <pc:picChg chg="mod">
          <ac:chgData name="PALURI CHARITH" userId="afe2d000-581f-4526-8a93-c8a144ee9487" providerId="ADAL" clId="{EF252A4C-8BA2-4172-AF19-1AF0E6FE8BE8}" dt="2024-01-16T09:32:27.809" v="1" actId="1076"/>
          <ac:picMkLst>
            <pc:docMk/>
            <pc:sldMk cId="3404671551" sldId="329"/>
            <ac:picMk id="205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C8935-46DA-4180-A4BF-5CA8912CA9CA}" type="datetimeFigureOut">
              <a:rPr lang="en-US" smtClean="0"/>
              <a:t>1/21/2024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E3214-151E-4189-B15F-6B86799C2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16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3FA21C6-9BC4-48D2-A9D0-C90D7D0681AD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  <a:ea typeface="ＭＳ Ｐゴシック" panose="020B0600070205080204" pitchFamily="34" charset="-128"/>
              </a:rPr>
              <a:t>LEGEND 8.13</a:t>
            </a:r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227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6CCB1-88CD-428D-8F2F-D607713A098D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7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BBD71-A4BE-4142-BD0B-51BD2EA29480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0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E96E4-0D0E-4145-8A09-B3A11435C174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6ACC-4151-4DEE-846A-7DFA7E615F60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4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8EB0-47E1-4D4C-A121-0F4E9A1B118C}" type="datetime1">
              <a:rPr lang="en-US" smtClean="0"/>
              <a:t>1/21/2024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5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BA62E-8F25-4FAE-8485-923392D81496}" type="datetime1">
              <a:rPr lang="en-US" smtClean="0"/>
              <a:t>1/21/2024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2A5F0-831A-438F-B1EE-FC1ECC737E3F}" type="datetime1">
              <a:rPr lang="en-US" smtClean="0"/>
              <a:t>1/21/2024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59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5B2B-636D-4774-A932-E526791D8C47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18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34B71-D95C-4476-884D-622971C57476}" type="datetime1">
              <a:rPr lang="en-US" smtClean="0"/>
              <a:t>1/21/2024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3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03A5B-4DE0-4FF4-A873-8903454C0D57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2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A9B8E-41D5-481A-854E-9B24FCC2FCE4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8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10B50-2B63-4BD5-B894-1441B482A117}" type="datetime1">
              <a:rPr lang="en-US" smtClean="0"/>
              <a:t>1/21/2024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00E51-5C1A-4BCB-8FAB-C2CC5154B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neumococcu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35225"/>
            <a:ext cx="7772400" cy="1470025"/>
          </a:xfrm>
        </p:spPr>
        <p:txBody>
          <a:bodyPr/>
          <a:lstStyle/>
          <a:p>
            <a:r>
              <a:rPr lang="en-US" b="1"/>
              <a:t>LECTURE-3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91000"/>
            <a:ext cx="6400800" cy="1752600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n-US" b="1">
              <a:solidFill>
                <a:srgbClr val="C00000"/>
              </a:solidFill>
            </a:endParaRPr>
          </a:p>
          <a:p>
            <a:pPr algn="just"/>
            <a:r>
              <a:rPr lang="en-US" b="1">
                <a:solidFill>
                  <a:srgbClr val="C00000"/>
                </a:solidFill>
              </a:rPr>
              <a:t>Dr. Kusum K. Singh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Department of Biosciences and Bioengineering</a:t>
            </a:r>
          </a:p>
          <a:p>
            <a:pPr algn="just"/>
            <a:r>
              <a:rPr lang="en-US" b="1">
                <a:solidFill>
                  <a:srgbClr val="C00000"/>
                </a:solidFill>
              </a:rPr>
              <a:t>Indian Institute of Technology Guwahati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33400" y="655677"/>
            <a:ext cx="6979920" cy="10648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b="1" u="sng">
                <a:solidFill>
                  <a:srgbClr val="0000FF"/>
                </a:solidFill>
              </a:rPr>
              <a:t>BT101- Introductory Biology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05" r="27385"/>
          <a:stretch/>
        </p:blipFill>
        <p:spPr bwMode="auto">
          <a:xfrm>
            <a:off x="7238999" y="481011"/>
            <a:ext cx="1383325" cy="1500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9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09600" y="848298"/>
            <a:ext cx="84582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Contents: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/>
              <a:t>History: Finding DNA as genetic material.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/>
              <a:t>Various scientists contributions.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/>
              <a:t>Important experiments.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/>
              <a:t>Conclusions from the experiments.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/>
              <a:t>Till famous Watson-Crick </a:t>
            </a:r>
            <a:r>
              <a:rPr lang="en-US" sz="2800" b="1">
                <a:solidFill>
                  <a:srgbClr val="FF0000"/>
                </a:solidFill>
              </a:rPr>
              <a:t>DNA model</a:t>
            </a:r>
            <a:r>
              <a:rPr lang="en-US" sz="2800" b="1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0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8200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4551" y="1524000"/>
            <a:ext cx="6389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alibri" panose="020F0502020204030204" pitchFamily="34" charset="0"/>
              </a:rPr>
              <a:t>When and How the DNA was discovered??</a:t>
            </a:r>
          </a:p>
        </p:txBody>
      </p:sp>
      <p:pic>
        <p:nvPicPr>
          <p:cNvPr id="8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314575"/>
            <a:ext cx="2095500" cy="2867025"/>
          </a:xfrm>
          <a:prstGeom prst="rect">
            <a:avLst/>
          </a:prstGeom>
        </p:spPr>
      </p:pic>
      <p:sp>
        <p:nvSpPr>
          <p:cNvPr id="10" name="Rectangle 1"/>
          <p:cNvSpPr/>
          <p:nvPr/>
        </p:nvSpPr>
        <p:spPr>
          <a:xfrm>
            <a:off x="2438400" y="2028885"/>
            <a:ext cx="6477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1868 Swiss Chemist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White Blood cells = Pus coated bandages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Used various salt solutions (acids &amp; alkalis)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Which he called ‘</a:t>
            </a:r>
            <a:r>
              <a:rPr lang="en-US" altLang="en-US" sz="2400" b="1" err="1">
                <a:solidFill>
                  <a:srgbClr val="C00000"/>
                </a:solidFill>
                <a:latin typeface="Arial" panose="020B0604020202020204" pitchFamily="34" charset="0"/>
              </a:rPr>
              <a:t>nuclein</a:t>
            </a: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’ inside the nuclei of human white blood cells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He isolated something new from the nuclei of eukaryotic cells: published in 1874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Arial" panose="020B0604020202020204" pitchFamily="34" charset="0"/>
              </a:rPr>
              <a:t>Discovered DNA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5220026"/>
            <a:ext cx="2457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Johann Friedrich </a:t>
            </a:r>
            <a:r>
              <a:rPr lang="en-US" altLang="en-US" sz="2400" b="1" err="1">
                <a:solidFill>
                  <a:srgbClr val="00B0F0"/>
                </a:solidFill>
                <a:latin typeface="Calibri" panose="020F0502020204030204" pitchFamily="34" charset="0"/>
              </a:rPr>
              <a:t>Miescher</a:t>
            </a:r>
            <a:endParaRPr lang="en-US" altLang="en-US" sz="2400" b="1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8200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4551" y="1524000"/>
            <a:ext cx="6389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alibri" panose="020F0502020204030204" pitchFamily="34" charset="0"/>
              </a:rPr>
              <a:t>When and How the DNA was discovered??</a:t>
            </a:r>
          </a:p>
        </p:txBody>
      </p:sp>
      <p:sp>
        <p:nvSpPr>
          <p:cNvPr id="10" name="Rectangle 1"/>
          <p:cNvSpPr/>
          <p:nvPr/>
        </p:nvSpPr>
        <p:spPr>
          <a:xfrm>
            <a:off x="2198783" y="2133600"/>
            <a:ext cx="6858000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prstClr val="black"/>
                </a:solidFill>
                <a:latin typeface="+mj-lt"/>
              </a:rPr>
              <a:t>1881 German Biochemist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prstClr val="black"/>
                </a:solidFill>
                <a:latin typeface="+mj-lt"/>
              </a:rPr>
              <a:t>Identified </a:t>
            </a:r>
            <a:r>
              <a:rPr lang="en-US" altLang="en-US" sz="2300" err="1">
                <a:solidFill>
                  <a:prstClr val="black"/>
                </a:solidFill>
                <a:latin typeface="+mj-lt"/>
              </a:rPr>
              <a:t>nuclein</a:t>
            </a:r>
            <a:r>
              <a:rPr lang="en-US" altLang="en-US" sz="2300">
                <a:solidFill>
                  <a:prstClr val="black"/>
                </a:solidFill>
                <a:latin typeface="+mj-lt"/>
              </a:rPr>
              <a:t> as a nucleic acid.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prstClr val="black"/>
                </a:solidFill>
                <a:latin typeface="+mj-lt"/>
              </a:rPr>
              <a:t>He isolated five nucleotide bases: adenine (A), cytosine (C), guanine (G)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prstClr val="black"/>
                </a:solidFill>
                <a:latin typeface="+mj-lt"/>
              </a:rPr>
              <a:t>Thymine (T) and Uracil (U) that are building blocks of DNA and RNA; nuclei of human white blood cells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300">
                <a:solidFill>
                  <a:prstClr val="black"/>
                </a:solidFill>
                <a:latin typeface="+mj-lt"/>
              </a:rPr>
              <a:t>Nobel Prize: in year 1910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5220026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Albrecht Kossel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64" y="2342748"/>
            <a:ext cx="1970809" cy="2787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9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4551" y="1518486"/>
            <a:ext cx="6389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alibri" panose="020F0502020204030204" pitchFamily="34" charset="0"/>
              </a:rPr>
              <a:t>When and How the DNA was discovered??</a:t>
            </a:r>
          </a:p>
        </p:txBody>
      </p:sp>
      <p:sp>
        <p:nvSpPr>
          <p:cNvPr id="10" name="Rectangle 1"/>
          <p:cNvSpPr/>
          <p:nvPr/>
        </p:nvSpPr>
        <p:spPr>
          <a:xfrm>
            <a:off x="2198783" y="1975686"/>
            <a:ext cx="6858000" cy="45012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1919 Russian Biochemist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Discovered three major components of nucleotide (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phosphate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, 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sugar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and 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base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)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First to discover carbohydrate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component of DNA (deoxyribose) and RNA (ribose)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First to propose ‘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polynucleotide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’ model (yeast nucleic acid)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err="1">
                <a:solidFill>
                  <a:prstClr val="black"/>
                </a:solidFill>
                <a:latin typeface="+mj-lt"/>
              </a:rPr>
              <a:t>Tetranucleotide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model 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G-C-T-A-G-C-T-A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5214512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Phoebus </a:t>
            </a:r>
            <a:r>
              <a:rPr lang="en-US" altLang="en-US" sz="2400" b="1" err="1">
                <a:solidFill>
                  <a:srgbClr val="00B0F0"/>
                </a:solidFill>
                <a:latin typeface="Calibri" panose="020F0502020204030204" pitchFamily="34" charset="0"/>
              </a:rPr>
              <a:t>Levene</a:t>
            </a:r>
            <a:endParaRPr lang="en-US" altLang="en-US" sz="2400" b="1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59397"/>
            <a:ext cx="2095500" cy="306705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5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4551" y="1518486"/>
            <a:ext cx="6389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alibri" panose="020F0502020204030204" pitchFamily="34" charset="0"/>
              </a:rPr>
              <a:t>When and How the DNA was discovered??</a:t>
            </a:r>
          </a:p>
        </p:txBody>
      </p:sp>
      <p:sp>
        <p:nvSpPr>
          <p:cNvPr id="10" name="Rectangle 1"/>
          <p:cNvSpPr/>
          <p:nvPr/>
        </p:nvSpPr>
        <p:spPr>
          <a:xfrm>
            <a:off x="2198783" y="1905000"/>
            <a:ext cx="6858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1928 British Bacteriologist.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Focus was epidemiology and pathology of bacterial pneumonia.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He studied effects of virulent bacteria versus non-virulent bacteria.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+mj-lt"/>
              </a:rPr>
              <a:t>Model organism: Mice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5099886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Frederick Griffith</a:t>
            </a:r>
          </a:p>
        </p:txBody>
      </p:sp>
      <p:pic>
        <p:nvPicPr>
          <p:cNvPr id="9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4" y="2204286"/>
            <a:ext cx="1837934" cy="2756901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1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“Transforming Principle”: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476613"/>
            <a:ext cx="6327775" cy="478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867400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867400"/>
            <a:ext cx="1762125" cy="26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7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“Transforming Principle”: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848" y="1600200"/>
            <a:ext cx="8608771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7532281" y="1447800"/>
            <a:ext cx="1459319" cy="533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486400" y="1314450"/>
            <a:ext cx="2045881" cy="5467350"/>
            <a:chOff x="5486400" y="1314450"/>
            <a:chExt cx="2045881" cy="5467350"/>
          </a:xfrm>
        </p:grpSpPr>
        <p:sp>
          <p:nvSpPr>
            <p:cNvPr id="12" name="Rectangle 11"/>
            <p:cNvSpPr/>
            <p:nvPr/>
          </p:nvSpPr>
          <p:spPr>
            <a:xfrm>
              <a:off x="5867400" y="1314450"/>
              <a:ext cx="1664881" cy="5467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5486400" y="1600200"/>
              <a:ext cx="6096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43400" y="1359736"/>
            <a:ext cx="1879600" cy="5467350"/>
            <a:chOff x="4343400" y="1359736"/>
            <a:chExt cx="1879600" cy="5467350"/>
          </a:xfrm>
        </p:grpSpPr>
        <p:sp>
          <p:nvSpPr>
            <p:cNvPr id="15" name="Rectangle 14"/>
            <p:cNvSpPr/>
            <p:nvPr/>
          </p:nvSpPr>
          <p:spPr>
            <a:xfrm>
              <a:off x="4558119" y="1359736"/>
              <a:ext cx="1664881" cy="54673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343400" y="1524000"/>
              <a:ext cx="533400" cy="457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2880538" y="1511300"/>
            <a:ext cx="1664881" cy="5270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4"/>
          <p:cNvSpPr/>
          <p:nvPr/>
        </p:nvSpPr>
        <p:spPr>
          <a:xfrm>
            <a:off x="3066459" y="3429000"/>
            <a:ext cx="4648200" cy="64633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222222"/>
                </a:solidFill>
                <a:latin typeface="+mj-lt"/>
              </a:rPr>
              <a:t>Griffith's experiment : "transforming principle" in </a:t>
            </a:r>
            <a:r>
              <a:rPr lang="en-US" b="1">
                <a:solidFill>
                  <a:srgbClr val="0B0080"/>
                </a:solidFill>
                <a:latin typeface="+mj-lt"/>
                <a:hlinkClick r:id="rId3" tooltip="Pneumococcus"/>
              </a:rPr>
              <a:t>pneumococcus</a:t>
            </a:r>
            <a:r>
              <a:rPr lang="en-US" b="1">
                <a:solidFill>
                  <a:srgbClr val="0B0080"/>
                </a:solidFill>
                <a:latin typeface="+mj-lt"/>
              </a:rPr>
              <a:t> </a:t>
            </a:r>
            <a:r>
              <a:rPr lang="en-US" b="1">
                <a:solidFill>
                  <a:srgbClr val="222222"/>
                </a:solidFill>
                <a:latin typeface="+mj-lt"/>
              </a:rPr>
              <a:t>bacteria.</a:t>
            </a:r>
            <a:endParaRPr lang="de-DE" b="1">
              <a:latin typeface="+mj-lt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9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0" grpId="0" animBg="1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Transforming agent in Griffith’s experiment was DNA:</a:t>
            </a:r>
          </a:p>
        </p:txBody>
      </p:sp>
      <p:sp>
        <p:nvSpPr>
          <p:cNvPr id="10" name="Rectangle 1"/>
          <p:cNvSpPr/>
          <p:nvPr/>
        </p:nvSpPr>
        <p:spPr>
          <a:xfrm>
            <a:off x="2133600" y="1468328"/>
            <a:ext cx="480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In year 1944 famous Scientists</a:t>
            </a:r>
            <a:endParaRPr lang="en-US" altLang="en-US" sz="2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71249" y="5561551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Oswald Avery</a:t>
            </a:r>
          </a:p>
        </p:txBody>
      </p:sp>
      <p:pic>
        <p:nvPicPr>
          <p:cNvPr id="8" name="Grafik 3"/>
          <p:cNvPicPr>
            <a:picLocks noChangeAspect="1"/>
          </p:cNvPicPr>
          <p:nvPr/>
        </p:nvPicPr>
        <p:blipFill rotWithShape="1">
          <a:blip r:embed="rId2"/>
          <a:srcRect t="18760"/>
          <a:stretch/>
        </p:blipFill>
        <p:spPr>
          <a:xfrm>
            <a:off x="1287235" y="2101126"/>
            <a:ext cx="6096000" cy="34473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003249" y="5561551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Colin Macleod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5561551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 err="1">
                <a:solidFill>
                  <a:srgbClr val="00B0F0"/>
                </a:solidFill>
                <a:latin typeface="Calibri" panose="020F0502020204030204" pitchFamily="34" charset="0"/>
              </a:rPr>
              <a:t>Maclyn</a:t>
            </a:r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 McCarty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08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Transforming agent in Griffith’s experiment was DNA:</a:t>
            </a:r>
          </a:p>
        </p:txBody>
      </p:sp>
      <p:sp>
        <p:nvSpPr>
          <p:cNvPr id="10" name="Rectangle 1"/>
          <p:cNvSpPr/>
          <p:nvPr/>
        </p:nvSpPr>
        <p:spPr>
          <a:xfrm>
            <a:off x="1244600" y="13716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They used </a:t>
            </a:r>
            <a:r>
              <a:rPr lang="en-US" altLang="en-US" sz="2400" b="1">
                <a:solidFill>
                  <a:srgbClr val="0000FF"/>
                </a:solidFill>
                <a:latin typeface="+mj-lt"/>
              </a:rPr>
              <a:t>pneumococcus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bacteria </a:t>
            </a:r>
            <a:r>
              <a:rPr lang="en-US" altLang="en-US" sz="2400">
                <a:latin typeface="+mj-lt"/>
              </a:rPr>
              <a:t>&amp; </a:t>
            </a:r>
            <a:r>
              <a:rPr lang="en-US" altLang="en-US" sz="2400" strike="sngStrike">
                <a:latin typeface="+mj-lt"/>
              </a:rPr>
              <a:t>mice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test-tubes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71249" y="2101126"/>
            <a:ext cx="6591902" cy="3922090"/>
            <a:chOff x="971249" y="2101126"/>
            <a:chExt cx="6591902" cy="3922090"/>
          </a:xfrm>
        </p:grpSpPr>
        <p:sp>
          <p:nvSpPr>
            <p:cNvPr id="3" name="Rectangle 2"/>
            <p:cNvSpPr/>
            <p:nvPr/>
          </p:nvSpPr>
          <p:spPr>
            <a:xfrm>
              <a:off x="971249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Oswald Avery</a:t>
              </a:r>
            </a:p>
          </p:txBody>
        </p:sp>
        <p:pic>
          <p:nvPicPr>
            <p:cNvPr id="8" name="Grafik 3"/>
            <p:cNvPicPr>
              <a:picLocks noChangeAspect="1"/>
            </p:cNvPicPr>
            <p:nvPr/>
          </p:nvPicPr>
          <p:blipFill rotWithShape="1">
            <a:blip r:embed="rId2"/>
            <a:srcRect t="18760"/>
            <a:stretch/>
          </p:blipFill>
          <p:spPr>
            <a:xfrm>
              <a:off x="1219200" y="2101126"/>
              <a:ext cx="6096000" cy="3447328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3003249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Colin Macleod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05400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err="1">
                  <a:solidFill>
                    <a:srgbClr val="00B0F0"/>
                  </a:solidFill>
                  <a:latin typeface="Calibri" panose="020F0502020204030204" pitchFamily="34" charset="0"/>
                </a:rPr>
                <a:t>Maclyn</a:t>
              </a:r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 McCarty</a:t>
              </a: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25" y="832686"/>
            <a:ext cx="8074175" cy="580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65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Transforming agent in Griffith’s experiment was DNA:</a:t>
            </a:r>
          </a:p>
        </p:txBody>
      </p:sp>
      <p:sp>
        <p:nvSpPr>
          <p:cNvPr id="10" name="Rectangle 1"/>
          <p:cNvSpPr/>
          <p:nvPr/>
        </p:nvSpPr>
        <p:spPr>
          <a:xfrm>
            <a:off x="1244600" y="13716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They used </a:t>
            </a:r>
            <a:r>
              <a:rPr lang="en-US" altLang="en-US" sz="2400" b="1">
                <a:solidFill>
                  <a:srgbClr val="0000FF"/>
                </a:solidFill>
                <a:latin typeface="+mj-lt"/>
              </a:rPr>
              <a:t>pneumococcus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bacteria </a:t>
            </a:r>
            <a:r>
              <a:rPr lang="en-US" altLang="en-US" sz="2400">
                <a:latin typeface="+mj-lt"/>
              </a:rPr>
              <a:t>&amp; </a:t>
            </a:r>
            <a:r>
              <a:rPr lang="en-US" altLang="en-US" sz="2400" strike="sngStrike">
                <a:latin typeface="+mj-lt"/>
              </a:rPr>
              <a:t>mice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test-tubes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71249" y="2101126"/>
            <a:ext cx="6591902" cy="3922090"/>
            <a:chOff x="971249" y="2101126"/>
            <a:chExt cx="6591902" cy="3922090"/>
          </a:xfrm>
        </p:grpSpPr>
        <p:sp>
          <p:nvSpPr>
            <p:cNvPr id="3" name="Rectangle 2"/>
            <p:cNvSpPr/>
            <p:nvPr/>
          </p:nvSpPr>
          <p:spPr>
            <a:xfrm>
              <a:off x="971249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Oswald Avery</a:t>
              </a:r>
            </a:p>
          </p:txBody>
        </p:sp>
        <p:pic>
          <p:nvPicPr>
            <p:cNvPr id="8" name="Grafik 3"/>
            <p:cNvPicPr>
              <a:picLocks noChangeAspect="1"/>
            </p:cNvPicPr>
            <p:nvPr/>
          </p:nvPicPr>
          <p:blipFill rotWithShape="1">
            <a:blip r:embed="rId2"/>
            <a:srcRect t="18760"/>
            <a:stretch/>
          </p:blipFill>
          <p:spPr>
            <a:xfrm>
              <a:off x="1219200" y="2101126"/>
              <a:ext cx="6096000" cy="3447328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3003249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Colin Macleod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05400" y="5561551"/>
              <a:ext cx="245775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en-US" sz="2400" b="1" err="1">
                  <a:solidFill>
                    <a:srgbClr val="00B0F0"/>
                  </a:solidFill>
                  <a:latin typeface="Calibri" panose="020F0502020204030204" pitchFamily="34" charset="0"/>
                </a:rPr>
                <a:t>Maclyn</a:t>
              </a:r>
              <a:r>
                <a:rPr lang="en-US" altLang="en-US" sz="2400" b="1">
                  <a:solidFill>
                    <a:srgbClr val="00B0F0"/>
                  </a:solidFill>
                  <a:latin typeface="Calibri" panose="020F0502020204030204" pitchFamily="34" charset="0"/>
                </a:rPr>
                <a:t> McCarty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117600" y="2775368"/>
            <a:ext cx="8686800" cy="7892214"/>
            <a:chOff x="304800" y="1524000"/>
            <a:chExt cx="8686800" cy="789221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12" y="1524000"/>
              <a:ext cx="7921775" cy="5809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304800" y="4876800"/>
              <a:ext cx="8686800" cy="45394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3810000"/>
            <a:ext cx="945849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3850759" y="3820886"/>
            <a:ext cx="945849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331154" y="3191147"/>
            <a:ext cx="1366282" cy="419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5639764" y="4685045"/>
            <a:ext cx="1366282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3787015" y="4682868"/>
            <a:ext cx="1366282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945634" y="4689748"/>
            <a:ext cx="1366282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838200" y="4873368"/>
            <a:ext cx="7848600" cy="531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4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Transforming agent in Griffith’s experiment was DNA:</a:t>
            </a:r>
          </a:p>
        </p:txBody>
      </p:sp>
      <p:sp>
        <p:nvSpPr>
          <p:cNvPr id="10" name="Rectangle 1"/>
          <p:cNvSpPr/>
          <p:nvPr/>
        </p:nvSpPr>
        <p:spPr>
          <a:xfrm>
            <a:off x="1244600" y="1371600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They used </a:t>
            </a:r>
            <a:r>
              <a:rPr lang="en-US" altLang="en-US" sz="2400" b="1">
                <a:solidFill>
                  <a:srgbClr val="0000FF"/>
                </a:solidFill>
                <a:latin typeface="+mj-lt"/>
              </a:rPr>
              <a:t>pneumococcus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bacteria </a:t>
            </a:r>
            <a:r>
              <a:rPr lang="en-US" altLang="en-US" sz="2400">
                <a:latin typeface="+mj-lt"/>
              </a:rPr>
              <a:t>&amp; </a:t>
            </a:r>
            <a:r>
              <a:rPr lang="en-US" altLang="en-US" sz="2400" strike="sngStrike">
                <a:latin typeface="+mj-lt"/>
              </a:rPr>
              <a:t>mice</a:t>
            </a:r>
            <a:r>
              <a:rPr lang="en-US" altLang="en-US" sz="2400">
                <a:latin typeface="+mj-lt"/>
              </a:rPr>
              <a:t> 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test-tubes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3"/>
          <a:stretch/>
        </p:blipFill>
        <p:spPr bwMode="auto">
          <a:xfrm>
            <a:off x="841225" y="2209800"/>
            <a:ext cx="7921775" cy="400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66800" y="7343775"/>
            <a:ext cx="80772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1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pic>
        <p:nvPicPr>
          <p:cNvPr id="7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35" y="2008788"/>
            <a:ext cx="2684902" cy="2912057"/>
          </a:xfrm>
          <a:prstGeom prst="rect">
            <a:avLst/>
          </a:prstGeom>
        </p:spPr>
      </p:pic>
      <p:pic>
        <p:nvPicPr>
          <p:cNvPr id="8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021" y="2005693"/>
            <a:ext cx="3081698" cy="305296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2400" y="4838700"/>
            <a:ext cx="452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Alfred Hershey &amp; Martha Chase</a:t>
            </a:r>
          </a:p>
        </p:txBody>
      </p:sp>
      <p:sp>
        <p:nvSpPr>
          <p:cNvPr id="13" name="Rectangle 1"/>
          <p:cNvSpPr/>
          <p:nvPr/>
        </p:nvSpPr>
        <p:spPr>
          <a:xfrm>
            <a:off x="152400" y="1416886"/>
            <a:ext cx="899160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In year 1952 Martha Chase &amp; Hershey</a:t>
            </a:r>
            <a:r>
              <a:rPr lang="en-US" altLang="en-US" sz="2400">
                <a:solidFill>
                  <a:prstClr val="black"/>
                </a:solidFill>
              </a:rPr>
              <a:t> used </a:t>
            </a:r>
            <a:r>
              <a:rPr lang="en-US" altLang="en-US" sz="2400" b="1">
                <a:solidFill>
                  <a:srgbClr val="EAB200"/>
                </a:solidFill>
              </a:rPr>
              <a:t>bacteria</a:t>
            </a:r>
            <a:r>
              <a:rPr lang="en-US" altLang="en-US" sz="2400" b="1">
                <a:solidFill>
                  <a:srgbClr val="0000FF"/>
                </a:solidFill>
              </a:rPr>
              <a:t> </a:t>
            </a:r>
            <a:r>
              <a:rPr lang="en-US" altLang="en-US" sz="2400"/>
              <a:t>&amp; </a:t>
            </a:r>
            <a:r>
              <a:rPr lang="en-US" altLang="en-US" sz="2400" b="1">
                <a:solidFill>
                  <a:srgbClr val="3693AC"/>
                </a:solidFill>
              </a:rPr>
              <a:t>bacteriophages</a:t>
            </a:r>
            <a:endParaRPr lang="en-US" altLang="en-US" sz="2400" b="1">
              <a:solidFill>
                <a:srgbClr val="3693AC"/>
              </a:solidFill>
              <a:latin typeface="+mj-lt"/>
            </a:endParaRPr>
          </a:p>
        </p:txBody>
      </p:sp>
      <p:sp>
        <p:nvSpPr>
          <p:cNvPr id="14" name="Rectangle 1"/>
          <p:cNvSpPr/>
          <p:nvPr/>
        </p:nvSpPr>
        <p:spPr>
          <a:xfrm>
            <a:off x="127000" y="5181600"/>
            <a:ext cx="89043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Which portion of phage stay outside ? and what enters the bacterial cell was unknown…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latin typeface="+mj-lt"/>
              </a:rPr>
              <a:t>Model organism: Bacteriophage and bacteria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4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13" name="Rectangle 1"/>
          <p:cNvSpPr/>
          <p:nvPr/>
        </p:nvSpPr>
        <p:spPr>
          <a:xfrm>
            <a:off x="152400" y="1416886"/>
            <a:ext cx="8991600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In year 1952 Martha Chase &amp; Hershey</a:t>
            </a:r>
            <a:r>
              <a:rPr lang="en-US" altLang="en-US" sz="2400">
                <a:solidFill>
                  <a:prstClr val="black"/>
                </a:solidFill>
              </a:rPr>
              <a:t> used </a:t>
            </a:r>
            <a:r>
              <a:rPr lang="en-US" altLang="en-US" sz="2400" b="1">
                <a:solidFill>
                  <a:srgbClr val="EAB200"/>
                </a:solidFill>
              </a:rPr>
              <a:t>bacteria</a:t>
            </a:r>
            <a:r>
              <a:rPr lang="en-US" altLang="en-US" sz="2400" b="1">
                <a:solidFill>
                  <a:srgbClr val="0000FF"/>
                </a:solidFill>
              </a:rPr>
              <a:t> </a:t>
            </a:r>
            <a:r>
              <a:rPr lang="en-US" altLang="en-US" sz="2400"/>
              <a:t>&amp; </a:t>
            </a:r>
            <a:r>
              <a:rPr lang="en-US" altLang="en-US" sz="2400" b="1">
                <a:solidFill>
                  <a:srgbClr val="3693AC"/>
                </a:solidFill>
              </a:rPr>
              <a:t>bacteriophages</a:t>
            </a:r>
            <a:endParaRPr lang="en-US" altLang="en-US" sz="2400" b="1">
              <a:solidFill>
                <a:srgbClr val="3693AC"/>
              </a:solidFill>
              <a:latin typeface="+mj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2093340"/>
            <a:ext cx="6019800" cy="4764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850900" y="5275357"/>
            <a:ext cx="6705600" cy="1553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25500" y="4292600"/>
            <a:ext cx="6705600" cy="1553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13278" y="5812971"/>
            <a:ext cx="6705600" cy="1553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13" name="Rectangle 1"/>
          <p:cNvSpPr/>
          <p:nvPr/>
        </p:nvSpPr>
        <p:spPr>
          <a:xfrm>
            <a:off x="685800" y="1498836"/>
            <a:ext cx="6248400" cy="71096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400" b="1">
                <a:latin typeface="+mj-lt"/>
              </a:rPr>
              <a:t>Conclusion of Hershey and Chase experiment:</a:t>
            </a:r>
          </a:p>
        </p:txBody>
      </p:sp>
      <p:sp>
        <p:nvSpPr>
          <p:cNvPr id="10" name="Rectangle 1"/>
          <p:cNvSpPr/>
          <p:nvPr/>
        </p:nvSpPr>
        <p:spPr>
          <a:xfrm>
            <a:off x="609600" y="2247920"/>
            <a:ext cx="8229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Phage coat labelled with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 S</a:t>
            </a:r>
            <a:r>
              <a:rPr lang="en-US" altLang="en-US" sz="2400" b="1" baseline="30000">
                <a:solidFill>
                  <a:srgbClr val="FF0000"/>
                </a:solidFill>
                <a:latin typeface="+mj-lt"/>
              </a:rPr>
              <a:t>35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did not enter into the bacteria.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Phage DNA labelled with</a:t>
            </a:r>
            <a:r>
              <a:rPr lang="en-US" altLang="en-US" sz="2400" b="1">
                <a:solidFill>
                  <a:srgbClr val="00B050"/>
                </a:solidFill>
                <a:latin typeface="+mj-lt"/>
              </a:rPr>
              <a:t> P</a:t>
            </a:r>
            <a:r>
              <a:rPr lang="en-US" altLang="en-US" sz="2400" b="1" baseline="30000">
                <a:solidFill>
                  <a:srgbClr val="00B050"/>
                </a:solidFill>
                <a:latin typeface="+mj-lt"/>
              </a:rPr>
              <a:t>32</a:t>
            </a:r>
            <a:r>
              <a:rPr lang="en-US" altLang="en-US" sz="2400" b="1">
                <a:solidFill>
                  <a:srgbClr val="00B050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enters into the bacteria.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DNA carries all the genetic information for synthesis of new phage particles.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Clearly shows DNA as the genetic material.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Nobel Prize: 1969 together with Delbrück and Salvador Luria.</a:t>
            </a:r>
            <a:endParaRPr lang="en-US" altLang="en-US" sz="2400">
              <a:latin typeface="+mj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9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7467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History of finding DNA as genetic material:</a:t>
            </a:r>
          </a:p>
        </p:txBody>
      </p:sp>
      <p:sp>
        <p:nvSpPr>
          <p:cNvPr id="7" name="Rectangle 6"/>
          <p:cNvSpPr/>
          <p:nvPr/>
        </p:nvSpPr>
        <p:spPr>
          <a:xfrm>
            <a:off x="1154551" y="1518486"/>
            <a:ext cx="63892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2800">
                <a:latin typeface="Calibri" panose="020F0502020204030204" pitchFamily="34" charset="0"/>
              </a:rPr>
              <a:t>When and How the DNA was discovered??</a:t>
            </a:r>
          </a:p>
        </p:txBody>
      </p:sp>
      <p:sp>
        <p:nvSpPr>
          <p:cNvPr id="10" name="Rectangle 1"/>
          <p:cNvSpPr/>
          <p:nvPr/>
        </p:nvSpPr>
        <p:spPr>
          <a:xfrm>
            <a:off x="2427383" y="1981200"/>
            <a:ext cx="66404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Between 1947 to 1950; American Scientist.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Discovered: amount of </a:t>
            </a:r>
            <a:r>
              <a:rPr lang="en-US" altLang="en-US" sz="2400" b="1">
                <a:solidFill>
                  <a:schemeClr val="accent3">
                    <a:lumMod val="75000"/>
                  </a:schemeClr>
                </a:solidFill>
                <a:latin typeface="+mj-lt"/>
              </a:rPr>
              <a:t>Guanine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and </a:t>
            </a:r>
            <a:r>
              <a:rPr lang="en-US" altLang="en-US" sz="2400" b="1">
                <a:solidFill>
                  <a:schemeClr val="accent3">
                    <a:lumMod val="75000"/>
                  </a:schemeClr>
                </a:solidFill>
                <a:latin typeface="+mj-lt"/>
              </a:rPr>
              <a:t>Cytosine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bases are equal in any sample of DNA.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>
                <a:solidFill>
                  <a:prstClr val="black"/>
                </a:solidFill>
                <a:latin typeface="+mj-lt"/>
              </a:rPr>
              <a:t>Also, the amount of </a:t>
            </a:r>
            <a:r>
              <a:rPr lang="en-US" altLang="en-US" sz="2400" b="1">
                <a:solidFill>
                  <a:schemeClr val="accent6">
                    <a:lumMod val="75000"/>
                  </a:schemeClr>
                </a:solidFill>
                <a:latin typeface="+mj-lt"/>
              </a:rPr>
              <a:t>Adenine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and </a:t>
            </a:r>
            <a:r>
              <a:rPr lang="en-US" altLang="en-US" sz="2400" b="1">
                <a:solidFill>
                  <a:schemeClr val="accent6">
                    <a:lumMod val="75000"/>
                  </a:schemeClr>
                </a:solidFill>
                <a:latin typeface="+mj-lt"/>
              </a:rPr>
              <a:t>Thymine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are equal in any sample of DNA. </a:t>
            </a:r>
            <a:endParaRPr lang="en-US" altLang="en-US" sz="2400">
              <a:latin typeface="+mj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5099886"/>
            <a:ext cx="24577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>
                <a:solidFill>
                  <a:srgbClr val="00B0F0"/>
                </a:solidFill>
                <a:latin typeface="Calibri" panose="020F0502020204030204" pitchFamily="34" charset="0"/>
              </a:rPr>
              <a:t>Erwin Chargaff</a:t>
            </a:r>
          </a:p>
        </p:txBody>
      </p:sp>
      <p:pic>
        <p:nvPicPr>
          <p:cNvPr id="8" name="Grafik 1"/>
          <p:cNvPicPr>
            <a:picLocks noChangeAspect="1"/>
          </p:cNvPicPr>
          <p:nvPr/>
        </p:nvPicPr>
        <p:blipFill rotWithShape="1">
          <a:blip r:embed="rId2"/>
          <a:srcRect l="17838" t="5549" r="64325" b="53069"/>
          <a:stretch/>
        </p:blipFill>
        <p:spPr>
          <a:xfrm>
            <a:off x="190500" y="2024183"/>
            <a:ext cx="2189526" cy="2847794"/>
          </a:xfrm>
          <a:prstGeom prst="rect">
            <a:avLst/>
          </a:prstGeom>
        </p:spPr>
      </p:pic>
      <p:pic>
        <p:nvPicPr>
          <p:cNvPr id="12" name="Grafik 1"/>
          <p:cNvPicPr>
            <a:picLocks noChangeAspect="1"/>
          </p:cNvPicPr>
          <p:nvPr/>
        </p:nvPicPr>
        <p:blipFill rotWithShape="1">
          <a:blip r:embed="rId2"/>
          <a:srcRect l="17043" t="63009" r="13137" b="1486"/>
          <a:stretch/>
        </p:blipFill>
        <p:spPr>
          <a:xfrm>
            <a:off x="165100" y="4291551"/>
            <a:ext cx="8820548" cy="2514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7000" y="5548851"/>
            <a:ext cx="4572000" cy="1257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69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What we have learned so far:</a:t>
            </a:r>
          </a:p>
        </p:txBody>
      </p:sp>
      <p:sp>
        <p:nvSpPr>
          <p:cNvPr id="10" name="Rectangle 1"/>
          <p:cNvSpPr/>
          <p:nvPr/>
        </p:nvSpPr>
        <p:spPr>
          <a:xfrm>
            <a:off x="381000" y="1447800"/>
            <a:ext cx="86868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1866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- </a:t>
            </a:r>
            <a:r>
              <a:rPr lang="en-US" altLang="en-US" sz="2400" err="1">
                <a:solidFill>
                  <a:srgbClr val="00B0F0"/>
                </a:solidFill>
                <a:latin typeface="+mj-lt"/>
              </a:rPr>
              <a:t>Gregor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 Mendel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Paper 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Principle of Inheritance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1868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</a:rPr>
              <a:t>-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Friedrich </a:t>
            </a:r>
            <a:r>
              <a:rPr lang="en-US" altLang="en-US" sz="2400" err="1">
                <a:solidFill>
                  <a:srgbClr val="00B0F0"/>
                </a:solidFill>
                <a:latin typeface="+mj-lt"/>
              </a:rPr>
              <a:t>Miescher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discovers “</a:t>
            </a:r>
            <a:r>
              <a:rPr lang="en-US" altLang="en-US" sz="2400" err="1">
                <a:solidFill>
                  <a:srgbClr val="FF0000"/>
                </a:solidFill>
                <a:latin typeface="+mj-lt"/>
              </a:rPr>
              <a:t>nuclein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 from WBC.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1919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-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Phoebus </a:t>
            </a:r>
            <a:r>
              <a:rPr lang="en-US" altLang="en-US" sz="2400" err="1">
                <a:solidFill>
                  <a:srgbClr val="00B0F0"/>
                </a:solidFill>
                <a:latin typeface="+mj-lt"/>
              </a:rPr>
              <a:t>leuvene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discovers 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phosphate, sugar and bases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”; 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polynucleotide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1928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-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Frederick Griffith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Transforming Principle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1944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</a:t>
            </a:r>
            <a:r>
              <a:rPr lang="en-US" altLang="en-US" sz="2400">
                <a:solidFill>
                  <a:prstClr val="black"/>
                </a:solidFill>
              </a:rPr>
              <a:t> -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Avery-MacLeod-McCarthy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experiment 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DNA as transforming agent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1950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-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Erwin Chargaff 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: 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A=T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and 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G=C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1952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 - </a:t>
            </a:r>
            <a:r>
              <a:rPr lang="en-US" altLang="en-US" sz="2400">
                <a:solidFill>
                  <a:srgbClr val="00B0F0"/>
                </a:solidFill>
                <a:latin typeface="+mj-lt"/>
              </a:rPr>
              <a:t>Hershey &amp; Chase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: “</a:t>
            </a:r>
            <a:r>
              <a:rPr lang="en-US" altLang="en-US" sz="2400">
                <a:solidFill>
                  <a:srgbClr val="FF0000"/>
                </a:solidFill>
                <a:latin typeface="+mj-lt"/>
              </a:rPr>
              <a:t>DNA as genetic material</a:t>
            </a:r>
            <a:r>
              <a:rPr lang="en-US" altLang="en-US" sz="2400">
                <a:solidFill>
                  <a:prstClr val="black"/>
                </a:solidFill>
                <a:latin typeface="+mj-lt"/>
              </a:rPr>
              <a:t>”.</a:t>
            </a:r>
            <a:endParaRPr lang="en-US" altLang="en-US" sz="2400">
              <a:latin typeface="+mj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06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What was unknown till 1953 : </a:t>
            </a:r>
          </a:p>
        </p:txBody>
      </p:sp>
      <p:sp>
        <p:nvSpPr>
          <p:cNvPr id="10" name="Rectangle 1"/>
          <p:cNvSpPr/>
          <p:nvPr/>
        </p:nvSpPr>
        <p:spPr>
          <a:xfrm>
            <a:off x="381000" y="1524000"/>
            <a:ext cx="838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Although the chemical components of DNA i.e. 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Phosphate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, </a:t>
            </a:r>
            <a:r>
              <a:rPr lang="en-US" altLang="en-US" sz="2400" b="1">
                <a:solidFill>
                  <a:srgbClr val="00B050"/>
                </a:solidFill>
                <a:latin typeface="+mj-lt"/>
              </a:rPr>
              <a:t>Sugar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 and four </a:t>
            </a:r>
            <a:r>
              <a:rPr lang="en-US" altLang="en-US" sz="2400" b="1">
                <a:solidFill>
                  <a:srgbClr val="0000FF"/>
                </a:solidFill>
                <a:latin typeface="+mj-lt"/>
              </a:rPr>
              <a:t>bases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 (A, T, G and C) were known but…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….In which fashion these are connected to each other was unknown.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prstClr val="black"/>
                </a:solidFill>
                <a:latin typeface="+mj-lt"/>
              </a:rPr>
              <a:t>What is the </a:t>
            </a:r>
            <a:r>
              <a:rPr lang="en-US" altLang="en-US" sz="2400" b="1">
                <a:solidFill>
                  <a:srgbClr val="FF0000"/>
                </a:solidFill>
                <a:latin typeface="+mj-lt"/>
              </a:rPr>
              <a:t>structure of DNA</a:t>
            </a:r>
            <a:r>
              <a:rPr lang="en-US" altLang="en-US" sz="2400" b="1">
                <a:solidFill>
                  <a:prstClr val="black"/>
                </a:solidFill>
                <a:latin typeface="+mj-lt"/>
              </a:rPr>
              <a:t> genetic material?</a:t>
            </a:r>
            <a:endParaRPr lang="en-US" altLang="en-US" sz="2400">
              <a:latin typeface="+mj-l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6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09600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To obtain DNA structure: </a:t>
            </a:r>
          </a:p>
        </p:txBody>
      </p:sp>
      <p:sp>
        <p:nvSpPr>
          <p:cNvPr id="10" name="Rectangle 1"/>
          <p:cNvSpPr/>
          <p:nvPr/>
        </p:nvSpPr>
        <p:spPr>
          <a:xfrm>
            <a:off x="228600" y="1447800"/>
            <a:ext cx="8977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>
                <a:latin typeface="+mj-lt"/>
              </a:rPr>
              <a:t>In 1950’s: Rosalind Franklin and Maurice Wilkins used X-ray diffraction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362200"/>
            <a:ext cx="65913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-883305" y="1975686"/>
            <a:ext cx="10715485" cy="5710329"/>
            <a:chOff x="1144158" y="2217170"/>
            <a:chExt cx="10715485" cy="5710329"/>
          </a:xfrm>
        </p:grpSpPr>
        <p:pic>
          <p:nvPicPr>
            <p:cNvPr id="6" name="Grafik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4158" y="2217170"/>
              <a:ext cx="2190989" cy="3322284"/>
            </a:xfrm>
            <a:prstGeom prst="rect">
              <a:avLst/>
            </a:prstGeom>
          </p:spPr>
        </p:pic>
        <p:pic>
          <p:nvPicPr>
            <p:cNvPr id="7" name="Grafik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63793" y="4060371"/>
              <a:ext cx="2195850" cy="3329654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1225776" y="5539454"/>
              <a:ext cx="186993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Rosalind Franklin 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050235" y="7281168"/>
              <a:ext cx="145781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Maurice Wilkins</a:t>
              </a:r>
            </a:p>
          </p:txBody>
        </p:sp>
      </p:grp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"/>
          <a:stretch/>
        </p:blipFill>
        <p:spPr bwMode="auto">
          <a:xfrm>
            <a:off x="9212873" y="1910442"/>
            <a:ext cx="2747576" cy="32995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 &amp; its Structure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57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632209" y="832686"/>
            <a:ext cx="8229600" cy="434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2800" b="1" u="sng">
                <a:solidFill>
                  <a:srgbClr val="0070C0"/>
                </a:solidFill>
              </a:rPr>
              <a:t>To obtain DNA structure: </a:t>
            </a:r>
          </a:p>
        </p:txBody>
      </p:sp>
      <p:pic>
        <p:nvPicPr>
          <p:cNvPr id="7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60" y="2177980"/>
            <a:ext cx="2195850" cy="33296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64060" y="5507634"/>
            <a:ext cx="1729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Maurice Wilkins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386" y="1598735"/>
            <a:ext cx="4144660" cy="248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6893" y="2483199"/>
            <a:ext cx="2133600" cy="3206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33400" y="5410524"/>
            <a:ext cx="1430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Linus Pauling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85113" y="4686432"/>
            <a:ext cx="3203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B0F0"/>
                </a:solidFill>
              </a:rPr>
              <a:t>James Watson and Francis Crick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558" y="2561531"/>
            <a:ext cx="1818942" cy="2187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" name="Group 1"/>
          <p:cNvGrpSpPr/>
          <p:nvPr/>
        </p:nvGrpSpPr>
        <p:grpSpPr>
          <a:xfrm>
            <a:off x="-2512386" y="2775669"/>
            <a:ext cx="2316133" cy="3946866"/>
            <a:chOff x="317900" y="2176955"/>
            <a:chExt cx="2316133" cy="394686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901" y="2176955"/>
              <a:ext cx="2316132" cy="3515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900" y="5630108"/>
              <a:ext cx="1957387" cy="493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0000FF"/>
                </a:solidFill>
              </a:rPr>
              <a:t>Discovery of DNA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0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537046" y="892368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•Watson Crick Model</a:t>
            </a:r>
          </a:p>
          <a:p>
            <a:r>
              <a:rPr lang="en-US"/>
              <a:t>•“Double Helix”</a:t>
            </a:r>
          </a:p>
          <a:p>
            <a:r>
              <a:rPr lang="en-US"/>
              <a:t>•Determined the shape and structure</a:t>
            </a:r>
          </a:p>
          <a:p>
            <a:r>
              <a:rPr lang="en-US"/>
              <a:t>•Adenine bonds with Thymine</a:t>
            </a:r>
          </a:p>
          <a:p>
            <a:r>
              <a:rPr lang="en-US"/>
              <a:t>•Cytosine bonds with Guanine</a:t>
            </a:r>
            <a:endParaRPr lang="de-DE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456469" cy="6858000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>
          <a:xfrm>
            <a:off x="247320" y="259774"/>
            <a:ext cx="47818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>
                <a:solidFill>
                  <a:srgbClr val="00B0F0"/>
                </a:solidFill>
              </a:rPr>
              <a:t>James Watson &amp; Francis Crick - 1953</a:t>
            </a:r>
            <a:endParaRPr lang="de-DE" sz="2200" b="1">
              <a:solidFill>
                <a:srgbClr val="00B0F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21</a:t>
            </a:fld>
            <a:endParaRPr lang="de-D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20" y="2867891"/>
            <a:ext cx="3716033" cy="278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844" y="5892163"/>
            <a:ext cx="4156907" cy="577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Arial" panose="020B0604020202020204" pitchFamily="34" charset="0"/>
              </a:rPr>
              <a:t>Nobel Prize: in year 1962</a:t>
            </a:r>
          </a:p>
        </p:txBody>
      </p:sp>
    </p:spTree>
    <p:extLst>
      <p:ext uri="{BB962C8B-B14F-4D97-AF65-F5344CB8AC3E}">
        <p14:creationId xmlns:p14="http://schemas.microsoft.com/office/powerpoint/2010/main" val="50615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296" y="1013684"/>
            <a:ext cx="6396782" cy="4084674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927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 txBox="1">
            <a:spLocks noChangeArrowheads="1"/>
          </p:cNvSpPr>
          <p:nvPr/>
        </p:nvSpPr>
        <p:spPr bwMode="auto">
          <a:xfrm>
            <a:off x="1219200" y="76200"/>
            <a:ext cx="66484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rgbClr val="2FB0D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Watson-Crick Model of B-DNA </a:t>
            </a:r>
          </a:p>
        </p:txBody>
      </p:sp>
      <p:sp>
        <p:nvSpPr>
          <p:cNvPr id="44035" name="Line 4"/>
          <p:cNvSpPr>
            <a:spLocks noChangeShapeType="1"/>
          </p:cNvSpPr>
          <p:nvPr/>
        </p:nvSpPr>
        <p:spPr bwMode="auto">
          <a:xfrm>
            <a:off x="1428750" y="685800"/>
            <a:ext cx="6115050" cy="0"/>
          </a:xfrm>
          <a:prstGeom prst="line">
            <a:avLst/>
          </a:prstGeom>
          <a:noFill/>
          <a:ln w="57150" cmpd="thinThick">
            <a:solidFill>
              <a:srgbClr val="2FB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403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39802"/>
            <a:ext cx="5105400" cy="576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86EEA-12A8-4B18-99FF-FDFA435C42F9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002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Conclusions of Lecture-3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Brief history of finding DNA as genetic material.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Model building to solve the structure of DNA.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Double helix separated by 2 nm, Phosphate and Sugar form the backbones of DNA.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Nitrogenous bases (A=T/ G</a:t>
            </a:r>
            <a:r>
              <a:rPr lang="en-US" b="1">
                <a:solidFill>
                  <a:srgbClr val="FF0066"/>
                </a:solidFill>
                <a:sym typeface="Symbol"/>
              </a:rPr>
              <a:t> C) are tucked inside</a:t>
            </a:r>
            <a:r>
              <a:rPr lang="en-US" b="1">
                <a:solidFill>
                  <a:srgbClr val="FF0066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~ 10 bases/turn and twist every 3.6 nm</a:t>
            </a:r>
          </a:p>
          <a:p>
            <a:pPr>
              <a:lnSpc>
                <a:spcPct val="150000"/>
              </a:lnSpc>
            </a:pPr>
            <a:endParaRPr lang="en-US" b="1">
              <a:solidFill>
                <a:srgbClr val="FF0066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Types of Questions?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Explain Griffith Experiment.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What molecules were labelled in Hershey and Chase experiment?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How can you prove DNA is the genetic material?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If there is 34% of A then What % of G is present in the DNA sample.</a:t>
            </a:r>
          </a:p>
          <a:p>
            <a:pPr>
              <a:lnSpc>
                <a:spcPct val="150000"/>
              </a:lnSpc>
            </a:pPr>
            <a:r>
              <a:rPr lang="en-US" b="1">
                <a:solidFill>
                  <a:srgbClr val="FF0066"/>
                </a:solidFill>
              </a:rPr>
              <a:t>Why nitrogenous bases are placed inside??</a:t>
            </a:r>
          </a:p>
          <a:p>
            <a:pPr>
              <a:lnSpc>
                <a:spcPct val="150000"/>
              </a:lnSpc>
            </a:pPr>
            <a:endParaRPr lang="en-US" b="1">
              <a:solidFill>
                <a:srgbClr val="FF0066"/>
              </a:solidFill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27" b="13003"/>
          <a:stretch/>
        </p:blipFill>
        <p:spPr bwMode="auto">
          <a:xfrm>
            <a:off x="10444780" y="1281524"/>
            <a:ext cx="2073310" cy="5018871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rgbClr val="000000">
                <a:alpha val="22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0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CBAA">
            <a:alpha val="85882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6498" cy="5226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24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>
            <a:spLocks/>
          </p:cNvSpPr>
          <p:nvPr/>
        </p:nvSpPr>
        <p:spPr>
          <a:xfrm>
            <a:off x="381000" y="2514600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00FF"/>
                </a:solidFill>
              </a:rPr>
              <a:t>Thank You!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00E51-5C1A-4BCB-8FAB-C2CC5154BB5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0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2622627FE0BB42A7311AF50D73D144" ma:contentTypeVersion="7" ma:contentTypeDescription="Create a new document." ma:contentTypeScope="" ma:versionID="e81464e8a3aff2ae2c5942eff8e086d8">
  <xsd:schema xmlns:xsd="http://www.w3.org/2001/XMLSchema" xmlns:xs="http://www.w3.org/2001/XMLSchema" xmlns:p="http://schemas.microsoft.com/office/2006/metadata/properties" xmlns:ns2="f3d90b6b-40ba-4cf1-9177-eadded3cce4b" targetNamespace="http://schemas.microsoft.com/office/2006/metadata/properties" ma:root="true" ma:fieldsID="af41fe0eb20329614d989ef744f58602" ns2:_="">
    <xsd:import namespace="f3d90b6b-40ba-4cf1-9177-eadded3cce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d90b6b-40ba-4cf1-9177-eadded3cce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FB8618-BC54-4868-8D8B-B147B469BB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E141E8-2235-466C-A777-8A33B12778BE}">
  <ds:schemaRefs>
    <ds:schemaRef ds:uri="f3d90b6b-40ba-4cf1-9177-eadded3cce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890C899-D3DF-451C-A47B-897A3A6B3828}">
  <ds:schemaRefs>
    <ds:schemaRef ds:uri="f3d90b6b-40ba-4cf1-9177-eadded3cce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Office PowerPoint</Application>
  <PresentationFormat>On-screen Show (4:3)</PresentationFormat>
  <Paragraphs>173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Symbol</vt:lpstr>
      <vt:lpstr>Office Theme</vt:lpstr>
      <vt:lpstr>LECTURE-3</vt:lpstr>
      <vt:lpstr>Discovery of DNA</vt:lpstr>
      <vt:lpstr>PowerPoint Presentation</vt:lpstr>
      <vt:lpstr>PowerPoint Presentation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</vt:lpstr>
      <vt:lpstr>Discovery of DNA &amp; its Structure</vt:lpstr>
      <vt:lpstr>Discovery of DNA</vt:lpstr>
      <vt:lpstr>PowerPoint Presentation</vt:lpstr>
      <vt:lpstr>PowerPoint Presentation</vt:lpstr>
      <vt:lpstr>PowerPoint Presentation</vt:lpstr>
      <vt:lpstr>Conclusions of Lecture-3</vt:lpstr>
      <vt:lpstr>Types of Questions?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IITG</dc:creator>
  <cp:lastModifiedBy>Daksh Agarwal</cp:lastModifiedBy>
  <cp:revision>3</cp:revision>
  <dcterms:created xsi:type="dcterms:W3CDTF">2020-06-08T04:19:45Z</dcterms:created>
  <dcterms:modified xsi:type="dcterms:W3CDTF">2024-01-21T06:02:30Z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0x010100252622627FE0BB42A7311AF50D73D144</vt:lpwstr>
  </property>
</Properties>
</file>