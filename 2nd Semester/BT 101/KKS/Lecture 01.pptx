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2" r:id="rId6"/>
    <p:sldMasterId id="2147483684" r:id="rId7"/>
  </p:sldMasterIdLst>
  <p:notesMasterIdLst>
    <p:notesMasterId r:id="rId46"/>
  </p:notesMasterIdLst>
  <p:handoutMasterIdLst>
    <p:handoutMasterId r:id="rId47"/>
  </p:handoutMasterIdLst>
  <p:sldIdLst>
    <p:sldId id="259" r:id="rId8"/>
    <p:sldId id="333" r:id="rId9"/>
    <p:sldId id="322" r:id="rId10"/>
    <p:sldId id="332" r:id="rId11"/>
    <p:sldId id="324" r:id="rId12"/>
    <p:sldId id="323" r:id="rId13"/>
    <p:sldId id="329" r:id="rId14"/>
    <p:sldId id="326" r:id="rId15"/>
    <p:sldId id="328" r:id="rId16"/>
    <p:sldId id="330" r:id="rId17"/>
    <p:sldId id="327" r:id="rId18"/>
    <p:sldId id="331" r:id="rId19"/>
    <p:sldId id="258" r:id="rId20"/>
    <p:sldId id="302" r:id="rId21"/>
    <p:sldId id="284" r:id="rId22"/>
    <p:sldId id="274" r:id="rId23"/>
    <p:sldId id="303" r:id="rId24"/>
    <p:sldId id="286" r:id="rId25"/>
    <p:sldId id="320" r:id="rId26"/>
    <p:sldId id="294" r:id="rId27"/>
    <p:sldId id="287" r:id="rId28"/>
    <p:sldId id="290" r:id="rId29"/>
    <p:sldId id="289" r:id="rId30"/>
    <p:sldId id="292" r:id="rId31"/>
    <p:sldId id="295" r:id="rId32"/>
    <p:sldId id="296" r:id="rId33"/>
    <p:sldId id="297" r:id="rId34"/>
    <p:sldId id="298" r:id="rId35"/>
    <p:sldId id="321" r:id="rId36"/>
    <p:sldId id="313" r:id="rId37"/>
    <p:sldId id="299" r:id="rId38"/>
    <p:sldId id="301" r:id="rId39"/>
    <p:sldId id="300" r:id="rId40"/>
    <p:sldId id="316" r:id="rId41"/>
    <p:sldId id="318" r:id="rId42"/>
    <p:sldId id="317" r:id="rId43"/>
    <p:sldId id="319" r:id="rId44"/>
    <p:sldId id="305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1C197"/>
    <a:srgbClr val="E7CDAB"/>
    <a:srgbClr val="E5CAA5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6594B-81C9-44D4-A46D-87084EA126C1}" v="21" dt="2024-01-18T09:35:02.444"/>
    <p1510:client id="{DD00120F-E182-1109-40C6-FABA1057DA66}" v="30" dt="2024-01-19T07:34:50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ITISHREE BARUAH" userId="S::b.dhritishree@iitg.ac.in::b99f6fb8-7934-4556-8d00-999e24862c3a" providerId="AD" clId="Web-{1A60BB0C-3B0F-4846-B3DD-586256EDA2B0}"/>
    <pc:docChg chg="modSld">
      <pc:chgData name="DHRITISHREE BARUAH" userId="S::b.dhritishree@iitg.ac.in::b99f6fb8-7934-4556-8d00-999e24862c3a" providerId="AD" clId="Web-{1A60BB0C-3B0F-4846-B3DD-586256EDA2B0}" dt="2024-01-13T03:58:43.271" v="15" actId="20577"/>
      <pc:docMkLst>
        <pc:docMk/>
      </pc:docMkLst>
      <pc:sldChg chg="modSp">
        <pc:chgData name="DHRITISHREE BARUAH" userId="S::b.dhritishree@iitg.ac.in::b99f6fb8-7934-4556-8d00-999e24862c3a" providerId="AD" clId="Web-{1A60BB0C-3B0F-4846-B3DD-586256EDA2B0}" dt="2024-01-13T03:58:43.271" v="15" actId="20577"/>
        <pc:sldMkLst>
          <pc:docMk/>
          <pc:sldMk cId="2004756423" sldId="305"/>
        </pc:sldMkLst>
        <pc:spChg chg="mod">
          <ac:chgData name="DHRITISHREE BARUAH" userId="S::b.dhritishree@iitg.ac.in::b99f6fb8-7934-4556-8d00-999e24862c3a" providerId="AD" clId="Web-{1A60BB0C-3B0F-4846-B3DD-586256EDA2B0}" dt="2024-01-13T03:58:43.271" v="15" actId="20577"/>
          <ac:spMkLst>
            <pc:docMk/>
            <pc:sldMk cId="2004756423" sldId="305"/>
            <ac:spMk id="8" creationId="{00000000-0000-0000-0000-000000000000}"/>
          </ac:spMkLst>
        </pc:spChg>
      </pc:sldChg>
    </pc:docChg>
  </pc:docChgLst>
  <pc:docChgLst>
    <pc:chgData name="RAMVILASH KUMAR PODDAR" userId="S::p.ramvilash@iitg.ac.in::b11505e8-a8af-43a3-97d1-95dc765000b2" providerId="AD" clId="Web-{D20B5A95-BFDE-4044-9CEC-2A5690B519FE}"/>
    <pc:docChg chg="modSld sldOrd">
      <pc:chgData name="RAMVILASH KUMAR PODDAR" userId="S::p.ramvilash@iitg.ac.in::b11505e8-a8af-43a3-97d1-95dc765000b2" providerId="AD" clId="Web-{D20B5A95-BFDE-4044-9CEC-2A5690B519FE}" dt="2024-01-13T12:20:26.985" v="5"/>
      <pc:docMkLst>
        <pc:docMk/>
      </pc:docMkLst>
      <pc:sldChg chg="ord">
        <pc:chgData name="RAMVILASH KUMAR PODDAR" userId="S::p.ramvilash@iitg.ac.in::b11505e8-a8af-43a3-97d1-95dc765000b2" providerId="AD" clId="Web-{D20B5A95-BFDE-4044-9CEC-2A5690B519FE}" dt="2024-01-13T12:20:26.985" v="5"/>
        <pc:sldMkLst>
          <pc:docMk/>
          <pc:sldMk cId="1655675393" sldId="286"/>
        </pc:sldMkLst>
      </pc:sldChg>
      <pc:sldChg chg="modSp">
        <pc:chgData name="RAMVILASH KUMAR PODDAR" userId="S::p.ramvilash@iitg.ac.in::b11505e8-a8af-43a3-97d1-95dc765000b2" providerId="AD" clId="Web-{D20B5A95-BFDE-4044-9CEC-2A5690B519FE}" dt="2024-01-13T12:15:23.906" v="4" actId="1076"/>
        <pc:sldMkLst>
          <pc:docMk/>
          <pc:sldMk cId="2705222058" sldId="332"/>
        </pc:sldMkLst>
        <pc:picChg chg="mod">
          <ac:chgData name="RAMVILASH KUMAR PODDAR" userId="S::p.ramvilash@iitg.ac.in::b11505e8-a8af-43a3-97d1-95dc765000b2" providerId="AD" clId="Web-{D20B5A95-BFDE-4044-9CEC-2A5690B519FE}" dt="2024-01-13T12:15:23.906" v="4" actId="1076"/>
          <ac:picMkLst>
            <pc:docMk/>
            <pc:sldMk cId="2705222058" sldId="332"/>
            <ac:picMk id="4" creationId="{00000000-0000-0000-0000-000000000000}"/>
          </ac:picMkLst>
        </pc:picChg>
        <pc:picChg chg="mod">
          <ac:chgData name="RAMVILASH KUMAR PODDAR" userId="S::p.ramvilash@iitg.ac.in::b11505e8-a8af-43a3-97d1-95dc765000b2" providerId="AD" clId="Web-{D20B5A95-BFDE-4044-9CEC-2A5690B519FE}" dt="2024-01-13T12:15:16.234" v="2" actId="1076"/>
          <ac:picMkLst>
            <pc:docMk/>
            <pc:sldMk cId="2705222058" sldId="332"/>
            <ac:picMk id="5" creationId="{00000000-0000-0000-0000-000000000000}"/>
          </ac:picMkLst>
        </pc:picChg>
        <pc:picChg chg="mod">
          <ac:chgData name="RAMVILASH KUMAR PODDAR" userId="S::p.ramvilash@iitg.ac.in::b11505e8-a8af-43a3-97d1-95dc765000b2" providerId="AD" clId="Web-{D20B5A95-BFDE-4044-9CEC-2A5690B519FE}" dt="2024-01-13T12:15:21.062" v="3" actId="1076"/>
          <ac:picMkLst>
            <pc:docMk/>
            <pc:sldMk cId="2705222058" sldId="332"/>
            <ac:picMk id="6" creationId="{00000000-0000-0000-0000-000000000000}"/>
          </ac:picMkLst>
        </pc:picChg>
      </pc:sldChg>
    </pc:docChg>
  </pc:docChgLst>
  <pc:docChgLst>
    <pc:chgData name="BHARSHITA DEKA" userId="S::d.bharshita@iitg.ac.in::df355db1-9f82-443e-8603-13fb8c0d7052" providerId="AD" clId="Web-{00ACFB0E-6AB3-4CC0-9DA7-10142A498817}"/>
    <pc:docChg chg="modSld">
      <pc:chgData name="BHARSHITA DEKA" userId="S::d.bharshita@iitg.ac.in::df355db1-9f82-443e-8603-13fb8c0d7052" providerId="AD" clId="Web-{00ACFB0E-6AB3-4CC0-9DA7-10142A498817}" dt="2024-01-09T15:52:20.410" v="13" actId="1076"/>
      <pc:docMkLst>
        <pc:docMk/>
      </pc:docMkLst>
      <pc:sldChg chg="modSp">
        <pc:chgData name="BHARSHITA DEKA" userId="S::d.bharshita@iitg.ac.in::df355db1-9f82-443e-8603-13fb8c0d7052" providerId="AD" clId="Web-{00ACFB0E-6AB3-4CC0-9DA7-10142A498817}" dt="2024-01-09T15:52:20.410" v="13" actId="1076"/>
        <pc:sldMkLst>
          <pc:docMk/>
          <pc:sldMk cId="2705222058" sldId="332"/>
        </pc:sldMkLst>
        <pc:spChg chg="mod">
          <ac:chgData name="BHARSHITA DEKA" userId="S::d.bharshita@iitg.ac.in::df355db1-9f82-443e-8603-13fb8c0d7052" providerId="AD" clId="Web-{00ACFB0E-6AB3-4CC0-9DA7-10142A498817}" dt="2024-01-09T15:51:53.769" v="8" actId="1076"/>
          <ac:spMkLst>
            <pc:docMk/>
            <pc:sldMk cId="2705222058" sldId="332"/>
            <ac:spMk id="18" creationId="{00000000-0000-0000-0000-000000000000}"/>
          </ac:spMkLst>
        </pc:spChg>
        <pc:picChg chg="mod">
          <ac:chgData name="BHARSHITA DEKA" userId="S::d.bharshita@iitg.ac.in::df355db1-9f82-443e-8603-13fb8c0d7052" providerId="AD" clId="Web-{00ACFB0E-6AB3-4CC0-9DA7-10142A498817}" dt="2024-01-09T15:51:31.830" v="0" actId="1076"/>
          <ac:picMkLst>
            <pc:docMk/>
            <pc:sldMk cId="2705222058" sldId="332"/>
            <ac:picMk id="4" creationId="{00000000-0000-0000-0000-000000000000}"/>
          </ac:picMkLst>
        </pc:picChg>
        <pc:picChg chg="mod">
          <ac:chgData name="BHARSHITA DEKA" userId="S::d.bharshita@iitg.ac.in::df355db1-9f82-443e-8603-13fb8c0d7052" providerId="AD" clId="Web-{00ACFB0E-6AB3-4CC0-9DA7-10142A498817}" dt="2024-01-09T15:51:56.519" v="9" actId="1076"/>
          <ac:picMkLst>
            <pc:docMk/>
            <pc:sldMk cId="2705222058" sldId="332"/>
            <ac:picMk id="11" creationId="{00000000-0000-0000-0000-000000000000}"/>
          </ac:picMkLst>
        </pc:picChg>
        <pc:picChg chg="mod">
          <ac:chgData name="BHARSHITA DEKA" userId="S::d.bharshita@iitg.ac.in::df355db1-9f82-443e-8603-13fb8c0d7052" providerId="AD" clId="Web-{00ACFB0E-6AB3-4CC0-9DA7-10142A498817}" dt="2024-01-09T15:52:20.410" v="13" actId="1076"/>
          <ac:picMkLst>
            <pc:docMk/>
            <pc:sldMk cId="2705222058" sldId="332"/>
            <ac:picMk id="3074" creationId="{00000000-0000-0000-0000-000000000000}"/>
          </ac:picMkLst>
        </pc:picChg>
      </pc:sldChg>
    </pc:docChg>
  </pc:docChgLst>
  <pc:docChgLst>
    <pc:chgData name="VASIREDDI PRAVALLIKA" userId="S::p.vasireddi@iitg.ac.in::bcae1439-e0b1-40bc-804a-9eb5e70daa55" providerId="AD" clId="Web-{E74755F9-0E5E-73AB-A0CA-66F0FAE9941E}"/>
    <pc:docChg chg="modSld">
      <pc:chgData name="VASIREDDI PRAVALLIKA" userId="S::p.vasireddi@iitg.ac.in::bcae1439-e0b1-40bc-804a-9eb5e70daa55" providerId="AD" clId="Web-{E74755F9-0E5E-73AB-A0CA-66F0FAE9941E}" dt="2024-01-09T10:26:57.994" v="0" actId="1076"/>
      <pc:docMkLst>
        <pc:docMk/>
      </pc:docMkLst>
      <pc:sldChg chg="modSp">
        <pc:chgData name="VASIREDDI PRAVALLIKA" userId="S::p.vasireddi@iitg.ac.in::bcae1439-e0b1-40bc-804a-9eb5e70daa55" providerId="AD" clId="Web-{E74755F9-0E5E-73AB-A0CA-66F0FAE9941E}" dt="2024-01-09T10:26:57.994" v="0" actId="1076"/>
        <pc:sldMkLst>
          <pc:docMk/>
          <pc:sldMk cId="918838807" sldId="298"/>
        </pc:sldMkLst>
        <pc:spChg chg="mod">
          <ac:chgData name="VASIREDDI PRAVALLIKA" userId="S::p.vasireddi@iitg.ac.in::bcae1439-e0b1-40bc-804a-9eb5e70daa55" providerId="AD" clId="Web-{E74755F9-0E5E-73AB-A0CA-66F0FAE9941E}" dt="2024-01-09T10:26:57.994" v="0" actId="1076"/>
          <ac:spMkLst>
            <pc:docMk/>
            <pc:sldMk cId="918838807" sldId="298"/>
            <ac:spMk id="15" creationId="{00000000-0000-0000-0000-000000000000}"/>
          </ac:spMkLst>
        </pc:spChg>
      </pc:sldChg>
    </pc:docChg>
  </pc:docChgLst>
  <pc:docChgLst>
    <pc:chgData name="KHUSHI" userId="S::khushi.3050@iitg.ac.in::571bc418-d401-4ba1-b487-3d0e54c8ced6" providerId="AD" clId="Web-{91ACFA03-2796-E175-711F-075629118FCA}"/>
    <pc:docChg chg="modSld">
      <pc:chgData name="KHUSHI" userId="S::khushi.3050@iitg.ac.in::571bc418-d401-4ba1-b487-3d0e54c8ced6" providerId="AD" clId="Web-{91ACFA03-2796-E175-711F-075629118FCA}" dt="2024-01-13T14:15:25.554" v="7"/>
      <pc:docMkLst>
        <pc:docMk/>
      </pc:docMkLst>
      <pc:sldChg chg="addSp delSp">
        <pc:chgData name="KHUSHI" userId="S::khushi.3050@iitg.ac.in::571bc418-d401-4ba1-b487-3d0e54c8ced6" providerId="AD" clId="Web-{91ACFA03-2796-E175-711F-075629118FCA}" dt="2024-01-13T14:15:25.554" v="7"/>
        <pc:sldMkLst>
          <pc:docMk/>
          <pc:sldMk cId="2225308053" sldId="323"/>
        </pc:sldMkLst>
        <pc:inkChg chg="add del">
          <ac:chgData name="KHUSHI" userId="S::khushi.3050@iitg.ac.in::571bc418-d401-4ba1-b487-3d0e54c8ced6" providerId="AD" clId="Web-{91ACFA03-2796-E175-711F-075629118FCA}" dt="2024-01-13T14:15:25.554" v="7"/>
          <ac:inkMkLst>
            <pc:docMk/>
            <pc:sldMk cId="2225308053" sldId="323"/>
            <ac:inkMk id="4" creationId="{530D9460-ED89-FC03-3F54-5B984C59BF0E}"/>
          </ac:inkMkLst>
        </pc:inkChg>
        <pc:inkChg chg="add del">
          <ac:chgData name="KHUSHI" userId="S::khushi.3050@iitg.ac.in::571bc418-d401-4ba1-b487-3d0e54c8ced6" providerId="AD" clId="Web-{91ACFA03-2796-E175-711F-075629118FCA}" dt="2024-01-13T14:15:22.132" v="6"/>
          <ac:inkMkLst>
            <pc:docMk/>
            <pc:sldMk cId="2225308053" sldId="323"/>
            <ac:inkMk id="6" creationId="{5751D4AD-7C5F-350B-DA9F-6315120FDEEB}"/>
          </ac:inkMkLst>
        </pc:inkChg>
        <pc:inkChg chg="add del">
          <ac:chgData name="KHUSHI" userId="S::khushi.3050@iitg.ac.in::571bc418-d401-4ba1-b487-3d0e54c8ced6" providerId="AD" clId="Web-{91ACFA03-2796-E175-711F-075629118FCA}" dt="2024-01-13T14:15:19.351" v="5"/>
          <ac:inkMkLst>
            <pc:docMk/>
            <pc:sldMk cId="2225308053" sldId="323"/>
            <ac:inkMk id="7" creationId="{4010B53E-5A6C-17CD-410F-73F1E6534757}"/>
          </ac:inkMkLst>
        </pc:inkChg>
        <pc:inkChg chg="add del">
          <ac:chgData name="KHUSHI" userId="S::khushi.3050@iitg.ac.in::571bc418-d401-4ba1-b487-3d0e54c8ced6" providerId="AD" clId="Web-{91ACFA03-2796-E175-711F-075629118FCA}" dt="2024-01-13T14:15:13.866" v="4"/>
          <ac:inkMkLst>
            <pc:docMk/>
            <pc:sldMk cId="2225308053" sldId="323"/>
            <ac:inkMk id="8" creationId="{68039EA3-C772-1164-92BE-4666DC634E8C}"/>
          </ac:inkMkLst>
        </pc:inkChg>
      </pc:sldChg>
    </pc:docChg>
  </pc:docChgLst>
  <pc:docChgLst>
    <pc:chgData name="HARSHIT RAJORA" userId="S::h.rajora@iitg.ac.in::f360e667-b9dc-4163-b33b-f1f429d7218f" providerId="AD" clId="Web-{FC500946-3320-16EC-5995-0F6A41F57654}"/>
    <pc:docChg chg="modSld">
      <pc:chgData name="HARSHIT RAJORA" userId="S::h.rajora@iitg.ac.in::f360e667-b9dc-4163-b33b-f1f429d7218f" providerId="AD" clId="Web-{FC500946-3320-16EC-5995-0F6A41F57654}" dt="2024-01-14T10:29:24.143" v="30" actId="20577"/>
      <pc:docMkLst>
        <pc:docMk/>
      </pc:docMkLst>
      <pc:sldChg chg="modSp">
        <pc:chgData name="HARSHIT RAJORA" userId="S::h.rajora@iitg.ac.in::f360e667-b9dc-4163-b33b-f1f429d7218f" providerId="AD" clId="Web-{FC500946-3320-16EC-5995-0F6A41F57654}" dt="2024-01-14T10:29:24.143" v="30" actId="20577"/>
        <pc:sldMkLst>
          <pc:docMk/>
          <pc:sldMk cId="725623651" sldId="302"/>
        </pc:sldMkLst>
        <pc:spChg chg="mod">
          <ac:chgData name="HARSHIT RAJORA" userId="S::h.rajora@iitg.ac.in::f360e667-b9dc-4163-b33b-f1f429d7218f" providerId="AD" clId="Web-{FC500946-3320-16EC-5995-0F6A41F57654}" dt="2024-01-14T10:29:24.143" v="30" actId="20577"/>
          <ac:spMkLst>
            <pc:docMk/>
            <pc:sldMk cId="725623651" sldId="302"/>
            <ac:spMk id="6" creationId="{00000000-0000-0000-0000-000000000000}"/>
          </ac:spMkLst>
        </pc:spChg>
      </pc:sldChg>
      <pc:sldChg chg="modSp">
        <pc:chgData name="HARSHIT RAJORA" userId="S::h.rajora@iitg.ac.in::f360e667-b9dc-4163-b33b-f1f429d7218f" providerId="AD" clId="Web-{FC500946-3320-16EC-5995-0F6A41F57654}" dt="2024-01-14T10:23:42.872" v="1" actId="1076"/>
        <pc:sldMkLst>
          <pc:docMk/>
          <pc:sldMk cId="1054228715" sldId="322"/>
        </pc:sldMkLst>
        <pc:picChg chg="mod">
          <ac:chgData name="HARSHIT RAJORA" userId="S::h.rajora@iitg.ac.in::f360e667-b9dc-4163-b33b-f1f429d7218f" providerId="AD" clId="Web-{FC500946-3320-16EC-5995-0F6A41F57654}" dt="2024-01-14T10:23:42.872" v="1" actId="1076"/>
          <ac:picMkLst>
            <pc:docMk/>
            <pc:sldMk cId="1054228715" sldId="322"/>
            <ac:picMk id="4" creationId="{00000000-0000-0000-0000-000000000000}"/>
          </ac:picMkLst>
        </pc:picChg>
      </pc:sldChg>
      <pc:sldChg chg="modSp">
        <pc:chgData name="HARSHIT RAJORA" userId="S::h.rajora@iitg.ac.in::f360e667-b9dc-4163-b33b-f1f429d7218f" providerId="AD" clId="Web-{FC500946-3320-16EC-5995-0F6A41F57654}" dt="2024-01-14T10:25:41.765" v="2" actId="1076"/>
        <pc:sldMkLst>
          <pc:docMk/>
          <pc:sldMk cId="3898536370" sldId="327"/>
        </pc:sldMkLst>
        <pc:picChg chg="mod">
          <ac:chgData name="HARSHIT RAJORA" userId="S::h.rajora@iitg.ac.in::f360e667-b9dc-4163-b33b-f1f429d7218f" providerId="AD" clId="Web-{FC500946-3320-16EC-5995-0F6A41F57654}" dt="2024-01-14T10:25:41.765" v="2" actId="1076"/>
          <ac:picMkLst>
            <pc:docMk/>
            <pc:sldMk cId="3898536370" sldId="327"/>
            <ac:picMk id="14" creationId="{00000000-0000-0000-0000-000000000000}"/>
          </ac:picMkLst>
        </pc:picChg>
      </pc:sldChg>
    </pc:docChg>
  </pc:docChgLst>
  <pc:docChgLst>
    <pc:chgData name="MOKSH MALHOTRA" userId="S::m.moksh@iitg.ac.in::67388558-37ed-4c5b-b84b-4de4e5163e5c" providerId="AD" clId="Web-{DD00120F-E182-1109-40C6-FABA1057DA66}"/>
    <pc:docChg chg="modSld">
      <pc:chgData name="MOKSH MALHOTRA" userId="S::m.moksh@iitg.ac.in::67388558-37ed-4c5b-b84b-4de4e5163e5c" providerId="AD" clId="Web-{DD00120F-E182-1109-40C6-FABA1057DA66}" dt="2024-01-19T07:34:50.675" v="28" actId="14100"/>
      <pc:docMkLst>
        <pc:docMk/>
      </pc:docMkLst>
      <pc:sldChg chg="modSp">
        <pc:chgData name="MOKSH MALHOTRA" userId="S::m.moksh@iitg.ac.in::67388558-37ed-4c5b-b84b-4de4e5163e5c" providerId="AD" clId="Web-{DD00120F-E182-1109-40C6-FABA1057DA66}" dt="2024-01-19T06:46:36.169" v="1" actId="20577"/>
        <pc:sldMkLst>
          <pc:docMk/>
          <pc:sldMk cId="3881121737" sldId="284"/>
        </pc:sldMkLst>
        <pc:spChg chg="mod">
          <ac:chgData name="MOKSH MALHOTRA" userId="S::m.moksh@iitg.ac.in::67388558-37ed-4c5b-b84b-4de4e5163e5c" providerId="AD" clId="Web-{DD00120F-E182-1109-40C6-FABA1057DA66}" dt="2024-01-19T06:46:36.169" v="1" actId="20577"/>
          <ac:spMkLst>
            <pc:docMk/>
            <pc:sldMk cId="3881121737" sldId="284"/>
            <ac:spMk id="6" creationId="{00000000-0000-0000-0000-000000000000}"/>
          </ac:spMkLst>
        </pc:spChg>
      </pc:sldChg>
      <pc:sldChg chg="modSp">
        <pc:chgData name="MOKSH MALHOTRA" userId="S::m.moksh@iitg.ac.in::67388558-37ed-4c5b-b84b-4de4e5163e5c" providerId="AD" clId="Web-{DD00120F-E182-1109-40C6-FABA1057DA66}" dt="2024-01-19T06:53:30.264" v="7" actId="20577"/>
        <pc:sldMkLst>
          <pc:docMk/>
          <pc:sldMk cId="1655675393" sldId="286"/>
        </pc:sldMkLst>
        <pc:spChg chg="mod">
          <ac:chgData name="MOKSH MALHOTRA" userId="S::m.moksh@iitg.ac.in::67388558-37ed-4c5b-b84b-4de4e5163e5c" providerId="AD" clId="Web-{DD00120F-E182-1109-40C6-FABA1057DA66}" dt="2024-01-19T06:53:30.264" v="7" actId="20577"/>
          <ac:spMkLst>
            <pc:docMk/>
            <pc:sldMk cId="1655675393" sldId="286"/>
            <ac:spMk id="6" creationId="{00000000-0000-0000-0000-000000000000}"/>
          </ac:spMkLst>
        </pc:spChg>
      </pc:sldChg>
      <pc:sldChg chg="modSp">
        <pc:chgData name="MOKSH MALHOTRA" userId="S::m.moksh@iitg.ac.in::67388558-37ed-4c5b-b84b-4de4e5163e5c" providerId="AD" clId="Web-{DD00120F-E182-1109-40C6-FABA1057DA66}" dt="2024-01-19T07:00:46.703" v="10" actId="14100"/>
        <pc:sldMkLst>
          <pc:docMk/>
          <pc:sldMk cId="3242011962" sldId="287"/>
        </pc:sldMkLst>
        <pc:inkChg chg="mod">
          <ac:chgData name="MOKSH MALHOTRA" userId="S::m.moksh@iitg.ac.in::67388558-37ed-4c5b-b84b-4de4e5163e5c" providerId="AD" clId="Web-{DD00120F-E182-1109-40C6-FABA1057DA66}" dt="2024-01-19T07:00:46.703" v="10" actId="14100"/>
          <ac:inkMkLst>
            <pc:docMk/>
            <pc:sldMk cId="3242011962" sldId="287"/>
            <ac:inkMk id="22" creationId="{00000000-0000-0000-0000-000000000000}"/>
          </ac:inkMkLst>
        </pc:inkChg>
      </pc:sldChg>
      <pc:sldChg chg="modSp">
        <pc:chgData name="MOKSH MALHOTRA" userId="S::m.moksh@iitg.ac.in::67388558-37ed-4c5b-b84b-4de4e5163e5c" providerId="AD" clId="Web-{DD00120F-E182-1109-40C6-FABA1057DA66}" dt="2024-01-19T07:01:29.174" v="12" actId="1076"/>
        <pc:sldMkLst>
          <pc:docMk/>
          <pc:sldMk cId="874982810" sldId="290"/>
        </pc:sldMkLst>
        <pc:picChg chg="mod">
          <ac:chgData name="MOKSH MALHOTRA" userId="S::m.moksh@iitg.ac.in::67388558-37ed-4c5b-b84b-4de4e5163e5c" providerId="AD" clId="Web-{DD00120F-E182-1109-40C6-FABA1057DA66}" dt="2024-01-19T07:01:29.174" v="12" actId="1076"/>
          <ac:picMkLst>
            <pc:docMk/>
            <pc:sldMk cId="874982810" sldId="290"/>
            <ac:picMk id="8" creationId="{00000000-0000-0000-0000-000000000000}"/>
          </ac:picMkLst>
        </pc:picChg>
      </pc:sldChg>
      <pc:sldChg chg="modSp">
        <pc:chgData name="MOKSH MALHOTRA" userId="S::m.moksh@iitg.ac.in::67388558-37ed-4c5b-b84b-4de4e5163e5c" providerId="AD" clId="Web-{DD00120F-E182-1109-40C6-FABA1057DA66}" dt="2024-01-19T07:03:52.008" v="13" actId="1076"/>
        <pc:sldMkLst>
          <pc:docMk/>
          <pc:sldMk cId="3342883386" sldId="292"/>
        </pc:sldMkLst>
        <pc:picChg chg="mod">
          <ac:chgData name="MOKSH MALHOTRA" userId="S::m.moksh@iitg.ac.in::67388558-37ed-4c5b-b84b-4de4e5163e5c" providerId="AD" clId="Web-{DD00120F-E182-1109-40C6-FABA1057DA66}" dt="2024-01-19T07:03:52.008" v="13" actId="1076"/>
          <ac:picMkLst>
            <pc:docMk/>
            <pc:sldMk cId="3342883386" sldId="292"/>
            <ac:picMk id="8" creationId="{00000000-0000-0000-0000-000000000000}"/>
          </ac:picMkLst>
        </pc:picChg>
      </pc:sldChg>
      <pc:sldChg chg="modSp">
        <pc:chgData name="MOKSH MALHOTRA" userId="S::m.moksh@iitg.ac.in::67388558-37ed-4c5b-b84b-4de4e5163e5c" providerId="AD" clId="Web-{DD00120F-E182-1109-40C6-FABA1057DA66}" dt="2024-01-19T06:56:43.303" v="8" actId="1076"/>
        <pc:sldMkLst>
          <pc:docMk/>
          <pc:sldMk cId="1476064771" sldId="294"/>
        </pc:sldMkLst>
        <pc:picChg chg="mod">
          <ac:chgData name="MOKSH MALHOTRA" userId="S::m.moksh@iitg.ac.in::67388558-37ed-4c5b-b84b-4de4e5163e5c" providerId="AD" clId="Web-{DD00120F-E182-1109-40C6-FABA1057DA66}" dt="2024-01-19T06:56:43.303" v="8" actId="1076"/>
          <ac:picMkLst>
            <pc:docMk/>
            <pc:sldMk cId="1476064771" sldId="294"/>
            <ac:picMk id="7" creationId="{00000000-0000-0000-0000-000000000000}"/>
          </ac:picMkLst>
        </pc:picChg>
      </pc:sldChg>
      <pc:sldChg chg="modSp">
        <pc:chgData name="MOKSH MALHOTRA" userId="S::m.moksh@iitg.ac.in::67388558-37ed-4c5b-b84b-4de4e5163e5c" providerId="AD" clId="Web-{DD00120F-E182-1109-40C6-FABA1057DA66}" dt="2024-01-19T07:06:41.030" v="18" actId="20577"/>
        <pc:sldMkLst>
          <pc:docMk/>
          <pc:sldMk cId="1802077989" sldId="295"/>
        </pc:sldMkLst>
        <pc:spChg chg="mod">
          <ac:chgData name="MOKSH MALHOTRA" userId="S::m.moksh@iitg.ac.in::67388558-37ed-4c5b-b84b-4de4e5163e5c" providerId="AD" clId="Web-{DD00120F-E182-1109-40C6-FABA1057DA66}" dt="2024-01-19T07:06:41.030" v="18" actId="20577"/>
          <ac:spMkLst>
            <pc:docMk/>
            <pc:sldMk cId="1802077989" sldId="295"/>
            <ac:spMk id="6" creationId="{00000000-0000-0000-0000-000000000000}"/>
          </ac:spMkLst>
        </pc:spChg>
      </pc:sldChg>
      <pc:sldChg chg="modSp">
        <pc:chgData name="MOKSH MALHOTRA" userId="S::m.moksh@iitg.ac.in::67388558-37ed-4c5b-b84b-4de4e5163e5c" providerId="AD" clId="Web-{DD00120F-E182-1109-40C6-FABA1057DA66}" dt="2024-01-19T07:18:34.105" v="23" actId="20577"/>
        <pc:sldMkLst>
          <pc:docMk/>
          <pc:sldMk cId="2505142641" sldId="301"/>
        </pc:sldMkLst>
        <pc:spChg chg="mod">
          <ac:chgData name="MOKSH MALHOTRA" userId="S::m.moksh@iitg.ac.in::67388558-37ed-4c5b-b84b-4de4e5163e5c" providerId="AD" clId="Web-{DD00120F-E182-1109-40C6-FABA1057DA66}" dt="2024-01-19T07:18:34.105" v="23" actId="20577"/>
          <ac:spMkLst>
            <pc:docMk/>
            <pc:sldMk cId="2505142641" sldId="301"/>
            <ac:spMk id="12" creationId="{00000000-0000-0000-0000-000000000000}"/>
          </ac:spMkLst>
        </pc:spChg>
      </pc:sldChg>
      <pc:sldChg chg="modSp">
        <pc:chgData name="MOKSH MALHOTRA" userId="S::m.moksh@iitg.ac.in::67388558-37ed-4c5b-b84b-4de4e5163e5c" providerId="AD" clId="Web-{DD00120F-E182-1109-40C6-FABA1057DA66}" dt="2024-01-19T07:34:50.675" v="28" actId="14100"/>
        <pc:sldMkLst>
          <pc:docMk/>
          <pc:sldMk cId="2004756423" sldId="305"/>
        </pc:sldMkLst>
        <pc:spChg chg="mod">
          <ac:chgData name="MOKSH MALHOTRA" userId="S::m.moksh@iitg.ac.in::67388558-37ed-4c5b-b84b-4de4e5163e5c" providerId="AD" clId="Web-{DD00120F-E182-1109-40C6-FABA1057DA66}" dt="2024-01-19T07:34:50.675" v="28" actId="14100"/>
          <ac:spMkLst>
            <pc:docMk/>
            <pc:sldMk cId="2004756423" sldId="305"/>
            <ac:spMk id="2" creationId="{00000000-0000-0000-0000-000000000000}"/>
          </ac:spMkLst>
        </pc:spChg>
      </pc:sldChg>
    </pc:docChg>
  </pc:docChgLst>
  <pc:docChgLst>
    <pc:chgData name="PREM RAWAT" userId="S::prem.rawat@iitg.ac.in::49ef8eda-b52e-445f-b0f7-0956ee080074" providerId="AD" clId="Web-{E9047D36-351C-A7C9-7FF9-8539A98C44C8}"/>
    <pc:docChg chg="modSld">
      <pc:chgData name="PREM RAWAT" userId="S::prem.rawat@iitg.ac.in::49ef8eda-b52e-445f-b0f7-0956ee080074" providerId="AD" clId="Web-{E9047D36-351C-A7C9-7FF9-8539A98C44C8}" dt="2024-01-10T12:34:35.678" v="1" actId="1076"/>
      <pc:docMkLst>
        <pc:docMk/>
      </pc:docMkLst>
      <pc:sldChg chg="modSp">
        <pc:chgData name="PREM RAWAT" userId="S::prem.rawat@iitg.ac.in::49ef8eda-b52e-445f-b0f7-0956ee080074" providerId="AD" clId="Web-{E9047D36-351C-A7C9-7FF9-8539A98C44C8}" dt="2024-01-10T12:34:35.678" v="1" actId="1076"/>
        <pc:sldMkLst>
          <pc:docMk/>
          <pc:sldMk cId="3369215020" sldId="321"/>
        </pc:sldMkLst>
        <pc:picChg chg="mod">
          <ac:chgData name="PREM RAWAT" userId="S::prem.rawat@iitg.ac.in::49ef8eda-b52e-445f-b0f7-0956ee080074" providerId="AD" clId="Web-{E9047D36-351C-A7C9-7FF9-8539A98C44C8}" dt="2024-01-10T12:34:35.678" v="1" actId="1076"/>
          <ac:picMkLst>
            <pc:docMk/>
            <pc:sldMk cId="3369215020" sldId="321"/>
            <ac:picMk id="3" creationId="{00000000-0000-0000-0000-000000000000}"/>
          </ac:picMkLst>
        </pc:picChg>
      </pc:sldChg>
    </pc:docChg>
  </pc:docChgLst>
  <pc:docChgLst>
    <pc:chgData name="TAUSIQUE SHAMS" userId="e4c0750b-4bc3-4057-80fd-97d61830bb66" providerId="ADAL" clId="{37B86ADA-247A-AA4E-B479-BE0A5051947B}"/>
    <pc:docChg chg="undo custSel modSld">
      <pc:chgData name="TAUSIQUE SHAMS" userId="e4c0750b-4bc3-4057-80fd-97d61830bb66" providerId="ADAL" clId="{37B86ADA-247A-AA4E-B479-BE0A5051947B}" dt="2024-01-10T10:30:21.352" v="4" actId="688"/>
      <pc:docMkLst>
        <pc:docMk/>
      </pc:docMkLst>
      <pc:sldChg chg="addSp delSp modSp">
        <pc:chgData name="TAUSIQUE SHAMS" userId="e4c0750b-4bc3-4057-80fd-97d61830bb66" providerId="ADAL" clId="{37B86ADA-247A-AA4E-B479-BE0A5051947B}" dt="2024-01-10T10:30:21.352" v="4" actId="688"/>
        <pc:sldMkLst>
          <pc:docMk/>
          <pc:sldMk cId="379058988" sldId="316"/>
        </pc:sldMkLst>
        <pc:spChg chg="add del mod">
          <ac:chgData name="TAUSIQUE SHAMS" userId="e4c0750b-4bc3-4057-80fd-97d61830bb66" providerId="ADAL" clId="{37B86ADA-247A-AA4E-B479-BE0A5051947B}" dt="2024-01-10T10:30:21.352" v="4" actId="688"/>
          <ac:spMkLst>
            <pc:docMk/>
            <pc:sldMk cId="379058988" sldId="316"/>
            <ac:spMk id="5" creationId="{00000000-0000-0000-0000-000000000000}"/>
          </ac:spMkLst>
        </pc:spChg>
      </pc:sldChg>
    </pc:docChg>
  </pc:docChgLst>
  <pc:docChgLst>
    <pc:chgData name="MODI MITHIL PINAKINKUMAR" userId="42dd67b6-835d-4e8f-8dea-162fc14c392d" providerId="ADAL" clId="{B82C5420-D2E4-4336-BBE5-EDD25286C33C}"/>
    <pc:docChg chg="modSld">
      <pc:chgData name="MODI MITHIL PINAKINKUMAR" userId="42dd67b6-835d-4e8f-8dea-162fc14c392d" providerId="ADAL" clId="{B82C5420-D2E4-4336-BBE5-EDD25286C33C}" dt="2024-01-09T11:06:17.599" v="2" actId="1076"/>
      <pc:docMkLst>
        <pc:docMk/>
      </pc:docMkLst>
      <pc:sldChg chg="modSp mod">
        <pc:chgData name="MODI MITHIL PINAKINKUMAR" userId="42dd67b6-835d-4e8f-8dea-162fc14c392d" providerId="ADAL" clId="{B82C5420-D2E4-4336-BBE5-EDD25286C33C}" dt="2024-01-09T11:06:17.599" v="2" actId="1076"/>
        <pc:sldMkLst>
          <pc:docMk/>
          <pc:sldMk cId="248049347" sldId="259"/>
        </pc:sldMkLst>
        <pc:spChg chg="mod">
          <ac:chgData name="MODI MITHIL PINAKINKUMAR" userId="42dd67b6-835d-4e8f-8dea-162fc14c392d" providerId="ADAL" clId="{B82C5420-D2E4-4336-BBE5-EDD25286C33C}" dt="2024-01-09T11:06:17.599" v="2" actId="1076"/>
          <ac:spMkLst>
            <pc:docMk/>
            <pc:sldMk cId="248049347" sldId="259"/>
            <ac:spMk id="2" creationId="{00000000-0000-0000-0000-000000000000}"/>
          </ac:spMkLst>
        </pc:spChg>
        <pc:picChg chg="mod">
          <ac:chgData name="MODI MITHIL PINAKINKUMAR" userId="42dd67b6-835d-4e8f-8dea-162fc14c392d" providerId="ADAL" clId="{B82C5420-D2E4-4336-BBE5-EDD25286C33C}" dt="2024-01-09T11:06:07.741" v="1" actId="1076"/>
          <ac:picMkLst>
            <pc:docMk/>
            <pc:sldMk cId="248049347" sldId="259"/>
            <ac:picMk id="11266" creationId="{00000000-0000-0000-0000-000000000000}"/>
          </ac:picMkLst>
        </pc:picChg>
      </pc:sldChg>
    </pc:docChg>
  </pc:docChgLst>
  <pc:docChgLst>
    <pc:chgData name="Kusum Kumari Singh" userId="S::kusumsingh@iitg.ac.in::40b84664-2048-4be9-825b-203efbdfa3e7" providerId="AD" clId="Web-{F4A53B33-7D5F-4DE6-8725-E21FC42C3833}"/>
    <pc:docChg chg="delSld">
      <pc:chgData name="Kusum Kumari Singh" userId="S::kusumsingh@iitg.ac.in::40b84664-2048-4be9-825b-203efbdfa3e7" providerId="AD" clId="Web-{F4A53B33-7D5F-4DE6-8725-E21FC42C3833}" dt="2024-01-09T08:08:10.058" v="5"/>
      <pc:docMkLst>
        <pc:docMk/>
      </pc:docMkLst>
      <pc:sldChg chg="del">
        <pc:chgData name="Kusum Kumari Singh" userId="S::kusumsingh@iitg.ac.in::40b84664-2048-4be9-825b-203efbdfa3e7" providerId="AD" clId="Web-{F4A53B33-7D5F-4DE6-8725-E21FC42C3833}" dt="2024-01-09T08:08:08.964" v="4"/>
        <pc:sldMkLst>
          <pc:docMk/>
          <pc:sldMk cId="2710963472" sldId="307"/>
        </pc:sldMkLst>
      </pc:sldChg>
      <pc:sldChg chg="del">
        <pc:chgData name="Kusum Kumari Singh" userId="S::kusumsingh@iitg.ac.in::40b84664-2048-4be9-825b-203efbdfa3e7" providerId="AD" clId="Web-{F4A53B33-7D5F-4DE6-8725-E21FC42C3833}" dt="2024-01-09T08:08:08.277" v="3"/>
        <pc:sldMkLst>
          <pc:docMk/>
          <pc:sldMk cId="3552919806" sldId="308"/>
        </pc:sldMkLst>
      </pc:sldChg>
      <pc:sldChg chg="del">
        <pc:chgData name="Kusum Kumari Singh" userId="S::kusumsingh@iitg.ac.in::40b84664-2048-4be9-825b-203efbdfa3e7" providerId="AD" clId="Web-{F4A53B33-7D5F-4DE6-8725-E21FC42C3833}" dt="2024-01-09T08:08:07.277" v="2"/>
        <pc:sldMkLst>
          <pc:docMk/>
          <pc:sldMk cId="585677409" sldId="309"/>
        </pc:sldMkLst>
      </pc:sldChg>
      <pc:sldChg chg="del">
        <pc:chgData name="Kusum Kumari Singh" userId="S::kusumsingh@iitg.ac.in::40b84664-2048-4be9-825b-203efbdfa3e7" providerId="AD" clId="Web-{F4A53B33-7D5F-4DE6-8725-E21FC42C3833}" dt="2024-01-09T08:08:06.027" v="1"/>
        <pc:sldMkLst>
          <pc:docMk/>
          <pc:sldMk cId="310533527" sldId="310"/>
        </pc:sldMkLst>
      </pc:sldChg>
      <pc:sldChg chg="del">
        <pc:chgData name="Kusum Kumari Singh" userId="S::kusumsingh@iitg.ac.in::40b84664-2048-4be9-825b-203efbdfa3e7" providerId="AD" clId="Web-{F4A53B33-7D5F-4DE6-8725-E21FC42C3833}" dt="2024-01-09T08:08:04.901" v="0"/>
        <pc:sldMkLst>
          <pc:docMk/>
          <pc:sldMk cId="1814015174" sldId="311"/>
        </pc:sldMkLst>
      </pc:sldChg>
      <pc:sldChg chg="del">
        <pc:chgData name="Kusum Kumari Singh" userId="S::kusumsingh@iitg.ac.in::40b84664-2048-4be9-825b-203efbdfa3e7" providerId="AD" clId="Web-{F4A53B33-7D5F-4DE6-8725-E21FC42C3833}" dt="2024-01-09T08:08:10.058" v="5"/>
        <pc:sldMkLst>
          <pc:docMk/>
          <pc:sldMk cId="3195355814" sldId="315"/>
        </pc:sldMkLst>
      </pc:sldChg>
    </pc:docChg>
  </pc:docChgLst>
  <pc:docChgLst>
    <pc:chgData name="BHARSHITA DEKA" userId="S::d.bharshita@iitg.ac.in::df355db1-9f82-443e-8603-13fb8c0d7052" providerId="AD" clId="Web-{F301089C-6EB8-7A35-02B2-549652B3D1C4}"/>
    <pc:docChg chg="modSld">
      <pc:chgData name="BHARSHITA DEKA" userId="S::d.bharshita@iitg.ac.in::df355db1-9f82-443e-8603-13fb8c0d7052" providerId="AD" clId="Web-{F301089C-6EB8-7A35-02B2-549652B3D1C4}" dt="2024-01-10T03:14:48.658" v="3" actId="14100"/>
      <pc:docMkLst>
        <pc:docMk/>
      </pc:docMkLst>
      <pc:sldChg chg="modSp">
        <pc:chgData name="BHARSHITA DEKA" userId="S::d.bharshita@iitg.ac.in::df355db1-9f82-443e-8603-13fb8c0d7052" providerId="AD" clId="Web-{F301089C-6EB8-7A35-02B2-549652B3D1C4}" dt="2024-01-10T03:14:48.658" v="3" actId="14100"/>
        <pc:sldMkLst>
          <pc:docMk/>
          <pc:sldMk cId="918838807" sldId="298"/>
        </pc:sldMkLst>
        <pc:picChg chg="mod">
          <ac:chgData name="BHARSHITA DEKA" userId="S::d.bharshita@iitg.ac.in::df355db1-9f82-443e-8603-13fb8c0d7052" providerId="AD" clId="Web-{F301089C-6EB8-7A35-02B2-549652B3D1C4}" dt="2024-01-10T03:14:48.658" v="3" actId="14100"/>
          <ac:picMkLst>
            <pc:docMk/>
            <pc:sldMk cId="918838807" sldId="298"/>
            <ac:picMk id="53" creationId="{00000000-0000-0000-0000-000000000000}"/>
          </ac:picMkLst>
        </pc:picChg>
      </pc:sldChg>
    </pc:docChg>
  </pc:docChgLst>
  <pc:docChgLst>
    <pc:chgData name="SATYAM" userId="S::satyam.7063@iitg.ac.in::a957e1c2-eb8a-4906-8b59-5e77f95b9de2" providerId="AD" clId="Web-{C627DFC2-0189-43C8-ADA6-11E285627A31}"/>
    <pc:docChg chg="modSld">
      <pc:chgData name="SATYAM" userId="S::satyam.7063@iitg.ac.in::a957e1c2-eb8a-4906-8b59-5e77f95b9de2" providerId="AD" clId="Web-{C627DFC2-0189-43C8-ADA6-11E285627A31}" dt="2024-01-10T12:30:41.849" v="0" actId="1076"/>
      <pc:docMkLst>
        <pc:docMk/>
      </pc:docMkLst>
      <pc:sldChg chg="modSp">
        <pc:chgData name="SATYAM" userId="S::satyam.7063@iitg.ac.in::a957e1c2-eb8a-4906-8b59-5e77f95b9de2" providerId="AD" clId="Web-{C627DFC2-0189-43C8-ADA6-11E285627A31}" dt="2024-01-10T12:30:41.849" v="0" actId="1076"/>
        <pc:sldMkLst>
          <pc:docMk/>
          <pc:sldMk cId="2471778126" sldId="317"/>
        </pc:sldMkLst>
        <pc:grpChg chg="mod">
          <ac:chgData name="SATYAM" userId="S::satyam.7063@iitg.ac.in::a957e1c2-eb8a-4906-8b59-5e77f95b9de2" providerId="AD" clId="Web-{C627DFC2-0189-43C8-ADA6-11E285627A31}" dt="2024-01-10T12:30:41.849" v="0" actId="1076"/>
          <ac:grpSpMkLst>
            <pc:docMk/>
            <pc:sldMk cId="2471778126" sldId="317"/>
            <ac:grpSpMk id="10" creationId="{00000000-0000-0000-0000-000000000000}"/>
          </ac:grpSpMkLst>
        </pc:grpChg>
      </pc:sldChg>
    </pc:docChg>
  </pc:docChgLst>
  <pc:docChgLst>
    <pc:chgData name="SANDHINENI MITHIL" userId="S::m.sandhineni@iitg.ac.in::0332c6b3-8931-41e4-b2cd-e2417b477216" providerId="AD" clId="Web-{3E4E623A-0442-4105-8243-D8F5B93EBB84}"/>
    <pc:docChg chg="modSld">
      <pc:chgData name="SANDHINENI MITHIL" userId="S::m.sandhineni@iitg.ac.in::0332c6b3-8931-41e4-b2cd-e2417b477216" providerId="AD" clId="Web-{3E4E623A-0442-4105-8243-D8F5B93EBB84}" dt="2024-01-12T09:54:20.341" v="0" actId="20577"/>
      <pc:docMkLst>
        <pc:docMk/>
      </pc:docMkLst>
      <pc:sldChg chg="modSp">
        <pc:chgData name="SANDHINENI MITHIL" userId="S::m.sandhineni@iitg.ac.in::0332c6b3-8931-41e4-b2cd-e2417b477216" providerId="AD" clId="Web-{3E4E623A-0442-4105-8243-D8F5B93EBB84}" dt="2024-01-12T09:54:20.341" v="0" actId="20577"/>
        <pc:sldMkLst>
          <pc:docMk/>
          <pc:sldMk cId="2004756423" sldId="305"/>
        </pc:sldMkLst>
        <pc:spChg chg="mod">
          <ac:chgData name="SANDHINENI MITHIL" userId="S::m.sandhineni@iitg.ac.in::0332c6b3-8931-41e4-b2cd-e2417b477216" providerId="AD" clId="Web-{3E4E623A-0442-4105-8243-D8F5B93EBB84}" dt="2024-01-12T09:54:20.341" v="0" actId="20577"/>
          <ac:spMkLst>
            <pc:docMk/>
            <pc:sldMk cId="2004756423" sldId="305"/>
            <ac:spMk id="3" creationId="{00000000-0000-0000-0000-000000000000}"/>
          </ac:spMkLst>
        </pc:spChg>
      </pc:sldChg>
    </pc:docChg>
  </pc:docChgLst>
  <pc:docChgLst>
    <pc:chgData name="ALLU LEELA ADITHYA" userId="S::a.allu@iitg.ac.in::0b53fc92-c286-4fcb-b6b3-f7375b9c3190" providerId="AD" clId="Web-{89FEB265-8E5B-4DDB-B7BD-8C4341221882}"/>
    <pc:docChg chg="modSld">
      <pc:chgData name="ALLU LEELA ADITHYA" userId="S::a.allu@iitg.ac.in::0b53fc92-c286-4fcb-b6b3-f7375b9c3190" providerId="AD" clId="Web-{89FEB265-8E5B-4DDB-B7BD-8C4341221882}" dt="2024-01-12T17:42:23.107" v="0" actId="14100"/>
      <pc:docMkLst>
        <pc:docMk/>
      </pc:docMkLst>
      <pc:sldChg chg="modSp">
        <pc:chgData name="ALLU LEELA ADITHYA" userId="S::a.allu@iitg.ac.in::0b53fc92-c286-4fcb-b6b3-f7375b9c3190" providerId="AD" clId="Web-{89FEB265-8E5B-4DDB-B7BD-8C4341221882}" dt="2024-01-12T17:42:23.107" v="0" actId="14100"/>
        <pc:sldMkLst>
          <pc:docMk/>
          <pc:sldMk cId="1054228715" sldId="322"/>
        </pc:sldMkLst>
        <pc:picChg chg="mod">
          <ac:chgData name="ALLU LEELA ADITHYA" userId="S::a.allu@iitg.ac.in::0b53fc92-c286-4fcb-b6b3-f7375b9c3190" providerId="AD" clId="Web-{89FEB265-8E5B-4DDB-B7BD-8C4341221882}" dt="2024-01-12T17:42:23.107" v="0" actId="14100"/>
          <ac:picMkLst>
            <pc:docMk/>
            <pc:sldMk cId="1054228715" sldId="322"/>
            <ac:picMk id="4" creationId="{00000000-0000-0000-0000-000000000000}"/>
          </ac:picMkLst>
        </pc:picChg>
      </pc:sldChg>
    </pc:docChg>
  </pc:docChgLst>
  <pc:docChgLst>
    <pc:chgData name="ARUNIKA NASKAR" userId="S::n.arunika@iitg.ac.in::8d20f68b-a610-4be7-a3b5-1ac47057cd47" providerId="AD" clId="Web-{45958A5B-8ED7-457E-403E-20DC06934FC1}"/>
    <pc:docChg chg="modSld">
      <pc:chgData name="ARUNIKA NASKAR" userId="S::n.arunika@iitg.ac.in::8d20f68b-a610-4be7-a3b5-1ac47057cd47" providerId="AD" clId="Web-{45958A5B-8ED7-457E-403E-20DC06934FC1}" dt="2024-01-13T18:01:34.402" v="11" actId="1076"/>
      <pc:docMkLst>
        <pc:docMk/>
      </pc:docMkLst>
      <pc:sldChg chg="modSp">
        <pc:chgData name="ARUNIKA NASKAR" userId="S::n.arunika@iitg.ac.in::8d20f68b-a610-4be7-a3b5-1ac47057cd47" providerId="AD" clId="Web-{45958A5B-8ED7-457E-403E-20DC06934FC1}" dt="2024-01-13T17:56:41.970" v="7" actId="1076"/>
        <pc:sldMkLst>
          <pc:docMk/>
          <pc:sldMk cId="874982810" sldId="290"/>
        </pc:sldMkLst>
        <pc:picChg chg="mod">
          <ac:chgData name="ARUNIKA NASKAR" userId="S::n.arunika@iitg.ac.in::8d20f68b-a610-4be7-a3b5-1ac47057cd47" providerId="AD" clId="Web-{45958A5B-8ED7-457E-403E-20DC06934FC1}" dt="2024-01-13T17:56:38.080" v="6" actId="1076"/>
          <ac:picMkLst>
            <pc:docMk/>
            <pc:sldMk cId="874982810" sldId="290"/>
            <ac:picMk id="1026" creationId="{00000000-0000-0000-0000-000000000000}"/>
          </ac:picMkLst>
        </pc:picChg>
        <pc:picChg chg="mod">
          <ac:chgData name="ARUNIKA NASKAR" userId="S::n.arunika@iitg.ac.in::8d20f68b-a610-4be7-a3b5-1ac47057cd47" providerId="AD" clId="Web-{45958A5B-8ED7-457E-403E-20DC06934FC1}" dt="2024-01-13T17:56:41.970" v="7" actId="1076"/>
          <ac:picMkLst>
            <pc:docMk/>
            <pc:sldMk cId="874982810" sldId="290"/>
            <ac:picMk id="1028" creationId="{00000000-0000-0000-0000-000000000000}"/>
          </ac:picMkLst>
        </pc:picChg>
      </pc:sldChg>
      <pc:sldChg chg="modSp">
        <pc:chgData name="ARUNIKA NASKAR" userId="S::n.arunika@iitg.ac.in::8d20f68b-a610-4be7-a3b5-1ac47057cd47" providerId="AD" clId="Web-{45958A5B-8ED7-457E-403E-20DC06934FC1}" dt="2024-01-13T18:01:34.402" v="11" actId="1076"/>
        <pc:sldMkLst>
          <pc:docMk/>
          <pc:sldMk cId="3342883386" sldId="292"/>
        </pc:sldMkLst>
        <pc:picChg chg="mod">
          <ac:chgData name="ARUNIKA NASKAR" userId="S::n.arunika@iitg.ac.in::8d20f68b-a610-4be7-a3b5-1ac47057cd47" providerId="AD" clId="Web-{45958A5B-8ED7-457E-403E-20DC06934FC1}" dt="2024-01-13T18:01:34.402" v="11" actId="1076"/>
          <ac:picMkLst>
            <pc:docMk/>
            <pc:sldMk cId="3342883386" sldId="292"/>
            <ac:picMk id="8" creationId="{00000000-0000-0000-0000-000000000000}"/>
          </ac:picMkLst>
        </pc:picChg>
      </pc:sldChg>
      <pc:sldChg chg="modSp">
        <pc:chgData name="ARUNIKA NASKAR" userId="S::n.arunika@iitg.ac.in::8d20f68b-a610-4be7-a3b5-1ac47057cd47" providerId="AD" clId="Web-{45958A5B-8ED7-457E-403E-20DC06934FC1}" dt="2024-01-13T17:45:28.931" v="1" actId="1076"/>
        <pc:sldMkLst>
          <pc:docMk/>
          <pc:sldMk cId="3955284714" sldId="303"/>
        </pc:sldMkLst>
        <pc:picChg chg="mod">
          <ac:chgData name="ARUNIKA NASKAR" userId="S::n.arunika@iitg.ac.in::8d20f68b-a610-4be7-a3b5-1ac47057cd47" providerId="AD" clId="Web-{45958A5B-8ED7-457E-403E-20DC06934FC1}" dt="2024-01-13T17:45:28.931" v="1" actId="1076"/>
          <ac:picMkLst>
            <pc:docMk/>
            <pc:sldMk cId="3955284714" sldId="303"/>
            <ac:picMk id="3076" creationId="{00000000-0000-0000-0000-000000000000}"/>
          </ac:picMkLst>
        </pc:picChg>
      </pc:sldChg>
    </pc:docChg>
  </pc:docChgLst>
  <pc:docChgLst>
    <pc:chgData name="NEEL KEDIA" userId="S::n.kedia@iitg.ac.in::a45ca859-6a04-4a05-ab1d-a8e26b4c3e43" providerId="AD" clId="Web-{7BB1260A-1F0B-4185-9B24-EACA6DC755B6}"/>
    <pc:docChg chg="sldOrd">
      <pc:chgData name="NEEL KEDIA" userId="S::n.kedia@iitg.ac.in::a45ca859-6a04-4a05-ab1d-a8e26b4c3e43" providerId="AD" clId="Web-{7BB1260A-1F0B-4185-9B24-EACA6DC755B6}" dt="2024-01-09T10:39:25.481" v="0"/>
      <pc:docMkLst>
        <pc:docMk/>
      </pc:docMkLst>
      <pc:sldChg chg="ord">
        <pc:chgData name="NEEL KEDIA" userId="S::n.kedia@iitg.ac.in::a45ca859-6a04-4a05-ab1d-a8e26b4c3e43" providerId="AD" clId="Web-{7BB1260A-1F0B-4185-9B24-EACA6DC755B6}" dt="2024-01-09T10:39:25.481" v="0"/>
        <pc:sldMkLst>
          <pc:docMk/>
          <pc:sldMk cId="2725531267" sldId="329"/>
        </pc:sldMkLst>
      </pc:sldChg>
    </pc:docChg>
  </pc:docChgLst>
  <pc:docChgLst>
    <pc:chgData name="VARSHIKA MANOJ MUTHA" userId="S::m.varshika@iitg.ac.in::f809dc12-f157-49e9-9d86-85457a23f2ff" providerId="AD" clId="Web-{064C63BB-317D-4D23-A919-5D1C32CF7EE4}"/>
    <pc:docChg chg="modSld">
      <pc:chgData name="VARSHIKA MANOJ MUTHA" userId="S::m.varshika@iitg.ac.in::f809dc12-f157-49e9-9d86-85457a23f2ff" providerId="AD" clId="Web-{064C63BB-317D-4D23-A919-5D1C32CF7EE4}" dt="2024-01-15T13:26:28.103" v="3" actId="20577"/>
      <pc:docMkLst>
        <pc:docMk/>
      </pc:docMkLst>
      <pc:sldChg chg="modSp">
        <pc:chgData name="VARSHIKA MANOJ MUTHA" userId="S::m.varshika@iitg.ac.in::f809dc12-f157-49e9-9d86-85457a23f2ff" providerId="AD" clId="Web-{064C63BB-317D-4D23-A919-5D1C32CF7EE4}" dt="2024-01-15T13:26:28.103" v="3" actId="20577"/>
        <pc:sldMkLst>
          <pc:docMk/>
          <pc:sldMk cId="1986129796" sldId="320"/>
        </pc:sldMkLst>
        <pc:spChg chg="mod">
          <ac:chgData name="VARSHIKA MANOJ MUTHA" userId="S::m.varshika@iitg.ac.in::f809dc12-f157-49e9-9d86-85457a23f2ff" providerId="AD" clId="Web-{064C63BB-317D-4D23-A919-5D1C32CF7EE4}" dt="2024-01-15T13:26:28.103" v="3" actId="20577"/>
          <ac:spMkLst>
            <pc:docMk/>
            <pc:sldMk cId="1986129796" sldId="320"/>
            <ac:spMk id="6" creationId="{00000000-0000-0000-0000-000000000000}"/>
          </ac:spMkLst>
        </pc:spChg>
      </pc:sldChg>
    </pc:docChg>
  </pc:docChgLst>
  <pc:docChgLst>
    <pc:chgData name="ARYASHI TRIPATHI" userId="S::t.aryashi@iitg.ac.in::614eefbf-3127-4b87-b51e-43ca21199b82" providerId="AD" clId="Web-{1E5D1BCA-4E84-4B03-97A1-6348BCC0BB7E}"/>
    <pc:docChg chg="modSld">
      <pc:chgData name="ARYASHI TRIPATHI" userId="S::t.aryashi@iitg.ac.in::614eefbf-3127-4b87-b51e-43ca21199b82" providerId="AD" clId="Web-{1E5D1BCA-4E84-4B03-97A1-6348BCC0BB7E}" dt="2024-01-10T02:28:45.721" v="27"/>
      <pc:docMkLst>
        <pc:docMk/>
      </pc:docMkLst>
      <pc:sldChg chg="modSp">
        <pc:chgData name="ARYASHI TRIPATHI" userId="S::t.aryashi@iitg.ac.in::614eefbf-3127-4b87-b51e-43ca21199b82" providerId="AD" clId="Web-{1E5D1BCA-4E84-4B03-97A1-6348BCC0BB7E}" dt="2024-01-10T02:22:36.425" v="9" actId="1076"/>
        <pc:sldMkLst>
          <pc:docMk/>
          <pc:sldMk cId="3242011962" sldId="287"/>
        </pc:sldMkLst>
        <pc:spChg chg="mod">
          <ac:chgData name="ARYASHI TRIPATHI" userId="S::t.aryashi@iitg.ac.in::614eefbf-3127-4b87-b51e-43ca21199b82" providerId="AD" clId="Web-{1E5D1BCA-4E84-4B03-97A1-6348BCC0BB7E}" dt="2024-01-10T02:22:32.440" v="8" actId="1076"/>
          <ac:spMkLst>
            <pc:docMk/>
            <pc:sldMk cId="3242011962" sldId="287"/>
            <ac:spMk id="9" creationId="{00000000-0000-0000-0000-000000000000}"/>
          </ac:spMkLst>
        </pc:spChg>
        <pc:spChg chg="mod">
          <ac:chgData name="ARYASHI TRIPATHI" userId="S::t.aryashi@iitg.ac.in::614eefbf-3127-4b87-b51e-43ca21199b82" providerId="AD" clId="Web-{1E5D1BCA-4E84-4B03-97A1-6348BCC0BB7E}" dt="2024-01-10T02:22:36.425" v="9" actId="1076"/>
          <ac:spMkLst>
            <pc:docMk/>
            <pc:sldMk cId="3242011962" sldId="287"/>
            <ac:spMk id="21" creationId="{00000000-0000-0000-0000-000000000000}"/>
          </ac:spMkLst>
        </pc:spChg>
      </pc:sldChg>
      <pc:sldChg chg="modSp">
        <pc:chgData name="ARYASHI TRIPATHI" userId="S::t.aryashi@iitg.ac.in::614eefbf-3127-4b87-b51e-43ca21199b82" providerId="AD" clId="Web-{1E5D1BCA-4E84-4B03-97A1-6348BCC0BB7E}" dt="2024-01-10T02:23:04.239" v="10" actId="1076"/>
        <pc:sldMkLst>
          <pc:docMk/>
          <pc:sldMk cId="874982810" sldId="290"/>
        </pc:sldMkLst>
        <pc:picChg chg="mod">
          <ac:chgData name="ARYASHI TRIPATHI" userId="S::t.aryashi@iitg.ac.in::614eefbf-3127-4b87-b51e-43ca21199b82" providerId="AD" clId="Web-{1E5D1BCA-4E84-4B03-97A1-6348BCC0BB7E}" dt="2024-01-10T02:23:04.239" v="10" actId="1076"/>
          <ac:picMkLst>
            <pc:docMk/>
            <pc:sldMk cId="874982810" sldId="290"/>
            <ac:picMk id="1028" creationId="{00000000-0000-0000-0000-000000000000}"/>
          </ac:picMkLst>
        </pc:picChg>
      </pc:sldChg>
      <pc:sldChg chg="modSp">
        <pc:chgData name="ARYASHI TRIPATHI" userId="S::t.aryashi@iitg.ac.in::614eefbf-3127-4b87-b51e-43ca21199b82" providerId="AD" clId="Web-{1E5D1BCA-4E84-4B03-97A1-6348BCC0BB7E}" dt="2024-01-10T02:22:19.627" v="7" actId="1076"/>
        <pc:sldMkLst>
          <pc:docMk/>
          <pc:sldMk cId="1476064771" sldId="294"/>
        </pc:sldMkLst>
        <pc:spChg chg="mod">
          <ac:chgData name="ARYASHI TRIPATHI" userId="S::t.aryashi@iitg.ac.in::614eefbf-3127-4b87-b51e-43ca21199b82" providerId="AD" clId="Web-{1E5D1BCA-4E84-4B03-97A1-6348BCC0BB7E}" dt="2024-01-10T02:22:01.424" v="2" actId="1076"/>
          <ac:spMkLst>
            <pc:docMk/>
            <pc:sldMk cId="1476064771" sldId="294"/>
            <ac:spMk id="8" creationId="{00000000-0000-0000-0000-000000000000}"/>
          </ac:spMkLst>
        </pc:spChg>
        <pc:spChg chg="mod">
          <ac:chgData name="ARYASHI TRIPATHI" userId="S::t.aryashi@iitg.ac.in::614eefbf-3127-4b87-b51e-43ca21199b82" providerId="AD" clId="Web-{1E5D1BCA-4E84-4B03-97A1-6348BCC0BB7E}" dt="2024-01-10T02:22:06.721" v="3" actId="1076"/>
          <ac:spMkLst>
            <pc:docMk/>
            <pc:sldMk cId="1476064771" sldId="294"/>
            <ac:spMk id="9" creationId="{00000000-0000-0000-0000-000000000000}"/>
          </ac:spMkLst>
        </pc:spChg>
        <pc:spChg chg="mod">
          <ac:chgData name="ARYASHI TRIPATHI" userId="S::t.aryashi@iitg.ac.in::614eefbf-3127-4b87-b51e-43ca21199b82" providerId="AD" clId="Web-{1E5D1BCA-4E84-4B03-97A1-6348BCC0BB7E}" dt="2024-01-10T02:22:10.721" v="4" actId="1076"/>
          <ac:spMkLst>
            <pc:docMk/>
            <pc:sldMk cId="1476064771" sldId="294"/>
            <ac:spMk id="10" creationId="{00000000-0000-0000-0000-000000000000}"/>
          </ac:spMkLst>
        </pc:spChg>
        <pc:spChg chg="mod">
          <ac:chgData name="ARYASHI TRIPATHI" userId="S::t.aryashi@iitg.ac.in::614eefbf-3127-4b87-b51e-43ca21199b82" providerId="AD" clId="Web-{1E5D1BCA-4E84-4B03-97A1-6348BCC0BB7E}" dt="2024-01-10T02:22:14.080" v="5" actId="1076"/>
          <ac:spMkLst>
            <pc:docMk/>
            <pc:sldMk cId="1476064771" sldId="294"/>
            <ac:spMk id="11" creationId="{00000000-0000-0000-0000-000000000000}"/>
          </ac:spMkLst>
        </pc:spChg>
        <pc:spChg chg="mod">
          <ac:chgData name="ARYASHI TRIPATHI" userId="S::t.aryashi@iitg.ac.in::614eefbf-3127-4b87-b51e-43ca21199b82" providerId="AD" clId="Web-{1E5D1BCA-4E84-4B03-97A1-6348BCC0BB7E}" dt="2024-01-10T02:22:19.627" v="7" actId="1076"/>
          <ac:spMkLst>
            <pc:docMk/>
            <pc:sldMk cId="1476064771" sldId="294"/>
            <ac:spMk id="12" creationId="{00000000-0000-0000-0000-000000000000}"/>
          </ac:spMkLst>
        </pc:spChg>
        <pc:spChg chg="mod">
          <ac:chgData name="ARYASHI TRIPATHI" userId="S::t.aryashi@iitg.ac.in::614eefbf-3127-4b87-b51e-43ca21199b82" providerId="AD" clId="Web-{1E5D1BCA-4E84-4B03-97A1-6348BCC0BB7E}" dt="2024-01-10T02:22:17.143" v="6" actId="1076"/>
          <ac:spMkLst>
            <pc:docMk/>
            <pc:sldMk cId="1476064771" sldId="294"/>
            <ac:spMk id="13" creationId="{00000000-0000-0000-0000-000000000000}"/>
          </ac:spMkLst>
        </pc:spChg>
      </pc:sldChg>
      <pc:sldChg chg="delSp modSp delAnim">
        <pc:chgData name="ARYASHI TRIPATHI" userId="S::t.aryashi@iitg.ac.in::614eefbf-3127-4b87-b51e-43ca21199b82" providerId="AD" clId="Web-{1E5D1BCA-4E84-4B03-97A1-6348BCC0BB7E}" dt="2024-01-10T02:24:32.008" v="20"/>
        <pc:sldMkLst>
          <pc:docMk/>
          <pc:sldMk cId="3607581311" sldId="297"/>
        </pc:sldMkLst>
        <pc:spChg chg="del mod">
          <ac:chgData name="ARYASHI TRIPATHI" userId="S::t.aryashi@iitg.ac.in::614eefbf-3127-4b87-b51e-43ca21199b82" providerId="AD" clId="Web-{1E5D1BCA-4E84-4B03-97A1-6348BCC0BB7E}" dt="2024-01-10T02:24:32.008" v="20"/>
          <ac:spMkLst>
            <pc:docMk/>
            <pc:sldMk cId="3607581311" sldId="297"/>
            <ac:spMk id="4" creationId="{00000000-0000-0000-0000-000000000000}"/>
          </ac:spMkLst>
        </pc:spChg>
        <pc:spChg chg="del mod">
          <ac:chgData name="ARYASHI TRIPATHI" userId="S::t.aryashi@iitg.ac.in::614eefbf-3127-4b87-b51e-43ca21199b82" providerId="AD" clId="Web-{1E5D1BCA-4E84-4B03-97A1-6348BCC0BB7E}" dt="2024-01-10T02:24:28.883" v="19"/>
          <ac:spMkLst>
            <pc:docMk/>
            <pc:sldMk cId="3607581311" sldId="297"/>
            <ac:spMk id="31" creationId="{00000000-0000-0000-0000-000000000000}"/>
          </ac:spMkLst>
        </pc:spChg>
        <pc:spChg chg="del mod">
          <ac:chgData name="ARYASHI TRIPATHI" userId="S::t.aryashi@iitg.ac.in::614eefbf-3127-4b87-b51e-43ca21199b82" providerId="AD" clId="Web-{1E5D1BCA-4E84-4B03-97A1-6348BCC0BB7E}" dt="2024-01-10T02:24:26.070" v="18"/>
          <ac:spMkLst>
            <pc:docMk/>
            <pc:sldMk cId="3607581311" sldId="297"/>
            <ac:spMk id="32" creationId="{00000000-0000-0000-0000-000000000000}"/>
          </ac:spMkLst>
        </pc:spChg>
        <pc:spChg chg="del topLvl">
          <ac:chgData name="ARYASHI TRIPATHI" userId="S::t.aryashi@iitg.ac.in::614eefbf-3127-4b87-b51e-43ca21199b82" providerId="AD" clId="Web-{1E5D1BCA-4E84-4B03-97A1-6348BCC0BB7E}" dt="2024-01-10T02:24:04.460" v="12"/>
          <ac:spMkLst>
            <pc:docMk/>
            <pc:sldMk cId="3607581311" sldId="297"/>
            <ac:spMk id="1275" creationId="{00000000-0000-0000-0000-000000000000}"/>
          </ac:spMkLst>
        </pc:spChg>
        <pc:spChg chg="del topLvl">
          <ac:chgData name="ARYASHI TRIPATHI" userId="S::t.aryashi@iitg.ac.in::614eefbf-3127-4b87-b51e-43ca21199b82" providerId="AD" clId="Web-{1E5D1BCA-4E84-4B03-97A1-6348BCC0BB7E}" dt="2024-01-10T02:24:08.382" v="13"/>
          <ac:spMkLst>
            <pc:docMk/>
            <pc:sldMk cId="3607581311" sldId="297"/>
            <ac:spMk id="1276" creationId="{00000000-0000-0000-0000-000000000000}"/>
          </ac:spMkLst>
        </pc:spChg>
        <pc:grpChg chg="del mod">
          <ac:chgData name="ARYASHI TRIPATHI" userId="S::t.aryashi@iitg.ac.in::614eefbf-3127-4b87-b51e-43ca21199b82" providerId="AD" clId="Web-{1E5D1BCA-4E84-4B03-97A1-6348BCC0BB7E}" dt="2024-01-10T02:24:04.460" v="12"/>
          <ac:grpSpMkLst>
            <pc:docMk/>
            <pc:sldMk cId="3607581311" sldId="297"/>
            <ac:grpSpMk id="1277" creationId="{00000000-0000-0000-0000-000000000000}"/>
          </ac:grpSpMkLst>
        </pc:grpChg>
      </pc:sldChg>
      <pc:sldChg chg="delSp modSp delAnim">
        <pc:chgData name="ARYASHI TRIPATHI" userId="S::t.aryashi@iitg.ac.in::614eefbf-3127-4b87-b51e-43ca21199b82" providerId="AD" clId="Web-{1E5D1BCA-4E84-4B03-97A1-6348BCC0BB7E}" dt="2024-01-10T02:25:05.322" v="24" actId="1076"/>
        <pc:sldMkLst>
          <pc:docMk/>
          <pc:sldMk cId="918838807" sldId="298"/>
        </pc:sldMkLst>
        <pc:spChg chg="mod">
          <ac:chgData name="ARYASHI TRIPATHI" userId="S::t.aryashi@iitg.ac.in::614eefbf-3127-4b87-b51e-43ca21199b82" providerId="AD" clId="Web-{1E5D1BCA-4E84-4B03-97A1-6348BCC0BB7E}" dt="2024-01-10T02:25:05.322" v="24" actId="1076"/>
          <ac:spMkLst>
            <pc:docMk/>
            <pc:sldMk cId="918838807" sldId="298"/>
            <ac:spMk id="3" creationId="{00000000-0000-0000-0000-000000000000}"/>
          </ac:spMkLst>
        </pc:spChg>
        <pc:spChg chg="del">
          <ac:chgData name="ARYASHI TRIPATHI" userId="S::t.aryashi@iitg.ac.in::614eefbf-3127-4b87-b51e-43ca21199b82" providerId="AD" clId="Web-{1E5D1BCA-4E84-4B03-97A1-6348BCC0BB7E}" dt="2024-01-10T02:24:49.758" v="21"/>
          <ac:spMkLst>
            <pc:docMk/>
            <pc:sldMk cId="918838807" sldId="298"/>
            <ac:spMk id="15" creationId="{00000000-0000-0000-0000-000000000000}"/>
          </ac:spMkLst>
        </pc:spChg>
        <pc:spChg chg="del topLvl">
          <ac:chgData name="ARYASHI TRIPATHI" userId="S::t.aryashi@iitg.ac.in::614eefbf-3127-4b87-b51e-43ca21199b82" providerId="AD" clId="Web-{1E5D1BCA-4E84-4B03-97A1-6348BCC0BB7E}" dt="2024-01-10T02:24:53.493" v="22"/>
          <ac:spMkLst>
            <pc:docMk/>
            <pc:sldMk cId="918838807" sldId="298"/>
            <ac:spMk id="16" creationId="{00000000-0000-0000-0000-000000000000}"/>
          </ac:spMkLst>
        </pc:spChg>
        <pc:spChg chg="del topLvl">
          <ac:chgData name="ARYASHI TRIPATHI" userId="S::t.aryashi@iitg.ac.in::614eefbf-3127-4b87-b51e-43ca21199b82" providerId="AD" clId="Web-{1E5D1BCA-4E84-4B03-97A1-6348BCC0BB7E}" dt="2024-01-10T02:24:58.102" v="23"/>
          <ac:spMkLst>
            <pc:docMk/>
            <pc:sldMk cId="918838807" sldId="298"/>
            <ac:spMk id="17" creationId="{00000000-0000-0000-0000-000000000000}"/>
          </ac:spMkLst>
        </pc:spChg>
        <pc:grpChg chg="del">
          <ac:chgData name="ARYASHI TRIPATHI" userId="S::t.aryashi@iitg.ac.in::614eefbf-3127-4b87-b51e-43ca21199b82" providerId="AD" clId="Web-{1E5D1BCA-4E84-4B03-97A1-6348BCC0BB7E}" dt="2024-01-10T02:24:53.493" v="22"/>
          <ac:grpSpMkLst>
            <pc:docMk/>
            <pc:sldMk cId="918838807" sldId="298"/>
            <ac:grpSpMk id="18" creationId="{00000000-0000-0000-0000-000000000000}"/>
          </ac:grpSpMkLst>
        </pc:grpChg>
      </pc:sldChg>
      <pc:sldChg chg="delSp delAnim">
        <pc:chgData name="ARYASHI TRIPATHI" userId="S::t.aryashi@iitg.ac.in::614eefbf-3127-4b87-b51e-43ca21199b82" providerId="AD" clId="Web-{1E5D1BCA-4E84-4B03-97A1-6348BCC0BB7E}" dt="2024-01-10T02:25:53.480" v="25"/>
        <pc:sldMkLst>
          <pc:docMk/>
          <pc:sldMk cId="2505142641" sldId="301"/>
        </pc:sldMkLst>
        <pc:spChg chg="del">
          <ac:chgData name="ARYASHI TRIPATHI" userId="S::t.aryashi@iitg.ac.in::614eefbf-3127-4b87-b51e-43ca21199b82" providerId="AD" clId="Web-{1E5D1BCA-4E84-4B03-97A1-6348BCC0BB7E}" dt="2024-01-10T02:25:53.480" v="25"/>
          <ac:spMkLst>
            <pc:docMk/>
            <pc:sldMk cId="2505142641" sldId="301"/>
            <ac:spMk id="4" creationId="{00000000-0000-0000-0000-000000000000}"/>
          </ac:spMkLst>
        </pc:spChg>
      </pc:sldChg>
      <pc:sldChg chg="modSp">
        <pc:chgData name="ARYASHI TRIPATHI" userId="S::t.aryashi@iitg.ac.in::614eefbf-3127-4b87-b51e-43ca21199b82" providerId="AD" clId="Web-{1E5D1BCA-4E84-4B03-97A1-6348BCC0BB7E}" dt="2024-01-10T02:21:39.454" v="1" actId="1076"/>
        <pc:sldMkLst>
          <pc:docMk/>
          <pc:sldMk cId="3955284714" sldId="303"/>
        </pc:sldMkLst>
        <pc:spChg chg="mod">
          <ac:chgData name="ARYASHI TRIPATHI" userId="S::t.aryashi@iitg.ac.in::614eefbf-3127-4b87-b51e-43ca21199b82" providerId="AD" clId="Web-{1E5D1BCA-4E84-4B03-97A1-6348BCC0BB7E}" dt="2024-01-10T02:21:34.063" v="0" actId="1076"/>
          <ac:spMkLst>
            <pc:docMk/>
            <pc:sldMk cId="3955284714" sldId="303"/>
            <ac:spMk id="5" creationId="{00000000-0000-0000-0000-000000000000}"/>
          </ac:spMkLst>
        </pc:spChg>
        <pc:spChg chg="mod">
          <ac:chgData name="ARYASHI TRIPATHI" userId="S::t.aryashi@iitg.ac.in::614eefbf-3127-4b87-b51e-43ca21199b82" providerId="AD" clId="Web-{1E5D1BCA-4E84-4B03-97A1-6348BCC0BB7E}" dt="2024-01-10T02:21:39.454" v="1" actId="1076"/>
          <ac:spMkLst>
            <pc:docMk/>
            <pc:sldMk cId="3955284714" sldId="303"/>
            <ac:spMk id="18" creationId="{00000000-0000-0000-0000-000000000000}"/>
          </ac:spMkLst>
        </pc:spChg>
      </pc:sldChg>
      <pc:sldChg chg="modSp">
        <pc:chgData name="ARYASHI TRIPATHI" userId="S::t.aryashi@iitg.ac.in::614eefbf-3127-4b87-b51e-43ca21199b82" providerId="AD" clId="Web-{1E5D1BCA-4E84-4B03-97A1-6348BCC0BB7E}" dt="2024-01-10T02:28:36.861" v="26" actId="1076"/>
        <pc:sldMkLst>
          <pc:docMk/>
          <pc:sldMk cId="379058988" sldId="316"/>
        </pc:sldMkLst>
        <pc:spChg chg="mod">
          <ac:chgData name="ARYASHI TRIPATHI" userId="S::t.aryashi@iitg.ac.in::614eefbf-3127-4b87-b51e-43ca21199b82" providerId="AD" clId="Web-{1E5D1BCA-4E84-4B03-97A1-6348BCC0BB7E}" dt="2024-01-10T02:28:36.861" v="26" actId="1076"/>
          <ac:spMkLst>
            <pc:docMk/>
            <pc:sldMk cId="379058988" sldId="316"/>
            <ac:spMk id="4" creationId="{00000000-0000-0000-0000-000000000000}"/>
          </ac:spMkLst>
        </pc:spChg>
      </pc:sldChg>
      <pc:sldChg chg="delSp delAnim">
        <pc:chgData name="ARYASHI TRIPATHI" userId="S::t.aryashi@iitg.ac.in::614eefbf-3127-4b87-b51e-43ca21199b82" providerId="AD" clId="Web-{1E5D1BCA-4E84-4B03-97A1-6348BCC0BB7E}" dt="2024-01-10T02:28:45.721" v="27"/>
        <pc:sldMkLst>
          <pc:docMk/>
          <pc:sldMk cId="2471778126" sldId="317"/>
        </pc:sldMkLst>
        <pc:spChg chg="del">
          <ac:chgData name="ARYASHI TRIPATHI" userId="S::t.aryashi@iitg.ac.in::614eefbf-3127-4b87-b51e-43ca21199b82" providerId="AD" clId="Web-{1E5D1BCA-4E84-4B03-97A1-6348BCC0BB7E}" dt="2024-01-10T02:28:45.721" v="27"/>
          <ac:spMkLst>
            <pc:docMk/>
            <pc:sldMk cId="2471778126" sldId="317"/>
            <ac:spMk id="6" creationId="{00000000-0000-0000-0000-000000000000}"/>
          </ac:spMkLst>
        </pc:spChg>
      </pc:sldChg>
    </pc:docChg>
  </pc:docChgLst>
  <pc:docChgLst>
    <pc:chgData name="BOYIDI SAIRAM" userId="S::s.boyidi@iitg.ac.in::256179f5-4345-4f7b-bc35-deb2966a45c4" providerId="AD" clId="Web-{C30872F0-313A-4D38-AE75-8C962769F507}"/>
    <pc:docChg chg="modSld">
      <pc:chgData name="BOYIDI SAIRAM" userId="S::s.boyidi@iitg.ac.in::256179f5-4345-4f7b-bc35-deb2966a45c4" providerId="AD" clId="Web-{C30872F0-313A-4D38-AE75-8C962769F507}" dt="2024-01-13T11:47:18.813" v="0" actId="1076"/>
      <pc:docMkLst>
        <pc:docMk/>
      </pc:docMkLst>
      <pc:sldChg chg="modSp">
        <pc:chgData name="BOYIDI SAIRAM" userId="S::s.boyidi@iitg.ac.in::256179f5-4345-4f7b-bc35-deb2966a45c4" providerId="AD" clId="Web-{C30872F0-313A-4D38-AE75-8C962769F507}" dt="2024-01-13T11:47:18.813" v="0" actId="1076"/>
        <pc:sldMkLst>
          <pc:docMk/>
          <pc:sldMk cId="1054228715" sldId="322"/>
        </pc:sldMkLst>
        <pc:picChg chg="mod">
          <ac:chgData name="BOYIDI SAIRAM" userId="S::s.boyidi@iitg.ac.in::256179f5-4345-4f7b-bc35-deb2966a45c4" providerId="AD" clId="Web-{C30872F0-313A-4D38-AE75-8C962769F507}" dt="2024-01-13T11:47:18.813" v="0" actId="1076"/>
          <ac:picMkLst>
            <pc:docMk/>
            <pc:sldMk cId="1054228715" sldId="322"/>
            <ac:picMk id="4" creationId="{00000000-0000-0000-0000-000000000000}"/>
          </ac:picMkLst>
        </pc:picChg>
      </pc:sldChg>
    </pc:docChg>
  </pc:docChgLst>
  <pc:docChgLst>
    <pc:chgData name="ROHIT GOMLADU" userId="S::r.gomladu@iitg.ac.in::ae3ff48e-3aad-4255-8991-39786a8aa456" providerId="AD" clId="Web-{FD7ABB83-BECA-4505-AA13-652DB0E3C11F}"/>
    <pc:docChg chg="modSld">
      <pc:chgData name="ROHIT GOMLADU" userId="S::r.gomladu@iitg.ac.in::ae3ff48e-3aad-4255-8991-39786a8aa456" providerId="AD" clId="Web-{FD7ABB83-BECA-4505-AA13-652DB0E3C11F}" dt="2024-01-12T15:27:44.832" v="15" actId="1076"/>
      <pc:docMkLst>
        <pc:docMk/>
      </pc:docMkLst>
      <pc:sldChg chg="modSp">
        <pc:chgData name="ROHIT GOMLADU" userId="S::r.gomladu@iitg.ac.in::ae3ff48e-3aad-4255-8991-39786a8aa456" providerId="AD" clId="Web-{FD7ABB83-BECA-4505-AA13-652DB0E3C11F}" dt="2024-01-12T07:23:09.138" v="6" actId="1076"/>
        <pc:sldMkLst>
          <pc:docMk/>
          <pc:sldMk cId="1655675393" sldId="286"/>
        </pc:sldMkLst>
        <pc:spChg chg="mod">
          <ac:chgData name="ROHIT GOMLADU" userId="S::r.gomladu@iitg.ac.in::ae3ff48e-3aad-4255-8991-39786a8aa456" providerId="AD" clId="Web-{FD7ABB83-BECA-4505-AA13-652DB0E3C11F}" dt="2024-01-12T07:23:09.138" v="6" actId="1076"/>
          <ac:spMkLst>
            <pc:docMk/>
            <pc:sldMk cId="1655675393" sldId="286"/>
            <ac:spMk id="3" creationId="{00000000-0000-0000-0000-000000000000}"/>
          </ac:spMkLst>
        </pc:spChg>
      </pc:sldChg>
      <pc:sldChg chg="modSp">
        <pc:chgData name="ROHIT GOMLADU" userId="S::r.gomladu@iitg.ac.in::ae3ff48e-3aad-4255-8991-39786a8aa456" providerId="AD" clId="Web-{FD7ABB83-BECA-4505-AA13-652DB0E3C11F}" dt="2024-01-12T07:24:33.217" v="12" actId="1076"/>
        <pc:sldMkLst>
          <pc:docMk/>
          <pc:sldMk cId="2943536926" sldId="289"/>
        </pc:sldMkLst>
        <pc:picChg chg="mod">
          <ac:chgData name="ROHIT GOMLADU" userId="S::r.gomladu@iitg.ac.in::ae3ff48e-3aad-4255-8991-39786a8aa456" providerId="AD" clId="Web-{FD7ABB83-BECA-4505-AA13-652DB0E3C11F}" dt="2024-01-12T07:24:33.217" v="12" actId="1076"/>
          <ac:picMkLst>
            <pc:docMk/>
            <pc:sldMk cId="2943536926" sldId="289"/>
            <ac:picMk id="1026" creationId="{00000000-0000-0000-0000-000000000000}"/>
          </ac:picMkLst>
        </pc:picChg>
      </pc:sldChg>
      <pc:sldChg chg="modSp">
        <pc:chgData name="ROHIT GOMLADU" userId="S::r.gomladu@iitg.ac.in::ae3ff48e-3aad-4255-8991-39786a8aa456" providerId="AD" clId="Web-{FD7ABB83-BECA-4505-AA13-652DB0E3C11F}" dt="2024-01-12T07:24:25.264" v="11" actId="1076"/>
        <pc:sldMkLst>
          <pc:docMk/>
          <pc:sldMk cId="874982810" sldId="290"/>
        </pc:sldMkLst>
        <pc:picChg chg="mod">
          <ac:chgData name="ROHIT GOMLADU" userId="S::r.gomladu@iitg.ac.in::ae3ff48e-3aad-4255-8991-39786a8aa456" providerId="AD" clId="Web-{FD7ABB83-BECA-4505-AA13-652DB0E3C11F}" dt="2024-01-12T07:24:25.264" v="11" actId="1076"/>
          <ac:picMkLst>
            <pc:docMk/>
            <pc:sldMk cId="874982810" sldId="290"/>
            <ac:picMk id="1026" creationId="{00000000-0000-0000-0000-000000000000}"/>
          </ac:picMkLst>
        </pc:picChg>
        <pc:picChg chg="mod">
          <ac:chgData name="ROHIT GOMLADU" userId="S::r.gomladu@iitg.ac.in::ae3ff48e-3aad-4255-8991-39786a8aa456" providerId="AD" clId="Web-{FD7ABB83-BECA-4505-AA13-652DB0E3C11F}" dt="2024-01-12T07:23:58.608" v="8" actId="1076"/>
          <ac:picMkLst>
            <pc:docMk/>
            <pc:sldMk cId="874982810" sldId="290"/>
            <ac:picMk id="1028" creationId="{00000000-0000-0000-0000-000000000000}"/>
          </ac:picMkLst>
        </pc:picChg>
      </pc:sldChg>
      <pc:sldChg chg="modSp">
        <pc:chgData name="ROHIT GOMLADU" userId="S::r.gomladu@iitg.ac.in::ae3ff48e-3aad-4255-8991-39786a8aa456" providerId="AD" clId="Web-{FD7ABB83-BECA-4505-AA13-652DB0E3C11F}" dt="2024-01-12T15:27:44.832" v="15" actId="1076"/>
        <pc:sldMkLst>
          <pc:docMk/>
          <pc:sldMk cId="2004756423" sldId="305"/>
        </pc:sldMkLst>
        <pc:spChg chg="mod">
          <ac:chgData name="ROHIT GOMLADU" userId="S::r.gomladu@iitg.ac.in::ae3ff48e-3aad-4255-8991-39786a8aa456" providerId="AD" clId="Web-{FD7ABB83-BECA-4505-AA13-652DB0E3C11F}" dt="2024-01-12T15:27:44.832" v="15" actId="1076"/>
          <ac:spMkLst>
            <pc:docMk/>
            <pc:sldMk cId="2004756423" sldId="305"/>
            <ac:spMk id="5" creationId="{F48D8F59-D2D0-3312-3DAE-AD1377B1D458}"/>
          </ac:spMkLst>
        </pc:spChg>
      </pc:sldChg>
      <pc:sldChg chg="modSp">
        <pc:chgData name="ROHIT GOMLADU" userId="S::r.gomladu@iitg.ac.in::ae3ff48e-3aad-4255-8991-39786a8aa456" providerId="AD" clId="Web-{FD7ABB83-BECA-4505-AA13-652DB0E3C11F}" dt="2024-01-12T06:14:43.383" v="0" actId="14100"/>
        <pc:sldMkLst>
          <pc:docMk/>
          <pc:sldMk cId="1054228715" sldId="322"/>
        </pc:sldMkLst>
        <pc:spChg chg="mod">
          <ac:chgData name="ROHIT GOMLADU" userId="S::r.gomladu@iitg.ac.in::ae3ff48e-3aad-4255-8991-39786a8aa456" providerId="AD" clId="Web-{FD7ABB83-BECA-4505-AA13-652DB0E3C11F}" dt="2024-01-12T06:14:43.383" v="0" actId="14100"/>
          <ac:spMkLst>
            <pc:docMk/>
            <pc:sldMk cId="1054228715" sldId="322"/>
            <ac:spMk id="3" creationId="{00000000-0000-0000-0000-000000000000}"/>
          </ac:spMkLst>
        </pc:spChg>
      </pc:sldChg>
    </pc:docChg>
  </pc:docChgLst>
  <pc:docChgLst>
    <pc:chgData name="KSHITIJ VERMA" userId="S::v.kshitij@iitg.ac.in::3d7aee93-fe45-45a1-902a-ec6ec648f26d" providerId="AD" clId="Web-{CBD825D2-272E-670A-DDCC-3661865BE715}"/>
    <pc:docChg chg="modSld">
      <pc:chgData name="KSHITIJ VERMA" userId="S::v.kshitij@iitg.ac.in::3d7aee93-fe45-45a1-902a-ec6ec648f26d" providerId="AD" clId="Web-{CBD825D2-272E-670A-DDCC-3661865BE715}" dt="2024-01-16T10:09:18.882" v="0" actId="1076"/>
      <pc:docMkLst>
        <pc:docMk/>
      </pc:docMkLst>
      <pc:sldChg chg="modSp">
        <pc:chgData name="KSHITIJ VERMA" userId="S::v.kshitij@iitg.ac.in::3d7aee93-fe45-45a1-902a-ec6ec648f26d" providerId="AD" clId="Web-{CBD825D2-272E-670A-DDCC-3661865BE715}" dt="2024-01-16T10:09:18.882" v="0" actId="1076"/>
        <pc:sldMkLst>
          <pc:docMk/>
          <pc:sldMk cId="1054228715" sldId="322"/>
        </pc:sldMkLst>
        <pc:picChg chg="mod">
          <ac:chgData name="KSHITIJ VERMA" userId="S::v.kshitij@iitg.ac.in::3d7aee93-fe45-45a1-902a-ec6ec648f26d" providerId="AD" clId="Web-{CBD825D2-272E-670A-DDCC-3661865BE715}" dt="2024-01-16T10:09:18.882" v="0" actId="1076"/>
          <ac:picMkLst>
            <pc:docMk/>
            <pc:sldMk cId="1054228715" sldId="322"/>
            <ac:picMk id="4" creationId="{00000000-0000-0000-0000-000000000000}"/>
          </ac:picMkLst>
        </pc:picChg>
      </pc:sldChg>
    </pc:docChg>
  </pc:docChgLst>
  <pc:docChgLst>
    <pc:chgData name="AVIRAL SACHAN" userId="S::aviral.sachan@iitg.ac.in::a47d0591-9fdf-4d67-8859-957b0fed9a96" providerId="AD" clId="Web-{58343E70-6C50-43C8-B6E4-B0975B9858CF}"/>
    <pc:docChg chg="modSld">
      <pc:chgData name="AVIRAL SACHAN" userId="S::aviral.sachan@iitg.ac.in::a47d0591-9fdf-4d67-8859-957b0fed9a96" providerId="AD" clId="Web-{58343E70-6C50-43C8-B6E4-B0975B9858CF}" dt="2024-01-15T06:38:54.853" v="1" actId="20577"/>
      <pc:docMkLst>
        <pc:docMk/>
      </pc:docMkLst>
      <pc:sldChg chg="modSp">
        <pc:chgData name="AVIRAL SACHAN" userId="S::aviral.sachan@iitg.ac.in::a47d0591-9fdf-4d67-8859-957b0fed9a96" providerId="AD" clId="Web-{58343E70-6C50-43C8-B6E4-B0975B9858CF}" dt="2024-01-15T06:38:54.853" v="1" actId="20577"/>
        <pc:sldMkLst>
          <pc:docMk/>
          <pc:sldMk cId="1986129796" sldId="320"/>
        </pc:sldMkLst>
        <pc:spChg chg="mod">
          <ac:chgData name="AVIRAL SACHAN" userId="S::aviral.sachan@iitg.ac.in::a47d0591-9fdf-4d67-8859-957b0fed9a96" providerId="AD" clId="Web-{58343E70-6C50-43C8-B6E4-B0975B9858CF}" dt="2024-01-15T06:38:54.853" v="1" actId="20577"/>
          <ac:spMkLst>
            <pc:docMk/>
            <pc:sldMk cId="1986129796" sldId="320"/>
            <ac:spMk id="6" creationId="{00000000-0000-0000-0000-000000000000}"/>
          </ac:spMkLst>
        </pc:spChg>
      </pc:sldChg>
    </pc:docChg>
  </pc:docChgLst>
  <pc:docChgLst>
    <pc:chgData name="R.SHIVA SATHISH" userId="S::r.shiva@iitg.ac.in::97c268ad-886c-4e94-9d10-8fda88899e37" providerId="AD" clId="Web-{95B2E92D-4A24-4AE8-8528-A38C7A6C1E6C}"/>
    <pc:docChg chg="modSld">
      <pc:chgData name="R.SHIVA SATHISH" userId="S::r.shiva@iitg.ac.in::97c268ad-886c-4e94-9d10-8fda88899e37" providerId="AD" clId="Web-{95B2E92D-4A24-4AE8-8528-A38C7A6C1E6C}" dt="2024-01-14T06:04:59.342" v="10" actId="20577"/>
      <pc:docMkLst>
        <pc:docMk/>
      </pc:docMkLst>
      <pc:sldChg chg="modSp">
        <pc:chgData name="R.SHIVA SATHISH" userId="S::r.shiva@iitg.ac.in::97c268ad-886c-4e94-9d10-8fda88899e37" providerId="AD" clId="Web-{95B2E92D-4A24-4AE8-8528-A38C7A6C1E6C}" dt="2024-01-14T06:04:59.342" v="10" actId="20577"/>
        <pc:sldMkLst>
          <pc:docMk/>
          <pc:sldMk cId="2505142641" sldId="301"/>
        </pc:sldMkLst>
        <pc:spChg chg="mod">
          <ac:chgData name="R.SHIVA SATHISH" userId="S::r.shiva@iitg.ac.in::97c268ad-886c-4e94-9d10-8fda88899e37" providerId="AD" clId="Web-{95B2E92D-4A24-4AE8-8528-A38C7A6C1E6C}" dt="2024-01-14T06:04:59.342" v="10" actId="20577"/>
          <ac:spMkLst>
            <pc:docMk/>
            <pc:sldMk cId="2505142641" sldId="301"/>
            <ac:spMk id="12" creationId="{00000000-0000-0000-0000-000000000000}"/>
          </ac:spMkLst>
        </pc:spChg>
      </pc:sldChg>
    </pc:docChg>
  </pc:docChgLst>
  <pc:docChgLst>
    <pc:chgData name="AYUSH SHARMA" userId="S::ayush.sharma@iitg.ac.in::ba447806-14da-4b71-abeb-02f904f786b4" providerId="AD" clId="Web-{151B6B9C-7757-5E6E-F56D-2190EDF94474}"/>
    <pc:docChg chg="modSld">
      <pc:chgData name="AYUSH SHARMA" userId="S::ayush.sharma@iitg.ac.in::ba447806-14da-4b71-abeb-02f904f786b4" providerId="AD" clId="Web-{151B6B9C-7757-5E6E-F56D-2190EDF94474}" dt="2024-01-10T04:30:23.463" v="1" actId="1076"/>
      <pc:docMkLst>
        <pc:docMk/>
      </pc:docMkLst>
      <pc:sldChg chg="modSp">
        <pc:chgData name="AYUSH SHARMA" userId="S::ayush.sharma@iitg.ac.in::ba447806-14da-4b71-abeb-02f904f786b4" providerId="AD" clId="Web-{151B6B9C-7757-5E6E-F56D-2190EDF94474}" dt="2024-01-10T04:30:23.463" v="1" actId="1076"/>
        <pc:sldMkLst>
          <pc:docMk/>
          <pc:sldMk cId="2004756423" sldId="305"/>
        </pc:sldMkLst>
        <pc:spChg chg="mod">
          <ac:chgData name="AYUSH SHARMA" userId="S::ayush.sharma@iitg.ac.in::ba447806-14da-4b71-abeb-02f904f786b4" providerId="AD" clId="Web-{151B6B9C-7757-5E6E-F56D-2190EDF94474}" dt="2024-01-10T04:30:23.463" v="1" actId="1076"/>
          <ac:spMkLst>
            <pc:docMk/>
            <pc:sldMk cId="2004756423" sldId="305"/>
            <ac:spMk id="5" creationId="{F48D8F59-D2D0-3312-3DAE-AD1377B1D458}"/>
          </ac:spMkLst>
        </pc:spChg>
      </pc:sldChg>
    </pc:docChg>
  </pc:docChgLst>
  <pc:docChgLst>
    <pc:chgData name="GOPAL SINGH" userId="S::gopal.singh@iitg.ac.in::4f259e46-5b33-48e3-a86e-832517607666" providerId="AD" clId="Web-{72DD6981-DBD8-433D-891A-705E8B681C40}"/>
    <pc:docChg chg="modSld">
      <pc:chgData name="GOPAL SINGH" userId="S::gopal.singh@iitg.ac.in::4f259e46-5b33-48e3-a86e-832517607666" providerId="AD" clId="Web-{72DD6981-DBD8-433D-891A-705E8B681C40}" dt="2024-01-09T17:46:34.480" v="1" actId="1076"/>
      <pc:docMkLst>
        <pc:docMk/>
      </pc:docMkLst>
      <pc:sldChg chg="modSp">
        <pc:chgData name="GOPAL SINGH" userId="S::gopal.singh@iitg.ac.in::4f259e46-5b33-48e3-a86e-832517607666" providerId="AD" clId="Web-{72DD6981-DBD8-433D-891A-705E8B681C40}" dt="2024-01-09T17:46:34.480" v="1" actId="1076"/>
        <pc:sldMkLst>
          <pc:docMk/>
          <pc:sldMk cId="248049347" sldId="259"/>
        </pc:sldMkLst>
        <pc:spChg chg="mod">
          <ac:chgData name="GOPAL SINGH" userId="S::gopal.singh@iitg.ac.in::4f259e46-5b33-48e3-a86e-832517607666" providerId="AD" clId="Web-{72DD6981-DBD8-433D-891A-705E8B681C40}" dt="2024-01-09T17:46:34.480" v="1" actId="1076"/>
          <ac:spMkLst>
            <pc:docMk/>
            <pc:sldMk cId="248049347" sldId="259"/>
            <ac:spMk id="4" creationId="{00000000-0000-0000-0000-000000000000}"/>
          </ac:spMkLst>
        </pc:spChg>
      </pc:sldChg>
    </pc:docChg>
  </pc:docChgLst>
  <pc:docChgLst>
    <pc:chgData name="ANUMULA BHARATH KUMAR" userId="S::k.anumula@iitg.ac.in::6941c1d2-5e05-4d34-89c2-2e0a48ed7dbe" providerId="AD" clId="Web-{21F5C0CC-4F92-44DA-971C-94D179DCB6A2}"/>
    <pc:docChg chg="sldOrd">
      <pc:chgData name="ANUMULA BHARATH KUMAR" userId="S::k.anumula@iitg.ac.in::6941c1d2-5e05-4d34-89c2-2e0a48ed7dbe" providerId="AD" clId="Web-{21F5C0CC-4F92-44DA-971C-94D179DCB6A2}" dt="2024-01-09T10:58:47.490" v="0"/>
      <pc:docMkLst>
        <pc:docMk/>
      </pc:docMkLst>
      <pc:sldChg chg="ord">
        <pc:chgData name="ANUMULA BHARATH KUMAR" userId="S::k.anumula@iitg.ac.in::6941c1d2-5e05-4d34-89c2-2e0a48ed7dbe" providerId="AD" clId="Web-{21F5C0CC-4F92-44DA-971C-94D179DCB6A2}" dt="2024-01-09T10:58:47.490" v="0"/>
        <pc:sldMkLst>
          <pc:docMk/>
          <pc:sldMk cId="1179057383" sldId="300"/>
        </pc:sldMkLst>
      </pc:sldChg>
    </pc:docChg>
  </pc:docChgLst>
  <pc:docChgLst>
    <pc:chgData name="SEELLA MYTHRESH BABU" userId="S::b.seella@iitg.ac.in::2ac43ae6-96d2-4eda-917a-ecfb13b7ad23" providerId="AD" clId="Web-{17B219F5-4C2E-44A7-BF71-0ED261B94398}"/>
    <pc:docChg chg="addSld modSld">
      <pc:chgData name="SEELLA MYTHRESH BABU" userId="S::b.seella@iitg.ac.in::2ac43ae6-96d2-4eda-917a-ecfb13b7ad23" providerId="AD" clId="Web-{17B219F5-4C2E-44A7-BF71-0ED261B94398}" dt="2024-01-17T04:11:20.802" v="4"/>
      <pc:docMkLst>
        <pc:docMk/>
      </pc:docMkLst>
      <pc:sldChg chg="mod modShow">
        <pc:chgData name="SEELLA MYTHRESH BABU" userId="S::b.seella@iitg.ac.in::2ac43ae6-96d2-4eda-917a-ecfb13b7ad23" providerId="AD" clId="Web-{17B219F5-4C2E-44A7-BF71-0ED261B94398}" dt="2024-01-17T04:11:04.536" v="3"/>
        <pc:sldMkLst>
          <pc:docMk/>
          <pc:sldMk cId="248049347" sldId="259"/>
        </pc:sldMkLst>
      </pc:sldChg>
      <pc:sldChg chg="new">
        <pc:chgData name="SEELLA MYTHRESH BABU" userId="S::b.seella@iitg.ac.in::2ac43ae6-96d2-4eda-917a-ecfb13b7ad23" providerId="AD" clId="Web-{17B219F5-4C2E-44A7-BF71-0ED261B94398}" dt="2024-01-17T04:11:20.802" v="4"/>
        <pc:sldMkLst>
          <pc:docMk/>
          <pc:sldMk cId="1815822057" sldId="333"/>
        </pc:sldMkLst>
      </pc:sldChg>
    </pc:docChg>
  </pc:docChgLst>
  <pc:docChgLst>
    <pc:chgData name="KUMARA VISHNU KOUSHIK" userId="S::kumara.koushik@iitg.ac.in::65d14032-9497-4daa-bc5e-035fbebb0938" providerId="AD" clId="Web-{DCC39DA5-2ABE-40BA-A9F6-08398003F576}"/>
    <pc:docChg chg="modSld">
      <pc:chgData name="KUMARA VISHNU KOUSHIK" userId="S::kumara.koushik@iitg.ac.in::65d14032-9497-4daa-bc5e-035fbebb0938" providerId="AD" clId="Web-{DCC39DA5-2ABE-40BA-A9F6-08398003F576}" dt="2024-01-16T06:22:45.358" v="3" actId="1076"/>
      <pc:docMkLst>
        <pc:docMk/>
      </pc:docMkLst>
      <pc:sldChg chg="modSp">
        <pc:chgData name="KUMARA VISHNU KOUSHIK" userId="S::kumara.koushik@iitg.ac.in::65d14032-9497-4daa-bc5e-035fbebb0938" providerId="AD" clId="Web-{DCC39DA5-2ABE-40BA-A9F6-08398003F576}" dt="2024-01-16T06:22:45.358" v="3" actId="1076"/>
        <pc:sldMkLst>
          <pc:docMk/>
          <pc:sldMk cId="1179057383" sldId="300"/>
        </pc:sldMkLst>
        <pc:spChg chg="mod">
          <ac:chgData name="KUMARA VISHNU KOUSHIK" userId="S::kumara.koushik@iitg.ac.in::65d14032-9497-4daa-bc5e-035fbebb0938" providerId="AD" clId="Web-{DCC39DA5-2ABE-40BA-A9F6-08398003F576}" dt="2024-01-16T06:22:45.358" v="3" actId="1076"/>
          <ac:spMkLst>
            <pc:docMk/>
            <pc:sldMk cId="1179057383" sldId="300"/>
            <ac:spMk id="16" creationId="{00000000-0000-0000-0000-000000000000}"/>
          </ac:spMkLst>
        </pc:spChg>
        <pc:grpChg chg="mod">
          <ac:chgData name="KUMARA VISHNU KOUSHIK" userId="S::kumara.koushik@iitg.ac.in::65d14032-9497-4daa-bc5e-035fbebb0938" providerId="AD" clId="Web-{DCC39DA5-2ABE-40BA-A9F6-08398003F576}" dt="2024-01-16T06:20:43.901" v="2" actId="1076"/>
          <ac:grpSpMkLst>
            <pc:docMk/>
            <pc:sldMk cId="1179057383" sldId="300"/>
            <ac:grpSpMk id="8" creationId="{00000000-0000-0000-0000-000000000000}"/>
          </ac:grpSpMkLst>
        </pc:grpChg>
      </pc:sldChg>
    </pc:docChg>
  </pc:docChgLst>
  <pc:docChgLst>
    <pc:chgData name="KHUSHI" userId="S::khushi.3050@iitg.ac.in::571bc418-d401-4ba1-b487-3d0e54c8ced6" providerId="AD" clId="Web-{956249AB-56FD-43DE-B8E7-678AD608384C}"/>
    <pc:docChg chg="modSld">
      <pc:chgData name="KHUSHI" userId="S::khushi.3050@iitg.ac.in::571bc418-d401-4ba1-b487-3d0e54c8ced6" providerId="AD" clId="Web-{956249AB-56FD-43DE-B8E7-678AD608384C}" dt="2024-01-10T18:43:55.244" v="3"/>
      <pc:docMkLst>
        <pc:docMk/>
      </pc:docMkLst>
      <pc:sldChg chg="addSp delSp">
        <pc:chgData name="KHUSHI" userId="S::khushi.3050@iitg.ac.in::571bc418-d401-4ba1-b487-3d0e54c8ced6" providerId="AD" clId="Web-{956249AB-56FD-43DE-B8E7-678AD608384C}" dt="2024-01-10T18:43:55.244" v="3"/>
        <pc:sldMkLst>
          <pc:docMk/>
          <pc:sldMk cId="2004756423" sldId="305"/>
        </pc:sldMkLst>
        <pc:inkChg chg="add del">
          <ac:chgData name="KHUSHI" userId="S::khushi.3050@iitg.ac.in::571bc418-d401-4ba1-b487-3d0e54c8ced6" providerId="AD" clId="Web-{956249AB-56FD-43DE-B8E7-678AD608384C}" dt="2024-01-10T18:43:55.244" v="3"/>
          <ac:inkMkLst>
            <pc:docMk/>
            <pc:sldMk cId="2004756423" sldId="305"/>
            <ac:inkMk id="6" creationId="{1F892323-1FDA-8E0A-F40D-34BEC22AB65A}"/>
          </ac:inkMkLst>
        </pc:inkChg>
        <pc:inkChg chg="add del">
          <ac:chgData name="KHUSHI" userId="S::khushi.3050@iitg.ac.in::571bc418-d401-4ba1-b487-3d0e54c8ced6" providerId="AD" clId="Web-{956249AB-56FD-43DE-B8E7-678AD608384C}" dt="2024-01-10T18:43:55.244" v="2"/>
          <ac:inkMkLst>
            <pc:docMk/>
            <pc:sldMk cId="2004756423" sldId="305"/>
            <ac:inkMk id="7" creationId="{F0BD6126-4029-D5A1-4573-5CD2FCBAF2F8}"/>
          </ac:inkMkLst>
        </pc:inkChg>
      </pc:sldChg>
    </pc:docChg>
  </pc:docChgLst>
  <pc:docChgLst>
    <pc:chgData name="SANKET DADURIA" userId="S::d.sanket@iitg.ac.in::bec79e2a-16ee-49dd-84c5-f2d1d619073c" providerId="AD" clId="Web-{B27EB16F-1088-47D9-9D00-845E4CC46610}"/>
    <pc:docChg chg="sldOrd">
      <pc:chgData name="SANKET DADURIA" userId="S::d.sanket@iitg.ac.in::bec79e2a-16ee-49dd-84c5-f2d1d619073c" providerId="AD" clId="Web-{B27EB16F-1088-47D9-9D00-845E4CC46610}" dt="2024-01-10T12:07:39.344" v="1"/>
      <pc:docMkLst>
        <pc:docMk/>
      </pc:docMkLst>
      <pc:sldChg chg="ord">
        <pc:chgData name="SANKET DADURIA" userId="S::d.sanket@iitg.ac.in::bec79e2a-16ee-49dd-84c5-f2d1d619073c" providerId="AD" clId="Web-{B27EB16F-1088-47D9-9D00-845E4CC46610}" dt="2024-01-10T12:01:37.072" v="0"/>
        <pc:sldMkLst>
          <pc:docMk/>
          <pc:sldMk cId="431242462" sldId="299"/>
        </pc:sldMkLst>
      </pc:sldChg>
      <pc:sldChg chg="ord">
        <pc:chgData name="SANKET DADURIA" userId="S::d.sanket@iitg.ac.in::bec79e2a-16ee-49dd-84c5-f2d1d619073c" providerId="AD" clId="Web-{B27EB16F-1088-47D9-9D00-845E4CC46610}" dt="2024-01-10T12:07:39.344" v="1"/>
        <pc:sldMkLst>
          <pc:docMk/>
          <pc:sldMk cId="379058988" sldId="316"/>
        </pc:sldMkLst>
      </pc:sldChg>
    </pc:docChg>
  </pc:docChgLst>
  <pc:docChgLst>
    <pc:chgData name="BHAVESH RAJESH BAJAJ" userId="S::b.bhavesh@iitg.ac.in::dd9678fb-86b9-4784-a832-4e6ec1d3d967" providerId="AD" clId="Web-{2061934F-F96A-42DB-86D1-2A73F9B9FDBD}"/>
    <pc:docChg chg="sldOrd">
      <pc:chgData name="BHAVESH RAJESH BAJAJ" userId="S::b.bhavesh@iitg.ac.in::dd9678fb-86b9-4784-a832-4e6ec1d3d967" providerId="AD" clId="Web-{2061934F-F96A-42DB-86D1-2A73F9B9FDBD}" dt="2024-01-09T11:35:17.151" v="0"/>
      <pc:docMkLst>
        <pc:docMk/>
      </pc:docMkLst>
      <pc:sldChg chg="ord">
        <pc:chgData name="BHAVESH RAJESH BAJAJ" userId="S::b.bhavesh@iitg.ac.in::dd9678fb-86b9-4784-a832-4e6ec1d3d967" providerId="AD" clId="Web-{2061934F-F96A-42DB-86D1-2A73F9B9FDBD}" dt="2024-01-09T11:35:17.151" v="0"/>
        <pc:sldMkLst>
          <pc:docMk/>
          <pc:sldMk cId="3335404036" sldId="319"/>
        </pc:sldMkLst>
      </pc:sldChg>
    </pc:docChg>
  </pc:docChgLst>
  <pc:docChgLst>
    <pc:chgData name="RAMVILASH KUMAR PODDAR" userId="S::p.ramvilash@iitg.ac.in::b11505e8-a8af-43a3-97d1-95dc765000b2" providerId="AD" clId="Web-{9C26285A-FB20-41CD-845B-010A7DA9785C}"/>
    <pc:docChg chg="sldOrd">
      <pc:chgData name="RAMVILASH KUMAR PODDAR" userId="S::p.ramvilash@iitg.ac.in::b11505e8-a8af-43a3-97d1-95dc765000b2" providerId="AD" clId="Web-{9C26285A-FB20-41CD-845B-010A7DA9785C}" dt="2024-01-11T08:02:58.594" v="0"/>
      <pc:docMkLst>
        <pc:docMk/>
      </pc:docMkLst>
      <pc:sldChg chg="ord">
        <pc:chgData name="RAMVILASH KUMAR PODDAR" userId="S::p.ramvilash@iitg.ac.in::b11505e8-a8af-43a3-97d1-95dc765000b2" providerId="AD" clId="Web-{9C26285A-FB20-41CD-845B-010A7DA9785C}" dt="2024-01-11T08:02:58.594" v="0"/>
        <pc:sldMkLst>
          <pc:docMk/>
          <pc:sldMk cId="1646765042" sldId="274"/>
        </pc:sldMkLst>
      </pc:sldChg>
    </pc:docChg>
  </pc:docChgLst>
  <pc:docChgLst>
    <pc:chgData name="AYUSH KUMAR" userId="S::ayushk.4022@iitg.ac.in::3375db3d-597a-4997-87de-995d8c88d259" providerId="AD" clId="Web-{6D01E984-2545-27C8-B41F-85520FA64E40}"/>
    <pc:docChg chg="modSld">
      <pc:chgData name="AYUSH KUMAR" userId="S::ayushk.4022@iitg.ac.in::3375db3d-597a-4997-87de-995d8c88d259" providerId="AD" clId="Web-{6D01E984-2545-27C8-B41F-85520FA64E40}" dt="2024-01-14T17:51:45.406" v="4" actId="1076"/>
      <pc:docMkLst>
        <pc:docMk/>
      </pc:docMkLst>
      <pc:sldChg chg="modSp">
        <pc:chgData name="AYUSH KUMAR" userId="S::ayushk.4022@iitg.ac.in::3375db3d-597a-4997-87de-995d8c88d259" providerId="AD" clId="Web-{6D01E984-2545-27C8-B41F-85520FA64E40}" dt="2024-01-14T17:51:45.406" v="4" actId="1076"/>
        <pc:sldMkLst>
          <pc:docMk/>
          <pc:sldMk cId="84634679" sldId="326"/>
        </pc:sldMkLst>
        <pc:picChg chg="mod">
          <ac:chgData name="AYUSH KUMAR" userId="S::ayushk.4022@iitg.ac.in::3375db3d-597a-4997-87de-995d8c88d259" providerId="AD" clId="Web-{6D01E984-2545-27C8-B41F-85520FA64E40}" dt="2024-01-14T17:51:45.406" v="4" actId="1076"/>
          <ac:picMkLst>
            <pc:docMk/>
            <pc:sldMk cId="84634679" sldId="326"/>
            <ac:picMk id="3" creationId="{00000000-0000-0000-0000-000000000000}"/>
          </ac:picMkLst>
        </pc:picChg>
      </pc:sldChg>
      <pc:sldChg chg="modSp">
        <pc:chgData name="AYUSH KUMAR" userId="S::ayushk.4022@iitg.ac.in::3375db3d-597a-4997-87de-995d8c88d259" providerId="AD" clId="Web-{6D01E984-2545-27C8-B41F-85520FA64E40}" dt="2024-01-14T17:35:08.460" v="2" actId="1076"/>
        <pc:sldMkLst>
          <pc:docMk/>
          <pc:sldMk cId="2705222058" sldId="332"/>
        </pc:sldMkLst>
        <pc:picChg chg="mod">
          <ac:chgData name="AYUSH KUMAR" userId="S::ayushk.4022@iitg.ac.in::3375db3d-597a-4997-87de-995d8c88d259" providerId="AD" clId="Web-{6D01E984-2545-27C8-B41F-85520FA64E40}" dt="2024-01-14T17:35:08.460" v="2" actId="1076"/>
          <ac:picMkLst>
            <pc:docMk/>
            <pc:sldMk cId="2705222058" sldId="332"/>
            <ac:picMk id="4" creationId="{00000000-0000-0000-0000-000000000000}"/>
          </ac:picMkLst>
        </pc:picChg>
        <pc:picChg chg="mod">
          <ac:chgData name="AYUSH KUMAR" userId="S::ayushk.4022@iitg.ac.in::3375db3d-597a-4997-87de-995d8c88d259" providerId="AD" clId="Web-{6D01E984-2545-27C8-B41F-85520FA64E40}" dt="2024-01-14T17:34:24.271" v="0" actId="1076"/>
          <ac:picMkLst>
            <pc:docMk/>
            <pc:sldMk cId="2705222058" sldId="332"/>
            <ac:picMk id="6" creationId="{00000000-0000-0000-0000-000000000000}"/>
          </ac:picMkLst>
        </pc:picChg>
      </pc:sldChg>
    </pc:docChg>
  </pc:docChgLst>
  <pc:docChgLst>
    <pc:chgData name="ANSHU DIVYANSHI" userId="S::d.anshu@iitg.ac.in::81701787-f9e5-4a18-8c05-e5a259b78b2c" providerId="AD" clId="Web-{7A0B54F1-75EF-4353-A831-66B55FB6D053}"/>
    <pc:docChg chg="modSld">
      <pc:chgData name="ANSHU DIVYANSHI" userId="S::d.anshu@iitg.ac.in::81701787-f9e5-4a18-8c05-e5a259b78b2c" providerId="AD" clId="Web-{7A0B54F1-75EF-4353-A831-66B55FB6D053}" dt="2024-01-10T10:58:22.298" v="13" actId="1076"/>
      <pc:docMkLst>
        <pc:docMk/>
      </pc:docMkLst>
      <pc:sldChg chg="modSp">
        <pc:chgData name="ANSHU DIVYANSHI" userId="S::d.anshu@iitg.ac.in::81701787-f9e5-4a18-8c05-e5a259b78b2c" providerId="AD" clId="Web-{7A0B54F1-75EF-4353-A831-66B55FB6D053}" dt="2024-01-10T10:58:22.298" v="13" actId="1076"/>
        <pc:sldMkLst>
          <pc:docMk/>
          <pc:sldMk cId="2943536926" sldId="289"/>
        </pc:sldMkLst>
        <pc:grpChg chg="mod">
          <ac:chgData name="ANSHU DIVYANSHI" userId="S::d.anshu@iitg.ac.in::81701787-f9e5-4a18-8c05-e5a259b78b2c" providerId="AD" clId="Web-{7A0B54F1-75EF-4353-A831-66B55FB6D053}" dt="2024-01-10T10:58:22.298" v="13" actId="1076"/>
          <ac:grpSpMkLst>
            <pc:docMk/>
            <pc:sldMk cId="2943536926" sldId="289"/>
            <ac:grpSpMk id="12" creationId="{00000000-0000-0000-0000-000000000000}"/>
          </ac:grpSpMkLst>
        </pc:grpChg>
      </pc:sldChg>
      <pc:sldChg chg="modSp">
        <pc:chgData name="ANSHU DIVYANSHI" userId="S::d.anshu@iitg.ac.in::81701787-f9e5-4a18-8c05-e5a259b78b2c" providerId="AD" clId="Web-{7A0B54F1-75EF-4353-A831-66B55FB6D053}" dt="2024-01-10T10:58:21.188" v="12" actId="20577"/>
        <pc:sldMkLst>
          <pc:docMk/>
          <pc:sldMk cId="379058988" sldId="316"/>
        </pc:sldMkLst>
        <pc:spChg chg="mod">
          <ac:chgData name="ANSHU DIVYANSHI" userId="S::d.anshu@iitg.ac.in::81701787-f9e5-4a18-8c05-e5a259b78b2c" providerId="AD" clId="Web-{7A0B54F1-75EF-4353-A831-66B55FB6D053}" dt="2024-01-10T10:58:21.188" v="12" actId="20577"/>
          <ac:spMkLst>
            <pc:docMk/>
            <pc:sldMk cId="379058988" sldId="316"/>
            <ac:spMk id="5" creationId="{00000000-0000-0000-0000-000000000000}"/>
          </ac:spMkLst>
        </pc:spChg>
      </pc:sldChg>
    </pc:docChg>
  </pc:docChgLst>
  <pc:docChgLst>
    <pc:chgData name="GAUTAM KUMAR" userId="S::gautamk.6026@iitg.ac.in::1db5c172-09e7-48ce-a8ac-e05d742d2a82" providerId="AD" clId="Web-{2A3B9621-DE90-4768-901D-663BB1812943}"/>
    <pc:docChg chg="addSld delSld modSld">
      <pc:chgData name="GAUTAM KUMAR" userId="S::gautamk.6026@iitg.ac.in::1db5c172-09e7-48ce-a8ac-e05d742d2a82" providerId="AD" clId="Web-{2A3B9621-DE90-4768-901D-663BB1812943}" dt="2024-01-10T11:29:11.600" v="7" actId="20577"/>
      <pc:docMkLst>
        <pc:docMk/>
      </pc:docMkLst>
      <pc:sldChg chg="modSp">
        <pc:chgData name="GAUTAM KUMAR" userId="S::gautamk.6026@iitg.ac.in::1db5c172-09e7-48ce-a8ac-e05d742d2a82" providerId="AD" clId="Web-{2A3B9621-DE90-4768-901D-663BB1812943}" dt="2024-01-10T11:29:11.600" v="7" actId="20577"/>
        <pc:sldMkLst>
          <pc:docMk/>
          <pc:sldMk cId="1655675393" sldId="286"/>
        </pc:sldMkLst>
        <pc:spChg chg="mod">
          <ac:chgData name="GAUTAM KUMAR" userId="S::gautamk.6026@iitg.ac.in::1db5c172-09e7-48ce-a8ac-e05d742d2a82" providerId="AD" clId="Web-{2A3B9621-DE90-4768-901D-663BB1812943}" dt="2024-01-10T11:29:11.600" v="7" actId="20577"/>
          <ac:spMkLst>
            <pc:docMk/>
            <pc:sldMk cId="1655675393" sldId="286"/>
            <ac:spMk id="2" creationId="{00000000-0000-0000-0000-000000000000}"/>
          </ac:spMkLst>
        </pc:spChg>
      </pc:sldChg>
      <pc:sldChg chg="new del">
        <pc:chgData name="GAUTAM KUMAR" userId="S::gautamk.6026@iitg.ac.in::1db5c172-09e7-48ce-a8ac-e05d742d2a82" providerId="AD" clId="Web-{2A3B9621-DE90-4768-901D-663BB1812943}" dt="2024-01-10T08:42:44.488" v="5"/>
        <pc:sldMkLst>
          <pc:docMk/>
          <pc:sldMk cId="3276948184" sldId="333"/>
        </pc:sldMkLst>
      </pc:sldChg>
      <pc:sldChg chg="new del">
        <pc:chgData name="GAUTAM KUMAR" userId="S::gautamk.6026@iitg.ac.in::1db5c172-09e7-48ce-a8ac-e05d742d2a82" providerId="AD" clId="Web-{2A3B9621-DE90-4768-901D-663BB1812943}" dt="2024-01-10T08:42:43.082" v="4"/>
        <pc:sldMkLst>
          <pc:docMk/>
          <pc:sldMk cId="1101065720" sldId="334"/>
        </pc:sldMkLst>
      </pc:sldChg>
      <pc:sldChg chg="new del">
        <pc:chgData name="GAUTAM KUMAR" userId="S::gautamk.6026@iitg.ac.in::1db5c172-09e7-48ce-a8ac-e05d742d2a82" providerId="AD" clId="Web-{2A3B9621-DE90-4768-901D-663BB1812943}" dt="2024-01-10T08:42:40.988" v="3"/>
        <pc:sldMkLst>
          <pc:docMk/>
          <pc:sldMk cId="2953887783" sldId="335"/>
        </pc:sldMkLst>
      </pc:sldChg>
    </pc:docChg>
  </pc:docChgLst>
  <pc:docChgLst>
    <pc:chgData name="MODI MITHIL PINAKINKUMAR" userId="S::p.modi@iitg.ac.in::42dd67b6-835d-4e8f-8dea-162fc14c392d" providerId="AD" clId="Web-{B059D363-C50F-4999-8A7A-1A177C83B474}"/>
    <pc:docChg chg="modSld">
      <pc:chgData name="MODI MITHIL PINAKINKUMAR" userId="S::p.modi@iitg.ac.in::42dd67b6-835d-4e8f-8dea-162fc14c392d" providerId="AD" clId="Web-{B059D363-C50F-4999-8A7A-1A177C83B474}" dt="2024-01-09T11:04:53.609" v="0" actId="1076"/>
      <pc:docMkLst>
        <pc:docMk/>
      </pc:docMkLst>
      <pc:sldChg chg="modSp">
        <pc:chgData name="MODI MITHIL PINAKINKUMAR" userId="S::p.modi@iitg.ac.in::42dd67b6-835d-4e8f-8dea-162fc14c392d" providerId="AD" clId="Web-{B059D363-C50F-4999-8A7A-1A177C83B474}" dt="2024-01-09T11:04:53.609" v="0" actId="1076"/>
        <pc:sldMkLst>
          <pc:docMk/>
          <pc:sldMk cId="248049347" sldId="259"/>
        </pc:sldMkLst>
        <pc:spChg chg="mod">
          <ac:chgData name="MODI MITHIL PINAKINKUMAR" userId="S::p.modi@iitg.ac.in::42dd67b6-835d-4e8f-8dea-162fc14c392d" providerId="AD" clId="Web-{B059D363-C50F-4999-8A7A-1A177C83B474}" dt="2024-01-09T11:04:53.609" v="0" actId="1076"/>
          <ac:spMkLst>
            <pc:docMk/>
            <pc:sldMk cId="248049347" sldId="259"/>
            <ac:spMk id="2" creationId="{00000000-0000-0000-0000-000000000000}"/>
          </ac:spMkLst>
        </pc:spChg>
      </pc:sldChg>
    </pc:docChg>
  </pc:docChgLst>
  <pc:docChgLst>
    <pc:chgData name="SHIVASHEESH" userId="S::shivasheesh@iitg.ac.in::01988c59-51ce-4993-b87d-8f91dcbcc311" providerId="AD" clId="Web-{F0E639B0-F0F9-453A-B54D-C7CEC1735AD5}"/>
    <pc:docChg chg="sldOrd">
      <pc:chgData name="SHIVASHEESH" userId="S::shivasheesh@iitg.ac.in::01988c59-51ce-4993-b87d-8f91dcbcc311" providerId="AD" clId="Web-{F0E639B0-F0F9-453A-B54D-C7CEC1735AD5}" dt="2024-01-15T11:53:26.670" v="0"/>
      <pc:docMkLst>
        <pc:docMk/>
      </pc:docMkLst>
      <pc:sldChg chg="ord">
        <pc:chgData name="SHIVASHEESH" userId="S::shivasheesh@iitg.ac.in::01988c59-51ce-4993-b87d-8f91dcbcc311" providerId="AD" clId="Web-{F0E639B0-F0F9-453A-B54D-C7CEC1735AD5}" dt="2024-01-15T11:53:26.670" v="0"/>
        <pc:sldMkLst>
          <pc:docMk/>
          <pc:sldMk cId="2225308053" sldId="323"/>
        </pc:sldMkLst>
      </pc:sldChg>
    </pc:docChg>
  </pc:docChgLst>
  <pc:docChgLst>
    <pc:chgData name="KARTIK MAHESHWARI" userId="S::k.maheshwari@iitg.ac.in::0230f3d5-18ec-4f25-8bc3-8f488297066e" providerId="AD" clId="Web-{4C26BA8C-D0DB-4E6E-93A6-19016FBAF5CB}"/>
    <pc:docChg chg="delSld">
      <pc:chgData name="KARTIK MAHESHWARI" userId="S::k.maheshwari@iitg.ac.in::0230f3d5-18ec-4f25-8bc3-8f488297066e" providerId="AD" clId="Web-{4C26BA8C-D0DB-4E6E-93A6-19016FBAF5CB}" dt="2024-01-09T14:22:17.163" v="0"/>
      <pc:docMkLst>
        <pc:docMk/>
      </pc:docMkLst>
      <pc:sldChg chg="del">
        <pc:chgData name="KARTIK MAHESHWARI" userId="S::k.maheshwari@iitg.ac.in::0230f3d5-18ec-4f25-8bc3-8f488297066e" providerId="AD" clId="Web-{4C26BA8C-D0DB-4E6E-93A6-19016FBAF5CB}" dt="2024-01-09T14:22:17.163" v="0"/>
        <pc:sldMkLst>
          <pc:docMk/>
          <pc:sldMk cId="185949748" sldId="273"/>
        </pc:sldMkLst>
      </pc:sldChg>
    </pc:docChg>
  </pc:docChgLst>
  <pc:docChgLst>
    <pc:chgData name="HARSHIT RAJORA" userId="S::h.rajora@iitg.ac.in::f360e667-b9dc-4163-b33b-f1f429d7218f" providerId="AD" clId="Web-{2A2EAAC1-EC52-3DE5-D3B3-90A95DC97FF1}"/>
    <pc:docChg chg="modSld sldOrd">
      <pc:chgData name="HARSHIT RAJORA" userId="S::h.rajora@iitg.ac.in::f360e667-b9dc-4163-b33b-f1f429d7218f" providerId="AD" clId="Web-{2A2EAAC1-EC52-3DE5-D3B3-90A95DC97FF1}" dt="2024-01-14T11:03:42.300" v="5"/>
      <pc:docMkLst>
        <pc:docMk/>
      </pc:docMkLst>
      <pc:sldChg chg="ord">
        <pc:chgData name="HARSHIT RAJORA" userId="S::h.rajora@iitg.ac.in::f360e667-b9dc-4163-b33b-f1f429d7218f" providerId="AD" clId="Web-{2A2EAAC1-EC52-3DE5-D3B3-90A95DC97FF1}" dt="2024-01-14T10:45:35.797" v="2"/>
        <pc:sldMkLst>
          <pc:docMk/>
          <pc:sldMk cId="1646765042" sldId="274"/>
        </pc:sldMkLst>
      </pc:sldChg>
      <pc:sldChg chg="modSp">
        <pc:chgData name="HARSHIT RAJORA" userId="S::h.rajora@iitg.ac.in::f360e667-b9dc-4163-b33b-f1f429d7218f" providerId="AD" clId="Web-{2A2EAAC1-EC52-3DE5-D3B3-90A95DC97FF1}" dt="2024-01-14T10:54:47.867" v="4" actId="1076"/>
        <pc:sldMkLst>
          <pc:docMk/>
          <pc:sldMk cId="1476064771" sldId="294"/>
        </pc:sldMkLst>
        <pc:picChg chg="mod">
          <ac:chgData name="HARSHIT RAJORA" userId="S::h.rajora@iitg.ac.in::f360e667-b9dc-4163-b33b-f1f429d7218f" providerId="AD" clId="Web-{2A2EAAC1-EC52-3DE5-D3B3-90A95DC97FF1}" dt="2024-01-14T10:54:47.867" v="4" actId="1076"/>
          <ac:picMkLst>
            <pc:docMk/>
            <pc:sldMk cId="1476064771" sldId="294"/>
            <ac:picMk id="7" creationId="{00000000-0000-0000-0000-000000000000}"/>
          </ac:picMkLst>
        </pc:picChg>
      </pc:sldChg>
      <pc:sldChg chg="modSp">
        <pc:chgData name="HARSHIT RAJORA" userId="S::h.rajora@iitg.ac.in::f360e667-b9dc-4163-b33b-f1f429d7218f" providerId="AD" clId="Web-{2A2EAAC1-EC52-3DE5-D3B3-90A95DC97FF1}" dt="2024-01-14T10:38:19.701" v="1" actId="1076"/>
        <pc:sldMkLst>
          <pc:docMk/>
          <pc:sldMk cId="725623651" sldId="302"/>
        </pc:sldMkLst>
        <pc:picChg chg="mod">
          <ac:chgData name="HARSHIT RAJORA" userId="S::h.rajora@iitg.ac.in::f360e667-b9dc-4163-b33b-f1f429d7218f" providerId="AD" clId="Web-{2A2EAAC1-EC52-3DE5-D3B3-90A95DC97FF1}" dt="2024-01-14T10:38:19.701" v="1" actId="1076"/>
          <ac:picMkLst>
            <pc:docMk/>
            <pc:sldMk cId="725623651" sldId="302"/>
            <ac:picMk id="5" creationId="{00000000-0000-0000-0000-000000000000}"/>
          </ac:picMkLst>
        </pc:picChg>
      </pc:sldChg>
      <pc:sldChg chg="modSp">
        <pc:chgData name="HARSHIT RAJORA" userId="S::h.rajora@iitg.ac.in::f360e667-b9dc-4163-b33b-f1f429d7218f" providerId="AD" clId="Web-{2A2EAAC1-EC52-3DE5-D3B3-90A95DC97FF1}" dt="2024-01-14T10:48:33.570" v="3" actId="1076"/>
        <pc:sldMkLst>
          <pc:docMk/>
          <pc:sldMk cId="3955284714" sldId="303"/>
        </pc:sldMkLst>
        <pc:picChg chg="mod">
          <ac:chgData name="HARSHIT RAJORA" userId="S::h.rajora@iitg.ac.in::f360e667-b9dc-4163-b33b-f1f429d7218f" providerId="AD" clId="Web-{2A2EAAC1-EC52-3DE5-D3B3-90A95DC97FF1}" dt="2024-01-14T10:48:33.570" v="3" actId="1076"/>
          <ac:picMkLst>
            <pc:docMk/>
            <pc:sldMk cId="3955284714" sldId="303"/>
            <ac:picMk id="3076" creationId="{00000000-0000-0000-0000-000000000000}"/>
          </ac:picMkLst>
        </pc:picChg>
      </pc:sldChg>
      <pc:sldChg chg="ord">
        <pc:chgData name="HARSHIT RAJORA" userId="S::h.rajora@iitg.ac.in::f360e667-b9dc-4163-b33b-f1f429d7218f" providerId="AD" clId="Web-{2A2EAAC1-EC52-3DE5-D3B3-90A95DC97FF1}" dt="2024-01-14T11:03:42.300" v="5"/>
        <pc:sldMkLst>
          <pc:docMk/>
          <pc:sldMk cId="2945927541" sldId="313"/>
        </pc:sldMkLst>
      </pc:sldChg>
    </pc:docChg>
  </pc:docChgLst>
  <pc:docChgLst>
    <pc:chgData name="SAURAV" userId="S::saurav.4097@iitg.ac.in::b4033196-6970-4b30-a8a2-abca25ad373b" providerId="AD" clId="Web-{0956594B-81C9-44D4-A46D-87084EA126C1}"/>
    <pc:docChg chg="modSld sldOrd">
      <pc:chgData name="SAURAV" userId="S::saurav.4097@iitg.ac.in::b4033196-6970-4b30-a8a2-abca25ad373b" providerId="AD" clId="Web-{0956594B-81C9-44D4-A46D-87084EA126C1}" dt="2024-01-18T09:35:02.444" v="20" actId="14100"/>
      <pc:docMkLst>
        <pc:docMk/>
      </pc:docMkLst>
      <pc:sldChg chg="modSp">
        <pc:chgData name="SAURAV" userId="S::saurav.4097@iitg.ac.in::b4033196-6970-4b30-a8a2-abca25ad373b" providerId="AD" clId="Web-{0956594B-81C9-44D4-A46D-87084EA126C1}" dt="2024-01-18T09:16:07.082" v="9" actId="1076"/>
        <pc:sldMkLst>
          <pc:docMk/>
          <pc:sldMk cId="3342883386" sldId="292"/>
        </pc:sldMkLst>
        <pc:spChg chg="mod">
          <ac:chgData name="SAURAV" userId="S::saurav.4097@iitg.ac.in::b4033196-6970-4b30-a8a2-abca25ad373b" providerId="AD" clId="Web-{0956594B-81C9-44D4-A46D-87084EA126C1}" dt="2024-01-18T09:15:05.564" v="1" actId="14100"/>
          <ac:spMkLst>
            <pc:docMk/>
            <pc:sldMk cId="3342883386" sldId="292"/>
            <ac:spMk id="6" creationId="{00000000-0000-0000-0000-000000000000}"/>
          </ac:spMkLst>
        </pc:spChg>
        <pc:picChg chg="mod">
          <ac:chgData name="SAURAV" userId="S::saurav.4097@iitg.ac.in::b4033196-6970-4b30-a8a2-abca25ad373b" providerId="AD" clId="Web-{0956594B-81C9-44D4-A46D-87084EA126C1}" dt="2024-01-18T09:16:07.082" v="9" actId="1076"/>
          <ac:picMkLst>
            <pc:docMk/>
            <pc:sldMk cId="3342883386" sldId="292"/>
            <ac:picMk id="8" creationId="{00000000-0000-0000-0000-000000000000}"/>
          </ac:picMkLst>
        </pc:picChg>
      </pc:sldChg>
      <pc:sldChg chg="modSp">
        <pc:chgData name="SAURAV" userId="S::saurav.4097@iitg.ac.in::b4033196-6970-4b30-a8a2-abca25ad373b" providerId="AD" clId="Web-{0956594B-81C9-44D4-A46D-87084EA126C1}" dt="2024-01-18T09:35:02.444" v="20" actId="14100"/>
        <pc:sldMkLst>
          <pc:docMk/>
          <pc:sldMk cId="2004756423" sldId="305"/>
        </pc:sldMkLst>
        <pc:spChg chg="mod">
          <ac:chgData name="SAURAV" userId="S::saurav.4097@iitg.ac.in::b4033196-6970-4b30-a8a2-abca25ad373b" providerId="AD" clId="Web-{0956594B-81C9-44D4-A46D-87084EA126C1}" dt="2024-01-18T09:34:57.350" v="19" actId="14100"/>
          <ac:spMkLst>
            <pc:docMk/>
            <pc:sldMk cId="2004756423" sldId="305"/>
            <ac:spMk id="3" creationId="{00000000-0000-0000-0000-000000000000}"/>
          </ac:spMkLst>
        </pc:spChg>
        <pc:spChg chg="mod">
          <ac:chgData name="SAURAV" userId="S::saurav.4097@iitg.ac.in::b4033196-6970-4b30-a8a2-abca25ad373b" providerId="AD" clId="Web-{0956594B-81C9-44D4-A46D-87084EA126C1}" dt="2024-01-18T09:35:02.444" v="20" actId="14100"/>
          <ac:spMkLst>
            <pc:docMk/>
            <pc:sldMk cId="2004756423" sldId="305"/>
            <ac:spMk id="8" creationId="{00000000-0000-0000-0000-000000000000}"/>
          </ac:spMkLst>
        </pc:spChg>
      </pc:sldChg>
      <pc:sldChg chg="modSp ord">
        <pc:chgData name="SAURAV" userId="S::saurav.4097@iitg.ac.in::b4033196-6970-4b30-a8a2-abca25ad373b" providerId="AD" clId="Web-{0956594B-81C9-44D4-A46D-87084EA126C1}" dt="2024-01-18T09:33:45.191" v="17" actId="1076"/>
        <pc:sldMkLst>
          <pc:docMk/>
          <pc:sldMk cId="2471778126" sldId="317"/>
        </pc:sldMkLst>
        <pc:grpChg chg="mod">
          <ac:chgData name="SAURAV" userId="S::saurav.4097@iitg.ac.in::b4033196-6970-4b30-a8a2-abca25ad373b" providerId="AD" clId="Web-{0956594B-81C9-44D4-A46D-87084EA126C1}" dt="2024-01-18T09:33:09.502" v="12" actId="1076"/>
          <ac:grpSpMkLst>
            <pc:docMk/>
            <pc:sldMk cId="2471778126" sldId="317"/>
            <ac:grpSpMk id="10" creationId="{00000000-0000-0000-0000-000000000000}"/>
          </ac:grpSpMkLst>
        </pc:grpChg>
        <pc:grpChg chg="mod">
          <ac:chgData name="SAURAV" userId="S::saurav.4097@iitg.ac.in::b4033196-6970-4b30-a8a2-abca25ad373b" providerId="AD" clId="Web-{0956594B-81C9-44D4-A46D-87084EA126C1}" dt="2024-01-18T09:33:45.191" v="17" actId="1076"/>
          <ac:grpSpMkLst>
            <pc:docMk/>
            <pc:sldMk cId="2471778126" sldId="317"/>
            <ac:grpSpMk id="14" creationId="{00000000-0000-0000-0000-000000000000}"/>
          </ac:grpSpMkLst>
        </pc:grpChg>
        <pc:picChg chg="mod">
          <ac:chgData name="SAURAV" userId="S::saurav.4097@iitg.ac.in::b4033196-6970-4b30-a8a2-abca25ad373b" providerId="AD" clId="Web-{0956594B-81C9-44D4-A46D-87084EA126C1}" dt="2024-01-18T09:33:23.034" v="14" actId="1076"/>
          <ac:picMkLst>
            <pc:docMk/>
            <pc:sldMk cId="2471778126" sldId="317"/>
            <ac:picMk id="8" creationId="{00000000-0000-0000-0000-000000000000}"/>
          </ac:picMkLst>
        </pc:picChg>
        <pc:picChg chg="mod">
          <ac:chgData name="SAURAV" userId="S::saurav.4097@iitg.ac.in::b4033196-6970-4b30-a8a2-abca25ad373b" providerId="AD" clId="Web-{0956594B-81C9-44D4-A46D-87084EA126C1}" dt="2024-01-18T09:33:42.488" v="16" actId="1076"/>
          <ac:picMkLst>
            <pc:docMk/>
            <pc:sldMk cId="2471778126" sldId="317"/>
            <ac:picMk id="1028" creationId="{00000000-0000-0000-0000-000000000000}"/>
          </ac:picMkLst>
        </pc:picChg>
      </pc:sldChg>
    </pc:docChg>
  </pc:docChgLst>
  <pc:docChgLst>
    <pc:chgData name="JARNU BUJUK" userId="S::b.jarnu@iitg.ac.in::bf32979c-49da-41d4-8987-f5e7c02fd9b8" providerId="AD" clId="Web-{99038443-9DD3-430C-A24F-981986822925}"/>
    <pc:docChg chg="modSld">
      <pc:chgData name="JARNU BUJUK" userId="S::b.jarnu@iitg.ac.in::bf32979c-49da-41d4-8987-f5e7c02fd9b8" providerId="AD" clId="Web-{99038443-9DD3-430C-A24F-981986822925}" dt="2024-01-09T11:25:12.019" v="10"/>
      <pc:docMkLst>
        <pc:docMk/>
      </pc:docMkLst>
      <pc:sldChg chg="delSp modSp delAnim">
        <pc:chgData name="JARNU BUJUK" userId="S::b.jarnu@iitg.ac.in::bf32979c-49da-41d4-8987-f5e7c02fd9b8" providerId="AD" clId="Web-{99038443-9DD3-430C-A24F-981986822925}" dt="2024-01-09T11:25:00.034" v="9"/>
        <pc:sldMkLst>
          <pc:docMk/>
          <pc:sldMk cId="379058988" sldId="316"/>
        </pc:sldMkLst>
        <pc:spChg chg="mod">
          <ac:chgData name="JARNU BUJUK" userId="S::b.jarnu@iitg.ac.in::bf32979c-49da-41d4-8987-f5e7c02fd9b8" providerId="AD" clId="Web-{99038443-9DD3-430C-A24F-981986822925}" dt="2024-01-09T11:24:41.424" v="5" actId="1076"/>
          <ac:spMkLst>
            <pc:docMk/>
            <pc:sldMk cId="379058988" sldId="316"/>
            <ac:spMk id="4" creationId="{00000000-0000-0000-0000-000000000000}"/>
          </ac:spMkLst>
        </pc:spChg>
        <pc:spChg chg="del mod">
          <ac:chgData name="JARNU BUJUK" userId="S::b.jarnu@iitg.ac.in::bf32979c-49da-41d4-8987-f5e7c02fd9b8" providerId="AD" clId="Web-{99038443-9DD3-430C-A24F-981986822925}" dt="2024-01-09T11:25:00.034" v="9"/>
          <ac:spMkLst>
            <pc:docMk/>
            <pc:sldMk cId="379058988" sldId="316"/>
            <ac:spMk id="7" creationId="{00000000-0000-0000-0000-000000000000}"/>
          </ac:spMkLst>
        </pc:spChg>
      </pc:sldChg>
      <pc:sldChg chg="delSp modSp delAnim">
        <pc:chgData name="JARNU BUJUK" userId="S::b.jarnu@iitg.ac.in::bf32979c-49da-41d4-8987-f5e7c02fd9b8" providerId="AD" clId="Web-{99038443-9DD3-430C-A24F-981986822925}" dt="2024-01-09T11:25:12.019" v="10"/>
        <pc:sldMkLst>
          <pc:docMk/>
          <pc:sldMk cId="1075765180" sldId="318"/>
        </pc:sldMkLst>
        <pc:spChg chg="mod">
          <ac:chgData name="JARNU BUJUK" userId="S::b.jarnu@iitg.ac.in::bf32979c-49da-41d4-8987-f5e7c02fd9b8" providerId="AD" clId="Web-{99038443-9DD3-430C-A24F-981986822925}" dt="2024-01-09T11:24:07.704" v="1" actId="14100"/>
          <ac:spMkLst>
            <pc:docMk/>
            <pc:sldMk cId="1075765180" sldId="318"/>
            <ac:spMk id="4" creationId="{00000000-0000-0000-0000-000000000000}"/>
          </ac:spMkLst>
        </pc:spChg>
        <pc:spChg chg="del mod">
          <ac:chgData name="JARNU BUJUK" userId="S::b.jarnu@iitg.ac.in::bf32979c-49da-41d4-8987-f5e7c02fd9b8" providerId="AD" clId="Web-{99038443-9DD3-430C-A24F-981986822925}" dt="2024-01-09T11:25:12.019" v="10"/>
          <ac:spMkLst>
            <pc:docMk/>
            <pc:sldMk cId="1075765180" sldId="318"/>
            <ac:spMk id="7" creationId="{00000000-0000-0000-0000-000000000000}"/>
          </ac:spMkLst>
        </pc:spChg>
      </pc:sldChg>
    </pc:docChg>
  </pc:docChgLst>
  <pc:docChgLst>
    <pc:chgData name="ABHISHEK JHA" userId="S::abhishek.j@iitg.ac.in::89770669-bf4f-4692-856f-9e9d393478af" providerId="AD" clId="Web-{BDDE5241-299F-1DD6-C13C-50DA80D9C00A}"/>
    <pc:docChg chg="modSld">
      <pc:chgData name="ABHISHEK JHA" userId="S::abhishek.j@iitg.ac.in::89770669-bf4f-4692-856f-9e9d393478af" providerId="AD" clId="Web-{BDDE5241-299F-1DD6-C13C-50DA80D9C00A}" dt="2024-01-11T14:56:15.966" v="1" actId="20577"/>
      <pc:docMkLst>
        <pc:docMk/>
      </pc:docMkLst>
      <pc:sldChg chg="modSp">
        <pc:chgData name="ABHISHEK JHA" userId="S::abhishek.j@iitg.ac.in::89770669-bf4f-4692-856f-9e9d393478af" providerId="AD" clId="Web-{BDDE5241-299F-1DD6-C13C-50DA80D9C00A}" dt="2024-01-11T14:56:15.966" v="1" actId="20577"/>
        <pc:sldMkLst>
          <pc:docMk/>
          <pc:sldMk cId="2004756423" sldId="305"/>
        </pc:sldMkLst>
        <pc:spChg chg="mod">
          <ac:chgData name="ABHISHEK JHA" userId="S::abhishek.j@iitg.ac.in::89770669-bf4f-4692-856f-9e9d393478af" providerId="AD" clId="Web-{BDDE5241-299F-1DD6-C13C-50DA80D9C00A}" dt="2024-01-11T14:56:15.966" v="1" actId="20577"/>
          <ac:spMkLst>
            <pc:docMk/>
            <pc:sldMk cId="2004756423" sldId="305"/>
            <ac:spMk id="3" creationId="{00000000-0000-0000-0000-000000000000}"/>
          </ac:spMkLst>
        </pc:spChg>
      </pc:sldChg>
    </pc:docChg>
  </pc:docChgLst>
  <pc:docChgLst>
    <pc:chgData name="HARSHIT RAJORA" userId="S::h.rajora@iitg.ac.in::f360e667-b9dc-4163-b33b-f1f429d7218f" providerId="AD" clId="Web-{41809C17-90BC-F904-CE5F-23DD6C6FFE3F}"/>
    <pc:docChg chg="modSld">
      <pc:chgData name="HARSHIT RAJORA" userId="S::h.rajora@iitg.ac.in::f360e667-b9dc-4163-b33b-f1f429d7218f" providerId="AD" clId="Web-{41809C17-90BC-F904-CE5F-23DD6C6FFE3F}" dt="2024-01-14T10:36:49.187" v="28" actId="20577"/>
      <pc:docMkLst>
        <pc:docMk/>
      </pc:docMkLst>
      <pc:sldChg chg="modSp">
        <pc:chgData name="HARSHIT RAJORA" userId="S::h.rajora@iitg.ac.in::f360e667-b9dc-4163-b33b-f1f429d7218f" providerId="AD" clId="Web-{41809C17-90BC-F904-CE5F-23DD6C6FFE3F}" dt="2024-01-14T10:36:49.187" v="28" actId="20577"/>
        <pc:sldMkLst>
          <pc:docMk/>
          <pc:sldMk cId="725623651" sldId="302"/>
        </pc:sldMkLst>
        <pc:spChg chg="mod">
          <ac:chgData name="HARSHIT RAJORA" userId="S::h.rajora@iitg.ac.in::f360e667-b9dc-4163-b33b-f1f429d7218f" providerId="AD" clId="Web-{41809C17-90BC-F904-CE5F-23DD6C6FFE3F}" dt="2024-01-14T10:36:49.187" v="28" actId="20577"/>
          <ac:spMkLst>
            <pc:docMk/>
            <pc:sldMk cId="725623651" sldId="302"/>
            <ac:spMk id="6" creationId="{00000000-0000-0000-0000-000000000000}"/>
          </ac:spMkLst>
        </pc:spChg>
      </pc:sldChg>
    </pc:docChg>
  </pc:docChgLst>
  <pc:docChgLst>
    <pc:chgData name="PRAKHAR ASTHANA" userId="S::a.prakhar@iitg.ac.in::c8e733f0-cc9a-436d-a9a7-2c132842b3ae" providerId="AD" clId="Web-{36ACEE8D-C3F4-4590-A44D-CE7637C36288}"/>
    <pc:docChg chg="sldOrd">
      <pc:chgData name="PRAKHAR ASTHANA" userId="S::a.prakhar@iitg.ac.in::c8e733f0-cc9a-436d-a9a7-2c132842b3ae" providerId="AD" clId="Web-{36ACEE8D-C3F4-4590-A44D-CE7637C36288}" dt="2024-01-10T07:35:54.257" v="1"/>
      <pc:docMkLst>
        <pc:docMk/>
      </pc:docMkLst>
      <pc:sldChg chg="ord">
        <pc:chgData name="PRAKHAR ASTHANA" userId="S::a.prakhar@iitg.ac.in::c8e733f0-cc9a-436d-a9a7-2c132842b3ae" providerId="AD" clId="Web-{36ACEE8D-C3F4-4590-A44D-CE7637C36288}" dt="2024-01-10T07:34:06.694" v="0"/>
        <pc:sldMkLst>
          <pc:docMk/>
          <pc:sldMk cId="431242462" sldId="299"/>
        </pc:sldMkLst>
      </pc:sldChg>
      <pc:sldChg chg="ord">
        <pc:chgData name="PRAKHAR ASTHANA" userId="S::a.prakhar@iitg.ac.in::c8e733f0-cc9a-436d-a9a7-2c132842b3ae" providerId="AD" clId="Web-{36ACEE8D-C3F4-4590-A44D-CE7637C36288}" dt="2024-01-10T07:35:54.257" v="1"/>
        <pc:sldMkLst>
          <pc:docMk/>
          <pc:sldMk cId="1179057383" sldId="300"/>
        </pc:sldMkLst>
      </pc:sldChg>
    </pc:docChg>
  </pc:docChgLst>
  <pc:docChgLst>
    <pc:chgData name="HARSHIT RAJORA" userId="S::h.rajora@iitg.ac.in::f360e667-b9dc-4163-b33b-f1f429d7218f" providerId="AD" clId="Web-{73A2C8EC-6B30-41AF-9093-3287AB759E4D}"/>
    <pc:docChg chg="modSld">
      <pc:chgData name="HARSHIT RAJORA" userId="S::h.rajora@iitg.ac.in::f360e667-b9dc-4163-b33b-f1f429d7218f" providerId="AD" clId="Web-{73A2C8EC-6B30-41AF-9093-3287AB759E4D}" dt="2024-01-09T18:42:07.337" v="15" actId="1076"/>
      <pc:docMkLst>
        <pc:docMk/>
      </pc:docMkLst>
      <pc:sldChg chg="addSp modSp">
        <pc:chgData name="HARSHIT RAJORA" userId="S::h.rajora@iitg.ac.in::f360e667-b9dc-4163-b33b-f1f429d7218f" providerId="AD" clId="Web-{73A2C8EC-6B30-41AF-9093-3287AB759E4D}" dt="2024-01-09T11:05:11.810" v="1" actId="1076"/>
        <pc:sldMkLst>
          <pc:docMk/>
          <pc:sldMk cId="2004756423" sldId="305"/>
        </pc:sldMkLst>
        <pc:spChg chg="add mod">
          <ac:chgData name="HARSHIT RAJORA" userId="S::h.rajora@iitg.ac.in::f360e667-b9dc-4163-b33b-f1f429d7218f" providerId="AD" clId="Web-{73A2C8EC-6B30-41AF-9093-3287AB759E4D}" dt="2024-01-09T11:05:11.810" v="1" actId="1076"/>
          <ac:spMkLst>
            <pc:docMk/>
            <pc:sldMk cId="2004756423" sldId="305"/>
            <ac:spMk id="5" creationId="{F48D8F59-D2D0-3312-3DAE-AD1377B1D458}"/>
          </ac:spMkLst>
        </pc:spChg>
      </pc:sldChg>
      <pc:sldChg chg="modSp">
        <pc:chgData name="HARSHIT RAJORA" userId="S::h.rajora@iitg.ac.in::f360e667-b9dc-4163-b33b-f1f429d7218f" providerId="AD" clId="Web-{73A2C8EC-6B30-41AF-9093-3287AB759E4D}" dt="2024-01-09T18:42:07.337" v="15" actId="1076"/>
        <pc:sldMkLst>
          <pc:docMk/>
          <pc:sldMk cId="2705222058" sldId="332"/>
        </pc:sldMkLst>
        <pc:spChg chg="mod">
          <ac:chgData name="HARSHIT RAJORA" userId="S::h.rajora@iitg.ac.in::f360e667-b9dc-4163-b33b-f1f429d7218f" providerId="AD" clId="Web-{73A2C8EC-6B30-41AF-9093-3287AB759E4D}" dt="2024-01-09T18:42:02.571" v="10" actId="1076"/>
          <ac:spMkLst>
            <pc:docMk/>
            <pc:sldMk cId="2705222058" sldId="332"/>
            <ac:spMk id="2" creationId="{D7A3D1A7-3455-493A-AA67-01FC85D82790}"/>
          </ac:spMkLst>
        </pc:spChg>
        <pc:spChg chg="mod">
          <ac:chgData name="HARSHIT RAJORA" userId="S::h.rajora@iitg.ac.in::f360e667-b9dc-4163-b33b-f1f429d7218f" providerId="AD" clId="Web-{73A2C8EC-6B30-41AF-9093-3287AB759E4D}" dt="2024-01-09T18:42:05.087" v="13" actId="1076"/>
          <ac:spMkLst>
            <pc:docMk/>
            <pc:sldMk cId="2705222058" sldId="332"/>
            <ac:spMk id="18" creationId="{00000000-0000-0000-0000-000000000000}"/>
          </ac:spMkLst>
        </pc:spChg>
        <pc:picChg chg="mod">
          <ac:chgData name="HARSHIT RAJORA" userId="S::h.rajora@iitg.ac.in::f360e667-b9dc-4163-b33b-f1f429d7218f" providerId="AD" clId="Web-{73A2C8EC-6B30-41AF-9093-3287AB759E4D}" dt="2024-01-09T18:42:03.290" v="11" actId="1076"/>
          <ac:picMkLst>
            <pc:docMk/>
            <pc:sldMk cId="2705222058" sldId="332"/>
            <ac:picMk id="4" creationId="{00000000-0000-0000-0000-000000000000}"/>
          </ac:picMkLst>
        </pc:picChg>
        <pc:picChg chg="mod">
          <ac:chgData name="HARSHIT RAJORA" userId="S::h.rajora@iitg.ac.in::f360e667-b9dc-4163-b33b-f1f429d7218f" providerId="AD" clId="Web-{73A2C8EC-6B30-41AF-9093-3287AB759E4D}" dt="2024-01-09T18:42:07.337" v="15" actId="1076"/>
          <ac:picMkLst>
            <pc:docMk/>
            <pc:sldMk cId="2705222058" sldId="332"/>
            <ac:picMk id="11" creationId="{00000000-0000-0000-0000-000000000000}"/>
          </ac:picMkLst>
        </pc:picChg>
        <pc:picChg chg="mod">
          <ac:chgData name="HARSHIT RAJORA" userId="S::h.rajora@iitg.ac.in::f360e667-b9dc-4163-b33b-f1f429d7218f" providerId="AD" clId="Web-{73A2C8EC-6B30-41AF-9093-3287AB759E4D}" dt="2024-01-09T18:41:42.102" v="8" actId="1076"/>
          <ac:picMkLst>
            <pc:docMk/>
            <pc:sldMk cId="2705222058" sldId="332"/>
            <ac:picMk id="1028" creationId="{00000000-0000-0000-0000-000000000000}"/>
          </ac:picMkLst>
        </pc:picChg>
        <pc:picChg chg="mod">
          <ac:chgData name="HARSHIT RAJORA" userId="S::h.rajora@iitg.ac.in::f360e667-b9dc-4163-b33b-f1f429d7218f" providerId="AD" clId="Web-{73A2C8EC-6B30-41AF-9093-3287AB759E4D}" dt="2024-01-09T18:41:31.461" v="6" actId="1076"/>
          <ac:picMkLst>
            <pc:docMk/>
            <pc:sldMk cId="2705222058" sldId="332"/>
            <ac:picMk id="1030" creationId="{00000000-0000-0000-0000-000000000000}"/>
          </ac:picMkLst>
        </pc:picChg>
        <pc:picChg chg="mod">
          <ac:chgData name="HARSHIT RAJORA" userId="S::h.rajora@iitg.ac.in::f360e667-b9dc-4163-b33b-f1f429d7218f" providerId="AD" clId="Web-{73A2C8EC-6B30-41AF-9093-3287AB759E4D}" dt="2024-01-09T18:41:39.368" v="7" actId="1076"/>
          <ac:picMkLst>
            <pc:docMk/>
            <pc:sldMk cId="2705222058" sldId="332"/>
            <ac:picMk id="1032" creationId="{00000000-0000-0000-0000-000000000000}"/>
          </ac:picMkLst>
        </pc:picChg>
        <pc:picChg chg="mod">
          <ac:chgData name="HARSHIT RAJORA" userId="S::h.rajora@iitg.ac.in::f360e667-b9dc-4163-b33b-f1f429d7218f" providerId="AD" clId="Web-{73A2C8EC-6B30-41AF-9093-3287AB759E4D}" dt="2024-01-09T18:42:05.837" v="14" actId="1076"/>
          <ac:picMkLst>
            <pc:docMk/>
            <pc:sldMk cId="2705222058" sldId="332"/>
            <ac:picMk id="3074" creationId="{00000000-0000-0000-0000-000000000000}"/>
          </ac:picMkLst>
        </pc:picChg>
      </pc:sldChg>
    </pc:docChg>
  </pc:docChgLst>
  <pc:docChgLst>
    <pc:chgData name="LALAN KUMAR DAS" userId="S::d.lalan@iitg.ac.in::3a150eeb-a037-40f4-94cd-6aa26b6244bf" providerId="AD" clId="Web-{210B8C8E-D8B2-44A5-B7F3-6788BF7CD1B4}"/>
    <pc:docChg chg="modSld">
      <pc:chgData name="LALAN KUMAR DAS" userId="S::d.lalan@iitg.ac.in::3a150eeb-a037-40f4-94cd-6aa26b6244bf" providerId="AD" clId="Web-{210B8C8E-D8B2-44A5-B7F3-6788BF7CD1B4}" dt="2024-01-15T04:59:35.459" v="0" actId="1076"/>
      <pc:docMkLst>
        <pc:docMk/>
      </pc:docMkLst>
      <pc:sldChg chg="modSp">
        <pc:chgData name="LALAN KUMAR DAS" userId="S::d.lalan@iitg.ac.in::3a150eeb-a037-40f4-94cd-6aa26b6244bf" providerId="AD" clId="Web-{210B8C8E-D8B2-44A5-B7F3-6788BF7CD1B4}" dt="2024-01-15T04:59:35.459" v="0" actId="1076"/>
        <pc:sldMkLst>
          <pc:docMk/>
          <pc:sldMk cId="1054228715" sldId="322"/>
        </pc:sldMkLst>
        <pc:picChg chg="mod">
          <ac:chgData name="LALAN KUMAR DAS" userId="S::d.lalan@iitg.ac.in::3a150eeb-a037-40f4-94cd-6aa26b6244bf" providerId="AD" clId="Web-{210B8C8E-D8B2-44A5-B7F3-6788BF7CD1B4}" dt="2024-01-15T04:59:35.459" v="0" actId="1076"/>
          <ac:picMkLst>
            <pc:docMk/>
            <pc:sldMk cId="1054228715" sldId="322"/>
            <ac:picMk id="4" creationId="{00000000-0000-0000-0000-000000000000}"/>
          </ac:picMkLst>
        </pc:picChg>
      </pc:sldChg>
    </pc:docChg>
  </pc:docChgLst>
  <pc:docChgLst>
    <pc:chgData name="ARUNIKA NASKAR" userId="S::n.arunika@iitg.ac.in::8d20f68b-a610-4be7-a3b5-1ac47057cd47" providerId="AD" clId="Web-{8D992D4C-91FA-4230-AF46-F14EFAA99700}"/>
    <pc:docChg chg="modSld">
      <pc:chgData name="ARUNIKA NASKAR" userId="S::n.arunika@iitg.ac.in::8d20f68b-a610-4be7-a3b5-1ac47057cd47" providerId="AD" clId="Web-{8D992D4C-91FA-4230-AF46-F14EFAA99700}" dt="2024-01-13T17:21:14.038" v="9" actId="1076"/>
      <pc:docMkLst>
        <pc:docMk/>
      </pc:docMkLst>
      <pc:sldChg chg="modSp">
        <pc:chgData name="ARUNIKA NASKAR" userId="S::n.arunika@iitg.ac.in::8d20f68b-a610-4be7-a3b5-1ac47057cd47" providerId="AD" clId="Web-{8D992D4C-91FA-4230-AF46-F14EFAA99700}" dt="2024-01-13T17:19:56.051" v="7" actId="1076"/>
        <pc:sldMkLst>
          <pc:docMk/>
          <pc:sldMk cId="84634679" sldId="326"/>
        </pc:sldMkLst>
        <pc:picChg chg="mod">
          <ac:chgData name="ARUNIKA NASKAR" userId="S::n.arunika@iitg.ac.in::8d20f68b-a610-4be7-a3b5-1ac47057cd47" providerId="AD" clId="Web-{8D992D4C-91FA-4230-AF46-F14EFAA99700}" dt="2024-01-13T17:19:56.051" v="7" actId="1076"/>
          <ac:picMkLst>
            <pc:docMk/>
            <pc:sldMk cId="84634679" sldId="326"/>
            <ac:picMk id="3" creationId="{00000000-0000-0000-0000-000000000000}"/>
          </ac:picMkLst>
        </pc:picChg>
      </pc:sldChg>
      <pc:sldChg chg="modSp">
        <pc:chgData name="ARUNIKA NASKAR" userId="S::n.arunika@iitg.ac.in::8d20f68b-a610-4be7-a3b5-1ac47057cd47" providerId="AD" clId="Web-{8D992D4C-91FA-4230-AF46-F14EFAA99700}" dt="2024-01-13T17:21:14.038" v="9" actId="1076"/>
        <pc:sldMkLst>
          <pc:docMk/>
          <pc:sldMk cId="2725531267" sldId="329"/>
        </pc:sldMkLst>
        <pc:picChg chg="mod">
          <ac:chgData name="ARUNIKA NASKAR" userId="S::n.arunika@iitg.ac.in::8d20f68b-a610-4be7-a3b5-1ac47057cd47" providerId="AD" clId="Web-{8D992D4C-91FA-4230-AF46-F14EFAA99700}" dt="2024-01-13T17:21:14.038" v="9" actId="1076"/>
          <ac:picMkLst>
            <pc:docMk/>
            <pc:sldMk cId="2725531267" sldId="329"/>
            <ac:picMk id="3" creationId="{00000000-0000-0000-0000-000000000000}"/>
          </ac:picMkLst>
        </pc:picChg>
      </pc:sldChg>
    </pc:docChg>
  </pc:docChgLst>
  <pc:docChgLst>
    <pc:chgData name="KARTIK YADAV" userId="S::kartik.yadav@iitg.ac.in::912ebcf7-b684-4cf7-a6f4-f9623fb4af60" providerId="AD" clId="Web-{3D98DEBF-6761-BADD-2FBA-ED5DC0A5A4B5}"/>
    <pc:docChg chg="modSld">
      <pc:chgData name="KARTIK YADAV" userId="S::kartik.yadav@iitg.ac.in::912ebcf7-b684-4cf7-a6f4-f9623fb4af60" providerId="AD" clId="Web-{3D98DEBF-6761-BADD-2FBA-ED5DC0A5A4B5}" dt="2024-01-11T00:47:04.459" v="10" actId="688"/>
      <pc:docMkLst>
        <pc:docMk/>
      </pc:docMkLst>
      <pc:sldChg chg="modSp">
        <pc:chgData name="KARTIK YADAV" userId="S::kartik.yadav@iitg.ac.in::912ebcf7-b684-4cf7-a6f4-f9623fb4af60" providerId="AD" clId="Web-{3D98DEBF-6761-BADD-2FBA-ED5DC0A5A4B5}" dt="2024-01-11T00:44:16.327" v="7" actId="14100"/>
        <pc:sldMkLst>
          <pc:docMk/>
          <pc:sldMk cId="3607581311" sldId="297"/>
        </pc:sldMkLst>
        <pc:spChg chg="mod">
          <ac:chgData name="KARTIK YADAV" userId="S::kartik.yadav@iitg.ac.in::912ebcf7-b684-4cf7-a6f4-f9623fb4af60" providerId="AD" clId="Web-{3D98DEBF-6761-BADD-2FBA-ED5DC0A5A4B5}" dt="2024-01-11T00:43:41.857" v="3" actId="1076"/>
          <ac:spMkLst>
            <pc:docMk/>
            <pc:sldMk cId="3607581311" sldId="297"/>
            <ac:spMk id="2" creationId="{00000000-0000-0000-0000-000000000000}"/>
          </ac:spMkLst>
        </pc:spChg>
        <pc:picChg chg="mod">
          <ac:chgData name="KARTIK YADAV" userId="S::kartik.yadav@iitg.ac.in::912ebcf7-b684-4cf7-a6f4-f9623fb4af60" providerId="AD" clId="Web-{3D98DEBF-6761-BADD-2FBA-ED5DC0A5A4B5}" dt="2024-01-11T00:43:59.592" v="5" actId="688"/>
          <ac:picMkLst>
            <pc:docMk/>
            <pc:sldMk cId="3607581311" sldId="297"/>
            <ac:picMk id="13" creationId="{00000000-0000-0000-0000-000000000000}"/>
          </ac:picMkLst>
        </pc:picChg>
        <pc:picChg chg="mod">
          <ac:chgData name="KARTIK YADAV" userId="S::kartik.yadav@iitg.ac.in::912ebcf7-b684-4cf7-a6f4-f9623fb4af60" providerId="AD" clId="Web-{3D98DEBF-6761-BADD-2FBA-ED5DC0A5A4B5}" dt="2024-01-11T00:44:16.327" v="7" actId="14100"/>
          <ac:picMkLst>
            <pc:docMk/>
            <pc:sldMk cId="3607581311" sldId="297"/>
            <ac:picMk id="30" creationId="{00000000-0000-0000-0000-000000000000}"/>
          </ac:picMkLst>
        </pc:picChg>
      </pc:sldChg>
      <pc:sldChg chg="modSp">
        <pc:chgData name="KARTIK YADAV" userId="S::kartik.yadav@iitg.ac.in::912ebcf7-b684-4cf7-a6f4-f9623fb4af60" providerId="AD" clId="Web-{3D98DEBF-6761-BADD-2FBA-ED5DC0A5A4B5}" dt="2024-01-11T00:47:04.459" v="10" actId="688"/>
        <pc:sldMkLst>
          <pc:docMk/>
          <pc:sldMk cId="379058988" sldId="316"/>
        </pc:sldMkLst>
        <pc:spChg chg="mod">
          <ac:chgData name="KARTIK YADAV" userId="S::kartik.yadav@iitg.ac.in::912ebcf7-b684-4cf7-a6f4-f9623fb4af60" providerId="AD" clId="Web-{3D98DEBF-6761-BADD-2FBA-ED5DC0A5A4B5}" dt="2024-01-11T00:47:04.459" v="10" actId="688"/>
          <ac:spMkLst>
            <pc:docMk/>
            <pc:sldMk cId="379058988" sldId="316"/>
            <ac:spMk id="5" creationId="{00000000-0000-0000-0000-000000000000}"/>
          </ac:spMkLst>
        </pc:spChg>
      </pc:sldChg>
    </pc:docChg>
  </pc:docChgLst>
  <pc:docChgLst>
    <pc:chgData name="UDITA RAJ" userId="S::r.udita@iitg.ac.in::f1180ef6-210b-4b8f-a9d7-e722e496be77" providerId="AD" clId="Web-{E4CBCF73-38CB-4C76-94C2-996B71C53B8E}"/>
    <pc:docChg chg="modSld">
      <pc:chgData name="UDITA RAJ" userId="S::r.udita@iitg.ac.in::f1180ef6-210b-4b8f-a9d7-e722e496be77" providerId="AD" clId="Web-{E4CBCF73-38CB-4C76-94C2-996B71C53B8E}" dt="2024-01-09T17:44:58.919" v="0" actId="1076"/>
      <pc:docMkLst>
        <pc:docMk/>
      </pc:docMkLst>
      <pc:sldChg chg="modSp">
        <pc:chgData name="UDITA RAJ" userId="S::r.udita@iitg.ac.in::f1180ef6-210b-4b8f-a9d7-e722e496be77" providerId="AD" clId="Web-{E4CBCF73-38CB-4C76-94C2-996B71C53B8E}" dt="2024-01-09T17:44:58.919" v="0" actId="1076"/>
        <pc:sldMkLst>
          <pc:docMk/>
          <pc:sldMk cId="2705222058" sldId="332"/>
        </pc:sldMkLst>
        <pc:picChg chg="mod">
          <ac:chgData name="UDITA RAJ" userId="S::r.udita@iitg.ac.in::f1180ef6-210b-4b8f-a9d7-e722e496be77" providerId="AD" clId="Web-{E4CBCF73-38CB-4C76-94C2-996B71C53B8E}" dt="2024-01-09T17:44:58.919" v="0" actId="1076"/>
          <ac:picMkLst>
            <pc:docMk/>
            <pc:sldMk cId="2705222058" sldId="332"/>
            <ac:picMk id="6" creationId="{00000000-0000-0000-0000-000000000000}"/>
          </ac:picMkLst>
        </pc:picChg>
      </pc:sldChg>
    </pc:docChg>
  </pc:docChgLst>
  <pc:docChgLst>
    <pc:chgData name="SANIYA URANW" userId="S::u.saniya@iitg.ac.in::c36df059-a26f-4582-a3cc-22f6beaf48d0" providerId="AD" clId="Web-{10F96B11-25CF-8CC7-2B88-574874C90A2D}"/>
    <pc:docChg chg="modSld">
      <pc:chgData name="SANIYA URANW" userId="S::u.saniya@iitg.ac.in::c36df059-a26f-4582-a3cc-22f6beaf48d0" providerId="AD" clId="Web-{10F96B11-25CF-8CC7-2B88-574874C90A2D}" dt="2024-01-10T02:33:49.886" v="1" actId="1076"/>
      <pc:docMkLst>
        <pc:docMk/>
      </pc:docMkLst>
      <pc:sldChg chg="modSp">
        <pc:chgData name="SANIYA URANW" userId="S::u.saniya@iitg.ac.in::c36df059-a26f-4582-a3cc-22f6beaf48d0" providerId="AD" clId="Web-{10F96B11-25CF-8CC7-2B88-574874C90A2D}" dt="2024-01-10T02:33:49.886" v="1" actId="1076"/>
        <pc:sldMkLst>
          <pc:docMk/>
          <pc:sldMk cId="3955284714" sldId="303"/>
        </pc:sldMkLst>
        <pc:picChg chg="mod">
          <ac:chgData name="SANIYA URANW" userId="S::u.saniya@iitg.ac.in::c36df059-a26f-4582-a3cc-22f6beaf48d0" providerId="AD" clId="Web-{10F96B11-25CF-8CC7-2B88-574874C90A2D}" dt="2024-01-10T02:33:49.886" v="1" actId="1076"/>
          <ac:picMkLst>
            <pc:docMk/>
            <pc:sldMk cId="3955284714" sldId="303"/>
            <ac:picMk id="16" creationId="{00000000-0000-0000-0000-000000000000}"/>
          </ac:picMkLst>
        </pc:picChg>
      </pc:sldChg>
      <pc:sldChg chg="modSp">
        <pc:chgData name="SANIYA URANW" userId="S::u.saniya@iitg.ac.in::c36df059-a26f-4582-a3cc-22f6beaf48d0" providerId="AD" clId="Web-{10F96B11-25CF-8CC7-2B88-574874C90A2D}" dt="2024-01-10T02:25:26.926" v="0" actId="1076"/>
        <pc:sldMkLst>
          <pc:docMk/>
          <pc:sldMk cId="2705222058" sldId="332"/>
        </pc:sldMkLst>
        <pc:picChg chg="mod">
          <ac:chgData name="SANIYA URANW" userId="S::u.saniya@iitg.ac.in::c36df059-a26f-4582-a3cc-22f6beaf48d0" providerId="AD" clId="Web-{10F96B11-25CF-8CC7-2B88-574874C90A2D}" dt="2024-01-10T02:25:26.926" v="0" actId="1076"/>
          <ac:picMkLst>
            <pc:docMk/>
            <pc:sldMk cId="2705222058" sldId="332"/>
            <ac:picMk id="5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1A71F-4782-45AB-9304-037A1E933179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F2058-2EE4-489D-99AF-3C7FF834D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1503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1-04-05T23:41:10.7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11890 12922 0 0,'17'-5'0'0,"-3"2"0"0,-1-1 0 0,-1 1 0 15,-2 1 0-15,3-1 0 0,-1 0 0 16,-4 1 0-16,5 1 0 0,-3-2 0 16,-2 3 0-16,-1-1 0 0,-1-1 0 15,2 1 0-15,2 1 0 0,-3-2 0 16,-1 2 0-16,0 0 0 0,-4-2 0 16,4 2 0-16,3 0 0 0,-5-1 0 0,-2 1 0 15,2 0 0-15</inkml:trace>
  <inkml:trace contextRef="#ctx0" brushRef="#br0" timeOffset="2204">12118 12587 0 0,'0'2'0'16,"0"-1"0"-16,0 1 0 0,0-1 0 16,0 2 0-16,0-3 0 0,0 1 0 15,0 1 0-15,0-2 0 0,0 1 0 0,0-1 0 16,0 0 0-16,0 0 0 0,0 0 0 15,0 0 0-15,0 0 0 0,0 0 0 16,0 0 0-16,0 0 0 0,0 0 0 16,0-1 0-16,0-2 0 0,0 3 0 15,0-2 0-15,0 2 0 0,-5-1 0 16,3 0 0-16</inkml:trace>
  <inkml:trace contextRef="#ctx0" brushRef="#br0" timeOffset="3471.24">12085 12655 0 0,'0'3'0'16,"0"0"0"-16,0-2 0 0,0 2 0 0,0-2 0 15,2 0 0-15,-2 0 0 0,0-1 0 16,4 2 0-16,-2-1 0 0,-2 1 0 15,4-2 0-15,-4 0 0 0,2 0 0 16,-2 0 0-16,0 0 0 0,4 0 0 16,-4 0 0-16,0 0 0 0,0 0 0 15,0 0 0-15,0 0 0 0,0 0 0 16,0 0 0-16,0-2 0 0,0 2 0 16,0-3 0-16,0 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21T04:41:53.84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D99694"/>
    </inkml:brush>
    <inkml:brush xml:id="br2">
      <inkml:brushProperty name="width" value="0.05292" units="cm"/>
      <inkml:brushProperty name="height" value="0.05292" units="cm"/>
      <inkml:brushProperty name="color" value="#548DD4"/>
    </inkml:brush>
  </inkml:definitions>
  <inkml:trace contextRef="#ctx0" brushRef="#br0">15110 19254 230,'7'-9'2,"-2"1"-1,-5 4 76,0-1-48,0 4 14,4-1 498,-4-1-277,0 1-131,5 0-81,-5 0 0,4 1 65,-4-3 40,0 3-18,0-3-38,0 4-33,0-1-13,0 1 13,0-2 7,0 2-1,0-4-2,0 3-21,0-1 37,0 0-11,-4 1-19,4 1-9,0-4-17,0 1 6,-5-1 8,5 1-18,0-2 18,0 0-27,0 0 19,0 3-9,0-3-16,0 0 16,0-2-29,0 2-11,0-4 11,0 3 21,0-6-5,0 3-13,0-1 0,0 2 13,0-4-3,0 1 0,0 0-13,0-1 13,0-2 28,0 2-39,0 2 27,0-2-26,0 0 20,0 2-20,0-4 61,0 3-48,0-1 12,0 0-20,0-2-6,0 2 9,0-1 24,0-1-33,0 0 17,0 4 0,0-3-16,0 1 10,0-2-13,0 4-10,0-4 10,0 1 0,0 1 0,0-2 1,0 1 3,5 1-2,-1 0-2,-4-3 12,0 1-12,4 0-3,1-1 3,-5 2 35,4-1-35,-4-3-31,5 5 31,-5-2 23,0 1-21,0 3-2,4-2-11,-4 0 10,0 0 1,0 0-1,5-2 1,-5 3-3,0-1-3,0-2 5,0 0 2,0 1-1,4 1 6,-4 0-6,0 2 0,0 0 15,0-4-12,0 2 0,0 2-1,0 0 21,0-4-23,0 2-20,0-5 20,0 4 0,0-6-14,0 2-5,0 0 19,0 2 35,0-4-35,0 4 2,0-4-2,0 2 1,0-2 21,0-1-22,0 1-19,0 1 17,0-3-10,-4 1 11,-1 1-30,1 0 31,-1 1 20,1-3-20,-1 3 0,1-1-22,0 0 22,-5-1 0,9 1-13,-12 0 13,8-1-12,4 1 15,0 2-6,0-1-10,-5 1 10,5 0 2,0 1 1,0 1 3,0 0-3,0 1 0,0 1 13,0 1-10,0-2-3,0-1 0,0 1-25,0-3 25,0 2 12,0 0-12,0-1-1,0-1-12,0 2 12,0-4 0,5 2-33,-5-1 22,4-1 12,3 0 15,-2 2-12,-5-1-6,0-1-17,4 2 4,5 0 4,-9-2 12,4 4 3,1-2-3,-1 0-23,1 0 11,-1-2 12,1 1 9,4 1-9,-9 0-13,4 0 13,1 1-19,1 1 16,-6 0-35,5-4 22,-1 4 15,-4-4-15,5 2-7,-1-2 23,1-1-22,-5 1 6,9-3-29,-5 0 29,1-2 5,-1 0 11,1 4 0,-1-2-28,1 2 28,-5-1 26,0 2-26,0-1 0,0 0 0,4 1 0,-4-1-11,7-1 9,-7-4 4,0 3-1,0-2 12,0 0-12,0 4-1,0-2 13,0 1 13,0-1-39,-7 3 13,7 1 0,-4-1 3,4 2-2,0 0 1,-5 2-2,1-6-12,4 4 10,-5 0 4,5 0-1,0 4-1,0-4 0,0 3 9,0-1-9,0 0-16,0-1 16,0 1-3,0 0-13,0-1 14,0 3 2,0-3-1,-4 3 1,4-1 0,0 1 0,0 1 0,0-2-13,0 2 13,0 0 3,0 0-3,0-1 2,0 1 2,0 0-4,0-2 1,0-1-1,0 3-3,-5-1 2,1-3 1,-1 1 13,1 2-13,-1-4-13,-4 3 1,5-3 12,-1 2 9,-1 3-7,1-5 18,1 3-20,-1-1-26,1 0 16,-5-1 9,4-1 2,1 0-2,4-1 0,-5-1-2,5 2 3,0-4 0,0 3-19,0-1-20,0 0 37,5 4 0,-1-4-14,5-1-23,5 0 23,-5 1 13,2 0-13,-2 2 15,0-1 1,-9-1-13,9 2 0,-9-4 13,4 3-1,1 1-17,-1-4 15,-4 3-12,5 1 15,-1-2 12,1 2-8,-5-2-3,0 2 2,0-1 0,0 1-3,0-2-1,0 2 0,-5-2 0,1 1 1,-1-1 13,1 2-13,-1-4 0,1 3 3,-5-4 9,9 1-11,-9-1-2,4 2 2,1-4-4,-1 0 5,-6 0-2,7 1 0,4-1 2,-5 2-2,5 1 1,0 1 0,0 1 2,0 2 10,0 0-13,0 4 2,0-4 16,0 3-17,0-3-1,0 0-13,0 0 13,0 2 24,0-2-23,0 2 10,0-1-11,0 1-1,0-2-2,0 0-10,0 0 10,0 2 0,0-4-10,0 0 13,0 1 10,0 1-10,0 0-2,0-2-14,5 4 16,-5-4 0,4 2 2,-4 0 18,5 2-20,1-2 1,-6 3-1,5-3-27,-1 2 25,-4-2 2,5 0 3,-5 3-1,4 1 0,-4 1 40,5 0-42,-5 2-16,4 1 15,1-1-15,-1 1 16,5-1-29,-9 0 26,9 1-13,-4 1 15,-1-1-1,7 3 1,-6-1-21,4 2-4,0 0-3,4-2-6,10 5 33,-8-5-15,-1 4 14,-1 0-29,-4-1 30,0 4 0,7-2 2,2-1 0,4-2-13,7 2-7,-2-4-115,4 2 116,3 0 18,-3 3 1,-6-2 0,2 3 3,-14-3-3,7 3 1,-2 1 1,-9-2 17,0 2-19,-5 0-13,1 0-19,-1 0 6,-4 0-3,5 0 6,-5 0 21,11 0-17,-11 0 16,4 0 1,1 3 0,-1 1 1,5 1-1,-4 0 1,-1 0 1,5 0 16,-4 4-3,-1-1 6,5 1-19,-4-1-9,6-1 9,-7 3 26,5 0-10,-4 2-14,4-2 0,-9 1 27,9 2-27,-5-1 0,-4 0 20,5 2-21,-5-1-1,0 4 13,0-3-12,0 1 22,0-1-4,0-1 0,0 3-19,0-3 0,4 4 0,-4-3 13,5 3 29,-5-2-39,0 2 0,4-2 0,-4 4 10,7-4-11,-7 2 1,4 0-3,1 0 1,-1 2-1,-4-4 0,9 2 0,-4 2 1,-5-2 3,4 2 18,1-1-15,-1 1-7,-4-4 0,9 4 12,-9-2 4,4 0 1,5-2-17,-9-1-26,0 3 23,7 0 3,-2 0 39,-5 2-23,0-1-14,0 1-2,0-2-1,0 3 1,0 1 0,0-1 3,0 1 19,0-1-22,0 0 0,0 1 2,0 1 1,0-2 10,0 1-13,-5-1-13,-2 0-3,7 3 16,-9-3 16,5 2-6,4 2-7,-4-2-3,-1 0 0,5 2 0,-4-2 0,4-2 0,-5 1-1,5-1 1,0-1 0,0 3 20,0-3-19,0 1-1,0 0 2,0 2 1,0-1-2,0 1 1,0 2 13,0 0-14,0 1 0,0 2-2,0 2 3,-4 2 18,4 3-19,0-4 12,0 3-13,0 1 0,-5 1 0,-4 3 0,9-1 0,-4 2 1,-1 0 15,1-6-3,4-3-26,0-3 4,0 0 9,0-1 1,0-2 18,0 3-19,0-5-18,0 2 15,0 1 3,0-3 0,0 2-2,0 0 2,0 0 7,0 0 38,0 1-16,0-1-29,0 1-2,-7 1 2,3-2 0,4 1-18,-9-1 14,4 0 4,1 1 23,-5 1-7,4-1-3,-4-1 6,5 0-19,-1 0 0,1-2 0,-7-2-13,11-1 11,-9-1-11,9-4 11,-5 1 0,5-1-22,0 0 24,0 3 10,-4-4-7,4 4-3,-5-3 0,5-1 0,0 1-16,0 0 13,0 1 1,0 4 2,0-2 0,0 5 9,0-4 3,0 3-12,0-1-2,0 0-11,0-1 13,0 0 1,0 0 1,0-1 6,0 1-8,0-2-16,0 0 13,0-2-19,0 2 22,0 2 2,0-2 0,0 2 18,0 1-18,0-1-2,5-1-13,-1-2-3,1-1 14,-1 0-1,1 1 1,-5-1 2,11 0-11,-7 0 10,1 1-14,-1 1 15,-4-2 22,5 2-22,-1 0 14,-4 0-14,5-2-48,-5 2 36,0 0 11,4 2-11,1 1 12,-5 3 19,0 0-18,0 1 16,4 3-17,-4 0 0,5-1 0,-1-1 0,1 1-1,-1-1 1,3-1 13,-7-2-13,9 0-12,-5-1-1,-4-2-23,5-1 36,-1 4 26,1-1-26,-5 1-2,4-4 1,1 3 1,-1-1 0,-4 2 19,0-1-19,0-1-4,0 2 4,5 0 22,-5 2-2,0 0-17,0 0 8,4 0-11,-4-1 0,0-2 3,4 2-3,-4-4-10,5 0 8,-5 1 2,0 1 16,4-1-13,-4 0-3,0-1-1,0-2-2,0 2 3,0-2 19,0 0-19,0-2 0,0 2-1,0 0-15,0-2 13,0 4 3,0-2 10,0 0-10,0 2 0,0-2 12,0 0-9,0 0-2,0-2 0,0 0 1,0-3-2,0 0 3,0 0-3,-4-2-1,4 0 0,-5 2-13,5 0 14,-4 0 13,4 0-13,0 3-14,-4-1 14,-1 3 16,5-3-16,0-1-10,0 4 10,0 0 3,0-5-3,0 2 1,-4-1-2,4-1 3,-5 3 22,1-1-24,4 0-19,0 1 19,0 0 0,0 0 13,-5-1-13,5 3 0,0-3-16,-4-1 16,4 3 8,-5-3-8,5 2 0,0 1-1,0-4 1,0 1-11,-4 1 9,-1-1 4,5-1-4,-4 2 4,4-1-2,0-1 0,0-1-2,-7-1 0,7-2-16,-4 2 18,4 1 13,0-1-10,0-2-3,-5 3-2,5-1 1,0 0 1,0 2 13,0-2-13,0 0-1,0 0-1,0 1-2,0-1 4,-4-2-1,4 6 2,-5-2 0,5 0 1,0 3-2,0-3 3,0 2-3,-4 3-10,4-6 7,-5 5-20,5-4 23,-4-1 20,4 0-18,0-3-1,-5 2-1,1-1 3,-1-1 13,5 1-16,-4-1 23,-1 3-21,5-1-1,-4-2-1,-1 1-19,-1 1 19,6-2 1,-9 1 2,4-1 9,1 1-11,-1 1 0,1-3 12,-1 1-11,1-1-2,-1 2 0,-4-2 0,5-1-20,-1 1 4,1 0-6,-3-2 9,3 2-3,-5 0-3,4-1-10,-4 1-7,5 2 33,-5-4 1,0 0-27,5 2 3,-1 0 4,-6-1-10,6-1 15,-4 4 14,5-1-8,-5 1 9,0 1 2,0-3-35,5 0-14,-5-1 24,2 1 12,-2 0 13,0 0 0,5-2-12,-5 3-7,0-1 18,4-3 1,1 1 0,-1 0 1,1-3 2,-1 3-1,-1-2 10,1 0-11,1 3 1,-1-3-1,1 0-1,-1 1 0,1-1 0,-1 2 2,1-1 0,-1-1 11,-4 0 0,5 3-12,-1-3 1,1 0-2,-7 2-1,11-3 0,-5 2 0,1-1-1,4-1 0,-5 1 0,1-1-1,4 1 1,-9-1 1,4 0-2,1 1-16,0-3 2,4 2 15,0-1-1,-5 1 0,1-2-10,4 0 12,-5 0 1,5 0 2,-4 0 1,-3 0 0,2 0-3,5 0 0,-9 0 2,5 0-1,0 0-1,-1 0 1,5 0 16,-4 0-1,-1-2-3,1 1 3,-1-1-16,-4-3 0,9 0 0,-4 3 2,-1-1 9,5-1-10,-6-1-1,-3 0 0,9 3 16,-5-3-16,-4 2-2,9-4-1,-4 4-10,-5-1 0,9-1 13,-9 2 1,4-2-1,1 3-1,-1-1-1,5-3-14,-4 5 3,-3-3 12,3-1 1,-1 2 0,1 1 0,-1-3 0,5 0 1,-9 3 11,9-3-12,-4 0 0,-5 0 0,9 2 2,0-3-2,-5 1 26,5-1-24,-4 0 15,4 0-15,-5 2-1,5-1 19,0 2-10,0-2-7,-4 1 6,4 1-8,-5-2 0,5 3 0,0-1-1,-6-2 4,1 1-4,1-1 1,4 3 28,0-1-18,-5-2-11,5 2 0,0-3 0,-4 1 1,4 0 1,0 2 1,0-2 13,-5 0-14,5 0 2,0 1 12,0-1 3,0 0-17,0 0-2,0 3 1,0-3 0,0 0 11,0 2 1,0-3-10,0 1 0,0 4-2,0-4 19,0 1-19,0 2-1,0-1 0,-4-2-13,4 2 12,0-3 0,0 1 0,0 0 1,0 0-20,0-2 20,-5 2 18,5 0 1,0 0 9,-4-2-28,4 4 0,0-4 0,0 4 3,-9-2 0,9-1 20,0 1-21,0 0 11,-4 2 0,4-2 3,-5-2 0,5 2-3,0 0-1,0 0-10,0-2-1,0 5-1,0-5-1,0 2 1,0 0 0,0 0 0,0-2 0,0 6-15,0-5 15,0 0 0,0 2 0,0-3-3,-4 4 2,4-2 1,0 2-1,0-3-1,-5 3 1,5 0 1,-7-1-2,7-1 2,0 2 2,0-1 14,0 1-16,-4 0 1,4-2-2,0 1 1,0-3 0,-5 2 0,1 0 1,4-2 1,0 4 11,0-4-13,0 2-1,0-2-25,-4 0 16,4 2 10,0-1 3,0 0-1,0 1-2,0 0-1,0 0 1,0-2 2,-5 2 10,5 0-12,0-2-1,0 4 1,0-2-1,0 1-2,0-2-10,0-1 11,0 2 2,-4-2-1,4 4 1,0-1-17,0-3 6,0 4 11,0-4 16,0 4-15,0-1-1,0-1-1,0 4-2,0-5-10,0 1 10,0 2 0,0-2 0,0 3 2,0-3-2,0 2 3,0 1 1,0-3-1,0 1-2,0-1 0,0 2 0,0 1-1,4 1-13,-4-5 14,0 3-11,0 0 11,0-2-1,0-2-10,5 2 12,-5 0 1,0 1 0,0 1 13,0-1-11,0 3 14,0-1-14,0-1 1,0 1 10,0-2-13,0 3 1,0-3-1,0 1-12,0 0 9,0-2 0,0 1 0,0 2 0,0-1 0,0 0 1,0-1 0,0 1 1,0-1-1,0 1-1,0 0 2,0-1-3,0 3 2,0-1 0,0-2-1,0 1-13,0 1 15,0 1-1,0-1-2,0-1-9,0-1-3,0 4-6,0-3 22,0 1 2,0-1 1,0 1 0,0 0 10,0 1-11,0-1 15,0 0-15,0 0-1,0 1-1,0 1 0,0-2-3,4 0-10,-4 2-7,0-3 4,0 0-13,0 1 0,0-2-13,0 1-6,0 0-26,0 1-36,0-3 16,0 1-42,0 3-75,0-4-98,-4 0-186,-5-2-101,4-3 136,-4 3 389,36 65 64</inkml:trace>
  <inkml:trace contextRef="#ctx0" brushRef="#br0" timeOffset="2354">15209 14694 92,'9'-2'118,"-5"-1"-92,-4 3-3,0 0 0,0 0-4,0 0 10,0 0 1,0 0 77,0 0 229,0 0-130,0 0-73,0 0-38,0 0 19,0 0 29,0 0-13,0 0-23,0 0-19,0 0-10,0 0-7,0 0 1,0 0-4,0 0-7,0 0-2,5 3-1,-5-3-3,4 0 6,-4 0 1,0 0-7,0 0-10,0 0-3,0 0-7,0 0-2,0 0-8,0 0-2,0 0-7,0 0-3,5 0-10,-5 0 10,0 0-11,0 0 11,4 0-12,1 0-1,-1 0-1,7 0-12,12 0 10,-5 0 0,11 0-13,-2-3 3,-1 3 11,8 0-2,-3-2 4,7 2-12,-6 0-27,6 0-64,2 0 41,3 0-35,-1 0-29,-2 0-33,-2-1-45,-6 1 6,-3 0-127,-11-2-66,0 2-49,-5 0 16,-2-2 276</inkml:trace>
  <inkml:trace contextRef="#ctx0" brushRef="#br0" timeOffset="3478">15236 15413 5,'0'0'128,"0"0"-50,0 0-55,0 0-10,0 0 6,0 0-2,0 0-4,0 0 6,0 0 1,0 0 6,0 0 212,0 0-23,0 0-62,0 0-48,-14 0-11,10 0 7,-5 0 29,9 0-16,-5 0-16,5 0-27,-4 0-19,4 0 16,0 0 1,0 0 2,0 0 4,0 0-4,0 0-16,0 0 0,0 0-19,0 2-4,0-2 1,4 0 6,1 0-14,-5 0-2,4 0-23,1 0-18,-1 0-2,10 0 17,6 0 3,7 0 2,4 0-1,7-4 2,9 1-1,-2-2-2,6 1 0,5-1-23,5-3-26,-5 3-35,2-2-65,2 2 52,-4-2-7,-4 2-59,-8 1-100,-1 1-46,-10-2-83,-1 2-71,-10-3 208</inkml:trace>
  <inkml:trace contextRef="#ctx0" brushRef="#br0" timeOffset="4478">15292 16089 154,'0'0'111,"0"0"-85,0 0 13,0 0-35,0 0 28,0 0 624,0 0-337,0 0-202,0 0-117,0 0 26,0 0 81,0 0 14,0 0-60,4 0-31,-4 0-27,5 0 16,4 0 11,6 0 9,-6 0-4,5 0 17,8 0-16,-4 0-34,7 0 14,6 0 1,2 0-16,3 0 1,11-3 0,0 1-1,7-3-1,-3 2 0,5-2-23,0 1-55,-4 1-12,-3-1-24,-2 3-29,-5-3-49,-6 3-65,-2-3-86,-12 4-67,1-3 90,-14 1 232</inkml:trace>
  <inkml:trace contextRef="#ctx0" brushRef="#br0" timeOffset="5824">15330 16903 174,'0'0'81,"0"0"-58,0 0 10,0 0-14,0 0 11,0 0-11,0 0 421,0 0-185,0 0-122,0 0-61,0 0 26,0 0 41,0 0-15,0 0-46,0 0-16,0 0-7,0 0 4,0 0 22,0 0 10,0 0-7,0 0-16,0 0-10,4 0-3,-4 0 10,0 0-7,0 0-16,0-3-16,5 1-15,4 1-11,-5-1-2,5 0-15,0 2 5,4-3 8,3-1 1,2 1 1,0 1-11,0-1 10,11 0 1,-7 1-1,1-2 3,1 1-2,-1 0-23,-1 3 8,3-2-12,-7 0-10,4 1-35,-6-1-17,1 0-25,-3 2-4,-1 0-23,-8 0-49,6-3-65,-2 3-49,-5 0-76,-4-2-12,0 0 152,0-1 199</inkml:trace>
  <inkml:trace contextRef="#ctx0" brushRef="#br0" timeOffset="7057">15249 17466 48,'0'0'134,"0"0"-66,0 0-45,0 0-10,0 0 16,0 0-9,0 0 16,0 0 0,0 0 309,0 0-94,-9 0-104,9 0-69,-4 0-10,4 0 33,0 0 29,-5 0-13,5 0-35,0 0-11,0 0-12,0 0-14,0 0-19,-4 0 16,4-2-9,-5 2 9,5-3 26,0 3-10,0 0-6,0-2 0,0 0-3,0 2-4,0-1-6,0 1-4,0 0-6,0 0-3,0 0 7,0 0 2,0-2-20,5 2-15,-1 0-19,5-3-10,7 1-7,2-3 20,0 0 0,9 0 2,2 1 12,2 1 2,3-2-2,1 1 2,3-1 0,-6 0-3,1 0 3,3 2-22,-7-2 19,-2-1-23,7 1-16,-12 4-33,5-3 10,-7 3-45,-2-1 0,-5 2-20,1-4-42,-5 3-40,-3-1-16,-1 2-26,-1-2-19,-4 1-60,0-1 95,0 2 88,5-5 150</inkml:trace>
  <inkml:trace contextRef="#ctx0" brushRef="#br0" timeOffset="8236">15260 18110 111,'0'0'107,"0"0"-77,0 0-14,0 0-3,0 0 7,0 0 6,0 0-13,0 0 0,0 0 6,-15 0-2,15 0 9,0 0-7,0 0 291,-5 0-85,5 0-78,0 2-66,-4-2-6,4 0 42,0 1 7,0-1-20,0 0-29,0 0-20,0 0-6,0 0 3,0 0 13,0 0 6,0 0-9,0 0-7,0 0-10,4 0 7,5 0 3,2 0-7,7 0-48,0-1-23,11-4 0,-2 0 23,4-2 1,3 2 11,-3-2-11,-2 0 11,3 2-11,-3-2 2,2 0 9,-4 1-10,7-1-2,-8 2-4,-1 0 3,-3 1-12,1 1 0,-8-1 11,-1 3 0,-5-1-21,4 0-6,-8 2-36,4 0-25,0 0-1,2 0-7,-2 0-6,0 0-68,4 0-33,-4 0-49,5 0-16,-3 0-53,2-1 33,1-3 84,-1 1 166</inkml:trace>
  <inkml:trace contextRef="#ctx0" brushRef="#br0" timeOffset="9257">15274 18532 37,'0'0'59,"0"0"-14,0 0-6,0 0 1,0 0-14,0 0-7,0 0 11,0 0-4,0 0-13,0 0 19,-14 32 4,14-30 254,0-2-110,0 0-60,0 0-35,0 0 22,0 0 33,0 0 7,0 0-20,0 0-20,0 0-16,0 0-10,0 0 1,0 0-1,0 0-10,5 0-35,-5 0-20,4 0 26,1 0 0,4 0 13,4 0 29,16 0-16,-6 0-32,8-4-1,-2-1-15,-2 2-18,2-2 17,2-1-16,-4 1 1,11 0-2,-2 0 0,2 0 1,0 0-1,2 0-2,-6 0-15,2 0 14,-3 1-15,3 1-42,-7 1 3,-2-1-42,-9 3-26,2-2-26,-2 0-14,-9 2-9,0 0-42,0 0-60,4 0-6,-8 0-92,1 0-9,-6-1 179,0-3 192</inkml:trace>
  <inkml:trace contextRef="#ctx0" brushRef="#br0" timeOffset="10709">15186 19126 105,'0'0'137,"0"0"-111,0 0-9,0 0 22,0 0-16,0 0 19,0 0 167,0 0 211,0 0-179,0 0-123,0 0-31,0 0 40,0 0 23,0 0-14,0 0-25,0 0-24,0 0-2,0 0 18,0 0 4,5 0-16,-5 0-40,4 0-18,-4-1-4,0 1-7,5 0-2,-1 0-4,1-4 6,4 4-5,4-3 2,1-1 7,10 3 3,-10-3 0,8 1-28,-2 0-1,-2 1-1,0-2-2,4 1 1,12 0 2,-7-2-3,6-1 0,-1 1 0,1 0-10,-1 0 0,1 0 13,-1 0-16,6-2-36,-12 0 17,1 2-14,2-2-25,-11 4-20,0 1-19,-2 1-13,-3-1-7,1 0-13,-10 1-43,1 1-81,-1 0-78,-4 0-73,0-4-15,0 2 214,0 1 212</inkml:trace>
  <inkml:trace contextRef="#ctx0" brushRef="#br0" timeOffset="11823">15171 19567 21,'0'0'55,"0"0"14,0 0 15,0 0-35,0 0-29,0 0 3,0 0-20,0 0-2,0 0 38,9 30 17,-9-26 87,0-4 7,6 3-59,-6-3-29,0 0 3,0 0 40,0 0 22,0 0-7,0 2-29,0-2-22,0 0-14,0 0-3,5 0 0,-5 0-3,4 0 6,-4 0 13,9 1-9,-4-1 9,4 2-9,0 0-8,0-2 8,4 0-7,7 0-4,-6 0 4,8 0-13,3-4-37,2 1 0,-1-4 2,4 2-4,-8 0-1,11 0 1,-6 0-13,0-2 13,2 2-20,3-4 20,-3 4-3,6-2-29,-5 2-1,-4 0-38,-3 2 19,1-2-32,-6 1-27,0 3-12,-4-1-4,-3-3-42,-7 5-27,1-2-38,-5 0-63,0 2-74,0-3 159,0 0 92,0-1 120</inkml:trace>
  <inkml:trace contextRef="#ctx0" brushRef="#br0" timeOffset="12688">15213 19920 15,'0'0'26,"0"0"-6,0 0-4,0 0-14,0 0-2,0 0-1,0 0-1,0 0 1,0 0 1,0 0 0,0 0 1,0 0 0,0 0 22,18 0 10,-13 0 6,-5 0 0,4 0-20,1 0-15,-5 0-2,4 0-1,3 0 1,-3 0 11,-4 0 0,9 0 4,-4 0-1,-1 0 10,1 0 0,-5 0-26,4 2 1,1-1 22,-1 1-4,-4 0 14,0 0 228,0-2-140,5 0-43,-1 0-16,1 0 26,-1 0 26,7 0-4,-6 0-22,-1 0-16,10 0-27,-1 0 4,-4 0-13,4 0-16,8 0-17,-4 0 23,1 0 3,7 0 10,-3 0-10,-4-4 4,11 2-20,-6 1-13,4-3 1,2 1 2,-2-2-3,-5 3-78,7-3-101,-7 0-62,3-2-75,2-1-208,-9-3 162</inkml:trace>
  <inkml:trace contextRef="#ctx0" brushRef="#br1" timeOffset="54230">16948 14033 27,'0'0'88,"0"0"-10,0 0-32,0 0-13,0 0 9,0 0-16,0 0-13,0 0 121,0 0-10,0 0-23,38-5-20,-38 5-22,0-2 84,4 2-12,-4-2-17,0 2-33,5-3-35,-5 1-1,4 1 14,-4-1 12,5 0-2,-5 2-1,4-1-19,-4 1 22,0 0-2,0 0-11,0 0 0,0 0 4,0 0-10,0 0-3,0-4-14,0 4 1,0 0-4,0 0-3,0 0-6,0-3-22,0 3 12,0-2 3,0 2 1,0-2 5,0 2-2,0-1 2,0 1 1,0 0-20,-4-2 10,4 0-12,0 1 0,-5 1-1,5-2 0,-4-2-2,4 4 2,0-1 1,-5 1-1,1-4-1,4 4 1,-5 0-1,-1-1-12,1 1 10,1 0 3,-1 0 0,1 0-2,-5 0-2,9 0-15,-14 0 3,10 0 3,-5 0-2,0 0 15,2 0 3,-2 0 0,-4 0-3,8 0 1,-4 0-1,0 0 2,-4 0 0,-3 0 16,7 0-18,0 0-1,-4 0-19,4 0 4,0 0 16,0 0 23,-7 0-7,12 0-14,-5 0-2,0 0-13,5 0 10,-5 0 1,4 0-21,-4 0 7,5 0 13,-3 0-10,3 0-3,-5 0-1,4 0 15,-4 1 2,0 3 13,5-1-11,-5-1 10,4 1-12,1 1-3,-1-1 3,-1 0 19,-3-1-19,9 2-22,-9-3 2,4 1 20,1 1-3,-1 1 3,5-1-16,-4 2 3,-1-1 13,1 1 10,-1-2 11,1 2-20,-1 2 19,5-2-20,-4-1 0,-3 2 16,3 1-16,4-2-20,0 2 20,-9-2 16,9 0-14,0 0-2,0 2 0,0-2-1,-5 0 2,5-1 12,0 3-13,0-2 1,0 1 40,0 0-40,0 0-1,0 5 39,0-3-39,0 1 3,0-3 7,0 3-7,0-1 16,0 1 3,0-1-21,0-1-2,0 2 2,0-3 1,0 3 27,0-2-27,0 0 21,0 1-10,0-1-10,0 0 19,0-2-21,0 2 15,0-2-16,0 1 0,0-1 11,0 6-11,0-6 0,0 0 0,0 2 1,0-4-1,0 4 1,0-2-2,0-2-2,0 2 3,0 1-12,0-3 2,0 2 10,5 2 3,-5-2-1,0 2 0,0-6-2,4 6-1,-4-2-1,5 0 2,-5 1-3,0-1-7,0-2 10,0 4 10,0-2-9,0 0-1,0 0 0,0 0 10,0 2-9,0-4-1,0 3 0,0-1 0,0-4 0,-9 4 12,9 1-9,0-1 16,-5-2-19,5 0 0,-4 3-1,-1-5 1,5 1-1,0 1-12,-4-1 12,-1 3 1,1-3 1,4 3 12,0-2-13,-4 1-19,4 3 19,-5-4-16,5 2 16,0 2 0,-4-2 0,4 2-2,-5 0-14,5-2 16,-4 0 16,4 2-16,0-1-13,0-1 13,0 2 9,0 0 1,0 0-8,-7 0-2,7 1 6,-5-1-3,1 0-3,4-1 3,0 0-3,0 0-1,-5-1-19,5 2-5,-4 0 21,4-4 4,-4 6 26,4-1-6,0 1-20,0-2-3,0 1-15,-5 1 18,5-1 16,0 2-16,0-1-22,0-1 18,0 3 8,0-1 25,0 0-29,0 0-41,0 0 38,0 1 3,0-3 32,0 2-30,0-1-2,0 1 23,0-1-23,5-1 0,-5 1-23,4-1 23,-4 1-2,4-3-9,1 3 11,-5-1 19,0 1-9,0-1-10,0 1-28,0-1 27,0 1 2,0-1 16,0 2 3,0-3-8,0 2-12,0 1-3,0 0 3,0-3 14,0 1-14,0 1-3,0 1 1,0 0 0,0 2 2,0 0 2,0 2-2,-5-1-9,5 1 9,0 1 7,0-3-6,0 2-2,0-2 2,0 0 12,0-1-13,0 5-1,0-1 1,0-1 13,0 1 19,0-3-31,0 1 15,0 3-16,0-1 3,5 0 20,-5 1 6,0-1-28,0-2 5,0 1 10,0-2-18,0 2 2,0-4 0,0 7 1,0-4 37,0 1-37,0 1 27,0 1-28,0-1-2,0 4 2,0-4-10,0 2 10,0-2 0,-5 4 10,1-2-10,0 0 16,4 1-13,-5-2-3,1-1 3,4 0-1,0-3-2,-5 4-10,5-3 10,-4 1 13,-1-2 3,5 0-16,0-1-17,-4 1 17,4 0 0,-5 0 16,5 0-16,-4 3-4,4-1 4,0 0-3,0 4 3,-5 1 0,5 3-3,-6-2 3,6 6 10,-5-2-10,5 3 0,-4-3 1,-1 1-1,1-1 3,-1-2-3,1 0 1,4-3-1,0-2 0,0-2-35,0-3 31,0 3 2,0-1 2,0-2 1,0 1 25,0-1-7,0 2-17,0-1-1,0 3 16,0-1-16,0 0-1,0 4 3,0-2-3,0 3-16,0-1 16,-5 3 3,5-3 8,0 3-11,0-2 0,-4 1 0,4-1 1,0 2-1,0-3-3,0 0 3,0-2 6,0 1-3,0-1 26,0 0-29,0 0-14,4-1 13,-4-1-12,5 2 3,-5 2 7,4-2 6,-4-2-6,5 2 6,-5 2-6,4-1 3,1-1-35,-5 0 19,4-3 16,-4 5-13,0-4-8,5 0 21,-5 4 0,6-2-13,-1 0 10,-5 2-39,0 1 42,4 0 2,1-1-2,-5 1-26,4 3 26,-4-5-2,5 3 5,-1-3-9,-4-1 22,5 2-16,-5-2 0,0 0-10,0-2-12,0 1 18,4-1 2,-4 0 2,5 0 9,-5-1-9,0 1-11,0 1 11,0 2 0,0-6 3,0 7 1,4-4-4,-4-1-1,0 5-1,0-1 2,0-2-14,0 1 12,0 1-15,0-1 17,0 2-2,0 1 18,0 1-16,0-3 0,0 3-1,0-3 1,0 1-3,0 0 3,0-2 0,0 2-2,0-1 2,0-2 0,0 1 22,0-2-22,0 2-2,0 0-1,0-4 3,0 4 0,0-1 0,0 1 35,0 1-35,0-1-13,0 2 13,-4 0 0,4-1 0,-9 1 11,9-2-9,-5 2 9,-4-2-11,9 2-2,-9-4-17,5 4 19,-1-4 16,-1 2-16,1 0 0,5-4 2,-4 4-2,-1-3 13,5 0-10,-4-1-3,-1 1 0,1-1-1,4 1 1,0 1 20,-5-5-20,1 4 0,4-2 12,-5 2-11,5 1-1,0 0 0,0 0-13,0 1 0,-4 1 26,-1-2-26,5 2 13,0-2 0,-4 1 2,-1 2-2,5-2-2,-4-1 2,4 0 1,0 1 3,-7 1-1,7 0-3,-4-4-23,4 2 23,0-3 0,-5 0-1,5 0-1,0 2 1,-4-1 1,4-1 27,0 0-27,0 2-19,-5-2 16,5-1 2,-4 0 1,4 1-3,0-1 16,0 3-13,0-2 0,-5 2-6,1-3 6,4 3-3,0-4-26,0 0 17,0 2 24,0 0-15,0 2 16,0 3-13,0-2 13,0 4-13,0 1-22,0 1 22,0-1 26,0 0-6,0 1-4,0-3 4,0 1-19,0 0-2,-5-4-14,5 2 14,-4-3-11,4-2 12,0 3 2,0-3 9,0 0-9,0 3 8,0-3-10,0 0 0,0 0 0,0-2 0,0 0 13,0 0-13,0 0-1,0-1 1,0 1-4,0 0 1,0 1 3,0 0 0,0-2 13,0 3-7,0-2-6,0 2-6,0 2 6,0-1 2,0 6-2,0 1 135,0-1-119,4-4 19,1 2-35,-5-3-9,4-2 9,1-2 1,-5 0-1,4 0 0,1 1 3,-5-5-3,0 5-19,0-3 18,0 1 1,0-3-2,0 1 2,0 0-3,0-4-12,0 2 15,0 0 3,0-1 10,0-1-13,0 2-16,0-1-11,4-1 26,-4 1 0,0 2-1,0-1 1,0-1 1,0-1-19,0-1 0,0 1 3,0-1 16,0 0-3,5 3 3,-5-2 9,4 2-7,-4 2 26,7 0-28,-7 0-16,0 0 16,0-1 13,4 1-13,-4 2-30,5-3 30,-1 0 1,-4 2-1,0-3 1,5 2 12,-1 0-2,-4-2-11,5 2-7,-1-4 7,1 4 16,-5-5-3,9 1 10,-5 0-20,-4 1 16,9-3 16,-9 1-19,5 2-15,1-4 2,-1 3 16,-1-3-17,1 2 1,-1-1-1,-4-1 2,5 0-1,-1 0-1,1 0 1,-5 5 0,4-5 17,1 6-8,-1 0 1,5 3-10,0 1 138,2 0-141,-2-1-23,-9-2 11,9-4 12,-9 2 0,4-2-13,1 3 11,-5-1 2,4 1 13,-4 0-13,5-3 0,-1 2-3,-4-2 3,0 1 3,5-4 13,-5 3-16,0-1-2,0-2-1,0 0-13,0 2 4,0-2-1,4 0 12,1 0 0,-5 1 0,0 1-3,0 0 2,0 1 0,4-1-11,3-1 12,-7 3 1,4 1 1,-4-3 0,0-1-1,0 4 3,5-3-3,-5 0-2,0-2 1,4 2 0,-4-1-1,5 3 0,-5-3 1,0 3 0,0 1 2,4 0-1,1 0 0,-5 0 3,4 2 16,-4-2-19,0 0-3,0-1 1,0-3 2,5 3-1,-5-3-1,4 1-1,-4 0 2,0 3 1,0-5 0,0 3 2,5-3 1,-5 2-2,0 0 2,0-1-3,0 3 0,0-3-1,4 1 0,1 0 1,-5 3 0,0-2 0,4 4 1,1-2 0,1 0-1,-1 0-2,-5 2-14,4-3 0,-4 1 16,9 0-1,-4 0-2,-5-5-13,9 2 3,-5-1-12,5 1-8,-4-2 5,-1 2 8,1-1 17,-1-1-9,3 2 11,-3 0 1,-4-2-2,9 0 2,-4 2 2,-1-2 0,1 0 11,-1 1-12,-4-1 0,9 0 3,-4 0-2,3 0 11,1 0-12,-2-1 1,2-3-1,5 1-2,-6-1 1,-3 1-13,8-2 12,-4 3-1,2-3 0,-2 2-11,0-1 10,5-1-10,-10 0-6,5 3 16,0-4 2,-4 0-34,6 1 13,-2 2 9,0-2 13,-5 1 0,5-1 0,-4 2-3,8 0-1,-8-3 1,-1 1-10,7-1 0,-6 2 1,4-3 12,-5 2 0,5 0-13,0-2 12,-4 1 0,3-3-12,1 2-3,3 0 3,-8 1-3,1-1 15,4 0-12,-5-1-3,5-1 13,-5 2 0,5 1-10,-4 0 13,-1-2 2,1 1 0,2 0-1,-3 1-1,0 0-1,-4 0-28,9-1 9,-4 0-2,-5 0-7,9 0 25,-9-1-15,9-1 0,-5 3 0,-4-1 19,5-2 0,-1 3-11,1-1 11,-5 2-3,0-2-16,0-2 16,0 1 3,0 1 1,4 0 15,-4 0-14,7-1-1,-3-1 5,-4 1-6,0-1 0,0 1 0,0 1 13,5-3-11,-1 0-2,-4 1 0,0 2 0,5-3 0,-5 3-13,4-3 26,1 2-10,-5-2-2,4-1-1,1 3-16,-5-1 15,4-1 1,-4-2-1,5 4-12,-5-2 13,0-1 11,4 1-10,-4-2 1,0 4-2,0-2 13,5-1-11,-5 1-1,4-2-2,1 4-9,-5-4 10,0 2 0,6 1 15,-6-1-14,5 2 0,-5-4 0,4-2-1,-4 2-2,0 0-1,0 0 3,0 0 0,0 1-2,5 0 0,-1 3 2,-4-2-13,5 1 10,-5-1-1,0 2 3,4-1 1,-4 1 16,5-1-16,-5 1 0,0-3 16,0 1-16,4 2 0,1 1 0,-5-2 8,0-1-7,4 2-2,-4-3-1,4 5 2,-4-6 14,5 2-14,-1-2 0,-4 3 9,0-3-9,0 2-4,0-2 4,0 4 10,0-4-9,0 3 12,0-1-10,0 2 18,5-1-19,-5-1-1,0 0 25,0 1-23,0 1 26,0-3 15,0 0-43,0 2 0,0-1 12,0-2-12,0 4 28,0-3-10,0-1-16,0 4-3,0-4-3,0 0 2,0 0 2,-5-1-2,5 2 3,0 0 10,0-1-12,0-2 0,-4 4 2,4 0 18,-5-4-20,5 2 2,0 2 0,-4-2 1,4-2 20,0 4-23,-4-2 3,4 0-3,0 2 2,-5 0 20,5 0 13,-4 0-35,4-2-46,0 2 46,-5-2 2,5-2 30,-4 1-30,4 1 0,0-2-2,-5 2 0,5 0 0,0 4 26,-4-2-26,4-1-6,-5 1 6,5 0 19,0-2-18,0 0 0,0 2-1,0 0-8,-4-2 8,4 2 26,0 1-7,0-1-18,-5-2-1,5 2-28,0 0 28,0-1 3,-6 1 3,6 0-6,0 0-19,0-4 15,0 1 4,0 1 2,0 0-2,0 0 19,0 0-19,0 0-9,0 2 9,0-2 2,0 0 11,0 0-13,0 0 1,0 1 0,0 0 0,0-2-2,0 1 0,0 2-2,0-4 3,0 2-2,0-3-14,0 3 14,0 0 1,0-3-1,0 1-10,0 2 10,0-1 4,0-3-1,0 4 15,6 1 5,-6-3-21,5 2 0,-5-1-13,4-1 6,-4 2 5,0-2-9,0 1 10,5 3 1,-5-4 0,0 2 11,4-1-11,-4 1-3,5-4 3,-5 4 0,0 1-16,4-1 19,-4-4-3,5 4 16,-5-1-16,0-1 0,0 1-19,0-1 38,4 2-13,1-1-3,-5 2 10,0-2-10,0 1-1,0 2-4,0 0-11,4-4 13,-4 4 1,0-2 11,0 2-12,0-2 2,0 2-2,0-2 1,0 0 1,4 0-2,-4 0-30,5 2 30,-5-2 22,0 0-9,4 0-13,-4-2-42,0-1 41,0 0 1,0 0 15,5-1-15,2 3 0,-7-3-25,4 1 25,-4 1 22,0-4-22,0 4-14,5-1 14,-5 1 10,4 2-10,-4 1-1,0-5 1,0 4 9,0 0-8,0 2-2,0-2-9,0-1 7,5 1-13,-5-2 0,0 2 16,0-1 3,0-3 0,0 5-2,0-5 0,0 4 41,0-3-42,0 1-18,0-3 17,0 2 1,0-2-12,0 0-4,4 0 28,-4-1-14,4 2 2,-4-1-16,0 2 16,0 0 3,5-1 0,-5 1-6,0-2-23,0 0 22,0 2 1,0-4 3,4 2 0,-4-2-41,0-1 41,5 1 43,-5-1-43,0 1-3,0-3-19,0 2-1,0-2 46,0 1-36,0-4 13,0 1-45,0-2 45,0-1 0,0 0-7,0 2 7,0-4-35,0 3 32,0 1 3,0 4 0,0-1-10,0 4-6,0-3 29,0 2-13,-5-1 12,5 5-12,-4-4-23,4 2 23,0 2 0,-5-1 16,5 3-16,0-1 0,0 1 0,0-3-13,0 1 10,0 1-6,0 1 9,-4-2 0,4-1-29,-4 3 26,4-4-9,0 1-14,-5 3 24,5-4-18,0 3 20,-4-1 26,4 0-26,0-1-6,0 1-10,0 0 16,0 1 19,0 1-19,0-3-10,0 1 9,0 0-41,0-1 42,0 3 19,0-3-19,0 1-33,0 2 32,0-1-18,0-1 19,0 3 26,0-2-26,4-3-10,-4 2 10,0-2-3,0 3 3,0-3 16,0 4-16,0-3 0,0 3-7,0-4 4,0 3-17,0-3 18,0 2 4,0-2-5,0-2-43,0 1 46,0-1 16,0 2-13,0 0-3,0 0-29,0 0 29,0 0 6,0 2-6,0-2-11,0 3 9,0-3 2,0 2-3,0-2-23,0 0 26,0-2 26,0 5-25,0-4-2,0-1-30,0 4-63,0-2 94,0 5 21,0 0-18,0 0-6,-4 2 25,4-2-17,-5 0-5,5 0-2,-4 0 2,-3 0 16,2 0 14,1 2-30,-1 0-17,1 0 14,4 0-16,-4-2-1,4 2-2,0-2 10,-5 0 12,5 0 13,0 3 29,-4-1-42,4 0-17,0 0 17,0 3 0,0-1-33,0-3 33,0 1 0,0 0 0,0-2-35,0-2 35,0 1-1,4 1-77,-4-3 75,5 1 3,-5 4 2,0-2 27,0 3-27,0 1 0,0 1 18,0 0-17,0-3-3,0 2-35,0-3 35,0 0 4,0 2-2,0-3-2,-5 2-2,1 2-18,4-1 20,0 1 13,-5 1 0,1 0-26,4-2-5,0 6 18,-5-5 2,5 1 1,-4 0-2,4 0-1,-5-1-2,5-1 2,0 2 0,-4-1 0,4-1-1,-5-1-1,5 0 2,-6 0 0,6 1-1,-5-1 1,1 2-3,-1 1 2,1-3 1,4 1 0,-5 1-19,5 1 19,-4 0 1,4-2 1,-5 1 0,1-1 1,-1 3 10,1-3-12,-1 2 12,5-1-13,0 3 1,-4-4 1,-1 3 11,1-1-13,-3-2-23,3 2 23,-1-1 0,-4 1 13,9-1-12,-9-3-1,5 3 0,-1-1-14,1-1 14,4 2 33,-5-1-33,1 2 1,-1-3 44,5 3-45,-4 1-13,4 1 13,-4-1 3,4 5 0,-7-4-2,7 3 1,-5-3 14,5 1-15,-4 3 2,4-4 9,0 1-12,-5-1 0,1 0-11,-1 2 11,5-4 13,-4 3-11,4-1 18,-5 2-18,5-4 21,-4 4-21,4-2-1,0 1 1,0 1-2,0-1-13,0 3 13,0-3 16,0 3-13,0-1 1,0-1-2,-4 1 1,4 0-1,0-1 1,-5 1 0,5 0-1,-4-1 0,4 1 0,0-1-1,0 1-1,-5 2-1,5-3 1,-4-1 1,4 4 0,0-1 0,0 1 2,-5-4 10,5 4-10,0 0 13,-7 0-14,7-1-2,-4 1-1,4 0 0,0 0-12,0-2-3,0 2 3,0-2-7,0 2 1,0 0 16,0 0-20,0 0 10,0 0 10,0 0-10,-5 0 0,-3 0-6,8 0-36,-9 0-59,4 4-67,1 1-92,-5-4-95,0 3-110,-7-1 41,-2 1-35,101-25 472</inkml:trace>
  <inkml:trace contextRef="#ctx0" brushRef="#br1" timeOffset="55688">16628 14708 86,'0'0'55,"0"0"-12,0 0-4,0 0-20,0 0 4,0 0 0,0 0 13,0 0 104,0 0 0,0 0-19,0 0-17,-5 0 105,1-2-30,4 2-65,0 0-13,0 0 3,0-2 0,0-1 3,0 3-12,0 0-24,0 0-13,-5 0 1,5 0-1,0 0 7,0 0-7,0 0-2,0 0 2,0 0-3,0 0-3,0 0-10,0 0-7,0-2-3,0 2 7,0 0-7,0 0-3,0 0 4,0 0-11,0 0 1,0 0-7,0 0-14,5 0 0,-1 0 24,12-2 35,2 2 23,4-1-30,7-1-41,3-3 13,1 3-26,3-1-10,2-1 8,-2-1-40,-3 0 39,-1 4-61,1-3 16,-6 1-30,0 1 4,-2-1-13,1-1-23,-8 1 52,2-1 33,3 3 24,-10-1-14,5 0-11,2 1 4,-6-1-17,-1-1 7,1 1 9,6 0-13,-7 1-3,1-3-136,-1 2 88,5 1 25,2-3-49,-7 1 89,5 0-14,0-1-16,-2 2-72,-7-1 7,0 1 26,0-1-69,0 1-9,-5 2 81,1-1 16,-1 1-29,-4 0 46,0-2-43,0 2-29,0-2-82,0 0-4</inkml:trace>
  <inkml:trace contextRef="#ctx0" brushRef="#br1" timeOffset="56954">16601 15304 40,'0'0'33,"0"0"39,0 0-53,0 0 14,0 0 6,0 0-10,0 0 14,0 0 156,0 0-53,0 0-71,0 0-19,0 0-1,-5 17 43,5-17 127,0 0-36,0 0-56,0 0-16,0 0-3,5 0-17,-5 0-6,4 0-6,-4 0 2,5 0 24,4 0-1,0 0-20,2 0-22,2 0-19,1 0-11,4-2-15,11 2 0,-2 0-23,6 0-20,-10 0-293,3 0 173,-12 0 140,6 0 175,-7-1-175,1-3-188,8 3 42,-2-1 146,3-1 29,-1-1-3,-6 3-26,6-1-3,-8 2-26,10-2 28,-10 2-22,8-2 4,-4-1-11,2 3 4,-2-3-16,4 1-36,-8 2-48,6-2-27,-2-1-43,-5 1-58,5-1 23,2 1 74,-2-3-74,0 0-1,7-2 92,-3 0 101</inkml:trace>
  <inkml:trace contextRef="#ctx0" brushRef="#br1" timeOffset="58512">16536 16077 90,'0'0'56,"0"0"-4,0 0-20,0 0 66,0 0 186,0 0 94,0 0-114,0 0-101,0 0-20,0 0 26,0 0 3,0 0-29,9 6-55,-9-6-30,4 0-10,1 0 4,-5 0-39,15 0-10,-10 0 10,4-4 0,-5 4 0,5 0-11,0-2 11,-4 2 10,4 0-7,0 0 7,-3-1 0,-1 1-4,4 0-6,0 0 3,0 0 10,4 0-13,-4 0-13,7-2 16,2 2-13,-5-3 23,5 1-23,2 0 0,-2-1 16,0-1-19,4 3-4,-6 1 1,11-4 1,-9 3-1,2-3 0,-2 1-10,0 1 12,4 0-2,-2 1 0,-2-1 2,-4 2-2,3-2-10,4 1 11,-8 1-14,0-2 4,1 0 11,2 2-14,1-1 13,-3-1-21,4 2 4,2-2-1,-7 2 1,5-3-4,0 1 0,7-1 1,-7-1-1,4 1-29,7-1 10,-11-2 10,0 2-10,4-1-7,-2 0-12,-2 3-24,-4 1 1,-1-3-4,3 4 10,-3-3 7,1 1-1,4 1-16,-5-1-13,3-2-45,-3 3-59,-4-1-46,-4 0 117,-1-1-98,1-2-38,-5 3 198,0-1 4</inkml:trace>
  <inkml:trace contextRef="#ctx0" brushRef="#br1" timeOffset="60192">16569 16880 33,'0'0'49,"0"0"3,0 0-10,0 0-19,0 0 29,0 0-3,0 0 189,0 0-94,0 0-63,0 0 69,0 0-3,0 0-37,54 1-9,-49 1-16,1-2 16,-1 0-4,-1 0-25,5 0-4,-4 0 4,-1 0-7,5 0-10,-4 0 3,4 0-2,0 0-14,2-2 19,-2 1-15,0-1-17,4-1-10,1 1 1,-1 0-1,3-1-15,2 1 7,-5-1-11,0 1-3,12-1 2,-12-1-1,10 4 0,-5-3 2,2-1 0,-2 1-2,4 1 2,-8-1 0,10 1-1,-1 0 1,1-1 1,-1-2 2,-6 3 13,6-3-14,1 2 0,-6 1 1,5-1-3,-3-2-17,-2 3-18,0-2-7,0 1-4,2 0 4,-2 1-13,-5-1-13,0 1-7,3 0-9,-7 0-4,4 2 13,1-3-16,-5 3-26,0 0-33,2-2-26,-2 1 0,-5-1-16,5 0 9,-4 2-77,-1-3 61,1 1 146,-1-1 18</inkml:trace>
  <inkml:trace contextRef="#ctx0" brushRef="#br1" timeOffset="61741">16605 17423 57,'0'0'42,"0"0"-19,0 0 6,0 0 7,0 0-3,0 0-1,0 0 174,0 0-50,0 0-52,0 0 1,0 0 87,0 0-16,0 0 3,34 0-29,-34 0-27,0 0 1,0 0-14,0 0 1,0 0-14,0 0 0,0 0-12,0 0-8,0 0-6,0 0-9,0 0-1,0 0 4,0 0-1,0 0-3,0 0-6,0 0 10,0 0 2,0 0 4,0 0-4,0 0-3,0 0-6,0 0-14,0 0-5,0 0-7,0 0-7,4 0-6,1 0-16,-1 0-2,1 0-1,8-1-3,1-1-13,-1 0 14,7-1 2,-2 1-2,4-1-1,3-1 2,2-1-1,6 0 1,-1 0-1,-10-2-2,12 6 1,-7-6-10,2 3-6,-2-1-3,-1 2-1,4-2-5,-4 1-1,3 1-3,-6-2-3,-1 0 6,7 0-13,-11 1 17,5-1-7,1 0-7,-1 0-3,3 2 1,-1-2 2,-7 0 13,0 3-19,2-5-16,-2 4 22,-5-2-3,1 1 7,-1 1-7,-2 1-10,-6-1-9,4 1-7,-5 0-3,5 1 3,-9 1-7,5 0-9,-5 0-53,0 0-51,0 0-53,0 0-84,0 0-34,0 0 167,-5 0-121,-8 0 107,4 0 127</inkml:trace>
  <inkml:trace contextRef="#ctx0" brushRef="#br1" timeOffset="66705">16601 18120 70,'0'0'26,"0"0"0,0 0 3,0 0-6,0 0 6,0 0-3,0 0 7,0 0 78,0 0 16,0 0 56,0 0-7,0 0-36,0 0-10,0-5-3,0 5 7,0 0-17,0 0-16,0 0-20,0 0-6,0 0-4,0 0-3,0-2 4,0 2-7,0 0-4,0 0 1,0 0-4,0 0-6,0 0-3,0 0-4,0 0 0,0 0 0,0 0-6,0 0-3,0 0-4,0 0 3,0 0-5,0 0-1,0 0-7,0 0 1,0 0-1,0 0 7,0 0 3,0 0 1,0 0-4,4 0-7,1 0-22,4 0-2,6-1 2,-6-1-2,5-1-11,-1-1 0,1 3 0,-1-1 10,3 0-10,2-1 13,-5 1 0,0 0-1,3 1 1,2-1 0,0-1 0,-5-1 1,7 2 1,-6-1 0,4 1 0,-5-1 1,1 1-3,6-3 0,-11 3 1,9 1-1,-5-3 0,-4 3 0,7-3 0,-3 3-1,-4-1 0,5-2-2,-1 3 3,3 1-2,-7-4 1,4 4-1,0-3 1,1-2-1,-5 1 2,6 3 0,-1-3 0,-5 3 0,-5-1 0,5 0 0,0 1 0,-4-1 0,6 0 1,-7 2 1,1 0-1,-1-3 1,1 3 0,4-2-2,0 2-1,-5-2 0,1 1 0,4-1-1,0 0 1,-3-1-1,3 3 0,-4-2 0,4 0 0,-5 2 1,1-1 1,-5 1-1,4 0 1,1-2 0,-5 2 0,4 0 1,0-2-1,1 2 0,-1 0 1,-4 0 1,5 0 0,-5 0-1,7 0 2,-3 0-1,-4 0-1,0-3-1,0 3-2,0 0-11,0-2-3,0 2-10,0-1 4,0 1-17,0 0-3,0 0-3,0 0-13,0 0-3,0 0-14,0 0-12,0 0-36,0 0-52,-4 0-23,-8 0-10,3 0-105,-8 3-65,3 0-117,-4-3 215,-6 0 178,122-6 47</inkml:trace>
  <inkml:trace contextRef="#ctx0" brushRef="#br1" timeOffset="68519">16415 18566 12,'0'0'3,"0"0"14,0 0 2,0 0 1,0 0-1,0 0-6,0 0 0,0 0-9,0 0-1,0 0 10,0 0-11,0 0 1,5 8 10,-5-6-10,0-1 0,6 1-1,-6-2-1,0 2 0,5-2 1,-5 3 11,0-3-10,0 0-1,0 0 1,4 2 10,-4-2-12,5 0 2,-5 3 10,0-3-9,4 0 12,-4 0 36,0 0 52,0 0-25,0 0-17,0 0-7,0 0 56,0 0-3,0 0-37,0 0-15,0 0-11,0 0 7,0 0 7,0 0-4,0 2-2,0-2-1,0 0 0,0 0 13,0 0 10,0 0 3,0 0-10,0 0-9,0 0-1,0 0-3,0 0 7,0 0-7,0 0-3,0 0-3,0 0 0,0 0 9,0 0-6,0 0 6,0 0 1,0 0-8,0 0 1,0 0-3,0 0 6,0 0 3,0 2 0,0-2-6,0 0-1,0 0 4,0 0-7,0 0 1,0 0-1,0 0-6,0 0-10,0 0 0,0 0-10,5 0-9,-1 0-10,1 0-2,4 0-1,-1-2-2,-3 0-1,11-1 0,-3 3-10,-4-2 10,4-1-1,1 1 1,-5-1 2,11-1 1,-7 1 1,5 0 1,-4-1 0,1-1 9,3 2-11,0-2 0,-4 1 0,6 1-2,-2-2 0,0 0 0,-1 1 0,-1 1 1,7-2-2,-10 3 0,5-3-10,2 1 10,-7 1 1,1 1 0,-1-1-1,5 1 1,-2-3-2,-3 3 3,1 1-1,-1-1 0,-4 0 1,7 1 0,-7-3 0,4 4-12,-4-1 10,4-1 0,-4 0-13,3 0 3,-3 1 12,-5-1-12,5 2 11,0 0-2,-5 0-8,5 0 9,-4-2-13,4 2 14,-9-1-14,11 1 14,-7 0 0,5 0 0,-4 0 2,4 0-1,-5-4 0,5 3-1,0 1-10,-4 0 10,6-2 0,-2 2-1,-5 0-16,1-2 6,4 2 10,0-2-10,-5 1 0,5 1 10,-4 0-13,-1 0 3,1 0-7,-5-2 17,0 0 1,6 1-1,-1 1 1,-1 0-1,1 0-17,-1 0 18,1-2-14,-1 0 3,1 1 0,-5-1-19,9-2 12,-5 4-9,-4-1-6,0 1-7,0 0-3,0 0-14,0 0-12,0 0-29,0 0-46,-4 0-29,-5 0-69,-5 0-140,1 0 16,-3 0-20,-2 0 94,5 0 200,-1 0 41</inkml:trace>
  <inkml:trace contextRef="#ctx0" brushRef="#br1" timeOffset="70305">16406 19142 30,'0'0'27,"0"0"15,0 0-26,0 0 7,0 0 3,0 0-3,0 0 3,0 0-13,0 0-10,0 0 89,0 0 71,0 0 101,0 0-114,0 0-75,29-2-13,-29 2 32,0 0 20,0 0-26,0 0-29,0 0-20,0 0-4,0 0 17,0 0 4,0 0 2,0 0 1,0 0-10,0 0 12,0 0 14,0 0 6,0 0 0,0 0-3,0 0-6,0 0-14,0 0 0,0 0-9,0 0-4,0 0 0,0 0 4,0 0 6,0 0-7,0 0-6,0 0 0,0 0-10,0 0-6,0 0-7,5 0-6,-1 0-10,1 0 10,4 0-11,0 0 14,-1 0-16,1-3 1,7-1 2,-7 2 0,4-1 0,1 1 0,4 1-1,-3-3 1,-1 3-1,4-5-1,0 5-1,-3-4 0,-1 1-1,-1 1 0,5-1-2,-4 3 1,6-1-17,-2-3 17,-5 2 2,9 1 0,-6-2 2,6 3 0,-4-3 0,7 1-2,-12 1 0,10-1 0,-5-1-15,2 1 12,-2 0-13,0 1 3,-5-1-3,7-1 0,-2 2 0,-4 1 13,3-3-20,4 4 20,-8-1-20,5 1 10,0-5 11,-3 5-1,-1-2-16,-5-2 6,4 3 9,1-1-8,-3 0 8,-2 1-9,-5 1 11,10-2-1,-10 2-13,5 0 3,-4 0 12,8-2-2,-2 1-1,-2 1 1,0 0 0,5 0 2,-5 0 1,4-2 0,3 0 0,-7 0-1,4 1-12,0-1 10,-4-1-1,5 1-15,-3 0 17,-2 2-1,4-1-20,-4 1 21,-4-2 0,4 0-24,-9 2 7,13-1 2,-13-1 1,5 2 0,1 0 3,-6 0-3,5 0 13,-1 0 0,1 0-9,-1 0 12,1 0 0,-1-2 1,1 2-1,4 0-1,-9 0-29,9 0-5,-9 0-1,9 0 10,-9 0 0,4-2 7,3 2 3,-3 0-4,1 0 1,-5-1-1,4 1-9,-4 0 3,0 0-29,0 0-29,0 0-37,0-2-19,0 2-42,0 0-46,0 0-62,0 0-88,0-5 124,0 3 81,-4-3 144,4 3-43</inkml:trace>
  <inkml:trace contextRef="#ctx0" brushRef="#br1" timeOffset="71790">16431 19584 29,'0'0'66,"0"0"-40,0 0 3,0 0-6,0 0 3,0 0-10,0 0 1,0 0 74,0 0-19,0 0 237,0 0-94,0-6-65,0 6-26,0 0 6,0-1 17,0 1-4,0 0-32,0 0-27,0 0-6,0 0 0,0 0 6,0 0-3,0 0-6,0 0-4,0 0-9,0 0-14,0 0 1,-5 0-1,5 0 4,0 0-10,0 0-3,0 0-1,0 0 4,0 0-3,0 0-4,0 0 1,0 0-24,5 0-8,8 0 12,-8-2-3,4 0-11,0-1 0,-1-2 17,6 5-3,-3-4 0,-2-1 4,4 4 5,1-4-2,-5 1-7,4 1 0,3-4-13,2 4 10,-5-3-10,1 1-2,6 2-1,-2-4-1,4 0-12,-4 2-3,7-2 14,-12 4-1,9-2-13,-6 3 13,2-1-10,0 1-2,-5-1 15,7 1 2,-6 0-1,4 1-1,-9-3 1,4 3 0,3-3 1,-3 2-2,1 1 0,-1-3-1,1 4 0,1-1 0,-1 1 0,-1-4 1,1 4-1,-1-1 1,3 1-1,-7 0 0,4-2-1,0 0-11,1 0 10,-5-1 1,6 1-2,-1 2 2,-5-3-14,4 3 14,-4 0-1,0-3-20,7 3 4,-7-2-4,0 2 4,0 0 6,-5-2-6,5 2 6,0-2 11,-4 1-1,6-1 1,-7 2-1,5-2 1,-4 1-1,4 1 3,-9 0-3,9-2-13,-9 2-4,4 0 17,0 0-16,1-2-4,-5 1-6,0-1 3,0 2-15,0 0-8,0 0-6,0 0 7,0 0-1,0 0-3,0 0-16,0 0-26,0 0-13,0 0 0,0 0-10,0 0-22,0 0-56,0 0-56,-5 0-85,-3 0-182,-1-4 322,-5 3 82,50 6 37</inkml:trace>
  <inkml:trace contextRef="#ctx0" brushRef="#br1" timeOffset="73332">16574 19959 37,'0'0'78,"0"0"-45,0 0 3,0 0-7,0 0 4,0 0 74,0 0 327,0 0-147,0 0-124,0 0-66,0 0 46,0 0 46,0 0-13,0 7-47,0-7-38,0 2-13,0-2 0,0 0 3,0 0 0,0 0-7,0 0-9,0 0-7,0 0-3,0 0 3,4 1-10,1-1-9,-5 0-7,4 0-10,1 0-5,-1 0 2,1 0-16,4 0 13,0-1-13,-5-1 1,7-1-2,-2-1 0,0 2 0,0 1 0,0-3 0,5 3 11,-5-1-12,2-1-1,2 1-2,-4 2 2,0-5 1,5 3 0,-6 0 0,1 1 12,-2-1-10,2 0 10,0 1-11,-4-1-1,8 0-1,-9 2 0,5-3-1,0 1 1,7 0 0,-3 1 0,-4-1-3,0 0-10,5 2 12,-5-3-1,2 3 0,-2-2 1,0 2 0,-5-2-1,10-1-2,-5 3 3,-5-2 1,5 2-1,-4-1 0,6 1 0,-7-2 1,1 2-1,-1-2 1,5 1 0,-4 1 0,-1 0 0,1-2 0,3 2 0,-3 0 0,6-2 1,-2 2 1,0-2-1,0 2 0,0-5 0,0 5-1,0-1 0,0 1 2,6-2-1,-6 2-1,-4 0 0,4-2-13,0 2 10,-5-1-1,5 1 1,-4 0 1,-1 0 1,3 0-1,-3 0 1,1 0 1,-1 0-1,1 0 1,4-2 0,-9 0-1,9 2-2,-5 0 1,1 0 0,-1-2 1,1 2-1,-1 0-1,1 0 0,-5 0 0,6 0-13,-6-1 0,0 1 0,0 0-10,0 0-22,0-2-39,0 2-13,0-2 6,0 2 1,0 0-14,0 0-36,0 0-51,0 0-34,0 0-39,-6 0-140,-3-1-163,-5-3 312,5 3 183,47 11-54</inkml:trace>
  <inkml:trace contextRef="#ctx0" brushRef="#br2" timeOffset="92262">14311 14220 36,'5'-2'55,"-5"2"-25,0 0-4,0 0-7,0 0 4,0 0 10,0 0 78,0 0 238,0 0-128,0 0-107,0 0-49,0 0 23,0 0 33,0 0 6,0-1-20,0 1-26,0 0-12,0 0-4,0 0 10,0 0-1,0 0 4,0 0 3,0 0-3,0 0 0,0 0-7,0 0-3,0 0 0,0 0-3,0 0-10,0 0-4,0 0-9,0 0 3,0 0-9,0 0 2,0-2-2,0 2-4,0 0 0,0 0 0,0 0-3,0 0-6,0 0-1,0 0-3,0 0-2,0 0-6,0 0-11,0 0-13,0 0-6,0 0-10,-5 0 0,5 0-9,-4 0-10,0 0-17,4 0-6,-5 3 0,-4 4 46,-2 0 5,2 1 19,0 4-10,0 0 11,-4 3 2,-1 1 0,-1-1 8,-3 4 12,4-2-21,1 1-2,-7 3-10,2-3 11,4 1 16,1-2-16,-1-2-19,3-1 19,-2-2 3,4-4-3,9 3 0,-9-5-3,4 0-58,5-3 25,-4 0 20,4-3-13,0 2-16,0-2-1,0 0 11,0 0 12,0 0 7,0 0-7,0 0 1,0 0 6,0 0 16,0 0 26,0 0 10,0 0 6,0 0 10,0 0-4,0 0 1,0 0 2,4-2 4,1-3-8,-1-3-45,1-1-4,4-3-2,-5 0-17,5-3 20,2 2-5,-2-1 6,-4-1 13,8-1-13,-13 3-16,14-1 15,-5-1-12,-5 1 13,5 1 3,2 1 30,-6 2 4,4-2-36,-5 3 1,5-1 14,-4 2-13,4-1 19,-5 1 4,5 1 13,-4-3-36,6 4-3,-11-2-6,9 3 6,-9 0 35,4 0-16,5-2 7,-4 3-23,-1-2-3,0 1 0,1-1 0,4 1 2,-9 0 2,11 2-1,-11-1 13,5 3-16,-1-3 0,1 3 0,-5 1 29,0 0-10,0 0-19,0 0-12,0 0-10,0 0-10,0 0-4,0 0 4,0 0-19,0 0-17,0 0-19,0 0-10,0 1 3,0 3 75,4 4 19,0 2 22,1 1 37,4 6-30,0-4-29,0 3 13,0 1 48,6 0-34,-6-2-25,5 2 6,-1 0-8,-4-2-3,7 2 2,-7-2 1,4 4 20,-4-4-20,0 2 1,0-3 2,5 0 10,-3-1-13,-7 1 0,5-4-13,-4-2-19,-1 4 19,1-1 0,4-3-13,-5 1 24,-4-1-43,0 1 32,9-1-52,-9-5 30,0 6-50,4-6-12,-4 4-26,0-2-7,0 0-39,0 0-45,0 1-4,0 0 117,-4-1-114,-5-1-160,-4-1-49,-1-3 297,1 0 61</inkml:trace>
  <inkml:trace contextRef="#ctx0" brushRef="#br2" timeOffset="92743">14139 14471 24,'0'0'88,"0"0"-49,0 0-10,0 0 1,0 0 48,0 0 444,0 0-151,0 0-172,0 0-98,0 0 0,0 0 25,0-3-2,0 3-17,0 0-23,0 0-9,0 0-7,0 0-6,0 0-4,0 0-6,0 0-10,0 0 6,0 0 4,0 0 3,0 0 0,0 0-13,5 0-3,6 0 6,2 0-4,5 0 11,5 0-10,6 0-13,-7 0-29,7-3-17,-7 1-38,1 2-67,-5 0 44,6 0-45,-6 0-64,0 0-14,-2 0-46,-3 0-107,-4 0-56,-4 2-151,-5-2 176,0 0 261</inkml:trace>
  <inkml:trace contextRef="#ctx0" brushRef="#br2" timeOffset="94357">17659 14159 63,'0'0'75,"0"0"-49,0 0-3,0 0 244,0 0 349,0 0-251,0 0-179,0 0-76,0 0 4,0 0 19,0 0-10,0 0-22,0 0-7,0 0-7,0 0-32,0 0 39,0 0 3,0 0-10,20-24-29,-15 22-7,-5 2-9,0 0 9,0 0 4,0 0-20,0 0-6,0 0 0,0 0 12,0 0-25,0 0-16,0 0-35,-5 0-6,5 0-8,-4 0-8,-7 4-4,11 1 0,-9 2 35,0 3 26,0 2 0,0 1 3,-4 6 26,-8-2-13,4 3-9,3 4-7,-4-2-3,-2 0-8,7 0 11,-5 0 0,0 1-40,4-3-24,3-1 61,-2-1-55,-1-1 16,5-5-19,5-3-29,4-1 48,-5-3-17,5-3 1,0 0-26,0-2-7,0 0 26,0 0 23,0 0 41,5 0 1,-1 0 23,-4 0 22,5 0 10,-1-2 20,10-3-49,-1-2-26,-2-1-39,3-4 23,-1 2 13,1-4-17,-5 4-12,0-6 9,6 3-9,-6-1 2,0-1 27,0 1-10,5-3 13,-10 4 13,5-2-13,2 3 13,3-2 10,-10 0 6,5 1-6,4-2 3,-4 3-10,-4-2 45,4 4 33,2-2-81,-7 3 45,5 4-15,-4-1 2,4 0 16,0 1-16,-5 4-44,1-1 32,-1-3-17,1 5 6,-5-2 14,0 2-36,0 0-35,0 0-19,0 0-8,0 0-6,0 0 55,0 7 13,11 0 26,-7 0 16,5 4 0,5 0-42,-5 1 3,0 1-3,0 1 3,2-2 13,2 5-7,-4-4-9,5 4-1,-1-1-2,0 0-29,-1 0 29,-3-1 2,4 0-12,-4 1 9,0-1 2,0 0-59,0-3 42,2 0-4,-2-2-29,-9-1 4,9-2-20,-9-2-10,0 0-19,0-4-69,0 3-181,0 1-54,0-3 105,0-2-30,-14 0-52,-1 0 247,1-9 54</inkml:trace>
  <inkml:trace contextRef="#ctx0" brushRef="#br2" timeOffset="94656">17615 14390 76,'0'0'108,"0"0"-69,0 0 183,0 0 514,0 0-303,0 0-225,0 0-81,0 0-20,0 0 13,0 0 19,0 0-13,13 0-26,-9-2-22,5 0-10,0 1-67,5-1-1,6-3-29,2 2 13,1-1-17,10 1 17,-6-1-13,7 1-71,-3 0-91,3 1-26,-8-2-101,-3 1-148,-3-4-580,-11 2 821</inkml:trace>
  <inkml:trace contextRef="#ctx0" brushRef="#br2" timeOffset="96156">14593 15003 105,'0'0'75,"0"-1"-42,0 1 9,0 0 604,0 0-157,0 0-203,0 0-140,0 0-39,0 0 23,0 0-3,0 0-30,0 0-49,0 0-48,0 0 0,0 0-29,0 0-10,0 0-13,0 0-16,0 1-9,0 4 5,0 4 72,0 1 16,0 2 69,5 2-46,-1-1-17,1 3 4,-1 1 39,1-2-63,-1 0 27,1 0-26,-5 2 26,4 0-29,-4-3 0,7 3 9,-7 0-8,0-3 1,0-1-2,0-1 16,0 0-13,0-5 3,0 0-6,0-1-28,0-2 27,0-2-7,0-2 8,0 0 0,0 0-19,0 0-7,0 0 7,0 0 7,0 0 12,0 0 3,0 0 23,0 0 7,0 0-1,0 0 7,0 0 0,0 0-4,0-2-35,0-3-3,0 0-16,0-2 18,0 0-2,0-1-61,0-1 64,0 2 24,0-1-22,0-2-1,0 1-1,9 1 3,-9-1-3,9-1 2,0 3-2,0-1-6,0-1-12,4 2 16,-2-1-9,3 3 11,4 0-19,-5-1 19,5 1-16,-7 2 14,3 3-24,-1 0-7,-4 0-2,-5 0-11,5 0-35,0 0-26,3 5 107,-3 2 86,4 1-86,-4 1-26,4 1-13,-4 0-7,-4-1 4,1 1 41,-1 2-12,-5-2-3,0 2 17,0 0-1,0 1 39,0-4-7,-11 3 14,2-2-14,-5-1-16,1-1-16,0-1 3,-1-2 36,-6 2-7,2-4-9,5 2-20,-12-1 42,12-3-29,-5-1 14,0 0-17,-2 0-10,6 0 26,1 0-23,-1 0-2,5-1-4,0-3-28,-6-1-27,6 2-14,9 1-8,-9-1 5,4-1-80,5 2-118,0-3-91,0 2-197,0-4 95,0 2 320</inkml:trace>
  <inkml:trace contextRef="#ctx0" brushRef="#br2" timeOffset="98078">17724 14935 235,'0'0'133,"0"0"154,0 0 127,0 0-251,0 0 78,0 0 36,0 0-115,0 0-10,0 0-9,0 0-17,0 0-25,-9-25-24,9 23-9,0 2-10,0 0-6,0 0-1,-4 0-2,4 0-4,-5 0-7,5 0-27,0 0-11,0 0-26,0 0-12,0 4-20,0 1-20,0 2 69,0-1 9,0 6 42,0-2-26,0 6 0,0-1-13,0 4 10,0-4 0,5 2-13,-5 0 2,4-2 44,-4 4-45,0-4 1,0 4 30,0-4-32,0-1-1,0-1-1,0 1 1,0-2-12,0-2 10,0 2 0,0-5 3,0-2 22,0 0-22,0-3-38,0-1-7,0-1 9,0 0 20,0 0 3,0 0 13,0 0 0,0 0 16,0 0 17,0 0 8,0 0 17,0-1 7,0-3-24,0-4-41,0-4 0,0-2-36,-4-3-6,-1-1-35,1-1 64,4 0-48,-5-1 22,5-1-27,0 1 65,0 0-34,0-1 19,0 3 16,0 1 23,5-2-23,-1 2 9,5 3 7,-4-1-12,4 0-4,2 3 19,-7-3-19,5 1 0,0 2 53,0-2-53,5 3-22,-5 0 21,11 1 1,-11 0 2,9 1 19,-5 1-21,0 3-4,8-2 4,-4 4 7,-3-1 6,-1-1-13,7 3-37,-6 1 18,-5 1-17,0 0-15,0 0-30,-5 1-6,5 6 15,-2 0 69,-3 5-66,-4 0 53,5 3 16,-5 0 1,0 1-1,-5-1-15,-6 0 15,-2 1 1,-5-1 0,0 0-2,5 1 14,-3-6-6,-2 0-7,0 0 3,5-1 0,1-1-3,3-4-1,1 1-9,-1-4 10,9 1 13,-5-2-9,5 0-1,0 0 23,0 0-4,0 0 7,0 0-6,0 0 0,0 0-4,0 0 7,0 0-12,0 0-14,0 0-16,0 0 16,0 0 2,5 0 17,-1 0-15,5 0-4,0 0-13,7 0-21,-3 0 32,9-2 1,-8 2-22,10 0 1,-10 0 9,13 0-39,-3 0 39,3 2-3,-4 3 13,6 4-14,-11-1-70,-1 1 64,4 1-3,-8 0-6,-4 0-43,0 2 75,-5-3-26,1 2 23,-5 1-13,0 0 16,0 2 0,-9-1 19,-4 1 27,-1-2-7,-6 2 22,-2-3-38,-1 1 0,-6 0-22,-2 0 12,6-2-2,-6-1-9,4 1 15,2-1-15,3-3-2,0-1 0,-3-1 0,12-2 13,-5-1-12,0 1-1,2 0 26,7-2-13,0 0-13,0 0 1,0 0-2,-4 0-78,2-5-31,6-1 9,-4 1-64,9-5-79,-4 0-290,4 0-203,0-6 512</inkml:trace>
  <inkml:trace contextRef="#ctx0" brushRef="#br2" timeOffset="99584">14936 15836 46,'0'0'124,"0"-2"-76,0 1 347,0-1 97,0 0-205,0-3-160,0 5-20,0-3 43,0 1 2,0-1-45,0 3-58,0-2 13,0 2 32,0 0 6,-5-2-16,5 2-19,0 0-17,-4 0-3,4 0-3,-5-1-3,1 1-13,4 0-7,0 0-17,-11 0 0,11 0 0,-5 0 24,1 0-10,-1 0-16,1 0-19,-5 0-29,0 0 9,-4 0 4,-1 0-1,-2 1 7,-1 4 27,-1 1-47,4 0 33,-6 1 16,2 0 16,9 0-13,-4-2-3,-1 3 2,-1-1 20,6 0-22,4 0-6,-4 1-8,5 2 12,-5-3 4,9 5 1,-5-2-1,5 2 11,-4-3-12,4 1-1,0-2-2,0 1-11,0-1 13,0 3 0,0-3 0,0-1-11,0 1 9,4-1-9,5-2 11,0 2 23,5 0-23,-5 0-2,15-2 1,-6-4 2,9 3-2,7-4-2,-8 0-52,8 0-33,2 0 46,-7-4-58,2-1 12,3 0-142,-12-2 48,1 1-185,-3-3-80,-2 1-153,-9-4 382,0 3 132</inkml:trace>
  <inkml:trace contextRef="#ctx0" brushRef="#br2" timeOffset="100858">18266 15574 210,'0'0'13,"0"0"23,0 0 577,0 0-69,0 0-200,0 0-201,0 0-55,0 0 19,0 0 16,0 0 13,0 0-32,0 0-56,0 0-3,-9-32 4,9 29-1,0 1-6,-9 0-29,4 1 32,5-1-3,-9 2-26,9-2 35,-9 1 1,5 1-49,-12-2-1,7-2-2,0 3-13,-4-1 11,0 2-17,-3 0-13,-2 0 30,-4 0-18,4 0 18,-7 0 2,-2 3-13,-2 4 12,2 0 1,0 0 0,-2 3-13,3-1 13,-4-3 2,8 6-2,0-3-1,4 1-1,-7-2 2,7 1-22,0 1 20,3 0-2,-3 1 4,0-1-1,4 2-24,-1-2 8,1 0 17,5 2-16,-4 1-6,9-1-7,-5 0 28,9 0-41,0 2 19,0-2-5,0 0 28,0-1 0,0 0-13,13-1-9,0 0 22,1-1 29,6-3-27,-2 3 24,4-4-10,3-2-16,2 1-3,0-1 0,6-3 3,3 0-122,2 0 35,-2 0-43,2-3-42,-7-2 7,7-2-186,-15-2-154,6-1-75,-16-2 238,-4 4 197</inkml:trace>
  <inkml:trace contextRef="#ctx0" brushRef="#br2" timeOffset="102061">14468 16490 57,'0'0'202,"0"0"878,0 0-706,0 0-147,0 0-81,0 0-6,0 0 38,0 0-17,0 0-71,0 0-51,0 0-29,0 0-10,0 0-20,0 0-9,0 0-22,0 0-1,0 0 52,0 0 17,0 0-4,0 0 29,18 57-3,-13-44-19,1 2-19,3-1-1,-9 3 17,5-3-17,-1 1 0,-4-1 26,5-1-26,-5 2-21,0-4 20,0-1-1,0-3-21,0-1-64,0-1-7,0-1 4,4-2-46,-4-1-33,0-1-2,0 0-57,0 0-68,0 0-59,0 0-13,-4 0 19,-1-10 163,-4 2 82</inkml:trace>
  <inkml:trace contextRef="#ctx0" brushRef="#br2" timeOffset="102526">14294 16467 189,'0'0'43,"0"0"-4,0 0 668,0 0-166,0 0-206,0 0-141,0 0-67,0 0 18,0 0 17,0 0-23,0 0-49,26 0-48,-8 0 19,7 0-48,-3 0-12,5 0 12,16 1 12,-7 6-25,2-3-2,-7 1-14,7 1-17,0 1 33,-7 0-1,1 3 2,1-3 0,-10 3-1,1 0-41,-6 1-14,-4-1-39,-6 0 52,-3 0-12,-5 4 18,0-2 4,0 3-4,0 0 35,-9 2 1,-9 0 3,-4 2-2,-3 0 29,-6-1 8,-3-2-25,-2-1-13,3 0 0,-3-1-1,-2-2-22,2-2 23,-6-2 0,15-1-17,-7-2-2,7 0-36,3-3 32,1-2-12,5 0 2,1 0 4,1 0-78,7 0-13,0 0 13,0 0 16,-4-2-58,8-3-170,1 0-49,-1-2-128,-1-3 89,6 0 338</inkml:trace>
  <inkml:trace contextRef="#ctx0" brushRef="#br2" timeOffset="103697">17646 16429 86,'0'0'59,"0"0"-37,0 0 435,0 0-30,0 0-101,0 0-125,0 0-103,0 0 22,0 0 49,0 0-62,0 0-19,0 0-14,4-52 7,-4 48 10,0 2 2,0-1-5,0 3-14,0-3 35,0 3 14,0 0-18,0 0-8,0 0-11,0-2-3,0 2-6,0 0-1,0 0-13,0 0-9,0 0-6,0 0-26,0 0-22,0 0-22,0 0-19,0 0-10,0 0-9,0 0-17,0 2-2,0 4 11,0 3 33,0 1 16,0 4 19,0-1 1,0 3 9,0-1-10,0 2-2,0-2 2,0 1 10,0-3-3,5 1-7,-5-2 0,4 0 10,1-1-9,-5 0 2,0-3-3,0-1 0,0-2-32,0 2-48,0-2-49,6 0 62,-6-3-49,0 1-26,0-1-3,5 0-49,-5-2 6,0 0-3,0 0-53,0 0-29,0 0-11,-5 0-22,-1-6-170,-8-4 274,5 0 163,38 27-45</inkml:trace>
  <inkml:trace contextRef="#ctx0" brushRef="#br2" timeOffset="104204">17545 16339 75,'0'0'140,"0"0"392,0 0 158,0 0-280,0 0-189,0 0-88,0 0-7,0 0 39,0 0-10,0 0-39,9 2-23,0 1-9,9-1 18,2 3-18,3-3-33,3 3 3,3 0-16,-6 0-19,10 0-15,-1 2 17,6 0-21,-7 0-2,0-1-1,7 1-13,-6 2 15,-3 1-35,2 0 34,3 2-1,-12 0-10,1 1-12,-3-2-1,-7 1-12,1-4-10,-6 4 6,6 2 4,-7-4-23,-7 2 19,0-2-51,0 2 77,0 0 5,-16-2 11,-2 2 0,-4 0 2,-3 3 24,-2-1-10,-11-1-13,7-1-1,-7 3-2,2-3 4,2-2 15,-6 1-6,7-3-3,6-3-10,0 4 0,-2-6 0,11 0 19,-11-1 6,15-2-25,1 0-13,-5 0-49,5 0-37,-3-2-17,7-3 0,0 2-36,0-4-69,0 4-67,5-6-168,-5-1-316,9 2 306,-5 2 339</inkml:trace>
  <inkml:trace contextRef="#ctx0" brushRef="#br2" timeOffset="105863">14793 17274 63,'0'0'59,"0"0"-36,0 0 9,0 0-6,0 0 17,0 0 204,0 0 11,0 0-167,0 0-71,0 0 9,0 0 66,0 0 15,0 0-28,0 0-37,0 0-18,0 0 5,-38 5 30,38-3 6,-9-2-9,4 3-14,5-1-15,-4 0-11,-1 1 1,5-1 3,-4-1 16,-1 3-13,1-3 3,4 5-27,0-3 21,0 0 0,0 1-22,0-1 12,0 1 19,0-1 27,0-1-20,0-1-13,4 4-7,5-5 1,-4 2 9,4 1 26,0 1-16,4-2-7,-2-1-30,3-1 24,-1 0 13,0 0-39,1 0 0,6-3-2,-7-2-24,1-2-10,-1 2 23,1-4 1,-3 4-11,-7-1-3,1-1 24,-1 2-9,-4-2 9,5 2-32,-5-2 33,0 4 1,0-4 0,0 0-31,0 4 31,-5-1 0,1-3 16,-1 4 34,1-2-50,-7 1-4,2-1 3,4 2 1,-8 1 30,8 2-27,-4-1-3,1 1 0,-1 0 0,-7 0 8,7 0-8,-4 0-19,-1 1-3,1 1 22,-3 5 23,3-2-21,-5 2-2,4-1 13,-4 0 7,3 0-4,1 1-14,1 2 18,-1-1-17,1 1 23,2-3-26,-3 3 22,5-1-5,0 1-16,5-1 18,0 3 4,-1-1-23,1 0 32,-1 0 7,1 0-7,4 1-31,0 0 19,0 1 12,0-3-32,0 1 0,9 2 28,0-4-15,-1 3-9,6-3-3,-1 1 50,7-3-40,-2 1-11,5 0 0,1-4-1,8 1 1,-1-1-32,3-3 12,-8 0-64,8 0 49,-3-3-40,-6-2-90,2-2-7,-5-2-91,7-2-213,-15-3-250,-1-3 416,-4 5 175</inkml:trace>
  <inkml:trace contextRef="#ctx0" brushRef="#br2" timeOffset="107391">17545 17123 55,'0'0'56,"0"0"-20,0 0-33,0 0 56,0 0 456,0 0-176,0 0-212,0 0-85,0 0 46,0 0 68,0 0 4,0 0-59,0 0-43,-13 12-3,13-12 0,0 1-3,-7-1 17,7 0-11,0 2-9,0-2-4,-4 0-19,4 2-13,0-1-12,0 1-1,0 1-1,0 1 1,0 1 31,0 0 8,0 2 23,4 0-24,7 1-12,-6-1 0,4 0 19,0 0-19,4-1 13,0-1-7,3 1-6,-2-3-3,3 4-4,1-6-3,7-1 3,-7 0 1,4 0-19,3 0-1,2 0-18,-5 0-37,3-5 32,-3 0 1,-4-2 19,2 4-32,-6-4 9,3 2 0,-8 0-6,0-2 19,-4-1 0,-1 1-55,-4-2 16,0-2-35,0 0 12,0-1-22,-4 2 26,-5 0 16,4-4-1,-4 1 15,-4 6 40,4-1 2,0 2-1,-2 1 0,2 2-2,-4 1 0,-1 1 2,-4-1 16,-2 2 10,2 0 23,0 0 0,-6 2-4,6 1 0,-5 4 4,-1 0-7,6-1 20,-4 3-30,4 1 26,-3 0 1,4 2-24,3 0-6,5-2 4,0 2-31,-2-2 50,2 1-41,5 2-10,-1-1 44,1 0-20,4 2-22,0-1 42,0-1-7,0 3 4,9-1 10,0 0-20,6 1-3,-1 0-10,-1 0-16,1-3 23,3 2-26,4-4 0,5 0 24,-3 2-8,6-3 13,-2-1 0,6-3-18,-1-3-11,1 1-16,3-3-54,-2 0-36,-3 0-20,7-8-22,-7 1-33,3-1-43,-7-3-91,0-1-147,-7-5-238,-2-1 181,-14 4 390</inkml:trace>
  <inkml:trace contextRef="#ctx0" brushRef="#br2" timeOffset="109118">14602 17857 74,'0'0'88,"0"0"-52,0 0 120,0 0 676,0 0-364,0 0-283,0 0-103,0 0 54,0 0 49,0 0-4,0 0-58,0 0-39,0 0-17,0 0 7,0 0 7,0 0 2,0 0-2,0 0-4,0 0-20,0 0-12,0 0-42,0 0-2,0 2-1,0-2-45,0 5-12,0 0 28,0 3 29,0 2 11,0 4-9,5 1 34,-1 1-1,1 2 0,-5-1-33,4 5 1,1-1 32,-5 1-13,0-2-20,0 2 8,4-3-9,-4-2-2,0-3-1,7-2 1,-7-1-15,0-2 15,0-2-28,0-2-16,0 0-16,0-3-16,0 1-9,0-1-33,0-2 0,0 3-4,0-3-38,0 2-17,0 0 12,-7-2-35,3 0-62,-10 0-163,5 0-213,-8-7 238,8 2 254,69 5 147</inkml:trace>
  <inkml:trace contextRef="#ctx0" brushRef="#br2" timeOffset="109488">14560 17857 284,'0'0'81,"0"0"1005,0 0-689,0 0-163,0 0-69,0 0 16,0 0 32,0 0 10,0 0-53,0 0-58,0 0-13,29 0-58,-16 0-18,1 0-4,6-4-17,-2-1-2,4 2 3,1-4-1,1 4-2,3-4-1,2 4 0,-6-3 0,-1 1 0,3 0-12,-8 2-9,-3-1-23,-1 1-38,1 0-22,-3 3-11,-2-2-16,-9 0-25,0 2-18,0 0-45,0 0-75,0 0-121,0 2-118,-9 1 205,-2 2-95,-7 1 264,4-1 115</inkml:trace>
  <inkml:trace contextRef="#ctx0" brushRef="#br2" timeOffset="109836">14607 18056 2,'0'0'124,"0"0"-65,0 0-23,0 0 524,0 0-110,0 0-232,0 0-117,0 0 42,0 0 39,0 0-3,0 0-17,29 25-42,-20-25-14,-5 0 4,5 0 13,5 0-7,-1 0-26,1 0-29,6 0-20,-7 0-15,10 0-25,-10 0 0,12 0 1,-7-2-2,-1 1-16,-1-3-54,2 4-78,-5-3-33,5 1-32,-4 1-39,-3-3-96,-2 1-166,0-1-222,0-1 331,-9-3 275</inkml:trace>
  <inkml:trace contextRef="#ctx0" brushRef="#br2" timeOffset="111414">17498 17797 33,'0'0'75,"0"0"-49,0 0-3,0 0-1,0 0 11,0 0 329,0 0-23,0 0-173,0 0-49,0 0 30,0 0 38,0 0-9,0 0-72,0 0-68,0 0 16,0 0-7,5-12 10,4 12 4,-9 0-14,4 0-25,1 0 6,-1 0 6,3 0 0,2 0 4,0-1-17,0 1-2,4-2 12,0 0-16,8-1-13,1 0 3,-4-1 20,0-1-22,6 0 2,-6 0 0,5-2 31,-3 0-34,-2 0-3,4-3 1,-2 3 2,-2-1 10,-4-1 9,-1 1-16,-4-1-3,-5 4 22,8 0-19,-12 2-3,0-1 0,0 1-1,0 0 1,0-2-1,-12 1-29,3 3 27,1-5-39,-1 6 9,-5-1 1,5 1 16,0 0 3,-6 0-13,10 0 8,-4 0 18,-4 0 19,4 1 10,4 5-3,-8-5-23,13 3 23,-11 1-10,6 0 4,-4 0 15,5 2-15,-5 1 6,4 2 19,1-1-3,-5 1 3,4 0-13,5 2-15,0 2 1,0-2-17,0 1 37,0 3 0,0-1-37,0 2 15,0-2 23,0 2-17,5 2 1,-1-4-7,1 4-15,4-2 28,-5 3-28,5-1 0,-4 0 0,4-1-1,-9 1 16,11 0-12,-7-2-3,5-2 0,-4 0 1,-1-1-2,1-1-2,-1-1 2,1-1-1,-5-1 0,4-2-12,-4 1-45,0-2-29,0-2-29,0 0 6,0-2-32,0-3-13,0 2-11,0-2-35,0 0-62,0 0-40,-4 0-16,-1 0-115,1-5 92,-10-5 237</inkml:trace>
  <inkml:trace contextRef="#ctx0" brushRef="#br2" timeOffset="111711">17525 17955 54,'0'0'141,"0"0"-79,0 0 612,0 0-237,0 0-235,0 0-108,0 0-45,0 0 19,0 0 13,0 0-26,190-15-32,-165 8-20,11 2-3,-7-2-2,2 2-11,-4-1-29,-2 0-62,-3 0-58,-4 1-174,-9-2-71,2 0-160,-11 2 384,0-2 102</inkml:trace>
  <inkml:trace contextRef="#ctx0" brushRef="#br2" timeOffset="113315">14927 18525 39,'0'0'98,"0"0"-56,0 0 7,0 0-26,0 0 496,0 0-93,0 0-217,0 0-118,0 0 13,0 0 75,0 0 19,0 0-59,18 7-83,-18-7-37,0 0 17,0-2 22,0-2 10,0 3-23,0-4-25,0 5 18,0-4 8,0 1-1,0 1-7,0-1-19,-5-2-19,-4 1 0,5-1 14,-5 3-14,-2-1-10,2 1 7,4 1 2,-8-3-22,8 4 20,-8 0-29,4 0 3,-7 0-4,3 0 4,-5 0 27,0 0-1,-2 2-13,7 3 3,-1-2 12,1 1-15,-1 1 3,5-2-7,-2 1 17,2 1-33,5 0 36,-1-3 0,1 3 10,-1 0-7,5 0 8,-4 0-9,4 0 11,0 0-12,0 0 0,0 2 19,0 0-17,4 0-3,5-2 23,0-2-23,0 2-13,11-3 11,-2 0-11,0-2-36,0 0 48,2 0-2,-2 0-20,0 0 4,2-7-7,-6 2 3,-1 0 4,-4-2 17,0 0-15,-5 0 16,1 6 0,-1-6 2,-4 3-10,0-1 9,0 2-4,0 0 4,-4-1 20,-1 1-4,5-2-14,0 5 0,0-2 50,-4 2-22,4 0-30,0 0 0,0 0 15,0 0 14,0 0-3,-5 0-22,5 0-1,-4 0-3,4 0-1,0 0-1,0 2-18,0 3 20,0 0 45,0 3 14,0 1-46,0 1 29,0 4 16,4-1-10,1 3 0,-1 1-28,-4 0 2,5 1-9,-1-1-11,1-2 27,-5 6-25,0-6 12,0 4 0,0 1 16,0-1-31,0-2 2,0 0-2,0-2 12,0 2-13,0-3 2,0-1-2,0 3 0,0-6 1,-5 2-1,-4-2 23,5 2-9,-5 0-12,4 0-1,-8-2 0,4-2 15,0 3-16,-7-3 1,-1 1 2,-1-1 1,-7 1-1,3-3 10,-1-1-13,-6 2-4,2-2 2,0 0-1,-2 1-10,-2-3-5,2-1 17,7-1 1,-5-1 0,2 0 0,3 0-1,8 0-15,1 0 0,-3 0-26,16 0 13,-9-1 28,9-1-31,-4-1-20,-1-1-35,1-1-42,4 2-13,-5-2-40,5-1-9,0 0-88,0-1-141,5-3-180,4-2 79,-5 2 403</inkml:trace>
  <inkml:trace contextRef="#ctx0" brushRef="#br2" timeOffset="114871">17948 18246 148,'0'0'23,"0"0"-7,0 0 33,0 0 446,0 0-38,0 0-194,0 0-123,0 0-29,0 0 16,0 0 19,0 0-29,0 0-43,0 0-22,0 0-16,0 0-17,0 0 13,0 0 17,0 0-20,-43-17 0,35 15 0,3 2 4,-4-1 9,0 1-10,-2-2 0,2 0 7,-4 2-17,-1 0-9,1 0-9,4 0 7,-11 0-9,2 0-2,4 0 12,-10 0-9,6 0 22,-5 4 1,-1 2-13,1 0 3,-3 0 3,1 3 13,-2-2-3,5 1-27,2 1 17,2-1-3,-5 2-3,5-1-10,3 1-1,1 0 11,1 0-12,4 1-1,-5-1 22,3 0-2,-2 0-17,13 0 16,-9 1-17,9-3 13,-5 4-15,5 0 0,0 0 0,0 0 3,0 0-1,0-1-2,5 1-39,4 0 36,4-5-13,3 0-35,2 0 22,0-1 9,0 0 1,2-3-4,2 0 4,1 1 16,1-4-29,-1 1 3,-1-1-26,3 0-19,-3 0-4,0 0 14,-2-1-24,3-3 30,-10 1-13,1 0-30,-3-1-9,-11-1 0,9 2-23,-5-1 12,1-1-35,-5 0-65,0 0 107,0 0 32,0 0-9,0 1 3,0-2 20,-5 2 36,5-3 32,-4 6 26,-5-4 101,9 1 59,0 1-4,0 1-12,0-1-11,0 3 36,0 0-3,-5 0-30,5 0-13,-6 0-7,6 0-6,0 0-14,0 0-16,0 0-6,0 0-26,0 0-23,0 0-26,0 0-21,0 5-1,0 0 32,0 2-13,0 1 22,11 2-43,-11 2 11,13 0-11,-13 0 2,9 0-2,-4 2-1,4-1 13,0 2-11,-5-1-1,5 0-1,-2-2-1,-3-2 1,1-2-16,-5 1-13,4-2-19,-4-2-3,0 0-10,0-2-25,0-1-52,0 1-43,0-3 10,5 0-10,-5 2-23,0-2-17,0 3-81,0-3-108,4 0-76,-4 0 69,0-1 273,0-6 112</inkml:trace>
  <inkml:trace contextRef="#ctx0" brushRef="#br2" timeOffset="115188">17664 18452 247,'0'0'16,"0"0"-3,0 0 633,0 0-135,0 0-218,0 0-128,0 0-25,0 0 12,0 0 10,0 0-78,0 0 4,51 5-14,-37-10-6,-3 3 15,7-1-31,0-3-30,-5 5-22,12-4-1,-7 3 0,4-3-12,-2 1 11,3-1-20,-1 0-62,3 0-77,-12 3-24,0-1-51,-4 3-89,0-2-215,-9-1-274,0 1 517</inkml:trace>
  <inkml:trace contextRef="#ctx0" brushRef="#br2" timeOffset="125520">15587 18632 63,'0'0'62,"0"0"-36,0 0-10,0 0 20,0 0 320,0 0 25,0 0-176,0 0-107,0 0-17,0 0 37,0 0 28,0 0-52,0 0-42,0 0-39,0 0 0,0 0 23,0 0 6,0 0 7,0-7-20,0 7 1,0 0 5,0 0 1,0 0-10,0 2-7,0 1-6,-4-1 20,-1 1 15,1 2 1,4 2 25,-5 0 11,-4 1-17,9 1-30,-4 1 11,-1-1-17,5-1 4,0 2-4,0 2-16,-4 0 10,4-2-24,0 2 27,-5 0-10,5 0-18,0 0 12,0 0-11,0 0 1,-4 0-1,4-2-2,0 2 0,0 0-1,0-1 1,0 1 0,0 0-1,0-2-2,0 2 2,0-3 1,0 1 0,0-1 1,0-3 0,0 3-1,0-6 3,0 2-3,0-1 0,0-1 0,0 2 3,-5-3-3,5 0 0,0 1 0,0 0 1,0-1 1,0-2 0,-6 2-2,6-2-13,0 2-3,0-2 3,0 1 0,0-1 11,0 2-11,0-2 12,0 0-1,0 0 2,0 0 2,0 0 1,-5 0-1,5 0-1,0 0 0,0 0 1,0 0-2,0 0 0,0 0-1,0 0 1,0 0-3,0 0-13,0 0 13,0 0-10,0 0 1,0 0-1,0 0 0,0 0 9,0 2-12,0-2 15,0 0-1,0 0-1,0 0-10,0 1 10,0-1-10,0 0 11,0 0-2,0 0 1,0 0 0,0 0 3,0 0 0,0 0 2,0 0 1,0 0-2,0 0 2,0 0 10,5 0 3,1-1 9,-1-4-25,-1-1-29,5-2-19,-4-1 16,-1-1 31,5 2-51,0-4-6,0 2-10,0 1 19,7 1-3,-12-1 23,5 1 10,-4 4-4,4-3-13,-5 2 23,0 0-13,1 2 7,4-4-4,-9 5 1,11-4-11,-6 6 30,-5-4-26,4 1 16,1 1-7,-1-1 17,0 1-13,1 0 12,-1-1-8,5 1 10,-9-1 2,9 1 2,-4 2-1,-5-3 2,11 1 0,-7 0-1,1-1-1,-1 3-1,-4-2 0,5 2-2,-5 0-27,4 0 0,-4 0 3,0 0 11,0 0 15,0 0 3,0 0 10,5 0-10,-5 0 13,0 0 52,0 0 43,4 4-43,-4 1-23,0-2 20,0 2-48,5 0-5,-5 0 1,0 2 39,4 0-6,-4 0-24,0 0-6,0-1 10,0 1-25,0 0 16,0-2-1,0 2 10,0 1-4,0-1-22,0 0 2,0 0 34,0-2-4,0 2-6,0-1-10,0 0-13,0-3 10,0 4 0,0-4-12,0 1 15,0-1-12,0-1 9,0 1-12,0-1-1,0-1 0,0-1 0,0 0 1,0 0 0,0 0-1,0 0-1,0 0-28,0 0 0,0 0-10,5 0-3,-5 0-16,4 0-7,-4 0-19,5 0-20,-5 0-6,9-1-7,-9-1-45,11-3-63,-2 2-159,-5-6-189,5 1 168,-4-3 262,-66 50 81</inkml:trace>
  <inkml:trace contextRef="#ctx0" brushRef="#br2" timeOffset="127576">16731 18758 1,'0'0'131,"0"0"-86,0 0-25,0 0 156,0 0 433,0 0-250,0 0-206,0 0-98,0 0 26,0 0 53,0 0-8,0 0-41,0 0-46,0 0-13,0 0 13,0 0 9,4-9 4,-4 9-13,-4 0-10,4 0-3,-5 5 3,5-3 26,-4 3 26,4 2-3,0 0-1,0-1-12,0 3-11,0 1 11,0 0-20,0 4 3,-5-2-19,5 0 16,0 0-10,0 3-12,-4-2-4,4 1-19,0 0 1,0-1 2,0-3-1,0 1-2,0-1 1,0-3-1,-5-1-1,5 0 1,0-3 0,0-1 0,0 1 0,0 0-1,0-3-37,0 0-7,0 0-13,0 0-16,0 0-23,0 0-2,0 0-14,0 0-7,0 0 3,0 0-2,0 0-31,0 0-51,0 0-79,0-3-91,0-4-199,0 0 179,0-3 286,0 3 27</inkml:trace>
  <inkml:trace contextRef="#ctx0" brushRef="#br2" timeOffset="127971">16652 18899 112,'0'0'81,"0"0"-51,0 0 2,0 0 790,0 0-402,0 0-215,0 0-101,0 0-7,0 0 62,0 0 0,56 10-84,-38-10-37,0 0-15,-5 0 3,12 0 10,-11 0-10,3-2-10,1 0-16,-2 2 0,6-3-1,-8 1 0,-1-1 1,7 1 1,-6 1 1,4-3 0,-5 2-2,-4 1-3,7-1-26,-7-1-36,0-1-16,-5 3 3,5 1-3,-4-2 0,-1 2-19,5-4-17,-9 4-23,0-1-39,4-1-55,3 0-40,-7 1-71,0-1-14,0-3 222,0 1 78,0-2 4</inkml:trace>
  <inkml:trace contextRef="#ctx0" brushRef="#br2" timeOffset="128397">16981 18703 118,'0'0'56,"0"0"-33,0 0 0,0 0 616,0 0-131,0 0-264,0 0-121,0 0 11,0 0 41,0 0 16,0 0-35,5-10-43,-5 10-23,0 0 7,0 0 9,0 0 3,0 0 4,0 0-17,0 0-19,0 0-17,0 0-18,0 0-17,0 0-12,0 2-10,0 1-2,0 0 0,0 4 40,0 2 3,9-1-18,-9 4-1,4 2-6,1 1-16,-1-1-2,-4-1-1,5 3 0,-5-1-19,0 0 18,0 2-12,0-2 12,0 2-21,0 0 6,0-3-9,0-2-39,0 0 4,0-4-65,0 1-29,0-4-6,0 2-27,0-4-33,0 4-35,0-2-50,0-2-151,0-3-133,0 0-37,0 0 472</inkml:trace>
  <inkml:trace contextRef="#ctx0" brushRef="#br2" timeOffset="130209">15495 19388 103,'0'0'56,"0"0"-43,0 0-11,0 0 21,0 0 19,0 0 522,0 0-192,0 0-187,0 0-100,0 0 16,0 0 55,0 0 16,5 0-39,-5 0-39,0 0-22,0 0-4,0 0 6,0 0-3,0 2-3,0-1-19,-5 1-7,5 3 3,-4-3 26,4 5 6,-5 0-32,5 1-6,0 1-17,0-1-20,0 1 34,0 1-33,0-3 0,0 1 13,-4 1 0,4-1 7,0-1-22,0 0 1,0-1-2,0 0 1,0-1 0,0-2 1,0 0 2,0 1-2,-5-2-2,5-2-26,0 0-29,0 0-15,0 1-14,0-1-13,0 0-6,0 0-13,0 0-20,0 0-17,0 0 7,0 0-3,0 0-39,0 0-99,-4 0-65,4 0-88,0 0 69,-5-3 292,5-6 11</inkml:trace>
  <inkml:trace contextRef="#ctx0" brushRef="#br2" timeOffset="130641">15500 19249 152,'0'0'46,"0"0"-33,0 0 19,0 0 503,0 0 22,0 0-251,0 0-176,0 0-32,0 0 48,0 0 45,0 0-19,0 0-59,0 0-26,0 0-6,0 0 9,0 0 6,0 0-15,0 0-17,0 0-16,0 0-16,0 0-13,0 0-15,0 0-1,0 0-3,0 0-1,0 0-3,0 0-8,0 0-20,0 0-33,0 0-31,0 0-36,0 0-29,0 0-26,4 0-53,-4 0-71,5 0-34,-5 5-137,0-3-229,0-1 512,0-1 81,-9-8 118</inkml:trace>
  <inkml:trace contextRef="#ctx0" brushRef="#br2" timeOffset="131905">16791 19296 86,'0'0'42,"0"0"-38,0 0 41,0 0-9,0 0 179,0 0 82,0 0-154,0 0-64,0 0 9,0 0 58,0 0 43,0 0-26,0 0-53,18 14-9,-18-14-7,0 0 14,0 0-5,0 0-12,0 0-20,0 0-6,0 2 0,0-2 6,0 0 0,0 0-3,0 1 3,0 1 6,0-2 1,0 0-4,0 0-10,0 0-19,0 0-24,0 3-21,0-1-32,0 0 32,0 5 33,0-1-7,0 1 0,0 2 3,0 1-13,0-2-4,0 3-9,0 0 0,0-2 19,0 3-21,0-2 1,0-1 2,0-1 7,0 2-11,0-1 0,0-2 3,0-2 1,4-2-4,-4 4-29,0-5 0,0-1-9,0 1-1,0-2-6,0 0-13,0 0-12,0 0-17,0 0-7,0 0-9,5 0-3,-5 0-4,0-2-30,4-1-57,-4-4-180,5-1-291,-1-4-23,-4-2 531,-18 60 57</inkml:trace>
  <inkml:trace contextRef="#ctx0" brushRef="#br2" timeOffset="132427">16809 19228 149,'0'0'65,"0"0"-49,0 0 421,0 0 85,0 0-197,0 0-165,0 0-50,0 0 36,0 0 30,0 0-34,0 0-32,0 0-3,0 0 19,0 36-7,4-31-16,-4-3-22,5 3-20,-5-3-26,4 1-6,-4 0 3,0-3-29,0 0-1,0 0 11,0 0 0,0 0 3,0 0 3,0 0 7,0 0 2,0 0-2,0 0-4,0 0-21,0 0-1,0 0-16,0 0-28,0 0-52,0-5-33,0 4-28,0-4-82,0 1-13,-4 1-69,-5-4-150,0 4-252,0-4 119,0 2 490,49 45 60</inkml:trace>
  <inkml:trace contextRef="#ctx0" brushRef="#br2" timeOffset="134417">15625 19738 29,'0'0'59,"0"0"-36,0 0-10,0 0 10,0 0-10,0 0 10,0 0 237,0 0 47,0 0-144,0 0-62,0 0-10,0 0 39,0 0 14,0 0-24,0 0-3,14-19 4,-14 19-8,0-3-32,0 3 1,0-2-5,0 2-5,0 0-4,0 0 3,0 0 10,0 0-10,0 0-13,0 0-13,0 0-6,0 0 3,0 0 3,0 0-3,0 0-6,0 0-4,0 0 0,0 0-6,0 0-1,0 0-12,0 0 3,0 0-14,0 0 2,0 0-2,0 0 0,0 0-2,0 0 0,0 0-3,-5 0-16,5 2-10,0-2 3,0 0-3,0 3 0,0-1 7,0 3 22,0-1 3,0 1 0,0-2-3,0 2 0,0-1 0,0 2 0,5 0 0,-5 2 1,0 1 2,0-1 16,0 1-19,0-1 0,0 1 0,0-1 0,0-1 3,0 1-3,0 1 1,0-2-1,0-1-20,0 1 4,0 2 13,0-2-20,0-1 7,0 5-3,-5-5 16,5 1-20,0-2-3,-4 0 3,4 0 23,-5 1 1,5-3-1,0 0-11,-4 1-5,-1-3-16,5 3 3,-4-4 16,4 2 13,-5-1 0,5 1 0,-11 0-1,11-1-12,-9 1 13,9 0-4,-4-2 4,-5 1 11,4-1 9,-4 0-7,5 0-10,-1 0 19,-4 0-2,5 0-7,-7 0-11,2 0-1,4 0-1,1-1-36,-1-3 14,1 1-36,-5 0-10,4 1 10,5 2-10,-9-4 16,5 3 0,4-1 10,-5 0-17,1 2-22,4 0-10,-11-1-42,11 1-42,-5 0-43,1 0-43,-1 0-45,5-2-27,-4 2 43,4-3 235,0-1 22,0 1-16,0-1-16</inkml:trace>
  <inkml:trace contextRef="#ctx0" brushRef="#br2" timeOffset="134893">15547 19755 112,'0'0'72,"0"0"-36,0 0 459,0 0 134,0 0-284,0 0-196,0 0-45,0 0 46,0 0 44,0 0-19,0 0-53,0 0-41,0 0-13,0 0 15,0 0-5,0 0-1,0 0-4,0 0 1,0 0-4,0 0-19,0 0-19,4 0-16,1 0-16,-1 0-1,10 0-21,-1 0 19,7-5 0,-2 3-10,4-1 13,-1 1 0,1-1 0,-9-1-13,5 1-22,-2 1-26,2-1-22,-5 1-26,-4 1-20,0-1-19,0-2-7,-4 4-16,-5 0-27,0 0-42,0 0-95,0 0-94,0 0-24,0 0-4,0 0 346,0 0 33</inkml:trace>
  <inkml:trace contextRef="#ctx0" brushRef="#br2" timeOffset="136209">16981 19609 177,'0'0'16,"0"0"4,0 0 179,0 0 609,0 0-333,0 0-263,0 0-112,0 0 36,0 0 55,0 0-6,0 0-63,0 0-38,0 0-7,0 0 7,0 0 12,-15 0-15,15 0-17,0 2-20,0-2-9,0 0-19,0 0-3,0 0-13,0 1-2,0 1-23,0 0-7,0 1-13,0 2 35,0 6 10,0-5 26,0 6-24,0-2-2,0 4-9,0 0 9,0-1 14,0 2-14,0 1-2,0-3 1,0 1 0,0 0 1,0-1 2,0-1 9,0 2-10,0-4-2,0-2-27,-5 1 25,5-2-16,0-2-10,0 0 27,-4-5-17,4 2 6,0-1 11,-5-1-1,5 2-16,0-2 16,-4 0 0,4 0-13,0 0 14,0 0-21,0 0-15,0 0-7,-5 0 13,1 0 19,-5 0 13,4 2 0,-4-1 3,5 1-1,-7 0 0,6-2-2,-4 1 1,5 1 0,-5 0 0,0 0 1,0-1-1,0 1 1,-7-2-1,12 2 12,-5-1-12,0-1 12,-4 2-11,-1 1 1,5-3 13,2 0-3,-2 0-11,-4 0 0,4 0 0,0 0-1,0 0 3,0 0-4,-2-3-2,7 1-33,-5-1-13,9 1 6,-5 1-19,1-5 3,-1 5-45,5-3-33,-9-1 29,5 2 20,4-1-20,0 1-39,0 1-52,0-1-49,0-2-72,0 0-75,0-2-98,0-2 293,4 1 127</inkml:trace>
  <inkml:trace contextRef="#ctx0" brushRef="#br2" timeOffset="136706">16762 19653 195,'0'0'19,"0"0"1,0 0 374,0 0 287,0 0-274,0 0-219,0 0-71,0 0 42,0 0 42,0 0-40,0 0-48,0 0-26,0 0 4,0 0 2,0 0 3,0 0 7,0 0-8,0 0-8,11 0-14,-11 0-22,9 0-16,5 0-35,-1 0-2,9-1-11,-2-5 12,3 3 0,-1 0 1,7-2-1,-6 1 0,4-3 0,2 4 1,-3-2-2,4 1 1,-8-1 1,0 2 0,-2 0-2,-6-1 2,4 1-1,-5-1-21,-8 1-35,6 1-26,-7 1-51,-4-1-23,0 2-4,0 0-32,0 0-66,0 0-91,-4 0-176,-7 0-181,-3 0 137,1 0 439</inkml:trace>
  <inkml:trace contextRef="#ctx0" brushRef="#br2" timeOffset="138356">15486 20037 86,'0'0'59,"0"0"-17,0 0-22,0 0-1,0 0 620,0 0-300,0 0-202,0 0-82,0 0 39,0 0 59,0 0 13,0 0-39,0 0-36,0 0-10,0 0-3,0 0 19,0 0 6,0 0-9,0 0-4,0 0-2,0 0-5,0 0-12,0 0 6,0 4-6,-4-4-4,4 0 1,-5 1-11,5-1-12,0 0-7,0 0-19,0 2-16,0-2-3,0 3-2,0 1-23,0-1 25,0 7 3,0-1 29,0 5 0,0 1-16,5 0 3,-5 0-6,4 2-13,-4-1 0,0-1 0,0 0 15,0 1-3,0-1-12,0-3 4,0 0-2,0-2 0,0 2-2,0-4 0,0 1-15,0-1-33,0-3 4,0 2-33,0-5-6,0 1-29,0-1-43,0-2-9,0 0-10,0 0 3,0 0-14,0 0-3,0 0-33,0 0-46,0-2-94,0-4-167,5-5 98,-5 3 335,-5 30 33</inkml:trace>
  <inkml:trace contextRef="#ctx0" brushRef="#br2" timeOffset="138933">15750 20097 249,'0'0'26,"0"0"-26,0 0 825,0 0-438,0 0-208,0 0-98,0 0 23,0 0 39,0 0-3,0 0-46,0 0-33,5 0-22,-10 0-7,5 0-6,-4 1-22,-1 3 12,1-1 0,-7 2 3,2 2-15,0 0 15,-5 1-16,1-1 20,4 2-10,-11-1-11,7-1 0,-1 0 1,1 0-1,-3-1 0,7 1 0,0-2 0,0-1-1,0 1 0,5 0-1,-1 0-1,-4-2-1,5 1 1,-1-1-1,-6-1 1,7 1-2,4-1-10,-5-2 10,1 3-13,4-3 13,0 2-17,0 0 18,0-2-17,0 3 3,0-3-7,0 4 0,0-3 4,0 1 16,0 0 0,0 1 3,0-1 20,0 3 3,9-3-7,-5 1-14,7 0 33,-6 3-31,8-1 9,-4 0-10,5 0 10,-1-2 0,7 2-13,-2 0 0,-4 1 6,3-3-6,4 2-11,-4-2-34,1-1-39,-4 0 16,6 3-62,-2-5-16,-5 2-68,-4-1-131,0-1-94,2 0-164,-6 0 375,-1 0 126</inkml:trace>
  <inkml:trace contextRef="#ctx0" brushRef="#br2" timeOffset="140081">16757 20098 112,'0'0'52,"0"0"-39,0 0-10,0 0 92,0 0 524,0 0-325,0 0-164,0 0-55,0 0 42,0 0 52,0 0-6,0 0-50,0 0-35,0 0-3,25-6 3,-25 6 9,0 0 10,0 0 0,0 0 3,0 0-3,0 0-4,0 0-9,0 0-10,0 0-7,0 0-12,0 0-13,0 0-10,0 3-13,0-1-3,0 3 9,0 2 71,0 1-42,9 2-28,-4 2 9,-1 2-32,5-2 32,-9 1-32,4 1-1,5-2-1,-9 1 3,0-1 8,5 0-12,-5 2-1,0-4-43,0 0 2,0-1 14,0-4-14,0 2-2,0-4-24,0 0-11,0 1-8,0-2-38,0-1-17,0-1 17,0 0-24,0 0-32,0 0-30,0 0-58,0 0-121,0 0-106,0-10-165,0-2 511</inkml:trace>
  <inkml:trace contextRef="#ctx0" brushRef="#br2" timeOffset="140638">17100 20078 147,'0'0'104,"0"0"938,0 0-730,0 0-159,0 0-72,0 0 23,0 0 42,0 0 10,0 0-59,0 0-55,0 0-13,-5 0 13,1 0 20,-1 0 5,1 2-18,-5 1-17,5 1-17,-10 1-15,-2 0 0,3 2 1,-5-2 1,9 1 2,-4 3-2,-3-1-1,3 4 18,-1-5-18,-4 0-1,5 0 2,-3 3-2,3-5 0,4 4 4,-5-3-2,1-1 0,2 2-1,2 0-1,0-2-2,0 0-1,4-3-26,-3 1-7,8-1 4,-5 1 3,1-1 0,4-2 0,0 0-13,0 2-13,0-2 10,0 0 6,0 0-7,0 0-2,9 0 22,-5 3 26,5-1 24,0 1-22,0-1-2,6 0 13,-1 3 35,4-3-22,-9 1-24,9-3-2,2 2-1,-7 1 1,1-1 4,-1 1-4,7 1 0,-6-1 0,4 0-33,-1 2-25,-1-3-7,-2 0-45,-1 1-13,0-1-69,1-2-104,-5 0-183,2 0-218,-7-5 521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4:16:02.87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Group>
    <inkml:annotationXML>
      <emma:emma xmlns:emma="http://www.w3.org/2003/04/emma" version="1.0">
        <emma:interpretation id="{91EFA6C8-091D-46B8-8AA3-F04B628065CC}" emma:medium="tactile" emma:mode="ink">
          <msink:context xmlns:msink="http://schemas.microsoft.com/ink/2010/main" type="inkDrawing" rotatedBoundingBox="1950,8007 4881,7899 4883,7941 1952,8049" rotationAngle="-549496840" semanticType="underline">
            <msink:sourceLink direction="with" ref="{C1DDCBDD-A9CC-4EF1-897D-6567CBE371FC}"/>
            <msink:sourceLink direction="with" ref="{7B22B025-BCD8-4B0E-A42C-034B215B9CD0}"/>
          </msink:context>
        </emma:interpretation>
      </emma:emma>
    </inkml:annotationXML>
    <inkml:trace contextRef="#ctx0" brushRef="#br0">1962 8021 71,'0'-2'45,"0"0"21,0 1-18,0 1 269,-4-1 97,4 0-222,-2 0-88,2 1-32,-2-2 35,2 2 23,0 0 0,0 0-26,0 0-29,0 0-16,0 0-11,-3 0 4,3 0 7,0 0 9,0 0-3,0 0-4,0 0-9,0 0 0,0 0-4,0 0 4,0 0-4,0 0-9,0 0-4,0 0 7,0 0 0,0 0 7,3 0-24,-1 0-25,0 0 0,-2 2-35,0-2-7,0 0-6,0 1 3,2-1-7,0 1 20,-2 0-4,0 0 7,2 1 17,0-1 12,2 0 2,2 0 27,0 3 20,5-2 32,1 2-36,1-2 10,5 0-7,5 0 26,4-1-58,6-1 55,6 0-52,9 0 3,8-1 30,6-4-39,8-1-1,6 1 4,7-1 0,0-1-14,4 1 0,1 0 14,5-1-13,0 1-1,-4 0 0,2 2-2,0-1 0,-8 1 12,4 0-12,-5 0-12,-1 1 12,0-1 28,-5 1-28,-1 0-19,-5 1 17,-4-1 1,-4 0 1,-6 2 1,-4-2 1,-7 0-2,-6 1 0,-6 0 0,-4 1 2,-6-2 0,-6 3-2,-7-1 0,-2 1 0,-2 0 0,-2 0 2,-4 0 1,0 0 13,0 0-3,0 0 0,0 0-10,0 0 10,0 0 6,0 0 7,0 0-23,0 0-3,0 0-12,0 0-7,0 0-3,0 0-7,0 0-3,0 0-13,0 0-10,0 0-6,0 0 0,0 0 3,0 0-3,0 0-13,0 0 7,0 0 5,0 0 1,0 0 3,0 0 3,0 0-7,0 0-3,0 0 10,0 0 13,0 0 7,0 0 9,0 0 6,3 0 20,-1 0 0,0 0 29,2 0 14,2 0 25,-2 0-4,4 1-22,1 0 1,-1-1 8,2 2-22,3-2 17,-1 0-28,3 0-17,-1 0 43,1 1-24,1-1 2,1 0-12,1 2 3,1-2 0,-1 1 0,1 0 9,-2-1-19,1 0 0,-3 0 32,1 0-35,-1 0 0,-1 0-13,-2 0 13,5 0 3,-5 0-2,3 0-2,1 0 1,1 0 0,-3 0 0,1 0-1,-1 0-2,1 0 3,-5 0 15,3 0-13,-3 0-1,-2 0 19,-2 0-18,-1 0 1,-1 0 10,-4 0 3,0 0-16,0 0 0,0 0-61,0 0-13,0 0-17,0 0-32,0 0-42,-7 0-65,1 0-101,-4 0-161,-7 0-3,-1 0-56,1 0 421,92 0 109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4:13:59.408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Group>
    <inkml:annotationXML>
      <emma:emma xmlns:emma="http://www.w3.org/2003/04/emma" version="1.0">
        <emma:interpretation id="{228C9F97-5216-4849-8172-1212EEDA11DC}" emma:medium="tactile" emma:mode="ink">
          <msink:context xmlns:msink="http://schemas.microsoft.com/ink/2010/main" type="writingRegion" rotatedBoundingBox="1753,6933 25100,7094 25090,8583 1743,8422"/>
        </emma:interpretation>
      </emma:emma>
    </inkml:annotationXML>
    <inkml:traceGroup>
      <inkml:annotationXML>
        <emma:emma xmlns:emma="http://www.w3.org/2003/04/emma" version="1.0">
          <emma:interpretation id="{85ABA793-744D-4706-B014-F2C48DB40A9D}" emma:medium="tactile" emma:mode="ink">
            <msink:context xmlns:msink="http://schemas.microsoft.com/ink/2010/main" type="paragraph" rotatedBoundingBox="1753,6933 25100,7094 25090,8583 1743,842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1F35A97-6C8A-409F-85BF-FAF85083DD48}" emma:medium="tactile" emma:mode="ink">
              <msink:context xmlns:msink="http://schemas.microsoft.com/ink/2010/main" type="line" rotatedBoundingBox="1753,6933 25100,7094 25094,7957 1748,7796"/>
            </emma:interpretation>
          </emma:emma>
        </inkml:annotationXML>
        <inkml:traceGroup>
          <inkml:annotationXML>
            <emma:emma xmlns:emma="http://www.w3.org/2003/04/emma" version="1.0">
              <emma:interpretation id="{C1DDCBDD-A9CC-4EF1-897D-6567CBE371FC}" emma:medium="tactile" emma:mode="ink">
                <msink:context xmlns:msink="http://schemas.microsoft.com/ink/2010/main" type="inkWord" rotatedBoundingBox="1753,6933 3727,6946 3722,7562 1749,7548">
                  <msink:destinationLink direction="with" ref="{91EFA6C8-091D-46B8-8AA3-F04B628065CC}"/>
                </msink:context>
              </emma:interpretation>
              <emma:one-of disjunction-type="recognition" id="oneOf0">
                <emma:interpretation id="interp0" emma:lang="en-US" emma:confidence="0">
                  <emma:literal>control</emma:literal>
                </emma:interpretation>
                <emma:interpretation id="interp1" emma:lang="en-US" emma:confidence="0">
                  <emma:literal>Control</emma:literal>
                </emma:interpretation>
                <emma:interpretation id="interp2" emma:lang="en-US" emma:confidence="0">
                  <emma:literal>consol</emma:literal>
                </emma:interpretation>
                <emma:interpretation id="interp3" emma:lang="en-US" emma:confidence="0">
                  <emma:literal>Consol</emma:literal>
                </emma:interpretation>
                <emma:interpretation id="interp4" emma:lang="en-US" emma:confidence="0">
                  <emma:literal>(Control</emma:literal>
                </emma:interpretation>
              </emma:one-of>
            </emma:emma>
          </inkml:annotationXML>
          <inkml:trace contextRef="#ctx0" brushRef="#br0">1997 7201 8,'0'0'62,"0"0"-20,0 0-16,0 0 7,0 0 9,0 0-9,0 0 335,0 0-179,0 0-91,17 1-49,-17-1 3,2 0 56,0 0 12,-2 0-3,0 0-9,0 0-21,0 1-18,0-1-14,0 0 7,0 0 13,0 0-7,0 1-10,0-1-12,0 0-11,0 0 4,0 0-6,0 0-1,0 0 10,0 0 7,0 0 0,0 0 2,0 0 4,0 0-3,0 0-3,0 0-1,0 0-12,0 0 2,0 0 11,0 2-7,0-2-10,0 0-6,0 0-1,0 0-8,0 0 2,0 0 0,-2 0 0,2 0 1,-5 0-1,5 0-6,-2 0 0,0 0-13,0 0 1,-2 0 2,2 0-3,-2 0 3,2-2-3,-2 2 1,0 0 31,-1-1-9,1 1-23,-2-1-45,0 0 45,0-1 35,-1 2-33,1-1-2,0 0-22,0 1 20,0 0-1,-5 0-17,3 0 4,0 0-2,-5 0 17,1 2-18,2 2 17,-3 0 0,3 2 2,0 1 0,-1 1 2,1 2 17,0-1-16,1 3 19,1 0-21,0 0 4,2-1-5,-1 1-13,3-1 13,0 0 11,2 1-11,2 0-13,-2-1 12,2 0 1,0-1-18,0 1 18,0 0 13,2 0 3,4 1-16,-2-2 0,5 2-3,1-2 16,0-1-3,1 0-8,1-2-2,3 1 1,-1 0 13,3-2-12,-1 0 38,3 0 14,1-2-54,-3-1-2,1-1 2,3 0 23,-2-1-23,1-1-26,-1 0 23,2 0-29,-1 0 9,-1-3-38,2 1 7,-5-3 15,-1 3-6,-5-3-23,2 1-6,-5 0-45,-3 1-30,-4-1-3,0 1-20,0-1-166,-6 1-75,-3-1-190,1 0 186,0 0 312,-3 0 79</inkml:trace>
          <inkml:trace contextRef="#ctx0" brushRef="#br0" timeOffset="1681">2311 7347 115,'0'0'62,"0"0"-39,0 0-3,0 0 534,0 0-271,0 0-130,0 0-52,0 0-13,0 0 20,0 0 9,-6-29-55,6 26 51,-2-2-31,0 1-14,2 1 16,-2 0 10,2 1-29,0 0 3,-2 1 23,-2 1 25,4 0-9,-3 0-30,1 0-29,0 0-6,-2 1-22,-2 0 5,2 1-21,-2 0-3,-3 0-1,3-1 3,-2 2 19,-2 0-22,1 1-6,-1 0-4,4 3 10,-2-1 13,-1 2-11,5 0-2,-2 1 4,4 0-4,-2 2-2,4-1 2,-2 2-1,2-1 1,0 2-3,0-2-26,4 0 10,4-1 18,-2 0 2,3-2-1,1-1 16,-2 0-16,2-2-29,3 0 29,-3-2 0,3 0-14,-1-1-21,0 0 35,-1-2-16,-1 0 3,0 0-20,1 0 14,-3-2-7,2-2 4,1 0-7,-3-2 12,2-1 15,-3-1 2,1-1 2,-2-1-2,-2-4-42,0 1 11,-4-1 31,0 1 4,0 0-4,0 2-36,0 0 36,-6 1-2,0 0 2,2 1 0,-5 0 0,3 2-28,-2 0 28,2 1 52,-2 1-36,-1 0-16,-1 3-7,4 1 7,-5 0-1,5 1-9,-4 0-25,4 0-36,-1 1 29,1 1-7,0 1 46,2 0-13,2-1-6,-2 1 22,2 1 0,0 0-13,2-1-26,0 1 10,0 0 6,0 0-25,2 0-27,2-1 10,0-1 20,0 2-4,2-2 49,2-1 17,3 0-15,1-1-2,3 0-19,-3-3-40,3-1-15,-1-2 54,1 2 2,1-1 18,1-1 2,-5 2-2,2-1 1,-1 1 2,-3 2 30,-2 0 12,-3 1-12,-1 1-4,-2 0 3,0 0 17,-2 0-7,2 0-3,0 3 4,0 0-11,0 1 23,0 1 0,2 4-26,-4-3 30,4 1 12,-1 1-35,-1 1 6,0-1 0,2 2-26,-2-2 45,4 0 20,-2 2-42,0-3 6,0 2-44,1-1 18,-3-1 4,2 0-23,-4-1 0,2 0 0,2-1 0,-4-2-1,2 1 1,-2 0 1,2-3-1,-2 1-15,0-2-8,0 1 23,0 0 0,0-1 0,0 0 0,0 0 0,0 0 20,0-4 5,0-1 8,0-2-33,0-4-34,0-2 15,0-2 19,4-1-3,-2 0 3,2-1 6,-1 1-6,3 0-22,-2 1-20,0 1 29,2 2 0,-2 0 0,5 3 0,-3 0 0,2 1-51,-2 2 37,1 0 27,-1 2 0,0 1-1,-2 1-12,4 2 9,-4 0 4,3 0 17,1 2 21,0 3-9,-2 1-29,3 1-16,-1 2 16,-2 1 0,2 1 0,1 3 16,-3-1-17,0 1 2,-2 0 0,0 1 2,0-1 10,1-1 16,-3 1-28,0-2 34,-2 3 7,0-5 16,0 1 10,0 0-49,0-3-18,0 0 2,0-2 28,0-1-31,0-2-3,0 1-32,0-3-7,0-1-26,2 0-28,0 0-21,0 0 17,-2 0-29,0 0-69,2-3-78,-2-4-251,0-2-197,0-2 451,0-3 67</inkml:trace>
          <inkml:trace contextRef="#ctx0" brushRef="#br0" timeOffset="2247">2857 7040 264,'0'0'33,"0"0"586,0 0-355,0 0-121,0 0 95,0 0 32,0 0-7,0 0-37,0 0-109,0 0-1,12-33-22,-12 32-1,0 1 17,0 0-1,0 0-16,2 0-13,-2 0-13,0 0-6,0 0-10,0 0-7,0 0 7,0 0 3,0 0-12,0 3-41,0 2 0,0 3 62,2 3-19,0 2 7,3 3-16,-1 2-3,2 1-7,-2 0-25,2 1-29,-2-1 29,3 1 48,-3 0-31,0 0-17,0 1-11,0-2 11,-2 0 0,0 0-44,0-2 9,-2 0 5,0 0 28,2 0-12,-2-3-8,0-1-7,0-1 1,0-1 26,0 0 2,3-4-22,-1 0 19,0-2-41,2 0 28,-2-1 13,2-2-26,2 0 4,0-1-7,3-1 10,-1 0 6,2 0-3,3 0-13,-1-1-16,0-4-13,1-1-28,-1 1-20,3-1-23,-1 1-77,-3-3 2,-1 0-84,-4-3-118,0 0-79,-4-2-216,-2 0 355,0 1 271</inkml:trace>
          <inkml:trace contextRef="#ctx0" brushRef="#br0" timeOffset="3555">2797 7244 226,'0'0'85,"0"0"114,0 0 453,0 0-304,0 0-156,0 0-56,0 0 7,0 0-13,0 0-20,-25 3-22,25-3 15,0 0-6,2 0-29,2 0-16,-2 0-15,0 0-37,3 0-26,1 0 24,2 0 2,2-1 39,3 0 0,3-1-17,5-1-21,0 1 28,4-1-28,-3 2 1,3 1-1,-2 0 1,2 0-2,-5 0 2,1 0 14,-2 2-15,-5 2 14,3 0-14,-5 1-2,-2-1-6,-4 1-9,1 1 0,-1 1 15,-2 1 1,-2 1 3,0 0 13,0 0 52,-2 1-65,2 1-6,-2-2-7,0 2-35,0 0-9,0-1-17,0 0 6,-2 0 7,2-3 55,0-1-11,0-1 12,0-5 3,-2 1-1,2-1 35,0 0 4,0 0-29,-2-1-10,2-4 0,-2 0 1,2-1 18,0-1-19,0-1-9,0-1 9,0 0 42,0-2-42,4 0-7,0 0-16,2 0 20,3 1-13,-1 0 6,2 0 10,3 2 12,1 1-5,1 0-7,1 2-49,3-2 7,-3 2 7,3 0 34,-2 2 1,-3 2 0,-2 0-16,-5 1 16,-1 0 0,-2 4-13,0 1 13,-2 2 9,0 1 56,-2 2-39,0 2 3,0 1 0,-2 0-7,-4-1-5,4 3-5,-6-1-12,3 2 4,1-3 9,0 0-10,0-1-3,2-2-1,-2-1 0,4-2-11,0-1 12,0-1 1,0 0-1,0-1-2,0-1-14,4-1 14,0-1 2,-2 0 11,4-1 5,1 0-16,-1 0 0,2 0 3,0 0 0,3-2 16,1-1-6,3-2-13,-5-1-11,4 0 11,-3-1 0,-3-1 2,0-1-2,0 0 0,-1-1-1,-3-1-18,0-1-36,-4-1-22,0-1 22,0 0 6,-6-1-35,-5 0 83,1 1-73,-2 1 25,-3 2 47,-1 0-30,-3 1 19,3 3 13,-3 2 0,4 1 19,3 1-3,0 3 14,1 0-30,5 0-13,-2 3-29,4 2 39,0-1-10,2 2 13,2 0 34,0 0-34,0 0-29,4-1 9,2 1-22,2 0 23,2-1 17,1 1 2,5-2-13,1-1-4,1-2-44,1 0 60,2-1-12,-1 0 0,1-2-20,2-3 31,-3-2-17,1-1 2,0 1 17,-3-1 1,1 0 3,0-2 18,-5-1-2,-1 0 3,3-1-10,-4 0 19,-1 1-30,1-1 60,-1 2-43,-1-2-16,-2 2 53,-2 0 31,-2 0-29,3 2 49,-7-3-26,0 0 29,0-1-62,0 1 55,-7 0-16,3 0-58,-4-1 19,0 0 48,0 0-93,-3-1 23,-1 2-4,1 0 17,1 3 12,-2 2 25,6 3 4,-1 1 28,3 0-85,2 1 2,0 1-10,2 0-15,-2 0-29,2 1-25,-2 6-19,-2 3 70,2 4 3,0 4 57,-2 3-44,1 1-11,3 3-2,0 0-6,0 2-23,5 0 28,-1 1-28,2 0 1,-2 2-14,2 0 7,-2 2 0,1-1-19,-1 0-42,-2-2-17,0-2 59,2-2-49,-2-2-6,2-3 31,0-1 14,2-4-53,-1 0 40,1-3-33,0-3-26,0-2 48,0-2-107,1-2-71,1-3-40,0 0-82,0-3-111,1-3 304,1-2 54</inkml:trace>
        </inkml:traceGroup>
        <inkml:traceGroup>
          <inkml:annotationXML>
            <emma:emma xmlns:emma="http://www.w3.org/2003/04/emma" version="1.0">
              <emma:interpretation id="{7B22B025-BCD8-4B0E-A42C-034B215B9CD0}" emma:medium="tactile" emma:mode="ink">
                <msink:context xmlns:msink="http://schemas.microsoft.com/ink/2010/main" type="inkWord" rotatedBoundingBox="4162,6975 5622,6985 5616,7823 4156,7813">
                  <msink:destinationLink direction="with" ref="{91EFA6C8-091D-46B8-8AA3-F04B628065CC}"/>
                </msink:context>
              </emma:interpretation>
              <emma:one-of disjunction-type="recognition" id="oneOf1">
                <emma:interpretation id="interp5" emma:lang="en-US" emma:confidence="0">
                  <emma:literal>apt:</emma:literal>
                </emma:interpretation>
                <emma:interpretation id="interp6" emma:lang="en-US" emma:confidence="0">
                  <emma:literal>exit:</emma:literal>
                </emma:interpretation>
                <emma:interpretation id="interp7" emma:lang="en-US" emma:confidence="0">
                  <emma:literal>exist:</emma:literal>
                </emma:interpretation>
                <emma:interpretation id="interp8" emma:lang="en-US" emma:confidence="0">
                  <emma:literal>crept:</emma:literal>
                </emma:interpretation>
                <emma:interpretation id="interp9" emma:lang="en-US" emma:confidence="0">
                  <emma:literal>erupts.</emma:literal>
                </emma:interpretation>
              </emma:one-of>
            </emma:emma>
          </inkml:annotationXML>
          <inkml:trace contextRef="#ctx0" brushRef="#br0" timeOffset="5061">4275 7322 82,'0'0'146,"0"0"-81,0 0-29,0 0 105,0 0 367,0 0-169,0 0-167,0 0-77,0 0-4,0 0 29,10-6 23,-10 6-10,0 0-13,0 0-33,0 0-19,0 0-3,0 0 3,0 0 6,0 0 7,0 0-4,-2 0-28,0 0-20,0 1-10,0 0-7,0 1-12,-4 0-20,6 0-9,-4-1-9,-3 3 35,1 1-7,0 1 9,0 0 1,0 1-2,1-1-2,-1 1-22,4-1 23,0 0 2,2-1-47,0-2 12,0 1-25,0-3 13,0 1-4,4-2 0,-2 0 23,2 0-10,3 0 39,1 0 1,2 0 12,1 0 16,3-2-6,-2-3-21,5 0-3,-5-1 2,3-2 14,-5 0-12,1 1 35,-3-2-12,-2 1 19,-2 1 10,-4 0-32,0 1 19,0 0-13,-6 3-27,0-1 1,-3 1 78,1 2-81,0 0-10,-2 1-25,1 0 31,-1 0 4,-2 1 13,-1 3-9,-1 1-4,1 1 0,1 2-26,-3 0 7,5 2 19,-2 1 0,1 0 28,1 2-25,4-1 22,-2 2-22,3-1 0,-1 0 0,6 1 19,-2 0 1,2 0-23,0 1 0,2-2-13,7-1-6,1 0 6,0-1 12,7-2-1,-1 0 2,7-4-25,2-1 24,2-3-1,6-1-11,0 0 10,2-2-26,2-4 6,-2-4-25,0 1 22,-1-2-13,-3-2-16,-3-2 20,-3-2-30,-2-2-19,-2 0-4,-9-1-45,-2 0-97,-3 1-46,-7 0-56,0 2 52,-7 2 126,-3 2 154,-2 1 4,-3 0 123,1 3-127,-1 1 49,1-1 71,3 3-38,1 1 97,2 2-75,2-1 55,2 2-22,1 1 9,1 0 16,2 1-19,-2 0-17,2 0-45,0 0-10,0 0 10,0 0-7,2 0-22,3 3-30,-3 1-9,4 2 52,0 1-24,-2 1-8,2 3-8,5 0 7,1 2-16,0-1-3,3 2 3,1 0 20,3 0-14,-2 1-22,5-1 1,-1-1 1,0 0-2,-1-1-13,-3-3-25,2 0-17,-5-2-25,-2-3-46,-1-1-83,-5-1-8,-2-2-88,-4 0-107,0 0-194,0-1-127,-4-5 517</inkml:trace>
          <inkml:trace contextRef="#ctx0" brushRef="#br0" timeOffset="5380">4657 7240 52,'0'0'1703,"0"0"-1330,0 0-279,0 0-52,0 0 98,0 0 69,0 0-31,0 0-102,0 0-76,-4 16-16,2-9 16,2 2 47,-2 2 1,0 2 3,0 0-31,-2 0 5,2 1 7,-2 2-16,-1-1 4,1 1-4,0 2 0,-2-1-14,-2 1 1,2 2 13,-3-2-16,1 0-1,2 0-44,-5 0-13,5-1-41,0-4-13,0 0-8,4-2 11,0-2-40,2-1-38,0-4 2,0-1-84,4-2-99,-2-1-55,4 0-30,-2-3 39,7-5 254</inkml:trace>
          <inkml:trace contextRef="#ctx0" brushRef="#br0" timeOffset="5810">4823 7090 218,'0'0'1551,"0"0"-1411,0 0-118,0 0 124,0 0 46,0 0 134,0 0-65,0 0-27,0 0-64,0 0-59,0 0-38,0 0 13,6-58 22,-6 59-26,0 0-82,0 0-9,0 2-23,0 3-12,0 3 3,0 6 41,4 6 31,-2 5-15,0 3 0,4 4-15,-4 0 12,3 6-12,-5 0 21,0 1-22,0 0-45,0-1 11,0 0-26,-5-2 44,3-2-38,-4-1-4,6-3 1,-2-1 32,0-2 24,2-2-28,0-3-19,0 0 3,0-4 10,0 0 23,0-3-11,0-1-25,0-4 3,0-1-16,0-4-3,0-1-64,0-2-30,0-2-16,0-1-11,2 0-16,-2 0-6,0-2-5,0-3-146,0-3-202,-2-3 55,0-5 319,-2-3 153</inkml:trace>
          <inkml:trace contextRef="#ctx0" brushRef="#br0" timeOffset="6563">4775 7394 997,'0'0'452,"0"0"-6,0 0-365,0 0-29,-12-69 3,10 61 211,2 1 28,0 3-50,0 1-80,0 1-33,2 0-81,2 1-50,2 0-13,2-1 10,7 1-10,3 0 1,5 1-17,4 0 13,4 0 15,0 4 1,-2 2-19,0 0-1,-6 2-31,-3 2 9,-3-2-15,-5 2 5,-5 1-22,-3-2-35,-4 1 22,0-2-20,-11 0 88,-3 2 19,-7-2 1,-4 1 41,-4-1-39,-2-1 23,-2-1-11,2-2-14,2 0-1,5-2 0,1-1-18,4-1-21,5 0 23,3 0 16,7 0 17,4 0-7,0-1-10,9-2-81,3-1-22,0-2-98,9 1 78,2-2 48,6-1 33,0 0-49,6 1-68,-2-1-17,0-2 62,0 2 49,0-2 16,-4 2 35,-6-3 13,4 1 2,-9-1 11,1 0 63,-7-1 52,-1-1 10,-7 0 6,2-2 29,-6-1-46,0-2 1,-6-1-14,0-3 10,-5 0-78,1-1 52,0 0-22,-3 0-11,5 0-12,-2 4 67,3 1-55,3 3 39,-2 2 9,4 3-17,-2 3-18,4 2 15,0 3-6,0 1-13,0 1-22,0 0-27,0 0-24,0 0-25,0 0-16,0 0-16,0 3-10,0 4 6,0 5 61,0 4 39,0 5-24,4 4 8,-2 4-23,0 1 25,2 2-22,0 1 10,-2 1-10,3 0-3,-1 1-12,-2 0-20,2 0-19,-2-3-13,2-2 36,-2-3-23,2-4 19,-4-2 28,2-3-47,0-3-6,0-2-1,-2-2-22,3-2 51,-1-2-9,0-4 15,0 0-38,0-1-7,2-2-6,2 0 16,0 0-3,7 0 48,-3-1-3,7-4-87,-1-1-46,3-1-33,-1-3-84,1 0-88,-3-4-118,-1-1-184,-3-1 340,-3-2 264</inkml:trace>
          <inkml:trace contextRef="#ctx0" brushRef="#br0" timeOffset="6801">5063 7286 697,'0'0'114,"0"0"908,0 0-831,0 0-178,0 0-9,0 0 109,0 0 88,0 0-26,0 0-121,28 3-18,-13-3 19,4 0-36,-1 0-17,3 0 21,2 0-23,-1 0 0,1 0 0,-2-1-97,-3-1-84,3-1-19,-7 2-70,1-2-129,-5-1-191,-1 0-146,-5 1 582</inkml:trace>
          <inkml:trace contextRef="#ctx0" brushRef="#br0" timeOffset="7059">5585 7206 641,'0'0'245,"0"0"848,0 0-905,0 0-81,0 0 52,0 0 105,0 0-26,0 0-4,0 0-96,36-66-49,-36 65-13,0 1-19,0 0-9,0 0-42,0 0-6,0 0-25,0 0-29,0 0-67,0 0-45,0 3-32,-2 2-127,-1 4 2,1 2 35,-2 1-144,2 2-271,-4 0-106,-2-1 679,35-94 121</inkml:trace>
          <inkml:trace contextRef="#ctx0" brushRef="#br0" timeOffset="7277">5585 7456 685,'0'0'3,"0"0"1088,0 0-835,0 0-123,0 0 19,0 0 107,0 0 31,0 0-43,0 0-84,0 0-55,7 4-35,-5-5-25,0-2-42,0-2-6,-2 0-70,0-1-50,0-1-72,0 1-100,0-3-257,-6 0-904,-7-2 631,19 69 806</inkml:trace>
        </inkml:traceGroup>
        <inkml:traceGroup>
          <inkml:annotationXML>
            <emma:emma xmlns:emma="http://www.w3.org/2003/04/emma" version="1.0">
              <emma:interpretation id="{E49E5014-3935-40E3-922B-A8E788D0BA03}" emma:medium="tactile" emma:mode="ink">
                <msink:context xmlns:msink="http://schemas.microsoft.com/ink/2010/main" type="inkWord" rotatedBoundingBox="11385,7181 12538,7189 12534,7865 11380,7857">
                  <msink:destinationLink direction="with" ref="{1DB92A92-C1D2-45CA-AF0F-4A40C21E9861}"/>
                </msink:context>
              </emma:interpretation>
              <emma:one-of disjunction-type="recognition" id="oneOf2">
                <emma:interpretation id="interp10" emma:lang="en-US" emma:confidence="1">
                  <emma:literal>self</emma:literal>
                </emma:interpretation>
                <emma:interpretation id="interp11" emma:lang="en-US" emma:confidence="0">
                  <emma:literal>Self</emma:literal>
                </emma:interpretation>
                <emma:interpretation id="interp12" emma:lang="en-US" emma:confidence="0">
                  <emma:literal>•elf</emma:literal>
                </emma:interpretation>
                <emma:interpretation id="interp13" emma:lang="en-US" emma:confidence="0">
                  <emma:literal>serf</emma:literal>
                </emma:interpretation>
                <emma:interpretation id="interp14" emma:lang="en-US" emma:confidence="0">
                  <emma:literal>Pelf</emma:literal>
                </emma:interpretation>
              </emma:one-of>
            </emma:emma>
          </inkml:annotationXML>
          <inkml:trace contextRef="#ctx0" brushRef="#br0" timeOffset="27689">11541 7408 227,'0'0'95,"0"0"-76,0 0 4,0 0 176,0 0 251,0 0-79,0 0-146,0 0-105,0 0-42,0 0 3,12-9 0,-12 9-6,0 0-20,0 0-16,0 0-10,0 0 4,0 0 5,0 0 11,0 0 6,0 0 0,0 0-3,0 0-7,0 0-9,-4 0-7,2 0-7,0 0-9,-2 0-12,0 0-1,-2-1-32,-1 0-46,1 1-22,-4 0 19,-1 0 68,-3 0 0,0 0-6,-3 1 19,3 3-16,-1 0 18,3-1-4,1 1 2,3-2-29,2 1-7,4 1-39,2 0-6,0 0 7,0-1 35,0 2-7,0 0-22,4-1 13,4 2 55,2 0 36,3 0 6,3-1-6,1-1-14,0 0-20,3-1 21,1 1-21,0-1-2,1 0 20,1 0-17,-2 1-3,-1 0-3,1 0 1,-4 1-18,-1-1 1,-4 1-17,-1 0 7,-5 0-23,-2 0-39,-2 0-62,-2 0 0,0 1 140,-6 0 13,0 1 39,-5-1 46,-3-1-56,0 1 23,-3-1 29,-2-1-26,1 0 27,-1 0-8,1-1-71,1-1 13,-2-1 13,3 1-28,-3-2 19,5 0-19,-1 0 1,3 0 10,0 0-12,3 0-23,1 0-6,4 0-7,2-2-13,0 1-22,2 0-53,0 0-61,0 0-79,0-2-257,4-1 61,2 0 343,2-2 60</inkml:trace>
          <inkml:trace contextRef="#ctx0" brushRef="#br0" timeOffset="28334">11760 7461 382,'0'0'3,"0"0"7,0 0 589,0 0-191,0 0-155,0 0-103,0 0-59,0 0-13,0 0-13,0 0-23,0 0-16,2 0-23,-2 0 10,0 0-10,0 0-3,0 2-2,-2 2 2,-2-1-2,2 1-24,0 1 26,0 0 0,0 0-1,2-1-18,-2 0 18,2-1-27,0 1-11,0-1 13,0-1 4,4 1-17,0 0-10,4-1 29,-2-1 20,5 1 49,1-2-7,2 0-38,-1 0-1,3 0-3,1-5-3,-5 1-1,3-1 4,-5 1 13,-2-1-9,1 0 28,-3-1 20,-2 1-16,-2 0 28,-2-1-5,0 2-59,0-1 52,-6 2-36,0 1-3,-1-1 52,1 1-65,0 0-30,0 2-31,-4-1 26,1 1 35,-1 0 4,-2 0-1,-1 3 11,3 2-12,-1-2 22,1 3-23,0 1 15,2 0 0,-1 0 4,3 2 6,0 0-14,0 1 5,4 0-17,0-1 0,2 0-13,0 1 13,0 1-4,0-2 4,0 1 4,0-1 12,4 0-16,4-1-20,0-1 4,3 0-3,1-1 19,2-2 3,3 0 23,4-2-3,-3-1-23,3-1-1,2 0-32,1 0-6,-1-4-9,2-1-23,-4-1-62,-1-1-78,1-2-33,-4-1-75,-3-3-56,-2-2-199,-3-2 248</inkml:trace>
          <inkml:trace contextRef="#ctx0" brushRef="#br0" timeOffset="28722">12111 7274 726,'0'0'98,"0"0"540,0 0-488,0 0-95,0 0 166,0 0 39,0 0 31,0 0-97,0 0-75,0 0-13,-14-57-13,14 57-3,-2 0-10,2 0-13,0 0-22,-2 0-13,2 0-10,0 0-6,0 0-16,0 0-1,0 0-27,0 1-20,0 1-19,0 2-7,0 1 3,0 5 71,-2 2 23,0 1 44,2 4-35,0 0-3,-2 1-26,2 1 29,0 2 10,0 0-11,0-1-30,0 1 0,2 0 0,2-2 2,-2 1-3,2-1-29,-2 1 29,2-1-1,0-1-22,-2-1 10,3-2-29,-3-2-18,2-2-4,-2-1-36,0-2 36,0-2-62,2-1-15,-4-1-63,4-1-42,-2-2 3,-2-1-46,2 0-37,0 0 49,0-2 26,1-7-104,1-1-40</inkml:trace>
          <inkml:trace contextRef="#ctx0" brushRef="#br0" timeOffset="29239">12455 7311 368,'0'0'454,"0"0"139,0 0-460,0 0-81,0 0 159,0 0 88,0 0-37,0 0-87,0 0-78,0 0-10,18-54-13,-16 50 16,-2-2-10,0 0 26,0 0-23,0-1-13,0 1-16,-2 0-3,0 0-22,-4 2 0,2 0-29,0 0 19,-3 2-19,1-1-16,-2 1-10,2 1-12,-3 0-6,1 1 18,-2 0-12,0 0-10,-1 4 3,1 4 4,-3 0 41,1 5 1,4 0 0,0 3-2,-1 1 1,3 1-29,0 3 17,4 1 11,-2 1-1,4 2 1,0 0-22,0 0 20,2 1-10,2 0-22,0 1 3,0 0 5,0-1 25,-2 1 1,2 0-15,-1-2 0,-3-1 0,0-1-33,0-2 11,0 0 22,0-2 3,0-1-6,0-1 2,0-2 14,0-1-45,-3-2-17,3 0 4,-2-3-45,2-1 8,0-3-25,0-2-81,0 1-36,-2-3-72,2-1-66,0 0-91,0-1 45,0-8 251</inkml:trace>
          <inkml:trace contextRef="#ctx0" brushRef="#br0" timeOffset="29548">12256 7519 430,'0'0'27,"0"0"517,0 0-143,0 0-161,0 0-22,0 0-20,0 0-10,0 0-39,0 0-46,0 0-28,6-10-24,-6 10 7,2 0-3,2 0-32,-4 0-1,5 0 10,1 0 17,6-1-49,1-1-25,5 0 2,1 0 21,4-1 1,1 1-1,1-1 1,-2 1-2,0 0-17,-3 0-21,-1 0-33,-7 0-39,1-1-23,-5 1-16,-4 1-69,-2-2-103,-2-1-119,-2 0-378,-4-2 407</inkml:trace>
        </inkml:traceGroup>
        <inkml:traceGroup>
          <inkml:annotationXML>
            <emma:emma xmlns:emma="http://www.w3.org/2003/04/emma" version="1.0">
              <emma:interpretation id="{F4EFD14F-41F4-4643-9E81-01A4988904E3}" emma:medium="tactile" emma:mode="ink">
                <msink:context xmlns:msink="http://schemas.microsoft.com/ink/2010/main" type="inkWord" rotatedBoundingBox="12858,7362 14174,7453 14154,7742 12838,7652">
                  <msink:destinationLink direction="with" ref="{1DB92A92-C1D2-45CA-AF0F-4A40C21E9861}"/>
                </msink:context>
              </emma:interpretation>
              <emma:one-of disjunction-type="recognition" id="oneOf3">
                <emma:interpretation id="interp15" emma:lang="en-US" emma:confidence="1">
                  <emma:literal>cross</emma:literal>
                </emma:interpretation>
                <emma:interpretation id="interp16" emma:lang="en-US" emma:confidence="0">
                  <emma:literal>Cross</emma:literal>
                </emma:interpretation>
                <emma:interpretation id="interp17" emma:lang="en-US" emma:confidence="0">
                  <emma:literal>crass</emma:literal>
                </emma:interpretation>
                <emma:interpretation id="interp18" emma:lang="en-US" emma:confidence="0">
                  <emma:literal>cuss</emma:literal>
                </emma:interpretation>
                <emma:interpretation id="interp19" emma:lang="en-US" emma:confidence="0">
                  <emma:literal>cress</emma:literal>
                </emma:interpretation>
              </emma:one-of>
            </emma:emma>
          </inkml:annotationXML>
          <inkml:trace contextRef="#ctx0" brushRef="#br0" timeOffset="30727">13025 7472 357,'0'0'277,"0"0"146,0 0 20,0 0-303,0 0 49,0 0-105,0 0 56,0 0 48,0 0-30,0 0-67,21-27-27,-21 26-9,0 0 3,0 1-6,0-2-33,0 0 10,0 1 23,0-1 6,0 2 9,0-1-22,0 0-3,-2 0-14,-2 1 1,1 0-6,-1 0-23,-2 0-2,2 0-27,-4 0-16,-3 0-10,1 0 26,-4 0 27,-1 3-27,-1 0 13,3 1-9,-1 1-4,3 0 29,1 1 0,2 2-10,-3-1-6,5 2-32,-2-1 32,0 3-23,4-1 23,-1 2-16,1-1 9,4 0 7,0-1-20,0 1 7,0-1 7,6-1-14,3 1-22,1-2-29,2-1 61,3-1 25,4-3-6,1 1-12,3-3 19,2-1-32,0 0-14,1 0-48,-1-3-36,-2-2-35,-2-1-72,-3-3-193,-1-1-342,-7-2 365</inkml:trace>
          <inkml:trace contextRef="#ctx0" brushRef="#br0" timeOffset="32430">13112 7418 378,'0'0'245,"0"0"221,0 0 16,0 0-225,0 0-134,0 0 16,0 0 30,0 0-7,0 0-46,0 0-42,0 0-12,0 0-4,74 10-4,-59-7-28,-3 0 22,1 1-46,-1 0 21,-2 1-21,1 0-1,-1 1 11,-2 2-12,1 0-10,-3 1-6,0-1-29,-2 3 43,-2-2-91,2 2 25,-4 0 10,0 0-36,0-2 1,-4 1 25,0-2 0,-4-1 42,2-2-13,-1 0-10,1-3 48,2-1-28,0 0 29,2-1 81,0 0 32,0 0 27,2-2 8,0-2-87,0-2-60,0-2 73,4 0 1,0-3-75,0 1-72,2-1 1,3-1 32,-1 0 20,2 0-10,0 1-26,1 1 10,-1 1 6,0 2-3,3 2 40,-1 0-27,1 1 12,-1 0-25,3 2 13,-3 1-3,-2-1 21,3 2 11,-7 0 23,0 0-1,-2 0-5,2 0-7,-4 3-10,1 0-31,-1 0 31,0 2 42,-2 1-10,0-2-19,0 3 0,0 0 10,0 0-23,0 2 0,0 0 30,0 0-10,0 0-1,0-2-18,-2 2-1,0-2 18,2 0-17,0 0 0,0-1 12,0 0-13,0-1 0,0-1 0,0-2 0,4 0-16,0-1 10,0 0 6,4-1 32,0 0 23,5 0-16,-3 0 6,7 0-10,-3-4-33,1-1 18,1 1-1,-3-3 7,-1-1-4,-2 0-18,1-1 14,-1-1-17,-4 0-2,0 0-11,-3-1-30,-3 1-16,0 0 0,-3 2 23,-3-1 12,-2 2 1,-2 0-1,-5 1 20,3 1-94,-3 2 16,1 0 55,-3 1 7,1 1-4,5-1 22,-1 1-12,4 1-3,4 0-7,-1 0-16,5 0 10,0 0 0,0 0-4,0 0-18,5 0-5,-3 0-5,4 0-4,-2 0-16,0 1 81,4 1 9,3-1 118,1 1-39,5-1-30,-3 0-26,1-1-12,-1 0-7,1 0-12,-1 0-1,-2 0-23,3 0 23,-3 0 11,3 0-9,-5 0-2,0 0 2,-1 0 18,-3 0 45,-2 0 9,-2 0-25,0 0-14,0 0-2,-2 1-14,0 0 7,0 0 3,0 0-19,0 1-10,0 1-42,0 0 28,0 2 14,0 0 22,0 1 1,0 0 6,0-1-27,0 2-3,0 0 1,0-1 0,0 2 17,0-1-16,0-1 0,0 2-1,0-1-1,0-1 1,0 0-1,0-1-2,0 1 1,0 0 2,2-1 0,2 0 15,1 0-14,-1-2 0,0 0 28,-2 0-26,2-2 23,0 0 3,0 0-26,0 0 33,1-1 6,1 0-16,0 0 6,-2 0-7,2 0-22,1 0-1,-1 0 14,-2 0-2,0-3-14,-2 2-3,2-1 2,-2 1 1,-2-2 11,0 3-11,2-1 0,0 0-2,-2 0-17,0 0 3,0 1 3,0-1 10,0 1-17,0 0 1,0 0 16,0 0-10,0 0 10,0 0-8,0 0 11,0 0 16,0 0-13,0 0 1,0-1-2,0 1-1,0 0 0,0 0 1,0 0 0,0 0 0,0 0-1,0 0 1,0 0 0,0 0 0,0 0 1,0 0-2,0 0-1,0 0-1,0 0-1,0 0-14,0 0 12,0 0-15,0 0 0,0 0 0,0 0-10,0 0-4,0 0 4,0 0-6,0 0-4,0 0-6,0 0-10,0 0 3,0 0 0,0 1 0,0 1 4,0 0 38,5 0 10,-3 2 22,0 0-21,2-1 27,-4 2-26,2-1 14,0 1 13,-2 1-29,2-1 35,-2 1-34,0 1-2,0-1 0,0-1 1,0 1 0,0 0 19,0 0 4,0-2-22,-4 3 1,2-2 14,-2 0-3,-2 1-13,-1-1 1,1-1 21,0 0-6,-2 1-14,-1-2-2,-1 1-4,-2-2 4,-1 0 0,1 0 2,-3-1 17,3-1-19,-3 1 0,3-1-1,-2 0-1,1 0-11,1-2 13,1 0-22,1-2-24,2-1 30,2 2 3,-1-2-6,3 1-4,4 1 4,0-1-23,0 0-107,0 0 48,0 1-104,2 0 95,3 0-154,1 0-97,2-1 35,0 1-127,1-2 189,1-1 242</inkml:trace>
          <inkml:trace contextRef="#ctx0" brushRef="#br0" timeOffset="33122">14131 7482 150,'0'0'199,"0"0"176,0 0 198,0 0-244,0 0-166,0 0-47,0 0-2,0 0 39,0 0-21,0 0-48,0-8-16,0 6 16,0 2 10,0-1 3,0 0-4,0-1-13,0 2-22,0-1-3,0-1-53,0 0 17,-4 0 12,0 0-30,2 0 14,-5 1-15,3-1-6,-4 0-26,4 1-10,-4-1 3,-1 1 7,-3 0 0,4 0 10,-3 0 2,1 1 8,0 0-5,-1 0 5,1 0-11,2 0 7,2 1-23,-3 2 26,3 2-25,0 0-33,0 1 3,2-1-3,-1 2 26,3-1-4,-2 1 27,2-1-30,2 1 23,0-1 9,0 0-41,0 1 6,2-1-13,2-1 29,3 2 39,-1-1 13,2 0-13,0-1 26,3-1-23,-1 0 29,2 1 17,3-1-20,-1-1-29,1 1 0,-1-1-19,1 1-4,-5 0 7,2 0-20,1 1 10,-3 0-13,-2 0 20,-1 1-1,-3-1-12,0 1-20,-4-1 13,0 0 10,0 1-14,0 1 24,0-1 19,-6 1 0,0 0 42,1-1-16,-3-1-3,-2 1 48,-1-3-19,-1 2-10,2-2-6,-3 0 19,-1-1-3,-1 0-41,-1-1-11,1-1-36,-1 0-25,-1 0-33,3 0-75,-1 0-75,3-1-130,2-3-89,-3-2-108,5-2 444</inkml:trace>
        </inkml:traceGroup>
        <inkml:traceGroup>
          <inkml:annotationXML>
            <emma:emma xmlns:emma="http://www.w3.org/2003/04/emma" version="1.0">
              <emma:interpretation id="{814E34AC-E5A9-4E51-93D7-5B598B88F68F}" emma:medium="tactile" emma:mode="ink">
                <msink:context xmlns:msink="http://schemas.microsoft.com/ink/2010/main" type="inkWord" rotatedBoundingBox="22935,7132 25098,7138 25096,7904 22933,7898"/>
              </emma:interpretation>
              <emma:one-of disjunction-type="recognition" id="oneOf4">
                <emma:interpretation id="interp20" emma:lang="en-US" emma:confidence="0">
                  <emma:literal>selfhoods</emma:literal>
                </emma:interpretation>
                <emma:interpretation id="interp21" emma:lang="en-US" emma:confidence="0">
                  <emma:literal>Selfhoods</emma:literal>
                </emma:interpretation>
                <emma:interpretation id="interp22" emma:lang="en-US" emma:confidence="0">
                  <emma:literal>selfhood</emma:literal>
                </emma:interpretation>
                <emma:interpretation id="interp23" emma:lang="en-US" emma:confidence="0">
                  <emma:literal>seafoods</emma:literal>
                </emma:interpretation>
                <emma:interpretation id="interp24" emma:lang="en-US" emma:confidence="0">
                  <emma:literal>selfness</emma:literal>
                </emma:interpretation>
              </emma:one-of>
            </emma:emma>
          </inkml:annotationXML>
          <inkml:trace contextRef="#ctx0" brushRef="#br0" timeOffset="95955">23168 7449 124,'0'0'72,"0"0"-46,0 0-3,0 0 479,0 0-144,0 0-182,0 0-59,0 0 13,0 0 40,0 0-8,0-22-39,0 22-45,0-1-29,0 1-10,-2 0 29,2-1-29,0 1-10,-2-1-6,0-1-23,0 1-16,-4 0-6,0-1 2,0 1-9,-5-1-49,-1 1 27,-3 0 2,1 1 49,-1 0 0,-1 0-21,-1 0 21,1 0 54,-3 0-54,3 0-19,1 2-1,3 1 4,-1 0-6,7 0-4,0 0-7,2-1-32,4 0-13,0-1-36,0 1 23,0 0-3,0 3 75,8-1 19,0 1 71,5-1-45,-1 1 75,5 1-26,3-3-43,-3 3-31,4-1-1,-3-1 23,1 1-23,-5-1-15,1 0-8,-3 0 10,-2 0 10,-1 0 3,-3-1-29,-2 0-79,-4-1 14,0 1 16,0 0 42,0 0 36,-2 1 52,-4 2-23,0-1 14,-3 0 22,-1 1 19,0-1-71,-3-2 10,1 1 23,-3-2-46,3 0 32,-2-1 20,1-1-30,-1 0-21,1 0 24,1 0-6,2 0-6,1 0-13,1-1-3,2-1-30,6 1-12,-4 1-23,4 0-36,0-1-75,0 1-42,2-3-63,2 1-241,4-2 202,0 0 252</inkml:trace>
          <inkml:trace contextRef="#ctx0" brushRef="#br0" timeOffset="96838">23346 7415 71,'0'0'776,"0"0"-118,0 0-327,0 0-178,0 0-82,0 0-35,0 0-36,0 0 10,0 0-12,-29 0 2,23 3-29,2 1 10,-2 0-27,0-1 43,1 1-25,1-1 27,2 0-17,-2 0-2,2 0 7,2-1 11,-2 0-18,2 1 1,0-1-20,0 0-13,0-1 20,0 0 12,0 0-64,0-1 80,2 0 4,0 1 72,2-1 16,2 0-43,1 0 18,3 0-61,0 0 9,1-1 24,-1-2-15,-2-1 6,3 1-24,-5-1-1,0 0 34,-4 1 13,0 0-9,-2 0-39,0 0 78,0 1-78,0 0 62,-2 1-49,0 1 22,-2-2-35,2 1-46,-4 1-38,-1 0 12,-1 0-19,0 0 75,-3 0 16,-1 3-1,2 0-2,-1 2-39,3-1 40,-2 2-15,4 0-22,1 0 0,-1 1 17,2-1 2,2 1-25,0-1-14,2 0-38,0 1 95,0 1-54,4-1 24,2 0-17,3 0 49,1-1 75,4 1-13,3-2-23,2 0-39,1 0-30,3-2-41,2 0-20,0-1-85,-1-2-36,1 0 46,0 0-52,-4 0 28,-1-2-61,-1-6 251,-3 0-130,-1-3 97,-1-1-9,-3-2 42,-3-3 49,-4 1 120,0-3-2,-2-1-69,-2-2 257,0 1-117,0-3-20,0 1 101,0 0-166,0 0-46,0 0 42,-6 2-29,4-1-42,-2 2-30,0 2 88,-2 4-52,4 0-32,-3 4 80,5 2-32,-2 2-4,0 3-6,2 2-16,0 0-18,0 1-56,0 0-35,0 0-13,0 0-10,0 1-16,0 0-19,0 1-23,-2 3-19,2 3 19,-2 2 112,0 4 4,2 2 59,0 3-30,0 2 13,0 1-17,0 2 8,0 0-30,4 2 14,-2-1-16,2 0-2,3 0 1,-3-1-45,-2-1-16,4-2-23,-4-2-46,0-2-19,-2-1-19,0-2-43,2-2-79,-2-2-25,0-3-11,4-2-108,0-3 50,3-2 322,-1 0 42</inkml:trace>
          <inkml:trace contextRef="#ctx0" brushRef="#br0" timeOffset="97279">23962 7211 1650,'0'0'279,"0"0"-175,0 0 136,0 0-20,0 0 19,0 0-40,0 0-74,0 0-45,0 0-29,0 0-19,0 0-13,0 0-17,-18-15-2,16 15-20,-3 0-18,-3 1-10,0 1 10,-5 1 2,3-1-5,-2 3-1,1 2-3,-1 1 32,6 1-3,-5 1-32,5 0 19,0 2 10,0 3 6,0 1 13,4 3 0,-3 2 3,3 1-3,2 2-30,0 1-2,0 0-20,7 1 52,-1 2-3,2 3-23,-2 0 25,2 3-86,-1-1 23,-3 1-7,0-2 45,-2-1-59,-2-3-31,0 0 35,-4-3 10,-4-3-72,1-1 45,-3-3 11,2-2-24,0-4 0,1-4-103,1-1-40,0-3-66,2-4 40,2 0-4,0-5 206,0-5 6</inkml:trace>
          <inkml:trace contextRef="#ctx0" brushRef="#br0" timeOffset="97569">23718 7440 97,'0'0'1338,"0"0"-853,0 0-226,0 0-42,0 0 3,0 0-40,0 0-29,0 0-39,0 0-35,0 0-77,0 0-26,48-1 23,-30 0-10,1 1 3,2 0 7,-1 0-9,-1 0 11,0-2-17,-3 2-37,1-2-51,-3 0-45,-1 0 9,-1 0-32,-4-1 25,0 2-104,-1-3-104,-5-1-30,2-1-307,-4 1 172,0-2 462</inkml:trace>
          <inkml:trace contextRef="#ctx0" brushRef="#br0" timeOffset="97983">24167 7414 304,'0'0'1,"0"0"185,0 0 954,0 0-734,0 0-133,0 0-79,0 0-26,0 0-4,0 0-39,0 0-48,0-3-29,0 3-6,0 0-4,-4 2-9,4-2-11,-7 1-18,7 0-38,-6 0-20,0 1 10,-2 2 16,0 1-26,-3 1 33,1 1-20,4 2 0,-3-1 29,1 0-1,2 2-12,2 0-3,0 0-19,0 1 31,1-2-25,1 2-55,2-2 13,0 1 35,5-2-35,1 1 84,2-1-65,4-2 68,3 0 42,1 0-42,5-3-32,0 0-59,-1-2-29,1 0-72,2-1-16,-2 0-101,-3-4-114,1-3 61,1-2-55</inkml:trace>
          <inkml:trace contextRef="#ctx0" brushRef="#br0" timeOffset="99540">24388 7414 291,'0'0'17,"0"0"745,0 0-192,0 0-248,0 0-82,0 0-56,0 0-80,0 0-11,0 0-28,0 0-4,0 0 13,-10-3-26,12 3-44,0 0-2,0 0-2,2 2 0,4-1-1,1 2 1,1 0 0,2-1 10,-1 1-10,1 2-3,-4-1-35,3 1 9,-3 1-13,-2 0 16,0 1-6,-2 1-26,1 1-7,-3 0-16,-2 1-38,0 0 15,0 0 36,-4 0-100,-3-2 86,-1 0 24,-2-2 16,-1-1 16,1-3-10,4 1 36,-5-3 29,5 0 17,0 0 25,0-2 7,2-1 6,2-3-12,-2 0-1,4-1 62,0-1-130,0-1 49,0 0 6,2-1 50,4 0-106,0 1 41,2-1-43,3 0 22,1 1 65,0-1-72,3-1-15,-1 1-41,1 1-43,1 1 83,-5 1-64,1 2 65,-6 1-45,3 2 16,-5 1 26,0 0 3,-2 1 2,0 0-2,-2 0-12,0 0-7,0 0-17,0 0 36,0 3-39,-2 2-16,0 0 13,2 2 19,0 0 7,0 1-10,0 2 10,0-1 15,0 2-12,0 0 13,0 0 3,0 0 17,0-1-1,0 1-16,0-2-3,4 0-29,-2-2 10,2 1-27,2-2 17,-1-1 27,-1-1-27,2 0 29,0-2 3,0 1 52,3-3 52,-1 0-106,0 0 0,2 0 61,-3 0-27,1-3 27,0-2-1,-2-1-48,1 0 23,-3-1-17,2-1-16,-4-2-3,-2 0-103,0-2 103,0 0-3,0-1-20,0 0-6,-4 1 3,-4 0-19,1-1 25,-3 2-2,0 1-30,-1 0 49,-1 3-13,2 1-33,-3 0 7,5 2 6,-2 2 4,3 1-4,3 0-22,4 1-4,-2 0-32,2 0-4,0 0 17,0 2 12,0 1 37,2 0 4,4 1 28,3 0 84,-3 1 7,4-1-6,3 0 25,3 0-71,-3-2-6,3 1 9,1-1-27,-3-2-15,1 1-2,1-1 1,-3 0-18,-1 0-11,0-1 30,-1-2 47,-3 0-45,2-2 32,1 1-31,-5 0 39,0-1-19,-4 0-10,2 2 19,-4-2-9,0 3-7,0-1 52,0 2-55,0 0 48,-2 0-61,0 0-3,0 1-45,-2 0-27,-2 0-42,0 0 27,-1 0 12,-1 1 32,2 2-45,0 1 65,4 2-47,-3 0 73,1 1 14,2-1-14,2 1-1,0 0 1,0 2 35,0-2-22,4 1 43,3 0-14,1 1 0,4 1-6,3-1 3,-3 1 9,3 0-48,1-1 0,-1-2-32,-1 2 12,-2-3-51,-1 0 29,-5-1 39,0-2-43,-4 0-29,0 0 14,-2-2-40,0 2-72,-2-1 4,-4 0 169,-2 1 94,-3-1 23,-3 2-55,-3-3-13,1 0 26,-1-1-62,1 0 0,-1 0 13,3 0-25,4 0 1,-1-1 34,3-2-16,2-1 6,2 0 81,1 1-55,3-1 58,0 0 23,0 0-94,7-1 3,1 0-41,2-1-1,1 1-16,3-1-71,1-1 44,1 3 40,3-2 0,-1 1-30,1-1 20,2-1 13,-1 0-22,1-1-17,0 1-16,1-1 29,-1 0 9,-2 0 17,-3 0 0,-3 1 13,-3 1-13,-4 1 78,-6 1 81,0 0-42,0 2 3,0 0 25,0 0 4,-2 1-65,-2 0-84,2 1-85,-4 0 49,-1-2 1,-1 2-17,0 0-16,-2 0 13,-1 2 3,1 0 20,0 4 3,-1-2 16,3 2 10,0-1-36,1 1 38,3 1-41,2 0 3,-2 0 6,4 2 14,0 0 12,0 2-15,6-1 44,3 2-18,3 0 41,-2 0 17,5 0-49,-1-1-13,-1 0-10,1-1 8,-1-2 2,-3 1-10,-2-1-9,3-1-11,-5-1 27,-2-1-26,0 1-36,-2-2 3,-2 0-32,0 1 0,0 0 42,-6-1 52,0 1 0,-5 0 36,-1 0 32,-5 1-68,-3-3-21,-5-1-66,-2-2-196,-2 0-349,-2-4-40</inkml:trace>
        </inkml:traceGroup>
      </inkml:traceGroup>
      <inkml:traceGroup>
        <inkml:annotationXML>
          <emma:emma xmlns:emma="http://www.w3.org/2003/04/emma" version="1.0">
            <emma:interpretation id="{D4150C40-D375-46DB-A73F-255A7909047C}" emma:medium="tactile" emma:mode="ink">
              <msink:context xmlns:msink="http://schemas.microsoft.com/ink/2010/main" type="line" rotatedBoundingBox="5713,7733 12216,7983 12191,8638 5688,8389"/>
            </emma:interpretation>
          </emma:emma>
        </inkml:annotationXML>
        <inkml:traceGroup>
          <inkml:annotationXML>
            <emma:emma xmlns:emma="http://www.w3.org/2003/04/emma" version="1.0">
              <emma:interpretation id="{CF2ACF1D-4433-48D3-8415-CDF27DD8CAC5}" emma:medium="tactile" emma:mode="ink">
                <msink:context xmlns:msink="http://schemas.microsoft.com/ink/2010/main" type="inkWord" rotatedBoundingBox="5766,7607 8187,7985 8087,8622 5667,8244">
                  <msink:destinationLink direction="with" ref="{9F47399C-853F-4889-8C52-17F9D2BFA81F}"/>
                </msink:context>
              </emma:interpretation>
              <emma:one-of disjunction-type="recognition" id="oneOf5">
                <emma:interpretation id="interp25" emma:lang="en-US" emma:confidence="1">
                  <emma:literal>"Round</emma:literal>
                </emma:interpretation>
                <emma:interpretation id="interp26" emma:lang="en-US" emma:confidence="0">
                  <emma:literal>"round</emma:literal>
                </emma:interpretation>
                <emma:interpretation id="interp27" emma:lang="en-US" emma:confidence="0">
                  <emma:literal>"Rounds</emma:literal>
                </emma:interpretation>
                <emma:interpretation id="interp28" emma:lang="en-US" emma:confidence="0">
                  <emma:literal>"Roundy</emma:literal>
                </emma:interpretation>
                <emma:interpretation id="interp29" emma:lang="en-US" emma:confidence="0">
                  <emma:literal>"Roused</emma:literal>
                </emma:interpretation>
              </emma:one-of>
            </emma:emma>
          </inkml:annotationXML>
          <inkml:trace contextRef="#ctx0" brushRef="#br0" timeOffset="35892">6565 8157 85,'0'0'189,"0"0"-108,0 0 415,0 0-105,0 0-95,0 0-107,0 0-69,0 0-29,0 0-26,0 0-20,0 0-19,7-4-23,-7 4-3,0 0-1,0 0 0,0 0 0,0 0 0,0 1-1,0 2 0,0-1 2,4 2 21,-2 0 18,-2 3-36,2 0 19,0 1-22,2 3 16,0 0-12,0-1 25,0 2 13,-2 0-29,3-1 39,-3 0-39,0-1 29,0 2-26,-2-1-15,0 0 0,0-1 2,0-1 1,0-1-4,0-3 16,0-2-13,0 0 13,0-2-16,0 0 2,0-1 14,0 0 17,0 0 5,0 0 8,0 0 2,0 0 7,0 0 32,0-3 3,0-1-14,0-2-76,0-4-19,0-1-17,-2-3-15,0-2 12,0 0-54,2-1 70,0-1-54,0 1 32,0-2 3,0 0-29,0 0 42,0 0-20,0 1 10,4-1 26,0 2-22,0 0 2,0 1 14,2 2-10,1 1 9,-3 1-35,2 3 53,0 2-50,2-1 29,1 4 10,-1 0 13,2 0 15,1 2-15,-1 0-15,2 0 15,1 2 20,-1 0-20,0 0-13,-1 2-7,-3 4-12,2 0 12,-1 2 20,1 3 44,-4 0-44,-2 1-13,3 0-3,-7-1-33,0 2 7,0-1 29,0 1 12,-3-2 1,-5 0 0,2-1 19,-6 0-19,1-2 19,-1 0 24,-3-1 5,-1-1-15,-1-1-1,3-1-19,-5 1-12,5-2-1,-3-1-16,5 0-3,2-1 15,1-1-22,5 0 23,-2 0 3,4 0 29,0 0 27,2 0-14,0 0-42,0 0-20,4 0 20,-2 0 53,2-1-4,-2 1-48,0 0 0,0 0 18,0 0-19,0 0 0,1 0-22,1 2 2,2 1-12,0 1 29,0 1 3,0 1 54,5 3-28,-5-1 9,4 2-19,3 1 7,-3 1-21,2-1 1,1 3-1,1-1 14,-1 1-7,-3 1-9,0-3 0,3 2-1,-3-2-16,3 1-31,-5-1 12,0-1-39,2-2-15,-3-1-21,-1-1-9,0-2-29,0 0-60,-2-2 24,3-1-50,-3-1-77,2-1-132,-2 0 200,-2-5 187</inkml:trace>
          <inkml:trace contextRef="#ctx0" brushRef="#br0" timeOffset="37209">7008 8239 367,'0'0'49,"0"0"603,0 0-141,0 0-316,0 0-120,0 0-33,0 0 27,0 0 18,0 0-9,0 0-3,-17 15-4,17-10-13,-4 2 7,2 1-65,0-1 22,0 2-5,0-1-14,0 1 0,0 0 0,0 1 11,-1-1-11,1 1-2,0-2 18,2-1-18,0 1-1,0-2-26,0-1-9,0-1-7,4 1-23,3-3 7,-1 1-4,2-2 33,2 0 29,1-1 12,-1 0 4,3-1-16,-3-3-26,4-1 3,-5-2 20,1 0 1,0-1-13,-4-1 14,-3 0-11,1-3-17,-4 0-46,0-1 26,0 1 1,-4 1 47,-3 0-12,-1 2-49,-2 0 62,-1 2 32,-1 0-32,2 1 26,-1 2 23,-1 1-46,0 1-3,-1 2 0,3 0-22,-1 0 20,1 0-17,4 0 18,0 0 0,2 2 0,4 0-51,0-1 6,0 0 46,0 2-3,4-1-52,-2-1 9,2 2 33,2-2 13,2 1 75,3 0 23,1-1-11,3 0-48,-1-1 14,1 0-51,1 0 11,1 0-13,-1 0 0,1 0 0,-3 0 1,1 0-1,-3 0-3,0 0 3,-3 0 33,-1 0 2,-2 0 24,-4 0-8,4 0-12,-6 0-16,0 0-22,0 0 22,0 0 28,0 1 1,0 0-23,0 2-12,0-1 31,0 2-29,0 0-6,0 1 0,3 1-11,-1 0-1,0 0 19,-2 0-7,2 3-13,0-1 2,0 2 27,-2-1-26,4 0-3,-4-1 2,4-1 18,-2 0-17,-2-1 16,4-1-17,-2-1-2,3-2-53,-1 2-31,0-2-4,0-1 40,0-1 48,2 0 29,0 0-10,3 0 7,-1-2-26,0-3 16,1 0 4,-1-2 9,0 0-13,0-3 26,-1 0-10,1-2-32,-2 0-17,0 0 16,-2 0 1,-2 1-29,3 1-16,-1 2 9,-2 3 34,-2 1 2,0 2 3,0 1 0,0 1-1,0 0-1,0 0 31,0 0-17,0 0-15,0 0-23,0 0-12,0 2-14,0 1 1,0 1 48,0 1 16,0 2-16,0 0-11,0 1 11,0 0 31,0 2-29,0-1-2,2 0 2,0-1 14,4 1 10,0-2-23,0 1 0,1-2 26,1 1-16,0-1-13,3-1-3,-3 0 3,0-2-3,2-1 16,-1-2-10,1 0-3,-2 0 3,1 0 0,1-2 26,-4-2-27,4-1 17,-1-1-19,-1 0 2,-2-2 1,0-1-3,1 0-1,-5-2-1,2-1-43,-2 0 22,0 1-28,-2-1 22,0 1-10,0 2 10,0 2 7,0 1 22,0 1 1,0 1 18,0 0-15,0 1 51,0 1-29,-2 2 9,0-2-6,2 2-3,0 0-26,0 0-32,0 0-17,0 0 7,0 0 7,0 0-14,0 0-9,0 3-10,0 0 13,0 2 55,0 1 23,0 1 32,0 1-4,0 0-12,4 0-38,-2 2 2,2-1 14,0 1 15,0 1-16,1-1 0,1 0-13,-2 1 0,2-1 16,-2-2-3,0 0-16,-2 1-10,5-3-42,-1 0-10,-2-1-19,-2-2-45,4 0 29,-2 0-79,0-1 56,3-1-81,-5-1-148,2 0-84,0-1-92,-2-4 301</inkml:trace>
          <inkml:trace contextRef="#ctx0" brushRef="#br0" timeOffset="37559">7634 8254 238,'0'0'88,"0"0"-85,0 0 14,0 0 51,0 0 516,0 0-220,0 0-201,0 0-91,0 0-20,0 0 16,0 0-6,0-1-26,0 1 19,2 0 19,-2 0 11,0 0 2,0 0-6,0 0 13,0 0-3,0 0-13,2 0-11,-2 0-9,2 0 4,-2 0-7,0 0-7,0 0-13,0 0-9,0 0-10,0 0-3,0 0-10,0 0 10,0 0-12,0 0-1,0 0-13,0 0-6,0 0-7,0 0-19,0 0-22,0 0-8,0 0-12,0 0-32,0-1-46,0 1-43,0 0-55,0 0-82,0 0-62,0 0-121,-2-1 179,0 0 209,6 4 139</inkml:trace>
          <inkml:trace contextRef="#ctx0" brushRef="#br0" timeOffset="38271">7568 8358 3,'0'0'124,"0"0"-46,0 0 10,0 0-58,0 0 9,0 0 294,0 0-1,0 0-107,0 0-98,0 0-20,0 0 23,0 0 26,10 8 0,-10-8-45,0 0-27,0 0-13,2 0-22,0-1-36,0-1-10,-2-2 23,5 1 6,-3-3-3,2 2 20,-2-2 16,2 1-20,2-1-23,-2-1 17,0 0 6,1 0 4,1 0-23,2 0-26,-2 0 0,2 0 0,3 1 22,-3 0-9,0 1-13,3 0 0,-1 1 0,-2 1 3,3 1 10,-3-1-11,0 2-2,-2 0-13,5 1 13,-5 0-3,0 0-13,-2 0-16,0 1 6,-2 3 24,3-1 2,-3 2 14,0 1-13,0 2 27,2 0-27,-4 2-2,2 0 2,0 0-1,-2 0 1,2 0-1,0 0-1,-2-1 0,0 1-1,0-1 1,0 0 1,0-1 9,0 0-9,0-2-22,0-2-4,-4 1-13,4-2 20,-2 0-33,2-2-51,0 1-20,0-1-26,0-1-49,0 0-42,0 0-69,0 0-69,2-2-36,2-2 16,0-3 172</inkml:trace>
          <inkml:trace contextRef="#ctx0" brushRef="#br0" timeOffset="39000">8010 8320 160,'0'0'101,"0"0"-46,0 0-9,0 0 221,0 0 463,0 0-333,0 0-231,0 0-75,0 0 25,19-16 27,-19 12 9,0 1-45,0-1-4,-2 1-39,0 0-31,-5-1-11,1 0 17,0 1-37,-2 1 33,0-2-22,-3 3-13,1 0-9,0 1-33,-3 0 6,1 0 7,-1 0 7,1 2 19,2 2-14,-1 0 15,1 0 2,4 1 19,0 1-19,-3 0-17,3 1 16,2 1-18,0 0-7,0 0 7,2 1 19,0-1-3,2 1-10,0-1 11,0-1-31,2-1-25,4 0 0,0 0 19,2 0 7,7-2 29,-3-1 3,5-1-33,-1 0 17,3-2-26,-3 0-16,3 0-7,-3-2-19,-1-3 6,1-1 58,-5-2 20,1-2 4,-1-1 54,-1-3 30,-4-3 12,0-1 26,1-1-80,-3-3-45,-2-2-1,2-1 0,-2 0 22,2-1-22,-4 0-16,0 2 16,0 1 1,-6 3 54,0-2 3,-1 5 23,1 0-29,0 1 28,2 3-25,-2 2-10,2 1 0,1 4 32,-1 2 13,4 2-1,-2 2-41,2 0-48,-2 0-10,2 0-19,0 0-9,0 1-20,-2 4-22,-2 1 9,2 3 58,-2 3 0,0 1-25,0 3 12,1 1 26,3 0 6,0 4 30,0-1-10,0 1 12,3 0-19,3 2-16,0 0-1,0 0 13,0-1-15,1-1-2,-1 0-18,0-1 18,0-2-40,0 0-28,1-3-20,-3 0-43,0-2-28,2-1-62,-2-2-37,0-2-52,-2-1-166,5-4-252,-1-2 312</inkml:trace>
          <inkml:trace contextRef="#ctx0" brushRef="#br0" timeOffset="131728">5736 7877 215,'0'0'17,"0"0"-11,0 0 480,0 0 81,0 0-206,0 0-215,0 0-123,0 0 68,0 0-7,0 0-25,0 0 15,0 0 4,0 0-3,0 0-24,0 0-38,0 0 0,0 0 26,5-26 16,-5 24 0,0 2-13,0-1 0,0 1 0,0 0-3,0 0 2,0 0 5,0 0-1,0 0 0,0 0-7,0 0-2,0 0-8,0 0-8,0 0-4,0 0-16,0 0-1,0 0-19,0 0-12,0 0-9,0 0-4,0 0-17,0 1-12,0 1-6,0-1 2,0 0 7,0 0 7,0 2 9,0-1 29,0 3 3,0 0 23,0 1 0,0 0-2,0 1 2,0-1 1,0 1 0,0-1 1,0 1 0,2-1 2,-2 0-4,0-1 0,0 0-2,0 1-11,0-3-13,0 1 24,0 1-28,0-2 28,0 2-14,0-1-10,-2 0 23,2 0-13,0-3-17,-3 1 20,3 1 0,0-2-19,0 1-13,0 0 42,0-1-19,0-1-14,0 2-3,0-1 13,0-1 23,0 0 0,0 0-10,0 0 0,0 0-10,0 0-6,0 0 6,0 0 3,0 0 4,0 0-7,0 0 1,0 0-11,0 0-3,0 0 7,0 0 0,0 0 6,0 0 7,0 0 0,0 1-1,0-1 4,-2 2 13,2-1 0,-2 1 39,0-1-39,2 0-23,0 0-3,-2 0-9,0 2 35,2-1 0,-4 0 48,2 0-12,0-1-23,-2 0-9,4 0-4,-2 1 0,0-1-3,0-1 3,-1 1 16,1 0-15,2-1 1,-2 1 14,2-1-14,0 0 15,0 0 2,0 0 7,0 0-6,0 0-4,0 0 0,0 0 0,0 0 4,0 0 3,0 0 3,0 0-4,0 0-5,0 0-4,0 0-4,0 0-9,2 0-19,0 0 16,1 0 3,3 0 19,-2 0-3,2 0-13,0 0 0,0 0 6,1 0-9,-1 0-13,0-1 13,-2 1-52,2 0-74,-4 0 87,3 0-33,-1 0-61,-4 0-17,6 0-97,-6 0-102,2 0-85,-2-2 271,0-1 37</inkml:trace>
          <inkml:trace contextRef="#ctx0" brushRef="#br0" timeOffset="132193">5881 7745 75,'0'0'222,"0"0"537,0 0-456,0 0-121,0 0-48,0 0 2,0 0 10,0 0-16,0 0-52,0 0-54,0 0-24,2-5-29,-2 5-1,0 0 11,0 0 0,0 2-20,0 0 0,0 0-4,2 2 14,-2 0 26,4 0 3,-2 2 0,3 1 25,-3 1-12,2-1-10,2 3 26,-2 0-3,2 1-6,0 0-17,1 0-3,-3-1 13,0 1-12,0 0-1,0 1 0,0 0 26,1 0-26,-3 1 0,-2 2-42,0 1-30,0 0-15,-9 3-69,-3-1-75,-7 0-248,-3 0-195,-7-1 351</inkml:trace>
        </inkml:traceGroup>
        <inkml:traceGroup>
          <inkml:annotationXML>
            <emma:emma xmlns:emma="http://www.w3.org/2003/04/emma" version="1.0">
              <emma:interpretation id="{ABAC56CA-FFD3-4DED-B602-59D8DA3236A2}" emma:medium="tactile" emma:mode="ink">
                <msink:context xmlns:msink="http://schemas.microsoft.com/ink/2010/main" type="inkWord" rotatedBoundingBox="9431,7888 10953,7946 10932,8497 9409,8438"/>
              </emma:interpretation>
              <emma:one-of disjunction-type="recognition" id="oneOf6">
                <emma:interpretation id="interp30" emma:lang="en-US" emma:confidence="1">
                  <emma:literal>Round</emma:literal>
                </emma:interpretation>
                <emma:interpretation id="interp31" emma:lang="en-US" emma:confidence="0">
                  <emma:literal>round</emma:literal>
                </emma:interpretation>
                <emma:interpretation id="interp32" emma:lang="en-US" emma:confidence="0">
                  <emma:literal>Rounds</emma:literal>
                </emma:interpretation>
                <emma:interpretation id="interp33" emma:lang="en-US" emma:confidence="0">
                  <emma:literal>Roundy</emma:literal>
                </emma:interpretation>
                <emma:interpretation id="interp34" emma:lang="en-US" emma:confidence="0">
                  <emma:literal>•hound</emma:literal>
                </emma:interpretation>
              </emma:one-of>
            </emma:emma>
          </inkml:annotationXML>
          <inkml:trace contextRef="#ctx0" brushRef="#br0" timeOffset="40644">9420 8178 171,'0'0'101,"0"0"-62,0 0-13,0 0 313,0 0 176,0 0-199,0 0-180,0 0-90,0 0-33,0 0 45,0 0 17,0 0-36,4 4-10,-2-1 33,-2 2 9,0 0 33,2 1-62,0 0 13,-2 1-13,2 1 7,0 1-10,1-1-36,-3 1 33,0-1-1,0 1-15,2 0-20,0 0 0,0 1-5,-2 1 5,2-1 13,-2 0 3,2 1-15,0-1 1,-2-1 10,4-1-9,-4-1-3,2-2-14,0-1-3,0-1-2,-2-1-46,2 0 4,0-1-7,-2 0-10,2-1 46,-2 0 32,0 0 54,0 0 53,0-3 19,0-3-42,0-1-49,0-4-18,0-1 86,0-3-13,0-1-58,0-1 7,-2-2-39,0-1 1,0-2-1,2 1 0,0-1-61,0 1 3,0 2 29,0-1 3,0 4 23,0 0-39,6 2 40,-1 1-5,1 3 6,0 0 1,2 2-13,1 1-13,-1 0 23,2 4-13,0 0-10,3 1-13,-3 1 4,1 0 9,-1 1 10,-2 0 3,3 0-7,-3 0 1,0 2 3,-2 3-10,-2-1 7,3 3-7,-3 1-9,0 2 35,-4 3 0,0-2-42,0 2 26,0-1 14,-4 2 2,-5-2-1,-1 1 0,0-1-16,-3-1 14,-1 0-23,-1-1 25,1-3-54,-3 0 52,1 0-36,3-1 39,-1-2 42,4-1-40,3 0 14,-1-2 5,4 0-19,0 0 15,4-1 9,-2 0 13,2 0-3,0 0-36,0 0 0,4 0-1,0 0-3,0 0-57,-4 1 12,2 0 38,0 0 9,0 1 2,1 0-3,-1 3 3,4 0 26,0 1 32,0 1-9,0 2-33,1 1 4,1 1-20,2 0-3,-2 0 3,3 1 0,1 0 10,1 0 16,1 1-7,-1-1-6,1 1-13,-2-2-2,1 0-43,-3-1-81,-2-1-40,1-1-35,-1-3-92,-2-1-98,0-2-91,-4-2 45,3 0 274</inkml:trace>
          <inkml:trace contextRef="#ctx0" brushRef="#br0" timeOffset="42147">9771 8288 167,'0'0'108,"0"0"-4,0 0 659,0 0-349,0 0-236,0 0-61,0 0-6,0 0 35,0 0-23,0 0-84,-24-1-39,19 3 0,1 1 28,0 1 20,-2 1 53,0 1-34,0 1-50,-1 0 25,1 0-20,2 0-22,0 1 0,0-1-19,-2 1-13,4 1 9,-1-1-22,3 0 22,0-1-32,0 0 16,3-2-3,1 0-23,4-1 46,2-1 19,3 0 19,1-1-6,1-2-13,3 0 0,-1 0-42,1 0-3,-1-3 16,-1-1-4,-1-1 11,-3-1 2,1 0 20,-5-2 0,-2-2 29,-2 1-25,-4-2-4,0 0-117,0 0 64,-8 0 51,0 1 4,-3 0-2,-1 1 2,0 1 8,-3 2-10,3 0-49,-1 3 49,3 0 2,0 1 21,1 1-23,1 0-2,4 1-12,0 0 14,2 0 3,2 0-3,0 0 0,0 0-2,0 0 0,2 0-18,0 0-3,2 0-9,0 0-33,0 0 16,0 0 49,5 2 68,-1-1 7,2 0 0,3-1-36,-1 0-20,-2 0 1,5 0-20,-1 0 1,-1 0-1,-1 0 0,1 0-13,-1 0 11,-4 0 2,1 0 21,-5 0 34,-2 0 10,0 0-29,0 2 0,-2 1 6,0-3 0,0 1 6,0 1-2,0 2-7,0 1 2,0 1 1,0 0-25,0 2 21,2 0-38,-2 0-3,0 1 3,2-1 13,2 1 10,-4 0-20,4-1-2,-2 2 10,0-3-11,1 0 0,3 0 14,-4-2-13,2 0-1,2-3-34,0 1 21,1-1 11,-1-1 2,0 0 12,2-1 1,0 0 10,1 0 6,1-2 6,2-3-3,-1 1-32,1-3 4,1 0 15,-1-1 3,-4-2 4,5 1 10,-7-3-33,2 0-3,-2-1 0,1 1-20,-5 1 17,0 0-55,-2 4 29,0 1 29,0 2 1,0 3-1,-2-1 42,0 2-29,2 0-13,0 0-26,0 0 23,0 0-19,0 0-4,0 0-9,0 0-14,0 0-3,0 2-2,-3 1 12,1 1 38,2 2 4,0 0 10,-2 1-8,2 1-1,0 0 32,0 0 2,2 0-28,5 0-7,-1-1-2,0 0-14,2 0-38,3-1 53,-1-1 2,0 0-2,1-1-12,-1-2-38,4-1 25,-1 1-3,-1-2 6,-1 0-16,1 0 10,-2 0-3,-1-4-1,-1-1 19,-4 0 14,-2-2 30,0-2-29,-2-1 50,0-2-25,0-1 23,-2 1 3,-4 0-23,0 0-28,-1 2 0,1 2 14,2 1 4,0 1 23,2 3-41,-2 2 41,4 0-14,0 1-28,0 0-35,0 0 12,0 0-6,0 0 3,0 1 4,0 1-4,0 2 26,0 1 20,0 1 3,0 2 3,0 1-4,0 1 4,0 0 9,0 2-34,2-1-1,2 0 13,-2-1-10,0 1-1,2 0-1,-2-1-1,0-1-18,0 1 17,-2-3-14,0 0-43,0-1-7,0-3-29,0 0 49,0-1 22,0-1 7,0-1 6,0 0 10,0 0 68,0 0 29,0-1 7,0-2-14,3-2-51,-3-3-20,0-1 13,2-1 4,-2-1 83,2-1-116,2-1-2,0-1-1,0 1 7,2 1-7,3-1-23,-1 4-8,-2 1 30,2 2-14,1 2-17,-1 2 9,2 1 1,0-1 18,1 2-15,-1 0-13,3 0-4,-3 0 14,0 3-4,1 2 7,-3 1 19,-2 1 0,4 2 0,-3 1-13,1 2-3,0-1 12,-2 0-18,1 1-1,-1 0-25,-2-2 28,0 0-15,0-1-33,-2 0 13,-2-1 0,2-2-30,-2 1-41,0-1-14,0-2-74,0-1-40,0-1-26,0-1-147,2-1-46,0 0 290</inkml:trace>
          <inkml:trace contextRef="#ctx0" brushRef="#br0" timeOffset="42804">10795 8379 209,'0'0'199,"0"0"472,0 0-173,0 0-186,0 0-130,0 0 29,0 0-30,0 0 3,0 0-55,0 0-20,6-48-54,-10 41 15,-3 2-28,1-3 19,-2 1 9,-2 2-22,-3-2 3,3 1-51,-2 0-15,-1 2 2,-1 2-3,-1 0-6,1 2-10,-3 0 16,5 0-6,-5 0 9,5 2-6,-1 2 0,3 1-17,0 2 36,-1 2 5,3 0-5,0 1-16,2-1 0,2 2-20,-1-2 20,3 2-16,0 0 0,2-1-16,0 0-7,0 0-51,7-2 12,1 0 4,4-1 0,5 0 51,1-3 3,3 0-12,2-3-49,-1-1-36,1 0-56,2-1 14,-2-6 103,-5-2 72,3-1 11,-4-2 41,-1-3 69,-3 0 64,-1-4-23,0-2-49,-1-1-6,-1-2-30,0-2-31,-3 0-1,-1-2-29,-2 2 23,-4 2 3,0 0 38,0 1-41,0 0 45,-4 2 5,-2 1 8,-1 0 5,1 2-6,2 3-29,-2 1 28,2 2-2,2 3-11,0 4-3,-1 1-22,3 2-19,0 2-26,0 0-12,0 0-44,0 0-9,0 0-20,0 0-22,-2 4-13,2 3 22,-2 2 42,0 3 43,0 5-1,0 0-17,0 5 6,2 0-3,0 2-45,0 3 26,0-1 6,2 2 10,2 0 3,2 0-6,-1 0-42,1-3-39,0 0-16,0-2-26,0 0-20,1-3-10,1-1 20,-2-1-63,2-3-126,1-3-119,1-3-166,-2-3 245</inkml:trace>
        </inkml:traceGroup>
        <inkml:traceGroup>
          <inkml:annotationXML>
            <emma:emma xmlns:emma="http://www.w3.org/2003/04/emma" version="1.0">
              <emma:interpretation id="{FB0DF125-EEB5-4C79-BC70-2429F012C475}" emma:medium="tactile" emma:mode="ink">
                <msink:context xmlns:msink="http://schemas.microsoft.com/ink/2010/main" type="inkWord" rotatedBoundingBox="11111,8072 12211,8114 12196,8504 11096,8461"/>
              </emma:interpretation>
              <emma:one-of disjunction-type="recognition" id="oneOf7">
                <emma:interpretation id="interp35" emma:lang="en-US" emma:confidence="1">
                  <emma:literal>seed</emma:literal>
                </emma:interpretation>
                <emma:interpretation id="interp36" emma:lang="en-US" emma:confidence="0">
                  <emma:literal>sued</emma:literal>
                </emma:interpretation>
                <emma:interpretation id="interp37" emma:lang="en-US" emma:confidence="0">
                  <emma:literal>sad</emma:literal>
                </emma:interpretation>
                <emma:interpretation id="interp38" emma:lang="en-US" emma:confidence="0">
                  <emma:literal>sled</emma:literal>
                </emma:interpretation>
                <emma:interpretation id="interp39" emma:lang="en-US" emma:confidence="0">
                  <emma:literal>shed</emma:literal>
                </emma:interpretation>
              </emma:one-of>
            </emma:emma>
          </inkml:annotationXML>
          <inkml:trace contextRef="#ctx0" brushRef="#br0" timeOffset="46224">11227 8340 133,'0'0'120,"0"0"-74,0 0-4,0 0 382,0 0 42,0 0-271,0 0-107,0 0-52,0 0 65,2-25-4,-2 24 14,0-2 22,2 0-13,0 2-32,-2-2-30,0 3 3,0-1-31,0-1 18,0 1-3,0-1 36,0 1-3,-2-1-40,-2 0-9,2 1 0,-3-1 4,1 0-15,0 1-18,-2 1-55,-2-1 0,2 0 16,-5 1 4,1 0 22,-3 0-6,5 0-1,0 1 17,-2 1-10,1 0-16,5 1 26,-2 0-49,2-1 7,0 0 6,2 1-16,2 0 10,0-1 3,0 0 19,0 1-19,0-1 9,0 0-12,0 1 9,2 1 13,2-1 23,4 1 13,0 0 10,3 0 10,1 0 2,5 0-19,-1 0 8,1 1-24,1-2-42,-1 2 10,-3 1 9,-1-1-42,1 0 20,-6 1 2,3 0-12,-5 0-13,0 0-4,-6-1-22,0 1 10,0 0-8,0-1 92,-6 0 4,-4 1 18,-3-1-22,1-2-19,-5 1-7,1-1 26,-1-1 3,3 1 17,1-1 12,1-2-9,4 0-10,-1 0 42,5 0-16,-2 0 7,2-1-14,2-3 24,2 3 22,0-2-78,0 0 0,4-1 0,0 0-2,2 0-21,1-1-78,-1 0 62,0 2 39,6-1 10,-3 1-10,3 1-20,-2 0 20,3-1-2,-1 2 2,-1 0 0,1-1-1,0 0-1,1 0 2,1 1 1,3 0 2,-5-1-2,5 1 3,-1-1-3,-1-1 14,-1 1-14,3 0 0,-5-1 1,3-1 11,-3 0 3,0 0 7,-1-1-7,-1 1 14,-2-1 2,1-1-6,-3 1-6,0-1-4,-2 1 13,0 0-13,-2 1 4,0-1 3,0 2 22,-2 0 59,0 1 16,0 0-55,-4 2 9,2-2 0,-2 2-12,0 0-20,2-1-25,-2 1-17,-2 0-39,1 0 7,-3 0 31,2 4 1,-2 0 0,2 1 16,-1 0 23,1 1-36,0 1 0,0-1 9,2 0-12,-1 1-3,1 0-16,2 0 2,-4 0 15,6 0 0,0 0-13,-2 0 15,2 0 2,0-1-2,0 0 2,0-1 0,2 0-2,2 0 0,0-1-44,3 0 44,1 0 13,-2 0 20,6 0-21,3-1 8,-1 0-6,3 0-14,1-1-3,1 0-17,2-2-2,-1 0-24,1 0 27,2 0-20,2 0 13,-3-2 0,3-2-3,-2-1-16,0 0-33,-3-1 30,1-2-24,0 0 24,-3-2-8,1 0-38,-3 1 29,-1 1 33,-3-1-24,-1 2 56,-3 0 17,-2 1-15,-4 0 47,2 0-30,-4 1 4,0 1 22,0-1 24,-4 1 12,0 1-3,0 1 3,-2 0-62,-3 1-19,3 0-26,-4 1 26,2 0 16,-3 0 23,-1 0 0,2 3-10,-3 1 4,3 0-14,-1 3 33,1-2-13,2 2-23,0 2 0,1-2-14,1 0 34,0 3-34,2-2-2,0 1-15,2 1 2,2-2 0,0 1-16,0-1 6,0-1-3,0 0 4,6 0 22,4 0 8,1-2-7,1 0-2,4 0-1,1-2-17,2 0-27,1-1 14,1 0-7,2-2-13,1 0-42,-1 0 26,0 0 6,2-4 40,-2-2 20,-1 0-11,-1-1-26,2-2-5,-5-1 42,3 0-15,-5 0-32,-1 0-71,-3 0 64,-1 0-35,-3 2 69,-2-1 22,-2 1 16,-2 1 29,-2-1 20,0 1 33,0 1 6,-2 1 23,-2 0 15,-2 0-41,-2 0-17,-1 2-19,1-1-46,-4 1 4,-1 0-21,1 1 44,-5 1-4,3 1-26,-1 0 3,-1 0-16,1 2 10,1 2 7,0 0 9,1 0-26,1 1 10,1 2-13,1-1 0,2 1-26,-1 1 13,1 0 0,4 0 12,-2 0-31,4-1 6,-2 0-6,4-2-17,0 1 20,0 0-10,6 0-74,2-1 32,2-1 81,5 0 0,1-1-29,1-2-27,2-1-31,-3 0-1,3 0 30,-3-4 45,-1-2 13,-3-1 45,1-4 10,-1-1 91,-2-1 13,1-3-29,-1-1-72,0-3 7,-1 0-20,-1 0-44,-2-1 38,-2 1-36,-2 0 23,-2 0-24,0 3 27,0 1-10,-2 1-6,-2 3-3,0 1 42,0 2 22,0 2 3,0 2-35,4 3 35,-3 0-7,1 2-70,2 0-25,0 0-43,0 0-15,0 1-4,-2 4-13,2 1 87,-2 4 11,0 2 2,0 1-19,0 3 17,0 1 0,2 1-23,0 0-8,0 1 30,0 0-16,0 1 16,0-3-33,2 3-16,0-2 4,0-2-40,-2 1-48,0 0 7,2-3-1,-2-1-81,0-1-37,0-1-38,0-3-24,0-2-172,0-2 166,0-2 258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4:19:00.04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Group>
    <inkml:annotationXML>
      <emma:emma xmlns:emma="http://www.w3.org/2003/04/emma" version="1.0">
        <emma:interpretation id="{1DB92A92-C1D2-45CA-AF0F-4A40C21E9861}" emma:medium="tactile" emma:mode="ink">
          <msink:context xmlns:msink="http://schemas.microsoft.com/ink/2010/main" type="inkDrawing" rotatedBoundingBox="11155,7126 14411,7141 14407,7978 11151,7963" hotPoints="14357,7132 14380,7898 11192,7992 11169,7227" semanticType="enclosure" shapeName="Rectangle">
            <msink:sourceLink direction="with" ref="{E49E5014-3935-40E3-922B-A8E788D0BA03}"/>
            <msink:sourceLink direction="with" ref="{F4EFD14F-41F4-4643-9E81-01A4988904E3}"/>
          </msink:context>
        </emma:interpretation>
      </emma:emma>
    </inkml:annotationXML>
    <inkml:trace contextRef="#ctx0" brushRef="#br0">11158 7220 29,'0'0'36,"0"0"-10,0 0 7,0 0-17,0 0 4,0 0-1,0 0 7,0 0 4,0 0 136,0 0-42,7-14-49,-7 12-13,0 1-10,0 1-10,0-1-12,0 0 55,0 1-10,0-2 3,0 1-20,0 0-19,0 1 4,0-1 6,0 1 6,0 0 0,0-1-9,0 1-7,0-2-3,0 2 3,0 0 0,0 0-3,0 0-7,0 0 4,0 0-1,0 0 4,0 0 0,0 0-1,0 0 1,0 0-3,0 0-7,0 0-1,0 0-5,0 0-4,0 0-3,0 0 0,0 0-11,0 0-1,0 0 2,0 0-1,0 0-2,0 0-13,0 0-10,0 0-9,0 0-1,0 2-6,0-2-16,0 1 0,0 1 9,0 1-3,0-1 20,0 2 16,0 0 13,-2 2 81,2 1-12,-2 0-50,-1 0-19,3 1-3,0-1 0,0 1-7,0-1 10,-2 2 36,2-3-36,0 3 0,0 0 0,0 0 22,0-1-28,0 3 6,0-2-36,0 0 23,0 2-6,0 1 15,0-1-35,0 1 39,0 1 56,0-1 15,0 0-71,0 0 26,0 0-26,0 0 0,0-2-13,0-1-3,0 0 15,0 0-1,0-1 2,0 1 19,0 0 29,-2 1-47,2 1-2,0-2 3,0 1-2,0-1 0,0 1 0,0 0 10,0-1-10,0 2 39,2-1-36,0-2 39,-2 2-42,5-2-24,-3-1 22,0 1 4,0-1 22,0-1-17,0 1 9,0-1-13,0-1-3,-2 1-1,4-2 0,-4 2-38,2-1 39,-2 1 23,2-1-7,0 1-15,-2-1 18,0 0-19,0-1 2,0 1-4,0-1 4,0 1-5,0-1 3,0 0-22,0 0 22,0-1 15,0 1-15,0 0-23,0 0 21,0 0 0,0 0 2,0 1 11,0 0-8,0 0-3,0 0 2,0 0 1,0 0-3,0-1-17,0 1 17,0 0 13,0-2 10,0 1-23,0 0-4,0-2-8,0 1 12,0 0 2,0-2-2,0 1 1,0 0 19,2-1-4,1 1-12,-3 0-3,2 0 12,-2-1-11,0-1-2,0 1 0,0-1 0,0 1 1,0-1 1,0 0 11,0 0 0,0 0 3,0 0-12,2 0-4,-2 0 0,0 0-13,2 0 0,-2 0-10,4 0 21,0 1 2,0 0 2,2-1-2,-2 1 2,3 0 11,1 1-12,-2-2-2,0 1 1,1 1-19,-1-2-30,0 1-10,0-1 59,0 1-13,3 1 13,-1-1-1,-4 1-1,4-2-24,1 1-6,-1 1 22,2-1 10,-2 1 0,3-1 1,-1 0 13,2 0-1,1 1-13,-1-1-26,3 0 23,-1 1 3,1-1 9,-1 0-9,3-1-20,-3 1-16,3-1 36,-3 1 23,3 0-22,-1 0 14,1 0-14,-1-1 1,1 1 11,1 0-11,3 0-2,-2 0-15,3-1 15,-1 3 9,2-3-9,0 1 0,4 0-1,-3 0-17,3 1 15,0 0-23,-2-1 26,2 1 3,2-1 10,-5 0-26,3-1 3,0 2-16,-2-1 7,2 0 19,-4 1 0,1-2 0,-1 1-10,0 0 10,0 1 1,-3-1 0,1 0-1,-2 0-35,1-1 34,-1 0-20,-1 0 21,1 0 3,0 0 23,1 0-26,-1 1 0,2-1 13,-1 0-13,3 0-29,0 0 29,-3 0 19,3 0 20,0 0-39,0 1-3,1-1 3,1 0 2,2 0 4,-2 0-2,2 1-8,-4 0 8,1 0-8,1-1 21,-2 2-1,0-2-16,-3 1 0,3-1-1,-2 0-2,-1 1 3,3-1 1,0 0-1,0 0-18,-1 1 18,3-1 37,0 0-37,2 1-6,0-1 6,0 1 0,4-1-17,-2 1 17,-1 0 15,6 1 1,-3-2-15,0 2-1,-2-2 0,-1 2 18,-1-1-16,0 0 13,0 0-15,-2 1-7,-2-2 7,1 0 0,1 0 1,-2 0 9,2 0 9,0 0-2,-1 0 5,1 0-20,0 0-2,-2 0 0,2 0 26,-3 0-23,1 0-1,-2 0 1,-1-2 0,3 2 20,0 0-22,0 0 2,-1 0 14,1 0 12,0 0-16,-3 0 0,3 0-10,-4 0 10,-1 0-11,-1 0-2,-3-1 0,-1 1 3,-1-1-2,1 0-1,-3-1 13,2 1-2,-1-1-11,-1 0 0,0-1 27,1 1-27,-1-1-1,-2 2 0,3-1-1,-3 0-24,0 0 26,3 0-2,-5 0-27,4 1 6,-4 1 21,3-2-11,-1 1 9,0 1-12,0 0-13,1-1-36,1 1 20,0 0-7,-1 0 16,3 0-16,-2 0 13,-1 0-36,3 0 46,-2 0 9,-1 0-28,-1 0 5,2 1 1,-4-1-52,1 1-43,-3 1 10,-2-2-20,0 0-9,0 0-4,-2 0 26,2 0 59,-2 0 33,0 0 9,0 0-12,0-3-40,0-1-16,0 0 22,0-1 78</inkml:trace>
    <inkml:trace contextRef="#ctx0" brushRef="#br0" timeOffset="2780">11202 7184 92,'0'0'95,"0"0"-69,0 0-13,0 0 13,0 0 13,0 0 0,0 0 232,0 0-13,0 0-79,0 0-65,0 0-36,-6-1 0,6 1 7,0 0-7,0 0-3,0 0-4,0 0-15,0 0-14,0 0-13,0 0-3,0 0 10,0 0-4,2 0 7,0 0 4,0 0-4,0 0-4,0 0-12,0 0-23,0 0-11,2 0 11,0 0 21,3 0 1,1 1 4,2 0 16,1 0-38,1-1 9,-2 3-12,3-2 0,3 0 31,1-1-19,1 1 13,1 0-13,2 1-3,-1-1-10,-1 0-10,-3 0 10,3 0 3,2 1 10,-3-2-13,3 0-1,0 0-1,-1 1 1,3-1 1,0 0-1,0 0 0,1 0 1,1 0 1,2 0 15,2 0-16,2 0-10,0 0 7,2 0-20,0 0 23,2 0 0,0 0-15,3 0 15,-1 0 0,0 0-8,0 0 8,0 0 14,1 0-13,-5 0-2,0 0-1,-4 0 2,2 0 2,-2 0-2,0 0-2,-2 0-2,-1 0-9,3-1 17,2-2-4,-2 1 1,4 1-1,0-2 2,0 1-2,3 0 3,-3 0 4,2 0-7,-2 1-23,0-1 23,2 1-2,-4 0 1,2 0-1,-2 1 2,-2-1-3,2-1 3,-2 2-1,0-1 2,0 1-1,0 0 0,0-2 13,2 1-26,-2 0 7,-2-1 3,4 2 0,0-1 2,0 1 1,0 0 0,2 0-7,-4 0 7,0 0 3,0 0-1,-3 0-2,3 0 0,-4 0 3,0 0-3,0 0-2,0 0-1,-3 0 3,-1 0 2,0 0-2,-3 0 1,1 0-1,-3 0 4,-1 0-1,-1 0-3,-3 0 0,-1 0 0,-2 0-2,1 0 2,-3 0 0,2 0 1,-2-1 15,0 0-14,3 0 11,-1 0 0,2 0-12,1 0-1,1 0-3,1 0 0,3 1-10,-4 0-17,3 0 30,-1 0 0,1 0 0,-5 0-3,3 0 2,1 0 1,-2 0-1,1 0-2,-1 0 2,-1 0 1,-1 0 2,0 0 0,-4 0 10,1 0-12,1 0-1,-2 0-1,0 0 2,1 0 0,-1 0 3,0 0 10,0 0-10,0 0 17,-2-2-7,1 2-11,1-1 24,0 1-26,0-2-11,0 1 11,5-1-23,-3 0 7,2 0 0,1 0 14,-1 2-2,2-2-38,-1 2 41,1-1-12,-1 1 10,-1 0 1,-2 0-2,0 0 2,-1-1 1,-3 1 1,-2 0-1,0 0 1,0 0 2,-2 0 0,0 0 1,0 0-1,0 0-2,0 0-1,2 0-3,-2 0 1,0 0-13,0 0 13,0 0-20,0 0 7,0 0 0,4 0 12,-2 0 2,2 0 2,3 0 23,1 0-4,0 0-18,0 0-1,1 2-3,-3 0 0,0 0 2,0-1-19,-4 0 7,2 0 13,1 0-13,-5 1 2,4-1 10,-2-1 1,-2 2-3,2-2-16,-2 0 3,0 0-4,0 0-3,0 0 1,0 0-4,0 1 0,0-1-10,0 2 4,0-1 32,0 1 2,0 1-1,0 0-2,0 1 3,-2 1-2,2-1 16,-2 1-16,2 1 62,-2 0-59,2 0 39,0 0-6,0 1-34,0 0 1,0-2-3,0 2 0,0 2 36,2-2-36,0 0-2,0 1 2,0-1 9,0 0-8,-2 0 16,4 0-16,-4 1 17,4 0-11,-2 2-7,-2 0 0,2-1-10,-2 0 10,2 1 0,0-1 16,-2 1-12,3 0 5,-1-1-9,-2 1 0,0-2-1,2 2-15,0-2 6,-2 2 10,0-1 26,0 0-26,0 1 0,0 0 0,0 0 4,0 0-1,0 0-3,0 1-3,0-1 3,0 2 19,0 0 10,0 1-28,2-1 29,-2 0-29,0-1 38,2 2-39,-2-2 0,0 1-2,0 0-18,0-3 13,0 2 5,0-1 4,0 0 29,0 1-28,0-2 0,0 0 0,0 0-3,0-1 0,0 0 0,0 0 39,0 0-23,0 0-16,2 0 4,-2-1-8,2 0 17,-2 0-6,2 0-7,-2 0-32,2 0 2,0 0 60,-2 0-18,2 1-12,0-2 23,-2 0-23,2 1 3,-2-1 39,2-1-42,1 0-29,-3 0 29,0-1 7,0 0-7,0 0-15,0-1 3,0 0 11,0-1 2,0 0 24,0 1-25,0-2-30,0 1 14,0 0 16,0-1 14,0 0 15,0-1-26,0 2-3,0-1-26,0 0 11,0 0 15,0 0 2,0 0 14,0 2 7,0-3 3,0 1-26,2 1-2,-2 0 2,0 0 36,0-1-26,2 1-10,-2 0-3,0-2 0,0 3-13,0-2 14,2 1 2,-2-1 19,0 1-19,0-1 0,0 0 0,0 0-16,0 0 16,2 1 0,-2-2 0,0 1-3,0-1-10,0 0 13,0 1 0,0-1 2,0 0 14,0 0-3,0 0 0,0 0 3,0 0-12,0 0 15,0 0-6,0 0-11,0 0 11,0 0-11,0 0 2,0 0-1,0 0 10,0 0-11,0 0 0,0 0 0,0 0 0,0 0 2,0 0-1,0 0-1,0 0 0,0 0-1,0 0 1,0 0 0,0 0 2,0 0-4,0 0-1,0 0-19,0 0 7,0 0 10,0 0-16,0 0-20,0 0-26,-2 0-25,0 0-14,0-1-16,-3 0-20,-1 0-91,-2-1-45,0-1-112,-7 0-179,5-1 167,68 19 400</inkml:trace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4:15:23.697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Group>
    <inkml:annotationXML>
      <emma:emma xmlns:emma="http://www.w3.org/2003/04/emma" version="1.0">
        <emma:interpretation id="{A58F559C-2C97-4CEF-AEDA-BA60D1F29E2F}" emma:medium="tactile" emma:mode="ink">
          <msink:context xmlns:msink="http://schemas.microsoft.com/ink/2010/main" type="writingRegion" rotatedBoundingBox="16547,8071 24117,7699 24266,10730 16696,11102"/>
        </emma:interpretation>
      </emma:emma>
    </inkml:annotationXML>
    <inkml:traceGroup>
      <inkml:annotationXML>
        <emma:emma xmlns:emma="http://www.w3.org/2003/04/emma" version="1.0">
          <emma:interpretation id="{795F97AB-C1DC-4F15-8DDF-209BFB456B6A}" emma:medium="tactile" emma:mode="ink">
            <msink:context xmlns:msink="http://schemas.microsoft.com/ink/2010/main" type="paragraph" rotatedBoundingBox="16554,7989 21968,7924 21985,9317 16571,938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489D09E-EC34-440B-9C3B-045AB05309C6}" emma:medium="tactile" emma:mode="ink">
              <msink:context xmlns:msink="http://schemas.microsoft.com/ink/2010/main" type="line" rotatedBoundingBox="16554,7989 21968,7924 21985,9317 16571,9381"/>
            </emma:interpretation>
          </emma:emma>
        </inkml:annotationXML>
        <inkml:traceGroup>
          <inkml:annotationXML>
            <emma:emma xmlns:emma="http://www.w3.org/2003/04/emma" version="1.0">
              <emma:interpretation id="{5B118D3F-4CDF-42CF-9BEA-B3FC3E25D848}" emma:medium="tactile" emma:mode="ink">
                <msink:context xmlns:msink="http://schemas.microsoft.com/ink/2010/main" type="inkWord" rotatedBoundingBox="16554,7989 18797,7962 18814,9355 16571,9381"/>
              </emma:interpretation>
              <emma:one-of disjunction-type="recognition" id="oneOf0">
                <emma:interpretation id="interp0" emma:lang="en-US" emma:confidence="1">
                  <emma:literal>wrinkled</emma:literal>
                </emma:interpretation>
                <emma:interpretation id="interp1" emma:lang="en-US" emma:confidence="0">
                  <emma:literal>winkled</emma:literal>
                </emma:interpretation>
                <emma:interpretation id="interp2" emma:lang="en-US" emma:confidence="0">
                  <emma:literal>winked</emma:literal>
                </emma:interpretation>
                <emma:interpretation id="interp3" emma:lang="en-US" emma:confidence="0">
                  <emma:literal>Wrinkled</emma:literal>
                </emma:interpretation>
                <emma:interpretation id="interp4" emma:lang="en-US" emma:confidence="0">
                  <emma:literal>wringed</emma:literal>
                </emma:interpretation>
              </emma:one-of>
            </emma:emma>
          </inkml:annotationXML>
          <inkml:trace contextRef="#ctx0" brushRef="#br0">16558 8294 308,'2'-4'26,"0"-1"-24,-2 1 497,2-1-317,-2 1 20,0 1-33,2-1-32,-2 2 55,0-1-49,0 1-111,2 0 66,-2 0-1,0-1-32,0 2 19,0 0-12,0-1 34,0 2-28,0 0-4,0 0 10,0 0-32,0 0-52,0 0-10,0 0-29,0 0-12,0 0-7,0 2-14,0 0-15,0 3-3,0 0 51,0 3 19,0 2 20,0 1 0,0 2 26,0-1-26,0-1-11,0 1 11,0 0 13,2 0-13,2 0-13,0-1-22,1-1-20,-1-1-43,2-2 27,-2-2 6,2-1 39,-2-2-37,3-2 63,-3 0 62,2 0 3,0 0 0,2-3-7,1-3 17,-3-1-59,4-1 0,-4-1 13,3 0-8,-3-1-19,0-1-2,0 2 23,-2-1-20,1 2-1,-3 1 21,0 2-23,-2 1 3,0 2 26,0 1-29,0 1-2,0 0-43,0 0-1,0 0-2,0 0-24,0 0-38,0 1-13,0 2 25,0 0 56,0 1 27,0 1 15,2 2 3,2 0 0,-4 0 20,6 0-20,-2 0-1,0 0-1,0-1 17,3 0-17,-1 0 22,0-2-10,2 0 0,-1-1 13,-1 0-13,4-2 23,0 1-20,-1-2-14,1 0 11,0 0-13,1-2-2,-1-2 2,-4 1 1,2-1 1,-1-1 34,-1-1-36,-2-1 29,0 1 0,-4-4 10,0 1 10,0-1 12,0-1-9,-2 1 3,-6-2 36,2 0-52,-5 0-23,3 1-16,-2 0 0,-1 1 0,-1 3-3,2 1 3,3 1 29,-1 2-29,4 2-39,0-1 7,-2 2-24,6 0-28,-2 0-71,0 0-82,2 0-49,0 2-157,0 1-10,4-1 91,2 0 78,0 0 282</inkml:trace>
          <inkml:trace contextRef="#ctx0" brushRef="#br0" timeOffset="808">16959 8244 151,'0'0'157,"0"0"-112,0 0 448,0 0 83,0 0-251,0 0-133,0 0-98,0 0-6,0 0 2,0 0-12,0 0-13,0 0-17,72-15-15,-59 15-7,-3 0 3,0 0-13,1 1-14,1 3 17,-2 1-19,-1 1-22,-1-1 21,0 3-32,0 1-28,-1 0-10,-1 2 16,0-1-10,-2 0 10,0 0 3,-2-1 7,0 0-27,-2-1 1,0-1 6,0 0 3,-2-2 61,0-1-15,-2 0 16,2-2 0,0 0 39,0-1 6,-2-1 14,4 0 15,-2 0 14,0 0-10,0-4-26,-1-2-50,1-1 1,2 0 0,-2-1 65,2 0-29,0 0-39,0 1-5,0-2 5,2 2 33,0 1-33,5 0-53,-1 1 53,0 1 0,2-1-44,3 1 12,-3 0 9,2 1 21,3 0 2,-1 0-13,1 0 13,-3 1 1,2 0 31,1 2-6,-3-2-13,0 1-9,-1 0 12,-1 1-15,2-1 21,-4 1-9,1 0 4,-5-1 2,2 1-6,-2 0 10,2 0 6,-2 0-13,0 0 16,-2 0-29,2 0 14,0 0-5,-2 0 8,0 0 2,0 0 4,2 0 0,-2 0 3,0 0 3,0 0-3,0 0-10,0 1-19,0 0-23,0 0-16,0 1 5,0 1 33,0 0 2,0 1 14,2 1-14,0 1-2,1-1 0,-1 1 1,0 1 3,2 0-2,-2 2-1,2 0 0,-2 0 13,2 1 7,-2 0-20,0 1-12,0-2-17,0 1-16,1 0-10,-1-1 6,-2-2 4,2-1 3,0 1-49,-2-2-19,0-1-49,0-1-39,0 1-62,0-3-36,0 0-95,0-1-78,0 0 201,-2-4 129</inkml:trace>
          <inkml:trace contextRef="#ctx0" brushRef="#br0" timeOffset="1057">17352 8103 352,'0'0'88,"0"0"584,0 0-197,0 0-254,0 0-55,0 0-27,0 0-19,0 0-7,0 0-38,0 0-45,0 0-30,0 0-29,4-8-23,-4 8-81,0 0-97,0 0-156,-4 0-269,-3 1 49,1 2 332,2-1 188,21 0 86</inkml:trace>
          <inkml:trace contextRef="#ctx0" brushRef="#br0" timeOffset="1655">17538 8248 163,'0'0'1054,"0"0"-501,0 0-280,0 0-137,0 0 36,0 0 64,0 0-17,0 0-71,0 0-75,0 0-44,0 0-3,4-4 6,-4 4-1,0 0-31,0 1-39,0 0-22,0 0-9,0 2-4,0 1 23,4 2 35,-2 1 16,4 1 3,-2 2-3,0 0-16,1 1-4,-1 0-2,0 1-23,0-1-55,-2 1-10,4-1 26,-4-2 71,0 0-39,0-3-19,-2-3 3,2-1-22,-2-1 2,0 0 72,0-1 16,0 0 68,0 0 23,0-1 25,0-5-74,0-1-42,0-2 0,3-2 0,-1 1 39,-2-2-19,4-1-1,-2-1-19,2 0 29,0 0-52,0 0 46,2-1-46,1 3 23,-1 0 0,0 2 4,0 1-4,0 4 2,-1 0 1,1 2 20,0 2-23,2 0-20,-2 1-2,3 0 21,-3 0-19,4 0 20,-2 0-15,1 1 14,-1 4 2,0 1 2,-2 1-3,1 2-51,1-1 34,-2 2 1,-2-2-19,0 1-17,1 1 19,-1-2 4,-2 2-52,-2-3 19,2 1-25,-2-1-79,0-1-48,0 1-47,0-2-32,0-2-144,-2-1 43,2-2 270,-4 0 76</inkml:trace>
          <inkml:trace contextRef="#ctx0" brushRef="#br0" timeOffset="2743">17835 8133 121,'0'0'88,"0"0"-39,0 0 394,0 0-104,0 0-153,0 0-69,0 0-13,0 0 10,0 0-3,0 0-11,0 0 17,0 0-19,44-69-69,-42 63 39,2 2 3,-2 0 46,0 0-14,0 1-38,-2 0 19,0 2-13,0 0 13,0 1 3,0 0-23,0 0-9,0 0-20,0 0 1,0 0 2,0 0 4,0 1-10,0 0-32,-2 1-10,2-1-51,0 1-25,0-1-17,0 4-16,0 1 9,0 4 81,0 3 10,0 4 19,2 1 16,2 3-3,0 1 6,0-1 10,1 1-10,-1 1-19,-2-2-19,0-2-36,0 0 13,-2-1-42,0 0 39,0-2 0,0-1-20,0-1-3,0-1 6,-2-1-16,0-2-19,2-3-49,-2-1 6,2-2-42,0-1 6,0-3-26,0 0-81,0 0-37,4 0 105,2-6 52,2-3 131,-1-1-17,-1 1-10</inkml:trace>
          <inkml:trace contextRef="#ctx0" brushRef="#br0" timeOffset="3141">18094 8215 101,'0'0'179,"0"0"372,0 0 65,0 0-294,0 0-176,0 0-91,0 0-22,0 0 19,0 0-52,0 0-10,0 0 10,-17 10 3,9-6 13,0 2 1,-5 1-4,3-2 0,-3 0 3,-1 1-14,2 0 11,-3 0 0,1-1-11,3 1-1,-1-1-1,4-1-3,1 0-23,1-1 0,2 0-19,2 0-17,0-2 20,2 1-20,0-1-16,0 0-3,0 0-23,0 1-13,2 1 58,2-1 59,0 2 3,0 0 51,3 1-54,1 1-20,-2 1 20,4-1 0,-1 2 13,1-1 20,2 0-7,1 0 22,-1 2-5,1-2-9,-1 0-34,2-1-16,-1-1-26,-1-1-85,-1 0-88,-1-1-91,-2-3-75,1 0-43,-3 0 329,-2 0 56</inkml:trace>
          <inkml:trace contextRef="#ctx0" brushRef="#br0" timeOffset="3505">18228 8095 1572,'0'0'188,"0"0"-158,0 0 74,0 0 129,0 0 4,0 0-5,0 0-74,0 0-61,0 0-39,0 0-4,0 0 4,0 0 0,0 0-14,-10-44-44,10 44-17,0 2-27,0-1-5,0 3-18,0 1-16,0 2 54,0 3 26,0 2 3,2 2 11,2 2-11,-2 1 0,2 1 12,-4 1 4,4 2 3,0 3 29,-2-1-48,5 0-20,-5 0-70,0-2-3,2 0-65,-2-2 35,0-1 7,0-2-33,0-1-59,-2-2 7,2-4-85,0 1-56,-2-4-82,0-2-36,2-3 252,-2-1 149</inkml:trace>
          <inkml:trace contextRef="#ctx0" brushRef="#br0" timeOffset="4587">18402 8284 446,'0'0'29,"0"0"717,0 0-336,0 0-224,0 0-14,0 0 22,0 0 14,0 0-50,0 0-71,0 0-39,-2-12-12,2 12-4,-2 2 10,2-2-36,0 1-6,-3 1-51,1 0-17,0 2 17,-2 0 51,-2 2-17,0 1 17,2 0-1,-1 1-18,3 1 16,-2-2-46,4 0-18,0 0-24,0-2-6,0 1 10,0-3-37,0 1 14,6-1 6,-1 0 104,1-2-16,2-1 19,0 0-3,3 0 49,1-1-30,-2-4 4,1 0 3,1-1-10,-6-1 13,3 1 10,-3-1-13,-2 0 10,-2 0 6,0 0 13,-2 1-9,0 1 22,0 2 3,0 1 3,-2 0-7,0 1-67,0 1-45,-4 0-20,0 0 0,-5 3 36,-1 2 29,-1 2-32,1 1 19,0 2-4,3 0 16,-1 1 1,2 1-17,1 0 14,1-1 0,2 1 6,0-2-3,4 1 1,0-1-2,0 2 1,0-2 0,6-1-84,5 0 6,-1-2 26,4 1 33,3-2 15,2-2-86,1 0-63,5-2-32,2-1-66,2-1-137,0 0-19,0-1 97,-5-3 189,1-3 82,0-1 16,-4 1-11,-3-4 33,-1 2 2,-5-2-1,1 0 65,-3 0 43,-6 1-52,2 0-54,-6 1 87,0 0 378,0 1 64,0 1-180,0 0-156,-4 1-65,0 0 0,0 1 28,-2 2-18,0-1-18,-3 2-35,3 0-38,-4 1-1,-1 0-6,1 1-16,-2 0 9,-1 0-12,1 0 28,-1 0-3,1 0-25,0 0-22,-1 4-1,3 0 0,-2 1-20,-1 2 18,3 0 1,-1 2-25,3-1 10,0 2-12,2-1 27,2 0-16,2 0-8,-1 0-33,3-1-42,0 1 0,5-1-7,5 0 43,0-1-1,7-1 0,-1-2-29,3-1 10,-3-2-39,5-1-10,-2 0-39,-3-6 51,1-2 27,-3-2 42,1-3 52,-5-2 88,0-4-20,-1-1 30,-1-4-14,-2-1-6,2-2-16,1-2-1,-3-1-25,-2-1 23,0-1 61,0 1-20,-4 2 33,0 1 22,0 3-52,-2 1 58,-2 4-4,-2 2 0,2 4-29,-2 4 3,1 2-1,3 3-6,-2 2-61,2 1-22,2 1-3,-2 0-38,2 1-13,0 0-47,-2 0-38,2 3-38,0 3-26,-4 4 82,2 3 32,0 3 48,-2 4 0,4 0-11,0 4 11,0 1 13,0 1 0,4 1-13,0 1 0,2 0-45,0 1-19,1-2 26,-1 0-62,0-2-6,0-2-51,-2 0-66,-2-4-114,2-2 52,-1-2-89,-1-4-193,0-4-111,-2-1 443</inkml:trace>
          <inkml:trace contextRef="#ctx0" brushRef="#br0" timeOffset="18113">17782 8942 337,'0'0'26,"0"0"430,0 0 30,0 0-307,0 0-7,0 0-9,0 0-69,0 0-6,0 0 51,0 0-45,0 0-42,8-28-26,-8 27 32,0 0 42,0 1 7,0-1-10,0 1-17,2 0-15,-2 0-20,0 0-13,0 0-32,0 0-19,0 0-27,0 2-2,0 1-7,4 0 0,4 2 55,7 2 32,1 2 23,7 3 2,2 1-15,4 2-26,2 2 7,2 1-20,2 1 13,0 2-16,2 1-3,-4 0 2,0 0 1,-4 0 1,0 0 33,-2 0-34,-4-3-32,-2 0 10,-3-1 9,-1 0-19,-1-1-23,-3-2-19,-3 0-10,-2-3 3,1-2 33,-3-3-43,-2-1-38,0-3-7,0 1-52,-4 0-59,4-2-124,-4 0-108,2 0-101,3-2 401,-5 0 72</inkml:trace>
        </inkml:traceGroup>
        <inkml:traceGroup>
          <inkml:annotationXML>
            <emma:emma xmlns:emma="http://www.w3.org/2003/04/emma" version="1.0">
              <emma:interpretation id="{EAF88BFC-3380-4FFC-A909-A582D6380E97}" emma:medium="tactile" emma:mode="ink">
                <msink:context xmlns:msink="http://schemas.microsoft.com/ink/2010/main" type="inkWord" rotatedBoundingBox="19810,7957 21968,7931 21976,8527 19817,8552"/>
              </emma:interpretation>
              <emma:one-of disjunction-type="recognition" id="oneOf1">
                <emma:interpretation id="interp5" emma:lang="en-US" emma:confidence="1">
                  <emma:literal>wrinkled</emma:literal>
                </emma:interpretation>
                <emma:interpretation id="interp6" emma:lang="en-US" emma:confidence="0">
                  <emma:literal>winkled</emma:literal>
                </emma:interpretation>
                <emma:interpretation id="interp7" emma:lang="en-US" emma:confidence="0">
                  <emma:literal>winked</emma:literal>
                </emma:interpretation>
                <emma:interpretation id="interp8" emma:lang="en-US" emma:confidence="0">
                  <emma:literal>wrinkle</emma:literal>
                </emma:interpretation>
                <emma:interpretation id="interp9" emma:lang="en-US" emma:confidence="0">
                  <emma:literal>wrinkles</emma:literal>
                </emma:interpretation>
              </emma:one-of>
            </emma:emma>
          </inkml:annotationXML>
          <inkml:trace contextRef="#ctx0" brushRef="#br0" timeOffset="5699">19826 8335 188,'0'0'52,"0"0"-13,0 0 17,0 0 553,0 0-296,0 0-118,0 0-35,0 0 15,0 0 17,0 0 3,0 0-30,2-14-39,-2 14-23,0 0-9,0 0 12,0 0 0,0 0-19,0 0-26,0 0-19,0 1-20,0 1-22,0-2-10,0 2-25,-2-1-26,2 1-9,-2 2 21,0 0 11,2 1 25,-4 2 12,2 1-12,2-1 10,0 1 1,0 1 2,0 0-1,0 0-15,0-1-20,0 1-6,0-3 10,0 1-33,0-2 20,2-1-26,0 0-6,0-3-1,0 1 7,0-1 25,0-1 37,0 0 9,0 0 48,2 0 11,0-2 12,5 0-6,-3-3 12,4-2-38,-2-1 6,3 1-19,-3-2-4,0-1 7,3 1-16,-5-1-13,0 3 0,0 1 0,-2 1 13,-2 2 3,-2 1-16,3 1-3,-3 1-29,0 0 32,0 0 22,0 0-22,0 0-32,0 0-45,-3 1-1,3 1-15,0 1-8,0 2 62,0 1 39,0 0 0,5 2 3,1 0-2,0 0 21,2 0-22,3 0-45,-1-2 13,2 2-4,3-1 4,-3-1-14,3 0 23,-3-2-12,3-3 12,-5 1 22,0-2-16,1 0 17,-1 0 19,-4-4 7,2-1 52,-1 0-33,-3 0 4,0-3 25,-2 0 43,0-1 41,-2-2-77,0 0-43,0-2 49,-4 1-45,-2 1-42,1 0-26,1 1 26,0 1 20,-2 1-20,-2 0-10,2 2-48,-1 0-3,1 2-33,-2 1-6,2 1-29,-1 1-68,1 1-50,-2 0-23,0 0-81,4 0-92,-1 0-82,1 0 274,4 0 163</inkml:trace>
          <inkml:trace contextRef="#ctx0" brushRef="#br0" timeOffset="6596">20155 8311 318,'0'0'49,"0"0"440,0 0 68,0 0-303,0 0-140,0 0 13,0 0 32,0 0 25,0 0-12,0 0-53,0 0 4,-9-28-10,9 26 19,2 1-1,0 0-32,0 1-15,1 0 8,-3 0 4,0-1-36,4 0-23,-2 1-37,0-1-22,2 1 0,2-1-39,2 1-31,3 0 25,-3 0 25,2 0-12,-1 0 25,-3 2 0,2 1-28,-2 2-27,-2 2-9,5 1 13,-3 1-4,0 2-58,0 1 39,-2-2 35,1 2-33,-5-2-25,0 0-26,0-2 38,0-2 13,0-1 37,0-1 64,0-2 4,0-1-3,0-1 22,-2 0 55,2 0 35,0 0 20,0 0 20,0-2-11,0-2-80,2-1-30,2-2-10,0 0-18,2 1-2,0-2-2,0 1-13,5 0-36,-3-1 33,2 1 13,1-1-23,-1 1 10,0 1-7,3-1 20,-3 2 0,0 0-20,1 1-3,-1 1-19,0 0 0,-3 2 9,-1 0 20,0 0-17,-2 1 16,-4 0 17,0 0 19,0 0 1,0 1 9,0 3 4,0 0-33,0 1 12,0 1-12,0 1 30,2 1 5,0 0-15,0 2 12,0 0-29,1 0 26,-1 1-26,-2 0-1,2 1 26,0-1-27,0-2-2,0 2-40,0-2-24,-2-1-32,2-1-20,-2-1-42,4-1-68,-4-1-1,0-3-137,2-1-104,0 0 48,-2-1 297,2-5 44</inkml:trace>
          <inkml:trace contextRef="#ctx0" brushRef="#br0" timeOffset="6828">20483 8112 41,'0'0'1214,"0"0"-788,0 0-205,0 0-46,0 0 33,0 0-4,0 0-43,0 0-64,0 0-46,0 0-22,0 0-29,0 0-14,0-6-31,0 6-48,0 0-52,0 0-72,0 0-94,0 1-151,0 3 3,2 2-7,-2 1 13,4 0 319,-2-2 106</inkml:trace>
          <inkml:trace contextRef="#ctx0" brushRef="#br0" timeOffset="7361">20587 8279 233,'0'0'55,"0"0"1149,0 0-730,0 0-198,0 0-85,0 0-11,0 0-12,0 0-33,0 0-71,0 0-64,0 0-9,0 0-46,-5 4-32,5-2-6,0 0-7,0 3 10,0-1 89,0 3-28,0 3 29,0 1 54,5 3-37,-3-2-17,0 2-14,0-1-54,0 0-52,0-1-22,0-1 2,0-2-12,0 0-7,0-4-27,-2-3 27,0 0 48,0-2 111,2 0 39,0 0 189,0-3 3,3-4-150,-3-3-9,0 0 96,2-2 4,0 0-81,0 0-27,0-1 20,0 0-58,3 0-23,1-1 68,-2 0-48,2 0-1,1 1 10,-1 2-29,0 1-3,-2 4 48,0 2-3,-1 1 0,1 1 3,-2 1-48,-2 1-54,4-1 2,-4 1-9,2 0 3,1 0 0,1 1-10,-2 4 24,2 1 43,2 2-17,1 2-18,-1 1 17,2 2 6,-4 0-13,3 2 7,-3 0-46,0-1 20,0 0-33,-2-1-19,-1 0-17,1-2-68,-2-1-32,2 0-105,-4-4-82,2-3-19,0-1 54,0-2 317</inkml:trace>
          <inkml:trace contextRef="#ctx0" brushRef="#br0" timeOffset="7725">20994 8021 29,'0'0'1685,"0"0"-1429,0 0-168,0 0 13,0 0 164,0 0 0,0 0-46,0 0-85,0 0-54,-13-35-16,13 35 3,0 0 13,0 0-16,0 3-62,0-3-2,0 1-13,0-1 11,0 2 0,0-2-17,0 1 0,0-1-23,0 2-15,0-1-23,0 2-32,0 2-7,-2 4 68,0 2 25,2 4 26,-2 2 2,2 2 21,0 1-23,0 2-27,0 1-24,0 2-14,0 0 14,0 2-30,0 0 4,0-2-46,-2-1-58,0-1-43,0-3-69,-2-2-29,2-3-160,0-4-65,2-4 227,0-2 282</inkml:trace>
          <inkml:trace contextRef="#ctx0" brushRef="#br0" timeOffset="8187">21153 8182 388,'0'0'39,"0"0"118,0 0 573,0 0-327,0 0-195,0 0-94,0 0-37,0 0-12,0 0-58,0 0-7,0 0-31,-6 12 31,0-8 23,-3 2-3,-1 2 15,0 0-2,-5-1 12,1 2-13,-3 0-32,3-2 0,-3 2 1,3-1 16,-3-2-17,5 2-30,-1-3 17,5 0-19,-2-1 6,1-1-13,5 0 17,2 0-17,-2-1 16,4-2-9,0 1-27,0-1-15,0 1-1,0 0 24,0-1 51,0 2 22,0 0-21,6 0 43,-2 2 31,3-1 6,3 2-19,-2 0 2,5 1-38,-1 1-9,3 0-17,1 2 12,-1 0-12,1 1 0,3 0 20,-3-2-20,-1 1-36,-1 1-3,1-3-9,-1 1-4,-4-2-32,1 0 9,-1-2-45,-2 0-121,-1 0-58,-1-3-56,-2-1-89,0 0 115,2-1 270,0-3-32</inkml:trace>
          <inkml:trace contextRef="#ctx0" brushRef="#br0" timeOffset="8574">21360 8064 890,'0'0'401,"0"0"35,0 0-267,0 0 42,0 0 2,0 0-22,0 0 67,-13-68-46,13 67-64,0-1-43,0 2-28,-2 0-17,2 0-2,-2 0-11,2 0-12,0 0-35,-2 0 0,2 2-38,0-1-26,0 0-12,0 1-13,0 1-17,0 2 7,0 1 38,0 3 48,-2 3 12,2 3-15,-2 1 16,2 2 16,0 3-3,0 0-11,0 3 24,2 2-26,0 0-58,0 2-19,2 0-19,2 0 41,-1-2-35,-3-1-69,2-3 7,-2-3-49,0 0 4,-2-3-99,0-2 9,0-2-6,0-3-121,0-3 46,0-2 166,0-3 150,0 0 44</inkml:trace>
          <inkml:trace contextRef="#ctx0" brushRef="#br0" timeOffset="9101">21529 8309 75,'0'0'515,"0"0"297,0 0-442,0 0-139,0 0-1,0 0 13,0 0-1,0 0-49,0 0-65,0 0-41,0 0-43,0-12-21,-2 12-1,-2 0-22,2 1-22,-2 0-33,-2 1-28,-1 1 29,1 1 28,-4 0 13,2 1 0,-1 0 10,3 0-19,0 1 6,0-1-39,2-1-42,2 1-32,-1 0-35,3 0 18,0-3 33,0 2-62,0-2 32,5 0 7,-1 0 136,4-1 45,0 0-42,1 0 4,3-1 16,-2 0-4,1 0 23,1-2-16,-2-2-3,1-1 9,-1 0-31,-2-1 19,3-2 9,-5 2 52,-2-1 7,-2 0 12,-2 1 7,0 1 13,0 0-46,0 2 84,-2 2-55,-4-1-59,2 2-44,-7 0-55,-1 0 26,-1 0 19,-1 0 7,-5 0-6,5 3-8,-1 3 1,1 0-13,2 1-3,-1 0 29,1 2-26,3 0 6,-1 2-15,6 0 9,0 1-68,2 0-13,2-1-13,0 1 16,0 0-33,8 2-6,4-2 59,5-1-40,2-1-42,3-3-212,3-1-115,2-4 33,0 0 385,0-2 49</inkml:trace>
          <inkml:trace contextRef="#ctx0" brushRef="#br0" timeOffset="9714">21829 8428 11,'0'0'186,"0"0"-115,0 0 203,0 0 772,64-68-864,-58 58 97,-4 2-81,-2 1 9,0 1 64,0 3 15,-2-1-52,-4 1-100,2 0-39,-2 0-44,-3-1-19,1 1-29,0 0 22,-2-1-22,-3 2-6,1 1 3,-3 0-25,3 1-1,-3 0-18,1 1 19,-1 3 6,1 0-20,2 3 20,-3 0-6,1 1 6,3 0 0,-1 1 15,4 1-24,-1 0-36,3 1-45,4 0-32,-2 0-7,4 0-29,0 1 0,4-1 18,4 1 52,1-4 20,3 0-17,0-2-32,5-2-36,-3-2-66,3-1-9,0-1 2,-1 0 96,1-3 15,-1-4 62,1-1 72,-1-2 85,1-3 107,-5-3 30,3-2-7,-5-1-17,0-2 79,-1-2-50,-1-2-81,0-1 67,-2-2-90,0 0 16,-1-1 64,-1 2-110,-2-1 86,0 2-16,-2 2-45,0 0 34,0 1 7,0 3-109,-2-1 32,0 5-10,0 0-22,-2 3 39,1 3-14,1 3-16,0 1-31,2 4 41,-2 1-29,2 0-40,0 1-22,0 0-12,0 0-22,0 0-9,0 0-26,0 0-16,0 4-6,0 3-1,0 4 75,0 4 37,0 5 3,0 2-1,0 6 13,2 2-11,2 0-2,3 2-21,-3 0-27,0 0 10,0 0-22,0 2-48,0-2 3,-2-1-35,0-1-68,-2-1-17,0-2-69,0-2 13,0-3 47,0-3-58,0-2-128,0-3-56,0-4-55,3-3 294,1-4 237</inkml:trace>
        </inkml:traceGroup>
      </inkml:traceGroup>
    </inkml:traceGroup>
    <inkml:traceGroup>
      <inkml:annotationXML>
        <emma:emma xmlns:emma="http://www.w3.org/2003/04/emma" version="1.0">
          <emma:interpretation id="{0EE24813-C53F-4D38-AD4C-F99CA5A431C5}" emma:medium="tactile" emma:mode="ink">
            <msink:context xmlns:msink="http://schemas.microsoft.com/ink/2010/main" type="paragraph" rotatedBoundingBox="18198,10031 18631,8773 19043,8915 18610,10173" alignmentLevel="3"/>
          </emma:interpretation>
        </emma:emma>
      </inkml:annotationXML>
      <inkml:traceGroup>
        <inkml:annotationXML>
          <emma:emma xmlns:emma="http://www.w3.org/2003/04/emma" version="1.0">
            <emma:interpretation id="{EC23C1F5-88A1-428A-B434-79B347F0827B}" emma:medium="tactile" emma:mode="ink">
              <msink:context xmlns:msink="http://schemas.microsoft.com/ink/2010/main" type="inkBullet" rotatedBoundingBox="18210,10001 18230,9943 18435,10014 18415,10072"/>
            </emma:interpretation>
            <emma:one-of disjunction-type="recognition" id="oneOf2">
              <emma:interpretation id="interp10" emma:lang="en-US" emma:confidence="0">
                <emma:literal>-</emma:literal>
              </emma:interpretation>
            </emma:one-of>
          </emma:emma>
        </inkml:annotationXML>
        <inkml:trace contextRef="#ctx0" brushRef="#br0" timeOffset="20043">18230 9944 316,'0'0'127,"0"0"561,0 0-265,0 0-253,0 0-86,0 0 17,0 0 16,0 0-14,0 0-12,0 0-23,0 0-10,21 25 4,-15-18-30,4-1 26,-1 2-25,1 0-14,0 0 0,3-1-15,-3 2 17,2-2-21,3 0-42,-3 0-74,-1 0-36,1-1-10,-4-1-101,1-1-91,-3-1-167,0-1-122,-2-1 441,-2-1 121</inkml:trace>
      </inkml:traceGroup>
      <inkml:traceGroup>
        <inkml:annotationXML>
          <emma:emma xmlns:emma="http://www.w3.org/2003/04/emma" version="1.0">
            <emma:interpretation id="{F0B9F397-9E5E-48DF-8AE2-A25296719B3E}" emma:medium="tactile" emma:mode="ink">
              <msink:context xmlns:msink="http://schemas.microsoft.com/ink/2010/main" type="line" rotatedBoundingBox="18198,10031 18631,8773 19043,8915 18610,10173"/>
            </emma:interpretation>
          </emma:emma>
        </inkml:annotationXML>
        <inkml:traceGroup>
          <inkml:annotationXML>
            <emma:emma xmlns:emma="http://www.w3.org/2003/04/emma" version="1.0">
              <emma:interpretation id="{64B6F540-4D28-4C1F-B5FF-8AF0AD218029}" emma:medium="tactile" emma:mode="ink">
                <msink:context xmlns:msink="http://schemas.microsoft.com/ink/2010/main" type="inkWord" rotatedBoundingBox="18198,10031 18631,8773 19043,8915 18610,10173"/>
              </emma:interpretation>
              <emma:one-of disjunction-type="recognition" id="oneOf3">
                <emma:interpretation id="interp11" emma:lang="en-US" emma:confidence="0">
                  <emma:literal>..</emma:literal>
                </emma:interpretation>
                <emma:interpretation id="interp12" emma:lang="en-US" emma:confidence="0">
                  <emma:literal>I,</emma:literal>
                </emma:interpretation>
                <emma:interpretation id="interp13" emma:lang="en-US" emma:confidence="0">
                  <emma:literal>C.</emma:literal>
                </emma:interpretation>
                <emma:interpretation id="interp14" emma:lang="en-US" emma:confidence="0">
                  <emma:literal>I.</emma:literal>
                </emma:interpretation>
                <emma:interpretation id="interp15" emma:lang="en-US" emma:confidence="0">
                  <emma:literal>(.</emma:literal>
                </emma:interpretation>
              </emma:one-of>
            </emma:emma>
          </inkml:annotationXML>
          <inkml:trace contextRef="#ctx0" brushRef="#br0" timeOffset="19704">19036 8938 486,'0'0'23,"0"0"671,0 0-509,0 0-145,0 0 145,0 0 52,0 0-19,0 0-59,0 0-72,0 0-35,0 0 16,0 0 12,-6-27 4,6 27-6,-2 0-27,2-1-2,0 1-8,0 0 1,-2 0-9,0 0-8,0 0-23,-2 0-2,-3 0-38,-1 1 9,-6 2-10,-3 1-6,-6 3 8,-1 1 36,-5 1-31,-2 3 16,-2 1 13,0 0-13,-3 2 16,3 2 4,0 1-4,2 1-22,0 0 18,2 2-44,2 0 19,3-2 13,3 1 13,4-1-85,3-2 87,2-1-44,3-3 43,3-1-56,2-1-39,4-4 54,-2 0-21,2-2-17,0-1 58,0-1-16,0-1 3,2-1 36,-2 0 16,2-1 20,0 0 23,0 0 15,2 0-6,-4 0-13,2 0-13,0 0-6,-2 0-4,0 0 1,2 0-4,-2 0 0,0 0-7,0 0-2,0 0-18,0 0 0,0 0-1,0 0-1,0 0-1,0 0-2,0 0 1,0 0-14,0 0 14,0 0 2,0 0 33,0 0 2,0 0 1,0 0-21,0 0-15,0 0-16,0 0-20,0 1-3,0-1 1,0 1-4,0 0 0,0 0 6,0 0 10,0 3 7,0-1 18,0 1 1,0 0 19,0 1-16,0 0 14,0 1-5,0-1 11,0 2-10,-2-1 10,2-1-7,-2 2-16,0-1 0,2-1 0,-2 2 3,-2-1-2,2 0 12,0 0-13,0 0-3,-2-1-10,0 0 13,2 0-26,-1-1 26,-1 2 0,4 0 2,-4-1-2,2 0-11,-2 0 9,4-1 1,-4 1 1,2 0-2,2-1-28,-4 1 29,4-1 1,0 1-2,0-1 2,-2 0 1,2-1 18,-2 0-17,2 0-2,0-1-2,0 1-11,0 0 13,0-3 0,0 0 2,0 1-2,0-1-2,0 0 0,0 0 2,0 0 3,0 0 13,0 0 1,0 0-1,0 0 13,0 0 6,0 0 7,0 0-6,0 0-17,0 0-3,0 0 4,0 0-1,0 0 1,0 0-4,0 0-13,0 0 0,0 0 13,0 0-13,0 0 1,0 0-1,0 0 10,0 0-12,0 0 0,0 0 0,0 0 0,0 0-1,0 0 0,0 0-1,0 0-15,0 0 13,0 0-10,0 0 13,0 0 1,0 0 12,0 0 3,0 0 0,0 0 3,0 0-6,0 0 3,0 0 3,0 0 7,0 0 6,0 0-9,0 0-7,0-1-13,0 1 0,0 0-2,0 0-1,0 0 1,0 0 12,0 0-10,0 0 20,0 0-7,0 0 3,0 0-6,0 0 0,0 0 6,0 0 7,0 0-4,0 0-20,0 0-2,0 0 0,0 0-12,0 0-1,0 0 0,0 0-3,0 0-7,0 0-12,0 0-7,0 0 4,0 1-7,0 0-10,0 0 0,0 1-6,0 0 27,0 3 34,0 0 1,0 3 1,0 2-1,0-1 15,2 4-12,-2 1 31,0-1-3,0 4 0,0 1 36,0 0-21,0 2-46,0 2 24,0 0 2,0 0-27,-5 1 0,3 1 22,-2 1-6,0 0-13,0 1 7,-2 0 9,2-1-6,-3 0-13,1-1 3,0 0 13,0-1-16,2-2-2,0-2 1,-1-2 1,1-3 3,2-2-2,2-3 11,0-1-12,0-1-13,0-3-35,0-2 3,0 0-3,0-1-23,0-1 26,0 0 30,0 0 15,0 0 3,0 0-3,0 0-1,0 0-21,0-1-1,0 0-44,0 0-33,2-1-10,2-1-78,-2 0-49,3-1-58,-3-1-157,0-1-161,2 0 144,-2-2 364,-2 1 47</inkml:trace>
          <inkml:trace contextRef="#ctx0" brushRef="#br0" timeOffset="20328">18623 9946 380,'0'0'287,"0"0"918,0 0-910,0 0-175,0 0-33,0 0 69,0 0 56,0 0-57,0 0-97,0 0-58,0 0-11,0 0 11,-19 11 3,11-6 32,2 2 10,-7 0-22,1 2-23,-3 0 38,-1 1-15,1-2-23,-1 3-70,1-3-42,1 1-78,2 0-74,1-1-50,1-1-157,2-2-235,1-1-70,1-3 593</inkml:trace>
        </inkml:traceGroup>
      </inkml:traceGroup>
    </inkml:traceGroup>
    <inkml:traceGroup>
      <inkml:annotationXML>
        <emma:emma xmlns:emma="http://www.w3.org/2003/04/emma" version="1.0">
          <emma:interpretation id="{F5372AF9-F7EC-43F1-A7C5-FD1D9F36FD0A}" emma:medium="tactile" emma:mode="ink">
            <msink:context xmlns:msink="http://schemas.microsoft.com/ink/2010/main" type="paragraph" rotatedBoundingBox="17873,10185 24224,9872 24266,10730 17915,1104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1DC733F-8BC9-4AF0-A4BF-4E6A32794248}" emma:medium="tactile" emma:mode="ink">
              <msink:context xmlns:msink="http://schemas.microsoft.com/ink/2010/main" type="line" rotatedBoundingBox="17873,10185 24224,9872 24266,10730 17915,11042"/>
            </emma:interpretation>
          </emma:emma>
        </inkml:annotationXML>
        <inkml:traceGroup>
          <inkml:annotationXML>
            <emma:emma xmlns:emma="http://www.w3.org/2003/04/emma" version="1.0">
              <emma:interpretation id="{EE8378BC-DC04-453F-8236-DB95CF08B168}" emma:medium="tactile" emma:mode="ink">
                <msink:context xmlns:msink="http://schemas.microsoft.com/ink/2010/main" type="inkWord" rotatedBoundingBox="19674,10096 22230,9970 22259,10574 19703,10700"/>
              </emma:interpretation>
              <emma:one-of disjunction-type="recognition" id="oneOf4">
                <emma:interpretation id="interp16" emma:lang="en-US" emma:confidence="1">
                  <emma:literal>wrinkled</emma:literal>
                </emma:interpretation>
                <emma:interpretation id="interp17" emma:lang="en-US" emma:confidence="0.5">
                  <emma:literal>wink led</emma:literal>
                </emma:interpretation>
                <emma:interpretation id="interp18" emma:lang="en-US" emma:confidence="0">
                  <emma:literal>winks led</emma:literal>
                </emma:interpretation>
                <emma:interpretation id="interp19" emma:lang="en-US" emma:confidence="0">
                  <emma:literal>wick led</emma:literal>
                </emma:interpretation>
                <emma:interpretation id="interp20" emma:lang="en-US" emma:confidence="0">
                  <emma:literal>Wink led</emma:literal>
                </emma:interpretation>
              </emma:one-of>
            </emma:emma>
          </inkml:annotationXML>
          <inkml:trace contextRef="#ctx0" brushRef="#br0" timeOffset="24187">19692 10462 89,'0'0'153,"0"0"379,0 0-291,0 0-85,0 0-25,0 0 64,0 0-13,0 0-39,0 0-3,0 0-33,0 0 29,0 0-42,0 0 0,0 0 16,41-45-20,-41 44 4,0 1-4,0 0-19,0 0-14,0 0-18,0 0 3,0 0 6,0 1-19,0-1-29,0 1-3,0 0-29,0-1-13,-2 2-6,0 2 3,2 2 45,-2 0 2,0 3-1,0 0 2,-1 1 0,1 1 22,0 2-6,0-2-14,2 1-1,0-1 11,0-3 20,0 2-32,0-3-54,0-1-4,0 0 9,2-3-12,2 0 13,-1-1 6,-1-1 23,2 0 19,0-1 19,0 0 29,4 0 27,1-1-21,1-3-28,0-1 16,-2-1-20,5 1-19,-5-2-3,0 0 29,1 0-29,-1 0 13,-2 1 3,-2-1-13,0 3-3,-2 1-12,-2 2 12,3 0 0,-3 1 0,0 0 1,0 0 0,0 0-1,0 0-20,0 0-15,0 0-7,-3 0-3,3 0 0,0 0-6,0 1-7,0 2 26,0-1 21,0 3 11,5 0 16,-1 1 10,0 1 0,2 0 12,0-1-38,3 0 3,-1 0-3,2-2-25,0 0 22,1 0-22,1-1 24,3-1-1,-3-1 0,1 0 1,-1-1-9,0 0 10,-1 0 3,-1-2 23,0-1-25,-3-1 24,-1 1 4,-2-3 4,0 1 8,-2-1 1,-2-1-13,0-1-27,0-2 34,0 0-20,-2 0-16,-4-1-10,-2 2 7,1-2-32,-3 1 15,2 2 1,-1-1-29,-3 4-26,4 0 32,0 3-29,1-1 10,1 1-36,0 2-46,2 0-25,0 0-30,2 0-49,0 0-55,2 3-30,0 0-92,0 0 20,4-1 221,2 0 160</inkml:trace>
          <inkml:trace contextRef="#ctx0" brushRef="#br0" timeOffset="24804">20099 10414 312,'0'0'23,"0"0"723,0 0-218,0 0-268,0 0-85,0 0 36,0 0-20,0 0-40,0 0-25,0 0-16,0 0-17,25-25-32,-17 22 9,0 2-44,2 0 22,3 0-10,-3 1-3,3 0-6,1 0-26,-2 0-1,1 0 2,-1 2-4,-1 0-2,-3 1-18,0 3 17,0-1-13,-1 1 16,-3 0-48,2 2 0,0-1-9,-4 2-14,0 0-48,-2-2 10,0 2-7,0-2 19,-4 0-19,-2-1 57,2 1 11,-2-2 19,-1 0-17,3-3 43,2 0 3,-2-2 13,4 0 16,0 0 43,0 0 41,0 0 13,0 0-18,0-4-108,2-2-32,4 0-10,1 0 0,-1-1 42,4 0-32,0 1 29,1-2 3,-1 2 13,0-1-13,3 2-58,-1-1 57,-1 2-33,-1 0 21,0 1 10,1 0 3,-3 2 13,0 0 38,-2 0-5,-2 1 8,1 0 1,-3 0-22,0 0 5,-2 0-19,2 1 14,-2 3 18,4 0-38,-2 3-11,0-1 0,4 2 0,-2 1-2,-2 1 0,5 0 0,-3 1-1,0 1 1,0-1-22,0 1-17,0-1-32,-2-2 1,2 1 2,-4-2 0,0 0-52,0-2 10,0-2-48,0-2-11,0 1-23,0-3 56,0 0-14,-2 0-29,-2-2-147,2-5-179,0-1 169,0-2 199,0-2 133</inkml:trace>
          <inkml:trace contextRef="#ctx0" brushRef="#br0" timeOffset="25004">20523 10262 375,'0'0'0,"0"0"1084,0 0-847,0 0-133,0 0 52,0 0 81,0 0-23,0 0-11,0 0-77,0 0-58,0 0-68,0 0-36,0 0-57,16-34-49,-14 34-98,0 0-74,2 6 25,-2 2-7,3 0-154,1 0-192,-6 0 443</inkml:trace>
          <inkml:trace contextRef="#ctx0" brushRef="#br0" timeOffset="25524">20599 10357 362,'0'0'52,"0"0"248,0 0 414,0 0-331,0 0-185,0 0-94,0 0-16,0 0-1,0 0-32,0 0-55,0 0-31,0 0-9,0 8 40,0-4 15,0 2-14,0 2 17,0 1-15,0 2-2,0 3 44,0 0-42,2 1 30,0 0-11,0 0-2,0-1 11,0-1-31,0-1-74,0-2 12,1-2 10,-1-2-6,-2-3-10,2-1 16,-2 0 13,2-2 39,-2 0 58,2 0 33,2-4 14,-2-1-105,2-2 0,2-2 14,1-1 25,-1 0-13,2-1 25,-2 0-47,0-1 18,5 0-6,-5 1-32,4 0 15,-4 1-1,5 2-22,-5 1 8,2 3-10,-4 1 14,1 1 11,-3 2-27,2 0-23,-4 0-14,2 1 65,0 1 34,0 1 18,0 0 23,0 0-50,2 1-12,0 1-9,0 1 15,1 0-16,1 2 13,0 1-12,0 0-4,0 1 15,3 1-14,-3-1-2,0 1-2,4-1-26,-3-1-48,1 0-56,0-2-3,-2 0-72,1-2-52,-1-1-91,0-2-102,2-2-114,1 0 401,-3-2 46</inkml:trace>
          <inkml:trace contextRef="#ctx0" brushRef="#br0" timeOffset="25878">21014 10160 892,'0'0'710,"0"0"-323,0 0-251,0 0-19,0 0 141,0 0 87,0 0-88,0 0-36,0 0-72,-20-35-51,20 35-38,0 0-25,0 0-16,-2 0-16,2 0-3,0 0-17,0 1-12,-2 1-22,2-2-28,0 4-26,-2 2 19,2 2 58,-2 4 2,2 3 23,-3 2 3,3 1 0,0 2 25,0 2 1,0 1 3,0 0-8,0 2-21,3 1-70,-1 0 25,4-2-73,-4 1 25,2-3-26,0-3-61,-2-1-23,2-2-72,-2-2-49,0-4-40,1-3-66,1-4-124,0-3 88,0 0 391</inkml:trace>
          <inkml:trace contextRef="#ctx0" brushRef="#br0" timeOffset="26295">21246 10321 124,'0'0'1391,"0"0"-923,0 0-224,0 0-79,0 0-10,0 0 19,0 0-39,0 0-90,0 0-45,0 0-29,0 0 29,-52 12 0,36-6 1,-3-1 13,3 1-13,-1 0-1,3 0 2,-3 0 1,1-1-1,3 0-2,-1 0 0,1-2-1,7 0-22,-2-2 1,4 1 18,2-1-41,2-1 7,0 0-7,0 0-4,0 0-9,0 1-6,0-1 18,0 2 24,0-2 22,0 1-16,2 1-7,0 0 13,2 2 10,0-1 30,2 3-14,0 1 13,3 0-7,1 1-9,2 0 16,3 1-25,-1 0 34,3 0-37,2 1 1,3-1 0,-1 1-2,2-2-69,-1 0-6,-1 0-44,0-2-50,-1-1-32,-1-1-81,-2-2-115,-5-2-131,2 0-36,-3-5 437</inkml:trace>
          <inkml:trace contextRef="#ctx0" brushRef="#br0" timeOffset="26657">21436 10125 466,'0'0'1388,"0"0"-1181,0 0-19,0 0-39,0 0 93,0-72 90,0 63-63,0 5-40,0 1-64,0 2 8,0 0-37,0 1-20,0 0-16,0 0-9,0 0-7,-2 0-25,2 0-19,0 0-21,0 0-19,0 0-18,0 0-25,0 0-16,0 0-22,0 2-10,0 1-8,0 3-3,0 3 52,0 3 38,0 3 12,0 3 0,0 3 10,0 1-8,0 3-2,4 1-32,0 2-13,3-1 1,-3 0-63,2 2-13,0-4-112,-2 0 2,-2-2-17,2-2-79,-1-3 55,-3-3-44,0-3-20,0-2-97,0-4-100,0-3 24,4-3 413,0 0 56</inkml:trace>
          <inkml:trace contextRef="#ctx0" brushRef="#br0" timeOffset="27716">21653 10311 134,'0'0'94,"0"0"167,0 0 834,0 0-777,0 0-97,0 0-36,0 0 31,0 0-9,0 0-24,0 0-45,-6-19-42,4 19-51,2 0-45,-2 1-13,0 0-41,-4 1 9,-1 2 16,-1 2 10,0 0-7,0 1-3,-1 2 13,5-2 1,0 1 14,0 0-17,2 1-30,2 0-68,0 0 32,0 0-38,4 0 47,4-1 27,1-1-10,1-1 58,6-2 6,-3 0-6,3-3-59,1-1-13,-3 0 14,1 0 19,-1 0 8,-1-5 31,-1-1 16,-2-1 7,1 0 32,-7-2-26,0 0 58,-4 0-2,0 0-21,0-1-31,0 2 47,-2 0-41,-4 1-33,0 3-6,-5 0-22,1 1-1,0 1 10,-3 1 11,1 1-27,1 0 13,1 0-7,0 5 7,-1-2-6,3 2 11,-2 2 9,2 1 4,-1 0 14,3 0-15,0 2 0,0-1-2,2 2 2,1-2 2,1 1-3,2 0 10,0-2-10,0 2 13,7 0 3,1-2 0,8 2 29,1-1-15,4 0 5,3-2-6,3 1-26,2-2-3,6-1-45,-2-1-19,3-1 28,-1-2 1,2-1-11,-4 0 4,2 0 14,-2-4 28,0-4 13,-4 1-10,-2-3 27,-2 0-27,-2-1 42,-5 0-26,-3 0 20,-3 1 45,-4 1-19,-3-1 22,-3 2 19,-2-1 35,0 1-93,-7 1-26,-1 0-22,-2 1-44,-3 0 15,-1 1 29,-3 1-13,1 2 13,-1 1 1,1 1 2,-1 0 16,1 0-3,-3 0-3,3 2 0,1 2 0,1 1-11,-1 1 10,3 0-12,-1 1-1,3 0-2,0 0-17,3-1 1,1 1 6,2 0 0,0-2-19,4 0 16,0 1-70,0-1 12,0 1 9,6-1 49,2 0 14,5-3 2,-1 2 21,5-3-21,-1-1-16,5 0-32,-2 0-10,1-5 10,-3-2 41,1-1 7,-1-5 39,0-2 6,-1-3-44,-4-4 19,5 0 8,-7-3 24,3-2-26,-1 0 3,-4-1-13,1-1 13,-5 0 54,2 2 30,-6 1-56,2 1 45,-2 3 61,0 1-20,0 1-23,-4 1-37,0 2 14,-2 4-21,1 2 15,3 3-9,-2 4-26,4 2-6,0 1-50,0 1-10,0 0-24,0 0-10,0 0-17,0 0-11,0 1-12,-2 2-20,2 4 9,-2 5 60,0 4 35,-2 5-6,4 5 6,0 2 0,0 3 22,0 2-20,4 2-2,2 1 0,-2 0 0,3 0-19,-1 0-35,0 0-66,-2-2-23,0-1-78,-2-3-55,2-2-40,-1-1-30,1-4-102,-2-5-222,2-1-136</inkml:trace>
        </inkml:traceGroup>
        <inkml:traceGroup>
          <inkml:annotationXML>
            <emma:emma xmlns:emma="http://www.w3.org/2003/04/emma" version="1.0">
              <emma:interpretation id="{0B2FD6B1-8D51-4ED9-84B0-3AB4A16FBCA9}" emma:medium="tactile" emma:mode="ink">
                <msink:context xmlns:msink="http://schemas.microsoft.com/ink/2010/main" type="inkWord" rotatedBoundingBox="22672,10087 24230,10011 24255,10505 22697,10582"/>
              </emma:interpretation>
              <emma:one-of disjunction-type="recognition" id="oneOf5">
                <emma:interpretation id="interp21" emma:lang="en-US" emma:confidence="1">
                  <emma:literal>seeds.</emma:literal>
                </emma:interpretation>
                <emma:interpretation id="interp22" emma:lang="en-US" emma:confidence="0">
                  <emma:literal>seeds,</emma:literal>
                </emma:interpretation>
                <emma:interpretation id="interp23" emma:lang="en-US" emma:confidence="0">
                  <emma:literal>seed.</emma:literal>
                </emma:interpretation>
                <emma:interpretation id="interp24" emma:lang="en-US" emma:confidence="0">
                  <emma:literal>scads.</emma:literal>
                </emma:interpretation>
                <emma:interpretation id="interp25" emma:lang="en-US" emma:confidence="0">
                  <emma:literal>seeds</emma:literal>
                </emma:interpretation>
              </emma:one-of>
            </emma:emma>
          </inkml:annotationXML>
          <inkml:trace contextRef="#ctx0" brushRef="#br0" timeOffset="29993">22825 10302 116,'0'0'79,"0"0"-53,0 0 342,0 0 212,0 0-336,0 0-172,0 0-43,0 0 98,0 0-3,0 0-40,0 0 23,0 0-16,0 0-32,0 0 31,0 0 4,9-23-16,-9 22-40,-5 1-38,1-3-39,-2 2-6,-2 0-1,-3-1-2,1 1 22,-2 0-7,-1 1 7,3 0 4,-2 0 2,1 0 4,1 0 14,2 3-11,-3 0-7,5 0 18,0-1-33,2-1-8,2 2-5,0-2 12,2 1 4,0 0-4,0-1 16,0 2 7,2 0 13,6 0 49,-2 0 16,7 2-3,1 0-14,5 0-46,-1 1-2,3 0-3,0 0-52,-3-1 10,1 2 19,-3 1-7,-1-1 20,-1 2-16,-3-2-10,-3 1-3,-2-1-10,-2 0-62,-2 0-36,-2-1-13,0-1-91,-6 0 202,-4 0 52,-1 0 0,-1-2-3,0 0-7,-5 0 10,1-1 2,1-2-2,1 0-19,-1 0 17,3 0 2,1 0 0,3 0-21,0-4 21,2 1 16,2 0 14,1-1 18,3 0 27,0 0-6,0-1-30,5 0 49,1 0-62,2 1-26,0-1-13,3 1 13,1 2 99,0-1-98,1 1-2,1 1-18,-1 0 6,3-1 11,-1 1 2,-1-1 3,1 1-3,1 0-7,-1-1 7,3 0 3,-3 1 20,1-1-4,1 0 4,1 1 42,-1-1-10,0-2 1,-1 2 9,-1-2 0,-3 1-7,-4 0-2,0 0 5,-1-1 17,-3 1 7,-2 0 22,-2 1 12,0-2-60,0 2 35,0 1 15,0-2-51,-4 2-38,0 0-20,-3-1 10,-1 1-10,2 0 22,-4 1-21,-1 0 2,3 0-3,0 0-9,-1 2-11,1 1 17,2 2-13,0-1-10,0 2 23,-1 1-16,3 0 18,0 1-12,2 0 13,-2 2 0,2 0-3,2 0-26,0 1 28,0 0-35,2-1 34,6 2-35,0-2 11,7 1 23,1 1-30,3-2 30,6-2 1,2-1-21,2-2-51,2-1 19,-2-2-36,2-1 10,-2-1-3,0 0-7,-1-1 16,1-4-13,-6-2 43,-2-1 9,-1-3-10,-5 0-6,-1-1 36,-3 0-39,-3 0 22,-4-1-11,-2 0 43,-2 2 2,0 0 34,0 1 0,0 2 34,-6 2 18,0 1-15,0 1-26,-1 0-20,-3 2 39,2 1 6,0-1 10,-3 2 0,1 0-26,-3 0 4,3 0 28,-2 2-19,-1 2-3,1 1-3,0 0-24,-1 2 43,3 0-36,-1 0-19,3 1-13,-2 0 0,4 0 6,-1 0-19,1 0 0,2 0 3,0-1 0,2 0 19,2 0-6,0-1 15,0 0-31,0 0 0,4 1 0,2-1 0,3 1 13,3-1 23,2 1-11,5-1 11,2 0-18,3 0-18,3-1-55,0-1-70,4-1 5,-2 0 20,2-1-16,0-1-36,2-1-33,-2 0-133,-2 0-132,0-4-156,-4-4 91,-2 0 437</inkml:trace>
          <inkml:trace contextRef="#ctx0" brushRef="#br0" timeOffset="30646">23820 10405 102,'0'0'134,"0"0"544,0 0-176,0 0-187,0 0-113,0 0-11,0 0-6,0 0-33,0 0-33,0 0-38,0 0 6,-11-21-52,7 20-9,0 0 25,-4-1-19,-1 0-31,-1-2 0,-2 1 34,-5 0-16,3 1 7,-1-1-1,-1 1-8,-1 1 2,1-1-18,-1 2 2,5 0-1,-3 0-2,3 0-16,-1 3 0,3 1 14,2-1-1,0 3 1,-1-2-2,5 1-31,0 1 33,-2 1 1,6-2-14,-2 2-17,2 0-16,0 0-13,2 0 19,6-1 16,0 1 23,5-2 3,1 1-45,1-1 16,1-1-26,3-3 0,-1-1-3,-1 0 6,2 0 10,-3-1 22,1-6 20,-3-1 22,-2-2 11,1-4 5,-3-2-2,1-4-36,-1 0-7,-2-3-35,5 0 42,-5-2 0,0 0 0,0 0-3,1-3 1,-3 0 1,-4 3 1,0 0 3,-2 2 10,0 3 113,0 2-81,0 2 71,-4 3-39,4 3 7,-4 5 25,2 1-38,2 3-26,-2 1-45,2 0-60,-3 0-8,1 1-9,-4 3-16,2 3 29,-2 4 63,-4 1 1,3 1 2,1 3 33,0 0-9,4 2-26,0 2 19,2 0-48,0 0 29,0 2 0,0-1-1,4 1-47,0 0 10,2-1 37,0 0 0,-1-2-34,1 0-13,0-2-11,-2-2-83,-2 0-3,4-3-72,-4-1-23,3-3-128,-1-1-23,-2-3-78,6-1 35,0-1 327,1-2 74</inkml:trace>
          <inkml:trace contextRef="#ctx0" brushRef="#br0" timeOffset="31083">24076 10346 186,'0'0'94,"0"0"206,0 0 320,0 0-285,0 0-85,0 0-26,0 0-10,0 0-10,0 0-84,0 0 15,0 0-12,2-46-40,-6 46-28,0 0-55,-5 0 0,3 0-39,-6 0 37,1 0 0,1 1 2,-2 3 0,1-2-1,-1 2-1,4 0-1,-1 2 1,1-1-15,0 0 1,2 1-3,2 0-10,2 0 26,-1 0-71,1-1 35,2 0-12,0 1-17,0-2-10,0 2 33,5 0 16,1 0-10,2 1 36,0 0 0,5 0 1,-3-1 2,0 0-36,1-1-22,-3 0-43,0-1 36,-2 0 7,1 1 3,-3-3 26,-2 1-17,0-2-19,-2 1 17,0-1-11,0-1-16,0 3-12,0-2-11,-2 1 95,0 1 3,-2-1 55,-3 0 46,-1 0-43,0 0-15,0-1-11,-1 1-32,1-1 0,2 0-18,0 0-83,-1-1-55,1 1-150,2-1-137,2 0-76,0 0 395,0 0 59</inkml:trace>
          <inkml:trace contextRef="#ctx0" brushRef="#br0" timeOffset="31309">24245 10494 884,'0'0'185,"0"0"844,0 0-734,0 0-182,0 0 16,0 0 129,0 0 1,0 0-118,0 0-111,0 0-30,0 0-93,0 0-166,9-13-131,-13 10-352,-1-1-949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4:14:52.57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Group>
    <inkml:annotationXML>
      <emma:emma xmlns:emma="http://www.w3.org/2003/04/emma" version="1.0">
        <emma:interpretation id="{9F47399C-853F-4889-8C52-17F9D2BFA81F}" emma:medium="tactile" emma:mode="ink">
          <msink:context xmlns:msink="http://schemas.microsoft.com/ink/2010/main" type="inkDrawing" rotatedBoundingBox="7859,8977 8460,9450 8426,9494 7825,9020" semanticType="callout" shapeName="Other">
            <msink:sourceLink direction="with" ref="{CF2ACF1D-4433-48D3-8415-CDF27DD8CAC5}"/>
            <msink:sourceLink direction="with" ref="{6EE92F81-1A5D-4074-A2D9-734D9DE420A9}"/>
          </msink:context>
        </emma:interpretation>
      </emma:emma>
    </inkml:annotationXML>
    <inkml:trace contextRef="#ctx0" brushRef="#br0">7826 9021 74,'0'0'134,"0"0"-69,0 0-36,0 0-13,0 0 33,0 0 349,0 0-118,0 0-87,0 0-99,0 0-48,0 0 12,6-7 17,-6 7 19,0 0-3,0 0-13,0-1-13,0 1-13,0 0 4,0 0 8,0 0 5,0 0 2,0 0-3,0 0 0,0 0-6,0 0-1,0 0-9,0 0-4,0 0-3,0 0-3,0 0-9,0 0-11,0 0-6,0 0-16,0 0-15,0 0-1,5 1 15,-3 3-9,6-1 10,0 3 42,3 0 0,5 3 19,1-1-32,1 2 23,1-1-36,1 2 6,1 1 6,0-2-28,2 2 0,-3 0 2,1 2-1,0 1 1,-1 1-2,3 0-17,-4 2 5,1-1-11,-1 1 23,-1 2 13,1-2 6,-2 1 4,-1-1-1,-3 0-6,1-1-3,-2-2 0,-1-1-11,1-3-1,-2 1-1,1-3-1,-3 0-12,2-1-6,-3-2-7,-1 0-15,4-2-14,-4 1-9,3-2 9,-1 0-16,2-1-16,1 1-52,-3-3-49,0 0-68,0 0-95,-3 0-137,-1-2-161,-4-4 159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4:14:54.581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Group>
    <inkml:annotationXML>
      <emma:emma xmlns:emma="http://www.w3.org/2003/04/emma" version="1.0">
        <emma:interpretation id="{7578A605-3629-468B-A873-54EA05A04E85}" emma:medium="tactile" emma:mode="ink">
          <msink:context xmlns:msink="http://schemas.microsoft.com/ink/2010/main" type="writingRegion" rotatedBoundingBox="5489,8933 16878,8829 16954,17082 5564,17186"/>
        </emma:interpretation>
      </emma:emma>
    </inkml:annotationXML>
    <inkml:traceGroup>
      <inkml:annotationXML>
        <emma:emma xmlns:emma="http://www.w3.org/2003/04/emma" version="1.0">
          <emma:interpretation id="{56D0E728-576E-43B8-A876-7C9BCE79EFAA}" emma:medium="tactile" emma:mode="ink">
            <msink:context xmlns:msink="http://schemas.microsoft.com/ink/2010/main" type="paragraph" rotatedBoundingBox="7899,10608 8826,8762 9202,8951 8275,1079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A9BD6D6-0579-4A78-B959-D140C7C402BE}" emma:medium="tactile" emma:mode="ink">
              <msink:context xmlns:msink="http://schemas.microsoft.com/ink/2010/main" type="line" rotatedBoundingBox="7899,10608 8826,8762 9202,8951 8275,10797"/>
            </emma:interpretation>
          </emma:emma>
        </inkml:annotationXML>
        <inkml:traceGroup>
          <inkml:annotationXML>
            <emma:emma xmlns:emma="http://www.w3.org/2003/04/emma" version="1.0">
              <emma:interpretation id="{6EE92F81-1A5D-4074-A2D9-734D9DE420A9}" emma:medium="tactile" emma:mode="ink">
                <msink:context xmlns:msink="http://schemas.microsoft.com/ink/2010/main" type="inkWord" rotatedBoundingBox="7899,10608 8826,8762 9202,8951 8275,10797">
                  <msink:destinationLink direction="with" ref="{9F47399C-853F-4889-8C52-17F9D2BFA81F}"/>
                </msink:context>
              </emma:interpretation>
              <emma:one-of disjunction-type="recognition" id="oneOf0">
                <emma:interpretation id="interp0" emma:lang="en-US" emma:confidence="0">
                  <emma:literal>RI</emma:literal>
                </emma:interpretation>
                <emma:interpretation id="interp1" emma:lang="en-US" emma:confidence="0">
                  <emma:literal>R...</emma:literal>
                </emma:interpretation>
                <emma:interpretation id="interp2" emma:lang="en-US" emma:confidence="0">
                  <emma:literal>R'!</emma:literal>
                </emma:interpretation>
                <emma:interpretation id="interp3" emma:lang="en-US" emma:confidence="0">
                  <emma:literal>rt.</emma:literal>
                </emma:interpretation>
                <emma:interpretation id="interp4" emma:lang="en-US" emma:confidence="0">
                  <emma:literal>R.I</emma:literal>
                </emma:interpretation>
              </emma:one-of>
            </emma:emma>
          </inkml:annotationXML>
          <inkml:trace contextRef="#ctx0" brushRef="#br0">8607 8924 63,'0'0'49,"0"0"16,0 0-32,0 0 6,0 0-3,0 0-17,0 0-2,0 0-1,0 0 4,0 0 68,0 0 172,0 0-126,13-6-85,-11 5-23,-2 0 10,0-1 36,2 1 16,-2 0 19,0 1 10,0-1 0,0 1-12,0 0-8,0-1-19,0 1-45,0-2 35,0 1 39,0 0-13,0-1 23,0 2-33,0-1-16,0 1-3,0-2 0,0 2-4,0 0 7,0 0-7,0 0-9,0 0-20,0 0-32,0 0-10,-2 0-3,2 0 10,-2 0-16,0 2-4,0 1-9,-1 1 9,-1 1 10,-1 1 13,-2 3 12,-2 1 14,-2 3-24,-4-1 1,3 4 10,-2 0-14,-4 2 1,2 1-1,-2 1 0,-2 1-1,1-1 2,-3 1 1,0 0 0,-1 0-1,4-1-25,-1-2-4,0 1-6,3-3 34,0-1-19,2-1 7,3-1 10,4-2-16,-2 0 17,1-3 2,4 0 1,0-1-1,-1 0 1,2 0 10,1-1-11,1-1 0,-1-1-1,1 1-1,2-3 2,-2 2-16,2-3 13,-1 0 0,1 0-7,0 1 10,-2-2 0,2 1-2,0-1-17,0 0-10,0 1-4,0-1-6,0 0 13,0 0 13,0 0 12,0 0-1,0 0-1,0 0-10,0 0 12,0 0-1,0 0 2,0 0 0,0 0 0,0 0-3,0 0-30,0 0 14,0 0 3,0 0-1,-2 0-5,2 1 22,-2 0 0,2 2 0,-2 0 0,0 1-1,0 0-12,1-1 13,-1 1 1,-2 0 0,3 0 0,-5 2 15,3 1-14,-1-1 34,-2 0-10,1 0-23,0-1 16,0 1-17,-3 2 0,1-2 33,-2 1-34,0 1 3,2-2 15,0 0-6,2 0-10,0-2-3,-1-1 0,2-1-14,1 2 11,-1 1 1,1-3-1,1 2-1,2-2-9,-2-1 10,1 1-10,1-1 10,-2-1 0,2 0 1,0 1-1,0-1 2,0 0-1,0 1 0,0-1 1,0 0 1,0 0 1,0 0 1,0 0 11,0 0-10,0 0 14,0 0-1,0 0 6,0 0 11,0 0-4,0 0-6,0 0-1,0 0-2,0 0-1,0 0-6,0 0 6,0 0 1,0 0-17,0 0 16,0 0-19,0 0-1,0 0-1,0 0 0,0 0 0,0 0-2,0 0 2,0 0 1,0 0-1,0 0 1,0 0-1,0 0 1,0 0-2,0 0 0,0 0 1,0 0 2,0 0 0,0 0 3,0 0 14,0 0-1,0 0-14,0 0 14,0 0-14,0 0 1,2 0 0,-2 0-3,0 0 1,0 0 1,0 0 11,0 0 0,0 0 6,0 0-3,0 0 4,0 0 2,0 0 1,0 0-4,0 0 3,1 0-2,-1 0-4,0 0 0,0 0 0,0 0-3,0 0-10,0 0 0,0 0 1,0 0-3,0 0-1,0 0-13,0 0 0,0 0 0,0 0 0,0 0 0,0 0-3,0 0 3,0 0-6,0 0 3,2 1-7,-2 0 7,0 1 3,0-1 13,0 2 50,0 1-15,2 0 10,-1 2-9,-1 1-1,2 1-16,-2 2-19,2 1 1,0 0-1,-1 3 25,-1-1-25,0 1-19,0 2 16,0-1-1,0 3 4,0-1 1,0 2 15,-3-1-16,1 0 1,-1 0 1,1 0-2,0-3-10,-1-1 8,3-2 2,-3 1-10,1-2 10,2 1 23,0-3-22,0 0 0,0-3-1,0-1-36,0-2 1,0-1-4,0-1 20,0-1 6,0 0-13,0 0-6,0 0 0,0 0 10,0 0 5,0 0 1,0 0-6,0 0-14,0 0-19,0 0-6,0 0 6,0 0-13,0 0-29,-1 0-39,1-2-43,-2 0-32,0-1-163,-1-2-258,-1-2 91,-1-1 384,22 35 157</inkml:trace>
          <inkml:trace contextRef="#ctx0" brushRef="#br0" timeOffset="377">7932 9845 174,'0'0'163,"0"0"-10,0 0 401,0 0-225,0 0-52,0 0-95,0 0-10,0 0-29,0 0-30,32 30-22,-25-25-1,-1 0-48,1 1-13,0-1-6,-1 0-7,3 0 0,-2 1-3,0-3-11,-2 2-2,3-1 0,-1-2 2,-2 1 2,0-1-4,2 0-29,1 0-23,-3-1-58,-1-1-39,1 0-13,-3 0-33,-1 1-29,1-1-98,-2 0-88,0 0-128,0 0 231,0-2 217</inkml:trace>
          <inkml:trace contextRef="#ctx0" brushRef="#br0" timeOffset="740">8224 9846 300,'0'0'186,"0"0"531,0 0-291,0 0-195,0 0-85,0 0-13,0 0 32,0 0 16,0 0-39,0 0-45,0 0-39,2-3-29,-2 3 0,0 0 3,0 2-12,0-2-4,0 1-13,0 2 0,-3-1-2,1 3 18,-2 0 10,0 1-6,-1 1 2,-2 0-22,2 2 0,-5-1 9,3 1 11,-1-1-23,0 1-60,-1-2-17,2 0-23,-2-1-67,4-1-14,-1 0-26,-2 0-82,3-1-74,-3-2-194,3-2-186,-1 0 456</inkml:trace>
        </inkml:traceGroup>
      </inkml:traceGroup>
    </inkml:traceGroup>
    <inkml:traceGroup>
      <inkml:annotationXML>
        <emma:emma xmlns:emma="http://www.w3.org/2003/04/emma" version="1.0">
          <emma:interpretation id="{04A7ECD3-947E-425F-93A9-A530CBEC2559}" emma:medium="tactile" emma:mode="ink">
            <msink:context xmlns:msink="http://schemas.microsoft.com/ink/2010/main" type="paragraph" rotatedBoundingBox="8537,10134 13467,10145 13466,10741 8536,1073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926C5587-0161-40F4-A2FB-0494BC034292}" emma:medium="tactile" emma:mode="ink">
              <msink:context xmlns:msink="http://schemas.microsoft.com/ink/2010/main" type="line" rotatedBoundingBox="9577,10136 13467,10145 13466,10732 9576,10724"/>
            </emma:interpretation>
          </emma:emma>
        </inkml:annotationXML>
        <inkml:traceGroup>
          <inkml:annotationXML>
            <emma:emma xmlns:emma="http://www.w3.org/2003/04/emma" version="1.0">
              <emma:interpretation id="{72FF7B48-D131-41B6-8F05-9C7F8DCED3AF}" emma:medium="tactile" emma:mode="ink">
                <msink:context xmlns:msink="http://schemas.microsoft.com/ink/2010/main" type="inkWord" rotatedBoundingBox="9577,10183 11267,10187 11265,10727 9576,10724"/>
              </emma:interpretation>
              <emma:one-of disjunction-type="recognition" id="oneOf1">
                <emma:interpretation id="interp5" emma:lang="en-US" emma:confidence="1">
                  <emma:literal>Round</emma:literal>
                </emma:interpretation>
                <emma:interpretation id="interp6" emma:lang="en-US" emma:confidence="0">
                  <emma:literal>Rand</emma:literal>
                </emma:interpretation>
                <emma:interpretation id="interp7" emma:lang="en-US" emma:confidence="0">
                  <emma:literal>Roved</emma:literal>
                </emma:interpretation>
                <emma:interpretation id="interp8" emma:lang="en-US" emma:confidence="0">
                  <emma:literal>Raind</emma:literal>
                </emma:interpretation>
                <emma:interpretation id="interp9" emma:lang="en-US" emma:confidence="0">
                  <emma:literal>Rosend</emma:literal>
                </emma:interpretation>
              </emma:one-of>
            </emma:emma>
          </inkml:annotationXML>
          <inkml:trace contextRef="#ctx0" brushRef="#br0" timeOffset="8835">9036 10515 316,'0'0'85,"0"0"-82,0 0 473,0 0-235,0 0 26,0 0-88,0 0-29,0 0 22,0 0-29,0 0-39,0 0-7,0 0-19,5-11-10,-3 11-13,-2 0-17,0 0-8,0 0-5,0 0-8,0 0-16,0 0-1,0 0-3,1 0-16,-1 2-10,0-1-6,3 0-4,-3 2 4,0 1 35,2 2 42,-1 2 0,1 2-29,2 1-11,-4 1 31,3 2 9,0-1-26,-1 2 3,3-2-19,0 0-16,-4 0 16,3-1-2,-2 0-9,-1-2-12,1-1 20,0-2-26,-2-2-3,2 0 9,-2-3 4,0-1 3,0 1 16,0-2 16,0 0 13,0 0 13,0 0 10,0 0 9,0 0 26,0-2 6,0-2-6,0-3-51,0-2-14,0-4-22,0 1-22,0-2 15,0-2 4,0-1 3,1 0-71,-1-2 49,2 0 6,-2-1-23,3-2 23,-3 2-3,0 0 6,2 0-23,-2 2 12,2 0 24,1 3 0,-2-2-2,3 3-10,-1-1 12,1 4-3,1 1 0,0 1-29,1 1 29,-1 2-30,1 0 33,2 1-1,2 2-37,-2-1-17,3 2 16,2 0 3,-1 2 20,1 0-19,-3 0 18,2 0-22,-4 2 7,-1 3 16,0 0-3,-1 4-20,-1 0 37,1 2-24,-6 1-23,0 1-39,0 2 59,-2-1 29,-5-1 0,-3 2-1,-2-3-15,-1 0 14,-2 0 2,0-2-46,-4-2-35,4-1 80,-3-1-19,4-1-35,1-3 55,1 0 2,3 0 15,0-2-17,4 0 19,-1 0-3,3 0 17,3 0 38,0-2-41,0 0-30,0 1-23,0 0 23,2 0 81,1-1-6,-1 2-50,0-1-21,-1 1-2,-1 0-2,2 0 0,1 0-13,1 1-14,2 2 27,-1 1 58,0 3-12,2 0 12,1 1-32,1 3-7,1 2 7,1 0 7,2 0-8,0 3-8,0-1 8,0 1-5,1 1-20,1-3-9,-3 1 9,1-1 0,-1 0-52,1-2-38,-4-2-20,1-1 19,0-2-65,-1-1-32,-1-1-76,2-3-126,-3-2-158,3 0 121,-2-1 316</inkml:trace>
          <inkml:trace contextRef="#ctx0" brushRef="#br0" timeOffset="10378">9455 10552 402,'0'0'52,"0"0"333,0 0 91,0 0-301,0 0-113,0 0-6,0 0 51,0 0 55,0 0-74,0 0 0,0 0 2,-22 26-22,21-18-66,-3-1 0,1 2-1,-1-1 1,0 1 11,2 1-10,-1 0 33,3-1-1,-4 0-31,4-1-2,-2-2 11,2 0-11,0 1-2,0-3-15,2 1-27,2-1 16,1-1-3,-1 0 9,1-2 1,2 0 19,4-1 44,0 0 8,1 0-26,3 0-26,-1-2-39,0-3 3,0 0 4,-1-1 6,-2-1 10,2-1-10,-5 0-33,-1-2-5,-1 0 34,-4-1 30,-2 0-133,0 1 62,-2 0-14,-5 0 14,0 2 71,-4 0 11,2 1 41,-2 1-30,-2 1 8,3 0 12,-5 2-40,5 0 1,-4 0 62,3 1-3,-1 2-62,2 0 36,3 0-10,2 0 6,1 0-30,4 0-2,0 0-2,0 0-17,0 0-24,0 0-2,4 0-20,-2 2-7,1-1 72,2 1 56,3 1 35,1-1-23,-1-1-7,4 0-15,-2 0-43,2 1 23,-1-2-10,2 0 7,0 0-21,-1 0 0,1 0 15,-3 0-17,1 0-11,-4 0 7,0-3 4,-2 2 2,2 0 37,-4 1 12,-1 0 30,-1 0-6,1 0-1,-2 0-13,0 0-9,0 0-20,0 0 10,0 0-6,0 0-19,0 0-17,0 1-26,0 1-6,0 1 32,0 3 0,0-1 32,0 3-3,0 0-16,0 0-13,0 0 0,0 0 2,0 1-3,2 0 2,1 1 1,1 0 11,-1-2-10,1 0 17,2 0-20,-1-2 0,2 0 3,0-1 10,-1-1-12,1 0-1,0-2 0,0-1-2,2-1 2,-2 0 19,2 0-3,2-2 3,0-2-15,2-2 15,-5-1-16,3 0 17,-4-2-8,0-1 4,0-1-13,0-1-1,-1 0-2,-2 0-13,1-2-29,-5 2-13,3 0 4,-3 1 3,0 3-14,0 0 62,0 5 42,0 0-28,-3 2-14,3 0 0,0 0 10,0 1-8,0 0-2,0 0-14,0 0-31,0 0-23,0 1 4,0 2-4,0 1 68,0 3 16,0 2 39,0-2-26,0 1-29,0 0 0,0 1 0,0-2 3,5 2 13,-1-1-14,1 0 14,1 1-16,-1 0-12,2-3-7,0 1 18,2-2-11,0-1 12,-2-2-25,3 0 2,-2-2-6,1 0 3,-1 0 0,0 0-13,1 0 0,-3-3 4,1 0-17,0-2 0,-4-2 35,1-1 17,-1-2 1,0-1 22,-1 0 22,-2 0-32,0 0-13,0 0 0,-2-1-1,-1 2 2,-2-1-1,3 4 0,1 1 2,-1 0 11,-1 2 84,3 3-26,0 0 7,0 0-20,-2 1-26,2 0-21,0 0-11,0 0-19,0 0-17,0 0-3,0 2-12,0-1-7,0 4 58,0 2 13,-2 2 61,2 0-45,-2 1-10,2 1-3,0 0-12,0 1-3,0 0 37,0 0-18,0 1-18,2 0 14,-2-1-13,0-1 10,0-3-13,0-1-16,2-1 14,-2-2-1,0-3-23,0 0 16,0-1 10,0 0 36,2 0 15,-2 0 1,1-1 25,3-3 29,-1-2-93,1-1 5,0-2-17,3-2 0,-2-1 22,4-1-10,-1-1 3,2-1-16,0 1-23,2-3-22,-2 5-19,0-1-4,2 4 11,-2 2 5,0 0 26,-3 3-32,1 2 13,-2 2 10,0 0 5,-1 0-5,0 0 3,-2 2-20,1 2 42,0 3 10,0 1 26,-1 2-3,2 1-20,-1 0 11,-1 1-14,1 0 0,2 0-1,-3 0 0,2-1-28,-1 1-4,1-3-51,-1 0-16,-2-3-20,0 0-23,1-2-52,-3 1-71,2-3-141,0-1-102,-2-1 101,2 0 255</inkml:trace>
          <inkml:trace contextRef="#ctx0" brushRef="#br0" timeOffset="11079">10410 10589 291,'0'0'92,"0"0"-24,0 0 978,0 0-773,0 0-117,0 0-68,0 0 51,0 0 46,0 0-30,0 0-55,-8-43-6,3 38-30,1 0-16,-1 1 17,0-2 41,-3 1-52,1 2 17,-1 0-71,-4 2-12,2 0-7,-3-1 6,-1 2 13,-2 0 1,2 0 12,-3 2 0,5 2-13,1 1 3,1 2 22,1 0-25,-1-1 0,3 4-1,2-2-37,-3 1 9,7 2 10,-3-2 6,4 0-3,0 0-19,0 0-4,0-1 7,4 0-45,2-1 25,4 1-9,2-2 61,3-1-1,2 0-15,2-2-23,1-1-48,-1-2-32,1 0-8,-4 0 40,0-2 12,-2-3 40,1-3 35,-3-2 26,-1-2 9,0-2 20,-3-2-16,0-3 10,-1-1-14,0-3 1,-3-1-36,0 0-36,-1 1-2,-3-1 37,0 0 1,0-1 55,-1-1-26,-5 1 55,0 1-20,1 2-12,0 0 58,0 2-40,-1 4-28,2 1 138,1 3-64,-1 4-24,4 1-2,-1 5-43,1 1-5,0 1-28,0 0-14,0 0-29,0 0 0,0 0-9,0 0-16,0 1-16,-2 1-10,2 1-1,0 4 33,-4 4 48,3 3 20,-3 4 15,2 1 3,0 2-15,0 2-23,2 0-12,0 2 12,0 1 13,0 0-12,0 0-1,2 1-11,0-1-18,2-1-38,-2 2 6,3-3-6,-2-2-36,3-1 0,-1-2-40,3-1-2,-2-2-59,3-2-26,2-2-99,0-2-123,-1-3-131,3-4 100</inkml:trace>
        </inkml:traceGroup>
        <inkml:traceGroup>
          <inkml:annotationXML>
            <emma:emma xmlns:emma="http://www.w3.org/2003/04/emma" version="1.0">
              <emma:interpretation id="{2D9B5399-9214-4F1B-AE28-660DDE975ED5}" emma:medium="tactile" emma:mode="ink">
                <msink:context xmlns:msink="http://schemas.microsoft.com/ink/2010/main" type="inkWord" rotatedBoundingBox="11917,10141 13467,10145 13466,10658 11916,10654"/>
              </emma:interpretation>
              <emma:one-of disjunction-type="recognition" id="oneOf2">
                <emma:interpretation id="interp10" emma:lang="en-US" emma:confidence="1">
                  <emma:literal>seeds.</emma:literal>
                </emma:interpretation>
                <emma:interpretation id="interp11" emma:lang="en-US" emma:confidence="0">
                  <emma:literal>seed S.</emma:literal>
                </emma:interpretation>
                <emma:interpretation id="interp12" emma:lang="en-US" emma:confidence="0">
                  <emma:literal>seed S</emma:literal>
                </emma:interpretation>
                <emma:interpretation id="interp13" emma:lang="en-US" emma:confidence="0">
                  <emma:literal>seed s.</emma:literal>
                </emma:interpretation>
                <emma:interpretation id="interp14" emma:lang="en-US" emma:confidence="0">
                  <emma:literal>seed 5.</emma:literal>
                </emma:interpretation>
              </emma:one-of>
            </emma:emma>
          </inkml:annotationXML>
          <inkml:trace contextRef="#ctx0" brushRef="#br0" timeOffset="63376">11241 10530 234,'0'0'3,"0"0"39,0 0 532,0 0-215,0 0-197,0 0-87,0 0 42,0 0-6,0 0 61,0 0-22,0 0-21,0 0-38,0 0-26,0 0 19,0 0-23,0 0 10,0 0-38,-10-65-4,5 62-29,0 1-1,-4 1-41,-2-1 26,2 2-1,-4 0-2,0 0-10,-2 0 3,-1 3 13,0 1-16,2 0 28,1 0-12,3 1-19,2-2 3,4 1-4,-1 0-6,3-1-16,2 1 23,0-1 6,0 1-29,0 0 0,7-1 6,-1 1 49,5-1 52,1 1-20,3-1 4,1 2 13,1-3-23,0 2-10,1-2-16,-4 2-16,2-2-4,-3 2-9,-2-2 9,-1 3-15,-1-1 22,-4-1-10,1 2-13,-4-1-19,-2 0-29,0 1 61,-2 0 23,-1 1 33,-5-1 9,3 1-3,-4 1 6,-1-3-9,0 1-20,0-2-3,-3 1 0,2-2 3,0 0-16,-1 0 3,1-1 20,2-1-3,0 0 2,1 0-18,0 0 12,6 0 16,-1-1 14,1-1 18,0 0-47,2 0-1,0-2-18,0 2 2,0-1-36,4 0 10,1-1-35,2 1-11,1 0 37,2 0-4,1 1 6,3-1 14,-1 0 18,1 2 1,2-3 0,-2 1 1,1 1-1,-1-1 1,2 0 0,0 1-1,0-1 2,1-1-1,-2 0 0,0 0 28,-1-1 14,-1 1 5,-3 0 7,0 0-9,-5 0-1,0 0 0,-1 0 17,-2-2-23,1 2 19,-3 0-16,0 0 0,0 0-26,0 1 36,0-1-7,0 2-13,0 2-30,-2 0 17,-1 0-6,-1 0-13,-3 0-28,-2 0-10,-1 2 35,-1 1-15,0 1 18,2-1 26,2 1-26,-1 0-15,3 0-14,-2 3 28,6 0 0,-3 0-22,0 1 23,2 0 12,0 0-10,1 0-2,1 2 39,0-1-37,0 0-2,0-3 0,1 2 0,3-2 1,2 1 22,1-1-22,0-1 25,2-1-8,3 1-17,3-2 20,1-1 2,0-1-23,4-1 0,-1 0-36,-1 0 1,1-3 16,0-2-1,1 0 1,-2-2 16,-1-1-23,3 0 10,-2-1 15,-2 0-1,-3-1 2,-1 0 0,-2 0-13,-5-1 22,0 3-9,-2 0 4,-1 1-4,-2 2 0,0 1 2,0-1 30,0 3-19,0 1-13,-2-1-14,-1 2-18,-4 0-30,0 0 24,-2 0 14,-2 0 24,4 0 2,-2 3 21,2-1-2,0 4-21,1-1 0,1 0 0,-2 1 13,1 1 3,1-1-15,-1 2 12,1-1-12,1 2 0,3-1 17,-3 0-18,4 1 0,0-2 9,0 0-8,0 0 2,0 0 6,0-1-9,4 0-1,-1-1-11,2-2 11,1 1-11,1-1 12,2-1 15,2 0-13,0-2-1,1 1-1,4-1 0,3 0-39,-4 0-10,3-1-2,2-3 2,-1 1-15,-1-3 5,2-1-15,-1 0 6,0-3 6,-1 0-35,-2-1 16,-2 1-72,-1 1-16,-1-2-33,-1 2-26,-3 1 17,-2 0 25,0 2 55,-5 1 122,3 2 9,-4-2 26,2 1 19,-2 0 95,0 0 23,0 2 0,0-1 3,-2 0-35,-2-1 12,4 1-23,-3-1-3,1 1 23,-1 0 2,1 1 4,-1-1-62,-4 1-22,2 2 9,0-1-6,-4 1-24,2 0-5,-2 0 3,0 0-13,2 0 6,-2 0-7,2 0-5,-4 3-19,4 1-1,0 0 3,-2 2-2,1-1 18,1 1-19,0 2 3,4 1-6,-2-2 3,0 3-12,2-1 8,1 0 1,2-1-10,0-1-22,0 0-1,0 0 11,0-1-8,4-1-18,2 0 22,-1-1 13,4 0-4,1-2-15,0 0-20,2-2-7,1 0 59,-1 0-23,1-3-22,-1-2-14,1-3 39,-3-1 23,1-3 36,-3-3 0,-2-1-33,0-3 39,-5-4-6,5 0-33,-5-2-3,2 0-36,0-3-97,-1 1 30,-2-2 57,2 3 46,-2-1 10,0 3 9,0 0-19,-2 3 127,0 0-56,-1 3 55,0 3 13,2 3-55,-1 4 16,-2 2-10,4 3-35,0 1-13,0 2-42,0 0-23,0 0-35,0 2-25,0 3-46,0 1 32,0 4 97,0 2 17,0 3 3,0 2-19,0 1 31,0 1-10,6 0 17,0 1-36,1 1 10,0 0 7,1 1-19,2 2-1,0-1-29,-2-1-10,1-1-3,-2-2-29,1 1-29,-2-4-23,-1 0-23,1-1-29,-5-3-30,3 1-88,-1-4-84,-1-1-80,1-2 47,-2-2 276,5-2 111</inkml:trace>
          <inkml:trace contextRef="#ctx0" brushRef="#br0" timeOffset="63882">12226 10468 518,'0'0'147,"0"0"729,0 0-625,0 0-86,0 0-6,0 0 29,0 0-23,0 0 19,0 0-39,0 0-58,-6-19-39,3 19-19,-2 0-13,-1 0-16,-2 0-33,-4 0 33,0 0 26,1 1-23,-3 3 0,3-1-3,-3 1-1,5 0 0,0-1-19,2 4 17,-2-1-14,3 1 17,1 0-2,2 0-14,-1-2-38,2 1 15,2-2-9,0 0-14,0 1 27,2 1-7,2-2 7,2 0 22,2 2 0,4-1-10,-1-1-16,5 1 4,-1-1-4,1 1-51,0 0-14,-2-1-39,-3 1-3,1-1 56,-2 0 34,-3 1 27,-2-1 10,-3 1-24,1 0 43,-3-1 0,0 1 36,0 0 55,-3 0-39,-2 0-7,-1 0 24,-3-1-27,-2 1 39,1-1-20,-3-1-12,-2-1-30,3 0 11,0-1-14,-1-1 10,3 0-13,-2 0 0,5 0-13,0 0-26,2-1-68,1-1-94,2-1-78,2-1-170,0-1-366,6-1 408,3-1 237</inkml:trace>
          <inkml:trace contextRef="#ctx0" brushRef="#br0" timeOffset="64150">12401 10602 320,'0'0'645,"0"0"418,0 0-765,0 0-56,0 0-26,0 0 22,0 0 37,0 0-78,0 0-86,0 0-48,0 0-34,6 0-26,-6 0-1,0 0-2,0 0-34,0 0-124,0-1-167,-4-2-134,1-1-356,-3 0-899,13 16 1517</inkml:trace>
        </inkml:traceGroup>
      </inkml:traceGroup>
    </inkml:traceGroup>
    <inkml:traceGroup>
      <inkml:annotationXML>
        <emma:emma xmlns:emma="http://www.w3.org/2003/04/emma" version="1.0">
          <emma:interpretation id="{A082E9DA-86EF-482A-B2C6-DA12DC6190FB}" emma:medium="tactile" emma:mode="ink">
            <msink:context xmlns:msink="http://schemas.microsoft.com/ink/2010/main" type="paragraph" rotatedBoundingBox="5500,11829 15353,11362 15389,12120 5536,125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3AFADF3-61B4-4794-8313-8ABAFDBDE0D7}" emma:medium="tactile" emma:mode="ink">
              <msink:context xmlns:msink="http://schemas.microsoft.com/ink/2010/main" type="inkBullet" rotatedBoundingBox="5501,11859 6024,11834 6045,12261 5522,12286"/>
            </emma:interpretation>
            <emma:one-of disjunction-type="recognition" id="oneOf3">
              <emma:interpretation id="interp15" emma:lang="en-US" emma:confidence="1">
                <emma:literal>2)</emma:literal>
              </emma:interpretation>
              <emma:interpretation id="interp16" emma:lang="en-US" emma:confidence="0">
                <emma:literal>2</emma:literal>
              </emma:interpretation>
              <emma:interpretation id="interp17" emma:lang="en-US" emma:confidence="0">
                <emma:literal>a)</emma:literal>
              </emma:interpretation>
              <emma:interpretation id="interp18" emma:lang="en-US" emma:confidence="0">
                <emma:literal>A)</emma:literal>
              </emma:interpretation>
              <emma:interpretation id="interp19" emma:lang="en-US" emma:confidence="0">
                <emma:literal>I)</emma:literal>
              </emma:interpretation>
            </emma:one-of>
          </emma:emma>
        </inkml:annotationXML>
        <inkml:trace contextRef="#ctx0" brushRef="#br0" timeOffset="78920">5569 12068 307,'0'0'114,"0"0"531,0 0-225,0 0-286,0 0-27,0 0-6,0 0 41,0 0 24,0 0-30,0 0-39,0 0-16,0 0-10,0 0 3,0 0 4,0 0 2,0 0 4,0 0-7,0 0-19,0 0-20,0 0-3,4-8-9,-1 7 0,0 1-10,0-2-16,2 1-51,2-1-7,2 1-6,1 0 22,-2 1 40,2 0 2,-2 0 0,-1 0 19,0 0-19,1 0-45,-3 0 6,1 3 17,-1 1 3,-2 1 15,2 0-15,-2 3-7,-1 0-12,-2 1-33,0 0 6,-2 2 4,-4 0 41,-3 1-18,-1 0-27,-3-1 65,-1 1-2,-1-2-1,1 1-33,0-1 17,2-3 15,-1 0 3,4 0 0,-2-3 0,2 1-2,4-2 1,-2-1-14,2-1 16,4 0 0,-1 0 2,2-1 11,0 0 0,0 0-10,0 0 10,0 0 0,0 0-12,2 0-1,4-1-19,1-1 19,0 0-3,4 0-16,-1-2 17,2 2 2,1 0-1,1 0-2,-1 0-10,-1 1 13,3 0-2,-1 0-8,-1 0 7,-3 0 3,2 1-13,-4 0-87,-1 0-13,3 0-72,-5 0-111,-1 0-88,1 0-40,-4-2-23,1-1 278,-2-1 61</inkml:trace>
        <inkml:trace contextRef="#ctx0" brushRef="#br0" timeOffset="79352">5736 11866 261,'0'0'94,"0"0"386,0 0 15,0 0-251,0 0-114,0 0-55,0 0 25,0 0 21,0 0-31,-2 1-41,2 1-7,2 1-6,2 2 42,3 1 2,-2 2 50,6 0-50,-2 1 17,0 0-23,2 1-6,1-2-17,0 2-25,1 0-3,1-1-22,3 2 15,-1 0-15,-2 2 0,2-1 11,-2 2-12,-1 0-19,-2 0 19,-2 0-19,-2 2-13,-2 0-7,-3-1-2,0 1-50,-2-1 21,0 1 8,-2-1-12,-3 1 9,-4-1-41,-4 0 2,3 0-55,-7-2 0,-1-1-84,1-3-70,-1 0-127,-2-3-143,2-2 338,4-1 180</inkml:trace>
      </inkml:traceGroup>
      <inkml:traceGroup>
        <inkml:annotationXML>
          <emma:emma xmlns:emma="http://www.w3.org/2003/04/emma" version="1.0">
            <emma:interpretation id="{09282ABB-B504-4EB4-838D-1D8A9CB980F5}" emma:medium="tactile" emma:mode="ink">
              <msink:context xmlns:msink="http://schemas.microsoft.com/ink/2010/main" type="line" rotatedBoundingBox="6461,11784 15353,11362 15389,12120 6497,12542"/>
            </emma:interpretation>
          </emma:emma>
        </inkml:annotationXML>
        <inkml:traceGroup>
          <inkml:annotationXML>
            <emma:emma xmlns:emma="http://www.w3.org/2003/04/emma" version="1.0">
              <emma:interpretation id="{45A10C1A-255A-45F9-BB87-F0DCB4ADCAFF}" emma:medium="tactile" emma:mode="ink">
                <msink:context xmlns:msink="http://schemas.microsoft.com/ink/2010/main" type="inkWord" rotatedBoundingBox="6466,11889 8362,11799 8381,12206 6485,12296"/>
              </emma:interpretation>
              <emma:one-of disjunction-type="recognition" id="oneOf4">
                <emma:interpretation id="interp20" emma:lang="en-US" emma:confidence="1">
                  <emma:literal>Flower</emma:literal>
                </emma:interpretation>
                <emma:interpretation id="interp21" emma:lang="en-US" emma:confidence="0">
                  <emma:literal>Flower.</emma:literal>
                </emma:interpretation>
                <emma:interpretation id="interp22" emma:lang="en-US" emma:confidence="0">
                  <emma:literal>Flowers</emma:literal>
                </emma:interpretation>
                <emma:interpretation id="interp23" emma:lang="en-US" emma:confidence="0">
                  <emma:literal>Frowner</emma:literal>
                </emma:interpretation>
                <emma:interpretation id="interp24" emma:lang="en-US" emma:confidence="0">
                  <emma:literal>Froward</emma:literal>
                </emma:interpretation>
              </emma:one-of>
            </emma:emma>
          </inkml:annotationXML>
          <inkml:trace contextRef="#ctx0" brushRef="#br0" timeOffset="80707">6386 11998 341,'0'0'13,"0"0"659,0 0-490,0 0-87,0 0 97,0 0 81,0 0-111,0 0 10,0 0-16,0 0-20,0 0-4,0 0-6,0 0-16,0 0-4,0 0-19,0 0-17,-11-24-19,11 24-18,0 0-14,0 0-18,0 0-1,0 1-32,0-1-16,0 2-16,0 2-26,0 0 0,2 3 54,2 3 23,-2 2 13,1 3 0,3-1-1,-1 3 1,0 3 1,-1-3 35,0 0-14,-1-1-10,1-2-12,-1-1-3,-1 0-26,0-1-77,-1 0 2,1-2 17,0-2-58,1-1-56,-3-2 3,0-1 39,1-2-39,-1 0-56,0-1-98,0-1 16,0 0 72,0 0 46,0-7 87,0-1 95,0 2 31</inkml:trace>
          <inkml:trace contextRef="#ctx0" brushRef="#br0" timeOffset="81017">6380 11932 54,'0'0'154,"0"0"485,0 0-183,0 0-167,0 0-103,0 0-47,0 0 17,0 0 3,0 0-13,0 0-36,0 0-98,10-7-12,-1 4-19,4-1 18,0-1 1,6 3 1,1-2 18,1 1-19,-3 0-1,0 1-15,0 1 13,-6 1-26,0 0 13,-2 0-91,-5 0-61,0 0-46,-1 3-56,-3 2-130,-1-1-118,0 1 38,-3 2 304,-6 0 140</inkml:trace>
          <inkml:trace contextRef="#ctx0" brushRef="#br0" timeOffset="81264">6348 12107 155,'0'0'56,"0"0"-24,0 0 40,0 0 509,0 0-174,0 0-231,0 0-66,0 0-3,0 0 14,0 0-14,74 4-32,-58-4-11,-2 0-5,5 0-40,-3 0-19,0 0-1,-2 0-1,0 0 0,-1 0-53,-2 0-69,-3 0-126,2 0-33,-3 0-49,-2 0-95,-2 0-29,2 0 348,-5 0 7</inkml:trace>
          <inkml:trace contextRef="#ctx0" brushRef="#br0" timeOffset="81665">6739 12004 143,'0'0'89,"0"0"660,0 0-283,0 0-173,0 0-154,0 0 63,0 0 41,0 0-46,0 0-13,0 0-1,0 0-6,17-59-14,-17 59-20,0 0-22,0 0-38,0 0-33,0 0-33,0 0-17,-2 0-19,2 1-13,0 1-12,0 0-16,0 1-16,0 3-4,0 2 55,0 4 25,0 1 3,0 4 16,2-1 9,-1 4-28,1-1-46,0 3-24,0-1-7,-2 0-19,1 1-7,1-2-41,0 1 34,-1-2-64,-1-1-46,0-2 61,0-2-51,0-1-76,0-2-85,0-4-59,0-3-89,4-4 252,-2 0 215</inkml:trace>
          <inkml:trace contextRef="#ctx0" brushRef="#br0" timeOffset="82727">6927 12162 223,'0'0'72,"0"0"1262,0 0-996,0 0-172,0 0-53,0 0 52,0 0 29,0 0-46,0 0-74,0 0-59,0 0-15,0 0-29,-8-4 0,4 7-3,0 0 17,-1 2 15,-2 2 0,1 0 16,-1 2-15,3-2 19,1 1-20,-1 0-33,4-1 11,-2-1 2,2 0-47,0-1 22,0 0 6,2-1-35,2-1 12,-1 0 46,1-2 0,3 1 0,-1-1 16,2-1 17,0 0 6,-1 0-1,0 0-2,0-3-7,-1 0 6,-1 0 7,0-2-10,-1-1-16,-1 0-1,1-2-1,0-1-1,-2 2-19,-2-2 2,0 0 8,0 1-14,0 0 3,0-1-55,-6 2 65,1 0 10,-1 1 2,1 0-12,-2 2-6,-2-1-10,2 1-17,-2 2 4,-2 2 3,2-2 36,4 2-26,-3 0 29,5 0 32,1 0-12,0 0-20,2 0-16,0 0 12,0 0-12,0 0-10,4 0 8,1 0 18,3 0 52,2 0 3,3 0-20,1 0-12,2 0-10,0 0 0,0 0-10,-1-2-1,-1 1-2,1 0-2,-3 0-1,1-1-16,-3 2 2,-1 0 15,-1 0-14,-1 0-7,-6 0 20,3 0 3,-4 0 16,0 0 7,0 0 3,0 3 0,0-1-10,0 3 7,0 1 25,0 0 1,0 1-33,2 0 13,-2 0-16,1-1-9,1 2-3,-2-1-1,2-1 20,0 1-19,-1-2 12,4-1-13,0 1-13,-3-2-20,1-1-5,2-1-6,-1 1 43,4-2 2,-3 0 37,2 0-5,1 0-14,-2-3 16,3 0-18,0-2-15,-2 0 11,0-1 9,0 0-18,-1 1 8,-3-1 21,1 0-7,-2 1-23,2 0 0,-3 1 13,-1 2-4,0-1-12,0 3-13,0 0-45,0 0-32,0 0 2,0 0 30,0 0 3,0 1 39,0 4 16,2-1 32,0 1-6,-1 2-6,3-3-20,-2 2 1,1-2-1,3 1 1,1-1 11,0 1 13,0-1-8,6 1-15,-1-2 24,3 0-4,0 0-22,2-1 30,1-2-27,-4 0-3,2 0 3,-3 0-1,0-3 11,-3-1-12,-3 0 18,2-1 10,-3 0 4,-5-1 38,3 0-7,-4-1-38,0-1-26,-2-2 0,-3 2 29,-2-2-29,-1 2-1,0-1-24,-3 1 24,0 1-30,0 1 5,-2 1-3,3 1-13,0 1 3,0 1-67,0 2-11,5-1 14,-2 1-17,2 0-29,4 0-78,-1 0-141,2 0-124,0 0-16,2 0 188,-1 0 252</inkml:trace>
          <inkml:trace contextRef="#ctx0" brushRef="#br0" timeOffset="83331">7567 12072 67,'0'0'180,"0"0"957,0 0-870,0 0-82,0 0-16,0 0 22,0 0-22,0 0-40,0 0-6,0 0-1,0 0-9,-4-14-20,4 14-22,-1 0-23,1 0-23,-4 1-25,1 0-11,-2 2-18,0 0 13,-2 1-7,-2 1 10,3 2-19,1-2 13,0 1-7,2-1-2,1 1-8,2-2-31,0 2-59,0-2 26,2-1 16,3 1-20,0-1 75,4-1 29,2-1 19,2-1-19,1 0-7,0 0-15,-1-1-27,0-3 7,-1-1 19,-4-1 1,2 3 22,-3-3 16,0 1 6,-4-1-5,-1 1 15,0 0 0,-2 0-32,0-1 42,-2 1 7,-1 2-36,-4 0-13,1 1-16,-3 1 13,0 1 3,-1 0 3,-5 0 42,3 4 13,-3 1-3,3 3 10,-3 0-14,5 0-12,-1 0-28,2 2-9,2 0-1,2 0-1,1 1 0,2-2 14,2 1 8,0-2-22,0 3-3,4-4 3,5 2-3,-1-1 1,5 0 2,3-1-4,2-1-28,2-2 0,1 0-74,1-3 15,-1-1-22,1 0-58,0 0-21,-5 0 17,3-4-105,-2-2-195,-2-1-63,-3-3 157,-1 0 289,-3-1 17</inkml:trace>
          <inkml:trace contextRef="#ctx0" brushRef="#br0" timeOffset="83740">7796 12080 165,'0'0'78,"0"0"972,0 0-640,0 0-147,0 0-23,0 0-4,0 0 32,0 0-1,0 0-75,0 0-29,0 0-20,-18-23-32,18 23-25,0 0-33,0 0-34,0 0-6,4 0-13,1 0-13,3 0-2,2 2-1,2 0-6,3 3 6,0 0-3,-3 2 16,-2 0-26,3 2-9,-6 0 0,2 1-13,-3 1-34,-3 0-27,-1-1-16,-2 2 45,0-1-32,0 1 22,-5 0-26,-1-1 29,-1-3-40,0 0 24,2-1 80,-1-1 26,2-4 11,1 0 34,1-2 26,-2 0 74,3-4-58,-3-5-35,3-1 54,1 0 6,0-3 16,0-1 0,5 0-68,0-2-21,4 1 1,-2-1-39,4 1-1,0 0 0,1-1-13,-3 5-12,2 2-36,0 2 20,-2 1-10,0 1 6,-2 3-3,-2 0-25,1 2-56,-4 0-109,1 0-59,-1 0-104,0 0-110,-1 0-319,-1 0 256</inkml:trace>
        </inkml:traceGroup>
        <inkml:traceGroup>
          <inkml:annotationXML>
            <emma:emma xmlns:emma="http://www.w3.org/2003/04/emma" version="1.0">
              <emma:interpretation id="{2260AC33-7BC9-44AD-8320-3C1E0D5E5EC8}" emma:medium="tactile" emma:mode="ink">
                <msink:context xmlns:msink="http://schemas.microsoft.com/ink/2010/main" type="inkWord" rotatedBoundingBox="8790,11747 10016,11689 10037,12134 8811,12192"/>
              </emma:interpretation>
              <emma:one-of disjunction-type="recognition" id="oneOf5">
                <emma:interpretation id="interp25" emma:lang="en-US" emma:confidence="1">
                  <emma:literal>color</emma:literal>
                </emma:interpretation>
                <emma:interpretation id="interp26" emma:lang="en-US" emma:confidence="0">
                  <emma:literal>colon</emma:literal>
                </emma:interpretation>
                <emma:interpretation id="interp27" emma:lang="en-US" emma:confidence="0">
                  <emma:literal>Color</emma:literal>
                </emma:interpretation>
                <emma:interpretation id="interp28" emma:lang="en-US" emma:confidence="0">
                  <emma:literal>Colon</emma:literal>
                </emma:interpretation>
                <emma:interpretation id="interp29" emma:lang="en-US" emma:confidence="0">
                  <emma:literal>cohor</emma:literal>
                </emma:interpretation>
              </emma:one-of>
            </emma:emma>
          </inkml:annotationXML>
          <inkml:trace contextRef="#ctx0" brushRef="#br0" timeOffset="84895">8497 12095 149,'0'0'124,"0"0"531,0 0-345,0 0-141,0 0-42,0 0 45,0 0-32,0 0 22,0 0-32,0 0-49,0 0-7,0 0-25,0 0 55,0 0 2,0 0-22,18-60-13,-18 59 0,0 1 3,0 0-10,0 0-22,0 0-26,0 0-15,-2 0-1,-2 0-1,-2 2-12,-2 1-16,-3 0 13,-2 3 13,3-1-22,-5 3 25,3 0 2,1 1-2,1-1 0,0 0 0,3 1-12,0 1-5,0-1 15,3 1 2,0 0-2,3-2 2,-1 0-2,2-1-1,0 0-10,0-2-10,2 0 20,3 0-39,4-1 20,4-1 6,1-1-4,2 0-31,4-2-39,3 0-20,-1 0-33,1 0-48,-1-4-26,-1 2-53,-1-3-36,0-1-81,-5-1-115,2-2 208,-1 0 170</inkml:trace>
          <inkml:trace contextRef="#ctx0" brushRef="#br0" timeOffset="85680">8752 12059 317,'0'0'75,"0"0"568,0 0-129,0 0-280,0 0-94,0 0 16,0 0 28,0 0-15,0 0-79,0 0-61,0 0 10,-55-10 6,48 14 16,-4 2 4,4-1-27,0 2-25,0 1 23,2-1-17,-1 0-4,0 1-15,3-1 0,1 0-1,-1 0-12,1 1 12,2-2-12,0 0 13,0-2-3,0 1-26,5 0-32,0 0 38,3-2-6,-1 0 27,2-1-1,2-2 2,3 0-35,-3 0 14,1 0-17,3 0-16,-5-2 26,1-3-26,0 1 23,-4 0-20,2-2 26,-3 0 0,-3-1-13,-1-1 14,-2 0 2,0 0-29,0 0 29,-4-2 10,-2 2 14,-2-2-2,1 3 0,-3 0-12,3 3 11,-1 0 2,1 3 16,1-2 23,0 2 3,3-1-16,1 2 20,0 0-8,1 0 11,1 0-29,0 0-18,0 0-4,0-1 0,1 1-33,5 0 10,1-2 25,2 2 26,2-1-26,3 0-20,0-3-38,1 2-10,-1-1 16,-1 0 10,-1-2-13,-1 0 13,1 0 13,-3 0 25,0-1 4,-2-1 14,0 0 19,-1-1 19,-2-2 26,-1 0-1,-1-2 27,-2-3-20,0-2 55,0 1-75,-2-2-9,-3 1 13,1-1 15,-1 1-18,-1-1 5,1 3 36,2 2 51,-5 1-39,4 1-42,1 3-3,0 2-13,1 1 35,2 2-32,-2 2-3,0 1-19,2 0-28,0 0-13,0 0-32,0 0-9,0 0-12,0 1-17,0 3-19,0 6 33,0 3 56,0 3 22,2 4-3,0 1-7,3 2-9,0 1 16,1 0-16,1 1 12,-2 1-11,4-1-4,-3 0-16,3 0-10,-4-1-8,-2-2-24,-1-1-75,4-3 5,-6-2 7,4-2-11,-3-2-28,-1-3 15,2-1-55,0-1 6,0-3-20,1-1-30,-1-2-78,3-1 32,3 0-91,-1-1-147,1-4 352,2-2 130</inkml:trace>
          <inkml:trace contextRef="#ctx0" brushRef="#br0" timeOffset="86479">9109 12036 107,'0'0'94,"0"0"425,0 0 465,0 0-685,0 0-150,0 0 23,0 0 12,0 0 42,0 0-65,-21-20-55,15 20-42,1 0-35,-3 3 3,0 2 12,1 0 1,0 1-29,-1 1-16,1 0-3,4 1 1,-1-1 1,1 2-3,-2 0 1,4 0 1,1 0-1,0 0-32,0 0 34,0-1-34,0 1-4,3-2-9,3 0-13,-1 0 3,6-2 4,-2-1-14,3 0-6,5-3-32,-2 1 6,2-2-7,1 0-12,-4-2 8,1-1-5,-5-3 25,1 0 55,-2-2 23,-4-1 11,-1 0 2,-3-1 23,-1-1-4,0 0-19,-1-1 1,-6-1 13,0 2-10,-4 2-4,2 0-4,-2 2 2,0 1-11,1 1 13,0 2 20,0 0-17,3 1 33,-3 1 6,4-1 0,0 1 20,5 1 9,-1 0 0,0 0-6,2 0-20,0 0 0,0 0 13,0 0 17,2 0-17,1 0-23,3-1-3,0 0-21,4 0-11,0 0 0,3-1 0,-2 1 16,1 0 16,-1-1 4,0 2-4,-4-1 0,2 1 10,-2 0 12,0 0 4,-1 0 0,1 0-7,-2 0-16,0 0-13,-1 1 7,2 1-13,-3 2 16,3-1-30,-3 2 20,0 2-2,3 0-3,-3 1-15,1-1-2,0 3 0,-1 0-2,1 1-21,-2-2-37,1 2 44,-3-2-23,4 0-15,-3-2-13,-1-1 9,0-1 4,2 0 6,-2-3-1,3 0 1,-3-1 13,0-1 35,0 0 58,1 0 19,-1-1 13,2-5-52,0-2-36,0-1 1,3-2 58,0-1-29,0-2-13,3-1 10,-1 1 9,0 0-15,2-1-22,-2 1-1,2 0-12,0 3 11,-3 0 2,2 4-2,-2 1 1,1 0-16,-1 3-13,-1 0 10,-2 0 0,1 3-13,1 0-3,-3 0-48,0 0-107,0 0-35,0 0 2,-1 2-23,-1 2-154,0-3-260,0 2-126,0-2 574</inkml:trace>
        </inkml:traceGroup>
        <inkml:traceGroup>
          <inkml:annotationXML>
            <emma:emma xmlns:emma="http://www.w3.org/2003/04/emma" version="1.0">
              <emma:interpretation id="{F277670D-E76C-4234-B486-41C212BE35BD}" emma:medium="tactile" emma:mode="ink">
                <msink:context xmlns:msink="http://schemas.microsoft.com/ink/2010/main" type="inkWord" rotatedBoundingBox="10646,11653 12872,11548 12904,12238 10679,12343"/>
              </emma:interpretation>
              <emma:one-of disjunction-type="recognition" id="oneOf6">
                <emma:interpretation id="interp30" emma:lang="en-US" emma:confidence="1">
                  <emma:literal>(purple</emma:literal>
                </emma:interpretation>
                <emma:interpretation id="interp31" emma:lang="en-US" emma:confidence="0">
                  <emma:literal>(Purple</emma:literal>
                </emma:interpretation>
                <emma:interpretation id="interp32" emma:lang="en-US" emma:confidence="0">
                  <emma:literal>•purple</emma:literal>
                </emma:interpretation>
                <emma:interpretation id="interp33" emma:lang="en-US" emma:confidence="0">
                  <emma:literal>•Purple</emma:literal>
                </emma:interpretation>
                <emma:interpretation id="interp34" emma:lang="en-US" emma:confidence="0">
                  <emma:literal>purple</emma:literal>
                </emma:interpretation>
              </emma:one-of>
            </emma:emma>
          </inkml:annotationXML>
          <inkml:trace contextRef="#ctx0" brushRef="#br0" timeOffset="104800">10177 11672 92,'0'0'115,"0"0"-96,0 0 568,0 0-349,0 0-95,0 0-55,0 0 23,0 0 58,0 0-6,0 0-56,0 0-42,0 0-23,0 0-10,0 0 7,0 0-3,0 0-16,0 0-7,0 0-10,0-12 0,0 12-2,0 0-1,-2 2-19,-1 3 19,-3 1 0,-1 1 32,0 1 1,-2 1 22,0 1-23,-2 2-22,2 1 16,-4-1-10,1 3 39,-2 1 23,-1 0-78,1 2 19,-2 1 0,2 0-2,1 1-5,2 2 17,3-1-25,2 1 31,4-1-32,2 0-3,0-1-72,6-1 24,6 0-46,3-2-10,2-2-3,5 1-45,1-4 16,1-1-183,1-4-117,-2-3-268,0-3 394,-9-1 250</inkml:trace>
          <inkml:trace contextRef="#ctx0" brushRef="#br0" timeOffset="106409">10367 11926 60,'0'-3'81,"0"-2"-35,0 2 0,0-1 576,0 0-348,0-1-124,0 1-78,0 0 67,0 0-18,0 1 22,0 0 3,0 0-13,0 1-49,0 1-22,0-1 81,0 1-14,0 1-13,0 0-32,0 0-32,0 0-23,0 0-14,0 0-15,0 0-16,0 0-17,0 1-12,0 3 10,0 1 34,0 4 1,1 1 64,3 4-6,1 2-32,1-1-26,-2 0 2,1 3-15,-2 0 20,-1 1-7,3 1 38,-3 1-25,0 0-13,-2-1 0,0-2 0,0-1-2,0-2-40,0-1 0,0 0-19,2-3-45,-2-2-17,0-1 10,2-2-14,-2-1-45,0-1 43,0-2-128,0-2-68,0 0-115,0 0-98,0-5 296,0-2 187</inkml:trace>
          <inkml:trace contextRef="#ctx0" brushRef="#br0" timeOffset="106802">10358 11905 12,'0'0'192,"0"0"820,0 0-768,0 0-94,0 0 29,0 0 6,0 0 3,0 0-140,0 0-15,0 0-27,0 0-3,0 0 17,66-22-17,-48 22 13,-1 0 4,3 0-20,-2 0-23,1 0 4,-2 2-10,-1 4-4,-2 0 30,1 1-29,-6 1-7,-2 2 13,-1 0 13,-5 0-4,-1 0-34,0 0 18,0-1-9,-5 0 16,-4-1 26,0-1 32,-4 1-29,1-2-3,-3-2 0,1 1 1,-2 0-1,2-3-2,-1 1 0,3-2 1,1 0-2,2-1-26,2 0 28,4 0-41,3 0-33,0 0 7,0 0-75,0-1-173,7-4-267,3 0 87,1 0 356,-2 1 80</inkml:trace>
          <inkml:trace contextRef="#ctx0" brushRef="#br0" timeOffset="107758">10659 11935 321,'0'0'97,"0"0"490,0 0-69,0 0-271,0 0 6,0 0-26,0 0-29,0 0-21,0 0-54,0 0-27,3-8-15,-3 8-14,0 0-22,0 0-13,0 0-30,0 1-2,0 0-22,0 1-14,0 2 1,0 1 34,0 1 0,0 3 1,0 0-6,0 1 9,0 0-6,0-1 6,0 1 0,0 0-3,0 0-15,2 1-11,0-4-6,-1 1-19,1-2-1,2-1-9,0-2 13,-1 0 45,-1-2-59,2-1 40,1 0 22,0 0 33,3 0 32,0-3-49,-1-2-16,3-1-4,-1-1 2,-3-2-7,3 2-4,-3-2 3,1 0-6,0 1 0,-3-2-10,-1 1 24,1 1-17,0-1 2,-4 2-6,2 2 23,-2 1 1,0 0 21,0 2 33,0 2-3,0-1-26,0 1-26,0 0-11,0 0-8,0 0-7,0 0 0,0 0-13,0 1 11,-2 5 28,2-2 0,0 3-1,-2-1 1,2 4-22,0-3 22,0 1 48,0 0-48,2 0 26,1-1-24,1 0-2,1-1-22,0 0 22,1 0-3,1-2 3,0 0-2,2-1-1,0-1 3,-2 0 17,4-2-17,-2 0-44,0 0 43,2-1-21,-2-2 9,-1-2 13,0 0 2,-1-1 49,0 0-38,-2-1-10,0-1 26,0-1-16,0 0 0,-3-2-10,-1 0 10,-1-1-13,0 1 0,2 1 0,-2 1 20,0-1-19,0 1-1,2 3 0,0 0 2,-2 1-2,0 2 0,3 0-23,-1 1 21,-2 1-14,2 0-32,-1 1 19,-1 0-13,5 0-4,-4 0-2,3 0 3,-2 2 12,3 3 20,-3 1 12,1-1 1,0 2 0,2 0 4,-3 2 25,3-2 16,-4 2-42,3-1-3,-1 0 10,3 0-10,-3-1 3,1 1 17,0-1 5,-1 0-21,1-1 28,-1 0 0,-1 1-3,3-1-9,-3 0-8,2 0 5,0-1-17,1 0 3,-2-1 13,3 0-13,-1 0 20,1-1 3,2 0-4,1-2 4,1 1-26,0-1-16,0-1-78,2 0 4,-4 0-33,4 0-22,-5-4-8,0 0-12,-2-1-69,1-1-75,-3-1-111,2 0-160,-5-4 280,2-1 238,-2 1 4</inkml:trace>
          <inkml:trace contextRef="#ctx0" brushRef="#br0" timeOffset="108133">11182 11794 253,'0'0'140,"0"0"766,0 0-596,0 0-76,0 0-43,0 0 17,0 0 60,-9-67-71,9 65 38,0-1-65,0 3-46,0 0-25,0 0 0,0 0-32,0 0-61,0 0-6,0 0-38,0 0-19,0 1-7,0 3-16,0 1 4,0 1 63,1 4 13,3 3 73,0 3-41,1 2-16,0 0-13,-1 4 13,1 0-3,3 1-12,-1 1 18,0 2-17,1-3 13,0 3-15,-1-2-16,-2 0-38,1 1-13,0 0 6,-3-1 4,1 0 31,-1 0-12,-1-1-42,3-1-26,-3-1 3,1-2 6,2-3-16,-4-2 29,1-4-29,1-1 3,-1-4-7,0-2-55,-2 0-42,0-3-72,0 0-17,0-2 10,0-4-177,-2-3 222,-1-2 186,1-1 17</inkml:trace>
          <inkml:trace contextRef="#ctx0" brushRef="#br0" timeOffset="109080">11255 11977 188,'0'0'52,"0"0"274,0 0 381,0 0-391,0 0-121,0 0-58,0 0 18,0 0 11,0 0-105,0 0-25,23-70-1,-14 67-32,2 0-6,0 1-20,2 1 4,-1 0 18,2 1-24,-1 0 0,-2 0 5,1 4 4,-2-1 13,0 1-10,-3 1-23,0 2 23,-1 0-13,-4 0 4,-1 0-47,-1 1 14,0-2-3,-5 0 56,-3 0-18,-2-2 20,-3 0 16,-1 0-13,-1-3-2,1 1 14,0-2-15,0 0 0,3 0-14,2 0 14,2 0 0,1 0-1,4-2 1,2-1 0,0 0-75,0 0-81,6-1-26,3-1 26,0 0 16,4 0 39,-1-1 0,2 2 23,0-1-46,1 0 19,-1-1-5,1-2 22,-5 1 56,3-2 32,-4 1 42,-1-2-9,2 1 68,-7-1 91,3-1 56,-1-1 42,-5 0-56,2-2-26,-1 0-39,-1 0-20,0-1-36,0-2-6,0 1 0,0 1 3,0-1-10,-3 0-4,1 1 1,-1 2 18,1 0-6,-2 2-16,4 3 15,-3 3 26,3 2-42,0 1 0,0 2-41,-2 0-51,2 0-25,0 0-10,0 0-25,0 3-35,0 3-19,0 3 31,0 4 81,0 3 2,0 3 1,0 2 47,2 1-46,3 0 39,0 2-3,5-1-25,-1-1-3,-1 2-10,3-2-4,-2 1-27,3-2 5,0 3-3,-4-4-12,1-2 0,0-2-17,-3-3-15,1-1 34,-4-4 14,1-1-24,0-3-12,-1 0 23,-1-3 35,3 0 3,-1-1 12,3 0 7,2 0-18,0-4 15,2-1-3,-2-2 0,1 0 28,0-2-25,-2-2-3,3-1 6,-4 1-18,0-2 0,-1 1 1,-3 0 14,2 1-14,-5 1 11,3 3 3,-3 0 19,0 2-19,0 2 13,0 1-28,-3 0-1,0 2 0,-1 0-15,-1 0 2,-2 0-3,-1 3 13,1 1 3,-1 3 2,-3 1 1,2 2 0,4-1-3,-2 2 2,1-1 10,2 1-11,3 2 1,-1-1 11,2 1-13,0-2 2,7 0 20,2 1-21,3-2-1,3 1-16,1-4 14,4 2-42,-2-3-23,2-2 31,1-2-50,0-1-24,1-1 1,-2 0-78,-1 0-68,-1-4-99,-1-3-140,-4-1-262,-3-2 186,-3 1 485</inkml:trace>
        </inkml:traceGroup>
        <inkml:traceGroup>
          <inkml:annotationXML>
            <emma:emma xmlns:emma="http://www.w3.org/2003/04/emma" version="1.0">
              <emma:interpretation id="{0DBEAD84-DCFD-4046-964F-6E7F6306CCE6}" emma:medium="tactile" emma:mode="ink">
                <msink:context xmlns:msink="http://schemas.microsoft.com/ink/2010/main" type="inkWord" rotatedBoundingBox="13087,12062 13237,11519 13292,11535 13142,12078"/>
              </emma:interpretation>
              <emma:one-of disjunction-type="recognition" id="oneOf7">
                <emma:interpretation id="interp35" emma:lang="en-US" emma:confidence="0">
                  <emma:literal>l</emma:literal>
                </emma:interpretation>
                <emma:interpretation id="interp36" emma:lang="en-US" emma:confidence="0">
                  <emma:literal>I</emma:literal>
                </emma:interpretation>
                <emma:interpretation id="interp37" emma:lang="en-US" emma:confidence="0">
                  <emma:literal>'</emma:literal>
                </emma:interpretation>
                <emma:interpretation id="interp38" emma:lang="en-US" emma:confidence="0">
                  <emma:literal>1</emma:literal>
                </emma:interpretation>
                <emma:interpretation id="interp39" emma:lang="en-US" emma:confidence="0">
                  <emma:literal>|</emma:literal>
                </emma:interpretation>
              </emma:one-of>
            </emma:emma>
          </inkml:annotationXML>
          <inkml:trace contextRef="#ctx0" brushRef="#br0" timeOffset="110030">12203 11558 307,'0'0'172,"0"0"356,0 0-260,0 0-41,0 0-2,0 0-30,0 0 22,0 0 13,0 0-55,0 0-43,0 0-61,0 0-42,0 0-29,0 0-33,0 0 30,17-17 3,-20 32 26,-2 1-24,-1 3 30,1 2-9,2 3-8,-3 1-14,0 0 11,3 3-9,0 0 13,-1 1 3,-4 1-18,3-1-2,-4 1-9,1-1 9,-2 0-21,0-1-20,1-3-9,0-1-23,0-3 16,2-3-36,1-4 20,4-2-17,0-3-12,2 0-50,0-4-35,0-3 6,2-1-10,4-1-74,1 0 31,4-1-179,0-6-72,3-4 398</inkml:trace>
        </inkml:traceGroup>
        <inkml:traceGroup>
          <inkml:annotationXML>
            <emma:emma xmlns:emma="http://www.w3.org/2003/04/emma" version="1.0">
              <emma:interpretation id="{335F4DF5-EE90-4CAD-B2F8-3CC42F992479}" emma:medium="tactile" emma:mode="ink">
                <msink:context xmlns:msink="http://schemas.microsoft.com/ink/2010/main" type="inkWord" rotatedBoundingBox="13428,11432 15371,11417 15376,12003 13433,12019"/>
              </emma:interpretation>
              <emma:one-of disjunction-type="recognition" id="oneOf8">
                <emma:interpretation id="interp40" emma:lang="en-US" emma:confidence="1">
                  <emma:literal>white)</emma:literal>
                </emma:interpretation>
                <emma:interpretation id="interp41" emma:lang="en-US" emma:confidence="0">
                  <emma:literal>whites</emma:literal>
                </emma:interpretation>
                <emma:interpretation id="interp42" emma:lang="en-US" emma:confidence="0">
                  <emma:literal>white</emma:literal>
                </emma:interpretation>
                <emma:interpretation id="interp43" emma:lang="en-US" emma:confidence="0">
                  <emma:literal>whitey</emma:literal>
                </emma:interpretation>
                <emma:interpretation id="interp44" emma:lang="en-US" emma:confidence="0">
                  <emma:literal>white,</emma:literal>
                </emma:interpretation>
              </emma:one-of>
            </emma:emma>
          </inkml:annotationXML>
          <inkml:trace contextRef="#ctx0" brushRef="#br0" timeOffset="111515">12387 11799 41,'0'0'242,"0"0"940,0 0-827,0 0-128,0 0-61,0 0-11,0 0 19,0 0-6,0 0-45,0 0-37,0 0-28,0-4-3,0 4-4,0 0-13,0 0-12,0 0-23,0 3-3,-1-2-35,1 2-4,-2 1 17,2 2 19,-3 1-16,3 2 35,-1-1-16,-1 3 12,0-2-9,2 0-2,0 0 1,0 0 1,0-2-3,0-2-55,2 1-31,1-1-20,2-1 38,0-2 4,0-1 64,2-1 2,1 0-1,1 0 0,-1 0 15,-1-5-16,4-2 3,-2-1-3,-1-1-22,-1-2-1,0 1-9,-2 0-23,0-1 39,-1 2-23,0-1 10,-4 2 0,2 2 29,-2 2 10,0 1-7,0 2 29,0 1-25,0 0-7,0 0-49,0 0-12,0 0-17,0 0 1,0 0 2,0 1 72,0 2 3,0 2 29,1-2 16,1 2 1,2 0 9,-3 1-13,5-1-40,0 1 17,1-1-6,3 1-13,-1-2 0,2 1-1,3-3-21,-1 1-17,-1-1-7,1-2 4,1 0-6,-3 0-14,1 0-3,-1 0 10,0-4 10,-3 1 32,0-3 13,1 0 0,-6-1-19,1-1 7,-2-2-27,-2 0 26,0-2 0,0 0 1,0 0 11,0-3 2,-4 3 0,2-1 12,-1 0-13,-2 0 0,3 2-1,-1 0 1,-2 2 8,2 1-7,-1 2 31,3 1 3,-1 2-31,2 0 10,0 1-14,0-1 0,0 1 19,0 0 10,0-1-6,3 0-23,2 0-77,2 2 22,1-2 29,-1 0 23,4 2 3,-2-3-32,1 2 9,2-2 20,-2 1-14,0-1 11,0-2 6,-1 1 0,-1 0 26,0-2-24,-3 1-2,1-1 39,-3-2 29,1 1 10,-2-2 19,-2 0 10,0-1 68,0-1-97,0 0-36,0 0 38,0 1-31,-2 1 70,-2 0-45,2 4-29,1 2 35,-1 0-19,2 3 51,0 1-32,0 0-48,0 0-32,0 0-32,0 0-19,0 0-19,-2 3-20,2 3-3,-2 4 48,2 3 45,0 2 58,-1 3-56,1 2 14,0-1-14,0 1 36,0 2-18,1 1-17,3-1 10,-2 1-13,-1 0 0,1-2-4,0 0-40,-2 0 8,0-3-5,0 1-37,0-3 20,0-3-38,-2-2-1,0-1 26,2-3 39,-1-3-7,1-3 0,0 1 7,0-2 32,0 0 48,0 0 40,0 0 5,3-6-51,3 0-42,-1-1 0,2-3 16,2 2-9,-1-3-7,2 2-26,1 0 26,-2 0 35,1-1-32,0 2-3,0 0-23,-1 1-13,1 2 33,-3 1-29,-2 1 0,0 1 3,0 2-4,-2 0 1,0 0-4,-1 0-19,0 2-16,-1 1 39,1 1 32,0 1 6,1 2 7,-1 0 7,2 1 19,-1 0-36,3 1 23,1-1-24,-2 0 17,5 0-19,-2 0 13,1-3 13,1 0-10,2-1 20,-4 0-7,9-2-16,-5-1 0,3-1-13,-1 0-20,-1 0-15,-1 0 35,-1-1-2,-2-3 15,-2-1 12,0-1-21,-3-1 21,-1 0 8,-3-2-7,0 0-4,0 0 39,0-1 4,0 3-27,-1 0-5,-1 3-32,0 1 76,0 0-19,2 3-17,0 0-41,-1 0-31,1 0-20,0 0-16,-2 0-7,2 1-10,0 2 39,0 3 45,0 1 42,0 0-17,0 2-23,2-1-2,1 1-12,2 0 8,2 1 3,0-1-1,3 0-17,-2-2-7,-1 0-74,3-1 45,-2-2-68,1-2-71,1-1 51,-3-1-175,1 0-203,-2-5-85,0-3 179,-3 1 300</inkml:trace>
          <inkml:trace contextRef="#ctx0" brushRef="#br0" timeOffset="111733">13200 11513 46,'0'0'78,"0"0"506,0 0 220,0 0-381,0 0-190,0 0-6,0 0-24,0 0-32,0 0-68,0 0-90,0 0-13,-1-6-55,2 6-32,1 0-41,2 1 5,2 2-16,-3 0-55,1 1-86,1-1-80,-2 2-158,1-3-69,1 1 284,-1-1 231,-44-22 33</inkml:trace>
          <inkml:trace contextRef="#ctx0" brushRef="#br0" timeOffset="112066">13294 11509 496,'0'0'629,"0"0"116,0 0-447,0 0-123,0 0-29,0 0 150,0 0-10,0 0-65,0 0-37,0 0-41,0 0-48,-10-43-35,10 43-35,0 0-25,0 0-14,0 0-27,0 0-19,0 3-25,0 3-29,0 4 63,0 3 38,2 5 13,2 3 2,2 3 33,-3 2-13,4 3-2,-2 1-18,1-3 17,0 2 0,-1-3-19,-2-1-47,1-1 25,-1-2-26,-1-1-47,0-1-39,0-2-1,-2-3 36,0 0-30,2-4-31,0-2 11,-2-2 4,1-2 5,1-2-44,0-1-27,0-2-56,-1 0-19,5-7 25,-5-1-199,4-3 30,0-3 292</inkml:trace>
          <inkml:trace contextRef="#ctx0" brushRef="#br0" timeOffset="112686">13308 11715 310,'0'0'88,"0"0"655,0 0-108,0 0-285,0 0-133,0 0-62,0 0 0,0 0-58,0 0-87,0 0-10,23-1-65,-6 1 33,-3 0 9,5 0 9,-2 0 12,0 0 1,0 0-31,-3-2 13,0 2-11,-2-2 18,1 1-27,-4-1 29,-2-1 10,1 2 12,-5 1-12,-1-1 0,-2 0 25,0 1 59,0 0-13,0 0-62,0 0-9,-3 0-48,-1 2-4,0 1 4,-1 1 21,-1 0 25,-1 1-9,2 1 9,-1-1-24,4 0 26,-1 0 0,1-1-2,1 2 1,-1-1-12,2 0 13,0-1 0,0 2 3,2-2-3,1 0-15,2-1 15,3-1 23,-1 1-1,2-2-21,0 0 22,0-1-23,-1 0 0,2 0-13,-1 0-5,-2-2 17,0-3 1,0 2 0,-1-1 6,-3 0 20,0-1 6,-1 1 26,-2 1-22,0 0-34,0-1-1,0 3 38,0-2-26,-3 0-13,-2 3-52,-2-1-29,-3 1 54,1 0 27,1 0 30,-2 0 11,2 3-15,-1 1 0,1 1 13,1 0-37,2 0 43,1 1-26,-1 1-6,1-1 10,2 1 12,0 1-16,2-1 4,0 2-23,0-1-32,8 0 32,1 1-1,1-1-31,5-2-1,3 0-47,0-1-23,3-2-20,1 1-29,1-3 35,2 0-103,-1-1-86,-2 0-68,0-1-98,-2-4-69,-2-3 335,-7 2 167</inkml:trace>
          <inkml:trace contextRef="#ctx0" brushRef="#br0" timeOffset="113034">13856 11435 1874,'0'0'367,"0"0"-118,0 0-56,0 0 55,0 0-11,0 0-87,0 0-102,0 0-48,0 0-21,0 0-14,0 0 12,-5 7 14,10 3 9,1 4 64,2 1 9,2 2-48,4 2 26,-1 2-10,2 1-9,2 1-16,0 2 10,1 1-26,0 0-9,-4 0 7,1 0 2,-3 1-13,-1-2-31,-4-1-1,-1-1-47,-3 0 38,-3-1-42,0 1-6,0-1-45,-5 0-27,-6-1-80,-2-2-37,-2-1-30,-7-4-138,-1 0-215,-4-5 9,5-2 528</inkml:trace>
        </inkml:traceGroup>
      </inkml:traceGroup>
    </inkml:traceGroup>
    <inkml:traceGroup>
      <inkml:annotationXML>
        <emma:emma xmlns:emma="http://www.w3.org/2003/04/emma" version="1.0">
          <emma:interpretation id="{FC7B0450-C014-42A6-9D0A-7B00C62285F7}" emma:medium="tactile" emma:mode="ink">
            <msink:context xmlns:msink="http://schemas.microsoft.com/ink/2010/main" type="paragraph" rotatedBoundingBox="5587,12740 15382,12296 15419,13109 5624,1355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A3672EA-4F45-4423-90D7-0AE05F93A4B7}" emma:medium="tactile" emma:mode="ink">
              <msink:context xmlns:msink="http://schemas.microsoft.com/ink/2010/main" type="inkBullet" rotatedBoundingBox="5602,13088 5868,13076 5879,13338 5614,13350"/>
            </emma:interpretation>
            <emma:one-of disjunction-type="recognition" id="oneOf9">
              <emma:interpretation id="interp45" emma:lang="en-US" emma:confidence="1">
                <emma:literal>3</emma:literal>
              </emma:interpretation>
              <emma:interpretation id="interp46" emma:lang="en-US" emma:confidence="0">
                <emma:literal>s</emma:literal>
              </emma:interpretation>
              <emma:interpretation id="interp47" emma:lang="en-US" emma:confidence="0">
                <emma:literal>S</emma:literal>
              </emma:interpretation>
              <emma:interpretation id="interp48" emma:lang="en-US" emma:confidence="0">
                <emma:literal>a</emma:literal>
              </emma:interpretation>
              <emma:interpretation id="interp49" emma:lang="en-US" emma:confidence="0">
                <emma:literal>•</emma:literal>
              </emma:interpretation>
            </emma:one-of>
          </emma:emma>
        </inkml:annotationXML>
        <inkml:trace contextRef="#ctx0" brushRef="#br0" timeOffset="88616">5601 13161 103,'0'0'85,"0"0"-43,0 0 438,0 0-141,0 0-82,0 0-91,0 0-10,0 0-13,0 0-32,0 0-7,0 0-23,0 0-16,0 0 9,8-32 1,-6 30-46,0 0 16,-1 0-45,1-1 1,3 1 6,0 1-7,5-2-17,-3 2-41,2 0 16,2 1 10,-1-1 3,3 1 29,-4 0 0,1 0-24,0 0 4,-7 2-15,3 2 32,-1-1-26,-4 0 13,1 1-7,0 0 10,-2 0-9,0 2-14,0-1 36,0 2 19,-4 1-6,-2-1-13,-1-1 0,-1 1-1,-1-2-1,4 1-11,-2-2-26,1-1 38,4 0 0,-1-2-25,3 0 7,0-1 15,0 0 4,0 0 13,0 0 7,0 0-17,0 0 26,1 1 23,3-1 3,2 0 10,1 1 3,0 0-32,0 0 0,2 1-36,2 0 0,-2 1-3,2-1-19,-4 2 2,2 0-6,2 0 23,-3 2 3,2 1-13,-2 1 12,1-1-77,-4 1 59,1 1-69,-2 0 56,-2 0-19,-1 0 51,-1 1 0,0-1 2,0 0-1,-3-2 35,-2 0-23,-3-1 35,1-1 14,-4 0 9,-2-1-19,0 0-6,-4-1-27,1-1-6,0-1 6,0-1-19,2 1 4,-1-1 11,1 0-15,1 0-39,3 0-52,-2 0-25,6-2-40,-1-1-65,1 2-140,2-3-157,2 1-53,2-2 398</inkml:trace>
      </inkml:traceGroup>
      <inkml:traceGroup>
        <inkml:annotationXML>
          <emma:emma xmlns:emma="http://www.w3.org/2003/04/emma" version="1.0">
            <emma:interpretation id="{9A2DACA4-6F8E-4D80-A0DD-1C68CD78D31E}" emma:medium="tactile" emma:mode="ink">
              <msink:context xmlns:msink="http://schemas.microsoft.com/ink/2010/main" type="line" rotatedBoundingBox="5840,12729 15382,12296 15419,13109 5877,13542"/>
            </emma:interpretation>
          </emma:emma>
        </inkml:annotationXML>
        <inkml:traceGroup>
          <inkml:annotationXML>
            <emma:emma xmlns:emma="http://www.w3.org/2003/04/emma" version="1.0">
              <emma:interpretation id="{4038B676-A1EB-4E99-A275-8B28D11C4FCF}" emma:medium="tactile" emma:mode="ink">
                <msink:context xmlns:msink="http://schemas.microsoft.com/ink/2010/main" type="inkWord" rotatedBoundingBox="5846,12851 8242,12742 8269,13333 5873,13442"/>
              </emma:interpretation>
              <emma:one-of disjunction-type="recognition" id="oneOf10">
                <emma:interpretation id="interp50" emma:lang="en-US" emma:confidence="0">
                  <emma:literal>plant</emma:literal>
                </emma:interpretation>
                <emma:interpretation id="interp51" emma:lang="en-US" emma:confidence="0">
                  <emma:literal>) Plant</emma:literal>
                </emma:interpretation>
                <emma:interpretation id="interp52" emma:lang="en-US" emma:confidence="0">
                  <emma:literal>, Plant</emma:literal>
                </emma:interpretation>
                <emma:interpretation id="interp53" emma:lang="en-US" emma:confidence="0">
                  <emma:literal>Plant</emma:literal>
                </emma:interpretation>
                <emma:interpretation id="interp54" emma:lang="en-US" emma:confidence="0">
                  <emma:literal>] Plant</emma:literal>
                </emma:interpretation>
              </emma:one-of>
            </emma:emma>
          </inkml:annotationXML>
          <inkml:trace contextRef="#ctx0" brushRef="#br0" timeOffset="89003">5873 13054 316,'0'0'1578,"0"0"-1199,0 0-282,0 0-58,0 0 42,0 0 77,0 0-13,0 0-61,0 0-33,0 0-29,0 0-22,0 0-3,25 12 3,-15-6 3,0 2 17,5 1-4,-4 0-13,3 0-3,0 2-2,-1 1 0,-1 0-21,1 2 22,-1 3 1,0 0-22,-5 1-4,1 2-13,-2-1-25,-5 2 9,-1-2 4,0 1 12,-3-1-64,-4-1 35,-4-3 16,-2 1 7,0 0-23,-4-2-16,-3 0-4,1-1-64,-1-2-46,0-1-69,0-1-101,1-3-78,1-3-37,0-2 307,6-1 109</inkml:trace>
          <inkml:trace contextRef="#ctx0" brushRef="#br0" timeOffset="90766">6479 13025 333,'0'0'110,"0"0"559,0 0-256,0 0-218,0 0-42,0 0 13,0 0 15,0 0-29,0 0-64,0 0-59,0 0-29,0 0-39,0 0 7,0 0 9,6-5-22,-6 6-4,0 1 17,0 2 6,0 0 26,0 2 61,2 3-2,0 0-34,1 2-25,-1 1 2,1-1 19,1 2-21,-1-2-3,2 1 3,0-1 23,0 1-23,0-1-114,-1-1 56,1-1 9,-3-2-22,2 0-59,-4-3 0,2-1 53,-2-1-40,1 0-33,1-1-29,-2-1 10,0 0 9,0 0 0,0 0 43,0 0 13,0-1-79,0-4-81,0-1 176,0-2 29,-3-1 46,1-1 11,-2-1-21,2-2 23,-2 0-14,1 1 14,1-2 0</inkml:trace>
          <inkml:trace contextRef="#ctx0" brushRef="#br0" timeOffset="91087">6479 13025 89,'25'-10'85,"-30"-1"-52,5 2 32,-3-1 577,1 1-394,2-1-69,-4 2-179,4-1 114,0 3 100,0 0 11,0 1-115,0 0 16,0 1-19,4-1-39,-1 0-3,3 1 16,0 1-67,2-1-14,3 0 0,0 1-1,1 1-25,3 1 0,0 1-16,4 0 16,-4 1-9,3 5 12,1 0-3,-6 2 13,0 0 0,-2 1 10,-2-1-10,-3 1-65,-3-1-29,-1 0 16,-2 0 10,0-2 3,0 1 78,-7 0 10,-1-1 13,-4 0-20,-1 1-2,-3-1 25,-2-1-26,-2-1-11,3 0-34,-3-1 25,0-1-58,4-1 23,2 0 16,2 0-46,2-1-3,3 0-3,5 0-13,2 0-23,0-1-134,0-2-221,7-2 205,5 1 205</inkml:trace>
          <inkml:trace contextRef="#ctx0" brushRef="#br0" timeOffset="91461">6763 12948 403,'0'0'36,"0"0"1020,0 0-783,0 0-140,0 0 29,0 0 62,0 0 77,0 0-159,0 0-52,0 0 32,0 0 12,8-31-18,-8 31-24,0 0-28,0 0-20,0 0-18,0 0-26,0 2-26,0-2-24,0 2-24,0 1-12,0 2 32,2 3 54,0 3 48,-1 1-23,5 2 1,-4 2-4,2 0-22,-3 2-13,1-1 12,2 1 0,-3 1-18,1-2-10,2 0-22,-3 0-39,2-3 42,0-1-25,-1 0-37,3-1-28,-3-3-4,1-1-7,3-1-29,0-1-75,1-2 26,0-2-37,3-1-55,0-1-62,3 0-131,-1-3 359,0-4 117</inkml:trace>
          <inkml:trace contextRef="#ctx0" brushRef="#br0" timeOffset="92791">7051 13089 223,'0'0'59,"0"0"384,0 0 199,0 0-310,0 0-180,0 0 11,0 0 41,0 0-32,0 0-17,0 0-42,0 0-65,-23-21-32,18 21 13,-3 0 0,-1 0-7,0 0-9,-2 2-2,-3 0-9,0 3 9,1-1 11,0 0-22,1 2-25,1 0 24,2 2 1,2-1-26,0 3 24,1-1 1,1 2 0,2-2-19,1 2-41,2-1 13,0-1-23,0-2 10,3 1-4,4-1-6,1-2 0,3-1 45,-1 0 25,5-1-19,-1-1-15,0-2-14,3 0 10,-5 0-22,-1-1-8,0-4 37,-1 1 30,0-1-14,-2-2-1,-1 0 17,-2 0 17,1-2 5,-4 1 24,2-1-30,-3 0 36,-1 1-16,0 1 15,0-1 30,0 4-68,0-1 13,-1 1 32,1 2-6,0 1-10,0 1 3,0 0-45,0 0 0,0 0-32,0 0 3,0 0-10,0 0 4,0 0-1,0 3 17,1 1 19,1 1 16,2-1 3,-1 1-4,0 1-15,4 1 0,-2-1 3,3 2 29,4-1-29,-4 0 33,6-2-11,-1 0-25,-1-1-51,3-1 31,-1-1 20,1-1-42,-3-1 29,1 0-32,-1-3 19,1-1 0,-4-2 26,-3-1 48,4-2-46,-5-1 30,-1-1-16,-1-2 7,-1-1-20,-2-1 23,0-1 20,0 1-27,0-1 7,-2 1-23,-1 3 32,-1 2-22,2 2 68,1 3 29,-1 2-27,2 2-83,0 1-9,-2 0-69,2 0-15,0 3-10,0 1 22,0 3 81,0 1 23,0 1 35,0 1-32,0 1-15,0-1-10,2 0 14,1 0-12,1 1 10,-2-1-13,3-1-13,-2 2 12,0-2-32,0 0-5,1-2 15,-2-1-19,-1-1-10,1-1 49,0-2-10,-2-1-26,0 0 17,0-1 22,0 0 74,3 0 20,-3-1 12,4-3-95,-3-2-11,6-1 0,-2 0 6,-2-3-6,2 1 3,1-2 10,-3 1-10,5-1-3,-1 1-3,-2 1 3,2 0-20,-1 3-2,1 1 18,-2 1-25,-1 2 9,1 0 20,-3 1 3,2 1-3,-2 0-32,-1 0 3,1 3-4,0 1 33,1 1 19,1 1 23,-1 1-5,1 0-36,2 1 30,-1 0-30,2 0 23,-2-1-24,5 1 17,0 0-16,-1-2 18,4 1 0,-1-3-6,4 2-13,1-3-13,-2-1-32,2-2-3,0 0-17,-2 0 23,1 0 16,0-2-3,-3-4-6,-1 1 9,-1-2 13,-4-1 13,0-2 17,-5-2 15,-2-2-2,0-1 63,0-2 1,-5-3-92,0 0 46,-1-3-9,-3 1-3,0 1-4,0-1-30,0 1 53,0 0 9,2 2 42,1 0 0,-1 2-23,2 2 29,2 4-23,-1 1 22,4 4 13,-2 3-33,2 2 4,0 1-60,0 0-35,0 0-29,0 0-9,0 0-15,0 1-17,0 5-18,0 2 8,4 6 79,1 3 1,2 2 2,0 4 21,3-1-23,-4 3 12,5 0 4,-2 1-14,-3 2 0,2 2-2,-2-3 0,0 0-25,-5-1-26,3-2-22,-4-2-3,3-2 15,-1-3 16,1-1-25,1-4-36,0-1 10,0-1-10,1-5 0,0 0-27,0-3 11,3-1 2,2-1-26,1 0-58,2-1-183,-3-6-192,3-2-93,-2-3 421,-3-3 167</inkml:trace>
          <inkml:trace contextRef="#ctx0" brushRef="#br0" timeOffset="93027">7683 12997 118,'0'0'1521,"0"0"-1190,0 0-191,0 0-14,0 0 30,0 0 28,0 0-39,0 0-71,0 0-29,0 0-6,-17 0-4,18 1 7,3-1-17,4 1-9,4-1 29,0 0-25,6 0 9,2 0-29,1 0-89,-1-1-78,1 0-30,1-3-107,-5 2-114,1-2-369,-3-1-297,-3-1 1039</inkml:trace>
        </inkml:traceGroup>
        <inkml:traceGroup>
          <inkml:annotationXML>
            <emma:emma xmlns:emma="http://www.w3.org/2003/04/emma" version="1.0">
              <emma:interpretation id="{6C17E55C-EDF2-41F4-936C-D3DA19745FE2}" emma:medium="tactile" emma:mode="ink">
                <msink:context xmlns:msink="http://schemas.microsoft.com/ink/2010/main" type="inkWord" rotatedBoundingBox="8579,12604 10464,12519 10501,13332 8616,13417"/>
              </emma:interpretation>
              <emma:one-of disjunction-type="recognition" id="oneOf11">
                <emma:interpretation id="interp55" emma:lang="en-US" emma:confidence="1">
                  <emma:literal>height</emma:literal>
                </emma:interpretation>
                <emma:interpretation id="interp56" emma:lang="en-US" emma:confidence="0">
                  <emma:literal>freight</emma:literal>
                </emma:interpretation>
                <emma:interpretation id="interp57" emma:lang="en-US" emma:confidence="0">
                  <emma:literal>might</emma:literal>
                </emma:interpretation>
                <emma:interpretation id="interp58" emma:lang="en-US" emma:confidence="0">
                  <emma:literal>height.</emma:literal>
                </emma:interpretation>
                <emma:interpretation id="interp59" emma:lang="en-US" emma:confidence="0">
                  <emma:literal>weight</emma:literal>
                </emma:interpretation>
              </emma:one-of>
            </emma:emma>
          </inkml:annotationXML>
          <inkml:trace contextRef="#ctx0" brushRef="#br0" timeOffset="94669">8178 12799 189,'0'0'1198,"0"0"-915,0 0-192,0 0-16,0 0 42,0 0 84,0 0 13,0 0-72,16-66-26,-12 60-32,-3 1 19,1 2-35,-2 1 57,0 2 3,0 0-26,0 0-28,0 0-30,0 0-2,0 0-4,0 0-6,0 1-32,0 3-24,0 2-17,0 3 40,0 5 1,0 2 16,0 2-15,4 2 1,-3 1 14,3 0-3,-3 1-13,3-1 0,-2-1 2,2 1 1,-1-2-1,-1 0-2,-2 0-22,0-1-16,2-2 12,-2-2-12,0-1-16,0-2 25,0-3 0,0-1 7,0-2-26,0-3 10,0 0 25,0-2-3,0 0 16,0 0 16,0 0 22,0 0 13,2 0-6,-1-5-42,1-2-3,2-2-3,-1-2-10,-1-2 12,6 1-1,-3-4-1,0 0 2,2 0 1,1 0-1,2 2 1,-1 2-23,0 1 1,0 3-7,-2 1 17,1 4-1,-3 0 12,0 1-1,-1 1 0,-3 1-10,5 0-8,0 0 1,-3 0 3,2 4-6,0 0 22,1 3 30,-1 2-18,3 0 14,-3 1 22,0 3-13,2-2-34,-1 2 12,-1 0 0,2-1-10,-2 0 0,3 0-1,-1-1 14,-2-1-12,2-1-2,1-1-1,-3 0 2,0-3-2,4-2 0,-4 0 12,3-2-10,1-1 23,-1 0-13,2 0-13,0 0-16,2-4-3,-2-1-3,0-2 20,0 0 1,0-3-12,-1 0 0,1-2 11,-5 0-18,0 0 18,-2-2-31,-1 1-15,-2 1 32,0 1 0,0 2-13,0 2 27,-3 3 2,1 1 34,-2 2 4,1 1-25,1 0-13,-3 0-35,-1 0 19,-3 1 13,4 2 1,-2 1-1,-1 2-29,3 0 32,0 2 0,2 1 12,-1 0-10,1 1 19,-2 1-19,5 0 13,-1-1-14,1 0 16,0-1-16,1 0 23,5 1-20,1-2-4,0 0-7,4-1-9,2-1 16,1-1 0,2-1-9,2-2-14,0 0-22,1-2-22,0 0-17,1 0-2,-1-2-1,-1-2 0,-2-2-7,2-1 49,-4 0 32,-3-3 12,3-1 1,-5-1 0,-2-1 29,-1-1-29,-2-1 0,-3 2 46,-1-1-45,0 1 30,0 3-2,-1 0 36,-5 2 12,2 3 0,2 1-6,-1 1 19,3 3-39,0 0-2,-2 0-21,2 0-28,0 0-1,0 0-1,0 0-14,0 1-16,-2 2 32,1 1 23,1 2 25,0 2-16,-2 1-1,2 0 1,0 2-3,0 0-27,0 1 40,0 1-40,2-1 11,1-1-11,-1 1 0,3-1 0,-1-1-1,0 1-1,1-4-22,0 1-36,0-1 17,2-1-58,-2-2 15,0-1-5,-2-2-27,3 0 19,-1-1-45,-1 0-52,5-1-100,-2-5-184,-2-4-196,3-3-40,-5-2 593,1-3 28</inkml:trace>
          <inkml:trace contextRef="#ctx0" brushRef="#br0" timeOffset="94881">8885 12793 259,'0'0'811,"0"0"-231,0 0-366,0 0-32,0 0 68,0 0 44,0 0-65,0 0-82,0 0-50,0 0-46,-27-21-48,27 21-3,0 0-58,0 0-67,4 0-48,3 1 99,-2 2-46,4 3-32,2 1-55,-2 2-42,0 1-83,0 1-111,3 0-114,-2 1 91,2 1 368</inkml:trace>
          <inkml:trace contextRef="#ctx0" brushRef="#br0" timeOffset="95530">9107 12980 318,'0'0'17,"0"0"403,0 0 216,0 0-324,0 0-172,0 0-40,0 0 59,0 0 16,0 0-29,0 0-72,-16-51-32,11 45-39,-2 1 52,-1 1-35,-1 1 28,3 1-29,-6 2-15,2 0 12,-2 0 6,0 0 10,2 0 4,-3 4-14,4 0-5,1 0-15,0 2-1,1 0 1,2 1 0,0 1-2,3-1 1,-2 1-3,4 0 2,0-1-29,0-1 3,0 1-48,4-2 36,3-1-21,1 0 56,2-1 3,4-1 15,-1-2-15,2 0-19,2 0-26,-3 0-4,1-2 7,-2-1 17,-1-2 22,-4 2 3,1-1 3,-3 0-2,-1 2 1,-1 1 40,-3 1 42,1 0-4,-2 0-6,0 0-19,0 0-10,0 0-16,0 3-27,0 2 75,0 3-9,0 2-23,0 2-20,2 1-21,3 3-1,-1 0 0,2 1-3,-1 2 2,3 0-2,0 0 23,1 1-21,-2-1 0,0 0 0,-1 0 0,1 0-2,-2 0-38,-2-1-1,-1-1-3,0-2 4,-2 2-49,0-5 20,-7 0-14,0-2 62,-2-1 19,-2-1 19,-3 0 1,-2-1 15,-1-2-16,-3-1 4,-2-2-10,-1-1-12,-3-1 0,5 0-1,-1 0-1,-1 0-2,2-4-1,1 0-9,2-1 12,2 0 1,3 0 4,4 0-1,3 0-3,1-1-32,3 0-46,1-2-35,1-1-22,0-2-92,8-1 4,0-4-53,4 1-82,3-3-180,3-2-62,-2 0 467,2-3 54</inkml:trace>
          <inkml:trace contextRef="#ctx0" brushRef="#br0" timeOffset="96550">9172 12855 152,'0'0'757,"0"0"-249,0 0-287,0 0-46,0 0-9,0 0 19,0 0 35,0 0-100,16-68-36,-12 62-13,-1 0 51,2 0-25,-1-1 12,-3 0 3,5 1 35,-2 1-39,-2 0 20,1 0-14,-1 1-48,0 0 10,-1 1 0,-1 1-10,0 0-10,0 1 4,0 1-13,0 0-15,0 0-7,0 0-9,0 0-13,0 0-1,0 0-2,0 0-3,0 0-16,0 0-15,0 1-33,0 5-15,0 2 48,0 4 31,0 2 3,0 3-1,-1 3 2,1-1-1,0 1 0,0 1-7,0 0-24,0-1 12,0 0-22,1-1 10,1 0-26,0-1-22,0 0 12,-1 0-6,2-4 0,-1-1 16,-2-3-23,1-1 13,-1-3 25,2-2 4,-2-1 12,0-2 26,0-1 24,0 0 33,2 0 23,-2-1-9,3-3-11,-1-3-60,1-2-16,3-2 15,-3-1 1,3-1 16,1-1-16,0 1 0,-2-1 0,3 1 0,1 0-13,-1 3 0,0 1 13,-1 2-19,-2 3-6,-1 0 9,-1 3 3,-1 0-3,-2 1 3,0 0-6,0-1-6,3 1-7,-3 0 6,1 0 5,3 1 21,-2 3 2,3 0 8,0 2-10,0 0-1,-1 0 1,2 2 13,1 0-10,0 1 6,-2-1-8,1 1-1,-1-1 0,0-1-1,2 0 1,1 1 10,1-3-10,-1 1-2,4-2-53,0-2-2,2 1-20,0-3-36,1 0-61,-1 0-32,2 0 9,-4-4 64,1-2 42,-2-2 64,-2-3 27,0-2 36,-4-3-7,-1-2 94,-3-2-13,-1-2-13,0-3-23,0 0-35,0-4 6,0 1 7,0-2-4,-1 2 17,-3-1-4,-1 3 29,-2 1 35,-1 1-3,1 4-26,0 1-14,2 4 8,1 3 40,-1 3-51,3 4 16,0 2-42,2 3-53,0 0-3,0 0-50,0 0-14,-1 0-9,1 4-19,0 3 19,0 4 38,0 3 38,0 4 19,0 1 51,0 3-42,0 1 1,5 1 3,-2 0-13,3 1 6,-1 2 7,4-2-17,-2 1-11,3 0 11,-2-2 0,-3-2-15,3-2-3,-1-1-26,-2 0 4,1-2-19,-3 1 9,1-3-16,0-1-6,-1-2 9,1-3-9,-1-1 16,-1-2-17,3-1-3,1-1 7,1-1-42,0-1 13,4-1-27,2-1-12,0 0-62,0 0-55,4-2-37,-3-3-49,0-1-75,2-4-72,-3-2-86,-1-1 412,-1-5 90</inkml:trace>
          <inkml:trace contextRef="#ctx0" brushRef="#br0" timeOffset="96779">9627 12821 453,'0'0'1001,"0"0"-582,0 0-228,0 0-61,0 0 48,0 0 84,0 0-21,0 0-83,0 0-158,7 2 0,0-2-52,5 0 23,0 0 26,2-2-16,0 0-65,-3 1-80,0 1-49,-1-2-88,-1 0-166,-1-3-533,-3-1 367,-125 24 565</inkml:trace>
        </inkml:traceGroup>
        <inkml:traceGroup>
          <inkml:annotationXML>
            <emma:emma xmlns:emma="http://www.w3.org/2003/04/emma" version="1.0">
              <emma:interpretation id="{8DCC6BA5-633B-44A5-B888-F4503128E911}" emma:medium="tactile" emma:mode="ink">
                <msink:context xmlns:msink="http://schemas.microsoft.com/ink/2010/main" type="inkWord" rotatedBoundingBox="10933,12575 13131,12475 13161,13129 10963,13229"/>
              </emma:interpretation>
              <emma:one-of disjunction-type="recognition" id="oneOf12">
                <emma:interpretation id="interp60" emma:lang="en-US" emma:confidence="0">
                  <emma:literal>(tall,</emma:literal>
                </emma:interpretation>
                <emma:interpretation id="interp61" emma:lang="en-US" emma:confidence="0">
                  <emma:literal>( Tall,</emma:literal>
                </emma:interpretation>
                <emma:interpretation id="interp62" emma:lang="en-US" emma:confidence="0">
                  <emma:literal>( Tall/</emma:literal>
                </emma:interpretation>
                <emma:interpretation id="interp63" emma:lang="en-US" emma:confidence="0">
                  <emma:literal>( Tale,</emma:literal>
                </emma:interpretation>
                <emma:interpretation id="interp64" emma:lang="en-US" emma:confidence="0">
                  <emma:literal>(Tall,</emma:literal>
                </emma:interpretation>
              </emma:one-of>
            </emma:emma>
          </inkml:annotationXML>
          <inkml:trace contextRef="#ctx0" brushRef="#br0" timeOffset="114819">10374 12624 138,'0'0'55,"0"0"-38,0 0 302,0 0 141,0 0-157,0 0-105,0 0-126,0 0 84,0 0-26,0 0-3,0 0-27,0 0 24,0 0-21,0 0-32,0 0-32,0 0-13,18-31 10,-18 30 9,0 0 0,0 0 13,0 1 7,0 0-11,0 0-9,0 0-6,0 0-16,0 0-1,0 0-6,0 0-3,0 0 0,0 0-11,-2 0-2,0 1 0,1 0-19,-3 2-4,0 0 7,0 3 16,-3 1 0,-1 3 0,-4 2-1,2 2 1,-5 3 0,3 2 26,-1 3 9,-1 2-12,0 2-1,1 1-9,0 1 25,5 2 1,1 0 15,3-1-28,4 1-1,0-1-2,6-1-20,6 1-3,4-2-6,6-2-30,3-3-28,4-1 10,3-3-71,3-1-46,0-3-58,0-4-65,-1-3-83,-4-4-65,-3-3-558,-7 0 667</inkml:trace>
          <inkml:trace contextRef="#ctx0" brushRef="#br0" timeOffset="115712">10692 12656 55,'0'0'173,"0"0"652,0 0-506,0 0-146,0 0-4,0 0-7,0 0 23,0 0-36,0 0-107,0 0-12,0 0 5,0 0 23,0 0 10,0-7-22,7 9-11,1 0 14,4 1 22,7-1 25,6-1-19,2-1-35,5 1-22,0-1-20,2 0 1,-2 0 23,0 0-24,-3 0-12,-4-1-50,-5 1-82,-3-1-47,-4 0-35,-4 1-17,-4-3-186,-5 1-108,0-3-252,-7 0 593</inkml:trace>
          <inkml:trace contextRef="#ctx0" brushRef="#br0" timeOffset="115985">10882 12658 246,'0'0'81,"0"0"662,0 0-430,0 0-160,0 0-39,0 0-13,0 0 29,0 0-10,0 0-4,0 0 1,0 0 3,0 67-33,0-53 36,2 1-52,0 0-10,2 2 0,-4 0-60,4 1 2,-3-2 19,3 2 4,-3-1-23,3-1-3,-2 0 7,-1-2-7,1-2-87,2-1-42,0-2-33,-1-1-29,3-2-97,1-1-27,-1-2-213,4-3-153,0 0 361,-3 0 206</inkml:trace>
          <inkml:trace contextRef="#ctx0" brushRef="#br0" timeOffset="117095">11212 12887 104,'0'0'17,"0"0"1244,0 0-919,0 0-190,0 0-61,0 0 91,0 0-27,0 0 13,0 0-77,0 0-36,0 0-36,-20-46 55,14 45-25,-2-2-37,-3 2 30,3 1-19,-7 0 9,3 0-3,-3 0 3,1 0-16,-1 4-14,1 0-2,3 3-21,3 0 20,0-1-35,1 1 14,3 1-10,1 0 19,1-1 0,2 1 11,0-1-59,0 0-4,0 0 40,4-1-8,1-1 31,4-1-17,2 0 19,1-3 22,1 1-22,1-2-19,1 0-17,-2 0 7,2-2-13,-2-1 10,-1-2-10,-3 1 23,2-1 19,-2-1 9,0 0 4,-2 0 2,-1-1-13,-3-1 13,2 2 1,-5-1 6,2 0 42,0 3-63,-2-1 17,1 2 27,-1 2 17,0 1-4,0 0-52,0 0-6,0 0-42,0 0-9,0 0-11,0 0-15,0 0-10,0 1 45,2 3 42,1 0 0,-1 0 13,-1 2-12,3-1 25,-1 2-14,4-1-8,0 0 25,1 0-10,2 0-19,2-2-13,0 1-35,2-3 6,0 1-46,3-3 11,-2 0-21,0 0-12,1-2 26,-2-2 48,-1-4 16,-2 1 17,-1-5-3,0 0 6,-5-3 22,-2-1 17,1-4 65,-2-1-55,1 0 6,-1-1-55,-2 0 2,0 0-1,0 0 116,0 0-101,0 3-3,0 1 10,-2 3 48,-1 3 19,3 4 43,-2 3 28,0 2-35,0 3-33,2 0-90,0 0-3,0 0-48,-1 0-20,-1 5-9,0 1 54,-1 4 8,1 3 15,-1 1 36,3 3-17,0 1 20,0 1-33,0-1 7,6 0-13,0 1 19,1 1-3,0-1 7,0-1-23,2-3-17,-2 0 14,2-1-33,0-2 17,0-2-39,-1-3 10,0 0 6,3-1-6,-2-2 12,0-1-3,1-3 38,5 0-21,-5 0-14,5 0-35,-1-2 6,-1-3 39,-3-2-51,2-2 48,-4 0 29,1-4-39,-3-2 14,-3-1 25,1-4 54,-1 1-54,-1-2-3,2 0-17,-4 0 18,1 0-27,1 1-3,-2 1 32,0 2-3,0 0 3,-3 5 0,-1 1 75,1 2-4,-1 2 59,-1 2-56,1 3 26,4 1-19,-4 1-36,2 0-45,-1 1-4,1 3 3,-1 3-24,-2 1 25,-1 1 23,2 4 54,2 2-12,1 1-30,1 0-6,0 1 16,0 2-32,1-1 19,3 1-32,4-1 3,-3 3-1,2-3 14,0 1-16,2-1-57,-2 0 21,2-3-112,0 0-6,-2-2-14,0 0-52,0-2-52,-1-4-164,1-2-316,-2-2 90,-1-3 535</inkml:trace>
          <inkml:trace contextRef="#ctx0" brushRef="#br0" timeOffset="117511">12111 12544 143,'0'0'1442,"0"0"-1192,0 0-126,0 0 70,0 0 72,0 0 56,0 0-81,0 0-122,0 0-77,0 0-20,0 0-19,6-21-3,-10 24-17,0 4-5,-1 3 22,0 3 0,-2 3 0,-1 2 23,0 3-21,1 3 19,-1 2-9,3 2-12,-1 2 18,-1 2-17,1 1 18,-1 0-18,-1 2 8,1-3-9,-3 1-38,2-1-39,-1-1-6,-2 0-49,0-1-70,1-3-15,2-2 27,1-4-96,4-2-81,1-4-23,2-4-109,0-5-68,2-3 433</inkml:trace>
        </inkml:traceGroup>
        <inkml:traceGroup>
          <inkml:annotationXML>
            <emma:emma xmlns:emma="http://www.w3.org/2003/04/emma" version="1.0">
              <emma:interpretation id="{D81E9C77-D18C-46C9-B80A-4D63700691F0}" emma:medium="tactile" emma:mode="ink">
                <msink:context xmlns:msink="http://schemas.microsoft.com/ink/2010/main" type="inkWord" rotatedBoundingBox="13430,12543 15389,12454 15417,13066 13458,13155"/>
              </emma:interpretation>
              <emma:one-of disjunction-type="recognition" id="oneOf13">
                <emma:interpretation id="interp65" emma:lang="en-US" emma:confidence="0">
                  <emma:literal>short)</emma:literal>
                </emma:interpretation>
                <emma:interpretation id="interp66" emma:lang="en-US" emma:confidence="0">
                  <emma:literal>show t)</emma:literal>
                </emma:interpretation>
                <emma:interpretation id="interp67" emma:lang="en-US" emma:confidence="0">
                  <emma:literal>Show t)</emma:literal>
                </emma:interpretation>
                <emma:interpretation id="interp68" emma:lang="en-US" emma:confidence="0">
                  <emma:literal>Short)</emma:literal>
                </emma:interpretation>
                <emma:interpretation id="interp69" emma:lang="en-US" emma:confidence="0">
                  <emma:literal>Shor t)</emma:literal>
                </emma:interpretation>
              </emma:one-of>
            </emma:emma>
          </inkml:annotationXML>
          <inkml:trace contextRef="#ctx0" brushRef="#br0" timeOffset="119428">12504 12745 135,'1'-6'75,"3"-2"420,-4 2-139,3-3-171,-1 1-28,2 0 12,-2-2 36,2 1-79,-3-1-35,1 1-29,0-1 90,-2 2-61,0 0 6,0 3-23,0 1-16,0 1 72,0 1-18,0 1-51,0 0-32,-2 1-29,-1-2-24,-3 2-12,-3 0 4,0 0-3,-1 0 6,-2 3 6,0 0-9,1 2 16,-1 1-13,1 0 9,2 2 20,0 0 23,2 0-21,0 1-1,1 0-2,1-2-4,2 3 5,1-3 0,-1 2 0,3 0 0,0 2 0,5-1 2,3 1-1,5-1 28,3-1 3,4 1-12,2-2-11,0 1-9,0-2-19,1-1-7,-3 0-6,0 0-20,-4 0 20,-2 0-33,-5-1 27,0 1 12,-3-2-20,-3 1 21,-1 0-21,-2 0-22,0 1 3,0-3 56,-5 2 9,-1-1 19,-3 1 20,-1-1 19,-3 0-19,-3-1 0,0-1-16,-3 0-1,2-1-5,1-1-5,-3 0-9,6 0 0,0 0-3,2-1 0,2-2-49,3 0 4,3 0-29,1-1-24,2 0-87,0-2-162,2 0-262,6-1-108,0-1 489,1-1 158</inkml:trace>
          <inkml:trace contextRef="#ctx0" brushRef="#br0" timeOffset="120746">12713 12570 1923,'0'0'207,"0"0"-135,0 0 70,0 0 84,0 0 16,0 0-81,0 0-87,0 0-43,0 0-31,0 0-26,0 0-3,0 0 13,0 0 16,6 27 21,-1-14 21,-2 2-42,3 1 1,-1 1-3,2 1 4,-3 1 10,1 1-10,1 1 10,-2-2-12,-1 1 0,-1-1 0,1-1-24,-3 0-11,2-2-29,1-2 29,-3-1-7,0-2 6,2-2-38,-2-3 52,2-1-4,-2-3 4,0 0 22,0-2 0,0 0 45,0 0 13,0 0-29,4-4 35,0-1-51,1-3-3,2 0-9,4-3-2,-2 0 0,1 1-11,3-2 10,-2 1-20,0 1 22,1 0 0,-2 1-13,0 2-19,-3 2 9,0 3-15,-1 1-1,-4 1 13,1 0-9,-3 0-23,2 0-16,-2 1 16,2 4 51,-1 1 7,-1 1 32,4 0-6,-3 2-10,3 0-16,1-1 20,1 0-1,1 1 4,4-2 12,0 2-35,1-2-52,3-2-10,-2-1 7,2-1-32,-1-1 9,1-2-6,-1 0-10,-1 0 16,-3 0 20,1-5 58,-2 0 0,0-2 16,-3 0 4,-3-1-1,-1-2 10,-2 2 10,0-2 81,0-1-49,-2 2-22,-1 1 0,-2-2-46,2 4 39,-1 2 35,1 1-22,3 2-11,-2 1-44,1 0-39,1 0-12,0 0-7,-2 0 22,0 4 36,0 1 29,2 2 13,-1 2 29,-1-2-38,2 2-31,0 1 43,0 0-26,0 2 20,0-3-13,3 1-25,1-1-1,1 0 0,0 0-26,3-1 13,-1-1-19,2-1-7,-1-1 26,4-2 10,-2 0-10,-1-2-6,2-1-1,-1 0-2,3 0-33,-2-1 34,-2-4 21,0-2 15,-2-1-13,-4 0-4,3-3-7,-6 0-4,0-1-7,0 0-2,0-2 22,-6 1-16,3 1 15,-4 0 1,-2 2-59,0 0 40,0 4-7,-1 0-13,0 1 7,-2 2 3,-1 2 0,4 0 9,-1 1 4,0-1-4,5 1-9,2 0-6,1 0 32,0 0-32,2 0-20,0 0-33,0 0-9,0 0-1,2 0 92,3 1 6,4 1 107,2 0-42,1-1-52,-1-1-10,5 0 10,-3 0-13,-1 0-10,1 0-16,-1 0-3,1 0 16,-2 0-19,-1-3 30,0 1 2,-2 0 15,-2 0 20,1 2 20,-3-1 30,-1 1 12,1 0-6,-4 0-29,3 0-17,-1 1-9,0 3-4,-1 0 0,1 2 10,2 0 26,-2 2-32,2 0-15,-1 3-20,1 0 18,-3 1-16,3-1 10,-2 1 6,1 0-17,0-2 1,2 0 1,-2 0-4,-1 0-10,0-3-35,-1 0 3,-1-1-19,2-3 25,-2-2-48,0 1 48,0-2 36,0 0 61,0 0 52,0 0 19,0-3-16,2-3-114,0-2-2,-2-1-19,5-1 19,-2-1 26,2 0-25,0 0 2,0-2 4,0 0-7,5 1-26,-3-2 25,1 2-25,-1 0-6,3 1-13,-1 3 3,-3 1 38,2 1-21,-3 2-8,1 0-12,-3 2 13,1 2 12,-3-1-22,-1 1-23,0 0-38,4 0-40,-4 0-52,0 0-55,4 2-20,0 0-105,-1-1-71,2-1 97,2 0 241,1 0 54</inkml:trace>
          <inkml:trace contextRef="#ctx0" brushRef="#br0" timeOffset="121149">13662 12624 3,'0'0'46,"0"0"1026,0 0-733,0 0-166,0 0 25,0 0 78,-7-70-40,7 62 23,0 1-34,0 3-84,0 1 45,0 2 25,0 1-52,-1 0-36,1 0-47,0 0-35,0 0-26,0 0-15,0 0-16,0 0-6,0 0-6,0 1-17,-2 2-12,2 2-22,0 6 51,-2 1 28,2 4 9,0 2 4,0 2 8,0 1-20,0 2 1,0 1 17,0 3 3,2-2-9,0 2-13,-1-2 0,3-2-44,-3-1 3,4-2-1,-3-2-34,1-2 28,0-1-22,1-3 29,-1-1-30,1-4-53,1 0 21,-1-4 26,2 0 35,-1-1-29,3-1-35,2-1-46,-1 0-52,1 0-55,1-1-79,-2-4-156,-2-2-77,1-2 108,-3-2 375,0-1 17</inkml:trace>
          <inkml:trace contextRef="#ctx0" brushRef="#br0" timeOffset="121399">13640 12736 62,'0'0'124,"0"0"1256,0 0-1077,0 0-157,0 0-36,0 0 42,0 0 46,0 0-30,0 0-53,0 0-47,0 0-20,0 0-35,1 1-10,12-1-3,0 0-32,2 0 30,3 0-30,1 0-58,0 0-33,-3 0-51,0 0-43,0-1-98,-3-2-221,-1-2-213,-1-1 286,-2 1 306</inkml:trace>
          <inkml:trace contextRef="#ctx0" brushRef="#br0" timeOffset="121745">13890 12487 457,'0'0'818,"0"0"-295,0 0-253,0 0-56,0 0 48,0 0-17,0 0-78,0 0-100,0 0-45,0 0-22,0 0 4,0 0 37,0 0 39,39 34-41,-24-21-1,0 3 7,-2-1-10,0 2-10,0 1 36,-1 0-17,-1 3 26,-1 2-51,2 0-3,-2 3-7,-3 0-8,3 2-2,-5 0-12,2 1 12,-4 0-27,1-3-19,-4-2-11,0-1 14,0-1-10,0-1-42,-6 0-45,-2 1 3,-1-3-90,-7-2 22,-3-1-11,-2-1-68,-4-4-102,-4-4-199,0-1-190,7-3 568</inkml:trace>
        </inkml:traceGroup>
      </inkml:traceGroup>
    </inkml:traceGroup>
    <inkml:traceGroup>
      <inkml:annotationXML>
        <emma:emma xmlns:emma="http://www.w3.org/2003/04/emma" version="1.0">
          <emma:interpretation id="{380E6587-6B02-450B-84DD-B564A3142AA6}" emma:medium="tactile" emma:mode="ink">
            <msink:context xmlns:msink="http://schemas.microsoft.com/ink/2010/main" type="paragraph" rotatedBoundingBox="5620,13548 15702,13336 15717,14057 5635,142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45FF52B-AB4B-4393-843E-3F00080CC797}" emma:medium="tactile" emma:mode="ink">
              <msink:context xmlns:msink="http://schemas.microsoft.com/ink/2010/main" type="inkBullet" rotatedBoundingBox="5623,13717 6259,13704 6271,14242 5634,14256"/>
            </emma:interpretation>
            <emma:one-of disjunction-type="recognition" id="oneOf14">
              <emma:interpretation id="interp70" emma:lang="en-US" emma:confidence="1">
                <emma:literal>4)</emma:literal>
              </emma:interpretation>
              <emma:interpretation id="interp71" emma:lang="en-US" emma:confidence="0">
                <emma:literal>4</emma:literal>
              </emma:interpretation>
              <emma:interpretation id="interp72" emma:lang="en-US" emma:confidence="0">
                <emma:literal>4))</emma:literal>
              </emma:interpretation>
              <emma:interpretation id="interp73" emma:lang="en-US" emma:confidence="0">
                <emma:literal>ID)</emma:literal>
              </emma:interpretation>
              <emma:interpretation id="interp74" emma:lang="en-US" emma:confidence="0">
                <emma:literal>I)</emma:literal>
              </emma:interpretation>
            </emma:one-of>
          </emma:emma>
        </inkml:annotationXML>
        <inkml:trace contextRef="#ctx0" brushRef="#br0" timeOffset="98186">5730 13911 104,'0'0'346,"0"0"348,0 0-427,0 0-169,0 0 3,0 0 32,0 0-32,0 0-17,0 0-16,0 0-68,0 0-9,0 0-24,0 0 14,0 0 15,0 0 4,-12-5 0,9 10 104,-1 0-3,0 1-7,-3 1-26,-2 0-23,3 1-9,-4-1-14,1 1 1,1 0-4,-2-1-6,3 0-13,0 0 1,-1-1-1,5-2 0,0 1 0,-1-3 0,2 1 3,2-2 9,0-1 8,0 0 19,0 0 6,0 0 13,0 0 13,0 0 19,2 0 16,-2 0-29,5-3-77,0 0-3,5-1-32,0 1 15,-1-1-2,1 2 3,0-1 6,1 1 11,-2 1-2,3-2-18,-1 2 9,1 1 12,1-1-15,1 1 14,1 0-11,-1 0 13,-1 0-1,-1 0 2,5 0-1,-5 1 0,4 0 0,-4 1-42,1-2-61,-1 1-17,0-1-41,-4 1-14,1-1-39,-1 0-88,-1 0-108,-4-1-79,1-3-42,-1 0 394,-3-3 85</inkml:trace>
        <inkml:trace contextRef="#ctx0" brushRef="#br0" timeOffset="98485">5840 13846 79,'0'0'85,"0"0"-10,0 0 1089,0 0-787,0 0-156,0 0-75,0 0-10,0 0 16,0 0-20,0 0-32,-4 1-29,4 2-42,0-2-16,0 2 0,0 1 35,0 2 20,0 1 12,0 1-16,4 1-13,-3 1-9,4 0-26,-5 3 9,5 0-6,-2 1-15,1 1-1,-1 1-3,1 0 2,-1-1 1,-1 2-3,1-2-6,-3-1-61,0 0 0,0-3-14,0 2-37,0-4-50,0-1-41,0-2-34,0-1-42,1-3-66,1-2-287,-2 0-70,2-3 519,-1-2 130</inkml:trace>
        <inkml:trace contextRef="#ctx0" brushRef="#br0" timeOffset="98892">5972 13745 3,'0'0'1670,"0"0"-1378,0 0-198,0 0 49,0 0 57,0 0 43,0 0-53,0 0-100,0 0-39,0 0 0,0 0 1,0-5-1,2 7-10,2 2-6,1 1 17,2 2 15,2 0-13,1 1-16,0 3-9,3-1-29,1 3 0,1 1-3,-2 2 2,2 0-5,-4 2 6,2 1 51,-3 0-23,0 1-26,0 2-2,0-1-7,-4-1-21,-3 1 2,1 0-15,-4 1-16,0 1 2,0 1-5,-6-2-23,-1 1-13,-3-4 19,-1-1 22,0-1-44,-3-3-27,1 1-19,-1-3 48,0 0-23,-1-3-38,-1-1-37,3-2-107,1-3-82,-1-2-98,1-1-95,1-2 433,4-3 102</inkml:trace>
      </inkml:traceGroup>
      <inkml:traceGroup>
        <inkml:annotationXML>
          <emma:emma xmlns:emma="http://www.w3.org/2003/04/emma" version="1.0">
            <emma:interpretation id="{322B06A0-E8EE-42C9-A833-15B617C038E9}" emma:medium="tactile" emma:mode="ink">
              <msink:context xmlns:msink="http://schemas.microsoft.com/ink/2010/main" type="line" rotatedBoundingBox="6696,13525 15702,13336 15717,14057 6711,14246"/>
            </emma:interpretation>
          </emma:emma>
        </inkml:annotationXML>
        <inkml:traceGroup>
          <inkml:annotationXML>
            <emma:emma xmlns:emma="http://www.w3.org/2003/04/emma" version="1.0">
              <emma:interpretation id="{19C853D8-B1BC-4D92-A034-821003F8A937}" emma:medium="tactile" emma:mode="ink">
                <msink:context xmlns:msink="http://schemas.microsoft.com/ink/2010/main" type="inkWord" rotatedBoundingBox="6697,13566 8120,13536 8130,14004 6707,14034"/>
              </emma:interpretation>
              <emma:one-of disjunction-type="recognition" id="oneOf15">
                <emma:interpretation id="interp75" emma:lang="en-US" emma:confidence="1">
                  <emma:literal>seed</emma:literal>
                </emma:interpretation>
                <emma:interpretation id="interp76" emma:lang="en-US" emma:confidence="0">
                  <emma:literal>Seed</emma:literal>
                </emma:interpretation>
                <emma:interpretation id="interp77" emma:lang="en-US" emma:confidence="0">
                  <emma:literal>geed</emma:literal>
                </emma:interpretation>
                <emma:interpretation id="interp78" emma:lang="en-US" emma:confidence="0">
                  <emma:literal>sewed</emma:literal>
                </emma:interpretation>
                <emma:interpretation id="interp79" emma:lang="en-US" emma:confidence="0">
                  <emma:literal>sexed</emma:literal>
                </emma:interpretation>
              </emma:one-of>
            </emma:emma>
          </inkml:annotationXML>
          <inkml:trace contextRef="#ctx0" brushRef="#br0" timeOffset="101045">6798 13771 186,'0'0'62,"0"0"-62,0 0 985,0 0-835,0 0-130,0 0 54,0 0 40,0 0 33,0 0-60,0 0-12,0 0-16,0 0-11,0 0 17,0 0-3,0 0-62,-22-43 0,15 43 0,-1 0-21,-1 1 21,-2 2 1,0 1 1,0 2-2,-1-1-1,-1 1 1,1 0 19,-1 0-18,1 1 1,1-1 27,2 1-29,0 0-3,2-1-20,1 1 7,3-1-4,3-1-22,0 0-10,0 1 52,3-1 16,5 1-16,2 0 19,5 0-17,1-1 11,0 0-10,2 0-6,0-1-46,0-1-12,0 0 12,-2 0 26,0 1-19,-2 1 6,-1 1-38,-1 1 18,-1-1 37,-4 2-1,-3 0-35,-1-1-20,-3 1-13,0 0 40,-1-1 48,-5 1 32,-2-1 27,-2 0-7,-2 0-23,-3 0-29,0 0 33,-3-1 51,-1-2-48,0 1 6,1-2-22,-2 0-18,2-2 11,1 1 6,-3-2-6,3 0 0,3 0-10,1 0-2,3-3 12,1 0-13,3 0 0,1 1-52,2-2-62,1 2-75,-2-2-84,3 2-95,1-2-128,0 2 268,0-2 172,5 2 14</inkml:trace>
          <inkml:trace contextRef="#ctx0" brushRef="#br0" timeOffset="101965">7008 13858 155,'0'0'128,"0"0"563,0 0-421,0 0-133,0 0-46,0 0 10,0 0-23,0 0-13,0 0-65,0 0 16,0 0 30,0 0-24,-63 32 37,60-26-17,-1 0-26,0 0 14,2-2-4,-1 2-26,1-3-17,0-1 17,1 2 0,1-2 0,0 1 0,0-1 0,0 0-32,0-1-20,3 0 52,2-1 49,5 0 12,0 0-59,1 0-2,0-4-22,3 0-27,1 0 4,-5 0-11,1-2 14,0 2-10,-4-1-36,0 2 59,-1-1 29,-5 0 36,1 1 19,-2 0 23,0 2-10,0-1 17,-2 0-17,-1-1-65,-2 1-3,-3 2 2,3 0 28,-6 0 5,2 0-6,0 2 27,-1 1 18,-3 2 4,4 1-7,-2-1-19,2 1-10,0-1 6,0 3-19,2 0-6,2 0 3,0 0-10,3 1-3,0 0 0,0 1 3,2-1-16,0 1 0,0 0-15,2-2 15,2 0 0,1 0-1,3-2-25,4 1 3,0-2 22,4-2 1,4 0-1,3-3-47,0 0-33,2 0 0,2-3-19,-2-3-23,4-1 19,-4-1 32,0-1 69,0 1 0,-3-2 3,-2 1 21,-3-1-19,-4 0-1,-2 0 18,-5 0 27,1 1-33,-2-1-10,-5 1-3,0 0 13,0 2 10,0 0 64,-4 3-3,3 0-45,-6 2 16,2 1-6,-3-1-23,1 2 9,-3 0-3,0 0-3,-3 1 7,4 3 16,-1 1-1,-2 0 1,2 0-27,1 1 24,2 1-1,-4-1-16,6 0 10,-1 3-39,1 0 16,1-1-18,2 1 15,1 0 4,-1 0-17,2 0 29,0 0-29,0-1-1,3 0-2,3-1-12,1-1 12,2-1-14,3 1 11,5-2 3,3-2-12,0 0-91,6-2-23,-1 0-41,2-2 9,-1-2-27,1-1-19,0-2 29,0 2 38,-4-2 4,-1-1-127,0 0-135,-4-1-136,-2-1 244,0-1 219,-4 0 51</inkml:trace>
          <inkml:trace contextRef="#ctx0" brushRef="#br0" timeOffset="102535">7640 13900 189,'0'0'26,"0"0"39,0 0 666,0 0-249,0 0-206,0 0-88,0 0 4,0 0-11,0 0-39,-53-29-32,43 27 0,0 1-1,1 1-28,-4 0-14,1 0-6,-1 0-19,1 0-13,-3 0-16,5 2 3,-3 1-15,4 2 11,-1 0 1,2 0-12,1 1 0,2 0 3,-1 1-3,3 0-1,1-1-4,-2 0-8,4 0 8,0 1-2,0 0 3,2-1 3,4 1-35,1-3-20,1 2 29,4-3-12,-2-1-1,5 1-12,-1-2-26,2-1-7,-2 0-16,1-2 29,-1-3 23,-1-1-7,-3-3 10,1 1 14,0-1 31,-3-2 20,2-2 15,-5-1-18,-2-4 24,1-1-21,-2-4 19,-1-1 3,1-2 6,-2-1-9,0 0 17,0 0-54,0 1 41,-2 1 50,-1 2-13,-1 2 7,-1 5 28,2 4-38,-1 3 63,3 4-13,-2 3-28,3 2-39,-2 0-40,2 0-20,0 0-19,0 0-19,0 0-19,0 2-22,0 3 12,0 4 67,0 3 44,0 3-2,5 4-1,-2 1-22,4 1 13,0 1-29,2 0 28,0 1-31,0 0 0,2 1 0,-2-1 0,-1 0-26,4 0-28,-2-2-19,-1 1-54,0-4-13,0 0 2,-2-2-32,1-2-39,-1-1-50,0-2-55,-2-2-69,1-3-151,-1-2-140,-2-3 292,3-1 317</inkml:trace>
        </inkml:traceGroup>
        <inkml:traceGroup>
          <inkml:annotationXML>
            <emma:emma xmlns:emma="http://www.w3.org/2003/04/emma" version="1.0">
              <emma:interpretation id="{85D24F5D-8739-45A0-8D96-20E524908AEF}" emma:medium="tactile" emma:mode="ink">
                <msink:context xmlns:msink="http://schemas.microsoft.com/ink/2010/main" type="inkWord" rotatedBoundingBox="8836,13651 10535,13615 10542,13991 8844,14027"/>
              </emma:interpretation>
              <emma:one-of disjunction-type="recognition" id="oneOf16">
                <emma:interpretation id="interp80" emma:lang="en-US" emma:confidence="1">
                  <emma:literal>collar</emma:literal>
                </emma:interpretation>
                <emma:interpretation id="interp81" emma:lang="en-US" emma:confidence="0">
                  <emma:literal>cottar</emma:literal>
                </emma:interpretation>
                <emma:interpretation id="interp82" emma:lang="en-US" emma:confidence="0">
                  <emma:literal>cotter</emma:literal>
                </emma:interpretation>
                <emma:interpretation id="interp83" emma:lang="en-US" emma:confidence="0">
                  <emma:literal>color</emma:literal>
                </emma:interpretation>
                <emma:interpretation id="interp84" emma:lang="en-US" emma:confidence="0">
                  <emma:literal>Collar</emma:literal>
                </emma:interpretation>
              </emma:one-of>
            </emma:emma>
          </inkml:annotationXML>
          <inkml:trace contextRef="#ctx0" brushRef="#br0" timeOffset="124281">8568 13923 86,'0'-3'91,"2"1"-55,0-2 642,-2 2-300,0-2-189,0 1-69,0 1-3,0-1 17,0-1-4,0 2-4,0-2-68,0 2 10,0 0-3,0-1 6,0 2 7,0-1-10,0 1-39,0 0 10,0 0 19,0 0 6,0 1-9,0-1-19,0 1-11,-2 0-25,0 0-13,-4 0-19,1 0 0,-3 1-7,-4 3 17,-2 0 9,0 2-10,-2 0 7,0 2 0,2 0-7,-3 0 9,7 1 14,-3 0 0,4 1-16,2-1-6,1 0-14,5 0-28,1 1 28,0-2-38,0 1-17,7-2 62,4 0 0,1 0-7,8-2 36,1-2-59,3 1-61,3-4-91,0 0-160,1 0-254,-3-1 48,-5-2 450</inkml:trace>
          <inkml:trace contextRef="#ctx0" brushRef="#br0" timeOffset="125149">8834 13928 140,'0'0'62,"0"0"740,0 0-274,0 0-343,0 0-126,0 0-24,0 0 17,0 0 16,0 0 17,0 0 9,0 0-42,0 0 9,-57 31-19,50-24 23,0-1-26,1 1-23,-1-2-13,2 1 0,4 0-2,-5-1-1,5 0 0,-1-1 0,2 1-1,0-3-22,0 2 8,0-2 14,2 2-21,3-2 6,0 0 3,6 0 26,-2-1-7,6-1-6,-1 0-61,0 0-39,2-1-37,-1-2-12,-3-1 32,1 0 72,-3-1 12,-1 1 10,0-3 20,-3 0-49,-5 0 16,1 0-81,-2 0 77,0-2 40,-3 0 42,-3 0 22,1-1-64,-4-1 0,0 2 1,0 0 35,0 3 10,2 1-33,-2 2 26,3 1-38,1 1 28,0 1-3,1 0 7,4 0-33,-2 0-36,1 0-26,1 0 7,0 0 7,0 2 47,0 1 2,3 0-17,2-1 12,4 0 4,2-1 75,3 1-32,4-1-43,2-1-101,0 0-20,-1 0-64,1 0-53,2-3 26,-5 0 3,1-2 46,-3 0 7,-3-2 135,1-1 21,-2 0 52,-4 0 59,0-1 82,-5-1 19,2-1 22,-4 0 4,0 0-43,0 0 59,0-2-101,0-1-43,0 0 30,-2 0-8,-2 0 11,0 0-69,2 2 1,-1 1 12,1 2 22,0 1 17,1 2-52,1 3 54,0 0-19,-2 3-23,2 0-41,0 0-45,0 0-4,0 0-34,0 0-16,0 3-4,0 0-2,0 4 2,0 2 58,0 3 0,2 4 3,-1 2 13,1 2-14,0 3-1,1 1 28,-1-1-28,1 3 15,-2-3 9,1 2-24,2-2 0,-3 0 21,5-4-22,-3-2-16,2-1-9,1-4-62,1-3 10,-2 0 13,4-4-7,1 0-29,0-2 20,1-2-33,5-1-33,0 0-58,0-2-62,0-5-46,3-1-98,-6-2-49,2-1 35,-4-3 232,3 0 159,-5-2 17,0-1-33</inkml:trace>
          <inkml:trace contextRef="#ctx0" brushRef="#br0" timeOffset="125878">9338 13739 176,'0'0'23,"0"0"776,0 0-304,0 0-209,0 0-111,0 0 43,0 0 34,0 0-19,0 0-66,0 0-48,0 0-52,-34-47-35,32 47-30,2 0-2,-1 2-28,-1 3-17,-1 0 45,-1 2 12,2 4 21,-4 0-30,1 3 45,3 0 16,1 2-45,1 2 10,0-2 6,0 2-16,0 0-19,1 0 26,5 2-24,0-1 1,-1 0-3,0-1-16,2-2-67,-2-1 25,3-2-12,-3 0-39,0-2 9,-1-3-3,1-1-39,1-2 23,-1-1-1,2-2 13,0-1 39,3-1-45,0 0-14,1 0-38,0-3-8,-1-2-45,0-2 36,0-1 52,0 0 61,0-1 30,-3-2 37,0 0 2,-1 0 10,-1 2 22,0-1 37,-3 2 35,0 0 56,0 2 51,-2 0-45,0 1 9,0 0-38,0 1-37,0 2 4,0-1 16,0 1-17,0 1-32,0 0 29,0 1-16,0 0-23,0 0-25,0 0-7,0 0-10,0 0 0,0 0-2,0 0 8,0 0-2,-2 0-4,2 0 3,0 0-6,0 0 0,0 0 1,0 0-1,0 0 0,0 0-13,0 0 10,0 0-10,0 0 0,0 0 10,0 0-12,0 0 0,0 0 0,0 0 1,0 0 0,0 0 2,0 0-2,0 0 1,0 0 0,0 0 0,0 0 1,0 0-2,0 0-1,0 0-1,0 0-1,0 0 0,0 0-2,0 0 2,0 0 0,0 0 0,0 0 0,0 0 1,0 0 0,0 0 0,0 0 0,0 0-2,0 0 0,0 0 0,0 0-1,0 0-10,0 0-6,0 0-30,0 0-21,0-1-33,0 1-39,0 0-22,0 0-17,0 0-26,0 0-30,-2 0-13,-1 0-112,-1 0-130,-1 0-85,1-2 424,2-1 78,22 9 75</inkml:trace>
          <inkml:trace contextRef="#ctx0" brushRef="#br0" timeOffset="126739">9367 13779 129,'0'0'53,"0"0"-27,0 0-4,0 0 24,0 0 420,0 0-45,0 0-158,0 0-103,0 0-33,0 0 9,0 0 1,0 0-14,0 0-39,0-2-19,0 2-20,0 0 1,0 0 5,0 0 4,0 0 3,0 0 4,0 0-4,0 0 0,0 0-16,0 0-4,0 0-5,0 0 2,0 0-6,0 0-10,0 0-3,0 0 4,0 0 2,0 0 4,0 0 2,0 0-2,0 0 0,0 0 3,0 0 6,0 0 0,0 0 0,4 0-3,-2 0-32,3 0 0,0 0-35,4 0 9,0 0-5,-2 2 8,4 2 1,-2 0-7,0 2 0,2 1 28,-1 0-12,1 1 10,-2 3-20,0-2 22,-2 3-18,1-1 0,-1 2-16,-2-1 2,2 3 1,-4-2 6,3 1-12,-2-1-4,-1-2-35,-1-1 9,-2 0 32,0-1 11,0-2 21,0-1-18,-2 1-11,-1-1-18,-2-2 48,-1 1-33,2-2-29,-3 0-58,0-2-52,1 1-23,-1-2-43,2 0-84,2 0-99,-1-2-110,2-3 345,1 0 123</inkml:trace>
          <inkml:trace contextRef="#ctx0" brushRef="#br0" timeOffset="127246">9609 13864 373,'0'0'274,"0"0"642,0 0-643,0 0-114,0 0 3,0 0 62,0 0-14,0 0-55,0 0-46,0 0-6,0 0-39,0 0-32,32-30-6,-25 30 3,0 0-26,-1 0-3,3 0-15,-4 3-7,2 1 21,1 2 2,-1 0 11,0 2 14,-2 0-12,-2 2-14,0 1-20,0 0-15,-3-1-26,0 1 10,0-1-7,0 0-3,-3-1-3,0-1 38,0 0-32,-1-2 3,1-1 42,0-2-25,3 0 15,-2-2 23,2-1 2,0 0 47,0 0 38,0 0 35,0-4-52,0-2-70,0-2-2,2-3 2,3 1 22,3-4 26,0 1-29,1-1-6,1 0-10,1 0-3,2-1-15,0 0-33,-1 2 32,2 2-51,-1 2 12,-2 2 33,1 1-1,-2 2-9,-2 0 3,-3 2-20,-1 1-70,-2 0-46,-1 1-68,-1 0-79,0 0-172,0 0-106,0 0 29,0 0 427</inkml:trace>
        </inkml:traceGroup>
        <inkml:traceGroup>
          <inkml:annotationXML>
            <emma:emma xmlns:emma="http://www.w3.org/2003/04/emma" version="1.0">
              <emma:interpretation id="{132C8D59-421C-469F-87BE-C9467868D9BC}" emma:medium="tactile" emma:mode="ink">
                <msink:context xmlns:msink="http://schemas.microsoft.com/ink/2010/main" type="inkWord" rotatedBoundingBox="11077,13540 13044,13499 13056,14063 11089,14104"/>
              </emma:interpretation>
              <emma:one-of disjunction-type="recognition" id="oneOf17">
                <emma:interpretation id="interp85" emma:lang="en-US" emma:confidence="0">
                  <emma:literal>(yellow</emma:literal>
                </emma:interpretation>
                <emma:interpretation id="interp86" emma:lang="en-US" emma:confidence="0">
                  <emma:literal>(Yellow</emma:literal>
                </emma:interpretation>
                <emma:interpretation id="interp87" emma:lang="en-US" emma:confidence="0">
                  <emma:literal>[yellow</emma:literal>
                </emma:interpretation>
                <emma:interpretation id="interp88" emma:lang="en-US" emma:confidence="0">
                  <emma:literal>[Yellow</emma:literal>
                </emma:interpretation>
                <emma:interpretation id="interp89" emma:lang="en-US" emma:confidence="0">
                  <emma:literal>(tallow</emma:literal>
                </emma:interpretation>
              </emma:one-of>
            </emma:emma>
          </inkml:annotationXML>
          <inkml:trace contextRef="#ctx0" brushRef="#br0" timeOffset="129267">10650 13563 233,'0'0'81,"0"0"718,0 0-483,0 0-219,0 0-58,0 0 23,0 0 49,0 0-17,0 0-49,0 0-45,0 0 1,0 0 9,0 0 62,-23 8 5,13-2 43,0 2 7,-1 1-72,-3 0 10,1 2 2,-3 2-5,1 0 18,-4 3-18,1 2-4,-4 2-13,2 1 58,1 2-42,-1 3-13,2 1-13,3-1 39,0 3-71,1-2 16,4 1 0,5-1 1,5 0-20,0-3-20,5-2-18,7-1 6,2-1-32,5 0 6,5-3 4,4-1-49,1-3-52,5-3-45,2-3-72,-2-2-27,0-4-156,-2-1-160,-3 0-25,-10-2 513</inkml:trace>
          <inkml:trace contextRef="#ctx0" brushRef="#br0" timeOffset="133121">10669 13640 183,'0'-4'0,"2"-1"13,0 1 342,-2-2 23,2 4-127,-2-2-176,0 2 10,2-1 9,-2 3 85,2-1-59,-2-1 4,0 2-11,1-2 1,-1 2-23,2-2-17,-2 1-3,2 0 1,-2-1-37,0 2 27,2 0-17,-2-1-10,0 1-34,0 0-1,0 0-32,0 0-3,0 0-1,0 0 10,0 1-9,3 2 2,-1 1 4,3 3 29,3 1 10,-1 4 42,3 1-13,3 0-7,-3 2-6,5 0-1,-1 0-25,1 1 23,-1-2-23,-1-1 12,-1 0-12,1-2-29,-3-3-71,-1 3 9,-3-4-48,1 0-78,-2-2-50,-1 0-81,-1-3-7,-3-1-101,2-1 52,-2 0 309,0 0 33</inkml:trace>
          <inkml:trace contextRef="#ctx0" brushRef="#br0" timeOffset="133471">10944 13610 37,'0'0'166,"0"0"548,0 0-290,0 0-187,0 0-107,0 0-55,0 0-7,0 0 4,0 0-17,0 0 52,0 0-42,-22 40 29,15-29-36,-1 5 36,0-1 13,-1 3-65,-2-1 29,0 2-13,0 0-33,1 1-12,-1-1 23,2 1-34,0 1 40,0-1-41,2 0-1,-2-1-2,4-1-50,0-3 20,2-1-36,0-3-45,3-1-9,0-2 5,0-3-16,0 1 10,0-3-49,1 0 6,4-3-110,0 0-102,2 0-16,0 0-76,0-2 359,0-2 65</inkml:trace>
          <inkml:trace contextRef="#ctx0" brushRef="#br0" timeOffset="135665">11055 13801 272,'0'0'29,"0"0"613,0 0-140,0 0-242,0 0-120,0 0-30,0 0 17,0 0-27,0 0-67,0 0-33,0 0-15,-13 1 15,9 3 26,-1 1 3,0 1-19,0 0-7,0 1-2,2 1 0,-1-1-1,3-1-1,-1 0 1,2-1-2,0 1-11,0-3 13,0 1 0,3-1-16,3 1 16,0-2 36,2-1-15,-1 0-19,4-1-4,0 0-8,-2 0-13,2-4-12,-3 0-1,-2-1 35,3 1-22,-4-1 23,1 0 26,-1 0-6,-5-1 15,2 1-35,-2-1 3,0 2 62,0 0-52,-2 1-13,-2 0-2,1 2 2,-2 1-2,-3 0-53,1 0 37,0 0 18,-4 2 49,0 2-4,1 1-6,-1 1-3,2 0 12,2 1 10,-2 0-44,2 2-11,1-2 23,1 2-9,2 0-5,0-1-9,3 2 32,0-2-35,0 0 10,0-1-23,6 1 13,-1-2-3,2-1-13,2-2 5,2 0 10,-2-1 2,4-1-2,-1-1-29,3 0 29,-3 0-44,3-4-16,-3 0 19,3-2 6,-2 0 1,-1-3 19,-2 0 16,0-3-4,0 1-15,-3-4 19,2 0 0,-3-2-54,-1-2 54,0 0 2,-1 0 37,-1-4-23,0 2-16,2-1-58,-3-2 58,-2 1 26,0 3 3,0 0 29,0 2-22,-2 0-20,-3 4 65,2 1-17,1 3-44,-1 3-7,1 2 61,0 2 0,1 2 3,-1 1-77,2 0-32,-2 0-29,0 1-7,-1 5 20,-1 1 9,-2 4 23,3 3 16,-2 2 39,1 5 61,4 0-52,0 1 19,0 0-44,0-1-2,0 0-19,0-2 9,4 0 2,-3 1-26,3-2 6,-2 0 5,1 0 4,2 0-2,1-2 54,0 0-32,-1-2-22,0-1-71,0-3 0,1-2-9,-1-2-4,1-2-29,-1 0 26,4-2 29,0-1-23,0 0-29,2-1-39,-1 0-7,-1-3-68,2-2-4,-2-3 19,0-2 99,-2-3 67,0-1 27,0-2 16,-1-2-33,-2-1 53,1-1-20,0-1 13,2 0-13,-2-3-10,0 2 10,0-1 26,-2 0 131,-1 2-47,0 0 37,-2 4 45,0 0 19,-2 2-58,-1 4-14,-1 2-16,4 2 26,-3 3 3,1 1 18,2 2-28,0 1-49,0 0-51,0 0-42,0 0-10,-3 0-35,3 1-19,-3 2-10,1 4 32,-1 3 42,-1 4 52,-1 3-1,2 3 4,1-1-10,0 0-44,0 0 44,2 0-33,0 0 17,0 1-29,2 0 2,2-1-5,-1 0-10,1 0-73,-1 0 31,2-2-12,-1-2-43,0-3-2,1-2-43,-3-2 6,1-2 16,1-2-45,-1 0 19,1-1-39,0-1-56,1-1-10,1-1-42,0 0-33,0-1-16,1-4 289,0-3 35,0 0 30,3-1-54,-3-2 38,0 0 17,1-1 61,2-1 7,-3 2-9,2-1-36,-2 4 9,-1-1 37,-3 2-43,0 2 590,-3 0-183,0 1-169,0 1-40,0 1-49,0 1 39,0 1-23,0 0-55,0 0-49,0 0-39,-1 0-44,-3 0-4,3 1 0,-3 3-13,1-1 13,-3 3 3,2 0 39,-1 2-20,1 0-19,3 1 26,-3 0-9,2 1-20,2-1 1,0-1-1,0-1-41,0 1 25,4-3 0,1 1-20,0-1 20,-1 0 13,4-1-51,-3-3 53,2 1-14,0-2 15,0 0 16,0 0-16,0-1-1,0-1-21,1-4 2,-3 2 20,0-2 13,1-1-13,-5-1-21,3-2 21,-4 1-49,0-2 47,0 0-14,0 0-16,-2 1 19,-3 0 0,0 1-13,-2 1 10,-1 3-3,1-1-1,2 3-12,0-2 3,-1 4 0,2 0 9,2 1 4,2 0 3,-1 0-16,1 0 3,0 0 26,0 0 0,0 0 13,0 0-12,3 0 15,3 0 13,1 0 0,2 0-16,4 0-13,1 0 3,2 0-3,-2 0 0,2-1 0,-2-1-3,1 2-13,-2-1-10,-1 0 5,-1 1 20,-2 0 2,-4-1-1,0 0 22,-3 1 30,0 0-3,-2 0-7,0 0 0,0 0 6,0 1-3,0 2-6,-2 2 13,2 1-20,-3 2-19,1-1-10,0 1-3,1 0 13,1 0-13,-2 1 13,2-1-10,0 2 10,0-2-13,0 1 13,0-3-11,0 0-1,0-1-1,2-1-13,-1-1 12,1-1-31,1-1 32,1-1 26,1 0 6,3 0-6,-3 0-7,4 0-3,0-3-1,-2 0-14,2-2-2,0 0 1,-2 0 0,2-1-19,-4 0 19,3-1-13,-3-1 13,0 2-23,-1 0 21,-2 3 1,-1 0-15,-1 2 16,0 0-2,0 1-37,0 0-38,0 0-10,0 0 48,0 0 38,0 0-12,0 1 0,0 1 11,0 2 2,0 1 0,0 0 29,4 1-10,-4-1-2,4 0-16,0 1 15,-1 0 23,2 0-37,2 0 24,1-1 9,1 0-33,-1-2 21,4 0-23,0 0-36,1-1 36,1 0 0,-1-2-2,1 0 1,-1 0-2,-1-2-13,-4-3 16,4 0 2,-4 0 30,-3-2-29,2 0 52,-2-1-10,-2-2-16,-3-1-10,0-2 17,0 1 25,0-1-45,-3 0-16,-5 1-15,-1 0 14,1 4-24,-4 0 23,2 1-24,-2 4 7,1-1-10,-2 2 7,2 2 2,2-1-5,1 1-37,0 0-67,3 0-42,0 1-4,1 2-42,1 0-66,1 0-101,2 0-195,0-1-12,0-1 500</inkml:trace>
        </inkml:traceGroup>
        <inkml:traceGroup>
          <inkml:annotationXML>
            <emma:emma xmlns:emma="http://www.w3.org/2003/04/emma" version="1.0">
              <emma:interpretation id="{930BCFD7-BC1A-4C38-A08B-9D04084350C2}" emma:medium="tactile" emma:mode="ink">
                <msink:context xmlns:msink="http://schemas.microsoft.com/ink/2010/main" type="inkWord" rotatedBoundingBox="13213,13388 15702,13336 15717,14057 13228,14109"/>
              </emma:interpretation>
              <emma:one-of disjunction-type="recognition" id="oneOf18">
                <emma:interpretation id="interp90" emma:lang="en-US" emma:confidence="0">
                  <emma:literal>(green)</emma:literal>
                </emma:interpretation>
                <emma:interpretation id="interp91" emma:lang="en-US" emma:confidence="0">
                  <emma:literal>(Green)</emma:literal>
                </emma:interpretation>
                <emma:interpretation id="interp92" emma:lang="en-US" emma:confidence="0">
                  <emma:literal>(Green</emma:literal>
                </emma:interpretation>
                <emma:interpretation id="interp93" emma:lang="en-US" emma:confidence="0">
                  <emma:literal>Careen)</emma:literal>
                </emma:interpretation>
                <emma:interpretation id="interp94" emma:lang="en-US" emma:confidence="0">
                  <emma:literal>(amen)</emma:literal>
                </emma:interpretation>
              </emma:one-of>
            </emma:emma>
          </inkml:annotationXML>
          <inkml:trace contextRef="#ctx0" brushRef="#br0" timeOffset="136535">12435 13520 747,'0'0'153,"0"0"563,0 0-517,0 0-118,0 0 81,0 0 78,0 0-4,0 0-65,0 0-75,0 0-38,0 0-19,0 0-37,0 0-2,-3-6-19,-3 14 19,1 2 6,-5 6 30,-1 1 8,-2 5-8,-3 4-1,2 5 13,-4-1 13,2 2-23,2 0-38,-3 0 1,2 1 21,0-3-22,0 1-45,3-4 0,0-2-29,2-2-31,3-3-37,2-4-35,2-1-14,3-2 0,0-3-74,0-3 5,3-1-167,2-4-133,1-2 32,1 0 394,-1 0 70</inkml:trace>
          <inkml:trace contextRef="#ctx0" brushRef="#br0" timeOffset="137318">12841 13642 114,'0'0'124,"0"0"-108,0 0 679,0 0-236,0 0-254,0 0-65,0 0 48,0 0-39,0 0-38,0 0 25,0 0-49,0 0 26,35-58 36,-35 56-34,0 1 14,0 0-10,0 1-36,-1 0-32,-1 0-19,-2 0-32,-3 0 0,-2 0-35,-3 0 6,-3 0 26,-5 0-14,-1 3 17,0 1 1,-1 3 5,0 0 7,1 1-26,2 3 23,0 1-10,3 2 0,2 1-1,-1 1 1,3 1 1,1-1-1,4 0-1,0-1-25,2-1 1,3 1 2,2-1 7,0-1-42,0-2 20,5 0-39,0-1 3,4 0 48,4-3-19,-1-1 13,3-1 29,-1-3-29,1 1-43,0-3 11,2 0 12,-3 0-19,0-1 16,-1-3 0,1-2 19,-3 0 23,2 0-25,-5-3 8,2 2-18,-2-1 25,-4 1-6,1 0 29,-1 2 16,-2 0 0,-2 1 91,0 2-13,0 0 0,0 1-33,0-2-12,-2 3-7,0 0-7,0 0 11,2 0-11,-2 0-9,-1 0-4,-1 3 30,3-1 9,-3 2 16,-1 1-64,2 2 77,0 1-13,-1 0-42,3 1-3,-1 1 13,0 1-33,2 0 4,0 1-15,0 1 0,0 0-1,2 1-19,1 0-16,1 0 0,0 0 19,0-2-64,-1-1 9,2 0-18,-3-1-40,2-3 13,-1 0-16,-1-3-43,0-1-32,0 0-37,-2-2-42,0-1-81,0 0-5,0 0 43,0-5-62,-4-2 306,2-2 39</inkml:trace>
          <inkml:trace contextRef="#ctx0" brushRef="#br0" timeOffset="139152">12760 13732 278,'0'0'36,"0"0"629,0 0-212,0 0-157,0 0-72,0 0-23,0 0-29,0 0-59,0 0-52,0 0-2,-8-6 12,8 6-26,6 0-23,1 1 20,2 1-19,4 0-20,1-1 19,2 0-22,0 0 3,2 0 0,-3 0-2,4-1-1,-3 0-10,1 0-3,-3 1-16,-4-1-35,1 0 22,-4 0 23,-1 0 6,-3 0 13,0 0 2,-2 0 1,-1 0-3,0 0 0,0 0-26,0 0-9,0 0 19,0 0 12,0 1 1,0-1 0,0 0-13,0 1 0,0 0-1,0 1 17,0 2 20,0-1-18,0 1 30,0 0-6,0 0-3,0 1 3,0 1-17,2 0-7,0 1-2,-1 1 26,1-1-26,0 1-6,-2 0 6,0 1-3,2 0-1,-1 1 4,-1-2 1,2 0 16,-2 0 12,0-3-28,0 0 0,0-1 0,0-3-1,0-1 0,0 0 0,2 0 38,-2 0 30,0 0 16,3-1 6,-3-4-51,5-1-39,0-3 0,0 1 19,0-1 26,4-2-45,-1-1-2,0 1-27,3 0 27,0-2-43,-1 2 13,2 0-45,-2 1 10,1 2 18,-2 1 4,-2 2 7,0 1 2,-1 2-12,-3 1 35,1 1-7,-2 0 4,-2 0-10,1 0 7,-1 0 6,0 0 13,0 0-13,0 0-16,0 0-13,2 3 42,-2 0 10,0 1 38,2 2-12,0-1 3,-1 1 6,1 0-23,0-1 11,0 0-31,2 0 14,-1-2-13,3 1 29,-3-2 4,4 1-4,-2-1 0,5-1-3,0-1 0,1 0-3,1 0-13,1 0-10,0 0 10,-3-2-11,3-2 24,-3 1-26,-2-2 16,-1 0 0,0-1-4,-3 1 11,-1-1-1,-3 0-6,0 0 17,0 0 11,-2 1-28,-1 2-12,-2 0-4,-4 1-16,1 2-23,-1 0 20,-3 0 16,3 0 2,-3 0 1,0 2 25,2 3-2,1 0 6,2 2-4,-2 0-12,0 1-10,3 0-1,-1 0-2,2 2 2,0-1-1,3 1 1,-1-1 1,1 1 14,2 0-16,0-1-2,3 0-14,3-1-4,2 2-7,3-3-22,2 0 45,3-2-10,1 0-70,3-2-23,-1-2-4,2-1-6,-2 0 0,1 0-10,2 0 65,-4-1-43,1-3-29,-1-2 20,1-1 6,-4-2 9,2-2 4,-4-2 29,0 0 52,1-2 13,-2 2-36,-4-1 22,1 1 14,-5 2 3,-2 1 95,-2 1 58,0 2-20,0 1-35,0 1-7,-6 2 13,1 1 3,1 0-36,-4 0-25,0 1 5,-1 1-5,0 0 6,0 0 3,0 1 16,-1 3 0,0 0-16,3 1-1,-1 2-18,3 0-17,-3 2-22,3 1 29,-1 0-27,3 0 11,-1 0 0,3-1 6,1 2-17,0 0 40,0-1-29,0 0 12,7 1-9,-2-1 16,3-1-20,5 0-12,1 0-16,3 0 3,-1-3-57,3-2-17,3 0 10,0-4-16,-2 0-6,3 0 50,-2 0-9,0 0-38,1-3 8,-2-2 34,-1-1 12,-2-2-7,-1-2 46,0-1-26,-2-3 26,0 0-16,-3-1 19,2 0 0,-4 1 3,-2-1 23,-2 1-24,-1 3 31,-3 1 2,-1 0 78,0 1-110,-3 2 42,0 0-7,-4 1-18,1 2 25,-1 0 19,0 0-12,3 3-13,-1 0-36,1 1 10,0 0-11,1 0-2,1 0-2,-1 0-33,3 0 35,-2 1 20,0 2-17,0 0 26,2 0 6,-1 0-22,-1 1 3,2 1 3,0-1-3,0 1 7,0 0 2,0 1 11,0 1-1,0 0-32,3 1 13,-3 0-16,4-1 0,-2 3 0,-1-2 1,1-1 0,0 0-1,-2-1 1,1 1-2,1-1 1,-2 1-1,2-1-18,-2 1-7,0-2-2,0-1 2,0-1-6,0 0-7,0 0 23,0-2 3,0-1 10,0 0 3,0 0 1,0 0 41,0 0 0,0 0 3,2-1 9,0-3-25,0-2-27,1-1-2,3-2 1,-3 0 10,4-2 2,1 0 18,-1 1-8,1-2 9,2-2-32,2 0 0,1 3-26,-2 0 10,1 3-6,-1 1-10,-4 2 29,0 2-23,1 1 13,-3 1-6,0 1 6,0 0 12,0 0-2,0 0-12,-2 0 14,1 2 1,1 2-3,-2 1 3,3 2 22,0-1 23,1 3-29,-4 1 3,2 0-19,-1 1-1,-1-1-15,1 0 14,-2-1 1,3 0-21,-3-1-10,2 1 12,-1-2-12,-1-1-25,1-1-17,-1-1-29,2-1-49,0-1-41,-1 0-50,2-2-124,1 0-235,-1 0-376,-1-4 786</inkml:trace>
          <inkml:trace contextRef="#ctx0" brushRef="#br0" timeOffset="139523">14103 13394 735,'0'0'1086,"0"0"-843,0 0-122,0 0 34,0 0 168,0 0 5,0 0-120,0 0-147,0 0-61,0 0-42,0 0-12,0-23-4,0 31 58,6 2 83,0 3 10,4 3 15,2 2 1,3 2 8,0 4-44,5-3-39,0 3-9,-1 0-25,0 1 0,0 2-11,1 3 11,-4 0 0,0 1-1,-3-3-28,-2 1-5,-4-1-11,-4-1-21,-1-2-71,-2 1 32,0-1 22,-5 0-22,-4 0 9,-2 0-36,-1-1-38,-5-2-14,-2-2-26,-1-1-17,-3-3-13,-6-2-92,-1-3-78,-5-3-160,2-2 143,4-3 342</inkml:trace>
        </inkml:traceGroup>
      </inkml:traceGroup>
    </inkml:traceGroup>
    <inkml:traceGroup>
      <inkml:annotationXML>
        <emma:emma xmlns:emma="http://www.w3.org/2003/04/emma" version="1.0">
          <emma:interpretation id="{0000A03B-BE15-4EDA-921A-57A9A51AC148}" emma:medium="tactile" emma:mode="ink">
            <msink:context xmlns:msink="http://schemas.microsoft.com/ink/2010/main" type="paragraph" rotatedBoundingBox="5600,14411 14581,14329 14588,15096 5607,1517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D32ACE8-5AF4-4173-8D49-B716394C089A}" emma:medium="tactile" emma:mode="ink">
              <msink:context xmlns:msink="http://schemas.microsoft.com/ink/2010/main" type="inkBullet" rotatedBoundingBox="5601,14528 6033,14524 6038,15109 5606,15113"/>
            </emma:interpretation>
            <emma:one-of disjunction-type="recognition" id="oneOf19">
              <emma:interpretation id="interp95" emma:lang="en-US" emma:confidence="0.5">
                <emma:literal>5)</emma:literal>
              </emma:interpretation>
              <emma:interpretation id="interp96" emma:lang="en-US" emma:confidence="0">
                <emma:literal>52)</emma:literal>
              </emma:interpretation>
              <emma:interpretation id="interp97" emma:lang="en-US" emma:confidence="0">
                <emma:literal>5]</emma:literal>
              </emma:interpretation>
              <emma:interpretation id="interp98" emma:lang="en-US" emma:confidence="0">
                <emma:literal>5,</emma:literal>
              </emma:interpretation>
              <emma:interpretation id="interp99" emma:lang="en-US" emma:confidence="0">
                <emma:literal>52]</emma:literal>
              </emma:interpretation>
            </emma:one-of>
          </emma:emma>
        </inkml:annotationXML>
        <inkml:trace contextRef="#ctx0" brushRef="#br0" timeOffset="141480">5704 14714 301,'0'0'85,"0"0"218,0 0 137,0 0-251,0 0-65,0 0-4,0 0-19,0 0 29,0 0-26,0 0-49,0 0-29,0 0-24,-2-16 14,0 16-12,-1 0-2,1 0-1,-3 0 0,0 0 1,-2 1-2,1 1 1,-1 0 13,-3 2-12,3 0 21,-2-1-21,3 2 20,-1 0-22,2-1 0,0 0-2,2 0 2,1 2-16,-2-1 16,4 1 19,0-1-19,0 1-1,0 0 1,6-2 16,1 2 39,-1-1-6,6 0-33,-2 1 10,3-2 3,-1-1-26,1 1 7,-1 0-10,-1 0-16,0 0-65,-1-1-13,0 2 35,-3 0 1,-2-1 32,-3 0-13,0 1 0,-2 0-49,0-1 36,0 0 52,0 1 20,-4 0 3,-1-2-1,-2 1 1,1-2 16,-3 1-10,-1 0-25,0-1 18,0-1-22,1 0-25,-2-1-30,1 0-16,-2 0-66,2 0-9,0 0-1,0-1-58,1-3-59,2 0-94,1 1 5,1-3 262,2-1 46</inkml:trace>
        <inkml:trace contextRef="#ctx0" brushRef="#br0" timeOffset="141768">5659 14698 176,'0'0'108,"0"0"622,0 0-365,0 0-183,0 0-81,0 0-10,0 0 23,0 0-4,0 0-35,0 0-33,0 0-13,59 15-6,-48-14-10,0 1 6,-1-1-19,1 0-19,-2 0-72,0-1-75,-2 1-87,-1-1-63,-1 0-52,-1 0-98,-3 0 150,3-3 234</inkml:trace>
        <inkml:trace contextRef="#ctx0" brushRef="#br0" timeOffset="142197">5822 14563 183,'0'0'75,"0"0"678,0 0-229,0 0-267,0 0-121,0 0-9,0 0 3,0 0-27,0 0-12,0 0-10,0 0-4,0 0 49,18 27-49,-7-17 20,-4-2-30,3 3-44,0 1-1,0 1 17,1 1 2,0 4-38,-1 1 19,1 3 17,-2 0-23,0 1-16,-1 1-11,-1 1-18,-6 0 28,1 2-57,-2-1 33,0 0 2,0-1-41,-5-1 22,-4-2-19,0-1 38,-4-2-44,-3-1 22,0-3-23,-5 0-19,-4-1-43,0-1-38,-2 1-69,-2-2-35,0-3-194,1 0-111,-1-5 92,-2 0 383</inkml:trace>
      </inkml:traceGroup>
      <inkml:traceGroup>
        <inkml:annotationXML>
          <emma:emma xmlns:emma="http://www.w3.org/2003/04/emma" version="1.0">
            <emma:interpretation id="{FEA96E42-A3D9-48EF-A35E-5B2C65636A8B}" emma:medium="tactile" emma:mode="ink">
              <msink:context xmlns:msink="http://schemas.microsoft.com/ink/2010/main" type="line" rotatedBoundingBox="6746,14400 14581,14329 14588,15096 6753,15168"/>
            </emma:interpretation>
          </emma:emma>
        </inkml:annotationXML>
        <inkml:traceGroup>
          <inkml:annotationXML>
            <emma:emma xmlns:emma="http://www.w3.org/2003/04/emma" version="1.0">
              <emma:interpretation id="{AB6432FF-8FB3-49CC-9133-1B96AE4F04A5}" emma:medium="tactile" emma:mode="ink">
                <msink:context xmlns:msink="http://schemas.microsoft.com/ink/2010/main" type="inkWord" rotatedBoundingBox="6747,14457 7584,14450 7589,14901 6751,14909"/>
              </emma:interpretation>
              <emma:one-of disjunction-type="recognition" id="oneOf20">
                <emma:interpretation id="interp100" emma:lang="en-US" emma:confidence="1">
                  <emma:literal>Pod</emma:literal>
                </emma:interpretation>
                <emma:interpretation id="interp101" emma:lang="en-US" emma:confidence="0">
                  <emma:literal>Pad</emma:literal>
                </emma:interpretation>
                <emma:interpretation id="interp102" emma:lang="en-US" emma:confidence="0">
                  <emma:literal>pod</emma:literal>
                </emma:interpretation>
                <emma:interpretation id="interp103" emma:lang="en-US" emma:confidence="0">
                  <emma:literal>Pond</emma:literal>
                </emma:interpretation>
                <emma:interpretation id="interp104" emma:lang="en-US" emma:confidence="0">
                  <emma:literal>Plod</emma:literal>
                </emma:interpretation>
              </emma:one-of>
            </emma:emma>
          </inkml:annotationXML>
          <inkml:trace contextRef="#ctx0" brushRef="#br0" timeOffset="148859">6600 14596 821,'0'-2'2,"0"-1"786,0 1-606,0-2-130,0 3-39,0 1 97,0-1 82,0 1-14,0 0-46,0 0-32,0 0-29,0 0-13,0 0 4,0 0 2,0 0-3,0 0-13,0 0-12,0 0-11,0 0-12,0 1-13,0 0-3,0 2-29,0-1-1,0 3 33,0 2 22,0 3-19,0 2 49,1 2-49,1 3 35,2 1 4,-4 0-10,1 1-6,1 0-7,0 1 0,-2-2-18,0 0 0,1 0 1,1 0-1,-2-1-1,0-1 0,0 1 1,0-4 16,0 0-17,0-5-3,0 1-35,0-2-1,0-3 4,0-1-22,0-1-30,0-2-25,0 0-17,0 0-16,0 0-20,0 0-20,-3 0-29,3 0 3,-5-3-94,-1-3-184,1-3-163,-1-2 359,3 3 233</inkml:trace>
          <inkml:trace contextRef="#ctx0" brushRef="#br0" timeOffset="149282">6590 14529 43,'0'0'1005,"0"0"-507,0 0-284,0 0-106,0 0-24,0 0 62,0 0 39,0 0-43,0 0-32,0 0-4,0 0-19,-2-2-35,8 2-7,1 0-26,4 0 23,3 0-23,2 0-15,2 0-2,2 0-2,-2 1-1,1 1-14,1 2 14,-1 1-27,-4 1-1,0 1 9,-5 2 1,2 0 3,-5-1-3,-2 1-4,-4-1-9,1 0-49,-2 1-12,0 0 61,-3 1 18,-6 0 14,-4 1 42,1 0-20,-6 0-6,-2-1-16,1 0 0,-3-2-1,4 1 0,-2-3-18,4-1-7,0-1-6,2-1-36,3-1 6,4 0 20,2 0-23,3-2-28,0 1-34,2-1-19,0 0-68,4 0-151,3 0-143,1-3-37,5 1 382,-1-1 82</inkml:trace>
          <inkml:trace contextRef="#ctx0" brushRef="#br0" timeOffset="149855">6827 14825 47,'0'0'127,"0"0"-85,0 0-12,0 0 2,0 0 757,0 0-366,0 0-208,0 0-108,0 0-22,0 0 38,0 0-19,11-3 29,-9 2-23,-2-1 9,1 0-9,-1 0-16,0 0-1,0 2 10,0-1-32,0 1-1,-1 0-22,-1 0-35,0 0 6,-1 0-7,0 0-12,0 0-25,-3 0-14,1 0 13,-2 2-9,0 1 13,0 1 6,0 2-4,0-1 18,-1 2-20,4 1 21,1-1-1,0 2-11,3 1-10,-2-2 7,2 0-3,0 0-4,0-1-12,3 1 0,4-2 15,1 1 18,1-2-43,1-1 16,3-2 27,-3-1 0,5-1-50,-1 0-13,-1 0 1,-1-1 12,3-3 0,-5-1-9,1-1 25,0 0 14,-4 0 22,0 0 11,-3-3-7,0 2 18,-3-1 8,-1-1-1,0 0 6,-1 0 14,-5 0-46,0 1 13,-1 0-13,1 3-3,-4 1-10,1 0-13,1 2-13,0 0 4,1 1-10,0 1 0,2 0-3,1 0 15,-2 4-44,3 1-59,1 1 0,2 0-72,0 0-46,0 1-64,2 0-64,3-1 14,3-2 150,-1-1 176,1 2-17</inkml:trace>
          <inkml:trace contextRef="#ctx0" brushRef="#br0" timeOffset="150522">7165 14882 249,'0'0'88,"0"0"685,0 0-327,0 0-209,0 0-75,0 0 10,0 0 32,0 0-13,0 0-46,0 0-29,20-47-3,-20 43-39,-1 0 35,-1-1-26,-2 2-45,-2-2 7,3 0-32,-2 3-10,0-2 45,-1 2-37,0-1-11,-2 2-3,1 1-22,-6 0 6,2 0 3,-2 3 3,-1 1 12,1 1 0,1 2 1,2 1-2,-1 0 4,2 2-9,2-1 10,1 0-3,1 1 0,3 0-3,-1-1-26,3 0-2,0-2-8,0 3 14,0-3-20,5-1-10,2 0-12,2-1 65,3-3-24,3 0-3,-1-2-32,4 0-19,-1 0 9,-2-3-7,2-2 4,-3-3 13,-1 0 9,0-3 52,-3 0 19,0-2-17,1 0 9,-2-4 2,-2 1 13,0-3 29,1-4-26,-1-1 0,0-3-12,0-1-16,-1-1-2,-1 0-20,-2 2 21,-3 1 49,0 2-29,0 2 34,0 2-34,-5 4 34,0 3 56,-1 3-52,1 3 41,1 2-41,1 3 12,1 2-38,0 0 13,1 0-22,1 0-23,0 0-35,-2 2-19,0 6 22,-2 1 32,-1 4 9,1 4-6,1 2-3,1 2 52,0 1-24,2 0 19,0 2-46,0-2 9,0 0-10,4 1-2,-3 0 2,3-1 1,-1-1-1,1 1-3,0-2 2,1-1-86,1-1 1,-1-1 3,0-3-39,1-1 13,-1-2-69,0-1-15,2-3-44,0-1-3,1-3-127,-1-3-212,0 0-181,1 0 571</inkml:trace>
        </inkml:traceGroup>
        <inkml:traceGroup>
          <inkml:annotationXML>
            <emma:emma xmlns:emma="http://www.w3.org/2003/04/emma" version="1.0">
              <emma:interpretation id="{0932F504-B59D-4925-833F-C6E510F8F1EA}" emma:medium="tactile" emma:mode="ink">
                <msink:context xmlns:msink="http://schemas.microsoft.com/ink/2010/main" type="inkWord" rotatedBoundingBox="7996,14412 9341,14400 9346,14894 8000,14907"/>
              </emma:interpretation>
              <emma:one-of disjunction-type="recognition" id="oneOf21">
                <emma:interpretation id="interp105" emma:lang="en-US" emma:confidence="1">
                  <emma:literal>color</emma:literal>
                </emma:interpretation>
                <emma:interpretation id="interp106" emma:lang="en-US" emma:confidence="0">
                  <emma:literal>colon</emma:literal>
                </emma:interpretation>
                <emma:interpretation id="interp107" emma:lang="en-US" emma:confidence="0">
                  <emma:literal>Color</emma:literal>
                </emma:interpretation>
                <emma:interpretation id="interp108" emma:lang="en-US" emma:confidence="0">
                  <emma:literal>cohor</emma:literal>
                </emma:interpretation>
                <emma:interpretation id="interp109" emma:lang="en-US" emma:confidence="0">
                  <emma:literal>Colon</emma:literal>
                </emma:interpretation>
              </emma:one-of>
            </emma:emma>
          </inkml:annotationXML>
          <inkml:trace contextRef="#ctx0" brushRef="#br0" timeOffset="151634">7896 14782 118,'0'0'118,"0"0"280,0 0 113,0 0-198,0 0-160,0 0-62,0 0 29,0 0 13,0 0-16,0 0-29,0 0 6,0 0-39,0 0-10,0 0 0,-39-43 7,32 43-13,-4 0-1,0 0 4,-2 1-13,0 2 7,-2 3 0,1-1 21,-1 2-5,0 0-4,0 0-35,3 1-10,1 1 1,2-1-1,2 1-2,-3 1 28,7 0-27,-2 0 0,5 0-2,-2-1-14,2 1 13,0-3 1,0 1-39,2-1 14,1-1-30,2-2 0,3 0 13,-1-1 10,4 0 3,0-1-6,3 0 12,2-1-19,0-1-16,0 0-43,2 0-28,-2-3-92,2-2-90,0 0-155,-2-3-169,0 0 191,-2-2 363</inkml:trace>
          <inkml:trace contextRef="#ctx0" brushRef="#br0" timeOffset="152441">7997 14770 162,'0'0'359,"0"0"690,0 0-799,0 0-107,0 0-36,0 0 13,0 0 26,0 0-27,0 0-35,0 0-6,0 0 9,-39 9-7,32-4-19,4 0 13,-2 1-38,3 1 5,-1-1-15,1 0 0,0 1-7,0 1-7,2 1-11,0-2 1,0 1-1,0-1-1,2 1-23,3-1-12,1-1 13,0 0-4,1 0-3,1-3 7,3-1 5,0-1 14,-2-1-14,5 0-8,-3 0-8,3-1-15,-3-3 6,-1-3 7,0 2 3,-3-2 30,0 0-50,-4-2 33,1 2-10,-2-2 6,-2-2-16,0 1 38,0-2 1,-3 1 0,-3-2-18,0 1 16,-1 1-11,-1 0-10,2 3-3,-3 2 25,6 3-14,-3 1 15,-1 1 2,3 1 11,1 0 13,1 0-3,-2 0-23,4 0 0,0 0-16,0 0 14,0 0 2,0 0-16,0 0-16,2 0 3,3 0 0,1 0 29,5 0 55,1-1-49,6-1-6,-1 1-55,0-2-29,3 0 19,-2-1-19,-2-1-13,0-2 38,0 1 42,-3-2 17,1 1 1,-5-1 15,0-1 7,-2-1 0,-1 1 16,-3-2 42,-1-1 29,-2-1 26,0-2-46,0-1 17,-5 0-1,-1-3 20,1 2-58,-2 2 2,-2 0-19,3 2-2,-3 1 2,4 1-10,-2 3 14,1 2 15,3 1-3,-1 4 0,4 0-13,-2 1-19,2 0-35,0 0-26,0 0-18,-1 0-20,1 6-4,-4 2 68,2 4 42,2 3 5,-1 5-8,1 1-8,0 1-8,0 4-23,0-3 0,0 2 0,0 1 0,1 0-1,1-1 1,0 1 0,0-1-19,-1 0-32,1-3 9,2 1-34,-3-3-14,3-2-22,0 0 3,0-3 10,-1-1-43,2-3-38,0-3 8,1 0-2,-2-3 2,1-2-20,4-2-45,0-1-46,2 0-141,-1-3-107,3-3 283,-2-2 186,0 1 11</inkml:trace>
          <inkml:trace contextRef="#ctx0" brushRef="#br0" timeOffset="153201">8391 14801 154,'0'0'111,"0"0"-78,0 0 762,0 0-248,0 0-267,0 0-99,0 0-19,0 0-13,0 0-7,-17-24-13,14 24-29,-4 0-10,2 0-32,-3 4-13,1 0-10,2 1 13,-2 2-16,2 2 4,-1 0-24,0 1 1,3 1 3,0 0 7,1-1-23,0 2 0,2-3-32,0 0 3,0-1 10,2 0-13,1-2-13,4 0-7,0-1 33,3 0-13,0-2 10,5-1-14,-3-2-28,1 0-10,-1 0-3,1 0 22,-3-3 3,1-2 0,-3 0 4,0-1 6,-3 0 10,1-2 2,-2 0-8,1-1-14,-5-1-3,0-3-36,0 1 13,-2-1 7,-4 1 16,-2 0-30,-1 2-9,-2 2 9,2 1 53,-1 2 29,0 2-14,2 0 17,2 2 14,1 0 6,1 1 35,4 0 7,-2 0 19,2 0 0,0 0 1,0 0 18,2 0-6,4 0-29,1-1-47,0-1-17,6 2 21,-3-2 17,5 2-7,-1-1 13,-1-1-9,1 1 16,-1 0-14,0 0 11,-1 0-1,-2 1-2,1 0 18,-2 0-9,0 0-7,-1 0 0,0 3-9,-1 1-7,2 1 13,-4-1 9,3-1-22,-3 3-3,2 0 0,-4 0-28,1 2 15,0 0-13,0 1 0,-1 1-3,1 0-13,-1 1-22,-1 0 7,0 2-30,-1-3-22,-1 1 3,2-2 32,0 2-26,-2-4 35,0-2 1,0 0-1,0-4 11,2 0 25,-2-1 54,0 0 24,2 0 12,-2-3-19,2-3-71,1-2 3,1-1 54,-3-2 33,6-1-13,-3-3-13,2 0-35,1-2-26,0 0 29,-2-1-31,6-1-1,0 0-2,2-1-49,-1 2 12,3 2 17,-2 2-32,0 3 18,0 4-5,-2 1 2,-3 1-15,-2 2-20,-1 1-39,-2 2-38,-1 0-62,1 0-108,-3 0-166,0 0-276,0 2 102,0-1 517</inkml:trace>
        </inkml:traceGroup>
        <inkml:traceGroup>
          <inkml:annotationXML>
            <emma:emma xmlns:emma="http://www.w3.org/2003/04/emma" version="1.0">
              <emma:interpretation id="{69A7D7E5-0330-44C6-B4F6-A5848B3190BD}" emma:medium="tactile" emma:mode="ink">
                <msink:context xmlns:msink="http://schemas.microsoft.com/ink/2010/main" type="inkWord" rotatedBoundingBox="9882,14383 12066,14363 12072,15026 9888,15046"/>
              </emma:interpretation>
              <emma:one-of disjunction-type="recognition" id="oneOf22">
                <emma:interpretation id="interp110" emma:lang="en-US" emma:confidence="0">
                  <emma:literal>(Green</emma:literal>
                </emma:interpretation>
                <emma:interpretation id="interp111" emma:lang="en-US" emma:confidence="0">
                  <emma:literal>Green</emma:literal>
                </emma:interpretation>
                <emma:interpretation id="interp112" emma:lang="en-US" emma:confidence="0">
                  <emma:literal>(green</emma:literal>
                </emma:interpretation>
                <emma:interpretation id="interp113" emma:lang="en-US" emma:confidence="0">
                  <emma:literal>[Green</emma:literal>
                </emma:interpretation>
                <emma:interpretation id="interp114" emma:lang="en-US" emma:confidence="0">
                  <emma:literal>Careen</emma:literal>
                </emma:interpretation>
              </emma:one-of>
            </emma:emma>
          </inkml:annotationXML>
          <inkml:trace contextRef="#ctx0" brushRef="#br0" timeOffset="154356">9576 14417 91,'0'0'356,"0"0"367,0 0-495,0 0-156,0 0 51,0 0 43,0 0-20,0 0-48,0 0-46,0 0-17,0 0-12,0 0-3,0 0 25,-19 3-3,10 2 26,2-1 7,-2 3-24,-2 1 27,0 0-33,0 3 45,-3 1-19,0 1 39,0 3-39,-3 2-4,2 2-9,-4 2 25,5 2-57,-4 0-4,4 1-22,0 1 16,1 3 55,4 1-68,0 0 14,3 0-7,3 1-10,1-1-3,2 0 3,0-1-13,5-2-3,3-1-28,3-1-33,5-2 10,3-2-20,5-3-22,1-4-26,7-2-49,2-4-7,0-3-111,0-2-146,2-3-294,-5-1 63,-10-4 565</inkml:trace>
          <inkml:trace contextRef="#ctx0" brushRef="#br0" timeOffset="156358">10095 14500 283,'0'0'815,"0"0"-522,0 0-166,0 0-40,0 0 86,0 0 2,0 0-65,0 0-38,0 0-20,0 0 16,0 0 35,0 0 20,0 0-29,-10-21-30,10 19-9,-2 1-14,-1 1-41,-1-1-10,1 1 7,-2 0 6,-3 0 8,1 0-11,-3 0-13,-3 1 13,-5 4 7,0 1 12,-4 1 11,2 3-30,0-1 0,-4 2 2,1 1 11,1-1 26,-1 4-38,5-2 40,0 2-41,2 2 13,4 0-13,2 1 4,5 1-4,1 0 0,4 0-23,0 1 0,0-3 7,9 0 0,1-2-84,0-2 52,5-2-23,-1-3 58,2-2 13,4-3-58,-1 0 55,3-3-26,-1 0-3,-1 0-4,-2-3-13,-2 0-44,-1-2 21,-5-1-44,1-1-21,0 0 17,-4 0-62,-2-2 20,0 1 64,0-1-55,-5-1-20,1 1 69,1 1 29,-2 0 75,0 0 82,0 3 94,0 0-1,-3 2-9,3 0 20,-3 1-30,1 0-7,2 2 33,0 0-27,0 0-41,0 0-40,0 0-13,0 0 0,-1 0-12,1 0-23,0 2-26,0 3 22,-2 1 52,0 2-3,2 3-36,-2 0 26,2 1 0,0 2-16,0 0-10,0 1-15,0-1-1,0 2-6,0-2-11,0 1 10,2-3-9,0 4 8,0-3-10,-1 0 1,4-1 2,-5-2-4,0 0-34,1-3-27,-1-1-19,2-2-26,-2-1-36,0-1-6,0 0-52,2-2-43,-2 0-16,0 0-53,0 0-66,0 0 3,0-5-192,-5-3 384,0-2 128</inkml:trace>
          <inkml:trace contextRef="#ctx0" brushRef="#br0" timeOffset="158110">9952 14673 229,'0'0'20,"0"0"13,0 0 952,0 0-650,0 0-146,0 0-98,0 0 0,0 0 25,0 0-22,0 0-35,15 0-1,-4 0-9,-2 0-20,3 0 16,3 0 7,-1 0-7,1 0-3,-2 0-23,4 0 1,-1-3-1,-2 2-6,3 0-12,-2-2 1,-2 1 14,1 1 7,-3-1 6,-2 0-7,-4 2 1,-1 0-4,0 0-19,-2 0 0,0 0 0,-2 0 0,0 0 16,0 0-16,0 0-19,0 1 4,0 3 15,0 1 19,0 1-17,0 0 2,1 1 15,1 0-19,-2 2-1,0 1 1,0-1 1,2 0 1,-1 0 15,-1 0-17,0 0-2,2-2 0,-2 0-17,0-2 18,0 0 1,0-2 1,0 0-1,0-2-3,0 0-9,0-1 12,0 0 11,0 0 18,0 0 7,0 0-1,0 0 16,2-1 7,0-3-45,-1-3-13,3 0-2,2-2-1,-1 0-1,2-2-12,0 0 16,3 0-12,-2-1 12,3 1-1,-2 1 1,2 3-16,-5 0-26,6 0 23,-2 2 3,-3 1-4,3 2 1,-3-1 17,-1 2 1,-2 0 1,0 1 24,-2 0-24,-2 0-19,2 0-20,-1 0 4,1 0 25,-2 2 10,2 1 45,0 1-29,-1 1 17,1 0-23,0 0-10,0-1-16,1 1 16,1 0 20,0 1-4,-1-1-3,1-1 3,1-1-4,0 2 8,-1-3-4,2-1 0,-1 0 0,0 0 9,2-1-5,1 0-17,0 0 13,-1-2-14,0-1 0,3-2 0,-3 2 11,-2-2-11,0 1 14,1-2 4,-4 0-17,1 0-2,-1-1-1,-2 1-13,0 0 13,0 2 26,0 1-26,-3-1 13,1 2-13,-3 0-28,0 1-1,-3 1-6,-1 0-7,-2 0 19,0 0 22,1 4-16,-3 0 17,3 0 0,2 1 23,1 2-10,-2 1-13,4-1 0,-1 1 0,3 1 2,1 0-1,-2 2 21,4 0-22,0-3 26,0 3-13,0-2 1,4-1-12,-1 0 6,5-1-8,-1-1-13,0 1 1,6-3 11,-3 0-35,5-2 35,-1 0-28,1 0-3,0-2-13,0 0-6,1 0 3,0-3-1,2-2-12,-2 0 3,2 0 0,-4-3 19,2 0 27,-1 0-5,-3-2 14,3 1-16,-5-2 6,3-1-16,-4 1 29,-2 0 1,-2 2-1,-3-1 3,1 3-3,-3 1 16,0 1-13,0 0 48,0 0-50,-3 3 1,-2-2-2,0 2-19,-1 1 16,-1 0 2,-2 1 1,0 0 13,0 0 6,2 1 20,-2 1 32,0 3-13,3-1 0,-1 1-13,0 1-29,4 1-14,-3 0 30,1 1-30,1 1 24,1 0-10,1 1-13,0-1 13,1 1 7,1-1-22,0 1 12,0 0-11,0-2 14,1 1 0,5-1-3,-1-1 15,4 0 11,0-1-26,1 0-12,5-1-1,-1-1-7,2-2-5,1-1-36,-2 0-1,2-1-31,3 0 9,-5 0 1,4-1 15,-2-4 10,-1 0-4,-1-2 36,1 0-12,-1-1 12,-2-2 11,-3-1-1,2-2-9,-1-1-14,-4-1 10,-2 1 12,-1-1-22,-1 3 26,-3 1 0,0 1 30,0 2-30,-3 1 19,-1 2 10,3 0 6,-3 2 43,3 2-49,-3-1 32,4 1 3,0 1-25,0 0-37,0 0-2,0 0-13,-2 0-9,2 0-17,-2 3 39,2 1 3,-2 1 46,2 0-30,-2 2 20,1 1-10,1 1 3,-2 0-16,2 1-4,0 0-12,0 1 4,0-1-4,0 1 3,0-2-3,2 0 1,-1 0-1,1-2-23,-2 1-15,0-2-13,2-2-1,0 0-12,-2-2-1,2-1 11,-2-1 54,0 0 0,0 0 90,0 0 26,4-4-71,-3-2-45,4-2-49,1-2 49,3-2 26,-4-1-26,4-1-11,0 1 11,-1-3 20,0 4-20,1 1 0,0 1-25,2 2 9,-3 2 14,2 1-11,-3 1-6,0 2 19,-2 1 2,3 1-1,-3 0 14,-2 0-14,3 0-1,-3 0-2,5 2-11,-3 4 13,0 0 39,2 3-7,-1 0 16,1 0-16,0 3-19,-3-1-12,5 2 21,-4-1-22,4 0-2,-2-1-27,1 0-6,-1-1-16,-2-1-17,0 0 30,1-2-24,-1-1-47,-1 0 28,1-1 0,-1-2-61,-1 0-72,0-3-81,2 0-174,-2 0-182,2-1 116,-1-3 450</inkml:trace>
        </inkml:traceGroup>
        <inkml:traceGroup>
          <inkml:annotationXML>
            <emma:emma xmlns:emma="http://www.w3.org/2003/04/emma" version="1.0">
              <emma:interpretation id="{B0D1208D-5E0D-4FC4-A392-6930DA76DAFD}" emma:medium="tactile" emma:mode="ink">
                <msink:context xmlns:msink="http://schemas.microsoft.com/ink/2010/main" type="inkWord" rotatedBoundingBox="12173,14351 14581,14329 14588,15096 12180,15118"/>
              </emma:interpretation>
              <emma:one-of disjunction-type="recognition" id="oneOf23">
                <emma:interpretation id="interp115" emma:lang="en-US" emma:confidence="1">
                  <emma:literal>(yellow)</emma:literal>
                </emma:interpretation>
                <emma:interpretation id="interp116" emma:lang="en-US" emma:confidence="0">
                  <emma:literal>{yellow)</emma:literal>
                </emma:interpretation>
                <emma:interpretation id="interp117" emma:lang="en-US" emma:confidence="0">
                  <emma:literal>[yellow)</emma:literal>
                </emma:interpretation>
                <emma:interpretation id="interp118" emma:lang="en-US" emma:confidence="0">
                  <emma:literal>(Yellow)</emma:literal>
                </emma:interpretation>
                <emma:interpretation id="interp119" emma:lang="en-US" emma:confidence="0">
                  <emma:literal>{Yellow)</emma:literal>
                </emma:interpretation>
              </emma:one-of>
            </emma:emma>
          </inkml:annotationXML>
          <inkml:trace contextRef="#ctx0" brushRef="#br0" timeOffset="160001">11647 14416 77,'0'0'49,"0"0"-3,0 0-23,0 0 143,0 0 369,0 0-268,0 0-137,0 0-36,0 0 53,0 0 6,0 0 9,0 0-45,19-28-36,-19 26-35,3-1 35,-3 3 29,0-1 10,2 1-14,-2 0-19,0 0-22,0 0-14,0 0-12,0 0-7,0 0-6,0 0-10,0 0-16,0 0 0,-2 0-26,-1 3 4,-3 2 22,0 3 0,-2 3 35,-1 2 10,-2-1-9,-1 4-17,-1 1 3,-1 3-22,-3 4 35,-1 2-35,3 3-2,-5 1 1,-2 2-17,0 1 5,0 0-9,-3 1-10,1-3-36,3-2-15,1-4 21,2-3 20,4-3 0,-1-2 13,6-4-6,2-3-30,2-3-12,2-3-20,3-1-33,0-2-32,0-1-23,0 0 6,0 0-6,3 0-1,2 0-94,0-5-154,2-1 50,3-3 282,-7 2 57</inkml:trace>
          <inkml:trace contextRef="#ctx0" brushRef="#br0" timeOffset="160407">11649 14489 342,'0'0'26,"0"0"688,0 0-424,0 0-153,0 0-59,0 0 16,0 0 33,0 0-20,0 0-26,0 0-19,11 6 6,-10 0 13,4 0 13,0 3 0,-2-2-39,4 3 32,-2-1-6,3 1-7,-1 2 32,0-1-105,3 1 73,-3-1-16,1 0-39,2 0 4,-3-1-20,3 1 19,0-1-6,-2-1-16,1 0 4,0 0-4,0-2 9,-2 0-9,-3-3-38,1 0-30,-1-1-38,0 0-35,-3-1-34,3 1-22,-3-3-30,-1 1-65,2-1-114,-2 0-93,2 0-45,-2-7 306,2 2 169</inkml:trace>
          <inkml:trace contextRef="#ctx0" brushRef="#br0" timeOffset="160719">11904 14550 317,'0'0'85,"0"0"489,0 0 28,0 0-257,0 0-157,0 0-68,0 0-4,0 0-2,0 0-63,0 0-31,0 0 25,-3 12 49,2-4 5,-5 0 30,3 3-39,-2 1-48,0 0 34,-2 2-40,2 2-2,0-1-33,-4 1 20,2 2-21,-2 1 13,0-1 3,2 2 6,-2-2-22,0 1 0,0-2 1,3 0-3,1-2-36,2-2-29,-2-3-7,3 2 0,0-5-48,2-1-26,0-2-39,0 2-33,0-4 0,0 0-49,4-1-125,1-1-137,0 0-42,0 0 341,1-2 170</inkml:trace>
          <inkml:trace contextRef="#ctx0" brushRef="#br0" timeOffset="161883">12027 14720 264,'0'0'144,"0"0"1096,0 0-935,0 0-133,0 0-36,0 0 26,0 0 9,0 0-45,0 0-113,0 0-13,0 0-39,-5 0 39,1 5 31,-1 2 8,-1-1-36,1 2-3,0 0 16,-1 1 0,3-1-16,1 0 2,1-1 1,-1-1-1,2 0-2,0-1-2,0-1-11,0-2-20,0 0-12,3 0 26,2-1 19,1-1 13,1 0 3,4 0 3,-1 0-19,2 0-41,-2-4-1,-1 1 3,0-2 39,-2 0 0,0 0 13,-4-1-13,-1 2 3,0-1 10,0-1 10,-2 2 9,0-1-16,0 1 9,-4 0-25,1 2-3,-1-1-22,-1 3-8,0 0 4,-3 0 14,-1 0 15,1 4 17,-2-1 2,3 1-6,-1 1 29,1 0-20,-1 1 14,3 0-8,-1 0-25,3 1-3,0 0 0,1 0 0,2 1-20,0 0 1,0 0-13,0-1-4,2 1 11,4-2-20,1 1 42,2 0-32,2-3 33,1-1-16,3-2 16,1-1 1,2 0-41,-2 0-29,2 0 23,0-3-10,-2-2 15,2-2 26,-3-2 17,-2 0 20,2-2-18,-3-1 43,0-1-3,-4-2-26,3-3-16,-5 0-14,1-2 14,-2-1 2,-2 0 31,2 2-30,-2 0 13,-1 1 10,0 0 0,-2 1 55,0 2-17,0 1-9,0 1 22,0 1-29,0 3 42,0 2-54,-2 1 69,2 2-9,-2 3-9,2 1-30,0 0-36,0 0-21,0 0-19,0 0 0,0 0-13,-2 0-25,2 3-10,-4 2 31,4 2 36,-3 3 4,1 2 8,-2 2 17,4 0-28,0 1 28,-1 2-19,1-2 6,0 1 3,0 1-19,0-1 1,1 2 1,5 1 23,0-3-25,-1 2-1,2-1-15,-2-2-38,4-2-10,-2-2-16,2-1-6,0-2 15,2-1 7,-2-3 22,2-1-13,-2-3 13,-1 0-6,3 0-4,-2-2-32,2-2 7,-4-1 12,2-4 65,-4 0 0,0-2 19,0-2-6,-2-4 20,1-1 2,-3-1-19,-1-1-16,2-1-1,-2 0 1,0 1 15,0 1-14,0 1 13,0 1-13,0 2 18,0 2 81,-2 1-45,2 1 32,-1 3 0,1 2 2,-2 3-44,2 2 23,0 1-4,-2 0-19,2 0-45,0 0-13,0 0-3,0 0 3,-2 1-22,1 2-9,-2 5 44,0 1 2,1 4 11,-2 1-12,1 2 18,1 2-19,1 1 2,-1 1-2,2 2 26,0-3-24,0 3 0,0-1-2,3-2-1,-1 1 1,1-2-1,3-1 1,-3 0-74,3-3-12,-2 0-27,-1-3-31,-1-3-34,0-1 58,-1-2-61,1-3-20,0 1-33,1-2-65,2-1-85,0 0-112,0-2 69,2-4 343</inkml:trace>
          <inkml:trace contextRef="#ctx0" brushRef="#br0" timeOffset="162927">12618 14742 301,'0'0'33,"0"0"723,0 0-343,0 0-188,0 0-27,0 0 26,0 0 25,0 0-52,0 0-65,0 0-48,0 0-29,-12-21-29,10 21-23,0 3 10,-3-2-1,-1 3 33,3-1-22,-3 3 22,1-1-20,2 2-24,-1 1 35,2 0-35,-2 0-1,3-1 10,1 0-10,-2 0-2,2-1-14,0-1 13,0-1-19,0 1 18,0 0-5,2-1-46,3-1 26,1-1 1,2 0 28,-1-1 0,5-1 0,-2 0-16,0 0-4,2-3 4,-2-1-6,0-1 21,-2-2-2,-1 1-12,0-2 14,-2-1-14,-2-1-23,-1 0 35,-1-1-23,-1 1-11,0 0 35,0 2-9,-3 1 11,0 2-29,-4 0-6,1 2-10,-1 0-4,1 2 17,-1 0-7,0 1 14,3 0 5,-1 0 7,5 0-9,-2 0 5,2 0 1,0 0 3,0 0-9,0 0-4,0 0-10,2 1 13,3 0 23,2 1 78,3-1-20,0-1-9,2 0-39,1 0-10,-1 0-4,1 0-22,1-3 23,-1 1-26,-2-1 10,0 2 18,-2-1-19,-3 1 19,-2 0 1,-1 1 45,-2 0 23,-1 0-3,0 0-7,0 0-22,0 0-17,0 0-19,0 1 0,0 2 58,0 2 22,0 1-44,0 1-14,0 0 11,-1 0-22,1 1-11,0-1 0,0 0 0,0 0 0,0 0 0,0-2 14,1 0-10,1 0-2,1-2 1,-1-1 13,3 1-3,-3-1 9,2-1 4,1-1-7,-1 0-19,3 0 13,0 0 3,0 0-13,1-3 16,0-1-3,-1 0-14,1-2 1,-1 1-3,0-1 0,-2 0 0,0 1 1,0 1 12,-4 0-13,1 1-3,0 2 1,-2 0-1,0 1-39,0 0-2,0 0-5,0 0 24,0 0 24,0 0 0,0 0-12,0 2 13,0 0 0,0 2 9,0-2-5,2 2 5,-1 0-6,1 0 10,0 1-11,1-2 11,1 1 6,-1 0-2,3-1 8,1-2-2,2 2-23,0-2-1,2 1-54,5-2 23,-2 0 13,1 0 6,0 0-39,0 0-2,-3 0 31,1-4-12,-2-1 19,-2 0 16,-2-1 19,0-1-3,-2-1-13,-1 0 46,-2-3-36,-2 1 6,0-1 32,0-1-28,-2 1-22,-3 1 1,-1 0-2,-2 2-2,-4 0 1,4 2-25,-3 1 0,0 1-6,1 0 3,-2 2-19,4 0-65,-1 2 13,1 0-19,0 0-24,1 0-32,-1 0-32,3 2-37,3 0-75,-3 0-121,5 0-107,0-1 263,0 0 228</inkml:trace>
          <inkml:trace contextRef="#ctx0" brushRef="#br0" timeOffset="163412">13158 14483 1579,'0'0'319,"0"0"-108,0 0-120,0 0 132,0 0 74,0 0-43,0 0-68,0 0-55,0 0-26,0 0-32,0 0-10,2-20-12,-2 20-29,1 0-22,-1 2-15,2 1 0,3 1-5,0 4 20,4 3 37,6 3-8,1 3 3,2 3 6,2 4-7,-2 0 10,-1 2 3,0 0-6,-3 1 0,-2 1-10,1 0 13,-2 1-40,-4-1-1,0-1 0,-1 2 0,-4-1-19,-1 0-19,-1-1-34,0-1 0,-5-1-36,-4 0-31,-5 0 12,-3-3-62,-1-3 10,-5-1-113,-2-2 21,-4-3-43,-1-2-17,-4-3-14,-2-2-127,-2-2-161,9-3 395</inkml:trace>
        </inkml:traceGroup>
      </inkml:traceGroup>
    </inkml:traceGroup>
    <inkml:traceGroup>
      <inkml:annotationXML>
        <emma:emma xmlns:emma="http://www.w3.org/2003/04/emma" version="1.0">
          <emma:interpretation id="{B24BE428-B561-4CED-ABAF-EC2DB769BB75}" emma:medium="tactile" emma:mode="ink">
            <msink:context xmlns:msink="http://schemas.microsoft.com/ink/2010/main" type="paragraph" rotatedBoundingBox="5666,15039 16481,15012 16484,16065 5669,160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3364D83-E208-47CD-9C8D-337C08D524BD}" emma:medium="tactile" emma:mode="ink">
              <msink:context xmlns:msink="http://schemas.microsoft.com/ink/2010/main" type="inkBullet" rotatedBoundingBox="5667,15382 6126,15381 6127,15858 5668,15859"/>
            </emma:interpretation>
            <emma:one-of disjunction-type="recognition" id="oneOf24">
              <emma:interpretation id="interp120" emma:lang="en-US" emma:confidence="1">
                <emma:literal>6)</emma:literal>
              </emma:interpretation>
              <emma:interpretation id="interp121" emma:lang="en-US" emma:confidence="0">
                <emma:literal>6</emma:literal>
              </emma:interpretation>
              <emma:interpretation id="interp122" emma:lang="en-US" emma:confidence="0">
                <emma:literal>G)</emma:literal>
              </emma:interpretation>
              <emma:interpretation id="interp123" emma:lang="en-US" emma:confidence="0">
                <emma:literal>6))</emma:literal>
              </emma:interpretation>
              <emma:interpretation id="interp124" emma:lang="en-US" emma:confidence="0">
                <emma:literal>Go)</emma:literal>
              </emma:interpretation>
            </emma:one-of>
          </emma:emma>
        </inkml:annotationXML>
        <inkml:trace contextRef="#ctx0" brushRef="#br0" timeOffset="166378">5792 15478 62,'0'-2'127,"0"1"561,0 0-108,0 1-265,0-1-172,0 1-23,0 0 26,0 0 10,0 0-40,0 0-45,0 0-32,0 0-23,0 0-3,0 0 6,0 0-6,-3 0-10,2 2 10,-3 1 16,1-1-6,-4 4 28,2 0 7,-5 0-25,1 0 15,2 1-19,-2 1 3,0 0-29,1 1 23,0 2-7,-1-2-18,0 4 34,3-1-15,-4 2 8,5 0-25,-2-1-2,2 0 34,0 0-32,2-1-3,1-1 0,2 0-5,0 0 5,0-2 15,0-1-15,4 0-36,2-1 8,1-2-8,0-1 12,3 0 23,3-1-2,-3-2-35,3-1 12,1 0-3,-3 0 7,2-2-10,0-2-7,-3 0-22,0-1 22,0-2-12,-3 1-1,2-1 26,-3 0-3,-1 1 26,-3 0 1,-1 0 2,1 1-3,-2 0 3,0 0 51,0 1-12,-3 0-39,-1 1 0,-1 0-1,-3 1-18,3 0 8,-2 1 10,0 1 1,-3 0-26,4 0 7,-1 1-4,-3 1 21,3 2-17,2-2-7,-2 3-23,1-3-35,1 3 3,0-2-68,3 0-68,0 0-79,2 0-95,0-2-107,0-1-14,4 0 411,-1 0-10</inkml:trace>
        <inkml:trace contextRef="#ctx0" brushRef="#br0" timeOffset="166792">5967 15430 8,'0'0'35,"0"0"1718,0 0-1409,0 0-214,0 0 19,0 0 80,0 0 28,0 0-64,0 0-75,0 0-51,2-6-19,-2 7-26,1 0-22,1 3 1,-2 2 9,6 1 41,-2 3-19,-1 2-4,4 1 14,-2 2 14,1-1-43,0 2-11,1 1 33,-2-1-35,0 3-3,1 0-26,-1 0 1,-1 3 3,-1 0-10,-1 1-10,-2-1-2,0 0-4,0-1-39,-2 0-31,-1-1 6,-4 0 47,-1-3-25,1-2-6,-3-2-56,-2 1 19,0-4-25,-1-1-63,-1-1-32,0-1-76,0-4-212,2-1-147,0-2 521,5 0 65</inkml:trace>
      </inkml:traceGroup>
      <inkml:traceGroup>
        <inkml:annotationXML>
          <emma:emma xmlns:emma="http://www.w3.org/2003/04/emma" version="1.0">
            <emma:interpretation id="{DCD844FA-C750-40F7-8883-558D5A764B8A}" emma:medium="tactile" emma:mode="ink">
              <msink:context xmlns:msink="http://schemas.microsoft.com/ink/2010/main" type="line" rotatedBoundingBox="6896,15036 16481,15012 16484,16065 6898,16089"/>
            </emma:interpretation>
          </emma:emma>
        </inkml:annotationXML>
        <inkml:traceGroup>
          <inkml:annotationXML>
            <emma:emma xmlns:emma="http://www.w3.org/2003/04/emma" version="1.0">
              <emma:interpretation id="{32AE3478-E8C5-4CD6-9E29-4EA474BF19EC}" emma:medium="tactile" emma:mode="ink">
                <msink:context xmlns:msink="http://schemas.microsoft.com/ink/2010/main" type="inkWord" rotatedBoundingBox="6896,15259 7700,15257 7702,15749 6898,15750"/>
              </emma:interpretation>
              <emma:one-of disjunction-type="recognition" id="oneOf25">
                <emma:interpretation id="interp125" emma:lang="en-US" emma:confidence="1">
                  <emma:literal>Pod</emma:literal>
                </emma:interpretation>
                <emma:interpretation id="interp126" emma:lang="en-US" emma:confidence="0">
                  <emma:literal>pod</emma:literal>
                </emma:interpretation>
                <emma:interpretation id="interp127" emma:lang="en-US" emma:confidence="0">
                  <emma:literal>Pad</emma:literal>
                </emma:interpretation>
                <emma:interpretation id="interp128" emma:lang="en-US" emma:confidence="0">
                  <emma:literal>Plod</emma:literal>
                </emma:interpretation>
                <emma:interpretation id="interp129" emma:lang="en-US" emma:confidence="0">
                  <emma:literal>Prod</emma:literal>
                </emma:interpretation>
              </emma:one-of>
            </emma:emma>
          </inkml:annotationXML>
          <inkml:trace contextRef="#ctx0" brushRef="#br0" timeOffset="168909">6739 15410 173,'0'0'169,"0"0"742,0 0-569,0 0-212,0 0-49,0 0 36,0 0 64,0 0 14,0 0-62,0 0-62,0 0-26,0 0-16,0 0 6,0 0-6,0 0-9,2-5-20,-2 7-12,0-1-11,0 5 20,0-1 3,0 4 23,0 2 19,-2 4-17,2 2-5,0 4-19,-2-1 31,2 2-32,0 1 19,0-1-6,0 1-13,0 0 3,0 1-4,0-3 2,2 0-1,-2-3 4,0-1-4,0-2-14,0-2-38,0-1 17,0-4-30,0-4-2,0 0-21,0-2-25,0-1-39,0 0-4,0-1-19,0 0-30,-2 0-52,1-3 7,-3-2-138,1-3-157,-3-3 425,0-2 51,3-2 15</inkml:trace>
          <inkml:trace contextRef="#ctx0" brushRef="#br0" timeOffset="169290">6732 15405 113,'0'0'355,"0"0"372,0 0-382,0 0-120,0 0-76,0 0 26,0 0 23,0 0-49,0 0-55,0 0-27,0 0-15,9-14-13,-6 14-39,3 0 0,1 0 0,4 0 0,-3 0 2,5 0 17,0 0-17,-2 0 1,3 1-3,-3 3-1,1 1-24,-1 1 23,1 1 0,-1-2-16,-2 2 15,-2 1-10,-1 1 10,-1-1-39,-1 1 3,-4-1 4,0 2-17,0 0 16,0-1 20,-9 0 16,0 1 19,-4-1-19,-1 0-23,-2-1-26,0 0-2,-1 0 25,4-1-39,-2-2 7,1 1-7,3-2-23,0-1 17,2 0-17,2-1-29,3-2-68,3 0-102,1 0-120,1 0-118,6 0 323,3-4 88</inkml:trace>
          <inkml:trace contextRef="#ctx0" brushRef="#br0" timeOffset="169811">6999 15615 220,'0'0'81,"0"0"118,0 0 440,0 0-226,0 0-162,0 0-73,0 0 7,0 0 16,0 0-27,0 0-35,0 3-20,0-3-38,0 1-27,0 0-12,-2 1-4,2 0-12,-3-1-7,1 0-7,-4 2-12,1 0-3,-2 2 0,2 1-20,-3 0 1,3 1 22,1 0-26,-1 3 24,3-2 2,1 2-1,-1 0-15,2-1 13,0 1-13,0-2-26,0 1 13,3-2-10,4-1-2,-1 0 28,1-2-26,2 2 10,0-5-16,0 1-3,2-2 22,-3 0-23,2 0-5,-3-3 8,1-1 30,2-1 16,-5 0 25,0-1 4,-1 1-6,1-2-10,-3 0 6,-1-1-6,-1-1 0,0-1-11,0 1 17,0-1 26,-3 1-45,-2 0-10,1 1 10,-3-1 6,1 2-6,-1 1-1,2 3-25,0 0 0,0 2-9,-1 1-10,-1 0 19,2 0-3,-1 1 13,1 3-36,-1-1-61,3 2-46,-1-1-49,4-1-75,0 2-117,0-2-105,4-1 29,5 0 310,-4-1 95</inkml:trace>
          <inkml:trace contextRef="#ctx0" brushRef="#br0" timeOffset="170506">7293 15655 232,'0'0'68,"0"0"649,0 0-199,0 0-271,0 0-130,0 0 29,0 0 32,0 0 0,0 0-77,0 0-14,9-49 6,-11 45-12,-2 0-23,3 1-29,-3 1 9,1 0-25,-2 1 0,0 0-12,0 1-1,-2 0-13,-3 0 10,2 0-14,-3 2 17,2 2 19,-2 1 4,3 0-20,0 1-1,-1 1 14,2 0-13,0 0 10,1 4-10,-1-3 11,4 1-13,1 1-2,1-2 1,1 1-19,0-2-16,0 1-10,5-1 3,3 0 22,2-2-8,0 1-34,1-3 43,3 0 19,1-3-22,-1 0-24,1 0-12,-1-5 16,-1 0 7,-3-1-1,0-1 17,2-2-7,-5 0 26,0-2 18,0-1 5,0-1-4,-1-2-3,-5-2 17,3-2-11,-3-2 7,1-2-12,0-1-1,2-1-15,-4-1 2,2-3-3,-2 3-26,0 2 26,0 0 42,0 4-22,0 3-8,-2 1 66,-2 4-11,2 4 20,0 2-23,1 2 4,-1 3 25,2 1-17,0 0-37,0 0-23,0 0-15,0 0-1,0 0-16,0 0-23,0 4-21,-2 2 15,1 3 29,1 4 15,0 4 1,0 1 0,0 2 20,0 1-17,0 1 0,0 0 11,0 1-12,3 1-2,-3 0 3,3-1 19,-1 1-22,0 1 0,1-1-1,-2 1-30,1-2-49,0-2-26,-1-1-32,3-1-30,-1-2-25,-1-2 8,3-3-55,-1-2-49,0-3-121,3-3-114,-3-1-57,1-3 447</inkml:trace>
        </inkml:traceGroup>
        <inkml:traceGroup>
          <inkml:annotationXML>
            <emma:emma xmlns:emma="http://www.w3.org/2003/04/emma" version="1.0">
              <emma:interpretation id="{98E4E426-69F1-4036-9B3F-48760A81B10C}" emma:medium="tactile" emma:mode="ink">
                <msink:context xmlns:msink="http://schemas.microsoft.com/ink/2010/main" type="inkWord" rotatedBoundingBox="8282,15280 9948,15276 9949,16081 8284,16085"/>
              </emma:interpretation>
              <emma:one-of disjunction-type="recognition" id="oneOf26">
                <emma:interpretation id="interp130" emma:lang="en-US" emma:confidence="1">
                  <emma:literal>shape</emma:literal>
                </emma:interpretation>
                <emma:interpretation id="interp131" emma:lang="en-US" emma:confidence="0">
                  <emma:literal>Shape</emma:literal>
                </emma:interpretation>
                <emma:interpretation id="interp132" emma:lang="en-US" emma:confidence="0">
                  <emma:literal>chape</emma:literal>
                </emma:interpretation>
                <emma:interpretation id="interp133" emma:lang="en-US" emma:confidence="0">
                  <emma:literal>shaper</emma:literal>
                </emma:interpretation>
                <emma:interpretation id="interp134" emma:lang="en-US" emma:confidence="0">
                  <emma:literal>Chape</emma:literal>
                </emma:interpretation>
              </emma:one-of>
            </emma:emma>
          </inkml:annotationXML>
          <inkml:trace contextRef="#ctx0" brushRef="#br0" timeOffset="171959">8090 15584 235,'0'0'16,"0"0"0,0 0 643,0 0-203,0 0-192,0 0-173,0 0-20,0 0 46,0 0 74,0 0-42,0 0-29,0 0-23,19-30 6,-17 28-31,-2 0 18,0 1 13,0 0-17,0 0-41,0-1-3,0 1 25,0 0-19,0 1-16,-2 0-30,2 0-2,-2 0-19,-1 0-6,-2 0-20,-2 0-6,-3 0 15,2 0 1,-3 2 9,0 0 4,2 2 3,-1 0-7,0 0 13,0 3-13,-1-1-19,0-1 13,6 0-10,-3 1 4,3-1-33,3-1 22,1-1-12,1-1-7,0 2-6,0-2 6,1-1 6,3 2 59,-1-2 3,5 1 17,-3 1 6,6-2 22,-2 1-16,0 1-26,0-2 30,-2 0-30,4 0-1,-3 2-2,2-2-12,0 1 10,-3 2-17,1-1 15,-1 1-15,-2 0 0,-3-1 6,3 2 11,-5-1-28,0-1-5,0 2-30,0-1 20,0 0 6,0 1 6,-5 0 33,2 0 13,-3-2 7,-1 1 12,-2 0-3,0-1-29,-1 1 16,-1-3-12,-2 3 21,-1-2-25,0 0-4,-3 0 2,3-1 0,0 0-17,-1-1-7,5 0-17,1 0-5,3 0-1,1 0-13,1 0-35,4 0-49,0 0-17,0-1-48,0-3-144,2 0-99,3-1 132,3-2 243,-3 2-5</inkml:trace>
          <inkml:trace contextRef="#ctx0" brushRef="#br0" timeOffset="172591">8226 15366 580,'0'0'53,"0"0"1016,0 0-894,0 0-145,0 0 67,0 0 101,0 0 64,0 0-30,0 0-74,0 0-42,14-45-30,-14 45-22,0 0-9,0 0-8,0 0-11,0 0-17,0 1-19,0 0-16,0 1 0,0 3 16,0 2 0,0 2 54,0 0-19,2 5-19,0 1-13,-1 2 35,4 1-35,-4 3 9,1 1 7,0 3 0,-2-1-2,2 0-14,-2 0-6,1 0 0,-1-1 1,0 0-11,2-1-15,0-3-14,-2-1 4,3-3 13,-1-2-10,1-4 22,-3-2-13,3-2 10,-3-3 0,0 0 14,2-2-11,-2 0 12,0 0 0,0 0-11,0 0-2,0 0 14,1-1 38,1-3 0,0-2-38,3-3 0,-1-2-1,1 0-4,1-3 5,3 0 0,-4 0-37,3 1-8,2-1 0,-1 2 7,-1 2-1,2 2 23,-2 2-13,1 2 4,-1 1 2,-1 2-9,-4 1 3,3 0-3,-3 0 3,1 0-6,0 3-1,1 2 15,-2 0 21,3 2 19,-1 0-19,1 1 3,-1 2 4,0 0 6,-1 0 0,1-1-11,1 0-2,-1-1-16,-1 0-33,1 0 4,0-2-42,-1 0-16,2-1-75,-1-1-4,0-1-90,2 0-89,2-3-46,0 0-121,2-2 169,0-3 261</inkml:trace>
          <inkml:trace contextRef="#ctx0" brushRef="#br0" timeOffset="173473">8713 15612 75,'0'0'986,"0"0"-404,0 0-296,0 0-149,0 0 44,0 0 20,0 0-1,0 0-58,0 0-59,0 0 10,0 0-9,-28-54-39,24 51-4,1 1 1,-3 0-14,0 0-26,-1 1-2,2 1-13,-4 0 0,0 0 10,-3 0-16,-1 0 6,-1 4 11,3 1 0,-3 0-1,4 1 2,0 1 1,3 0-12,2 1 11,1-1 1,0 2 0,4 0-48,0 0 15,0 0 14,0 2 19,5-2-38,3 0-23,-1-1 58,3 0 0,0-1-16,4-3-19,-3-1 25,1-2-10,-1-1 7,0 0 0,-1-3 14,0-2-1,-2 0 2,3-1 1,-2-1 3,0 0 10,-2 0 9,-1-1 4,-1-1-7,-1 0 10,-1 1-29,1 0 29,-3 0-6,-1 2-1,2-1-6,-2 3-16,0 0 3,0 3-3,0 1-2,0 0-24,0 0-12,0 0-7,0 0-6,0 0 5,0 0-2,0 0-3,0 0-1,2 0-3,0 1 7,-2 3 48,4 0 20,-2 1-7,1 2 6,1-1-17,3 1 1,-4-1-3,5 0 0,0-2-26,-1 2 26,5-1-16,-2-3-13,-1 0-16,2 0 28,-1-2-18,2 0-10,-4 0 28,3-4-44,-2-1 9,0-2-3,-4 1 45,2-1 10,-5-3 65,0 1-52,-2-2 45,0-1 62,0 0-20,-2 0 10,-2 1 6,1-1-52,-1 4 1,1 1 8,1 1 36,2 3-32,-2 2-3,2 0-26,-1 1-48,1 0-12,0 0-1,0 0-16,0 0-12,0 2-13,0 1-11,0 3 29,0 1 36,0 3 26,0 3 9,3 1 0,-1 4-35,0 0 29,-1 0-27,3 3-2,-2 1 0,1 0 0,-1 1 22,2 2-22,-4 0-3,4 1-16,-1 3-13,-1-2-3,0 1-16,-1 1 15,3-2-34,-4-2 44,1 1-16,1-3-3,-2-1 0,2-2-10,0 0-6,-2-4-13,0-1 9,0-2-9,0-2-10,-4-4-7,4-1-6,0-1-16,-3-3-11,3 0-90,0-2-53,0 0-16,-2 0-23,-1-6-141,-1-1 154,1-2 270,-1-3-75</inkml:trace>
          <inkml:trace contextRef="#ctx0" brushRef="#br0" timeOffset="174224">8925 15603 71,'0'0'42,"0"0"1027,0 0-740,0 0-140,0 0-11,0 0 14,0 0 19,0 0-56,0 0-78,0 0-38,-2-12 3,2 12 19,2 0-19,1 0 0,2 0 13,5 0-29,0 0-24,2-1-2,3 1-1,-3 0-12,1 0 10,-2 0-23,0 0 7,-4 0-4,0 4-22,2 0 10,-3 1 22,-1 1-36,-4 0-6,-1 1-25,0 0 25,0 0 0,0 2 19,-3-3 20,-4 3 16,-1-2 0,0 0 19,-3 0-16,-2-1 17,3 0-3,-1-1-17,-3-2 0,5 1 13,-1-3-13,5 1 0,0-1 0,3-1 1,2 0 1,0 0 27,0 0-6,0 0 3,0 0 0,2 0-26,3 0-3,0 0-17,2-1 19,5-1-12,-2-1-9,3 1 0,1 0 22,-1-1 18,1 1-18,-1-1-29,-1-2-19,3 0 15,-2 0-2,2 0-1,-1 0 20,1-1 16,-1 0 2,-1-2 14,-1 1-16,-1-2 2,-1 1 2,-3-1 31,5 0 7,-7 0-6,-2 1 22,1-2 4,-2 3 28,-1 2-22,-1-2-49,0 3 46,0 1 5,-1 2-28,-1 0-41,-2 0-1,-1 1-6,-2 0-4,-1 0 10,0 1 39,1 3 3,-4 1 3,4 2-4,-2 0 23,0 2 1,1 1-43,0 1 29,3 2-29,-1 2 1,2 1-23,1-2 22,1 2-9,2-1-10,0-1 16,0 1-19,5-3 3,3 0 29,-1-2-19,3 0 4,1-1-17,2-4-3,3 1 0,0-2-32,4-3-16,-2-1-10,-1 0-13,0 0-6,-1-3-13,-2-2-48,-1-1-43,-1-1-71,-2-2-111,-3-2-255,-2-1-608,0 2 1122</inkml:trace>
        </inkml:traceGroup>
        <inkml:traceGroup>
          <inkml:annotationXML>
            <emma:emma xmlns:emma="http://www.w3.org/2003/04/emma" version="1.0">
              <emma:interpretation id="{9A8DE01E-D383-479A-B77C-BEF2B317A0A0}" emma:medium="tactile" emma:mode="ink">
                <msink:context xmlns:msink="http://schemas.microsoft.com/ink/2010/main" type="inkWord" rotatedBoundingBox="10158,15136 13483,15128 13485,15952 10160,15960"/>
              </emma:interpretation>
              <emma:one-of disjunction-type="recognition" id="oneOf27">
                <emma:interpretation id="interp135" emma:lang="en-US" emma:confidence="0">
                  <emma:literal>(Inflated/</emma:literal>
                </emma:interpretation>
                <emma:interpretation id="interp136" emma:lang="en-US" emma:confidence="0">
                  <emma:literal>(Inflated)</emma:literal>
                </emma:interpretation>
                <emma:interpretation id="interp137" emma:lang="en-US" emma:confidence="0">
                  <emma:literal>(inflated/</emma:literal>
                </emma:interpretation>
                <emma:interpretation id="interp138" emma:lang="en-US" emma:confidence="0">
                  <emma:literal>[Inflated/</emma:literal>
                </emma:interpretation>
                <emma:interpretation id="interp139" emma:lang="en-US" emma:confidence="0">
                  <emma:literal>(tinplated/</emma:literal>
                </emma:interpretation>
              </emma:one-of>
            </emma:emma>
          </inkml:annotationXML>
          <inkml:trace contextRef="#ctx0" brushRef="#br0" timeOffset="175005">9870 15343 12,'0'0'46,"0"0"1338,0 0-1196,0 0-136,0 0-26,0 0 65,0 0 26,0 0-26,0 0-26,0 0-16,0 0 45,0 0-26,-66 33 9,48-18 79,2 2-8,-4 1-6,2 5-100,1-1 41,-3 4-6,0-1-29,-2 2-19,3 1 25,1 3-6,-2 2-3,6-1-16,0 0 3,2-2-19,2 1-1,5-2 6,5-3-17,0-1 1,2-3 1,8 0-3,1-4-82,3 0 15,4-2 9,4-3-38,1-2-35,6-1-63,-4-4-31,2-3-60,0-1-65,-4-2-155,1-2-202,-4-5 215,-5 1 375</inkml:trace>
          <inkml:trace contextRef="#ctx0" brushRef="#br0" timeOffset="177403">10180 15407 75,'0'0'130,"0"0"347,0 0-44,0 0-212,0 0-38,0 0-86,0 0-19,0 0 72,0 0-17,0 0-52,0 0-26,0 0-9,4-25 9,-4 24 16,0 0 7,0 1-7,0 0 0,0 0-13,0 0-6,0 0-4,0 0-9,0 0-10,0 0-10,0 0-19,0 0-11,0 0-31,0 1-16,0 2-6,0 1 22,0 2 27,0 1 15,0 3 26,0 2-23,0 1 13,0 2-13,0 1-3,2 1 16,-1-1-14,1-1-2,-2-1 1,2 0-1,-2-2 13,0-1-13,0 0 13,0 0-13,0-2-42,0-1-19,0-4 6,0 2-29,0-3 19,0-2 4,0 1-14,0 1 43,0-3-52,0 1 12,-2-1 10,2 1 7,-2-1 20,2 0 5,0 0 11,-3 0 19,1 0 21,-3 0-19,1 0 0,1 0 1,-1 0-1,0 0-1,-1 0-1,1 0-1,1 0-2,-2 0-13,-1 0 16,2 1 3,-3 1 29,2-1-2,2 0 12,-3-1 3,2 1 10,2 0-12,-1 0 5,1 0-12,2 0-4,-2-1 1,2 0 12,0 0 4,0 1 2,0-1 1,0 0-3,2 2-10,2-2-17,3 1 4,0 0 13,6-1-10,-2 0-13,1 0 3,3 0-18,-1 0 3,0-4-4,-2 1-42,1 0-52,0 1-22,-2-1-30,-3 1-62,-1-2 40,-3 2-57,-2-1-80,-1-3-161,-1 2-154,0-3 496,0-1 43</inkml:trace>
          <inkml:trace contextRef="#ctx0" brushRef="#br0" timeOffset="177661">10105 15389 82,'0'0'146,"0"0"614,0 0-373,0 0-214,0 0-1,0 0-6,0 0-33,0 0-91,0 0-9,0 0-1,0 0-32,13-2-3,-6 1-17,3 0-9,3 1 29,-1 0 0,1-1 2,1 0-2,-2 1-14,0 0-80,-1 0-78,-2 0-150,1 0-163,-2-1-115,-3 0 339,0 0 180</inkml:trace>
          <inkml:trace contextRef="#ctx0" brushRef="#br0" timeOffset="178272">10309 15506 238,'0'0'3,"0"0"30,0 0 544,0 0-7,0 0-212,0 0-176,0 0-69,0 0-2,0 0-14,0 0-42,0 0-36,2 3-19,0 0-11,0 0 11,-1 1 1,1 1 28,2 0 4,-3 2-10,3-1 38,-2 1-35,2 0-23,-4 2 29,2-2-9,-1 2-23,1-1 0,-2 0-20,0 0 5,0-1 14,0-1-23,0-1 1,0-2-3,0 0 4,0-1-4,0-2 6,0 1 20,0-1 0,0 0 42,0 0 13,0 0 16,0 0 0,0-2-45,2-2-26,1-1-55,1-1 53,-1-3-24,5 0 24,-3-1-27,4 0 29,-2 3 0,1-1-2,2 1-37,-3 2-19,1 2 42,-1-1-4,0 2 11,-2-1 9,3 2 3,-5 1 0,2 0-2,-1 0 1,-1 0-2,-1 0-16,0 1-6,-1 3 22,2-1 0,0 2 32,-1 1-6,2 1 6,-4 1 4,1 0-33,1 1 10,0 0 6,0-1-19,-1 0-14,-1 1 12,2-2-24,0 0-22,-1-1-7,-1-2-4,2-1 1,1-1-65,-3 1-26,2-2-69,1-1-9,0 0-135,3 0-22,-1 0-161,4-6 386,-3 2 97</inkml:trace>
          <inkml:trace contextRef="#ctx0" brushRef="#br0" timeOffset="178727">10729 15380 25,'0'0'1404,"0"0"-1138,0 0-51,0 0-46,0 0-20,0 0 58,5-68 19,-5 62-56,0 0-70,0 2-36,-2 1-19,1 1 32,-1 1-13,-1 0-32,2 1 3,-1 0-32,2 0-3,-4 0-25,3 0-10,-3 2-4,-1 3 17,0 2 20,-3 1-14,1 4-7,2 1 21,-4 2 2,3 1 24,1 0-22,0 2 20,1 2-19,1 0-3,1 1 23,0 2-9,0-2-13,2 0-1,0 0 0,0 1-12,0 1 12,0-1 2,4 2 0,-2 0 1,1-1 10,-3 0-13,2 0 1,-2 1-1,0-2-1,0 1-18,0-1 19,0-1-2,0-1 2,0-2-23,-2-1-5,0-3-30,-1-2-13,1-3-38,0-1-10,-2-3-29,2 0 19,2-3-23,-1-1-13,-3-1-10,4 0 15,-3-3-18,-2-4-320,1-4-105,-2-1 238,1-6 263,0 4 70</inkml:trace>
          <inkml:trace contextRef="#ctx0" brushRef="#br0" timeOffset="179026">10569 15579 222,'0'0'649,"0"0"77,0 0-447,0 0-188,0 0-19,0 0 35,0 0 9,0 0-25,0 0-39,0 0-26,0 0-7,58 7-16,-39-6 13,1-1 0,1 0 1,-1 0-1,2-1-14,-3-2-2,1-1 0,0 1-13,-5-2-19,2 0-14,-3 1-34,-3-1-24,-1 0 16,0 0-51,-1-2 16,-4 1-33,0-1-82,1 0-32,-1 2-4,-1-4-94,1 1-4,0-2 238,1 1 131,-2-1-53</inkml:trace>
          <inkml:trace contextRef="#ctx0" brushRef="#br0" timeOffset="179339">10963 15374 142,'0'0'101,"0"0"-61,0 0 765,0 0-379,0 0-149,0 0-112,0 0-28,0 0 28,0 0 39,0-39-53,0 39 1,-2 0-14,2 0-32,0 0-16,0 0-13,0 0-20,0 0-19,0 0-18,0 0-9,0 1-11,0 0-16,0 1 0,0 2 4,-2 1 12,2 4 9,-1 0 22,1 3-31,0 1 0,0 2 13,0 1-12,0 2 12,1 2 28,3 0-38,-1 1 23,2 1-26,-4-1 1,5 0-1,-3-1-32,-1 0-29,1-1-70,1 0 13,-3-5-52,4 0-55,-3-2-1,-2-2 2,0-2-58,1-2-43,1-3-124,0-1-177,1-2 264,1 0 235</inkml:trace>
          <inkml:trace contextRef="#ctx0" brushRef="#br0" timeOffset="180247">11182 15579 283,'0'0'94,"0"0"820,0 0-615,0 0-110,0 0-66,0 0 23,0 0 91,0 0-40,0 0-84,0 0 16,0 0-36,0-58-6,-4 56-13,2 1 10,0 1-20,1 0-26,-3 0-24,1 0-14,-3 0-32,-1 0 6,-2 0 10,-1 1 13,0 4-19,1-2 9,2 4 13,-2-1 9,2 1-9,0 1 16,0 0-16,-1 2-3,5-1 0,-1 2 0,3-1 3,-1 2-1,2-2-12,0-2 0,0 3-6,0-4-42,0-1 0,3 0-7,3-2 4,-1-1 22,3-1 29,-2-1-7,1-1 18,3 0-9,-1 0 10,1-3-1,0 0-40,-2-2 16,-1-1-6,3-1 6,-3 0 16,0-4 10,-1 3 0,1-2 13,-2 2-9,-2-2-4,-1 3 41,1 1-21,-1 1-19,0 2 1,-2 1-1,2 1 35,-2 1-5,0 0-31,0 0-26,0 0-6,0 0-7,0 0-3,1 0-16,-1 1 3,0 3 52,5 0 3,-4 2 10,3 1 6,-1 0-13,1 1 23,1-1-26,-2-2 16,5 2 6,-3-2-1,2 0-21,0 1-52,1-4-12,1 1 2,-1-2-15,2 0-43,0-1-13,1 0-33,-2-1-48,3-3-53,0-1 7,-4-2 22,-1 1 16,1-2-13,-1 0 20,-2-3 107,-1-1 89,-3-1 19,3-1 3,-4-2 124,0-2 98,2 0-81,-1-3 16,2-1 22,-3 0-3,0 2-39,0 1 91,0-1-35,0 2 11,0 2-15,0 0-11,0 1-19,0 1-20,0 3-3,-3 1 44,2 3-83,1-1 73,-2 4-119,2-1 39,-2 3-30,2 0 4,0 1-10,0 1-30,0 0-27,0 0-32,0 0-16,0 0-25,-2 1-19,2 3-10,0 2 28,0 2 71,0 5-13,0 3 16,0 2 3,0 3 27,0 0-28,4 0 9,-2 1-8,2-1 16,-1 1-19,1 1-16,-1-2-58,-1 0-12,0-1 12,-2-1-71,0-1-16,0 0 13,0-2-17,0 0-13,0-2-17,-4-1-81,3-2-7,-1-4-115,0-1-78,2-3 140,0-2 281,0-1-45</inkml:trace>
          <inkml:trace contextRef="#ctx0" brushRef="#br0" timeOffset="180956">11362 15473 249,'0'0'72,"0"0"966,0 0-660,0 0-171,0 0-74,0 0-22,0 0-1,0 0-20,0 0-35,0 0-6,0 0-33,6 6 10,3-4 19,1 3-22,2-3-23,2 2 0,2-3-23,0-1-22,-2 0-29,3 0-14,-3 0 14,0 0-30,0-1 20,-1-3 22,-1 3 43,-3-2 3,1 0 16,-5 1 2,0 1 11,0-1 9,-5 1 63,0 1 31,0 0 4,0 0-55,0 0-65,0 0-14,-1 0-6,-3 3 17,-1 1 3,1 2 12,-1 0 4,-1 0-16,3-1 0,-1 1 0,2-1 2,1 1 11,-1-1-13,0-1-2,2 0 1,0-2 1,0 1-1,0-1 1,0-1-1,0 1 0,2-2 1,1 0 0,1 2 26,-1-2 0,3 0-23,0 0 9,-1 0-12,2-2-3,0-1-74,-1 1 35,1-2-13,-2 0 26,-2-1-36,1 2 33,0-2-40,-2 1 28,0-2 44,-2 0 42,0 0-16,0 1 23,0 0-27,-4 2 4,0 0-3,-3 2-20,0 1 0,0 0 27,-1 0-8,-2 0 27,3 5 41,-1-1-38,-1 1-13,4 1-1,-2 0-9,0 0 17,1 0 18,1 1-41,2 0-20,-1 1 0,2 0 16,1 2-19,1-2-2,0 1 1,0 0 1,0 0 3,1-1-3,3 0-3,1-2-58,0 0-10,4-1 0,2 0 0,0 0-13,3-2-29,0 1-43,1-4-61,1 0-53,2 0-104,2 0-23,0 0 25,0-4 189,2-1-29,1 0 173,-1-2 20,-2 0 18</inkml:trace>
          <inkml:trace contextRef="#ctx0" brushRef="#br0" timeOffset="181595">11881 15552 76,'0'0'98,"0"0"-46,0 0 310,0 0 303,0 0-281,0 0-202,0 0-75,0 0 7,0 0 12,-44-33 10,37 32-16,-2-1-7,0 2-26,2-1-10,-2 1 20,0-2-13,2 2-4,0 0-19,-1 0-10,1 0-9,2 0-7,-2 0-6,1 2-16,-1-1-13,0 3-3,0 0 1,1 1-1,-1 1 0,0 0 2,2 0 1,0 1 0,1 0 0,-2 1-1,5-1-2,-1 0-1,2 0-18,0 0-39,0-2 7,0 1-14,2-1-15,3 1-1,1-1 10,1-2 13,2 1-4,-1-3-12,4-1-23,-4 0-17,2 0 4,-2-1-13,3-4 15,-2 0 30,-2-1 49,2-4 28,-2 0 4,-1-3 49,-1 0 100,0-4 30,1 0-69,-3-3 3,3-2-52,-2-2 39,1-1-25,-2-1-37,1 1 7,-3-1 26,1 1-13,-2 1 22,0 2 58,0 1-29,-3 2-13,-3 3-7,3 0 51,1 2-90,-1 2 20,1 2-16,-2 2 9,4 3-10,0 1 17,-2 3-8,2 1-52,0 0-10,0 0-25,0 0 3,0 0-3,0 0-13,0 0-19,0 1-19,0 3-15,0 3 5,0 2 45,0 4 41,0 4 38,0 2-13,2 2 17,-2 2-20,2-1-22,0 3 1,0 1 2,-2-1-3,2 0 2,-1 1-2,-1 1-63,0 1-20,0 0 20,0-1-49,0 0-15,0 0-56,0 0-13,0-2 3,0-1-62,0-1 44,2-2 88,1-3 36,1-2-232,-1-1-85,3-6 23,0-3-75,-1-3 215,0-2 201,0-1-44</inkml:trace>
          <inkml:trace contextRef="#ctx0" brushRef="#br0" timeOffset="186147">12387 15349 96,'2'0'71,"0"0"-45,0-1-6,-1-1 446,1 2-94,-2-4-128,4 2-120,-3-1-92,1 1 40,2 0 91,-4 0-17,4 1-65,-4-1-26,3-1 23,-1 2-13,-2-1 35,2 1-19,0 0-3,-2-1-3,1 1 5,-1 0 7,0 1-6,0 0 16,0 0-1,0 0 4,0 0-7,0 0-1,0 0-21,0 0-20,0 0-35,0 0-14,0 0-1,0 0 2,0 0-1,-1 0-2,1 0-1,0 0-18,-2 0 0,0 1-7,0 2-2,-1 1 15,-3 3 6,-1 4-5,-2 0 1,-2 5 11,-1 2 16,-3 3-13,1 3 0,-4 4 20,0 2-1,1 1-22,-3 1-13,-2 1-9,0 1-20,1 2 23,-2-1 0,0 0-58,1-1-25,-1 2-21,-1-1-15,5-1-33,-3-2-26,3-2-40,0-5-45,5-5 64,6-7 20,2-3 31,2-5 8,4-5-112,0 0-126,4 0 116,5-6 213</inkml:trace>
        </inkml:traceGroup>
        <inkml:traceGroup>
          <inkml:annotationXML>
            <emma:emma xmlns:emma="http://www.w3.org/2003/04/emma" version="1.0">
              <emma:interpretation id="{8A4D8597-032B-4008-B593-CAFF54B983F2}" emma:medium="tactile" emma:mode="ink">
                <msink:context xmlns:msink="http://schemas.microsoft.com/ink/2010/main" type="inkWord" rotatedBoundingBox="13525,15019 16481,15012 16484,15910 13527,15917"/>
              </emma:interpretation>
              <emma:one-of disjunction-type="recognition" id="oneOf28">
                <emma:interpretation id="interp140" emma:lang="en-US" emma:confidence="0">
                  <emma:literal>constricted</emma:literal>
                </emma:interpretation>
                <emma:interpretation id="interp141" emma:lang="en-US" emma:confidence="0">
                  <emma:literal>constricted)</emma:literal>
                </emma:interpretation>
                <emma:interpretation id="interp142" emma:lang="en-US" emma:confidence="0">
                  <emma:literal>Constricted</emma:literal>
                </emma:interpretation>
                <emma:interpretation id="interp143" emma:lang="en-US" emma:confidence="0">
                  <emma:literal>constricted]</emma:literal>
                </emma:interpretation>
                <emma:interpretation id="interp144" emma:lang="en-US" emma:confidence="0">
                  <emma:literal>constricted}</emma:literal>
                </emma:interpretation>
              </emma:one-of>
            </emma:emma>
          </inkml:annotationXML>
          <inkml:trace contextRef="#ctx0" brushRef="#br0" timeOffset="188947">12621 15543 200,'0'0'52,"0"0"-52,0 0 626,0 0-342,0 0-122,0 0-18,0 0 54,0 0-68,0 0-10,0 0 20,0 0-49,0 0 3,0 0-7,0 0 10,5-46 13,-5 46-33,0 0-15,0 0-14,0 0-9,0 0-10,0 0-13,0 0-13,-2 0 0,-1 0-3,-2 0-16,0 0 3,0 2-9,-4 1-1,0 1 20,0 1 3,-2 2 2,0 1 17,3 1 1,-4 3 5,0-1-4,1 3-21,1 1 0,-1 0 7,0 2-3,4-1 5,0 0 14,2 0-23,2-2-11,2-1 11,1 2 13,1-2 16,5 0-29,3 1-29,1-3-23,5 1-25,-1-2 19,1-3-3,1 0-42,2-3 38,-2-2-32,2-2-3,-2 0-33,0 0-29,-2 0-79,-1-2-81,-1-2-69,0-4-81,-2 1 87,-1-3 294,-3 2 51</inkml:trace>
          <inkml:trace contextRef="#ctx0" brushRef="#br0" timeOffset="190385">12804 15608 70,'0'0'104,"0"0"-19,0 0 674,0 0-345,0 0-212,0 0-111,0 0-17,0 0 37,0 0 6,0 0 19,-44 15-58,38-9-7,-1 1 3,2 1 10,0 1-35,-2 1-20,1 2 19,1-1-22,-1 2 10,3-2-7,-2 2-13,0-1 19,4 1-33,-3-2 24,4 0-13,-2-3-13,2 2 3,0-2 0,0-3 11,6 0-14,0-1-51,1-1 22,1-2-3,2 0 19,0-1-23,2 0 7,0-1 3,-2-2-16,0-2 4,-2-1-14,1 0 33,-4-3-11,1 1 14,-1 0 13,-3-2-78,0-1 26,-2-2-3,2 1 56,-2-1 2,0 1-4,0-1-10,0 3 12,-4-1-9,1 3 11,-1 3-2,-2 0 1,4 2-18,-3 1 17,2 0-2,-1 0-9,-1 2 10,2 0 3,-2 0 0,3 0-16,2 0-17,0 0 7,0 0-3,0 0 3,0 0 10,0 0-7,0 0-9,0 0 32,0 0 23,4 2 25,2 0 17,-1 0 3,0-1-35,2 0 2,1-1-5,-1 0-5,0 0-2,2 0 0,-2-1-22,2 0-1,0-3 2,0 1 34,-3 1 6,0 0 26,0 1-10,0 0 16,-3 0-22,1 1 6,-3 0 3,1 0-10,-2 0-9,2 0-13,-2 0-16,0 0-12,0 0 12,0 3 29,2 1-1,-1 3-24,-1 0 34,4 0-29,-2 2-8,-2 0-14,4 1-3,-2-1-10,-2 1 13,0-2-3,1 1-13,-1-3-10,2 0 7,-2 0-7,0-2 7,0-1 17,0 0-33,0-2 33,0 0 2,0-1 11,0 0 25,0 0 8,0 0 8,0 0 6,2 0-7,0-3-51,-1-3-13,4 0-3,1-2 0,-3 0 14,3-2-14,-1 0-13,-1-1 0,3 0 3,2-1-44,-2 1 22,2 1-1,0 1-12,0 3 45,0 1-26,0 1 10,-2 2-6,2 1 12,-6 1-13,3 0 23,0 0-26,-3 0 0,-1 1 39,0 3 3,-1 0 24,1 2 25,1 3-14,-1-2 1,2 2-34,-2 1-1,0 0-1,0 1-16,1-1 15,-1 1-19,1-3-2,-1 1 9,0-3-45,0 1-10,-1-2 3,1-1 20,-2-2-20,2 0-25,0-2-24,0 1 1,3-1 38,-1 0-55,1 0-33,2 0-55,2-2-78,0-2-23,-2-1-27,1-2 111,2-1 163,-1-1 69,-1-2-20,0-1 20,1-2-10,1 0-3,-3 0-10,1-1 26,1 2 15,-1 2 44,-1 1 29,-4 2-40,1 1 11,-3 1-16,-1 2 485,0 0-75,0 1-170,0 0-101,0 1-49,-1 0-13,-1 1 20,-2 1-40,1-2-51,-2 2-17,-1 0-16,-1 0 16,0 2 17,-2 1 12,1 1-22,0 1 0,1 0-17,-3 1-9,0 1-12,3 0-1,0-1 3,1 1-3,2-1 1,-1 0 0,3-1-1,1 0 1,1 1-1,0-3-16,0 2 16,0-2-3,3 0-32,4 0 35,1 0 6,2 0-3,2-1-3,3-1-24,2 1-31,-4 0-16,2 0-13,1-1 3,-3 1 16,-3 1 23,1-2 13,-2 2 13,-4 0-7,1 0-16,-6 0 6,1 1 8,-1-2 23,0 3 2,-1 0 18,-5 1 21,1-1 3,-4 1 16,0 0 10,-1 0-29,-3-1 16,0-1-9,-1 1-14,2-1-9,-1-1-11,4 1-12,-2 0 0,2-2 4,0-1 12,4 0-16,-3-1 0,5 0-23,-1 0-41,3 0-4,1 0-13,0-1-46,0-3-269,0-3-226,5 0-124,1-1 521,-3 1 141</inkml:trace>
          <inkml:trace contextRef="#ctx0" brushRef="#br0" timeOffset="190804">13356 15366 865,'0'0'319,"0"0"222,0 0-337,0 0-162,0 0 147,0 0 108,0 0-19,0 0-82,0 0-48,0 0-36,0 0-33,2-30-28,-2 30-25,0 0-26,0 0-18,0 1-11,2 3 29,0 2 16,1 5 51,0 2 0,4 1-23,-2 3 10,0 0-22,0 2-13,0 0 9,1 2 7,0 1-32,-3-1 19,-1 0-22,1 0-10,1 1 7,-3-1-19,1 0 9,1 0-6,-1-2 19,-2 0-16,0-2-16,0 0-2,0-4-4,0 0-29,1-2 0,1-2 0,0-3-6,-2-1-7,1-2-52,1-1 1,0-2-36,1 1 41,1-1-10,-1 0-6,2 0-43,-2-1-35,2-4-112,-1-1-72,-2-5-91,1 1 35,-3-4 343,2-1 61</inkml:trace>
          <inkml:trace contextRef="#ctx0" brushRef="#br0" timeOffset="191436">13415 15612 170,'0'0'228,"0"0"587,0 0-435,0 0-165,0 0-53,0 0 20,0 0 12,0 0-22,0 0-46,0 0-17,0 0-16,-23-10-9,23 10 3,6 0-4,1 0-83,3-2-3,2 1-31,1-3 34,2 3 0,-3-1 0,3 0 0,-3 0 28,3 2-8,-1-1-18,-1 1-2,-1 0 16,-1 0 9,-2 0-2,-1 3 4,0 1-26,-1-1-1,-3 3 4,1 0-4,-3 3-17,1-1 1,-1 3 3,-2 1 0,0-1-12,0 0-1,0 0 3,0-1 11,-2-1-20,-1 0 19,1-2-13,0-1-22,0-1 19,2-2 7,0-1 18,0-2 4,0 0 12,0 0 23,0 0 23,0 0-10,0-1 0,0-3-36,4-2-12,3 0-1,-1-4 1,3 0 12,-1 0-11,3 0-1,-2-2-1,3 2-25,1 0 1,1-2-17,-1 5-13,-1 0-2,1 1 12,-2 3 23,-2 0 22,-2 3 0,0-1 0,-2 1 2,-1 0 18,-2 0-1,2 0 3,-4 0-9,1 0-11,-1 3 1,0 1 64,0 2 36,0 2-81,0 1 0,0 2 29,2 0-31,0 1-8,0 0 4,-2-1-15,1-1 2,1 0-1,2-1 14,-3 1-13,5-1-2,-2-1 1,-1 0-2,1-2 0,-1-1 0,-1-1-35,0-1-19,-1-2-1,1 0-25,0-1-39,-2 0-35,0 0-10,2 0-17,-2 0-23,2-5-150,0-2-215,-2-1-4,0-4 129,0-2 333,-2 0 36,-2-4 49</inkml:trace>
          <inkml:trace contextRef="#ctx0" brushRef="#br0" timeOffset="191644">13818 15432 548,'0'0'117,"0"0"838,0 0-718,0 0-88,0 0-19,0 0 106,0 0 36,0 0-21,0 0-155,0 0 13,15-42-23,-15 42-83,2 0-3,-2 0-54,1 0-48,3 2-4,1 2 58,1 1-49,-1 2-38,1 3-69,-1 1-25,2 2-41,-1 0-22,-1 2-125,0 1-71,-1-2-70,1-2 428</inkml:trace>
          <inkml:trace contextRef="#ctx0" brushRef="#br0" timeOffset="192015">13978 15590 135,'0'0'94,"0"0"288,0 0 204,0 0-211,0 0-177,0 0-48,0 0-11,0 0 36,0 0-13,0 0-7,0 0-61,0-24 6,0 23 6,-4 1-13,1-2-39,-1 2-41,-4 0-13,0 0 0,-1 0 10,-4 0 32,3 0-10,-2 3 0,0 1 12,4 2-2,-4 0-23,4 2-3,1-1-15,-2 2-1,3 1 0,-1 0-1,4 3 1,-1-1 37,2-1-36,1 2 11,1-2-11,0 1-1,1-1 0,6-2-35,0 0-13,5-1 7,0 0-4,2-2-29,2 0-3,1-2-45,1 0-19,-3-1 28,4-3-20,-4 0-9,0 0-23,-1-2-10,0-2-1,-1-1-64,0-1-66,-1-2-36,1-2-79,-5-1 82,2-4 258,-3 5-1</inkml:trace>
          <inkml:trace contextRef="#ctx0" brushRef="#br0" timeOffset="192372">14148 15320 638,'0'0'619,"0"0"-105,0 0-283,0 0-85,0 0 9,0 0 55,0 0 55,0 0-24,0 0-88,0 0-70,-14-35-47,14 35-11,0 0-6,0 0-19,0 0-21,0 3-24,-2 0-6,2 3 48,0 2 3,0 3 51,0 1-22,0 4-26,0 1 80,0 1-35,0 1-13,0 2 34,0 3-12,0 0-31,0 1 18,2 0-44,1 0-1,1-1-21,-3 0-16,5-1-32,-4 1-3,2-2-35,-4-3-48,1 1-11,1-4 23,-2-2-20,0-1-40,0-3 43,0-1-105,-2-2-59,1-3 10,-3-3-46,2-1-83,-1 0 7,0-4 326</inkml:trace>
          <inkml:trace contextRef="#ctx0" brushRef="#br0" timeOffset="193013">14100 15600 295,'0'0'0,"0"0"815,0 0-246,0 0-238,0 0-100,0 0-34,0 0-3,0 0-14,0 0-109,0 0-71,0 0-39,50 0-6,-33 0 26,3 0 3,-1 0-23,-2 0-22,1-2 9,0 1-19,-2-1 13,0 0 36,-4 0 6,3 1-4,-4-1 17,-2 0 3,-4 0 1,-1 2 18,-2-1 14,-2 1 34,0 0 1,0 0-26,0 0-42,-2 0-1,-2 0-34,3 0 18,-3 1 17,1 3 16,-3 1 0,4-1-4,-3 1-11,1-1-2,2 1 1,1-1 0,1 0 0,0-1 2,0 0-1,0 1-1,0-2 0,1 1-2,3 0-18,1-1 20,3 1 0,-3-1 16,4-2-16,-2 0-22,4 0-1,-4 0-3,3-1 4,-2-3-7,1-2-4,-1 2 31,0 0 2,-3-2 11,1 2-9,-1-2-1,-3 1 25,-1 1 6,-1-1 39,0 1-38,0 1-1,-5 0 0,0 1-32,-2 1-1,-1 1 1,0 0 2,-3 0 53,2 3 9,-2 1-9,3 1 3,-2 1-1,1-1-37,2 2 9,0 0-1,1 1 4,-1 1-31,4 1 22,0 1-10,-1 0-12,1-1 1,3 0-2,0 1 13,0-1-12,0-1 0,7 0-2,-2-1-71,3-2 8,7 1-35,-1-2 22,4 0-42,4 0-65,3 0-88,2-1 91,0-1-59,1-1-206,-1-2-117,0 0-11,-2-2 430,-1-4 99,-1-1 28,-2-2-2</inkml:trace>
          <inkml:trace contextRef="#ctx0" brushRef="#br0" timeOffset="193621">14726 15698 118,'0'0'66,"0"0"-4,0 0 430,0 0 202,0 0-320,0 0-205,17-72-10,-22 64-36,-1 1 22,-3 1-25,-1 1-65,-3-1 22,0 2-3,-1 1-12,2 0 5,-3 2-31,1 1 34,-1 0-2,1 0-20,0 0 3,1 1-13,-1 3-15,2 1 8,-1-1 1,0 0-31,2 2 31,3 0-28,-3 0 7,3 1-10,1-1 0,0 2-1,4-2 0,0 2-16,-4-2 7,7 2-4,0-1-12,0 0-23,0 0 6,4 0-9,2-1-16,1 0-7,2-2-6,-2 0 15,4-4-2,-1 1-7,0-1-20,0 0 4,-1-1 9,2-5 3,-2 0 17,2-2 61,-2-2 9,-2-1 66,2-4 51,-2-2-16,0-3 38,0-3-48,1-1-7,-3-4-35,-2-1 6,3-2-3,-1-1-13,-2 1-4,-3 0 33,0 3 54,0 2 27,0 0-40,-3 4-21,3 2-2,-5 2-20,3 3 7,-2 3-31,3 0 20,-1 4-27,-2 1 6,3 2-25,1 2 12,0 3-37,0 0-3,0 0-31,0 0-16,0 0 3,0 0-9,0 0-10,0 1-29,0 4-2,0 3 27,0 4 68,0 5 4,0 4 15,0 2 8,1 2-6,3 2-17,-1 0 10,3 2 1,-3 0-11,2 1 11,1-1-13,-2 2-62,-1-3-26,-1 0-1,0-1-3,-2-1-25,0-2 15,0-1 6,0-3-3,0-2-35,0-2-4,-2-2-20,2-1-6,0-3-14,0-1 13,0-2-88,0-2-26,3-3-203,4-2-157,-1 0 196,0 0 358</inkml:trace>
          <inkml:trace contextRef="#ctx0" brushRef="#br0" timeOffset="194401">14875 15053 777,'0'0'433,"0"0"85,0 0-287,0 0-170,0 0-2,0 0 77,0 0 16,0 0-20,0 0-51,0 0-32,0 0 54,0 0-36,0 0 43,20 58 15,-11-40-7,1 4-22,2-1 9,-2 5-3,3 1-19,-1 2-4,1 1-35,-2 2-6,-1 1-16,0 0-22,-4 1-1,0 1-1,-5 1-33,1-1 16,-2 0-35,-3 1 1,-3 0 24,-4-1-25,-3 0-9,-3-3 15,-3-3 19,-5 0-12,-1-1-49,-4-4 7,-3-4 0,-4 0-13,-3-2-30,-6-4-44,2-1 8,-3-1-48,-1-3-59,2-2-85,-1-3-121,1-4-167,0 0 221,11-5 323</inkml:trace>
        </inkml:traceGroup>
      </inkml:traceGroup>
    </inkml:traceGroup>
    <inkml:traceGroup>
      <inkml:annotationXML>
        <emma:emma xmlns:emma="http://www.w3.org/2003/04/emma" version="1.0">
          <emma:interpretation id="{A6093CD6-F092-49CF-B373-1789660C6C11}" emma:medium="tactile" emma:mode="ink">
            <msink:context xmlns:msink="http://schemas.microsoft.com/ink/2010/main" type="paragraph" rotatedBoundingBox="5712,15778 16966,15998 16944,17099 5691,1687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79F6523-70AB-413F-8BA0-A5DE3F9833C5}" emma:medium="tactile" emma:mode="ink">
              <msink:context xmlns:msink="http://schemas.microsoft.com/ink/2010/main" type="inkBullet" rotatedBoundingBox="5705,16154 6159,16163 6148,16727 5694,16719"/>
            </emma:interpretation>
            <emma:one-of disjunction-type="recognition" id="oneOf29">
              <emma:interpretation id="interp145" emma:lang="en-US" emma:confidence="1">
                <emma:literal>7)</emma:literal>
              </emma:interpretation>
              <emma:interpretation id="interp146" emma:lang="en-US" emma:confidence="0">
                <emma:literal>72)</emma:literal>
              </emma:interpretation>
              <emma:interpretation id="interp147" emma:lang="en-US" emma:confidence="0">
                <emma:literal>H)</emma:literal>
              </emma:interpretation>
              <emma:interpretation id="interp148" emma:lang="en-US" emma:confidence="0">
                <emma:literal>7))</emma:literal>
              </emma:interpretation>
              <emma:interpretation id="interp149" emma:lang="en-US" emma:confidence="0">
                <emma:literal>A)</emma:literal>
              </emma:interpretation>
            </emma:one-of>
          </emma:emma>
        </inkml:annotationXML>
        <inkml:trace contextRef="#ctx0" brushRef="#br0" timeOffset="201135">5693 16202 33,'0'0'65,"0"0"-20,0 0-9,0 0 13,0 0 398,0 0-108,0 0-147,0 0-97,0 0-21,0 0 31,0 0 48,0 0 6,0 0-33,0 0-31,-2 0-24,2 0-6,-1 0 9,1 0 11,0 0-21,0 0 40,-2 2-17,0 0-10,1 2-6,1-2-6,-3 1-11,1 1-2,2-1 6,0 0-17,0 1-41,0-2 2,0 2 59,0-2 48,0-1-54,0 0-55,0 0-10,0 0 0,0 0 10,0-1 23,0 1-8,5 0-15,-5-1-13,3 0-6,-1 0 3,1 0-3,-1 1-1,3-1 8,2 1 12,1 0 16,1-1 0,1 0 0,-1 0-16,2 0-2,0 0-23,-2-2 24,-1 0-2,2 0-39,-3-1 20,0 2 6,-2-1 3,0 0 13,1 0 0,-2 1 2,-2 0 11,1 0-11,-1 0 0,-1 0 1,1 1 13,-2 0-14,0 0 0,0 0-2,0 0-4,2 0-9,0 0 1,-1 0 8,4 0-8,-4 0 9,3 0-13,-4 0-3,2 0 17,-1 0 1,1 0 1,-2 1 3,0 0 23,0 0-10,2 0 16,0 2 16,-2-1-32,1 2 9,-1 0-5,2 1 8,0 0-16,-2 2-11,0 1 27,0 1 10,0 2 7,0 1-23,-2 2 3,-1 0 7,-1 1-30,-1 1 11,0 1 3,0-1-14,0 0 1,3 1 1,-1-1-1,-2-2-1,1-1 11,1-1-1,0-2-11,2-2 3,-3-1-4,4-1-10,0-1-25,0-2 0,0-1-25,0-1-49,0 0 1,0 0-14,0 0-29,0-1-10,0 0-29,0 0 5,0 0-6,0 0-78,-2 0-33,1 0-11,-1 0-6,0 0-13,0-2-11,-1-2 177,-1-2 68</inkml:trace>
        <inkml:trace contextRef="#ctx0" brushRef="#br0" timeOffset="201425">5742 16384 170,'0'0'156,"0"0"141,0 0 218,0 0-255,0 0-120,0 0-42,0 0 29,0 0 41,0 0 24,0 0-63,1 5-61,5-3 0,-3 0 23,1 2 19,3-2 12,0 1-19,0-1-22,4-1-17,-2 0-19,3-1-26,1 0-3,-1 0-15,1 0-1,0 0-24,0 0-60,-5 0-22,3 0-36,-2-1 4,-2 0-4,-2 1-27,-1 0-55,-3-1-97,1 0-115,-2-1-98,0 0 84,0-2 293,0 2 44</inkml:trace>
        <inkml:trace contextRef="#ctx0" brushRef="#br0" timeOffset="201778">5918 16220 490,'0'0'274,"0"0"550,0 0-541,0 0-131,0 0-35,0 0 48,0 0 52,0 0-33,0 0-59,0 0-51,10 4-3,-5 2 54,0 1 3,4 3 3,1-1-14,-2 5-56,1-3-8,2 3-5,-2 0 9,4 0-41,-3 1-1,-1 0-13,0 2 10,2 1-10,-4-1-2,1 4-14,-3 1-9,-2-2-5,-3 3 3,0 2 12,-1-1-12,-6 0-64,-6 2 16,0-4-3,-5 0-49,0 0-15,-1 1-49,-3-3-59,-3 0 12,4-1-91,-5-4-212,3-3-484,6-3 550</inkml:trace>
      </inkml:traceGroup>
      <inkml:traceGroup>
        <inkml:annotationXML>
          <emma:emma xmlns:emma="http://www.w3.org/2003/04/emma" version="1.0">
            <emma:interpretation id="{B8378249-F184-45B0-AFF6-EE759ECD7796}" emma:medium="tactile" emma:mode="ink">
              <msink:context xmlns:msink="http://schemas.microsoft.com/ink/2010/main" type="line" rotatedBoundingBox="6842,15800 16966,15998 16944,17099 6820,16901"/>
            </emma:interpretation>
          </emma:emma>
        </inkml:annotationXML>
        <inkml:traceGroup>
          <inkml:annotationXML>
            <emma:emma xmlns:emma="http://www.w3.org/2003/04/emma" version="1.0">
              <emma:interpretation id="{9386966F-47F6-4AEA-BB6E-0ABDFACBD235}" emma:medium="tactile" emma:mode="ink">
                <msink:context xmlns:msink="http://schemas.microsoft.com/ink/2010/main" type="inkWord" rotatedBoundingBox="6837,16064 8822,16103 8812,16613 6827,16574"/>
              </emma:interpretation>
              <emma:one-of disjunction-type="recognition" id="oneOf30">
                <emma:interpretation id="interp150" emma:lang="en-US" emma:confidence="1">
                  <emma:literal>Flower</emma:literal>
                </emma:interpretation>
                <emma:interpretation id="interp151" emma:lang="en-US" emma:confidence="0">
                  <emma:literal>Ironer</emma:literal>
                </emma:interpretation>
                <emma:interpretation id="interp152" emma:lang="en-US" emma:confidence="0">
                  <emma:literal>Flowers</emma:literal>
                </emma:interpretation>
                <emma:interpretation id="interp153" emma:lang="en-US" emma:confidence="0">
                  <emma:literal>Floor</emma:literal>
                </emma:interpretation>
                <emma:interpretation id="interp154" emma:lang="en-US" emma:confidence="0">
                  <emma:literal>Flouter</emma:literal>
                </emma:interpretation>
              </emma:one-of>
            </emma:emma>
          </inkml:annotationXML>
          <inkml:trace contextRef="#ctx0" brushRef="#br0" timeOffset="204409">6704 16127 53,'0'0'1100,"0"0"-693,0 0-271,0 0-123,0 0 10,0 0 91,0 0 29,0 0-65,0 0-58,0 1-18,0 2-1,0 1 84,0 0 9,0 2-13,0 1 6,0 0-13,0 3-6,0 2-10,0 0 13,0 1 19,0 1-29,0 3-16,1-1-25,1 4 5,0-1 14,3 3-1,-3-1-26,1 1-12,1 0 0,2-1 16,-3 2-14,-1-3-2,0-2 1,-1-2 0,1-2 0,-2-2-1,0-3-11,2 0-28,-2-5-19,0 0-35,2-2-19,-2-1-11,0-1-58,0 0-16,0 0 2,0 0-42,0 0-36,-4-3-78,-1-4-246,0-2 112,-1 0 378</inkml:trace>
          <inkml:trace contextRef="#ctx0" brushRef="#br0" timeOffset="204729">6660 16165 363,'0'0'98,"0"0"456,0 0-121,0 0-192,0 0-82,0 0-32,0 0 2,0 0 1,0 0 0,0 0 5,0 0-22,0 0-16,0 0-10,56 16-19,-38-13-1,0 0-32,-1-3 4,3 0-17,0 0-9,-2 0-13,0 0 0,0-3-12,-2 0-36,-2 3-48,-3-1-58,0 0-14,-2 1-26,-6 0-30,2 0-77,-5 0-86,0 2-85,0 0-76,-5 2 254,-2-3 164</inkml:trace>
          <inkml:trace contextRef="#ctx0" brushRef="#br0" timeOffset="204984">6680 16449 324,'0'0'52,"0"0"698,0 0-480,0 0-172,0 0 3,0 0 97,0 0 26,0 0-33,0 0-45,0 0-39,0 0-23,25 5-13,-13-5-16,0 0 6,2 0-26,0-1-9,0-2-10,3 0-16,-3-1 0,2 2-19,0-2-81,-2 2-81,-1-1-81,-2 1-124,-1 0-177,-2-2-251,1 1 484</inkml:trace>
          <inkml:trace contextRef="#ctx0" brushRef="#br0" timeOffset="205477">7048 16166 87,'0'0'36,"0"0"84,0 0 210,0 0 155,0 0-224,0 0-36,0 0-92,0 0 23,0 0 29,0 0 3,0 0-36,0 0 10,-6-45-20,6 44 6,0 1-3,-2 0-14,2 0-16,0 0-22,0 0-17,0 0-28,0 0-26,0 0-22,0 2-18,0 0-20,0 2-26,0 2 19,0 2 45,0 6 44,0 0 7,0 4-19,0 2-13,0 2-16,2 2 26,2 3-29,-1 0-1,1 1 1,-1 1 0,1 1 0,-2-1 0,-1 0-27,1-3-46,0-1 19,-1-1-3,1-2-33,3-2-25,0-6-55,-2 0 18,-1-6 11,1-2-14,-1-2 41,2-2-51,-3-2-82,4 0-55,0-1-134,2-5-177,0-3 277,1-1 190</inkml:trace>
          <inkml:trace contextRef="#ctx0" brushRef="#br0" timeOffset="206541">7261 16443 45,'0'0'1061,"0"0"-374,0 0-440,0 0-111,0 0-10,0 0 39,0 0 22,0 0-42,0 0-77,0 0-52,0 0-16,-20-6-3,15 10-17,-1 0 20,-3 2 11,4 3 5,-4 0 29,3 2-43,-1 1 37,2 1 9,1 1-22,1 0-23,-1 0 16,2-1-16,2 0-2,0-3-1,0 0-19,0-2-26,4-2 16,1-1 7,2 0-10,0-3-16,5-2 31,-2 0-34,5 0-20,-1-1 13,0-5-3,-2-1-26,1-1 9,-2-2 30,-3 0 19,4-3 6,-7 0-32,0 2 6,-1-2 14,-4 0-20,0 0 35,-2 3-63,-5-1 82,-2 4-27,1 1-24,-2 1 32,0 3-19,-3-1 4,2 3-7,-2 0 42,3 0 18,1 0-17,3 1-2,-1 1-10,4 0 10,-1-1 0,4 1 1,0-2 0,0 1 29,2-1-9,1 1 2,1-1 1,1 1 71,1 0-16,3-1 3,0 2-29,2-2-16,1 0-14,1 0-6,-4 0-6,3 0-10,-1-3-1,-1 2-2,3 0-4,-2 0 7,-1 0 62,0 0-7,-2 1 16,-2 0-19,-1 0-14,-1 0-15,0 0-1,-1 0 14,-1 3 6,0 0 25,-1 1-2,3 1-30,-4 0 7,1 3-23,1 0 10,0 1 3,-2 2-16,0-1 23,4 0-20,-2 1-19,-2-2 2,3 2-1,1-2 0,-2-1 11,3-1-9,0 0 10,-1-3-11,0 0 14,-1-2 3,1-1 0,1-1-5,0 0-14,3-1-19,1-4 17,-1-2-30,4 0 32,-2-3 0,0 0-2,0-4-1,-1 0 2,-2 1-12,2-1-29,-2 1 10,-2 1-45,2 2 45,-3 2 30,-2 5-11,2 0 12,-4 2-1,0 1-34,0 0-2,0 0-1,0 0 37,0 0 1,0 0 1,0 0-13,0 1-9,0 3 15,0 0 7,0 1 26,0 1-10,1 1-3,1 0-13,2 0 0,-1 0 1,2 0 18,1 0-6,1-1 3,0 1 0,2-1 4,2-1-18,1-2 23,1 2 7,1-3-19,3-1-11,-4-1 10,4 0-12,-2 0-13,0-4-9,2-1-4,-3 0 1,-1-1 5,-1-1 17,1 0 0,-6-1 1,0 1 2,-1-2 37,-3 1-14,-3 0 6,0-2 22,0 2 39,-3-1 2,-3 0-14,-3 1-78,-2-1-25,-3 2-23,2 1-10,-3 0 20,1 2 18,-2-1-5,1 3-10,1 0 15,-1 2 1,3 0-29,3 0-39,0 0-32,4 0-16,0 4-33,-1 1-30,6-1-107,0 2-85,0-1-33,0-1-108,0 0 78,2-1 351</inkml:trace>
          <inkml:trace contextRef="#ctx0" brushRef="#br0" timeOffset="207585">7988 16421 23,'0'0'62,"0"0"1523,0 0-1234,0 0-185,0 0-72,0 0 22,0 0 23,0 0 55,0 0-37,0 0-51,-5-18-55,5 18-35,-2 0-3,2 0 16,-3 0-6,2 0-23,1 0-20,-6 2-2,3 2 3,-2 2 15,0 0-15,1 0 17,-2 2 0,3-1-24,1 1 11,2-1 15,0 1 0,0-1-6,0-1-17,0-2 4,5 0 0,-2-1-13,4 0-10,1-2 39,1-1-26,2 0 3,0 0-38,0-1-1,1-2-19,-3-1 7,-2-2 25,2 1-35,-4-1 48,0 0 39,0 1 0,-3-1 20,-1 0-1,-1 0 7,0-1-10,0 1 7,-3 1 22,-3 2-45,1 2-7,-2 1-44,-5 0 19,4 0 32,-3 2 33,-3 3 9,3 2 19,-4 1-9,7 0 6,-4 1 10,2 2 19,1 1-30,2 0 49,1 1-64,-1 0-29,4 0 0,0 0 9,1-1 1,2-2-1,0 0-3,0-2-19,0-3-2,2 0-15,1 0 17,2-2 2,4-2 18,0 2-20,4-3-25,0 0-39,0 0-64,0 0-14,0-4 26,1-1-58,-2-1-30,1 0-7,0 0 16,-5-2-3,3 0 16,-4-1-53,0 1-45,1-2-36,-4 1 65,1-1 108,-2-2 87,1 2 17,-1-1 6,2 1 11,-2 0 22,-1 1 22,-2 1 86,1-1-43,-1 2 40,0 0 400,0 1-124,0-1-69,0 2-58,0 0 6,0 3-27,0-1-4,0 1 26,0 1-30,0 1-14,0 0-36,0 0-32,0 0-17,0 0-15,0 0-26,0 0-23,0 0-24,0 0-25,2 1-13,2 1-18,-1 2-3,6 1 21,0 2 2,2 3-1,0-1-1,-1 0-17,1 1-30,-2 0 6,0 0 19,0 1-9,0 1-23,-2 2 1,0 1-1,-2 1-25,1 0-42,-6 0-31,0-2 62,0 0 10,-3-1-22,-3-1-27,1-1 46,-2-1 57,1-4 23,-1 0 1,3-2 2,1-3 3,-1-1 19,4 0 23,-1-1 36,-1-6-27,0-1-31,2-4 28,0-2-9,0-3-20,5-1-19,0-3 13,5 0-32,0 1 4,-1 0-49,2 2 6,1 2 20,0 2-4,0 1-15,1 2 25,-3 0-16,1 1 19,-2 2-22,2 2 9,-3 1-22,2 0-46,-5 2-64,2-1-43,-4 2-88,1 1-156,-4 0-161,0 1 123,0 0 291</inkml:trace>
        </inkml:traceGroup>
        <inkml:traceGroup>
          <inkml:annotationXML>
            <emma:emma xmlns:emma="http://www.w3.org/2003/04/emma" version="1.0">
              <emma:interpretation id="{3FA6DAB9-5D79-4211-8663-60A8C1E7FA3D}" emma:medium="tactile" emma:mode="ink">
                <msink:context xmlns:msink="http://schemas.microsoft.com/ink/2010/main" type="inkWord" rotatedBoundingBox="9127,16026 11163,16066 11146,16956 9109,16917"/>
              </emma:interpretation>
              <emma:one-of disjunction-type="recognition" id="oneOf31">
                <emma:interpretation id="interp155" emma:lang="en-US" emma:confidence="1">
                  <emma:literal>position</emma:literal>
                </emma:interpretation>
                <emma:interpretation id="interp156" emma:lang="en-US" emma:confidence="0">
                  <emma:literal>Josiah-on</emma:literal>
                </emma:interpretation>
                <emma:interpretation id="interp157" emma:lang="en-US" emma:confidence="0">
                  <emma:literal>posit-on</emma:literal>
                </emma:interpretation>
                <emma:interpretation id="interp158" emma:lang="en-US" emma:confidence="0">
                  <emma:literal>Position</emma:literal>
                </emma:interpretation>
                <emma:interpretation id="interp159" emma:lang="en-US" emma:confidence="0">
                  <emma:literal>Josiah-or</emma:literal>
                </emma:interpretation>
              </emma:one-of>
            </emma:emma>
          </inkml:annotationXML>
          <inkml:trace contextRef="#ctx0" brushRef="#br0" timeOffset="209357">8679 16431 8,'0'0'101,"0"0"-46,0 0-19,0 0-10,0 0 7,0 0 632,0 0-219,0 0-251,0 0-123,0 0-1,0 0 53,0 0 3,0 0 12,0 0-29,0 0-9,11-10-33,-11 10-17,0 0-9,2 0-6,-2 0-7,0 0-16,0 0-13,0 2-26,0 4 26,1 4 45,1 2 59,1 5-59,0 4 22,1 1-15,-3 3-17,3 1-3,-4 2-13,1-2-16,1 1 0,-2 2 12,0 1-14,0 2-2,0-1 2,2-1-1,-2-4 0,0 1 1,2-4-2,-1 1-21,-1-5-22,2-2 24,-2-4-51,2-3 4,-2-2 6,0-3-27,0-2-34,0-2-14,0-1-3,0 0-14,0 0 1,-4 0-24,3-5-123,-5-3-125,1-3 7,-3-3 94,2-5 239,-1-2-61,0-2 145</inkml:trace>
          <inkml:trace contextRef="#ctx0" brushRef="#br0" timeOffset="209696">8640 16454 228,'0'0'75,"0"0"831,0 0-665,0 0-36,0 0-19,0 0-44,0 0 63,0 0-14,0 0-68,0 0-36,9-22-10,-2 20 0,3-1-77,3 0 2,6 0 10,1 3 27,2-2-23,-2 2-15,-3 0 0,-2 2-1,-5 2-45,2 3-26,-5 0 26,1 3-10,-3-1 13,-2 1-19,-3 1 42,0 0-36,0 0 9,-6-1 21,-1 1 25,-3-2 0,-3 0 1,1-1 2,-5-1 20,3 0-20,0-2 7,0 0-10,1-1-33,4 0-6,-1-3-16,5 1-39,2-2-19,3 0-23,0 0-4,0 0-111,3-6-256,5 1-126,2-5 398,3 1 157</inkml:trace>
          <inkml:trace contextRef="#ctx0" brushRef="#br0" timeOffset="210837">9017 16442 103,'0'0'1077,"0"0"-592,0 0-283,0 0-95,0 0-7,0 0 88,0 0 32,0 0-94,0 0-126,0 0-29,0 0 29,-26-7 16,19 11 16,-2 0 1,-2 3 2,0-1-19,3 2 4,-2 0-1,3 2 10,0 0-10,0-1-3,3 2 0,2-1 10,-1 1-23,3-1-3,0 0-16,0-1 15,3 1-21,3-4-14,3 0 14,-2 0 6,4-3 0,1-2 3,-1-1-10,2 0-3,1 0 1,-1-1-21,-3-5 27,3 0 0,-4 0-23,-1-2 22,2-1 7,-3 1 13,-2-3-13,0 0 1,-1-1 9,0-1-19,-4 0 9,0-2 13,0 2 0,-4-1 1,-3 1-1,0 2 0,2 1 0,-4 1-10,3 4-6,-1 3-10,0 0-32,-1 2-4,-1 0 27,3 0 12,-1 1 22,1 1-31,-1 1 0,3-1 31,1 0-17,3 0 5,0 0 13,0-1 19,0 2-19,5-2 0,0 1 33,0-2 22,5 1-7,0-1-6,5 0-19,-1 0-11,2-3-12,2-2-49,-4-1 1,3 1-1,-2-1 4,2 1 3,-3-1 29,2 0 13,-5 0 0,2 1 1,-3 0 27,-1 1 8,-3 0 6,-3 2 3,-1 0 33,0 1 38,-2 0 4,0 1-56,-2 0-35,-2 0-29,1 0-14,-2 0 1,-3 3-9,1 1 6,-3 0 14,-2 3-11,2 0 13,1 1 3,3 1 19,1-1-2,3 0 41,1 0-41,1 1-20,0-1-2,0-1 0,1-1-23,4-1 25,3-1 19,1-1 7,1 0-4,3 1-19,-2-2 1,3 2-3,-1-2-1,0 2-1,-5 0-22,3 0 1,-2 2-11,-4 0-22,1 2-29,-1-1 1,-3 1 18,-1-1 32,-1 3 33,0-1 0,-1 0 3,-3 0 16,-1 0 10,-2-1-16,2-2 6,-1 1 1,-1-3-1,0 1-18,2-2 0,-5 1 12,3-2-9,0 1 15,-1-2-17,5-1 14,-2 0 4,0 0 18,1 0 4,1-1 4,1-4-46,2 0-13,-2-2-33,2-3 11,0 0-7,4-2-29,3 1 39,1-1 6,3-1 13,0 1 0,4-1-7,-2 1 1,2 1 16,1 0-1,0 0-8,1 1 9,-2 0 3,0-1 0,1 1-16,-2 0 10,-1 3 6,0 1 74,-5 2 52,1 0-32,-5 2-10,0 2-10,-3 0-16,-1 0-55,0 0 23,2 4-7,0 2 71,0 2-26,-1 4-9,3 1 2,-1 1-2,1-2-42,-3 2-12,4-1-1,-3-1 0,1 2 0,0-1 2,1-1 20,-1 1-22,-1-2-33,0-2-40,0-1-59,-2-3 13,1-1 7,-1-2-30,3-1-23,-3 0 42,0-1-58,0 0-21,0 0 53,0-3-36,-3-5-251,-2-2-70,0-3 99,0-1 205,0-2 169</inkml:trace>
          <inkml:trace contextRef="#ctx0" brushRef="#br0" timeOffset="211035">9433 16156 307,'0'0'313,"0"0"613,0 0-686,0 0-126,0 0-49,0 0-20,0 0-25,0 0-20,0 0-88,0 0-146,0 0-13,11 3 127,-7 4-20,0 0-150,-1-2-176,0 1 185,1-1 190,-33-38 18</inkml:trace>
          <inkml:trace contextRef="#ctx0" brushRef="#br0" timeOffset="211363">9581 16131 257,'0'0'120,"0"0"899,0 0-781,0 0-4,0 0 15,0 0 27,0 0-57,0 0 10,0 0-65,0 0-65,0 0-44,10-37-36,-10 37-19,0 3-12,0 2 12,2 5 48,1 4 9,1 1 36,-1 2-39,3 2-38,-2 2 0,1 1 19,2 2-3,-2 2-17,1 1-2,-1-1-13,1 1-3,-3 0-26,2 0 1,-3 0-10,2-3-17,-2 0-14,0-2 8,-2-1-13,3-2-15,-1-2-14,-2 0-38,0-5-26,2-2-27,-1-5-26,-1 0-46,0-2-39,2-3-72,-2 0-21,0-2-3,0-4 33,-2-3 250,-1-3 77</inkml:trace>
          <inkml:trace contextRef="#ctx0" brushRef="#br0" timeOffset="211814">9526 16370 212,'0'0'124,"0"0"867,0 0-754,0 0-90,0 0-37,0 0 17,0 0 48,0 0-10,0 0-45,0 0-62,0 0-22,6 12 15,3-10 27,1 0-1,5 0-29,1-2-12,-2 0-14,6 0 4,0 0-23,-1-3 9,1 0-12,0-1-1,0 3-2,-1-1 3,-3 2 1,-2 0 15,-1 0 3,-2 0 13,-2 0-3,-4 2 3,1 3-29,-3 1 13,2 1-3,-3 3 29,0 2 6,0 1-25,-2 0 5,0 1 27,0 1 5,0 0-25,0 1-34,-2 0 1,0-2-1,0 3-1,2-3 16,0 1-14,-1-2-2,1-3-12,0 1 11,0-4-34,0 0-16,0-2-23,0-1-28,0-3-36,0 0-7,0-1-29,0 0 26,0 0 15,0-2 7,0-4-147,-2-1-120,2-4-44,0-3-117,-2-3 176,2-3 227,0-2 151</inkml:trace>
          <inkml:trace contextRef="#ctx0" brushRef="#br0" timeOffset="212004">9835 16231 25,'0'0'1388,"0"0"-1092,0 0-104,0 0-52,0 0 12,0 0 55,0 0-19,0 0-82,0 0-106,0 0-60,5-19-56,-4 19-20,3 0-32,2 3 38,-1 2-81,2 3-104,-2 1-79,1 1-23,-2 0-17,-1 3 278,-1-1 32,-50-63 91</inkml:trace>
          <inkml:trace contextRef="#ctx0" brushRef="#br0" timeOffset="212956">9945 16456 93,'0'0'144,"0"0"-89,0 0 4,0 0 723,0 0-274,0 0-271,0 0-136,0 0-69,0 0 69,0 0 51,0 0 0,10-23 26,-10 23-33,0 0-42,0 0-29,-3 0-13,2 0-3,-3 0-29,1 4-29,-1 1 0,-1 2 10,0 1-10,-1 3 0,-1 1 0,0 1 4,2 2-2,1-2 0,2 1-2,0 0 3,-2-1 0,4 0-1,0-2-1,0-2-1,0 0-20,4-2-2,0-1 6,3-3 12,-2 1-18,4-3 20,2 0 0,1-1-14,3 0-23,-3-1-12,5-4-33,-3 0 17,-1-3-1,1 1-9,-5-2 38,0-1 23,-2-1-7,-4-1 21,-1-2 2,-2 0-45,0 0-56,0-1 63,-2 0 15,-5 3-19,-1 1 16,-2 2 3,0 3-19,-1 1 7,0 1 9,1 4-10,-3 0 10,2 0 0,2 0 7,-2 0 16,6 0-29,0 0 31,1 0-12,1 0 13,1 1-2,2 1 3,0-2-1,0 1 16,2-1 23,1 0 6,3 0 7,-1 0-19,2 0-1,2 0-6,2-1-10,0 0-15,1-1 12,-2-1-13,0 2-1,-1-2-15,-1 1 16,2 1 0,-2 1 49,-1 0 2,3 0-5,-5 0-4,4 0 0,-4 0 3,-1 2 0,2 0-16,-5 1 7,3 0 41,-1 2-41,-1 2 18,1 0 8,-1 2-34,0-1 14,0 3-29,0-1 29,2-1-17,-3 2-23,1-3 1,3 0-3,-5 0-1,4-1 1,-2-1 0,-2-1 0,1-1 0,-1-1 0,2-1 1,-2 0 0,0-2 2,0 0 19,0 0 14,0 0 2,0 0 10,0 0 7,2-3-11,0-3-28,0-3-16,2 0-15,-1-3 12,0-1 0,1 0 0,1-1-16,1 1 15,1-1-31,0 2-16,2 0 13,2 2-43,-1 2 30,3-2 3,1 4 22,1 1 1,-5 3 5,5 1 20,-4 1 23,-5 0 3,4 0 6,-1 3-10,-4 2 10,4 4 48,-3 1-44,1 1-34,-1 2-2,-2 0 29,4 2-13,-1 1-4,-2 0-2,0-1-10,1 1-3,-2-2-64,1-1 6,-4-2-13,3-1-29,-4-2 29,3-1 6,-1-2-64,-2 1 32,0-2-113,0-2-63,0-2-117,0 0-170,0 0-112,0-4 378,0-1 247</inkml:trace>
        </inkml:traceGroup>
        <inkml:traceGroup>
          <inkml:annotationXML>
            <emma:emma xmlns:emma="http://www.w3.org/2003/04/emma" version="1.0">
              <emma:interpretation id="{242A5568-B67A-4C17-AF7D-1C2725AE4EFE}" emma:medium="tactile" emma:mode="ink">
                <msink:context xmlns:msink="http://schemas.microsoft.com/ink/2010/main" type="inkWord" rotatedBoundingBox="11416,16099 13596,16141 13582,16835 11402,16793"/>
              </emma:interpretation>
              <emma:one-of disjunction-type="recognition" id="oneOf32">
                <emma:interpretation id="interp160" emma:lang="en-US" emma:confidence="0.5">
                  <emma:literal>(Axial/</emma:literal>
                </emma:interpretation>
                <emma:interpretation id="interp161" emma:lang="en-US" emma:confidence="0">
                  <emma:literal>(Axial</emma:literal>
                </emma:interpretation>
                <emma:interpretation id="interp162" emma:lang="en-US" emma:confidence="0">
                  <emma:literal>(Axial,</emma:literal>
                </emma:interpretation>
                <emma:interpretation id="interp163" emma:lang="en-US" emma:confidence="0">
                  <emma:literal>•Axial/</emma:literal>
                </emma:interpretation>
                <emma:interpretation id="interp164" emma:lang="en-US" emma:confidence="0">
                  <emma:literal>(axial/</emma:literal>
                </emma:interpretation>
              </emma:one-of>
            </emma:emma>
          </inkml:annotationXML>
          <inkml:trace contextRef="#ctx0" brushRef="#br0" timeOffset="213850">10879 16210 799,'0'0'91,"0"0"603,0 0-496,0 0-162,0 0 32,0 0 136,0 0 33,0 0-59,0 0-91,0 0-42,0 0-19,0 0 9,0-13 7,0 13-3,0 0-13,-4 0-14,3 0-9,-5 1-1,-1 2 17,-4 2 17,-3 1 8,0 2-11,-3 3 2,0 1 19,-1 4-12,-1 1 35,0 3-7,1 1-6,-2 2-19,5 1-30,-4 1 30,7 4 3,-1 1 3,5 1-1,4 3-18,4 0 6,0 2-36,9-2 1,7-2 19,2 0-22,5-2-1,4 0-1,1-5-26,5-3-32,1-3-13,0-2-26,0-5-57,-2-4-39,-1-3-37,-4-2-6,-3-3-85,-2 0-106,-4-3-163,-2-4-184,-3-4 424,-5 3 261</inkml:trace>
          <inkml:trace contextRef="#ctx0" brushRef="#br0" timeOffset="-213763.73">11036 16328 38,'0'0'417,"0"0"245,0 0-460,0 0-153,0 0 16,0 0 117,0 0-13,0 0-13,0 0-52,0 0-26,0 0 9,0 0-15,0 0-14,0 0-6,0 0-20,0 0-9,19-24-1,-19 25-22,0 4 0,0 1 30,-4 4-7,-2 2 25,1 3-9,1 3 6,-1 1-41,0 2 8,-3 1-12,1 1-20,2 0 20,-2-1 13,-1 0-11,0-1-2,1-3-11,0-2-60,1-4 23,1-2 25,1-3 4,2-3 6,2-2-10,-1-1 22,1-1 1,0 0 0,0 0 13,0 0 10,0-1 12,1-3-35,5-3 0,-5-1-2,3-3-10,-1-2 11,3-3 1,-2 1 0,-2-3 1,3 0 12,-2-2-10,1-2 20,-1 0-23,3-2-58,-1-2-13,1 2 70,1 0-22,-4 3 10,5 1 14,-1 4-1,-4 2 33,2 5-32,-3 2 105,2 4-48,-2 1-12,-2 1 2,0 1-21,0 0-27,2 0-26,0 1-32,-2 6 7,5 4 51,-2 1 91,4 6-33,-1 0-29,3 3 22,-2 2-25,0-1-13,2 2-7,-2 0 13,2 0-18,-1-1-1,0 0 3,-1 0 16,1 0-19,-1-2-19,0-3-17,-3-1 4,-1-1-39,-1-4 33,-1-1-11,2-3-25,-3-1-29,0-3-17,0-1 30,0-2-17,0 0-78,-4-1-13,2 0-14,-3 0 11,-4 0-54,-2-6-289,-1-2 110,-3-2 316</inkml:trace>
          <inkml:trace contextRef="#ctx0" brushRef="#br0" timeOffset="-213522.73">10926 16487 114,'0'0'62,"0"0"274,0 0 345,0 0-378,0 0-121,0 0-32,0 0 12,0 0-10,0 0-77,0 0-14,0 0 1,21 11 38,-10-8-16,0-1-23,5 0-12,2 0-36,-1-1 0,3-1-13,0 0-1,0 0-25,-1 0-58,-1 0-52,-1-2-90,-4 1-138,0-1-104,-2 0-112,-4-1 78,1-2 362,-5 2 58</inkml:trace>
          <inkml:trace contextRef="#ctx0" brushRef="#br0" timeOffset="-213225.73">11214 16469 96,'0'0'130,"0"0"137,0 0 775,0 0-704,0 0-143,0 0-62,0 0 22,0 0 26,0 0-20,2-1-32,-2 1-26,0 0-48,0 0-14,2 1-18,1 1-22,2 0-1,2 3-16,1 0 16,2 4 48,2-2 13,-2 2-39,0 1 0,5 1-3,-3 0 10,3 0-6,1 3 5,0 0-14,2-2-14,-2-1-1,0 2-37,1-3 36,-3 2 0,-1-2-14,1-2 0,-3-1-26,-2 0-3,-3-2-22,0 0-39,-5-4-32,1 1-26,-2-1-14,0-1-45,0 0-65,0 0-66,0 0-34,-2 0-13,-1-4-3,-2-1 59,0-2 283,-1-4 42</inkml:trace>
          <inkml:trace contextRef="#ctx0" brushRef="#br0" timeOffset="-212953.73">11454 16458 60,'0'0'570,"0"0"514,0 0-805,0 0-139,0 0-53,0 0 26,0 0 17,0 0-37,0 0-60,0 0-32,0 0 34,-5 16 14,-1-7-14,-1 2-16,2 0-15,-2 3 31,-1 0-12,-1 1-23,1-1 19,-2 1-6,2 0-10,-3-2-3,2 0-41,0-2-13,0 0 15,3-2-22,3-1-62,1-1-3,-1-2 0,3 0-14,0-2-51,0-1-40,0-1-75,5-1-19,-2 0-24,5-1-114,-1-5 333,0 0 28</inkml:trace>
          <inkml:trace contextRef="#ctx0" brushRef="#br0" timeOffset="-212638.73">11552 16506 301,'0'0'121,"0"0"1039,0 0-871,0 0-101,0 0-26,0 0 52,0 0 34,0 0-35,0 0-95,0 0-66,0 0-33,15-10-17,-15 10-2,0 4 1,0 2-1,2 4 96,1 2-22,2 0-14,-1 3-28,0 0 0,0-2-10,-1-1-22,0 0-2,1-1-11,-2 0-6,3-2-35,-3 0-19,0-1-14,0-2-44,0-2 19,-1-1-49,1-1-42,-2 0 12,0-2-13,0 0-68,0 0-11,0-3 13,0-4-186,0-3-1,-3-2 229,-1-3 101,0-2 66,0-1 61</inkml:trace>
          <inkml:trace contextRef="#ctx0" brushRef="#br0" timeOffset="-212455.73">11592 16346 179,'0'0'141,"0"0"599,0 0-317,0 0-156,0 0-86,0 0-12,0 0-26,0 0-36,0 0-91,0 0-16,0 0-84,7-8-39,-5 12 22,3 4 78,-1 0 10,3 4-123,-2 0-104,4 2-145,-3 1-129,3 0 15,-2-1 336,-2-4 78</inkml:trace>
          <inkml:trace contextRef="#ctx0" brushRef="#br0" timeOffset="-211589.73">11789 16595 167,'0'0'59,"0"0"16,0 0 610,0 0-281,0 0-173,0 0-43,0 0-35,0 0-14,0 0 4,0 0-17,0 0-22,13-45 5,-13 37-9,0-1-16,-4 2-20,0-1-22,0 1-38,-1 1-4,2 2 12,-2 1-12,-1 1-15,-1 0-14,0 1-3,-2 1 0,-1 0 4,-2 0 28,4 3 2,-4 2 53,2-1-20,0 4 1,3 0-17,1 2 7,-1 1-23,2 0-3,4 2 2,-1-1 2,2 0-4,0-1-3,0-1-39,3 1 17,5-2 24,-1 0-22,2-2-22,2 0 6,-1-2-2,3 0-30,-2-2 16,2-3 32,-3 0-16,2 0-9,0-2 0,-4-2 44,-1-2 4,3-1 3,-5 0 35,2 0-36,-2-2 11,1 2 16,-2-3 10,-3 0-36,3 0 43,-3 0-34,-1 1 8,0 0 6,0 2-26,0 1 58,0 2-20,0 1-22,0 2 36,0 1-1,0 0-12,0 0-13,0 0 2,0 0 1,0 0-6,0 0-10,0 0-13,0 0-12,0 1-20,2 2-7,0 2 39,1 1 3,1 2 12,0 2-14,1-2-1,1 0 20,-1-1-18,3-1 1,0 0 0,-1-1-3,4 0-45,-2-2 4,0 0 5,1-2 4,0-1 6,0 0-3,0 0 10,-2-4-2,1-3 21,-1 0 19,0-2-3,-2-4 19,-3-2 59,1-4 2,-3-1 7,1-1-43,2-3 7,-4-1-16,4-4-51,-2-2-17,-2 1 17,0 0 4,0 0-4,0 2 12,0 2-24,0 5 13,-6 3-1,0 3 16,1 5 6,0 2 10,1 4 12,1 2 7,3 1-23,0 1-28,0 0-35,0 0-19,-2 0-7,2 1-6,-1 4-22,-4 4 89,2 4 50,-1 4-9,3 3 30,-3 3-17,4 0 9,0-1-44,0 2-3,2-1-28,3 1 14,0-1-2,1 3 0,-1-2-12,1 0-42,-1-1-32,3-2-19,-3 0-10,2-2-49,0-2 42,1-2-36,0-4-23,1-1 20,0-2-79,0-3-121,0-2-133,0 0-178,0-3 297,-4 0 208</inkml:trace>
          <inkml:trace contextRef="#ctx0" brushRef="#br0" timeOffset="-211070.73">12518 16210 803,'0'0'310,"0"0"185,0 0-339,0 0-153,0 0 98,0 0 64,0 0-25,0 0-140,0 0-20,0 0 4,0 0 16,-23 13 155,13 1-87,0 2 33,0 4-24,-3 0-9,0 3-16,0 1 2,0 2-50,-4 2 28,-1 2-29,-1 2-3,-3 1 1,-1 0 13,-2 1-14,1 0-11,-1-4-56,4-2-72,1-2-45,6-3 41,2-3-58,4-2-13,4-3-121,3-5-131,1-2-208,1-5 387,1-3 242</inkml:trace>
        </inkml:traceGroup>
        <inkml:traceGroup>
          <inkml:annotationXML>
            <emma:emma xmlns:emma="http://www.w3.org/2003/04/emma" version="1.0">
              <emma:interpretation id="{5A240A17-6368-4BD5-AA75-90FAA90831D6}" emma:medium="tactile" emma:mode="ink">
                <msink:context xmlns:msink="http://schemas.microsoft.com/ink/2010/main" type="inkWord" rotatedBoundingBox="13732,15934 16966,15998 16944,17099 13710,17035"/>
              </emma:interpretation>
              <emma:one-of disjunction-type="recognition" id="oneOf33">
                <emma:interpretation id="interp165" emma:lang="en-US" emma:confidence="0">
                  <emma:literal>Terminal)</emma:literal>
                </emma:interpretation>
                <emma:interpretation id="interp166" emma:lang="en-US" emma:confidence="0">
                  <emma:literal>terminal)</emma:literal>
                </emma:interpretation>
                <emma:interpretation id="interp167" emma:lang="en-US" emma:confidence="0">
                  <emma:literal>terminal]</emma:literal>
                </emma:interpretation>
                <emma:interpretation id="interp168" emma:lang="en-US" emma:confidence="0">
                  <emma:literal>Terminal]</emma:literal>
                </emma:interpretation>
                <emma:interpretation id="interp169" emma:lang="en-US" emma:confidence="0">
                  <emma:literal>terminals</emma:literal>
                </emma:interpretation>
              </emma:one-of>
            </emma:emma>
          </inkml:annotationXML>
          <inkml:trace contextRef="#ctx0" brushRef="#br0" timeOffset="-209820.73">12640 16311 164,'0'0'98,"0"0"-65,0 0 179,0 0 299,0 0-172,0 0-150,0 0-88,0 0-10,0 0 29,0 0 16,0 0-9,0 0-30,-9 0-29,9 0-13,0 0 0,0 0 0,0 0 6,0 0 17,0 0 15,0 1 17,2 0-7,1-1 6,1 0-48,4 0 16,4 0-20,6-1-25,3-1-30,4-1-2,2 0-9,1 1 5,-1-1 1,0 1 3,-4-1-22,1 1-55,-6-1-54,-1 0-11,-4 1 7,-2 0-39,-5 1-17,-3 0-26,-3 0-23,0 1-169,-8-1-145,-4-2-105,2 1 438</inkml:trace>
          <inkml:trace contextRef="#ctx0" brushRef="#br0" timeOffset="-209527.73">12789 16299 241,'0'0'79,"0"0"136,0 0 345,0 0-319,0 0-39,0 0 42,0 0-26,0 0-27,0 0-100,5 76 48,-3-59-33,-1-2-15,-1 3-36,2 0-17,0 0-37,-2 1-1,0 2 42,0 1-3,0 2-1,2 1 24,-2-2-34,3-1-4,-3-2-24,2-3-13,0-2 12,0-1 1,-2-2-51,4-3-20,-3-2-45,1-1-10,0-3-13,1 1-6,1-3-37,-1 0-68,3-1-72,-2 0-156,3-2-177,-2-3 377,-2-3 184</inkml:trace>
          <inkml:trace contextRef="#ctx0" brushRef="#br0" timeOffset="-208978.73">12946 16522 54,'0'0'281,"0"0"856,0 0-815,0 0-153,0 0-91,0 0-7,0 0 23,0 0-13,0 0-58,0 0-20,0 0 29,0 15 46,0-7-13,0 1 2,0 1 8,0 0-27,0-1-36,0-1-11,2-1-1,-2 0 1,4-1 0,-3-1 2,3-1 14,3-1-16,-2-1-1,3 0 20,0 0-17,4-2 14,0 0-17,0 0-35,1 0 34,-1-5-22,3 1-3,-7 0 26,4-1 0,-4-1 17,-2 0-17,-3 1-2,1-2 2,-4 0-2,0 1-20,0-2 11,-4 3 9,1 0-28,-3 2-9,-1 0-26,0 3 27,-4 0 15,-3 0 10,1 0 13,0 1 13,0 3 13,-1 0-4,2 2-19,0 1 26,1 1 6,2-1-6,-2 1-13,2 2 10,4-1-13,2 1 13,1 2 16,2 0-39,0 0 13,0 0 13,5-1-29,4-1 1,0-1 17,2-2-18,5 1 4,-2-3-4,4 0-1,1-2-51,-2-2-16,3-1-12,0 0-17,-3 0-13,3-3-10,-2-3 4,-2 1-73,-1-1-35,-5 0-101,1-3-121,-2-2-121,-2-2 302,-2-1 142</inkml:trace>
          <inkml:trace contextRef="#ctx0" brushRef="#br0" timeOffset="-207597.73">13197 16543 213,'0'0'29,"0"0"509,0 0 238,0 0-451,0 0-102,0 0-18,0 0 5,0 0-10,0 0-30,0 0-12,0 0-37,0-6-28,0 8-42,0-2-26,2 0-9,1 1-15,1 0-1,2 1-19,-1 2-6,3 0 22,3 3-13,-2 1 12,2 1-21,-2 2 22,-3-1-13,2 0 0,-3 2-29,1-1-28,-2 0 8,-1-2-28,-1 1-29,-2-1 3,0-2 39,0 1-4,-3-1-3,-1-3 9,-2 0 52,1 0 24,1-1 2,1-1 2,0-1 21,-1-1-20,2 0 23,-2 0 32,2-3 7,2-2-12,0-2-52,0-2 24,0-2 11,0-1-7,5 0-29,2-1-23,1 0-6,3 1 27,-2-1-24,5 1-29,1 1 7,-3 1 22,3 3-61,-3 0 25,2 2 43,0 0-20,-2 1-16,0 0-29,-3 2-69,-2 0-45,-2 0-62,1 1-49,-5-1 25,4 1 17,-5 0 58,1 0 36,-1-1 118,2 1 27,-2 0 28,0 1 19,0-1 17,0 1 49,2 0 81,-2-1 36,0 1-9,2-1 25,-2 1 33,0 0-33,0 0-36,0 0-33,0 0-22,0 0-30,0 0-42,0 3-3,0 2 32,0 1-45,0 3 68,0 1-23,0 1-13,0 3 0,0-3-26,1 1-42,-1 0 45,4 1-9,-2 0-20,-2 0 4,3-1-7,-1 0-15,-1 0-1,1-1 2,3-2 19,-4-2-19,-1-1-1,2-1-1,-2-3-13,0 0-10,2-1 4,-2-1 19,0 0 0,1 0 13,-1-1 25,2-4-38,0-2-51,1-1 35,1-3 15,-1-1 0,1-1-21,0 0-16,-2 1 12,3-1 13,-1 0-48,-1-2 12,2 3 30,3 0-26,-3 3 32,0-1 13,2 4 23,-1 2-23,-2 0 3,1 2-3,-3 1 13,1 1 29,-1 0-4,-2 0-13,0 0-25,3 0-19,-1 3 8,2 3 11,2 1 68,1 1-23,0 3-13,0 0-19,0 0-13,0 1-13,0-1-22,3-2 18,-5 1 1,0-1-22,0 0-27,0-3 30,-3-2 6,1 0-10,-1-2 3,-2-1 11,0-1 25,0 0 1,0 0 37,1 0 14,1 0-10,0-3-42,1-3-23,-1-1 20,3-2 3,-1-1 0,-1 0 17,3-2-14,1 0 36,0 0-39,0 0 20,2-1-20,2-1-1,2 4 1,-4 0 3,5 2-3,-2 3-14,1 1 11,1 2-13,-3 2-14,2 0 30,-3 0 58,1 0-33,-2 0 11,0 4-11,-3-2 17,2 2-6,-2 1-11,1 0 14,-1 1-38,1 1 18,-2 1-16,0 0-3,-2 2 32,3-2-16,0 2 9,-3-2 1,2 2 0,1-3-14,0 1-9,-3-1 16,4 0-16,2-1 13,-4-2-16,4 0-12,0 0-20,0-2-19,-1-1-4,2-1-15,-1 0-4,0 0 9,0 0 11,2-3 15,-2-1 23,-2-1 16,0-2 2,-1-2 30,-1 0-12,-2-3 44,-3 1-25,6-1 12,-6-3-32,1 2 7,1-1-13,-2 3-26,0 1 26,0 4 29,0 1-17,0 2 33,0 2-10,0 1-45,0 0 20,0 0-4,0 0-18,0 1-1,0 1-25,0 2 25,0 0 16,0 5 3,0 1-3,0 1 13,2 1-28,2 0 0,0-1 21,1 0-22,0 1-38,4-3 9,-2 2-13,4-2 13,2 0-32,-3-2-70,2 0-46,1-1 35,-1-2-23,0-2-13,-2-1-56,-3-1-52,1 0-133,0-4-197,-2-3 195,-3-2 284</inkml:trace>
          <inkml:trace contextRef="#ctx0" brushRef="#br0" timeOffset="-207382.73">14207 16318 642,'0'0'163,"0"0"655,0 0-519,0 0-150,0 0-19,0 0-4,0 0-39,0 0-87,0 0-71,0 0-84,0 0 28,20 8-3,-13 1-48,0 2-14,2 1-124,-1 1-146,-2 1-83,0 0 408,-3-3 36</inkml:trace>
          <inkml:trace contextRef="#ctx0" brushRef="#br0" timeOffset="-206830.73">14295 16544 134,'0'0'153,"0"0"858,0 0-662,0 0-34,0 0-78,0 0-8,0 0-16,0 0-26,0 0-106,0 0-49,0 0-7,13-8-6,-13 11-19,0-2 0,0 4 28,0 1 43,0 2-38,0 2-33,0 1-13,0-1-35,0 1-16,0 0 9,-5 1 27,5-2 2,0 1 25,0-1 0,0 0-2,0-3-46,0-1-18,0-2 31,0-1 4,0-2-13,0-1 0,0 0 45,0 0 19,7 0 36,-4 0-55,2-3-19,0-3 17,5-2 2,-3 0 31,2-1 26,0 0-56,-2-2 20,2 1 2,-1 0-23,4-1-1,-2 0-3,1 1-25,0 2 29,-1 0-54,-2 4 28,-1 1 13,-2 2-23,0 1 20,0 0-29,-2 0 45,-1 0 27,1 0-24,1 3 13,-3 2 8,1 1-22,0-1 86,0 3-52,1-1-4,-1 2 7,2 1-38,-2 0-1,1 1 0,1-1 0,-2-1-3,1 0-22,-1-1-17,1-1 13,3-1 0,-1 1-32,-1-2 6,1 1-29,0-2-29,3 0-10,-1-1-62,2 0-55,2-1-53,-2 0-32,1-2-14,3 0-140,-3 0 270,3 0 85,0-3 48</inkml:trace>
          <inkml:trace contextRef="#ctx0" brushRef="#br0" timeOffset="-205991.73">14743 16631 212,'0'0'104,"0"0"470,0 0 38,0 0-332,0 0-92,0 0-45,0 0-10,-11-70 29,7 62-7,-3 3-58,0 1-39,0 2-20,-2 0-9,0 1-3,-1-1 19,-3 2 0,2 0 26,-2 0-30,3 4-9,-3 3-1,3 0-29,-1 1-4,2 1 4,0 2 1,2-1-3,-1-1 1,1 3 1,4-2 0,-1 0-2,3 0-1,-1 0 0,2-2-36,0-1-47,0 0-41,3-1 19,3-1 35,-1-1-23,0-2 65,3 1-5,-1-2 33,0 0-31,0-1-13,2 0 6,-2-1 13,0-3-6,1-1 1,-1 0 30,0-3 2,-2 1 0,-2-1 38,2-1 6,-2 1 4,1-1-4,1 0 13,-2 2-56,1 0 24,-3 1-4,5 2 17,-6 1 55,2 2-36,-2 0-10,0 1 3,0 0-15,0 0-11,2 0-25,-2 0-1,0 0-24,0 0-17,0 3-10,0 2 52,0 2 13,2 0 8,-1 1-20,1 0-1,0 1 22,1-1 1,1-1-23,-1 0-53,3 0 5,1-2-20,0 1 4,0-2 19,1 0 12,-1-2-12,2-1 3,-2-1-29,2 0 19,0 0 1,0-3 18,-4-3 31,6-1 2,-6-1 15,3-1 11,-3-3 110,-2-1-7,3-1-10,-3-6-19,1 1-22,2-3-34,-3-3 11,2 0 16,-1-3-39,-1 1 41,-1 1 29,0-2-63,-2 3 31,0 1-10,0 0 10,-2 4-57,-3 2 15,-2 1 26,2 2-3,-1 1 34,2 4 3,1 1-41,1 3-6,0 2-9,2 2-17,0 2 20,0 0-35,0 0-41,0 0 0,0 0 4,0 0 5,0 1-6,0 3-9,0 2 3,0 4 44,0 4 0,0 4 31,2 3-31,1 1 2,1 2 11,0 1 3,0 0 9,1 1-25,0 3 0,0-2 0,0-1-19,2 0-47,-2-1-19,-4-2-17,3-1-38,-1-3 7,-1 0 18,3-1-7,0-3-29,0 0-3,0-1-43,4-2 29,0-2-40,0-1-77,0-2-40,0-4-89,0-2-136,-1-1 171,2 0 242</inkml:trace>
          <inkml:trace contextRef="#ctx0" brushRef="#br0" timeOffset="-205542.73">15128 16037 986,'0'0'625,"0"0"-174,0 0-224,0 0-101,0 0-35,0 0-49,0 0 48,0 0 20,0 0 22,0 0 73,0 0 3,38 77-21,-23-50-9,2 2-14,1 2-70,1-1 19,1 3-46,0-1-17,0 0-25,-1 3-6,1 0-19,-4 2-64,2-1 61,-5 0-53,-3 0-30,1-2-17,-5 1 11,-1 0-2,-2 3 18,2 1 28,-3 1 48,1-2 0,-3 1-93,-3-3-37,-7 1-4,-8-4-81,-5 1 64,-10-4 71,-6-2-149,-9-2-185,-8-2 37,-3-5-16,-8-4-119,-2-3-91,-1-6 420</inkml:trace>
        </inkml:traceGroup>
      </inkml:traceGroup>
    </inkml:traceGroup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44:32.684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691F9A8-5C96-43A6-AA53-EA4D760CB32A}" emma:medium="tactile" emma:mode="ink">
          <msink:context xmlns:msink="http://schemas.microsoft.com/ink/2010/main" type="writingRegion" rotatedBoundingBox="14572,8686 17601,9659 17099,11221 14070,10249"/>
        </emma:interpretation>
      </emma:emma>
    </inkml:annotationXML>
    <inkml:traceGroup>
      <inkml:annotationXML>
        <emma:emma xmlns:emma="http://www.w3.org/2003/04/emma" version="1.0">
          <emma:interpretation id="{DE36E66F-58B0-4FFF-82A7-E5BF3CA30A9C}" emma:medium="tactile" emma:mode="ink">
            <msink:context xmlns:msink="http://schemas.microsoft.com/ink/2010/main" type="paragraph" rotatedBoundingBox="14333,9478 17307,9478 17307,10716 14333,1071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EF9A372-EF71-499D-BAF7-8E7860766739}" emma:medium="tactile" emma:mode="ink">
              <msink:context xmlns:msink="http://schemas.microsoft.com/ink/2010/main" type="inkBullet" rotatedBoundingBox="14625,8703 17601,9659 17223,10835 14247,9880"/>
            </emma:interpretation>
            <emma:one-of disjunction-type="recognition" id="oneOf0">
              <emma:interpretation id="interp0" emma:lang="en-US" emma:confidence="0">
                <emma:literal>→</emma:literal>
              </emma:interpretation>
            </emma:one-of>
          </emma:emma>
        </inkml:annotationXML>
        <inkml:trace contextRef="#ctx0" brushRef="#br0">9 142 63,'0'0'29,"0"0"-3,0 0-12,0 0-11,0 0 16,0 0-2,0 0 9,0 0-3,0 0 153,0 0 85,0-1-79,0 1-55,0 0-26,0 0-6,0 0 9,-3 0-3,3 0-23,0 0-16,0 0-4,0 0-12,0 0-1,-4 0 1,4 0-4,0-1-3,0 1-10,-3 0 1,3 0-8,0 0-2,0 0-4,0 0-13,0 0 20,0 0-20,0 0 10,0 0-11,0 0-2,0 0-1,0 0 1,0 0 1,0 0 22,0 0 6,0 0-3,0 0 0,0 0 0,0 0-3,0 0 3,0 0 0,0 0 3,0 0 3,0 0-22,0 0-10,0 0-23,0 0-2,0 0-5,0 0-9,0 0 4,0 0 9,0 0 3,3 0 4,-3 0 2,0 0 16,4 0 1,-4 0 23,3 0-7,3 1 26,-3 0 4,6 3-17,-3-2 26,4 1 16,2-1-32,1-1-16,2 1 51,4-2-32,-1 0-16,7 0-3,0 0 9,0 0-29,-1 0-1,4 0 15,-3 0-16,0 0 2,3 0-2,-3 0 18,0-2-19,-1-1-1,-2 0-12,-3 2 0,2-3 11,-2 3-11,0 0 13,-1-2 0,1 1-19,2-1 17,-2 1 2,3 0-1,3 1-10,-4-1 9,1 1-19,-3-1 21,2 0 0,-2 1-3,-1 0-13,1-1 16,0 0-1,-1 0-11,4 2 11,-6-2 1,5 0-1,-2-1 0,-1 2-2,1-1-10,3 0 12,-4 1-3,1-1-9,3 2 13,-4-1 2,4 1-1,-3 0-1,-1-1 3,1 1-1,-1-2-1,1 1-1,-4 0 0,4-2-16,-3 2 16,-1-1 19,4 2-9,-1 0-10,-2-2 0,2 1-1,1-2 0,0 1 0,-4 0 1,4 0 0,-4 1-16,7 0 16,-3 0 0,-1 0 16,7 0-16,-3 0-2,-1-1 1,4-1 1,0 1 0,-3 0 0,-1 0-4,1 0 3,0-1-20,-1 3 21,1-1 2,0-1 11,0 1 6,-4 0-19,4 0 0,-7 0 0,1-1 0,-4 1 1,4 0-1,-7 0 0,7-1-1,-7 2 1,6-3 0,-2 2 0,-1 0 0,7 0-1,-4 0 1,4 1 0,6-2-18,0-1 16,-1 2 2,4-1 13,-3 1-13,3-1-19,-3 0 18,-4 1 0,1 0 0,0 0 2,-3 1-2,-4-1 1,1 1 0,-4 0-1,-3-1 1,1 1-1,-4 0-1,0 0 0,3-1 2,-3 0 0,4 1 16,-1-1-15,0-1 0,1 2-2,-1 0 0,3 0 1,1 0-1,-1 0-31,4 0 13,-4-1-4,4 1 7,-1 0 13,4-1 3,-4 1-1,1 0-22,2-1 6,1 1 17,-4-1 3,4 1 0,-4 0-5,-2 0 2,-1 0-32,-2 0 31,2 0-3,-3 0 4,1 0 3,-1 0-3,0 0-4,-3 0 2,1 0-11,-1 0 12,0 0 1,0 0-1,-3 0 1,0 0 0,4 0-16,-1 1 15,0 0-1,0 0 1,0 2-25,1-2 25,2 0-16,-3 1 1,-3 0 15,7 0-12,-4 1-5,0-1 17,0 0 1,0 1-20,1-1 17,-1-1-13,0 2-5,0-1 20,0 1 1,-3 0 0,4-1 8,-1 1-8,0 0 0,0 0 10,0 1-10,-2-1-3,2 0-13,0 0 13,-3 0 0,3 0-17,-3 0-19,4 0 20,-4 1 2,3-1 16,-6 0 0,3 1-20,3-1-35,-6 2 56,0-1-13,3-1-9,-3 3 22,3-3 6,0 3-6,-3-1 0,4 2 2,-4 0 28,3-1-14,-3 1 7,0-1-23,3 0-20,-3 1 20,3-1 0,-3 2 0,0 0 3,0-1 10,3 0-13,-3 1 10,0-2-10,0 2 3,0 0-3,0 0 30,0 0-28,0 0 11,0 2-10,0-1 13,0 0-6,0 0-10,0 2 1,0-2-1,0 2-42,0-2 42,0 1 48,0-1-31,0 0-15,0 1 14,0-2 0,0 2-15,0-1 43,0 0-42,0 0-4,0 1 4,0-2 11,0 3 0,0-2 9,0 1-5,0 0 1,0-1-18,0 1 0,0-1-19,0 1 17,0 0 0,0-1-11,0 0 13,0 0 0,3 0 2,0 0 21,-3 1-22,3-2 0,-3 1-1,0 0 36,0-1-36,0-2 13,0 2-3,3 1-10,4-2 6,-7 2-6,0-1 13,3 1 13,0 0 0,-3 0 6,0-2-32,0 1 1,3 1 1,0 0 25,0 1-27,-3 0 2,3 0 10,-3-1-12,3 0 2,-3 0-1,3 1-2,-3-1 2,0 0 16,0 0-17,0-1 0,0 0 14,3-1-1,-3 1-10,0 0 11,4 2-14,-4-1-26,3 0 26,-3 0 23,0-1-7,0-1-13,3 0-3,-3 0 4,0 0-2,0 1 14,0-2-14,0 0-2,0 1-2,0-1 0,0 1-21,0 0 23,3 0 5,-3-1-5,0-1 0,0-2 14,0 3-10,0-3-3,0 2 1,0-1 1,0 1-3,0-1-19,0 0 19,0-1 0,0 0 0,0 1-1,0-1 1,0 1-20,0-1 17,0-1-10,0 0-3,0 0 3,0 0 13,0 0 0,0 0 0,0 1-19,0-1 3,0-1 15,0 1-17,0 0 1,0 0 15,0 0-38,0 1 24,0-1 16,0 2 6,0-2 30,0 0-36,0 1-13,0-1 12,0-1-3,0 0 4,0 1-16,0-1-3,0 1 15,-3-1 4,0 2 3,0-1 10,3 2 0,-4-2-4,1 0 17,0 2-10,-3-2-16,3 1 1,-3 1-1,3-2 36,0 1-34,-7-1 1,10 2-3,-6-1 1,3 1-1,-3-2 0,3 2 0,-4-1 4,4-1 12,0 0-16,0-1 0,0 1 15,-3 0 8,3 0-22,0-1 0,0 0-1,-1 0 29,1 0-7,-3 0-1,3 2-21,0-2-2,-3-1 2,3 1 2,-4-1 11,1 0-12,3 1 0,-3 0-2,6 0-1,-3-1-11,0 1 10,0-1-9,3 1 12,-7 0 9,4 0-9,0 0-19,0 0 16,0 0 1,-3 0 2,3 0 0,-3 0 0,2 1 2,1 0 1,-3 0-3,3-1-13,-3 3 12,3-2-1,-3 0 0,-4 0-11,4 0-13,3 0-3,-6 1-10,2-1 7,-2 1-1,0 0 4,3-1-52,-10 2 0,4-1-71,-1-1 2,-2 1-32,-4 0-91,1-1-164,-4-1-117,-3-1 316,-6 0 131</inkml:trace>
      </inkml:traceGroup>
    </inkml:traceGroup>
    <inkml:traceGroup>
      <inkml:annotationXML>
        <emma:emma xmlns:emma="http://www.w3.org/2003/04/emma" version="1.0">
          <emma:interpretation id="{260B2112-BAD8-488A-A80D-781BCFA9226D}" emma:medium="tactile" emma:mode="ink">
            <msink:context xmlns:msink="http://schemas.microsoft.com/ink/2010/main" type="paragraph" rotatedBoundingBox="14212,9639 16984,9728 16958,10552 14185,104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DD5F961-C591-443F-A253-A80C8C188E64}" emma:medium="tactile" emma:mode="ink">
              <msink:context xmlns:msink="http://schemas.microsoft.com/ink/2010/main" type="line" rotatedBoundingBox="14212,9639 16984,9728 16958,10552 14185,10463"/>
            </emma:interpretation>
          </emma:emma>
        </inkml:annotationXML>
        <inkml:traceGroup>
          <inkml:annotationXML>
            <emma:emma xmlns:emma="http://www.w3.org/2003/04/emma" version="1.0">
              <emma:interpretation id="{737F4A1C-18F5-4E87-ACF6-D96B9D4E992A}" emma:medium="tactile" emma:mode="ink">
                <msink:context xmlns:msink="http://schemas.microsoft.com/ink/2010/main" type="inkWord" rotatedBoundingBox="14212,9639 16984,9728 16958,10552 14185,10463"/>
              </emma:interpretation>
              <emma:one-of disjunction-type="recognition" id="oneOf1">
                <emma:interpretation id="interp1" emma:lang="en-US" emma:confidence="1">
                  <emma:literal>Purebred</emma:literal>
                </emma:interpretation>
                <emma:interpretation id="interp2" emma:lang="en-US" emma:confidence="1">
                  <emma:literal>Pure bred</emma:literal>
                </emma:interpretation>
                <emma:interpretation id="interp3" emma:lang="en-US" emma:confidence="0">
                  <emma:literal>Pare bred</emma:literal>
                </emma:interpretation>
                <emma:interpretation id="interp4" emma:lang="en-US" emma:confidence="0">
                  <emma:literal>Puree bred</emma:literal>
                </emma:interpretation>
                <emma:interpretation id="interp5" emma:lang="en-US" emma:confidence="0">
                  <emma:literal>Parle bred</emma:literal>
                </emma:interpretation>
              </emma:one-of>
            </emma:emma>
          </inkml:annotationXML>
          <inkml:trace contextRef="#ctx0" brushRef="#br0" timeOffset="-12457">-75 474 90,'0'0'98,"0"0"-97,0 0 12,0 0 17,0 0 436,0 0-287,0 0-3,0 0-130,0 0 71,0 0 26,-50-74-52,50 69 140,0 1-149,-3-1-14,3 0 32,0 0-25,0 0 19,0-1-55,0 0 26,0 0-4,3-1-31,0 1-29,1 1 0,5-2-2,-3 1 0,3-1-12,1 1 13,5-1 16,1 0-16,2 2-14,1-1 1,3 1-10,-1 3-9,1 0 22,-3 2 7,-1 0 3,-2 0-29,2 0-17,-2 0-22,-1 3 66,-5 3-14,2 1-33,-3-1 36,1 5-41,-7 0 53,3 2-34,-3 2 33,-3 1-68,0 0 70,0 1 16,0 1-13,-9 0 5,2-1-6,-8 0-4,3-2 15,-4-3-13,-3-2 52,4-1-33,-1-1 11,1-1 21,3-2-8,-4-1-43,7 0 35,-4-1-19,4-3 14,3 0-11,0 0 17,6 0 3,-3 0 6,3 0-9,0 0-36,0 0-30,0 0-70,0-2-95,0-2-45,0 1-105,0-2-10,0 1-42,3 0-105,-3 1 404</inkml:trace>
          <inkml:trace contextRef="#ctx0" brushRef="#br0" timeOffset="-12934">-47 369 29,'0'0'0,"0"0"33,0 0 8,0 0-40,0 0 70,0 0-29,0 0 24,0 0 364,0 0-208,0 0-82,6-4-33,-6 4 1,0 0 15,0-1 4,0 1-23,0 0-32,0 0-10,0 0-14,0 0-2,0 0 9,0 0 4,0 0 2,0 0-12,0 0-4,0 0-6,0 0-6,0 0-8,0 0-5,0 0 3,0 0-21,0 0-2,0 0 0,0 0-4,0 0 1,0 0 0,0 0-10,0 0 0,0 0-3,0 0-4,0 0-9,0 2 3,0 3 13,0 0 13,0 1 31,0 2-31,0-2 0,0 3-13,0-1 0,0 2 11,0 1-15,0 0 17,0-1 10,0 3-10,0-1-13,0 1 12,0 1-12,3 0 11,3 1 2,-6 2 6,7 0-2,-4-1-8,0 2-2,0-2 5,3 1 2,-3-2 11,0 1-12,0-2 1,0 1 19,1-1-17,-1 0-2,-3-2 1,3 0-2,0-2 39,0-1-37,-3-1-2,0-2-10,0 0-16,3 0-3,-3 0 0,0-2 0,0-1-17,0-1-12,3 1 38,-3-2-35,0 0 6,0-1-6,0 0 0,0 0 19,0 0 13,0 0 22,0 0 0,0-1-51,0-6-110,0-2-21,0-1-77,0-3-1,0 0 33,-3-2-66,0-3 190,0-1 39,-3 2 6</inkml:trace>
          <inkml:trace contextRef="#ctx0" brushRef="#br0" timeOffset="-11571">229 732 67,'0'0'72,"0"0"-23,0 0 3,0 0 529,0 0-298,0 0-156,0 0 33,0 0-56,0 0 32,-10-25 24,10 23-86,0 1 24,0-1-7,-3 1-4,3 1 4,0 0-4,0 0-9,-3 0 0,3 0-7,0 0-13,0 0-10,-6 0-12,6 0-36,0 0 0,0 0-33,0 0-5,0 0 2,0 0-3,0 4-9,-3 0-7,3 3 23,-3 1 21,0 2 9,0 1-6,3 2 8,-7-1 0,7 0-3,-3 1 3,3 0 0,-3-2 1,3 1 0,0-1-1,0 0-16,0-1 16,0 1 0,3 0-13,4-2-68,-4 0 46,6 0-11,0-3 4,-3 1-42,7-1 71,-1-2-85,-2-2 98,-1-1-22,0-1 48,4 0 0,-4 0 9,0-1-15,0-4 41,4-3-48,-1 1 7,-2-4 16,2 1-33,0-2 26,-2 0-3,-4 1-26,3-2-25,-3 0 24,1 0-41,-1-1 0,-3 1 39,3-1-32,-6 2 33,0-1-21,0 2 7,0 0 32,0 1-32,0 2 19,-6 1-3,3 3 23,-3 3 64,3 1-35,-1 0 23,1 0-17,0 0-52,3 0-6,0 0-29,-3 0 10,3 0-17,0 0-35,-3 4-7,3 2 51,0 2 27,0 2 13,0 1-10,0-1 10,0 3-13,0-1 1,0 0-2,0 2 2,6-2 0,-3 2 3,0-2 9,1 1 3,-1 1-14,3 0-1,0-1 24,-3 1-25,3-2 3,-3-1 13,4 0 43,-4 0-59,0-1-55,0 0 3,0-3-59,3 1 4,-6-2-71,3-2 9,0 1-137,-3-3-27,0-1-129,0-1 80,0 0 282</inkml:trace>
          <inkml:trace contextRef="#ctx0" brushRef="#br0" timeOffset="-10556">499 693 135,'0'0'3,"0"0"75,0 0 10,0 0 581,0 0-256,0 0-156,0 0-117,0 0-65,0 0 0,0 0-4,6 4-16,-3-3-10,0 0-25,3 2 3,0 2 41,4 0-41,-1 1-22,-3 0 12,3-1-13,-2 2 3,2 1-16,0 1 9,-3 0 2,1 2 4,-1 1-18,-3-1 16,-3 1-39,6 1-6,-6 0 6,0-1-13,0 2 3,-6-2-19,0 1 29,0-2-19,2-1-14,-2-2 17,0-2 16,6-2-91,-6-1 117,3 0 13,3-2 42,0-1 33,0 0 22,-3 0-2,3-4-82,0-2-10,0-3 39,0-2 36,0-1-33,0 1-41,0-1 5,3 0-9,3-1-29,-3 0 29,6-1-2,1-1-4,2 2-7,0-1 10,4 1 3,-4 0 0,1 2-2,2 0-31,-2 0 20,2 2 13,-6 1 32,4 1-6,-4 2-6,-3 1-17,1 2-3,-1-1 49,0 2-30,-3 0 7,-3 1-10,6 0 4,-6 0-7,0 0 19,3 0 6,4 0-38,-7 4-35,3-1 35,3 2 55,-6 1-42,6-1 0,-3 1-13,0 0-2,0 2-17,4-1 19,-4 1 3,3-2 18,-3 1-21,3 0 0,0-2-3,-2 1 3,2 0 0,0-2 11,0 0-11,0-2-13,4 0 12,-1-1-61,0-1 62,1 0 30,2 0-1,0 0 19,4 0 1,-4-1-23,4-3 6,-4-4-32,7 0 0,-4-2 2,-2-1 11,-1 0-10,-3 2-1,-2-1 14,-4 0 3,-3 3-19,0-1 23,0 2-46,0-1-16,-3 1 30,-10 3 9,4 0 0,0 0-7,-1 0-22,-2 2 10,-1 0 19,4 1-30,-6 0-31,-1 0 22,1 2 39,2 4 5,-2-1 12,5 2-14,-5 2-3,6 0 32,-4 1-22,1 3-7,3 0 13,2 0 4,1 2-17,3 0-3,-3-1 49,3 1-36,3-2-1,0 1-8,0 1 9,0-1-13,0 1 1,0-1 15,3 0-16,3 0-27,0-1-5,4-2 28,2-1-18,0-2 9,-2-1-13,5-1-38,1-1 63,-1-3 2,1 1 6,2-3-7,4 0-20,-3 0 1,2 0-62,-2-4-7,6-2-100,-7-1-95,-2-2-111,2-3-101,-2-2-69,-10 0 427</inkml:trace>
          <inkml:trace contextRef="#ctx0" brushRef="#br0" timeOffset="-7679">1323 223 18,'0'0'69,"0"0"-43,0 0-3,0 0 16,0 0 7,0 0 479,0 0-222,0 0-180,0 0-119,0 0 67,0-10 66,-3 10 0,3-1-46,0 1-33,0 0-2,0 0 12,0 0 3,-3 0 1,3 0-4,0 0-13,0 0-9,0 0-8,0 0-8,0 0-30,0 0-20,0 0-19,0 0-19,0 2 0,-3 4 58,0 1 32,3 2-32,0 0-23,-3 2 20,3-1-8,-3 1 11,3 0 120,0 1-97,0 0-23,0 1 19,0 0-19,3 0-16,0 1 16,0 1 23,0 1-7,0 1-16,3 2 0,-2-1 18,-1 2-18,0 0 0,0 0 20,0 1-20,0 1-16,3-1 16,-3 0-36,4 0 23,-4-3-16,3 0 29,-3 1 2,0-3-2,0 1-36,3-2 33,-6 0 3,7 0 0,-7-1 36,3-1-36,0-1 0,-3 0-20,3 0-1,0-3 20,-3 1-18,0 0 19,0-2 2,0 0-2,0-1-1,0-1-57,3 0 13,-3-3 6,0 0 36,0 0 3,0-2-32,0 1 9,0-1 4,0-1 19,0 0 0,0 0 32,0 0-3,0 0 10,0 0 7,0 0 2,0 0 4,0 0 0,0 0 0,0 0-10,0 0 0,0-5-29,0-1-13,0-2 0,0 0-48,0-2 48,0 0 10,0 2 52,3-2-32,-3 0-30,3-3-26,0 1 13,0 0 0,-3 0 13,4-1 23,2 0-7,-3 1-16,3 0-69,0-1 69,4 3-3,-4-2 3,3 3-29,0 1 29,1 0 0,-1 4 0,-3-1-23,3 2 1,4 2-4,-4 0-7,4 1 33,-1 0 0,0 0-27,7 0-22,-7 3-2,1 3 25,2 1-33,-5 2 40,2 3 19,-3 0 45,1 3 2,-1-1-47,-3 1-17,-3 2 14,7-2-26,-7 0 29,0 0 10,-3 1-10,0-2 0,0 0-17,-6 0 30,-4-1-15,1-1 4,-4 0 13,1-2-15,-3-1-3,2-2-10,-2-1 13,-4-1 47,0-1-5,1 0-29,-7-2 23,6-1-23,-2-1 3,2 0 0,4 0 4,2 0-1,1-1 7,-1-2-3,7-1 15,3-1-38,-3 1-2,6-2-105,0 0-71,0-1 81,0 0-128,6 1 46,3 0-159,1-2-275,-1 0 274,-3-1 231</inkml:trace>
          <inkml:trace contextRef="#ctx0" brushRef="#br0" timeOffset="-6634">1714 674 146,'0'0'52,"0"0"-23,0 0 89,0 0 605,0 0-329,0 0-150,0 0-91,0 0-56,0 0 4,12-3 12,-8 3-35,-1 0-29,0 0-30,3 0 10,0 0 4,0 0-24,1 0-9,-1 6 0,3-2 13,-3 2-9,4 2 25,-1-1-17,-3 3-11,0 1-2,-3-1-9,4 2-6,-4-1-46,0 1 60,0 0-30,-3 2 6,0 0 0,0 0 26,0-1-33,0 0-15,0-1 22,-3-3-88,0-1 92,0-1-4,-1-2 26,1-3 16,3 1-16,0-2 0,0-1 0,0 0 65,0 0 22,0 0 4,0 0-7,0 0-9,0 0-4,0-5-26,0-1-13,0-2-28,0-2 18,7-2-22,-4 0-18,3-2 5,3 0 13,-3-2-58,7 0 22,-4 0 36,7 0-16,-1 0-10,1 2 26,-4 1-2,3 3-1,1 0 2,-4 2-2,1 1-1,-4 1 3,3 2-12,-2-1 13,-4 2 49,0 1-27,-3 1 7,0 1-27,-3 0 1,0 0 10,0 0-10,3 0 0,-3 0-2,0 1-1,4 2-18,-1 2 18,0-1 24,-3 2-24,3-1-13,0 2 12,3-1-2,0 1 3,1 0 28,-4 2-28,3-1 0,0 0-1,-3 1-1,3-2 2,1 1 2,-1-3 8,-3 1 3,6-1-26,-6-2-7,3 0 17,4-2-30,-4 1-3,0-2 33,0 0-24,1 0 27,-1 0 13,3 0 58,-3 0-38,1-4-7,2-1-10,-3-1 0,0-1 0,4-1 13,-7 1-16,0-1 9,-3-1-9,3 1-13,-3 0-29,0 1 10,-3 0-42,-3 2 60,-4 1-80,1 1 78,3 1-1,-4-1-25,4 2-26,0 1 7,-3 0 45,-1 0-39,1 0 12,0 3-12,-1 2 40,1 2-17,-3 3 19,-1-1 13,4 2-13,0 3 0,3-2 2,-4-1 26,1 1-27,6 0 15,-3 0-14,3 1 16,-1-2-2,1 1-14,3 1 50,0-2-52,0 0 0,3 0-23,4-2 23,2 1 0,0-2 1,1 0 35,-4 0-33,9-1 10,-2 0 13,2 0-16,-2-2-10,2-3-4,1 2 1,2-2-23,1-2-6,-4 0-10,4 0 19,3 0-51,-7 0 19,4-5-20,-4 1-65,1-3-58,-1 0-140,-2-1-53,2-2-75,-6-1 23,1-1 394,-1-1-13</inkml:trace>
          <inkml:trace contextRef="#ctx0" brushRef="#br0" timeOffset="-5878">2623 750 46,'0'0'84,"0"0"-35,0 0 13,0 0 708,0 0-275,0 0-329,0 0-53,0 0 30,0 0 16,-28-14-84,24 11 35,-2-4-78,0 4-32,0-2 97,-3 1-42,-1 0-9,-2 0-45,3 2-2,-7-1 2,1 2 2,-1 1-3,1 0-3,-1 0-1,-3 0 4,4 2 21,-4 4-8,4 1 0,-4 1 3,7 2-16,-4-1 0,4 2 13,0-1-13,2 1-13,1 2 0,3-2 13,-4-1 0,10 1-29,-3-2 9,3 2-2,0-3 6,0 0-17,0 1 30,7-1 1,2 0-17,3-1 19,4 0 3,-1-4-3,4 1-13,-1-2-16,7-1 27,-6 0-15,6-1 16,-7 0-25,4-2-16,-3-5 40,2-1 2,-2-1 0,-1-1 11,-5-1-11,-1-2 0,4-1 28,-7-2-27,0 0 27,-2-3-15,-1-1-13,-3-2-1,-3-1-2,0-1-13,0-2-4,0 2-41,0-1 9,-6-1 39,-4-1-23,1 0 36,0 0 0,-1 1 42,1 2-42,-3 0 3,2 2 94,-2 0-29,0 0 6,2 3-54,-2 0 38,3 2-33,-1 3 66,4 2 80,0 2-130,0 2 27,3 4-42,3 1 57,0 3-3,-3 0-32,3 0-28,0 0-20,0 0-28,0 0-4,0 0-4,0 0-12,0 0-22,0 4-11,0 2 1,0 4 19,0 4 61,-4 3 34,4 5-34,0 1 33,0 1-30,0 3 10,0 0 18,0 2-29,0 0-4,0 4 4,4-2 5,-1 2-7,0-1-74,0-1 45,0 0-64,0-2 12,3 0-71,-6-2-32,3-1 41,0-1-110,-3-3-101,0-3-60,-3-3-199,-6-4 212,0-3 335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44:29.46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3EB00F3-5E90-4732-97FB-F3445968AB1A}" emma:medium="tactile" emma:mode="ink">
          <msink:context xmlns:msink="http://schemas.microsoft.com/ink/2010/main" type="inkDrawing" rotatedBoundingBox="13925,9471 17268,10193 17028,11301 13686,10579" shapeName="Other"/>
        </emma:interpretation>
      </emma:emma>
    </inkml:annotationXML>
    <inkml:trace contextRef="#ctx0" brushRef="#br0">512 3 29,'0'0'53,"0"0"5,0 0-35,0 0 26,0 0 0,0 0 456,0 0-228,0 0-133,0 0-50,0 7-9,0-7 32,0 0 20,0 0-14,0 0-19,0 0-16,0 0-7,-4 0-10,1 0-19,0 0-6,-3 2 25,3-1-42,-6 1-29,-1-1 2,-2 1 4,0 0-2,-4 1-4,-3-1-4,1 2 4,-1-1-6,-6 1 22,1 0-16,2 0 0,-3-1 0,3 0-8,-2 0 8,-1 0 3,6-1 13,-6 0-16,7-1 0,-4 1 1,7-1 28,-1-1-29,4 0-2,-1 0 2,4 0 0,0 0 18,2 0-18,1 0 0,0 2 3,3-2 16,0 0-16,0 0 0,0 0 10,3 0-12,-7 0-1,4 0-1,0 0 1,0 0 1,0 0 12,3 0 7,0 0 2,-3 0-2,3 1-1,0-1-17,0 0-1,0 0 2,0 0 9,0 1 8,0-1-4,0 0-13,0 1-3,0-1-21,0 1-31,0 0-3,3-1 7,-3 5 9,0-2 6,3 4 17,-3 2 0,3 1 16,-3 2 36,6 3-14,-6 0-19,4 2 10,-1 1-9,0 3 38,0 0-20,0 2 4,0-1-26,0 2 2,3-1 11,1 2-13,-4-2-3,0 1 2,6 0-12,-6-1 11,3 1-21,-3 1 21,1 0-17,-1-1-33,3 1 51,-3-1-2,0 0-20,0 0 39,0-3-42,0 1 17,-3-2 5,0 0-35,0-1 4,3-1 7,-3-2 27,0 0-73,0 0 74,4-1-26,-4-1 13,3 1 26,-3-1-22,0-1 10,3 0-1,-3-2 0,0 0-4,0 1 4,3-1-1,-3-1 2,0 0 2,3 0 29,-3 0-31,0-1-1,3-1-32,0-1-30,0 1 61,-3-1 1,3-2-3,0 1 3,1-2-23,-4 0 3,3-2 18,-3 1 1,3-1-12,-3 0 13,0 0 4,0 0-4,0-1-30,3-1-25,-3 2 3,3-2 26,0 0 26,-3 1 0,0-1 0,3 1-23,-3 0 23,3 1 19,0-2 0,0 2-15,1 1 18,-4-2-9,6 0-11,-3 1 0,0-1 14,0 2 3,0-2 14,-3 1-8,9 1-25,-5 0 0,-1-1-30,3 1 30,0-1 13,0 3-13,4-2 20,-4 1 9,3 1-16,0 0-11,1-2 21,-1 3-21,3-2 56,-2 1-55,5-1-3,-2 0 0,2 0 26,1-2-25,-1 2 31,4-2 10,-1 1-40,7 0 34,-6-2-20,2 0 0,-2 1-13,3-1 0,-1 1-2,-2 0 2,3 0-3,3 0 20,-4-1-20,4 0 25,-3 1-23,-1-1-1,1 0 2,3 0 39,-3-1-42,3 2-14,-1-1 14,1 1 32,3 0-6,-3-2-26,3 1-26,-3 0 20,9 0-7,-6 0 13,3 0-2,3 0 2,-3 0 13,0-1-13,0 0 3,0 0-16,0 0 10,0 1 3,0-1-36,-3 0 36,6 0 39,-6 0-39,3 0-13,0 0 0,0 0 12,0 0 1,3 0 16,0 0-14,0 0-2,0 0 23,-3 0-20,3 0-4,0 0 2,0 0-2,1 0 0,-4 0 1,3 0 0,-3-1 2,3 0-4,0 0-8,3 0 10,-6-1-26,6 1 26,-3 0 0,1 1 0,-1-2 17,0 2-17,3 0 0,0 0-3,-3 0 0,3 0-23,4 0 10,-7 0 15,0 0 1,0 0 0,-3 0 0,0 0 0,-3 0 14,0 0-12,3 0-4,-6 0 18,3 0-9,0 0-4,-1-2 10,1 0-11,-3 1 8,-3-1-10,3-2 0,-4 3-1,-2-2-26,0 1-15,-1 0 42,1-1 16,-4 0-14,-2-1 11,2 1 0,-6 0-12,4-1 0,-4 1 0,4 0 0,-7 0-1,3 1-2,-3 0 0,1-1 1,-4 0-12,6 2 13,-6 0-3,3 0-1,0 1-18,1-1 22,-4-1-1,6 1 1,-3 0-13,0 1 12,4-2-2,-4 1 2,3 0 1,-3 0 0,4-1 0,-4 1-2,3 0 2,1-1 0,-1 0 2,-3 1-2,3-1 1,-2 1 9,2 0-10,0-1-13,-3 1-45,4-1-10,-4-2 19,-3 2-58,3-1-16,0 0 12,-3 0-77,1 0-79,-4-3-117,0-1-207,-7-1 331</inkml:trace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4:34:35.08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Group>
    <inkml:annotationXML>
      <emma:emma xmlns:emma="http://www.w3.org/2003/04/emma" version="1.0">
        <emma:interpretation id="{458B9623-4397-4D6B-9BCE-39C38D391E32}" emma:medium="tactile" emma:mode="ink">
          <msink:context xmlns:msink="http://schemas.microsoft.com/ink/2010/main" type="writingRegion" rotatedBoundingBox="2126,6714 5090,6115 5263,6971 2300,7570"/>
        </emma:interpretation>
      </emma:emma>
    </inkml:annotationXML>
    <inkml:traceGroup>
      <inkml:annotationXML>
        <emma:emma xmlns:emma="http://www.w3.org/2003/04/emma" version="1.0">
          <emma:interpretation id="{920DDC26-184D-44C4-A4C4-514D08A07908}" emma:medium="tactile" emma:mode="ink">
            <msink:context xmlns:msink="http://schemas.microsoft.com/ink/2010/main" type="paragraph" rotatedBoundingBox="2126,6714 5090,6115 5263,6971 2300,757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9E67320-AE44-4087-8CFC-E607BF407D15}" emma:medium="tactile" emma:mode="ink">
              <msink:context xmlns:msink="http://schemas.microsoft.com/ink/2010/main" type="line" rotatedBoundingBox="2126,6714 5090,6115 5263,6971 2300,7570"/>
            </emma:interpretation>
          </emma:emma>
        </inkml:annotationXML>
        <inkml:traceGroup>
          <inkml:annotationXML>
            <emma:emma xmlns:emma="http://www.w3.org/2003/04/emma" version="1.0">
              <emma:interpretation id="{102952B2-E85B-4F17-BA49-39BD801003BE}" emma:medium="tactile" emma:mode="ink">
                <msink:context xmlns:msink="http://schemas.microsoft.com/ink/2010/main" type="inkWord" rotatedBoundingBox="2126,6714 5090,6115 5263,6971 2300,7570"/>
              </emma:interpretation>
              <emma:one-of disjunction-type="recognition" id="oneOf0">
                <emma:interpretation id="interp0" emma:lang="en-US" emma:confidence="0">
                  <emma:literal>Experiments</emma:literal>
                </emma:interpretation>
                <emma:interpretation id="interp1" emma:lang="en-US" emma:confidence="0">
                  <emma:literal>I *primeness</emma:literal>
                </emma:interpretation>
                <emma:interpretation id="interp2" emma:lang="en-US" emma:confidence="0">
                  <emma:literal>Experiments •</emma:literal>
                </emma:interpretation>
                <emma:interpretation id="interp3" emma:lang="en-US" emma:confidence="0">
                  <emma:literal>I *pediments</emma:literal>
                </emma:interpretation>
                <emma:interpretation id="interp4" emma:lang="en-US" emma:confidence="0">
                  <emma:literal>Experiment •</emma:literal>
                </emma:interpretation>
              </emma:one-of>
            </emma:emma>
          </inkml:annotationXML>
          <inkml:trace contextRef="#ctx0" brushRef="#br0">2195 6788 36,'0'0'75,"0"0"-52,0 0 0,0 0 19,0 0-19,0 0 9,0 0-2,0 0 149,0 0 62,0 0-120,5-5-56,-5 3 0,2 2 10,-2-1 13,2-1 10,-2 2-23,0-1-30,0-1-22,0 1 117,0 0-36,0 0-101,0 0 53,0 1 25,0-1-3,0 1-36,0-2 26,0 2-12,0-2-17,0 1-4,0 0 33,0 0-6,0 1 3,0 0-10,0-1-13,0 1-3,2 0-4,-2-1 4,0 1 6,0-1 0,0 1-9,0 0-7,0 0 0,0 0 10,0 0-4,2 0 4,-2 0-4,0 0 4,0 0-10,0 1-16,0 1 0,0-2-10,0 1 19,0-1-20,0 0-2,0 1 0,0-1-3,0 0-10,0 1 0,0-1-6,0 0-7,0 1-3,0 0-6,0-1 3,0 3 6,0 0 13,0 1 13,2 1 1,-2 0 22,0 2-1,4-1-7,-4 1-14,0-1 8,2 0-9,-2 1-3,2 0 3,-2 0 1,2 2 31,-2 1-31,2 0 0,-2-1 0,0 1-2,4-1-1,-4 1 0,0-2-8,2 1 9,-2 0 1,3-2-1,-3 1-12,2-3 11,-2 2 2,2-1-1,-2-1 0,0-1 1,0-1-3,0 0-10,0-1 12,0 0 1,2-2-1,-2 0 1,0 2-1,0-2-2,0 0 0,0 0-10,0 0 1,0 0 9,0 0 0,0 0 0,0 0 2,0 0 1,0 0 2,0 0 14,0 0-13,0 0 1,0 0 8,0 0-8,0 0-2,0 0-2,0 0 1,0 0 1,0 0 11,0 0-10,0 0 0,0 0 10,0 0-10,0 0 10,2 0-11,-2 0 2,0 0-1,0 0-1,2 0-2,-2 0-3,0 0-13,2 0-4,-2 0-2,2 0-4,2 0 0,0 0 10,5 0 16,1 0 32,2 0-19,3 0 0,1-2-10,-1 2-2,1-1-1,1-1-32,1-1 16,-1 1-10,2-1-6,-1 0 13,-1 1-20,-5 0-74,3 1 52,-3-2 32,-2 2-4,1 0-22,-5 0-45,-4 0-27,0 1 17,-2 0-23,0 0-43,0 0-9,-4 0 6,-2 1 3,-5 0-55,-1-1-301,-3 0 268,-3 0 174</inkml:trace>
          <inkml:trace contextRef="#ctx0" brushRef="#br0" timeOffset="434">2195 6888 98,'0'0'85,"0"0"-40,0 0 1,0 0 466,0 0-157,0 0-114,0 0-111,0 0-39,0 0 4,0 0-1,2 0-10,-2 0-6,3 0-13,1 0-7,2 0 1,-2 0-1,4 0 20,3 0-17,-1 0-2,0 0-33,3 0-1,-1 0 1,3 0-25,-3-2 15,5 0-16,-5 0-12,2-1-27,1 0-3,-3 0-81,-1 0 6,-3 0-13,0 1-29,-4 1-49,0 0-42,-4 0-73,0 0-77,0 0 18,-6-2 167,-2 0 129</inkml:trace>
          <inkml:trace contextRef="#ctx0" brushRef="#br0" timeOffset="756">2133 6739 324,'0'0'140,"0"0"46,0 0 283,0 0-224,0 0-76,0 0-10,0 0 10,0 0 0,0 0-23,0 0-43,-2-4-31,2 4-37,2 0-6,0-1-9,1 0-17,1 1 13,2-3-16,2 1 0,2 0-1,5-2 0,1 0-12,5 1 0,-2-1 11,3 0-11,1 0-10,-2 1-61,0 0-13,-1 0-49,-3 2-52,-3 0-23,1 1-85,-7 0-55,-2 0-161,-4 0 222,0 1 196</inkml:trace>
          <inkml:trace contextRef="#ctx0" brushRef="#br0" timeOffset="1166">2458 6806 64,'0'0'118,"0"0"-60,0 0 203,0 0 388,0 0-278,0 0-147,0 0-78,0 0-29,0 0-10,16-3 7,-16 2-20,3 1-13,-1 0-36,2 0-23,0 0 1,2 0 9,2 0 7,3 0-7,-3 4-3,2-2 36,3 1-33,-1 1-30,0 1 14,1 0-3,1 0 3,3 0-16,-3 1-3,3 0-10,-5 0-3,3 0-19,-3 0 9,1 0-19,-3-1 16,-4 0-39,2-1-13,-3 1-6,-1-2-26,-2 1-20,0 0 9,0-2-31,-2-1-66,0 1 38,0-1-136,0-1-33,0 0-88,-6 0 248</inkml:trace>
          <inkml:trace contextRef="#ctx0" brushRef="#br0" timeOffset="1468">2669 6789 109,'0'0'143,"0"0"496,0 0-163,0 0-229,0 0-97,0 0 2,0 0 24,0 0-31,0 0-18,0 0-50,2 1-25,-4 0-7,2 1-16,-2 1-18,0 1-9,2 2 12,-4 2 15,1 1 16,-1 2-22,0 1 12,0 1-9,0 1-24,-2 1-2,2-1-22,-3 0-7,-1 1-13,2-2-32,0-1-39,-1-1 22,5-1-22,-2-2-36,4-2 6,-2 0-81,2-4-85,0 0-101,0-2-145,0 0 252,2-4 147</inkml:trace>
          <inkml:trace contextRef="#ctx0" brushRef="#br0" timeOffset="1920">2747 6712 360,'0'0'55,"0"0"685,0 0-346,0 0-222,0 0 20,0 0 68,0 0 8,0 0-29,0 0-49,11-22-52,-11 22-16,0 0-7,0 0 3,0 1-7,0 1-32,-2 1-45,2 0-34,0 0-35,0-1-34,0 3-14,0 1 70,0 4 13,4 3 32,2 3-3,2 3-4,-2 3-3,3 1 7,-3 5-26,2 0 4,-2 5-4,1 0 10,-1 3-13,0 1-11,0 1-8,0-3 0,-2 3 6,3-3 10,-3-1-12,-2 0 15,2-5 0,2 0-32,-4-4 16,2-2 13,1 0-51,-1-4-19,-2-3 18,0 0-47,0-3 41,0-2-61,-2-3-3,0-2 3,0-2-17,0-2-3,-2-1-23,-2-1 39,0 0 64,-1-4 0,-3-4-165,-2-3-121,0-4-33,-3-4-163,1-4 149,1-4 281</inkml:trace>
          <inkml:trace contextRef="#ctx0" brushRef="#br0" timeOffset="3247">2720 6901 313,'0'0'346,"0"0"234,0 0-388,0 0-69,0 0 17,0 0 75,0 0-21,0 0-22,0 0-29,0 0-24,-4-20-32,4 18-22,4 0-1,1-2-45,1 1-19,2-3-45,4 1 10,3-2 0,4-2 5,1 2 29,3 2-21,2-1-14,-3 3-51,1 1 22,-2 0 43,2 2-53,-5 0-15,-3 0-11,1 4 4,-5 2-4,-5 0-48,-2 1 32,-4 1 39,0 2 36,-2 1 42,-6-1 0,-7 2 55,1 0-32,-5 1-23,0-2 32,1 0-16,1-1 27,-1-3-21,3 0 4,3-2 4,1-1 22,3-1-20,2-1-3,4-1 7,0-1 0,2 0 35,0 0 20,0 0 9,0 0-28,4 0-33,0-3-39,2 0-15,-2-1-4,3-1 0,-1 0-98,0-1 59,4-1 16,1 0 16,1 0 22,3-1-15,-3 0 19,5 1-2,-3-1 1,1-1-2,-1 1-55,0-1 29,1 1 27,-3 1-17,-1-1 19,1 0 13,-6 1-11,3 0 24,-3-1-3,0 1 3,-4 0 29,-2 1 10,0 0-3,0 1 28,0 3-44,0-2-14,-2 3 36,-2 0 39,2 1-33,0 0-10,0 0-19,0 0-16,-1 0-25,3 0-2,-2 2-2,-2 0-39,2 3-3,-2 2 26,-2 2-6,-2 2 19,-1 0 2,5 1 1,-2 3 26,4-3-26,-2 1 13,4 1 6,0-2-19,0 1-13,0-2 13,0 1 3,2-3-3,2 0-20,2 0 18,-2-3-23,5 0 24,-1-2 1,0-1 0,2-1 1,1-2 29,3 0-27,1 0-1,1-3-2,-1-2-42,1-3 13,3 0-13,-3-2-13,1 0 16,-5-1 13,3 1 26,-5-2 0,1 0 17,-3-1 2,0-1 20,-4 0-39,-2 0-20,-2 0-48,0-1 33,0 4-82,0 0 62,0 3 49,-6 0 6,2 3 58,2 0-32,2 3-13,-2-1-13,2 3 49,0-1 15,0 1-12,0 0-26,0 0-26,0 0-11,0 0-15,0 0-13,0 0-3,0 1-35,4 4 51,4 2 26,-2 0 26,3 2 22,-1 1-28,2-1-7,1 0 29,-3-1-16,2 1-26,-4-1 19,5 2-17,-3-1 17,2 2 7,1-1-3,-3 0-11,0 0-12,0-1-18,1-1 18,-3 0 4,0-1 9,0-2-12,-2-1 12,3 0-11,-3-1-2,0-1-1,0 0-15,0-1-33,0-1-19,0 0 16,3 0 20,-1-2-49,2-3-9,0-1-11,1-1-22,1 0-40,0-3-74,-1 1-33,-1-1-69,-2-2 39,0 1 43,-2-1 74,-1 0 69,-1 1 78,-2 0 36,0 0 10,0 2 48,-2 2 105,-3 1-94,-1 1 449,2 2-26,2 0-160,-2 2-105,0 0-84,2 1 10,2 0 15,-4 0-42,4 0-23,0 0-35,0 0-39,0 0-17,0 1-12,0 1-23,0 3 23,0 1 52,4 2 48,-4 0-52,4 2-26,-2 0 4,2-1-7,0 1 0,2 0-3,-2 1-13,5 0 0,-3 1 23,0-1-25,2-1-1,1 1-33,-5-2 5,4 0-11,-2-2-6,0-1-48,-3 0 3,3-1-42,-6-2-24,2-1 1,0-1-124,-2-1-114,0 0-53,0-1-13,0-5-63,-4-2 360</inkml:trace>
          <inkml:trace contextRef="#ctx0" brushRef="#br0" timeOffset="3450">3473 6631 190,'0'0'274,"0"0"752,0 0-817,0 0-115,0 0-49,0 0 63,0 0 38,0 0-20,0 0-103,0 0-23,0 0-94,-8 3-33,10 1 101,2 3-9,0 0-121,6 3-13,-1 0-95,1 2-81,0-2-203,3 2 196,-3-1 228</inkml:trace>
          <inkml:trace contextRef="#ctx0" brushRef="#br0" timeOffset="4455">3667 6845 70,'0'0'205,"0"0"-19,0 0 580,0 0-353,0 0-176,0 0-48,0 0-11,0 0-13,0 0-52,0 0-48,0 1-35,2 0-30,0 0-42,-2 2-16,2 0 31,3 2 27,-1 1 16,0 1 6,2 1-9,0 0-10,0 0-3,1-1 0,-3 1-17,2-1-2,-2 0-13,0 0-20,0-1-19,-2-3-13,3 1 16,-5-3 29,0-1 39,0 0 43,0 0 35,2 0-30,0 0-6,-2-2 10,0-3-20,0-1-9,0-3-36,0-1 26,0 0 32,0-1-12,0 1-32,0-2-1,-2 0-39,0 2 13,2 0 13,0 3-3,0 1 16,0 2-26,0 0 25,0 3 1,4 0-16,-4 0-10,2 1-6,-2 0-17,0 0-25,2 1-30,2 3 104,0 1 29,0 1-29,2 1-5,1-1 4,-1 2 0,-2 0-16,0 0-57,0 0 58,2 0-1,-1-1-25,-1-1-23,-2 0-42,0-1 52,-2-3 55,2 1 1,0-3 1,-2 0 63,0 0 42,2 0 0,-2 0 4,2-3 5,-2-3-54,2 0-62,-2-2-3,2 0 3,0-3 62,0 0-59,0 0-3,3 0-13,-1-3-45,0 2 13,2 1 6,0 0-23,0 2-6,1 2 23,1 1 16,-2 3 15,0 1 14,1 0 29,-1 2-26,-2 0 10,2 0 26,-4 1 23,2 2-27,0 3-34,3 0-1,-3 1-2,0 1 1,2 1 1,-2 1 16,0 0 4,3 0 9,-3 0-10,0 1-19,0-1 1,2 0-1,0 0 3,1-2 14,-1-1-4,0 0-11,0-2-2,0-2-39,1-2 26,-1-1-13,2 0 26,-2 0-13,0-3-3,7-1-3,-7-3-30,4-1-6,1 0 3,-3-2 52,0 0 0,-2-1 16,-1-3-13,-3-1 4,-2 0-7,0-2-36,0 0-74,0 0 84,-7 1-10,3 4 36,-4 3 2,2 1 63,0 4-16,1 2 68,1 0-117,0 2 48,2 0-2,-2 0 2,2 2 1,-2 2-33,-2 3 3,-1 1 4,5 2 3,0 1 6,-2 1 36,4 0-45,0 0 41,0 0-28,4 0-34,0-1-1,5 1 6,-3-1-7,2-1-4,2 0-12,1-2-6,-1 0-33,0-2-7,3-2 27,-1-1-40,1-2 46,-1-1-42,-2 0-88,5 0 20,-1-2-46,-1-4-59,1-1-62,-3-2-66,1-1-78,-2-1 232,-1-2 58</inkml:trace>
          <inkml:trace contextRef="#ctx0" brushRef="#br0" timeOffset="4964">4221 6654 68,'0'0'565,"0"0"135,0 0-417,0 0-136,0 0 5,0 0 23,0 0-16,0 0-75,0 0-48,-6 13 67,6-6 10,4 1-19,-2 1-46,0 0-35,4 0 3,-1 0-14,-1 1 2,2 0-4,2 1 2,-2 0-5,1-1 3,3 1-4,-4-2-25,0 0-28,1-1 2,-3-1-49,2-1 27,-2-1 25,-2-1-42,2-2 13,-4-1-10,0 0-9,0-1 53,0 0 47,0 0 59,0 0 15,0-1-25,0-4-32,0-2-14,0-2 20,0-1 3,-4-3 94,2 0-73,0-2-47,0 0 0,-4-2-1,6 2-2,0 1-23,0 1-6,0 2 32,0 4 31,0 0-29,0 3 44,2 1-14,0 1-30,0 2-2,-2 0-2,0 0-11,2 0-6,0 0 12,-2 5 7,6 1 62,0 1-20,-1 1-26,1-1-14,2 1-1,-2 1 12,2 0-13,1 1-3,-1 0 2,0-1-19,1-1-15,-1 0-20,2-1-16,-6-2-23,5 0-4,-1-1-9,-4-2-16,2 0-62,0-2-7,1 0-85,1 0 1,0-6-178,2-3 135,-1-1 95</inkml:trace>
          <inkml:trace contextRef="#ctx0" brushRef="#br0" timeOffset="5280">4370 6365 1174,'0'0'728,"0"0"-423,0 0-227,0 0-49,0 0 94,0 0 151,0 0 28,0 0-49,0 0-100,0 0-64,-66-47-29,66 47-9,0 0-7,0 0-21,0 0-23,0 2-41,4 2-28,2 3 24,0 1 31,5 5 14,1 2 3,1 3 9,1 1 6,0 4-17,1 0 14,1 1-15,1 2-57,0 1-16,-1-1 0,-1 2-48,-1 0-10,-4-2 9,1 0-55,-3-2-3,0-3 18,-2-1-9,-1-2 22,-1-3-49,-2-2-111,0-1-6,-2-4-76,0-3-101,0-3 192,0-2 185</inkml:trace>
          <inkml:trace contextRef="#ctx0" brushRef="#br0" timeOffset="5867">4366 6604 348,'0'0'59,"0"0"514,0 0-78,0 0-241,0 0-75,0 0-20,0 0 9,0 0-12,0 0-43,0 0-45,33-21-68,-23 13-52,7 0 16,-1-1 7,3-2 13,-2 2 14,3-2-76,-1 1-25,-1-1 80,3-1-45,2-1 52,-3 0 13,1 1-14,-2 0 17,-7 2 3,-2 4 9,-3 2 14,-5 2 36,-2 2 32,0 0-13,0 0-13,-6 0-20,3 3-16,-3-1-32,2 0-39,-4 2-10,0 1-3,-3 1 23,-3 3 7,1 3-8,1 0 27,2 0-10,3 1-13,-1-2 26,0 1 1,6-1-1,-2-1 13,-2 1 4,3-2 2,3 0-6,0-1-13,0-2-2,0 0-21,5-1 7,-1-2 0,2 1 0,4-1 13,-1 0 3,1-2 0,4 0 10,1 0-10,-1-1-71,3 0 42,-3 0 16,1 1-29,-3 0 0,-2-1-1,3 2 4,-3-1 13,1 2 4,-5 0-4,2 1-7,-4 1 1,0 0-10,-2 2 41,-2-1 1,0 2 19,0 0-6,-2 2 45,-4 0-25,0-1-4,-2 1 0,-1-1-28,-1 1 29,-2-3 2,1 0-9,-1 0-7,2 0 13,-3-4-29,5 1-13,0-3-87,-1-1-69,3 0-75,2 0-169,0-5-321,2-4 356</inkml:trace>
          <inkml:trace contextRef="#ctx0" brushRef="#br0" timeOffset="6731">4794 6446 214,'0'0'815,"0"0"-232,0 0-352,0 0-134,0 0-6,0 0 65,0 0 44,0 0-32,0 0-124,0 0-44,54-28 0,-42 20 2,-2 0 30,-1-2 10,1 2-10,0-3 16,-2 3 13,1-4-19,1 1-22,-2-2-1,5-3-19,1-1-16,1-1-71,-1 0-48,-1 1 106,-3 2-13,-4 2 55,0 2-13,-4 3 1,3 1-1,-3 1 1,0 1 20,-2 0-21,0 0 2,0 2 15,0-1 34,0 1 7,0 0-35,0 1-23,-2-1 0,-3 3 0,3-1 2,-2-1-2,2 1-3,-2 0-30,4 0 1,-4 0 0,4 1 32,-4-1 16,4 1 0,-2 0-15,0 0-1,0 0 0,-1 0 0,-1 0 26,2 0-26,-2 0-14,-2 0-9,4 0-2,-4 1-4,4 1 6,-5 2 0,1 0 7,-2 2 13,0 0 1,1-1-1,-3 2 0,4-1 3,-2 1 0,-1-1 3,3 1-3,0-1-1,-2 1 0,-1-1-2,5 0 3,-4 1 4,4-2-2,-2-1-2,2-1-1,4-1 1,-5-1 0,5-1-1,0 0-1,0 0-18,0 0-9,0 0 3,0 0 0,0 0 14,3 0 10,-1 0 2,2-1 36,2-3 3,0-1-17,2-1-22,3-2-80,1-2 15,1-1 42,-1 1 1,2-1-4,1 0-16,-1 2 19,-1 0 20,1 1-13,1 1-1,-5 2 17,2 0 45,-1 2-13,-3 0-3,0 1-28,-1 1 35,-1 1 9,0 0 7,-2 0-17,-2 0-3,2 0-32,-4 0-3,2 3-10,0 0-3,0 0 16,-2 1 13,0 1 3,5 2-3,-3 1 29,-2 0 7,2 1 2,0 1-15,-2 1-23,0 0-1,0 2 11,0 0-23,0 1-32,0 1-17,-4 0 17,-3 1-58,1 1-46,-4-3-71,-2 2-156,1-3-187,-5-2-522,-1-4 823</inkml:trace>
        </inkml:traceGroup>
      </inkml:traceGroup>
    </inkml:traceGroup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4:35:09.44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13627 17649 47,'0'0'3,"0"0"36,0 0-38,0 0 81,0 0-43,0 0-16,0 0-10,0 0-10,0 0 0,0 0 17,0 0-1,0 0 1,0 0 215,0 0-4,0 0-78,0 0-97,0 0-27,0 0 27,0 0 51,0 0 27,0 0-34,0 0-28,0 0-17,0 0-6,0 0 6,0 0 7,0 0-7,0 0-6,0 0 0,0 0-4,0 0 1,0 0 3,0 0-4,0 0 0,0 0 7,0 0 0,0 0 0,0 0 3,0 0 3,0 0-6,0 0 3,0 0-7,0 0-6,0 1 4,0 0-11,2 1-6,0-1-13,0 0 16,2 0 4,0 1 6,4-1-20,-1-1 7,1 2-16,-2-2-10,4 0 10,-1 0-2,1 0-11,0 0-16,1 0 3,1-2 12,2-1-2,1 0 2,1 0 1,1-1 0,2 0 2,1 0-2,-1-1-1,2 1-3,1-1 3,-1 1 1,-2-1 0,3 1-3,-1-1-8,-2 1 11,3 0 1,-3 1-1,0-1-2,-1 1 2,1 1-1,1-1 1,-3 0-1,2 0-16,-1 0 17,-1 1 1,1-2 14,-1 2-15,1-1-2,-1 1 0,0 0 1,-1-1 0,1 1-2,-1 1 3,-3-2-3,3 1 0,1-1 3,-5 1 1,2 0-1,1-1-1,-5 1-1,1 1-11,-1-2 11,-2 1 2,1 1-1,-1-1-12,-4 0 13,2 1 0,-2 1 0,-2-1 0,2 1 0,-1 0 0,-3-1 0,0 1 0,0 0 0,0 0-2,0 0 0,0 0-2,0 0-12,0 0-3,0 0-10,0 0-16,0 0-16,0 0-1,0 0-18,0 0-14,0 0-16,0 0 16,-3 0 16,1 0-6,0 0-46,2 0-39,-6 0-69,2 0-71,-2 1-89,0-1-74,-1 0 289,-1 0 137,0 0-9</inkml:trace>
  <inkml:trace contextRef="#ctx0" brushRef="#br0" timeOffset="491">14346 17466 232,'0'0'68,"0"0"-6,0 0-7,0 0 562,0 0-184,0 0-202,0 0-118,0 0-12,0 0 19,0 0 16,0 0-16,0 0-23,16 0-19,-16 0-1,0 0-9,5 0-3,1 0-1,-2 0-16,2 2-12,0-1-4,3 0-3,1 2 6,-2-1-6,0 0-7,3 1-18,1 0 12,-1-1-15,-1 1 0,2 0-1,-1-1 0,1 2-3,-2-1 1,3 0 2,-5 0 0,0 0-13,-1 0 12,-3 0-3,2 1-15,-6-3 3,2 3-22,0-1-4,-2 1-13,0 1 20,0 0 34,0 2-15,0 0 16,-4 1 0,-4 1-21,-1 0 20,-3 1-2,2 1-7,-3-2-3,1 0 0,-1-1-58,3-1-16,-2-1-39,1 0-13,3 0-33,-2-1-42,3-2-98,1-1-176,0 0-249,2-2 512,4 0 112</inkml:trace>
  <inkml:trace contextRef="#ctx0" brushRef="#br0" timeOffset="1381">14685 17431 337,'0'0'1,"0"0"73,0 0 386,0 0-34,0 0-159,0 0-88,0 0-39,0 0-7,0 0 3,0 0-10,0 0-28,0 0-21,0 0-9,-4 11 3,8-10 7,2 1 12,0-1-26,3 0-29,1 0 1,2-1-1,3 0 0,3 0 10,1-2-19,2-3-13,4-1-10,1-2 19,-3-1-22,4 0 0,-2-1-2,2 2 2,-3-2-16,1 2-25,-2-1-27,-4 1-31,-3 3-1,-1 1 3,-9 1-38,0 2-69,-6 1-75,0 0-159,-2 2-21,-6 2 117,-3 1-148,-1 0 288,-3 1 99</inkml:trace>
  <inkml:trace contextRef="#ctx0" brushRef="#br0" timeOffset="1744">14890 17433 130,'0'0'111,"0"0"-36,0 0-19,0 0-7,0 0 1019,0 0-746,0 0-163,0 0-35,0 0 34,0 0 37,0 0-11,0 0-30,0 0-31,2 0-37,-2 2-41,0-2-3,0 1-7,4 1 16,0 1-19,0 1 22,2 3-9,0 0-13,3 1-19,-3 2 3,2 1-15,0 0 11,-1 2-8,-1 0 10,-2 2-14,2 1 0,-2 1-1,-2 2 1,3 0-2,-5 0-8,0 0-32,0-1 23,0-1-13,0-1 7,0-2-58,0-1 44,0-3-18,2-2-4,0-4-48,0 0-17,0-2-19,2-2-58,0 0-30,2 0 45,-2-1-82,3-5-205,-3-1-170,0-1 146,0-1 378</inkml:trace>
  <inkml:trace contextRef="#ctx0" brushRef="#br0" timeOffset="2244">15084 17624 71,'0'0'277,"0"0"716,0 0-782,0 0-42,0 0 56,0 0 18,0 0-55,0 0-17,0 0-29,0 0-39,62-45-13,-52 41 0,3 2-10,-3-1-26,0 3-6,-1 0-12,1 0-24,-2 0-11,-2 3 1,3 2-2,-3 2 2,2 1-1,-4 2 2,0 1-1,1 1-2,-5-1-27,0 1-17,0-2 8,0 1-12,0 1-9,0-2 53,-5 0-47,3-1 19,0-2 3,-2-1-16,4-3 16,-2-1-3,2-1 29,-2-1 3,2 0 71,0 0-4,-2-4-65,0-3 9,2-1-9,-2-2 11,2-1-13,0-2-23,0 1 4,0 0 0,4-1 19,0 1-19,0 0 15,2 0-25,1 1 10,-1 3-7,2 0 10,-2 1-6,-2 3 20,3 0-15,-1 2-12,-2 1 4,0 0-4,-2 1-52,0 0-48,2 0-39,-4 3-24,2 1-15,0 1-53,-2 2-144,3 0-82,-3 0-39,0-1 366,2 1 125</inkml:trace>
  <inkml:trace contextRef="#ctx0" brushRef="#br0" timeOffset="3182">15609 17628 251,'0'0'69,"0"0"-30,0 0 662,0 0-210,0 0-221,0 0-88,0 0-30,0 0 13,0 0 20,0 0-30,0 0-49,6-42-9,-10 39-4,2-1 3,-2 0-13,0 2-32,0-1-25,-1 1 9,1 1-6,0 1-17,-2 0-12,0 0 0,0 0-12,-5 0-1,5 2 10,-4 2-13,1 2 0,1 0 3,-2 0 10,4 2-13,-3 1 16,-1 0-1,4 0-2,0 0-1,-3 1 1,5 0 0,-2-1-10,4 1 11,-2 0-17,2-1-48,2-1 3,0 0-10,0-1 3,0-1-6,0-2-23,4 0-3,2-2-7,-2 1 26,4-3 36,-1 0-11,3 0 1,-2 0 3,1-5-23,1-1-48,-2-1-1,2-1 13,-1-1 17,-1 0 9,2 0 46,-3 0 35,-1-1-9,0 0 14,0-2 2,-2 2 22,2-1-9,-1 0-9,-3 1-1,2 2 39,-2 2 7,0 1 45,0 2 20,-2 3 16,0 0-13,0 0-49,0 0-23,0 0-3,0 2 39,0 3 42,0 1-10,0 2-32,0 2-39,2-2 6,0 2-19,0-1 4,-2-1-14,4 0-16,-2 0-1,3-1 1,1 0-2,0 0 3,0-1-4,4 0-1,-3-1-3,3-1 3,-2 0-28,1-1-6,1-2 19,0-1-10,1 0 10,1 0 15,0 0-31,-1-5-20,1-1-6,1-1 16,-3-3 3,0-1 0,-2 2 38,3-2 1,-3-1 13,-2 0 10,0-1-10,-1-1 9,-1 0-18,-4 1 12,2 0-14,-2 2 33,0 0-33,0 3 1,0-1 13,-2 5 6,0 1 17,0 1 26,0 2-20,2 0-3,-3 0-23,3 0-17,0 0 1,0 0 13,0 2-15,0 2 16,0 2 24,0 1 4,0 1 7,0 2-14,3 0 1,-1 0-7,2 1-16,-4-2-14,4 2 27,0-1-10,0 0-16,0-2-2,2-1 0,-1-1-1,1-1-30,0-1-24,-2 0 12,2-1 1,1-1-20,-1-2-39,-2 0-3,2 0-26,0 0-52,0-3-58,3-2-148,-3-1-215,-2-1-173,-2-4 422,2 4 298</inkml:trace>
  <inkml:trace contextRef="#ctx0" brushRef="#br0" timeOffset="3426">15809 17323 213,'0'0'417,"0"0"587,0 0-780,0 0-91,0 0 3,0 0 4,0 0-14,0 0-52,0 0-74,0 0-6,0 0-23,9-5 9,-7 5 4,4 0 3,-4 0-71,0 0-111,0 1-116,-2 2-216,0 0-462,0-1 751,-23-6 199</inkml:trace>
  <inkml:trace contextRef="#ctx0" brushRef="#br0" timeOffset="3879">15989 17265 7,'0'0'179,"0"0"20,0 0 228,0 0 195,0 0-264,0 0-124,0 0 5,0 0 14,0 0-11,0 0-53,0 0-51,0 0-29,21-19-13,-19 19-1,-2 1-18,0-1-14,0 1-9,2 0-13,-2 2-25,2 0-16,0 4 47,2 1 7,1 3-16,-1 2 9,0 2-19,0 0-6,2 3-3,-2 1-16,0 0 19,1 2-18,-1 0-3,0 1 0,-2 1-1,2 0-16,-2 1-22,-2-1 4,0-1-1,0-1-12,2-3 25,0-3 20,0-1-43,0-3 1,0-4-19,3-1 3,-3-2-20,0-3-6,0-1 16,4 0 29,0 0 5,0 0-24,1-3-11,3-1-12,-2-2-49,0-1-51,3-1-75,-5-1 31,4 0-159,-4-2-138,1 0-177,-7 0 203,4-1 416</inkml:trace>
  <inkml:trace contextRef="#ctx0" brushRef="#br0" timeOffset="4114">16006 17436 277,'0'0'111,"0"0"411,0 0-37,0 0-280,0 0-39,0 0 45,0 0 6,0 0-36,0 0-90,0 0-43,27 4-22,-17-4-3,2 0-23,3-4-26,-1 1-84,3-2-55,-1 0-94,3-1-206,-4 0-515,-3 1 510</inkml:trace>
  <inkml:trace contextRef="#ctx0" brushRef="#br0" timeOffset="5579">16595 17408 178,'0'0'101,"0"0"-35,0 0 2,0 0 512,0 0-267,0 0-160,0 0-36,0 0-13,0 0 23,0 0 6,0 0-42,0 0-33,0 0-15,35-39-8,-35 39-9,2 0-23,-2 0-3,2 0-11,0 0 11,0 4 50,3 2 15,-1 0 22,0 2-15,0 2-11,0 1 20,0 1-33,2 2-9,-1 0-8,-3 1-30,4 1 17,-2 0-18,0 0 3,0 0-2,0 0 2,0 0-3,1 0 3,-3 0-3,2-2 16,-2-2-15,0 0-1,2-3 0,-4-1-13,2-2-13,0-2 4,-2-3-14,2 1-19,-2-2 4,0 0 2,2 0 7,-2 0 20,0 0 22,0 0 12,0 0-12,0-4-42,0-3 14,-2-1 27,0-1-28,-2-2 4,-2-1-24,0-3 26,2 1-6,-5-2 29,1 1-2,0-2-50,-1 0 20,1 0 19,0 0 13,0 0 0,1-1 0,1 1 0,2 0 0,-2 1 0,4 2 32,0 1-9,2 1 3,0-1 6,0 1 10,6-1-16,4 2-13,-3 0 3,5 1 10,0 2-26,1 1-1,-1 0 1,5 2 0,-3-1 0,1 1-13,1 1 12,3 1 1,-5 0-2,3 2 2,-5 0-26,1 1 3,-1 1-2,-4 5-5,5 3 1,-7 3 26,-2 1 2,0 1 1,-4 2 0,0 2 3,0-1-2,-4-1-1,-4 1-2,-1-1 2,-1-1 0,0 0 1,-3-2 0,1 0 1,-5-3 20,5 0-22,-2 0-17,-5-2 17,7-1 2,-3-1-2,3-2 0,-1 0-20,1-2 17,4-1 2,-3 0-21,5-1 9,0 0-7,2 0 20,2 0 0,2 0 26,0 0-26,0 0-34,0 0 2,0 0 13,2 0 6,2 0-25,2 0 38,0 3 61,5 1 17,-3 2 16,2 0-13,3 2 3,-1 2-13,0-1-13,3 2-25,-1 1 9,3-1-20,-1 1 7,3-1-16,0 0-11,-1 0-1,-1 0 0,1-1 1,-3 1 0,-1-1-1,1-1 1,-3 0-2,-1-1-14,-1-2-2,-2-2-23,2 0-32,-3-1-16,-3-2-52,2-1-85,-4 0-107,0 0-222,0 0-226,-2-4 362,0 0 368</inkml:trace>
  <inkml:trace contextRef="#ctx0" brushRef="#br0" timeOffset="7190">17081 17548 3,'0'0'160,"0"0"29,0 0 483,0 0-301,0 0-127,0 0-29,0 0-17,0 0-7,0 0-10,0 0-61,0 0-46,4-11-6,-4 11 6,0 0-29,0 0-35,-2 1-10,-2 2-29,0-1 17,-1 3 12,-1 1 3,-2 1 7,2 1-10,0 0-3,3 1-13,-1 0 3,2-1 10,2-1-16,0 0-13,0-1-23,0-1-13,2 0-3,5-2 32,-1-1 26,2 2-13,0-1-6,1-1-10,3-2 10,-2 0-10,3 0-7,-3 0-19,2-4-23,-1 1-9,-1-2 5,2 1-5,-5 0 9,1-1 13,0-1 16,-2 0 13,1 0 36,-1-1 13,-2-2 20,0 1 22,-4 0 3,0-1-25,0 2 51,0-1-15,-2 0 25,-2 1-42,-4 1 26,-1 1 26,3 0-69,-4 2 34,-1 1-14,1 1 13,-2 1-23,-1 0 20,1 0 3,-3 0-23,5 0 7,0 2-3,2 1-1,-1 0-15,3-2 6,2 2-23,0-1-2,4 0-1,0 1-1,0-2 1,0 1 17,0 0-3,4 0-12,0-1 15,4 1 0,1-2 5,1 0 1,4 0-4,1 0-6,3-3-12,1-2 0,0 0-1,1-2-2,-1 2 0,-2 1-1,-1-2-10,3 0 11,-5 2-15,-1-1 15,-1 2 0,0-1 2,-3 2 0,1 0 0,-4 0 3,0 2 10,-2 0-13,-1 0-1,-3 0 1,2 4 53,-2 1 14,2 0-5,-2 2-21,2 1-18,-2-1-4,2 2-6,-2 0-1,0-2-11,2 3-2,-2-2 1,0 1 0,0 0 1,0 1 2,0-1-2,2 1 1,-2-2-1,2 0 2,0-1-1,0 0-2,2-2-2,0-1-40,3-1 6,-1 0 8,-2-1 26,2-1-14,2-1-16,1 0 10,1-1 21,0-3-22,1-1-6,-1-1-6,0-1-11,1-2 21,-3-1 21,0-1 4,-2-2 13,1 0-13,1-1-15,-4-1 15,0 1 1,-2-2-1,0 2-39,-2 0-16,0 1 29,0 2 24,0 2-14,0 2 16,-4 2 9,4 1 20,-2 2 33,2 2 22,-2 0-33,2 0-32,-2 0 14,2 0-30,0 1 10,0 1 16,0 2 9,0 2 11,2 0 37,2 1-28,-2 2-20,2-1 4,3 1-7,-3 0 13,2 0-9,0 0-20,0 0-17,1 0 17,1-2-18,-2 2 16,2-1-17,1-1-16,-1-2-9,0 1 12,-2-1-22,3-2-7,-1 0-6,-2-2 10,4-1-23,-1 0 13,1 0-20,0-2-19,-1-2-22,1-2-14,-2 0-9,0-1-14,1 0 1,-3-3-14,-2 0 6,0-1 46,-4-2 3,2-1 3,-2 1-26,0 0 29,0-1 59,0 3-3,-2 0 42,-2 3 78,0 2 111,0 2 55,2 1-20,-2 2-36,4 1-26,0 0-3,0 0-24,0 0-22,0 0-32,0 0-27,0 0-12,0 4-10,0 0 45,0 2 0,0 2-10,0 0-6,0 1-32,0 0-10,4 2-16,-2-1 20,4 0-20,-2 1 0,0-1 0,2-1-2,-1 1-1,1-2-22,-2 2-4,0-3-28,-2 0 19,2-2 12,-4 0-15,2-2-4,0-1 10,-2-2 13,0 0 17,0 0 2,0 0 1,0 0 21,0-3-6,0-2-16,0-1 0,0-2 0,0-2-1,0 1-1,0-3-18,0-1 7,0 0-3,0 0-10,0 0 4,2 2-7,5 2-6,-1 0-1,4 2 14,-4 1-1,5 2 23,-3 1 10,0 2 19,1 1-28,1 0 18,-2 0 26,0 1-9,3 3-20,-3 2 29,0 1-20,3 1-12,-3 2 3,0-1 0,-2 2-14,3 1-2,-1-2-2,-4 1 1,0 0-21,0-1 2,0 0-2,-2 1-26,-2-2 48,0-1-19,5 1-36,-5-2 3,2-2-12,0 0-84,0-2-56,2-1-64,0-1-151,0-1-73,4 0-212,1-5 215,-5-1 461</inkml:trace>
  <inkml:trace contextRef="#ctx0" brushRef="#br0" timeOffset="7895">18284 17446 366,'0'0'39,"0"0"-22,0 0 703,0 0-284,0 0-163,0 0-81,0 0-27,0 0-3,0 0 3,0 0-20,-8-36-32,1 32-39,1 1 9,0-2 4,-4 1-20,1 1-25,1-1-7,-4 0-16,3 2-17,-1 1 1,0 1 10,-3 0 0,1 0 0,-3 3 0,1 2-10,0 3 10,-1 0 9,1 0 0,1 2-3,1 0-17,3 0-1,1 2 2,2-1 0,0-1-3,6 1 0,0-2 0,0 1-3,0-1-23,4 0-12,2-2-10,4 0-19,3-2 9,-1 0-12,1-2-20,1 0-32,1-2-13,1-1-14,-1 0-32,1 0 16,1-5-36,1-1-43,-5-1 40,1-2-41,-1-1 8,-5-1 113,0-2 124,-2 0 101,1-2 16,-3-2 17,2-1-1,-6-2-32,2-2-52,-2-2-47,0 0 0,0-2-2,-4 0 20,-2-1-17,1 2 46,1 1-10,0 2 81,0 1-29,0 3 68,-2 1 52,-3 1-43,1 2-16,-2 1 25,4 3-7,-1 3-38,3 3 31,2 3-35,2 1-8,-2 0-24,2 0-43,-2 0-38,2 1-15,0 3-25,0 2 22,-4 4 3,2 2 19,0 3 0,0 1 15,0-1 20,2 3-29,0 0 7,0 2 31,0-1-35,0 3-15,6 0-10,0 1 6,0 0-9,3-1-3,-1 1-31,-2-1-1,2-1-9,1 1-19,-3-2 19,0-1-29,0-2-16,0 0-13,3-1-44,-1-3-10,0 0-40,3 0 9,-3-1-132,2-2-86,-4-2-105,3-1-70,-3-3-170,-2-1 597</inkml:trace>
  <inkml:trace contextRef="#ctx0" brushRef="#br0" timeOffset="9589">18693 17425 15,'0'0'196,"0"0"-98,0 0-56,0 0-6,0 0 385,0 0-43,0 0-193,0 0-97,0 0-16,0 0 48,0 0 20,0 0-20,0 0-39,0 0-32,2-10-4,-2 10 7,0 0 6,0 0-6,0 0-10,0 0-6,0 0-4,0 0-3,0 0-6,0 0-22,0 2 0,0 1 19,0 3 38,0 1-3,0 1 6,0 1-48,0 1 6,2 0 1,-2 1 5,0-1-25,4 2 4,-4-1 18,5 1-19,-3-1-1,4 0 1,-4 0-2,0-2 1,4 0-2,-2 0-1,-2-3-35,5 0 1,-5-1-1,2-3-6,0-2 0,0 0 23,0 0 19,0 0 16,0 0 0,3-4-16,-1-2-2,2-2-24,-2 0 23,0-2-10,-1 0 12,1-1 1,-2 0 0,0-1-16,0 2 16,-2 0-1,0 0-15,-2 3-7,2 0 23,-2 2 1,0 2-1,0 0 0,0 3 2,0 0-2,0 0-28,0 0-1,0 0-6,2 0 22,1 2 13,-1 1 45,0 3 33,2 0-40,0 1 1,2 1 3,-2-1 0,2 1-39,-1-1 10,1 0-10,0 0 17,-2-1-19,4 1 13,-1 0-12,1-2-1,0 0 1,2 0 11,-1-1-11,1-1 10,0-2-11,-1 1 1,1-2 1,0 0 17,1 0-20,-1-4 1,-2-2 1,1 1 1,-3-1 13,2 0-3,-2-1 13,-2 0-10,-2-2 13,1 1-10,-3-2-6,0 1-10,-3-1 36,-1 0-20,-2-1-16,-4 1-3,4 0 0,-5 2-10,3-1-3,0 3 0,-1 0 13,1 2-22,2-1 5,-2 3-15,-1 1-22,3-1-11,2 2 7,2 0-6,-2 0-24,4 0-54,0 0-52,0 0-20,0 3-46,0 0-137,4 1-46,2-2-128,2 1 327</inkml:trace>
  <inkml:trace contextRef="#ctx0" brushRef="#br0" timeOffset="10260">19322 17470 175,'0'0'130,"0"0"-74,0 0 208,0 0 342,0 0-238,0 0-144,0 0-91,0 0 23,0 0 0,0 0 15,0 0-55,0-43-51,-7 39-7,-1 0-23,0 1 10,-3 1-32,1 1 16,0 1-16,-3 0-11,1 0-1,0 3 3,-1 3-2,-1 1-2,1 0-1,3 2-3,-2 0-8,3 2 8,1-1-12,4 1 13,0-1 0,2 2 2,2-3 1,0 1 2,0-1 17,0 0-19,0 0-12,4-1 10,2 0-43,-2-1 0,2 0 13,1-3 0,-1 0-7,-2-3 23,2 1-1,-2-2 17,2 0 19,-1 0 0,1-3-6,0-2-11,-2-1-1,2-2 16,-4 0 5,5-2-19,-5-1-1,2 0 1,2 0-1,-2-2-2,-2 1 13,2 0-10,0 0-3,-2 0-1,3 3-1,-3 0-11,2 3 11,-4 2 1,2 2-11,-2 1-27,0 1-9,0 0 22,2 0 24,-2 0-31,2 3 33,0 1 29,2 2 7,0 2-34,3 0 79,-1 2-30,2 0-47,0 1 18,1-2-6,-1 3-13,2-3 14,-2 2-16,3 0 0,-5 0 0,4-3-1,-3 1 0,-1-1 0,-2-1-29,2-2-3,-2 0-4,-2-2-25,0-2-10,0 1-3,3-2-20,-1 0-7,0 0-41,4-4-30,0-3-65,-1 0-53,1-3-35,0 0-40,2-2-56,-3-1 203,1-1 123</inkml:trace>
  <inkml:trace contextRef="#ctx0" brushRef="#br0" timeOffset="10669">19574 17358 187,'0'0'153,"0"0"-81,0 0 362,0 0 298,0 0-355,0 0-159,0 0-63,0 0 0,0 0 3,0 0-42,0 0-64,-15-6-50,9 10 0,2 2 24,-2 0 3,-1 1-16,1 1 3,0 1-14,0 0 17,2-1-3,0 0-14,2 0 13,2 0-15,-3 0 0,3-1 23,0-1-1,0 0-12,3-1-10,1-1-23,0 0 21,2 0-20,2-1 9,-2 0 0,5-1 12,-1 0-12,0 1 10,3-3-19,-3 2-27,3 0-2,-3 1 19,-4-1 16,2 2-10,1-1-3,-5 0 0,0 1-13,-2 1 10,0 0-10,-2 1 13,0-2 29,0 1 17,-6 1 18,0-1-9,0 1-13,-5 0-2,-1-2-9,-1 1 9,-1-1 0,-3-1-11,3 0-30,-3 0 11,3-3-23,-1 0-45,1 0-13,4 0-27,1 0-96,1-4-151,2-1-241,2-2-184,0 1 581</inkml:trace>
  <inkml:trace contextRef="#ctx0" brushRef="#br0" timeOffset="11474">20082 17415 116,'0'0'131,"0"0"-76,0 0 1,0 0 292,0 0 259,0 0-230,0 0-215,0 0-80,0 0 25,0 0 26,0 0-4,0 0-12,15-12-49,-15 9-1,0 2 8,0 1 5,0-1-3,0 0-19,0 0-6,-2 0 2,0 0-15,-3 0-10,3 1-10,-4 0-19,2 0 0,-4 0-2,-3 0-11,1 4-6,-4 2 17,-1-1 2,5 2 12,-3 0-9,1 1 9,4 2-12,-3 0 0,5 1-3,0 0 0,0 0 0,0 1 3,4-1 16,-1 0-13,3 1 21,0-3-24,0 2-4,0-1 3,0-3-12,5 0-22,1-1 3,0-4 10,2 1 6,3-2-7,1-1 7,0 0-39,5 0-22,-3-5-52,5 0-77,-2-1-56,1 0-115,-3-1-114,-1-1-161,3 1 98,-5-2 456</inkml:trace>
  <inkml:trace contextRef="#ctx0" brushRef="#br0" timeOffset="12446">20258 17406 328,'0'0'101,"0"0"352,0 0 160,0 0-324,0 0-84,0 0 9,0 0 3,0 0-30,0 0-48,0 0-59,0 0-32,-25-3 4,21 6 15,-2 2 20,2 1-14,-3 0-28,3 0 0,0 0-23,2 0-3,0 1-16,-2 0 26,2 1-26,2-1 20,-2 1-11,2 0-12,0-1 4,0-1-4,0 1-2,2-2-29,2 0-4,0-1-10,2 1-13,3-1-6,-3-2 29,4 0-32,0-2 3,1 0-29,1 0-17,1-1-12,-3-2-24,2-1 11,-1-1-8,-1 0 27,-4-1 5,2 0 20,-1-2 17,-5 1 12,2-2 62,-4 0-3,0 0 3,-2-1-17,-4 0-28,-3 2 32,-1-2 4,-2 2 8,-1 1-27,1 2 26,-1 0 2,3 3 20,-2 1 10,-1 1 25,1 0-13,4 0 7,-1 1 13,1 1-7,4-1-23,2 1-22,2 0-10,-2-1-20,2 0 20,0-1 39,0 1-3,4 1 6,0-1-13,4-1 27,1 0-8,-1 0 1,2 0-23,5-1-4,-3-3-2,3 1-17,-3-1-1,4-1 24,-1 1 13,-1 1 0,1-1-1,-1 2 4,-3 1 0,-1 0 16,-2 1-6,-2 0-10,-1 0-10,-1 0-29,0 2 33,-2 2 25,2 0 6,-2 2-6,-2 2-16,4 1 3,-2 1 0,-2 0-16,2 1-13,0 1-6,-2-2 0,0 2-10,3 0 0,-3 0 10,0-2-12,0 1 1,0 1-2,0-2-16,0 1-6,-3-4 19,3-2-16,0-1-4,0-3 23,0-1 0,0 0 26,0 0-24,0 0 1,0-2 39,0-4-39,3 0-3,1-2-1,0-2-21,-2-1 18,4-1 1,-2 0-29,2-1-48,1-2 77,-1 2-29,0 0-29,2 1 6,-2 0-9,3 2 29,-1 1 3,0 2 16,1 1-7,-1 3-3,0-1 4,-2 1-4,1 1 10,1 1 16,-2 1 12,-2 0 7,0 0 7,0 0 3,1 5 6,-1 0 13,0-1-15,2 3 2,0 1-9,-2 0-1,-2 2 1,3-1-24,-1 0 0,-2 0-2,0 0-3,-2 0-13,0 0-26,0-2-22,0 0-4,0-1 7,0-1-23,0 0-6,0-3-29,0 0-63,0 0-51,0-1-118,0-1-101,0 0-138,0 0 84,0-2 389,0-1 116</inkml:trace>
  <inkml:trace contextRef="#ctx0" brushRef="#br0" timeOffset="13334">20828 17340 201,'0'0'157,"0"0"-115,0 0 343,0 0 282,0 0-299,0 0-196,0 0-39,0 0 3,0 0 52,0 0-4,0 0-39,29-43-42,-29 43-4,0 0 1,0 0-33,-6 0-10,2 0-57,-2 0-6,-4 0-13,-3 3 0,3 1 6,-3 0-3,1 1 3,0 2 11,1 0 2,-1 1 2,4 0-1,-3 1 0,5 0-1,0-2 1,4 0-1,0-1-2,2 0 2,0-1 1,0 1-1,4-1-3,2 0-42,0-2 20,0 1 22,5-1 3,-3-1 0,4 2 0,1-2-12,-1 1-1,1-2 0,1 1-13,-1-1-25,-1 1 16,-2-1-7,1 3 10,-1-3-1,-4 3-12,-2 0-6,0 1-1,-4 1-32,0 0 13,0 1 20,-2 1 44,-6-1 5,0 1 2,-5 1-16,1-2-4,-2 1-9,1-1 28,-3-1 0,3-1 0,-1 0 1,1-1 19,3-3-16,-2 0 10,3-1 16,1 0 6,-2 0-2,3-2-8,3-3 8,2 0 16,-2-1-49,4 0-13,0 0-19,0 0-23,0-1-6,6 0-14,3 0 7,-3 2 29,6-1-3,-1 2-6,3-1 22,0 1 24,-1 0-2,1-1 2,1 1 2,1 0 0,1 0 0,-1-1 0,1 1 0,2 0-25,-3-1-1,-1 0 24,-1 0 0,-2 1 2,1-1 1,-1 0 12,-1 0-12,-1-1 38,-2 0 20,0-1 31,-3 0-2,1 0-20,-2 0-4,0-1-6,-4 4 4,2-2 15,0 4 4,-2-1 28,0 3-6,0 0-4,0 0-13,0 0-19,0 0-19,0 0-13,0 3-20,0 0-14,0 3 0,0 1 60,2 2-23,0 1 0,0 1 10,3 0-20,-3 0-6,2-1-22,0 1 3,-2 0 0,4 0-1,-2-1 14,0-1-16,1 2-32,-1-2 19,-2-3-25,2 1-12,-2-2 2,0-1-35,-2-1-3,2-2-42,-2 0-45,0-1-46,0 0-68,0 0-101,0 0-126,-4-2-75,-2-2-148,0-4 561,1 1 140</inkml:trace>
  <inkml:trace contextRef="#ctx0" brushRef="#br0" timeOffset="13548">20969 17229 245,'0'0'567,"0"0"68,0 0-368,0 0-37,0 0 40,0 0-53,0 0-75,0 0-58,0 0-43,0 0-12,0 0-29,19-25-9,-15 23-17,-2 2-64,0 0-46,0 0-81,-2 0-91,0 3-277,0-2-553,0 1 936</inkml:trace>
  <inkml:trace contextRef="#ctx0" brushRef="#br0" timeOffset="14603">21376 17437 57,'0'0'140,"0"0"-39,0 0-39,0 0-13,0 0 759,0 0-427,0 0-235,0 0-35,0 0 28,0 0 20,0 0 0,19-32-7,-17 27-49,-2 1-32,0 0 23,0-1 15,0 1-3,0 0-16,0 0-36,-4-1-15,2 3-36,-2-1 26,-3 0-19,1 1-10,-2 0-3,0 2-13,-5 0-6,1 0-4,-3 0 23,1 3-8,1 0 11,-3 2 26,1 0-23,1 1 10,2 1-10,-1-1-1,3 2-1,0 1 16,5-1-17,-1 1-3,4 0 1,0 0 2,2 0 22,0 0-9,0 0-11,0-1-2,4 0-12,2-1-27,1 1 20,-1-2-3,2-1 2,2 0-5,-1-1 12,1-3-32,2 1-3,-1-1 0,-1-1-16,2 0-17,-1 0 4,-1 0-17,3-4 4,-3-1-17,-2-1 23,2-1 29,1-2 26,-3-1 29,0-2 0,-1-1-15,1-2 15,0-2 0,-2-1-20,-2-2-45,1-2-42,-1 1-6,-4-2 2,0 0 37,0 1-4,0 1 42,-4-1 36,-5 1 68,1 0 49,0 1-23,-5 1 33,3 0-1,0 1-41,1 1 2,-1 1 20,4 3 19,0 1-16,2 3 47,1 3-25,1 3-32,2 3 28,0 0-20,0 0-44,0 0-26,0 0-12,0 0-24,0 0-2,0 0-16,0 1-13,0 3-15,0 3 31,0 1 13,2 4 38,1 3 4,1 0-40,-2 0 23,2 3-12,0 0 6,0 1-19,0 2 3,2 0 13,1 2-16,-1 0 0,-2 0-17,2 0-8,-2-1-10,-2-2 3,3-1 0,-1 1-38,-2-4-26,2-2-23,-2 1 7,2-3-10,-2-1-26,2-1-56,-2-2-45,0-1-56,0 0-192,1-5-103,1 0 0,-4-2 434,2 0 140</inkml:trace>
  <inkml:trace contextRef="#ctx0" brushRef="#br0" timeOffset="15185">21552 17315 33,'0'0'172,"0"0"-15,0 0 515,0 0-126,0 0-243,0 0-96,0 0-41,0 0-24,0 0 0,0 0-38,0 0-43,-6 8 16,4-4 4,-2 2-24,-1 1-12,3-2-19,0 2-4,0 2 7,0-3-27,2 0 2,-2 1 18,2-1-9,0-1-13,0 0-10,0-2-12,2 2-23,4-3 0,-4 1-6,7-2 9,-3 0 13,2-1-10,2 0-15,1 0-8,-1-5-18,3 2-4,-3-3 19,0 0 20,-4 0 19,1-2 26,-1 1 26,-2 0-13,-4 0 16,0-1 10,0 0-4,0 1-15,0 1 18,-6 1-15,2 2 0,-3 0-23,-1 2-4,0 1-10,0 0 14,-1 0 20,-3 1 19,2 5 12,1 0 4,1 1 28,-2 1-28,1 1 3,3 2-13,0-1 3,0 2 6,4-1-6,-2 1-6,2 0 12,2 2-22,0-2-10,0 1 4,6-2-7,-2 1-16,2-2-3,0 0-16,1-1 3,-1-1-22,2-2 19,0-1-9,-2-2-7,3 0-3,-1-2-4,2-1 1,3 0-23,1 0-51,1-2-23,-1-3-45,1-1-59,-1 0 54,-2-1-201,1-3-154,-5-1-265,2-2 365</inkml:trace>
  <inkml:trace contextRef="#ctx0" brushRef="#br0" timeOffset="16040">21726 17319 297,'0'0'68,"0"0"883,0 0-502,0 0-190,0 0 1,0 0 18,0 0-36,0 0-30,0 0-49,0 0-58,0 0-60,12-5 18,-8 5-21,4 0-20,1 0 4,1-1-11,0 1 8,-1 0-7,-1 0-13,0 0-1,0 3 0,3 1 1,-3 2 0,-2 1-3,2 1-10,-1 0-9,-3 2-10,0 1-25,-4 0-25,0 1 2,0 1 29,0-1 19,-4 0-31,-2 0-24,-1-2 30,1-2-1,2-2 30,0-2-1,0-1 13,2-1 12,0-2 1,2 0 45,-2 0 35,2-2-19,-2-2-61,-1-3 1,3-1 25,0-1-7,0 1 23,0-2-42,7 0-13,-1-1-6,2 0 3,0-1 13,5 1-17,-1 0-18,3 1 3,-5 1 18,4 2-2,-1 0 18,-3 3-12,1 0 10,-3 0-10,-2 3 0,0-1 10,0 1 0,-1 1 2,1 0-2,-4 0-26,0 0-3,0 0-4,-2 2 16,2 2 20,0 0 3,0 3 36,-2 0 3,2 0-17,0 2-5,0-1-8,2-1-9,-1-1-1,1 0-2,0 0 3,0-3 8,0 1-11,2 0-20,1-1 20,1-2 2,-2 0 1,4-1 8,-1 0-11,1 0-16,0-3-9,1-1-11,-1 0 7,0-1 4,-1 0 25,-1-1-2,-4 1 2,0-1 10,0-1-7,-2 0 17,-2 0-20,0-1-14,-4 1-22,-2 0 24,0 2-30,-3 0 13,-1 3-10,0-1-16,-3 3 13,1 0 42,0 0 23,1 3 9,1 1 23,0 1 13,1 2 15,1 0 1,2 2-10,-2-1-10,1 2-7,3-2-18,0 1 12,0 2-26,4-1 17,0 0-7,0 1-3,0 0-13,0 1 6,6-3-3,-2 2-22,7-1 0,-5 0-28,6 0 27,-1-1-15,1-2-16,-2-1-9,7-1 2,-5-3-15,5-1 0,-1-1-13,3 0 6,0 0-48,-1-3-17,5-2-32,0 1-90,-5-2-63,3 1-40,0-2-137,-3 0-131,1-1 107,1-1 400,-5 2 112</inkml:trace>
  <inkml:trace contextRef="#ctx0" brushRef="#br0" timeOffset="16682">22488 17367 255,'0'0'177,"0"0"237,0 0 188,0 0-316,0 0-74,0 0-37,0 0-4,0 0 17,0 0-23,0 0-65,-86-51-36,75 49-16,-1 1 7,-1 0-4,3 1 13,-4 0-12,3 0-20,1 1-4,-3 3 8,3 1 21,-2-1 1,1 2-30,1 0-15,0 1 9,1 0-22,1 2 0,2-3-27,0 2 26,0-1-1,1 1-14,3 0 15,0 0-2,2 1-19,-2-1 3,2 0-16,0-1 16,2 0-33,5-1-5,-1-2 6,2 0-7,2 0-9,3-2-14,3-1-28,-1-1-91,1 0-78,1 0-73,-3-4-78,3-2-69,-1-1-50,-3-1 229,1 0 273,-3-3 46,-1 0 59,-2-2 68,-2 0 52,-1-3 369,-3-2-203,0-2-133,0-1-105,-2-2-16,0-2-26,0 0-10,-6 0-42,-3 1 78,1 0-88,-2 1 97,-1 1 17,-1 0 16,-3 0 3,3 2-82,-2 1 11,1 2 22,5 2-16,-2 3 35,3 5 23,5 1 5,0 4-15,0 1-27,2 1-38,0 0-34,0 0-20,0 0-26,0 4-6,2 4 13,0 3 19,0 3 42,5 3-7,-5 2-10,2 2-25,0 0 19,2 0-6,0 1 0,-2-2-10,3 1-2,-1 1-1,0 0 0,0 1-2,-2 0-24,3 0-15,-3 1-29,2-2-39,-2 0-6,2-2-26,0 0-16,1-3-63,-1-1-6,-2-3-117,2-1-155,0-3-114,-1-3-79,-3-2 512,2-2 159</inkml:trace>
  <inkml:trace contextRef="#ctx0" brushRef="#br0" timeOffset="18075">22898 17119 130,'2'-1'111,"-2"0"0,0-2 447,0 0-89,0 0-183,0 0-94,0 0 12,0 2 4,0-1-111,0 2-52,0 0-3,0 0 13,0 0 13,0 0-4,0 0-9,0 0-7,0 0-6,0 0-10,0 0-14,0 3-18,0 1 0,0 2 0,0 2 58,0 4 6,2-1-7,-2 4-21,4-3-17,-4 5 39,4 0-17,0-1-23,0 2-17,0 0 14,1 0-15,-1 1 2,0 0 11,0-2-11,0-2 0,-2 0-2,2-2-2,-2-2-20,0-2-10,1 0-35,-3-4 3,0 0-23,2-2-38,-2-2-52,0 0-14,0-1-52,0 0-74,0 0-38,-2 0-9,-3-3-96,-3-4-127,0 0 459</inkml:trace>
  <inkml:trace contextRef="#ctx0" brushRef="#br0" timeOffset="18506">22745 17148 163,'0'0'192,"0"0"587,0 0-355,0 0-158,0 0-19,0 0-17,0 0-23,0 0-62,0 0-74,0 0-32,0 0 9,33-7 13,-21 7-19,5 0-4,3 0 4,-1 0-13,2 4-3,1 0-23,-1 2-2,0 1 0,-1 1-1,3 4 3,-4 0 10,3 2 3,-1 1-14,0 0 1,-5 2-3,1 1-16,-5 1-12,-1 1-1,-3-1-16,-6 1 6,-2-1 7,0 1 16,-2-1 15,-8-1 1,-3 0 1,-3-2 1,-1-1-2,-4-1-1,3-2 0,-5-2 2,0-2-1,1 1 0,-1-3 2,2-3-1,0 0-1,3-2-2,-1-1-11,3 0-9,3 0-23,1-4-3,2 1-17,5-3-32,1 0-25,2 0-46,2 0-76,0-1-48,0-2-101,2 1-164,7-1-73,-1 0 477</inkml:trace>
  <inkml:trace contextRef="#ctx0" brushRef="#br0" timeOffset="20086">23253 17319 371,'0'0'3,"0"0"36,0 0 681,0 0-166,0 0-249,0 0-97,0 0-34,0 0 11,0 0-47,0 0-51,0-1-42,-2 3-3,0 1 0,-2 1 25,-2 2-19,2 1-12,-3-1-4,3 3 19,-2-1-26,2 2 20,0-1-13,0 0-29,2 0 0,-3 0 1,5-1-1,0 1 16,0 0 0,0-1-5,5 0-14,1-1-22,-2 0 3,4-2-17,-2 0 11,1-1 23,1-1-24,0 0 4,0-2-1,1-1-2,-3 0-10,2 0 12,0-1-12,-1-3 3,1-2-3,-2 1 12,0-2 23,0 0 0,-1-1 26,-3 0-4,0-3-21,0 1 41,-2-1-5,0 0-36,-4 0 14,0 0-11,-5 1-3,3 3-1,-2-2-7,-3 1-6,1 2 13,-2 0-1,-3 1-16,5 1 1,-5 3 13,3-1-13,0 1 0,1 1 14,1 0-11,2 0 0,1 0-3,3 0 13,2 0-20,2 0-9,0 0-38,0 0 21,0 0 27,0 0-10,2 0-13,2 0 19,3 0 24,-1 0 2,4 0 29,3-1-13,-3 1-14,2-2 1,3 1 16,-3-1-15,1 0-4,-1 0 1,-2 1-1,1 0 3,-1-1 16,0 2 10,-1 0 3,-5 0 10,2 0-3,-2 0-10,-2 0-10,2 0-18,-2 3 0,0 1 11,1 1 36,-1 1 23,2 3-36,-4 0-10,6 1 26,-6 0-9,4 1-40,-4 0 11,2-1 0,-2 1-11,2 0-2,0 0 0,-2 0-1,0-1 1,0 0 0,0-2-19,0-1 3,0-1 12,0-2-28,0 0 20,0-3-4,0 0 16,0-1 13,0 0 22,0 0 16,0 0 6,0-1 1,0-3-4,0-2-38,0-2-16,0 0 0,0-3 1,0-1-4,0 0 3,0-1-22,2 1-16,2-1 13,-1 1-17,3 0 1,-4 1-4,4 1 10,0 2-7,-2 1 17,3 2-1,-3 2 7,0 2-7,0 0 1,0 1 2,0 0 4,0 0 3,0 0 3,1 0 10,-1 4 3,0-1 3,0 3 16,4 0 7,-2 2-13,1-1 6,-1 2 7,-2 0-4,0-1-7,0 2-14,0-2-2,-2 2-11,1-3-7,-3 0 6,2 0-6,-2-1-7,0-1-6,0-3 0,0 1 16,0-3-3,0 1-23,0-1 26,0 0 16,0 0 42,0 0 3,0 0 16,0-1-7,0-4-51,0-2 10,0-2-13,0 1-6,0-3 6,0 1 19,4-2-19,0 0-3,0 0-42,4 1 29,1 1-13,-1 0-3,0 2-3,5 1 15,-3 0 17,0 3-16,-2-1 19,3 4 13,-5 0 3,0 1-14,2 0 0,-1 0 11,-1 0-11,-2 1-1,2 4 1,0 1 43,-1 0 16,1 1-22,-2 2-37,0 0 14,0 0-14,0 0 17,0 1-17,-2-1-2,3 1 2,-3 0 2,2-2 12,-2 2-14,2-2 0,-2-1-1,2 0 18,0 0-17,0-2 0,1 0 11,3-2-13,0 0-18,-2-2 17,5 0 0,-3-1-21,2 0 6,1 0-23,-1 0-28,-2-4 15,3 0 8,-1-2 18,-2-1 24,0-1 2,-1-1 2,-1 0 20,-2-1 4,-4-1-7,4-2 17,-4 1-36,0-1-12,0-1 11,-2 1 0,-2 0-12,0 1-3,-2 2 3,1 1 10,-1 3 3,2 1 13,2 2 22,-2 2 7,4 0-4,0 1-23,0 0-15,0 0-13,0 0-6,0 4 13,0 0 6,0 3 54,0 2 4,0 0-7,2 2-7,2-1-8,0 1 2,0 0-9,3-1-26,-3 0 0,2 0-3,0 0-11,2-1-11,-3 1-29,1-2 16,0 1-39,0-1-35,2-1-19,1-2-26,-3-2 6,2 0-40,0-1-74,-3-2-118,3 0-179,-4-2-256,2-4 407</inkml:trace>
  <inkml:trace contextRef="#ctx0" brushRef="#br0" timeOffset="20331">23853 17120 892,'0'0'222,"0"0"494,0 0-418,0 0-113,0 0 54,0 0 3,0 0-59,0 0-77,0 0-83,0 0-23,0 0-28,6-9-27,-6 9-25,4 0-52,0 3 32,0 2-38,2 1-76,1 3-90,-1 1-171,0 1-532,-2 1 485,0 1 471,-55-73 51</inkml:trace>
  <inkml:trace contextRef="#ctx0" brushRef="#br0" timeOffset="20883">23995 17290 130,'0'0'43,"0"0"466,0 0 311,0 0-430,0 0-136,0 0-8,0 0-17,0 0-65,0 0-48,0 0-68,0 0-29,15-4-2,-15 6-1,2 1-16,2 1 35,-2 0 7,2 2 2,-2 2-8,0-1 5,0 3-25,2 0-13,-4 1 13,3 1-15,1-1-1,-4 2-1,2-1-15,0 0-6,-2-3-7,0 1 4,0-3-23,0-2 6,0-2 10,0-1 19,0-2 13,2 0 26,-2 0 22,0 0 13,0-1 6,0-4-10,2-2-38,0-3-19,-2 1 0,2-2 10,2-1 22,-2 1-16,0-2-15,2 0-1,1-1-16,-1-1-3,2-1-20,2 1-28,0 0-9,1 3 31,-1 2 10,0 1 9,1 4-6,1 1 16,0 2-7,-2 1 21,1 1 2,-1 0 0,0 0 1,1 1-1,-3 4-1,4 1 1,-2 4 32,3 0 16,-1 1-44,-4 2-2,3 0-2,-1 1-20,-4-1-24,0 1-11,-2-2 10,-2-1-23,0 1-6,0-2 17,0-1-34,-2 0-19,0-1 26,-4-2-35,2 0-108,2-1-75,-3-3-164,5-2-264,0 0 238</inkml:trace>
  <inkml:trace contextRef="#ctx0" brushRef="#br0" timeOffset="21547">24469 17270 254,'0'0'124,"0"0"-124,0 0 698,0 0-168,0 0-282,0 0 14,0 0-15,0 0 1,0 0-99,0 0-14,0 0-39,0 0-51,-2-30 45,-1 28-14,-1 1-18,0 0-10,-2 0-4,0 0-44,0 0-3,-3 1-19,-1 0 19,0 0-8,-3 0 11,1 3 3,-3 2 19,5 2 20,0 0-40,-3 1 1,3 2-3,0 0-3,1 1 0,1 0-10,2 0-3,0-1 13,6 1 0,-2-1-13,2-1-19,0 0-13,2-1-29,2-1 13,4-1-16,0 0 32,5-1-45,-3-3 38,0 0-38,3-2-39,-1 0-20,-1 0-3,1 0 6,-4-3-43,3-3 10,-3 1 62,-2-2 120,2-1 3,-1-1 40,-3 1 38,0-2-13,-2-1 30,2 0-4,-2 0-68,0-1 35,0 2-25,0-1 12,-2 2-5,0 1-5,2 4-21,-2 0 76,0 2 11,0 1 6,0 1 6,0 0-33,0 0-25,0 0-29,2 0-29,-2 3-1,2 1 1,1 1 32,-3 2 29,4 2-19,-2 0 41,2 0-41,-2 2-10,2-3-30,2 1 0,-2 0 0,3-1-1,1-1-1,0 0-67,-2 0-13,3-2-36,-1 0-15,0-3 5,0 2-19,1-3-30,-1-1-51,-2 0-99,2 0-55,-1-1-132,-1-5-81,-2 0 335,0-2 192,0-2 66</inkml:trace>
  <inkml:trace contextRef="#ctx0" brushRef="#br0" timeOffset="22081">24617 17279 99,'0'0'124,"0"0"-108,0 0 92,0 0-82,0 0 143,-16-73 607,16 66-470,-2 1-85,0 3-4,0 0 46,2 2 2,0 1-40,0 0-58,0 0-45,0 0-23,0 0-28,0 0-24,0 0-40,0 2-7,0 3-26,0 1 26,0 1 42,0 3-4,0 0-13,0 2 1,0 0-23,2 0-2,0 1-1,0 0 13,0-1-13,0 0 0,-2 0-45,0 0-12,0-1-42,0 0 10,0-4-4,0-2-3,0 0 6,0-1 22,0-3-3,0 0-3,0-1 74,0 0 7,0 0 20,0-6-27,0 1 0,2-3 44,2-2-3,-2 1 11,2-2-10,3-1-4,-1 0-16,-2-1-21,4 0 14,1 0-15,-3 0-12,6 2-10,-2 1 20,3 0-27,-5 4 29,0 1 38,1 2 17,-3 0-14,2 3-5,-4 0-34,2 0 10,1 0-9,-3 0 0,2 3 16,0 1 10,0 1 0,3 4 34,-5-1-37,2 2-23,0 1 16,-2 0-15,1 0-4,-1 1-4,-2 1-12,0-2-6,0 1 6,0 0 14,-2-2-29,2 0 30,0-2-1,0-1-36,0 1-14,0-1 20,2-2-6,3 0-46,-1 0-38,0-2-52,2 0 55,5-2-33,-1-1-88,0 0-191,1 0-74,-1-3-160,1-3 189,-3-3 437,-2 1 26</inkml:trace>
  <inkml:trace contextRef="#ctx0" brushRef="#br0" timeOffset="22463">24938 17225 39,'0'0'140,"0"0"-3,0 0-85,-39-85-3,30 62 944,-1-1-801,2 0-62,-1 2 7,1 0 93,2 2-45,0 3 6,2 1-1,2 3-16,0 2 22,-1 3-49,3 1 22,0 3 0,0 2-33,0 0 59,0 2-50,0 0-60,0 0-53,0 0-14,0 0-18,3 0-11,-1 2-45,-2 1-49,4 3-17,-2 3 81,4 4 41,-4 2 56,2 3-5,-2 3-4,0 0-44,2 1-2,-1 2-2,-3-1 2,0 1 2,0-1 0,0 0 8,0 0-11,0 0-13,0 0 11,0 0-32,0-1 18,0 0-19,0-4 16,0 0-12,0-1-13,0-4 0,0 1-10,0-2-28,0 0 15,0-2-22,4-3-6,-2 0-20,2-1-10,2-1 0,-2-1 10,2-1-56,1-1-55,-1 0-78,-2-1-108,0-1-135,0 0-141,0-4 203,3-3 484</inkml:trace>
  <inkml:trace contextRef="#ctx0" brushRef="#br0" timeOffset="22726">24832 17175 800,'0'0'150,"0"0"680,0 0-518,0 0-215,0 0 6,0 0 108,0 0-18,0 0-74,0 0-70,0 0-27,0 0-6,83 0 0,-68 0-13,-1-1 0,3-3-3,-3 2 0,1-2-36,1 1-60,-6 0-20,1-1-84,-3 1-72,-4-1-121,-2-2-225,-2 1-390,0 2 851</inkml:trace>
  <inkml:trace contextRef="#ctx0" brushRef="#br0" timeOffset="23115">25025 16804 273,'0'0'59,"0"0"-27,0 0 288,0 0 448,0 0-325,0 0-239,0 0-110,0 0-16,0 0-20,0 0 13,0 0 71,0 0-25,-19 29-56,17-19-29,-2-1 7,2 0-39,0 0-1,0 1-28,2-2 26,-2 1-64,2-2-52,0 0-53,0-1-15,0-1-53,2-2-56,0 1-108,2-3-97,0-1-14,0 0 312,0-3 167</inkml:trace>
  <inkml:trace contextRef="#ctx0" brushRef="#br0" timeOffset="23318">25068 16843 363,'0'0'49,"0"0"-20,0 0 786,0 0-181,0 0-235,0 0-134,0 0-45,0 0-40,0 0-52,0 0-64,0 0-50,0 5-14,0-2 0,0 1 20,0 2 18,-2 1-35,-2 1 10,0 2-13,-2-1 0,1 1-40,-3 2-91,-2-1-226,-1 1-163,-5-4-851,4-1 556</inkml:trace>
  <inkml:trace contextRef="#ctx0" brushRef="#br0" timeOffset="24492">22621 16945 178,'0'0'88,"0"0"-26,0 0 30,0 0 377,0 0-150,0 0-107,0 0-40,0 0-22,0 0 12,0 0 4,0 0-72,0 0 29,0 0 3,0 0-13,0 0-16,0 0-13,0 0-20,33 63-28,-31-58-23,2 1 2,0 0-14,2 1 1,-2-1 1,-2 0 8,3-1-11,-1 1-55,-2-3-67,-2 1 9,2-1-55,0 0 12,-2-1-41,0 1-73,2-2-140,-2-1-65,0 0-132,0 0 363</inkml:trace>
  <inkml:trace contextRef="#ctx0" brushRef="#br0" timeOffset="24739">22732 16930 127,'0'0'193,"0"0"152,0 0 411,0 0-310,0 0-171,0 0-74,0 0-46,0 0-32,0 0-36,0 0-45,0 0-29,6 4-11,-6-1 30,3 1 23,-1 2-7,0-1-46,2 2 11,-2 2 0,2-1 13,2 1-26,-2 1 0,0-1-126,3 2-48,-3-2-136,-2 0-267,0-2-658,-2-2 703</inkml:trace>
  <inkml:trace contextRef="#ctx0" brushRef="#br0" timeOffset="27483">22889 17741 108,'0'0'65,"0"0"-29,0 0 13,0 0-20,0 0 248,0 0 212,0 0-235,0 0-159,0 0-40,0 0 36,0 0 36,0 0-4,0 0-32,0 0-49,0 0-19,0 0 3,0 0 13,0 0 3,0 0-6,0 0 3,0 0 0,0 0 3,0 0-3,0 0-4,0 0 1,0 0 6,0 0 10,0 0-1,2 0 8,-2 0-11,2 0 4,1 0-4,1 0-6,-2 0-3,2 0-1,2 0-22,2 0 0,1 0-12,3 0 15,-2 0-3,3 0 0,1-1-13,1-1 20,-1 1-10,1 0-11,-1 0 11,-1 1-1,3-1 4,-4-1 10,3 1-3,-3-1-1,3 1 0,-3 0-2,3-2-17,-1 2 19,1-2-18,-1 2 12,1-1 3,-3 1-7,4-2-10,-1 2 1,-1 0-1,1-1 17,-1 1-18,-1-1 2,1 1 0,-1 1 10,-3-1 0,2 0-13,1 0 1,1 0 11,-1 1 1,1 0-12,1-1-1,-1 0 1,-2 0 1,1 1 11,1-2-11,1 1 1,-1 1 0,-1-2 0,3 1-1,-1 0 2,-1-2 8,1 3 1,3-1-12,-3 0 1,-1 1 1,1-2-1,3 1 1,-3-1-1,1 1-1,1 1 1,-3-1 1,3-1 1,-5 2-1,3 0 0,-1-1-1,1 1 1,-3-2-1,2 1-1,-1 0-1,1-1 0,1 2 1,-3 0-1,3-1 0,-3 1-1,3-1 0,-3 0 1,5 0 0,-3 0 0,0 0 0,1 0-1,-1 0 1,1 1 0,-1-3-1,1 2 0,-1 1 0,1-2 1,1 1 0,-3-1 0,3 0-1,-3 1 1,1 0-2,3-1 1,-5 1 1,5-1 0,-3 1-1,1-1-11,1 2 12,-1-1 2,-1-1 0,3 2 0,-1-1 0,1 1-1,-1-2-1,-1 2-1,-1-1-2,1 0 3,-1-1 0,0 2 0,-1-2 0,-1 2-3,-1-1 2,1 0-2,-2 0-10,-1 1 12,1-2-2,-2 1-10,5 1 11,-3 0 1,-2-1-1,7 1 0,-5 0 1,0 0 0,1 0 0,-1 0-2,2 0 2,-1-2-1,3 2 1,-1 0 0,-1-1 1,0-1 0,1 1-3,-3 1 0,1-1-16,-1 1 16,0 0 1,-2-1 0,3 0-1,-1 1-13,-4 0 15,3-1-1,-1 0 2,-2 1 0,2 0 0,-1 0-1,1 0 1,0 0 0,-2-1 0,3 1 1,1-1-1,-2 1-1,0-1 0,-1 1 0,-1 0-1,2 0 2,-2 0 0,1-2 0,-1 1 0,0 0 0,0 1 0,2-1 0,-1 0 0,-1 0 0,0-1 0,0 1-2,2 0-10,-1 1 12,-1-2-3,0 2 1,0-2 0,0 2 1,-1-1-2,1 0 0,0 1 0,0-1 0,-2 1-8,3-2 11,-1 1 1,-2 1 1,0-1 0,-2 1-1,4-1 0,-2 1 0,1-2 0,-3 2-1,4-2 1,-2 2-1,-2-1 1,2 1-1,2-1 0,-4 0-1,3 0 1,-1 1-1,0-2 0,-2 2 1,0-1-1,2 1 2,-2-1-2,0 1 1,0 0 0,0 0 0,3-1 0,-5 1 0,4 0 1,-2-2-1,0 2 1,0 0 0,-2-1 0,2 1-1,0 0 3,0 0-2,-2 0-1,0 0 0,0 0 0,2 0 0,-2-1 0,0 1 2,0 0 0,0-1 1,0 1 0,0 0 0,0 0 13,0 0-12,0 0-1,0 0 9,0 0-12,0 0-20,0 0-12,0 0-9,0 0-7,0 0 9,-2 0 7,2 0-9,-2-1-14,0 1-32,0 0-58,-2 0-39,2 0-42,-2-1-56,-3 1-105,1-3-114,0 2-229,-4-2 356,3 0 374,61 15 0</inkml:trace>
  <inkml:trace contextRef="#ctx0" brushRef="#br0" timeOffset="30400">22877 17798 101,'0'0'98,"0"0"-62,0 0-4,0 0 4,0 0-13,0 0 10,0 0 172,0 0 134,0 0-173,0 0-91,0 0 7,0 0 61,0 0 33,0 6-17,0-6-45,2 0-36,-2 0-10,2 0 3,0 0-16,0 0-9,0 0 12,0 0 7,2 0 0,3 0-1,-1 0-41,2 0 22,2 0 13,-3-1-19,3 1 0,0-2 16,-1 0 0,1 1-14,0-1-8,3 1-17,-1-1-3,1 0-1,-1 2 8,0-1-17,-1-1 0,1 0 10,-2 1-10,3-1 1,-1 0 15,1 1-16,-3 0 10,2 0-11,-1 0-2,-3 1 1,2-1 0,-4 1-1,5 0 0,-3 0 0,0 0-2,1 0 2,1 0 0,-2 0 0,0 0 0,5 0 0,-3 0 0,-1-2 0,1 1-1,0 1 1,1 0 0,1 0 1,-4-1-1,0 1 1,1 0 0,-1 0 0,-2-2 0,2 2 0,1 0 2,-3-2-2,-2 1 0,2 1 0,0 0 1,1-1 0,1 1 1,0 0 10,3-1-11,-3 1-1,2-1 1,0 0 1,1 0 0,-1 0 16,-2 0-3,3 0-14,-5 0 0,4 1 2,-1-2-1,-1 1 0,-2 0-2,2 0 1,-2 1-2,1-1 0,-1 0 0,0 0 0,0 0 0,1 1 0,-1 0 0,-2-1 0,4 1 0,-4 0 1,5-1 1,-3 0 2,0 0-1,0-1 10,0 2-11,-2-1 0,3 1 0,-1-1 1,0 1 0,0-1 0,0 1 0,3-2 0,-3 1-1,2 1 0,0-1-1,-1 1 0,1-1-1,0 1 0,0 0 0,1-1-1,-1 0 0,2-1 0,-1 2 1,-1-1 0,2 1 0,-2 0 0,1-1 0,1 1 1,-2-1 0,1 0 1,-1 1 1,-2-1 0,2 1 0,1-2-1,-3 2-1,4-1-1,-2 0 0,1-1 0,-1 1-1,0 0 0,1 0-1,-1 0 0,-2 1-1,2-1-1,1 0 3,-3 1-1,0-1 0,-2 1-1,2 0 2,0 0-1,1 0-11,-3 0 13,2 0 0,-2-1 0,0 1 0,2 0-1,1-1 0,1 1 1,-2-1-2,4 0-1,-3 1 1,1 0 0,0 0 2,0-1 0,1 1 0,-3 0 1,2 0 2,-2-2-2,3 2 1,-5-1-1,4 1 1,0-1 0,-1 0 1,1 0-3,0 0 0,-2 0 0,5 0 1,-5 0-1,2 1 0,2-1 0,-3-1 0,1 1 1,0 0-1,0-1 0,1 1 1,1-1 0,-4 1-1,5 0-1,-5-1-1,4 1-1,-2-1-10,1 1 11,-1 0-1,0 0-10,-2 0 12,3 0-1,-1-1 1,-2 1 0,2 1-2,1-3 3,-3 3 2,0-1 1,0 0-3,-2 0 1,5-1-1,-3 2 1,0-2 0,2 2 0,-1-1 0,-3 0 0,4-1-1,-2 1-1,2-1-1,-1 1 0,-1 0 1,2 0-1,-2 0-2,3 0 2,-5 0 1,4 0 0,-2-1-2,0 2 2,1-1 0,1 0 1,-4 1-1,4-2 1,1 2 0,-3-2-1,2 2 0,2-1-2,-3-1 2,3 2 0,-2-1 0,2-1 0,-1 2 1,1-2 0,-2 1 0,3 0 1,-3 0-1,0 1 0,0-1 2,1 1-1,-1-1 0,0 0-1,1 0 0,1 1-1,-2-3 2,0 2-1,-1 1 0,1-2 2,0 2-1,-2-1-1,3 1 1,-1-2-1,2 1-2,-4 0-10,5-1 12,-5 1 1,0 0 2,0 0-2,1 0-1,1 0-1,-2-1 0,0 1 1,0 0 0,-1 0 0,-1-1 0,0 0 0,2 1 0,0 0-2,-2 0 0,1-2 1,1 2-1,-2 0-1,2-2 1,0 3 0,-2-1 0,3 0-1,-1 0-10,4 0 0,-4 0 0,3-1 13,-1 1 0,-2 1 3,-2 0 1,2-1-3,-1 0 1,1 0-2,-2-1-2,0 2 1,2-1 1,-2 0 0,-2 1-1,3-1-2,-1-1 1,0 1 0,0-1 1,0 2 0,0-1-2,2 0 1,-1-1 0,-1 2-14,2-1 12,0 0 2,0 0 0,3 0 1,-3 0-2,4 1-17,-4-2 5,1 1 15,1 1 0,-4-1-2,2 1-1,-2-1-8,0 1 11,3 0 1,-5-2 0,0 2 0,0 0-1,0 0 2,0 0-1,-2 0 0,0 0 0,0 0 1,2-1 0,-2 0 1,0 1 10,0 0 0,2 0 0,-2 0 0,0 0-11,0 0-2,0 0-2,0 0-1,0 0-10,0 0-16,0 0 3,0 0 13,0 0 10,0 0 0,0 0-1,0 0 1,0 0-13,0 0 3,0 0 10,-2 0-23,2 0-3,0 0 4,-2 0 2,2 0-3,0 0-9,0 0-4,0 0-10,-2 0-22,0 0-16,2-1-20,-2 1-6,-2 0-17,-1 0-29,3 0-13,-2 0-102,0 0-61,-2 0-82,0 0-66,0-1 331,-1-1 152</inkml:trace>
  <inkml:trace contextRef="#ctx0" brushRef="#br0" timeOffset="43210">14360 17856 157,'0'2'166,"0"-1"-134,0 1-2,0-2 2,0 2 259,0-2 285,0 0-263,0 0-170,0 0-55,0 0 12,0 0 17,0 0 29,0 0-7,2-1-32,-2 0-4,3 0-48,-1-1-13,-2 0 55,4 1-42,-4-1-30,2-1 1,-2 1 9,2-1-2,2 0 18,-4-1-6,2 0-20,0 0-5,0 0 5,-2 0-21,0 1-1,2-1 42,0 1-23,-2-1-22,0 0-1,2 1 0,-2-2-11,0 1 12,2 0 0,-2 2 12,3-1-12,-3 1-1,0 0 1,0 0 0,0 1 1,0 1 1,0 0-1,0-2 0,0 2-1,0 0-3,0 0-13,0 0-10,0 0 7,0 0 18,0 0-18,0 0-7,0 0-3,0 2-9,0-1 6,0 3 15,0 1 17,-5 0 19,3 2-17,0 1-2,0-1-1,0 2-1,-2 0 2,2 0 2,-2 0 1,2 0-3,-2 2 11,4-1-9,-5 1-2,5-2 2,-4 1 1,2 0-2,2 0 3,0-2-3,0 0-1,0 0 0,0-2 0,0 0 0,0-1 0,0 1-32,0-3-1,0 0 30,0 0 0,0 0-39,0-1 4,0 0 2,0-1 1,0-1-4,0 0-38,0 0 3,0 0 35,0 1 16,0 0 1,-2-1-1,0 1 4,0 0 15,0 0-12,0-1-3,-2 1 19,2-1 0,-4 1 0,-1 0-16,3-1 12,-2 0 3,2 0 0,-2 0 1,2 0 0,-3 0 1,3 0 1,0 0-2,0 0 0,2 0 0,-2 0 0,2 0-1,-2 0 1,4 0 3,-3 1-2,3-1 12,0 0-10,0 0 16,0 0 4,0 0-4,0 0 17,0 0 3,0 0-14,0 0-12,0 0-9,0 0 12,3 0-15,-1 0-1,2 0 0,2 0-19,0 0-3,2-2 19,1 0-1,1-1 1,-4 1-16,5 1-4,-5-1 4,2 0-33,-2 2-32,0-1-36,-4 1 13,3 0-19,-1-1-89,-2 0-48,0 1-95,0-1-118,-2 0-42</inkml:trace>
  <inkml:trace contextRef="#ctx0" brushRef="#br0" timeOffset="43551">14509 17952 295,'0'0'104,"0"0"-36,0 0 496,0 0 126,0 0-290,0 0-209,0 0-58,0 0 12,0 0 29,0 0-20,4 0-51,-4-1-36,2-2-32,3 2 1,-3-1 2,0-2 3,0 1-37,0 0-1,0 0-1,-2 0-2,2 1-1,-2 1-25,0-2-50,0 2-43,0-1-67,0 2-104,0 0-196,0 0-546,-2-2 1</inkml:trace>
  <inkml:trace contextRef="#ctx0" brushRef="#br0" timeOffset="44896">14181 18362 129,'0'0'180,"0"0"-135,0 0-2,0 0-11,0 0 161,0 0 481,0 0-365,0 0-195,0 0-49,0 0 55,0 0 62,0 0-46,0 0-45,0 0-36,0 0-13,0 0 16,0-1 7,0 0 6,0 0-7,-2-2-19,2 2-3,0-1 10,0-1-7,0 1-7,0-1-5,0 1 5,0-1-9,0 0 3,0-1-10,0 1-21,0-1 1,0-1 20,4 0-10,-2 1-11,0 0 1,2 0-1,0 0-1,0 0 1,0 1 18,5 0-19,-3 0-16,2-1 0,-2 1 3,3 0 11,-3 2-14,0 1-3,0-2 0,0 2 0,-2 0-1,1 0 1,-1 0 3,0 2-10,-2-1 23,2 2-16,-2 1 17,0 0-10,0 3 12,-2 0 16,0 1 0,0 1-15,0 2 1,0 1-2,0 0 2,-4 1-1,0 1 2,-2 0 0,-2 0-3,1 0-16,-3 0 16,2 0-1,-1-2 1,-3-1-1,4 0-3,0-2-18,-3 0-1,5-2 21,-2-1-11,-1-1 0,3-2-15,0 1-8,2-2 4,0 0 0,0 0 6,0-2 0,-1 0-3,1 0 3,2 0 13,0 0 13,0 0 3,0 0-1,2-1 11,0-2-13,0 0-36,0 0 7,0-1 16,0 0 11,0 0 1,0 1-1,2 0 2,2 1 1,-2-1 12,2 0 0,1 1 12,-1 1 4,0 0 10,0-1 0,2 2-16,0 0-11,1 0-8,1 0 15,-2 0-6,0 0 3,5 0 3,-1 0-6,0 2 10,-2 0-4,3 1-18,-1-1-1,-4 1 0,5-1-1,-3 1 0,-4-1 1,4 1 0,-1 0-16,-1-1-26,-2 1-48,0-2 3,2 0-72,-2 1-74,-2-1-55,3-1-86,-5 0-115,6 0-78,-6 0 107</inkml:trace>
  <inkml:trace contextRef="#ctx0" brushRef="#br0" timeOffset="45149">14435 18461 251,'0'0'163,"0"0"-55,0 0 631,0 0-234,0 0-210,0 0-113,0 0-56,0 0 10,0 0-10,0 0-23,0 0-48,12-12-4,-10 10-28,-2 0-23,0 1 0,0-1 0,2 1-23,-2 0-80,0 1-81,0-2-87,0 2-148,0-3-199,0 1-405,-16 30 801</inkml:trace>
  <inkml:trace contextRef="#ctx0" brushRef="#br0" timeOffset="46426">14757 18283 79,'0'0'216,"0"0"-115,0 0-56,0 0 1,0 0 124,0 0 465,0 0-407,0 0-147,0 0-3,0 0 39,0 0 58,0 0-9,0 0-66,0 0-35,-31-10 0,31 10 3,-2 0-7,2 0-3,0 0 0,0 0-9,0 0-7,0 0-4,0 0 1,0 0-4,0 0-6,0 0-6,0 0-1,0 0 4,0 0 3,2 0-7,0 0-22,0 0 0,5 0-2,1 0 2,4 0 22,3-1-10,3-2-8,1 0-3,2 0 2,-1-1-1,-1 0-1,4 0 0,-5 1-1,1 0 0,-3 0 0,-1-1-2,-3 3-30,-1-1-19,-3 1-26,-2 0-23,-2 0-29,-2 1-36,-2 0-48,0 0-73,0 0-61,0 1 83,-4 1-140,-2 1-101,0-1 100</inkml:trace>
  <inkml:trace contextRef="#ctx0" brushRef="#br0" timeOffset="46798">14861 18279 224,'0'0'156,"0"0"-87,0 0 16,0 0 544,0 0-105,0 0-264,0 0-157,0 0 1,0 0 68,0 0 15,0 8-48,0-7-58,2-1-30,-2 2-9,0-1 19,4 2-6,-2 1 9,-2 1-10,2 1-5,2 2-8,-2 1 1,0-1-30,-2 2-8,2 2 12,0 0-14,0 1 17,-2 3-16,3-2 12,-3 1-15,0-1-2,0-1-1,0-1-29,0-1-10,-3-2 1,1 0-7,-2-2-13,4-2-19,-2-1-1,2-1-25,0 0-20,0-3-22,0 0-46,0 0-23,0 0-4,0 0 46,4-4 2,0 0-68,3-1-267,-3-3-43</inkml:trace>
  <inkml:trace contextRef="#ctx0" brushRef="#br0" timeOffset="47311">14983 18388 275,'0'0'160,"0"0"-82,0 0 352,0 0 212,0 0-272,0 0-188,0 0-56,0 0 30,0 0 37,0 0-35,0 0-58,43-12-42,-37 12-4,0 0-12,1 0-3,-1 0-11,-2 0 30,4 2-26,-2 1 6,1 1-15,-3 1-7,2 0-13,-2 1 22,0-1-25,0 3 0,1 0-3,-3 1-22,-2 0-1,0 0-3,0 1-22,0-1 6,0-1 33,-2 0-14,-3-1 13,1-1-9,0-2 9,0-1-3,0-1 0,4-2 14,-4 0 2,4 0 15,-4 0 23,2 0-3,-5-2-31,3-3 22,2-2-26,-2 0 0,4-2 11,0 0-11,0-2-22,0 2-1,0-1 21,2 0-30,4 0 3,0 2 13,3 1-6,-1 0 2,0 2 4,3 0-3,-5 1 16,4 1 0,-4 1-17,3-1 8,-5 3-43,2 0-45,-2 0-55,0 0-3,-2 1-4,2 3-6,1-1-17,-3 3-85,4-1-62,-2 0-92,0-1-16,-2 0 26</inkml:trace>
  <inkml:trace contextRef="#ctx0" brushRef="#br0" timeOffset="48285">15363 18422 222,'0'0'156,"0"0"-81,0 0-16,0 0 1005,0 0-687,0 0-166,0 0-75,0 0 10,0 0 28,0 0-23,6-26-44,-6 22-30,0 2-10,0-2 16,-2 1 4,0 0-11,0 1-12,-2 0-4,2-1 4,-2 2-19,2 0-10,-3-1-23,3 1-10,0 1-2,-4 0-2,2 0-14,0 0-6,-2 0-6,-1 1 2,-1 3 4,2 1 6,-4 1 13,3 0 1,1 0 0,-2 1-1,0-1-13,4 1 13,1 1 0,-1 0-10,2 0 10,0-1-16,2 1-6,0-2 2,0 0-2,0 0-4,2-1 0,2 0-22,1-1 3,-1 0 13,2-1-7,2-3 30,0 1-14,-1-1 23,3 0-36,-2 0 14,3-1 2,-3-5-25,0 3-4,2-2 7,-1-1-6,-1 1 12,-2-1 13,0-1 26,1 0 4,-3-2 15,-2 1-16,2 0-2,-4 0 25,2 1-3,0 1-7,-2 0 6,2 1-22,-2 3 13,0-1 22,0 3 14,0 0-14,0 0-16,0 0-18,0 0 3,0 0-4,2 0-13,-2 0-10,2 0 4,0 3 19,-2-1 31,4 3 14,-1 0-10,1 1-9,-2 0 3,2 0 3,-4 0-13,4 1-17,0-2-2,-2 2 2,2-1 11,0-2-12,1 0 0,-1 0-1,0-2 0,2 0-25,-2 0-4,2-2-22,1 0-4,1 0 12,-2 0 43,4-4 0,-1 0-38,-1-2-14,2-1 4,1-1-7,-3-1 33,0 0 9,0 0 13,-3-1-1,1-1 1,0 2 3,-4-2 10,0 2-10,-2 1 32,0 1-18,0 2 8,0 2 1,0 0 6,-2 2 26,0 1-3,2 0-7,0 0-23,0 0-22,0 0-2,0 0 2,0 0 12,0 1-15,0 3 0,-2 0 16,2 2 13,-2 2 16,0-1-4,2 1 4,0 1-20,0-1-12,0 2 0,0-2 6,0 2-6,0-1-10,0 0-2,4-1 0,-2 0 2,4-2-3,-2 0 0,2-2-22,1 0-10,-1-1 10,-2-1-10,2 0-32,-2-2-29,3 0 13,-1 0 3,2 0-36,0-4-74,1-1-68,-1-1-131,-2-1-141,0 0-193,-6-4 120</inkml:trace>
  <inkml:trace contextRef="#ctx0" brushRef="#br0" timeOffset="48522">15582 18176 263,'0'0'183,"0"0"-128,0 0-9,0 0 511,0 0-98,0 0-199,0 0-166,0 0-77,0 0-17,0 0-20,0 0-19,12-7-13,-7 7-65,-3 0-114,2 0-166,0 2-128,-2 0 43,-31 1 411</inkml:trace>
  <inkml:trace contextRef="#ctx0" brushRef="#br0" timeOffset="48943">15745 18127 403,'0'0'176,"0"0"538,0 0-236,0 0-169,0 0-57,0 0-3,0 0-14,0 0-32,0 0-69,0 0-47,7-16-17,-7 16-13,0 3-9,0 0-32,0 2-16,0 1 31,0 3-11,0 0-17,0 3 19,2 0-20,0 1 11,0 1 6,0-1-16,2 1 10,0 0-3,-2 2-10,2-1-3,-2 1 3,3 0 0,-5 1 0,0-1 1,0 0 1,0-1-2,2-2-17,-2-1-2,4-3-12,-4-2-1,4 0-6,-2-1-4,2-3-12,-2 1 6,2-3 4,-2 1-23,2-2 19,-1 0 3,1 0-13,0 0-9,2 0-10,-2 0 16,2 0-87,3-3-56,-3-1-39,0 1-6,2-2-86,-2-1-117,1 0-158,-3-2 43</inkml:trace>
  <inkml:trace contextRef="#ctx0" brushRef="#br0" timeOffset="49181">15745 18266 322,'0'0'215,"0"0"600,0 0-451,0 0-208,0 0-23,0 0 52,0 0 3,0 0-36,0 0-72,0 0-22,0 0-6,17 10 12,-9-10-32,3-3-15,1 1-17,4-3-71,-3 1-68,1 0-74,3-1-108,-5 0-254,-1-1-615</inkml:trace>
  <inkml:trace contextRef="#ctx0" brushRef="#br0" timeOffset="50425">16179 18281 145,'0'0'172,"0"0"-61,0 0-81,0 0 429,0 0 69,0 0-268,0 0-136,0 0-20,0 0 61,0 0 29,0 0-25,0 0-56,0 0-39,0 0-10,0 0 4,0 0-17,0 0-15,0 0-22,0 0-14,5-27-23,-5 31 23,0 1 32,0 1 13,2 2-6,-2 2-17,0 0-2,0 1-18,0 0 20,0 0-22,0 1 0,2-1 1,0-1-1,0 0 1,-2-2 1,2 1 1,0-4-3,-2-1-23,0 1 4,2-4-13,0 0-7,-2 1-2,2-2-11,-2 0 13,2 0 11,2 0 28,-2 0 17,3-3-17,-1 0-4,2-2 1,-2 0-23,2-1-6,-2-1 16,3 0 3,-1-2-12,0 1 22,0 0-13,0-1 13,1 4 0,-3-1-20,0 2 21,0 1-9,0 1 11,-2 1 26,0 1 3,-2 0-6,0 0-20,2 0-1,3 0 14,-5 2 20,6 2 25,-4 0-29,2 0-16,0 2 0,2-1-3,3 1-10,-1 0-1,-2-1 18,4 1-18,3-2 1,-3 0-1,2-1 11,1 0-13,-1-2-16,1-1 14,-3 0-14,-2 0 15,3-1-12,-1-4 0,-2 0 12,0-1-2,-1-1 3,-3 2 2,0-2 14,-4 0 0,0 1 19,0-1-16,0 0-3,-2-1-3,-4 2 3,-1-2 0,-1 1-16,0 2-3,-2-1-22,-1 1 5,3 1-15,0 0 0,-3 0-14,3 2-21,2 2-33,0-2-39,0 1-33,3 1-35,-1 0-44,2 0-48,2 3-69,0-2-88,0 1-37,0 0 232</inkml:trace>
  <inkml:trace contextRef="#ctx0" brushRef="#br0" timeOffset="51078">16506 18245 273,'0'0'150,"0"0"-105,0 0 298,0 0 679,0 0-652,0 0-199,0 0-57,0 0 37,0 0 7,0 0-39,21-8-58,-13 6-32,-2 1 6,5-1 7,-1 0-4,-2 2-9,3-1-7,-1 1 1,-2 0-20,0 0 8,-1 0-11,3 0 0,-4 4 0,0-1 1,1 2 0,-1 2-1,-2 0-19,0 1-4,-2 1-15,-2 0-4,0 0-9,0 1-7,0-1-3,-6 1 0,0 0 7,-1-3 12,-1-1 0,2 0 10,0-3-1,2 1-2,2-3 9,-3-1 25,3 0 1,0 0 10,0-2-10,0-3-13,0 0 13,2-1-2,0-1 1,0-1-16,0 1 5,4-1 10,0 1-33,3 0 6,-1 0 3,4 1 10,-2-1 3,1 2 13,3-1 0,-2 1 1,1 0 15,1 0 4,1 0 2,-3 2 1,0-1-1,1 1-2,-3 0 6,2 0 25,-2 0 7,1 2-6,-1 0 6,-2 1-13,0 0-3,-2 0-10,1 0 3,1 2 0,-2 3 26,-2-1 3,2 1-25,-2 2-11,2-1 7,-4 2 1,2 0-8,0 1-5,-2 0-11,0 1-8,3 0-1,-3 0 0,2-1-1,-2 0-2,0 0-45,0-2 17,0 0-11,0-1-2,0-1-13,0-1-14,0-2-25,0-1-35,0-1-36,-2 0-82,2 0-91,0-1-46,-3-4-170,3-2-265</inkml:trace>
  <inkml:trace contextRef="#ctx0" brushRef="#br0" timeOffset="51305">16738 18116 605,'0'0'95,"0"0"612,0 0-187,0 0-244,0 0-59,0 0-27,0 0-61,0 0-71,0 0-58,0 0-51,0 0-33,-7-1-16,12 1 22,-3 5 20,4 1-94,-2-1-136,2 1-148,0 0-215,1 0-24,-36-39 451</inkml:trace>
  <inkml:trace contextRef="#ctx0" brushRef="#br0" timeOffset="51871">16926 18254 248,'0'0'120,"0"0"-74,0 0 208,0 0 742,0 0-619,0 0-141,0 0-61,0 0-7,0 0 19,0 0-23,0 0-81,8 0-61,-8 0-22,2 2-1,-2 0 1,2 2 20,0 0 5,-2 2 4,2 1 13,0 1-39,0-1 19,-2 2-19,0-1-2,2 1 3,-2 0-3,0-1-1,3 0-3,-3 0-16,0-3 7,0-1-8,0 0-2,0-3 6,0 1 14,0-2-1,0 0 0,0 0 3,0 0 2,0 0 26,0 0 8,0-4-11,0-2-25,0-3-13,2 0 10,2-1-13,-4-1 3,6 0 1,-2 0-8,2 0-5,0 0-1,1 0-6,1 2-10,0 1 10,0 1-6,1 0 6,1 3 13,-2 0-1,3 1 19,-3 2 1,0 0 16,-2 1 4,-1 0-1,1 0-6,0 0-13,-2 1 2,2 4 20,0-1-19,-1 2 20,1 2-7,-2 0 16,0 1-6,0 1-10,0 1-15,-2-2-1,3 2-1,-5-3 1,4 2 0,-2-2-29,-2 0-19,0-2-20,4 0 4,-2-1-16,-2-3-46,2 0-42,0-1-133,0-1-91,2 0-213,-2 0-404</inkml:trace>
  <inkml:trace contextRef="#ctx0" brushRef="#br0" timeOffset="52983">17186 18110 132,'0'0'146,"0"0"-97,0 0-3,0 0-27,0 0 4,0 0 316,0 0 75,0 0-267,0 0-92,0 0 17,0 0 90,0 0 30,0 0-52,0 0-17,17-32-22,-15 28 31,-2 2-12,0-2 0,2 1-17,-2-1-22,2 2 9,-2-2 16,0 2-64,2 0 22,-2 0 6,0 2 4,0-1 6,2 1-13,-2 0-13,0 0-19,0 0-10,0 0-2,0 0-20,0 1 0,0 1-3,0 1 0,0 1-22,0 1 22,2 2 26,-2 2-13,0 2 3,2 0-15,0 2-1,0 1 0,0 1 3,3 0 10,-5 1-12,6 1-1,-4 0-1,0-1 1,4 0 1,-6-1 15,6 0-15,-4-2 0,0 1 1,0-3-2,1 0-15,-1 0-14,-2-3-21,0-1-14,0-2-16,0-1-32,0-2-32,0 0-16,0-1-30,0-1-23,0 0-85,0 0-68,0 0 11,0-3-6,2-2-177,0-3 117</inkml:trace>
  <inkml:trace contextRef="#ctx0" brushRef="#br0" timeOffset="53438">17459 18155 274,'0'0'134,"0"0"-37,0 0 934,0 0-615,0 0-140,0 0-114,0 0-36,0 0-7,0 0-6,0 0-39,0 0-36,-27 27-2,19-21-20,0 2 9,-3 0-22,1-1 0,-2 1 0,-1 1 10,-1-2-10,1 0-1,1-1-1,-1-1 1,1 0-1,4-3-1,0 1-2,-1 0-17,3-2-7,4 1-2,-2-2 2,2 0 3,2 0 1,0 0 2,0 0 8,0 0-8,0 0 17,0 0 1,2 0 0,0 0-18,0 0 20,2 0 2,4 0 14,1 0 13,-1 1-4,2 0-5,1 1 9,-3 2-26,4 0 10,-1-1 16,1 1-27,0 1 1,1 0-2,-1 0-1,1 0-2,-1-1-14,0 0-10,1 0-38,-3 0-23,0-1-26,1 0-32,-3-2-121,0-1-45,-1 0-180,-5 0-232,4 0 162</inkml:trace>
  <inkml:trace contextRef="#ctx0" brushRef="#br0" timeOffset="53830">17527 18020 410,'0'0'143,"0"0"853,0 0-681,0 0-84,0 0 2,0 0 29,0 0-11,0 0-55,0 0-55,0 0-33,0-18-12,0 18-10,0 0-7,0 0-19,0 1-9,0 0-10,0-1-9,0 1-16,0 0-16,0 1-18,0 2 18,0 3 3,2 1-3,0 2 3,-2 2-1,2 2-2,1 0 3,-1 1 10,-2 3-12,4 0 2,0 2 0,0-1 9,0 1-12,0-2-26,2-1-24,-1-2-13,-1-1 12,0-2-22,0 1-32,0-5-13,-2 1-29,4-3-35,-4 0-34,3-3-39,-1-2-107,0 0-93,2-1-212,-2 0-96</inkml:trace>
  <inkml:trace contextRef="#ctx0" brushRef="#br0" timeOffset="54378">17693 18151 332,'0'0'71,"0"0"187,0 0 749,0 0-662,0 0-73,0 0-59,0 0-25,0 0-31,0 0-48,0 0-60,0 0-48,-5 1 1,5 3 18,-2 0-1,0 3-15,2 0-1,0 0 0,0 0-1,0 2-1,0-2-1,0 0-25,0 1 8,4-1-18,-1-3-10,1 1 0,2-2 16,-2 0-19,2 0 6,0-2-19,3 0 32,-1-1-13,2 0-9,-1-1 2,-1-3 1,2-1 12,-2-1 10,-1-1 26,-1 1 3,-2-1 9,2 0 11,-6 0 16,0-1 22,0 1-16,0 2-3,0-1-6,0 1 2,-6 2 24,0 1-60,0 1-2,-5 0 2,5 1-1,-4 0 14,-1 1 1,3 3 16,-2 2 4,1 1 5,1-1 4,2 2 19,-2 0-22,2 2-13,1-2-10,1 2 3,0-2 7,2 2 0,0 0-16,2-1-11,0 0 12,0 0-14,2 0 0,2-1-4,2-1-53,3-1 22,1 0 0,2-1-17,-1-1-18,5-4-1,-1 1-48,1-1-9,3 0-37,0-1-55,-3-2 0,1-2-141,1 0-104,-1-2-96,-1 0 66</inkml:trace>
  <inkml:trace contextRef="#ctx0" brushRef="#br0" timeOffset="54965">18052 18187 246,'0'0'150,"0"0"-101,0 0 264,0 0 371,0 0-327,0 0-162,0 0-26,0 0 6,0 0 32,0 0-46,-49-31-39,38 31-45,-1 0-3,0 0-10,-1 0 13,1 2 0,-1 1-16,3 1-7,-2 2-10,1 0-18,1 1-1,2 1-21,-1 1 8,3-1 11,0 0-23,0 2 3,2-2 9,0 0-9,4 0-1,0 0 0,0-2-2,0 1-15,4-2-20,2 1-19,2-2 0,-2-1-4,7-1 7,-3-1-16,2-1-19,-1 0-20,3 0 35,1-1-54,-5-3-11,2-2-3,1 0 0,-3-1-26,1-2 71,-3 1 22,0-3 72,-2-1 22,-4-1 21,0-3 34,3-1-18,-5-1 25,0-2 3,0-1-41,0-1-46,0 0 35,-5 0 7,-1 1 26,-2 1-13,0 2-26,-1 0 42,1 2 29,0 2-36,2 1 10,-1 4 6,5 2 16,-2 3 3,4 2 0,0 2-4,0 0-28,0 0-35,0 0-29,0 0-3,0 1-22,0 5 0,0 3 22,0 2 35,0 4-16,0 0 3,0 2-19,0 1 16,0 0 0,4 0-19,-2 3 16,3 0-16,1 2-2,0 1-21,-2 1-30,2-2-8,1 0-25,-3-1-3,2-2-35,0-1-7,-2-2-11,0-1-28,-2-1-7,5-2-137,-5-2-118,2-3-182,-4-3-94,0-4 217</inkml:trace>
  <inkml:trace contextRef="#ctx0" brushRef="#br0" timeOffset="56554">18573 18300 211,'0'0'104,"0"0"-52,0 0-12,0 0-11,0 0 593,0 0-179,0 0-264,0 0-72,0 0 40,0 0 31,0 0 16,0 0-54,21-19-60,-21 17-18,0-1 22,0-1-4,0 1-9,0 0-16,0-1 6,0 1-23,-4-2 13,2 2-15,-2-1 25,-3-1-20,3 0-39,-2 1 14,-2 0-13,-1-1 20,3 2-5,0-1-18,-2 2 0,0 0 0,1 1-3,1 0-17,-2 1 4,0 0-3,1 1 0,-3 3 0,2 1 3,0 0 13,-1 0-13,1 1 13,2 0 2,-2 1 1,1-1 2,1 1 1,2-1 13,2 1-16,0-2 3,0 1-1,2 0 1,0 0 29,0 0-30,0-1-2,4 0 0,0-1-21,2-1 21,0-1 1,1 0-1,3-2 13,2 0-16,-1 0 3,5 0-26,-3-5-9,1 0-26,-1-1 13,-1 0 6,0-1-12,1-2 15,-5 1 39,2-2 0,1-1 13,-5-1-11,0-2-2,-4-2 0,2-1 2,-2-1-2,-2-1-13,2-1-3,-2 1-3,0-1 3,0 0 0,-4 1 16,-2 0 8,2 0-8,-2 1-3,-3 2 3,3 2 19,2 2 27,0 3 40,0 3-54,2 3 71,2 2-29,0 1 2,0 0-44,0 0-32,0 0-2,0 0-27,0 3-19,0 4 45,0 1 3,-2 3 19,2 3 10,0 1-6,0 2-21,0 1 26,0 0-2,0 1-24,2 1 1,0 0 26,2 0-27,-4 2 0,6-1-2,-4 1 3,2-3-2,1 0-1,1-1-19,0 0-32,-2-2 23,2-1 8,0-1-18,1-2-7,-1-2-6,0 0-3,0-4 5,0-1-24,1-3 15,-1-2 3,4 0 0,-2 0 4,3 0-23,1-5-33,-1-1-3,-1-1 20,-2 0 22,0-2 42,-1 0 25,-1 1 1,0-2 1,-2 1 2,-2 0 23,0 0 16,-2 1 13,2 0-16,-2 0-4,0 2 14,0 1 9,0 1-16,0 1 19,0 1 39,0 1-6,0 1-11,0 0-19,0 0 4,0 0-17,0 0-19,0 0-32,0 2-16,0 0 16,2 2 13,1 1 32,-1 1 3,2 0-20,-2 1-5,2 0-22,-2 1 2,2-1-1,2 0 11,-2 1-13,3-2 0,-1 1 12,0-2-12,0 0 0,0-2-36,3-1 8,-3 0-4,4-2-16,-1 0-13,-1 0-26,0-2-22,0-3-45,1 0-59,-5-3-94,2 0-102,-4-3-108,0-1-164,-2-1 136</inkml:trace>
  <inkml:trace contextRef="#ctx0" brushRef="#br0" timeOffset="56760">18821 18054 227,'0'0'153,"0"0"-74,0 0 1035,0 0-705,0 0-140,0 0-65,0 0-49,0 0-42,0 0-49,0 0-64,0 0-19,-2-6-42,4 6-33,2 0 46,1 2-23,-3 2-107,4 1-117,0 1-82,-2-1-257,2 3-110,-39-32 478</inkml:trace>
  <inkml:trace contextRef="#ctx0" brushRef="#br0" timeOffset="57295">19069 18183 346,'0'0'68,"0"0"-16,0 0 779,0 0-388,0 0-187,0 0-80,0 0-2,0 0-9,0 0 6,0 0-61,-12-40-33,10 40-16,-2-1-19,2 1 31,-2 0-44,-3 0 13,-1 0-39,0 1 13,-3 2 13,1 2-13,0 0 6,-1 0 7,1 3-12,2-1-15,0 0-2,-3 1 3,7 0 1,-4-1 7,4 0-10,0-1 11,1-1-11,3 0-1,0-1-45,0-2 7,0 1 6,0-1 3,5 0 10,1 0 0,0 0-3,4-1 20,1 1 0,3 0-23,1 0-27,-1 0-25,3-1-13,-5 2 10,3-1 9,-1 2 26,0 0-13,-3 0-7,1 0-19,-6 1 23,1 0 3,-3-1-36,-2 0 19,-2 0 30,0 2-7,0-2 52,-4 2 6,-5-1 59,-3-1 0,2 1-13,-7-2-10,3 0 16,-3 0 0,-1-1-3,-1-1-3,-2-1-3,1 0-14,-1 0 4,4-3 6,1 0-19,3-1-26,3-1-10,2 1-93,4-1-42,-3 0-124,7-1-173,-2 0-319,2-1-198</inkml:trace>
  <inkml:trace contextRef="#ctx0" brushRef="#br0" timeOffset="58776">19328 18241 52,'0'0'186,"0"0"-98,0 0-49,0 0-6,0 0-14,0 0 11,0 0 504,0 0-169,0 0-228,0 0-75,0 0 45,0 0 56,27-12 12,-27 11-32,2 0-40,2 0-15,-4-2 2,0 2 10,4-2-29,-4 1-6,0 0-10,0 0 3,0 0-20,0 0 4,0-1-22,0 1 37,0-1-5,0 0-14,0-1 10,-4 1-12,4-1 15,-4 0-38,0 1 15,-1 1-15,1 0 13,0-1-25,0 2 0,-2 0-1,0 1-13,-3-1-6,1 1-7,-2 0 7,-1 0 3,1 3 3,0 2 12,-3 0 1,3 0 0,-2 0 13,1 1 0,5 0-13,-2 0 0,-1 0 0,5 1 24,0 0-23,0 0 0,2 1 2,0 0-3,2-1 0,0 2 0,0-2 0,0 0 0,0-1 0,4 0-2,0 1 0,2-2-1,3-1 0,-3 0-16,4-1 17,-4-2-2,5 0 3,-1-1-27,2 0 2,-1 0 24,1-2-17,-1-2-10,-3 0 6,2-2-9,1 0 19,-3-1 10,0 0-19,-2-1-14,0 1 8,-1-2 28,1 2 11,-4-1-10,2 0 3,-2 1-4,0 0-15,-2 0 14,0 0-11,0 3-12,0 1 24,0 0 3,0 2 13,0 1-16,0 0 0,0 0 2,0 0-1,0 0 0,0 1-1,0 2 1,0-1 0,0 2 31,0-1 0,2 2 13,-2 1-23,0 0-9,2 1-11,0-1 1,0 2 9,0 0-12,1-2 3,1 1-1,-2-1 0,2 0 1,2-1 0,-2-2-3,-2 1-13,2-2-9,1 0 9,-1-2-13,2 0-31,2 0-17,0 0-58,5-2-84,1-4-95,-1 0-127,1-2-161,-1 0-82,-1-3 222</inkml:trace>
  <inkml:trace contextRef="#ctx0" brushRef="#br0" timeOffset="59162">19510 17990 205,'0'0'154,"0"0"-40,0 0 697,0 0-345,0 0-155,0 0 10,0 0-53,0 0-55,0 0-59,0 0-33,-9-20-34,9 20-27,0 0-6,0 2-19,0 0-15,0 2-19,2 1 2,3 2 51,-1 2 0,0 2-19,0 1-10,0 1 42,2 3-29,-2 0 6,3 2-24,-1 2-18,-2 1 38,2 1-38,0 1 12,1 1-12,-3 0-2,0-1 0,0 0 0,0-1 1,0 0-1,2-1 1,-1 0-1,-1-1 0,0-3-22,-2 0-7,0-2 17,2-2-17,-2-2-9,-2-2-19,2-1 7,-2-2-10,2-1-20,-2-1-34,0-2-21,0 0-15,0-2-30,0 1-10,0-1-33,0 0-19,-2 0 57,-2-3-52,-2-2-196,0-3 16,-3-2-147,3-5 214</inkml:trace>
  <inkml:trace contextRef="#ctx0" brushRef="#br0" timeOffset="59514">19547 18128 302,'0'0'111,"0"0"-33,0 0 900,0 0-601,0 0-166,0 0-124,0 0-18,0 0 41,0 0 9,0 0-44,0 0-33,72-9 6,-57 8-6,-1 1 6,3 0-25,-3 0-10,-1 0-13,-1 0-2,0 4-1,-3 1 3,-1 1-1,-4-1 1,0 2 0,-2 1-13,-2-1 10,0 1-10,-6 0 3,0 0 10,-5 0 0,1-1-4,-4 0 1,-1 0 0,1-1 1,-1-1 1,3 0 0,-1-1-2,3-2-27,2 1-5,2-1-23,-1-2-23,5 0-39,0 0-32,2 0-26,0 0-134,0-5-241,6 0-141,1-2 250</inkml:trace>
  <inkml:trace contextRef="#ctx0" brushRef="#br0" timeOffset="59981">19729 17950 328,'0'0'121,"0"0"208,0 0 245,0 0-200,0 0-98,0 0-49,0 0-23,0 0-20,0 0-39,0 0-52,0 0-32,8-17-13,-8 18-16,2 1-9,0 2-4,0 2 64,0 1-6,2 2-10,-2 1 10,1 2-7,3 0-29,-6 2 23,6 0-14,-2 0-9,0 3-3,0 0-36,0 1 30,-1 0-16,1 0 0,0 2-15,-2 0 17,0 1-17,0-2 0,-2 1-1,2-2 0,-2 1-3,0-1-16,0 0 6,0-1-3,0 1-3,0-2-12,0 0-26,2-3 3,-2-1-16,0-2 9,0-2-21,2-1-8,-2-1 7,0-2-13,0-3-10,0 1-10,0-2-9,0 0-11,0 0 14,0 0 54,0 0 26,-2-3-39,0-2-120,0-3 16,-2-1-10,2-1-39,-2-3-128,2-1-68,-3-2-1,28 94 226</inkml:trace>
  <inkml:trace contextRef="#ctx0" brushRef="#br0" timeOffset="60334">19776 18156 123,'0'0'199,"0"0"-114,0 0-43,0 0 405,0 0 106,0 0-218,0 0-143,0 0-36,0 0 2,0 0-2,2-48-27,2 46-65,3-1-25,1 0-4,0 0 14,3 0-4,1 1-19,-2 0 2,3 0-8,-1 1-1,3 1-16,-3 0 0,2 0-3,-1 0-1,-1 4 1,1 1 1,-3 2 12,0-1-9,-1 4-4,-3-1-3,-4 1 0,0 2-19,-2-1 21,0 2 1,-2-2 1,-4 1 12,-5-3-13,1 1-4,0-2 4,-3 1 0,1-4 1,-3 2 12,3-3-11,4 0-2,-1-2 0,1 1-32,2-3-16,2 0-13,0 0 3,0 0-32,1 0-27,3 0-25,0 0-81,0-4-118,0-1-140,7-1-194,-3 0 108</inkml:trace>
  <inkml:trace contextRef="#ctx0" brushRef="#br0" timeOffset="62517">20059 18114 335,'0'0'94,"0"0"-35,0 0 752,0 0-287,0 0-199,0 0-115,0 0-22,0 0-53,0 0-16,0 0-32,0 0-35,0 0-17,-24-6 0,20 8 4,-3 1-17,3 1-6,0 1-14,2 0 11,0 0-11,-2 0 0,4 0 11,0 0-13,0 0 19,0-1-18,0 1 0,0-1-1,0-1-41,4 0 18,0 0-2,0-1 2,0 0-9,5-2 32,-1 0-13,-2 0 13,2 0-19,1-4-3,1 1-4,-2-3 0,0 1 1,1-1-4,-5-1 0,2 0 28,-2 0 1,-2 0 12,-2 0-10,0 0 8,0 1-9,0 1-1,-2 0 21,-4 0-21,0 2-2,0 0-14,-1 3-1,-1 0 15,0 0 2,0 0 15,-3 5 1,3 1 20,-2 1 12,-1 0 10,3 2 3,0-1-7,2 2-16,-1 0-9,1 1-3,2-1-7,2 1-6,0-2 12,0 3-22,2-2 13,0-1-16,0 1 16,2-2-16,2 0-1,2-1 1,3-1-22,-1-1 0,2 0-7,3-2 26,1-1-13,3 1 0,1-3-32,1 0-19,1 0-4,3-4-19,-4-1-13,1 0-16,-1-1 29,2-1 28,-5 0 14,1-1 9,-3-2 23,1 0 14,-3-1 2,1-1 16,-3-1-13,-2-1-2,-2 1-1,1-1-12,-5 3 12,0-2 12,-2 3-12,0 0 2,-2 2 29,-5 1-5,1 1 3,2 0-7,-2 1 43,-2 2-49,1 1-13,-1 2 23,2 0 3,-2 0 6,-1 0 1,-1 3 2,2 2 11,-3 0-14,3 0 16,-2 3-9,2 0-19,-1 2-4,3 0 26,-2 2-16,2 0-29,1 1 22,3 0-9,0-2 6,2 1-19,0-2 0,0 0 0,0-2-13,2-1-9,3-1-13,-1 0 6,2-1 0,0-2-6,0 0 6,-2-2-7,5-1 33,-5 0-32,4 0 9,-2 0 0,3-1-9,-1-4-4,0-1 4,-2 0 22,3-1 13,-3-1 19,-2-2-15,2-1 8,0 1 1,-2-2-11,1 1 24,-1 0-23,0 1 0,0 2 0,-2 1-2,2 2-1,-4 1 0,2 3 37,0 1-1,-2 0-14,0 0-21,0 0-1,2 0-19,-2 2 19,2 2 35,1 1 30,-1 3-24,2 0-9,-2 1-16,2 0-13,0-1-1,0 0 11,0 0-2,0-1-11,3 0-2,-1-1-33,-4 0 6,2-2 0,0-2-3,0 0 6,0 0 1,1-2-4,-1 0 26,0 0 3,0-3 1,0 0 12,2-4-1,1 1-9,-3-2-1,2-1 1,-2-2 16,2 0-3,-4-2 3,2 1 4,3-1-1,-3-1-22,0 1 0,0-1-3,2 1 2,0 2-25,-1 0 23,1 3 2,-2 2-15,0 1-3,-2 4-13,2-1 29,0 2-20,-2 0 7,3 0-3,-3 0 19,2 4 19,-2 2 16,2 1 4,0 1 9,0 1-26,0 2-2,1-2-17,1 3 10,-2 0 0,2-1-12,-2 2 0,0-2-1,0 1 0,3 1 0,-3-2-1,2 0-14,-2 0 14,0-2 1,0-1-3,1-2 2,-1-1 0,2-1-21,-2 0 3,2-2-7,0-1-16,1-1-6,1 0 19,2 0-16,1-1-23,1-4-28,-2 0-20,3 0 9,1-3-3,-1 0 42,-3-2 3,2 1 13,-1-3 52,-5 0-1,2 0 1,0-1-1,-4-1-1,1 2 1,-3 0 2,-2 3 68,0-1 28,0 3 7,0 1-14,0 2 23,-2 2 7,0 0-49,-1 0 6,-1 2 16,4 0-35,-4 0-33,0 2-9,0 1 10,0 1 9,-2 2 13,1 1 0,1 1-13,0 2-12,0 1-8,2-1 14,0 2-26,0-1 1,2 2 11,-2-1-13,2 0-1,0-1 11,0-1-8,0-1-4,4 0 2,2-2-2,0-1-44,3-1 15,3-1 1,2-1-20,1-1 0,4-2-10,1 0 1,3 0-33,4-2-26,-4-3-35,3-1 19,-3 0-30,0-2 20,-4 1 28,-1-3 20,-3 0 26,-1 0 38,-4-2 30,-1 0 19,-3 0 30,-2 1 6,-2 0 62,-2 0-17,0 1-22,0 0 16,-6 3 19,2 0-52,-2 0 32,-1 2-44,1 1 2,0-1-15,2 3 12,-2 1 22,-1-1 1,1 2-23,-2 0-16,0 0 10,1 0-1,-1 2-6,0 2-19,0 2 10,-1-1-13,-1 4 12,2-2-9,-3 2-3,3 2 3,0 0-14,2 0-2,0 0 2,1 1-1,-1 0-1,4-1 1,0 0 0,2-2-1,0 0-13,0 0-25,2-3 9,4 0-6,3-2-19,-1 0 6,0-3 7,2 1-11,-1-2-18,1 0 9,0 0-16,1-4-17,-1-2-2,-2-1 51,3-1-1,-3-2-8,0 0 52,-2-2 2,-1-1 52,-3-3 42,2-1-14,-2-2 20,0-2-23,0-1-13,-2-2-9,0 0-39,0-1 16,0-1-29,0 2 23,0 1 6,-2 0-29,-2 3 67,-2 2-48,1 0-2,-1 2 31,2 4-13,-2-1 3,4 5 29,-2 3 6,4 2 38,0 1-13,0 2-38,0 0-47,0 0-16,0 0-13,0 0-18,0 2-26,0 4-28,0 3 85,0 3 25,0 2-9,0 4-16,0 0 28,0 2-7,0 1-21,0 2-2,0 3 2,0 2 0,2 1 24,0-1-24,-2 1-47,2-1 9,-2-1 4,0-1-36,2-2 0,0-2-6,0-1-29,0-3-13,0-3-20,0-1-35,2-1 3,1-2-85,-3-3-98,2-1-53,-2-3-102,-2-2-186,2-2 182</inkml:trace>
  <inkml:trace contextRef="#ctx0" brushRef="#br0" timeOffset="63156">21302 18102 366,'0'0'147,"0"0"922,0 0-722,0 0-178,0 0 22,0 0 16,0 0-13,0 0-20,0 0-52,0 0-45,0 0 6,0 0 16,35-34-29,-35 33-32,2 0-6,-2 0-15,0 1-17,0 0-19,0 0-16,0 0-35,0 0-90,2 0-90,-2 2 31,2 3-101,-2 0-231,0 0-559,0 0 442</inkml:trace>
  <inkml:trace contextRef="#ctx0" brushRef="#br0" timeOffset="63442">21229 18291 297,'0'0'104,"0"0"-42,0 0 1083,0 0-684,0 0-196,0 0-61,0 0-23,0 0-14,0 0-6,0 0-27,0 0-61,-4-7-18,8 4-30,-4 0 23,5 1-29,-3-2-19,0 1-2,0 0-14,0 1-41,0-1-42,0 2-42,4 0-61,0 0-85,1 1-140,-1 0-255,2 0-501</inkml:trace>
  <inkml:trace contextRef="#ctx0" brushRef="#br0" timeOffset="63704">21515 18265 317,'0'0'79,"0"0"709,0 0 203,0 0-690,0 0-108,0 0 1,0 0 21,0 0-43,0 0-67,0 0-38,0 0-19,18-5-13,-16 3-13,0 0-19,1 1-3,1-1 0,-2 0-54,2 0-57,2 1-84,0 0-61,-2 1-134,3 0-339,-3-2-738,-66 22 1139</inkml:trace>
  <inkml:trace contextRef="#ctx0" brushRef="#br0" timeOffset="64781">21726 17988 167,'0'0'137,"0"0"-71,0 0-31,0 0-8,0 0 794,0 0-343,0 0-302,0 0-86,0 0 79,0 0-7,0 0 0,0 0 19,0 0-69,-5-24-35,5 22-22,-2 0 73,2 0-51,0 0 0,0 0 0,-2 1-26,2 0 9,0 1 16,0-1-9,0 1-10,0 0-16,0 0-6,0 0-19,0 0-16,0 0-12,0 0-16,0 0-1,0 2-12,0-1-6,0 3-1,2 0 23,-2 3 25,4 0 9,1 2-7,-3-1 9,4 2 11,-2-2-22,2 0-11,-2-1 8,1-1-28,-1 0-39,0 0-48,0-1 15,-2 0-57,2-1-23,-2-1-75,4-1-104,-6 0-193,5-2-207,-3 0 41</inkml:trace>
  <inkml:trace contextRef="#ctx0" brushRef="#br0" timeOffset="65083">21726 17988 317,'107'-80'128,"-105"78"-73,0 2 1044,-2-1-609,0 0-182,2 1-101,-2 0 5,2 0 13,-2 0-36,0 0-71,0 0-42,0 0-15,0 0-4,0 0-7,0 1-18,0 0-29,0 2-3,0 0 0,2 3 3,0 0 23,1 3-25,1 1 19,-2 1-19,0 0-1,2 0 1,-2 0-1,2 0-45,-4-1-9,2-1-38,0 0-4,0-1-41,0 0-48,0-1-24,3 0-100,-3-2-212,2-1-162,-2-3-427</inkml:trace>
  <inkml:trace contextRef="#ctx0" brushRef="#br0" timeOffset="66217">22091 18079 275,'0'0'121,"0"0"-72,0 0 638,0 0-179,0 0-280,0 0-73,0 0-22,0 0 91,0 0 37,0 0-119,0 0-16,-10-49-37,10 48 56,-2 0 27,2 0-57,0 1-23,0 0-13,0 0 0,0 0-9,0 0-23,0 0-22,0 0-12,0 0-13,0 0-2,0 1-20,0 0-9,0 2-16,0 2 21,0 1 26,2 4 25,2 0-24,-2 3 10,2-1-8,1 3-3,-1 1 1,0 0-1,0 2 0,0 0 2,-2-1-2,2 0 12,-2 0-12,0-4-11,1 0-15,-3-2-5,2-1 5,0-3 11,-2-2-23,2-1 9,-2-1 7,0-1-10,0-1 4,0-1-7,0 0-3,0 0 9,0 0 13,0 0 16,0 0 1,0 0 25,0-3-1,-2-1-25,-2-2-48,-1 0 17,-1-3-8,2 1 20,-2-2-38,0 0-10,-1-2 19,3-1 0,-2-2 12,2 0 1,0-2-19,0 0-4,4 0 55,-4 1-17,4 0 19,0 1 1,0-1 1,0 1 1,0-1 19,0 1 8,4 1-29,0 0 2,4 1 1,-2 0 55,3 1-32,-1 0-7,2 3-17,1-1 1,-1 2 20,2 1-5,1-1-17,-1 3 0,3 1 15,-5 0 0,0 2-16,1 0 12,-3 2-11,0 0-1,0 0 0,-1 1 0,-1 3 0,-4 5 9,2 0 10,-2 2-3,0 3 10,-2 1-23,0 0 0,0 0 14,-4 1-17,-2 0 0,-5-1 3,-1-1 13,0 1-16,-3-2-2,1-2 0,-1-1 2,1-1 0,-1-1 2,1-2 11,1-1-13,3-1 2,0-2 2,1 0 8,3 0-11,0 0 0,2-2 2,0 0-2,2 0 11,-2 0-12,2 0 1,-1 0 2,3 0 9,0 0-12,0 0 0,0 0-2,0 0 0,0 0 1,0 0-1,0 0-1,0 0 1,0 1 1,0 0-1,3 1 2,-1 2 2,2 0 55,0 5-6,2 0 6,4 2-19,1 2-22,-1-1 13,5 1 5,-3 1-11,7-1-1,-1 0-13,1 0-9,-1 1 0,1-2 0,-3 1 0,1-1-1,-5-1 0,5-1-31,-9-2-5,3 1-14,-3-3-19,-2-1 0,-2-2-39,0-1-60,-2 0-39,0-2-15,-2 0-129,3 0-118,-1 0-99,-2-3-112,2-3 98</inkml:trace>
  <inkml:trace contextRef="#ctx0" brushRef="#br0" timeOffset="66857">22453 18190 280,'0'0'141,"0"0"498,0 0 51,0 0-353,0 0-123,0 0 12,0 0-29,0 0-46,0 0-29,0 0-13,-10-7-19,10 7-23,0 0-19,-2 0-4,0 0-12,2 0-30,-4 2-2,2 1-16,-3 1 1,1 1-1,0-1 12,0 0 1,0 1 3,-2 1 10,6-1 6,-4 0-16,4-1 19,0 1-3,0-2-16,0 1 0,0-1-2,0-1-2,4 0-15,2 0 10,-2-2 9,2 0 1,2 0 18,3 0-19,1 0-2,1-4-1,-1-1-39,0 0 7,-1-1 3,1 1 0,-2-3 29,-3 1-16,-1 1 19,-2-1 16,0 1-16,-4 0 0,0 0 3,0 2 13,0-1-15,-4 1 0,0 0-1,-2 2 0,-1 2-1,-1-1-21,0 1 3,-2 0-1,-3 0 20,3 3 16,-3 1 7,-1 2 15,2 0 10,1 0-10,1 2-6,0 0-13,1 1-3,1 0 3,2 1-6,0-1-12,2 1 12,1 0-1,1-1 4,2 1 16,0-2-13,0 2-6,0-2-1,7 0-12,-3-1 0,4-1-18,0 1-10,3-2-7,1-1 16,0-1 6,3-2-25,1-1-22,3 0-43,-2 0-18,1-1-33,-1-1-29,-5-1-72,3 0-97,-3-2-132,-2 1-183,-1-3-102</inkml:trace>
  <inkml:trace contextRef="#ctx0" brushRef="#br0" timeOffset="67325">22831 18142 148,'0'0'189,"0"0"-81,0 0 442,0 0 46,0 0-271,0 0-101,0 0-26,0 0-4,0 0-10,0 0-20,0 0-30,-35-22-34,33 22-27,-2 0 10,2 0-16,-4 0-22,0 0-32,-3 0 6,1 0 9,-2 4-2,-1-1 9,-1 2-10,2 0 0,-3 0-21,3 1 21,0 1-23,-1 1 20,3 2-19,-2 0 29,1 0-7,1 1-7,2 0-17,0-2 11,4 0-10,0 0 1,2 0 19,0-2-19,0 0-3,2 0-18,2-1 5,4 0-12,-2-2-4,7 1 4,-3-1 6,2-2 6,3 0-9,-1-2-22,1 0-33,-1 0-15,1-1-36,-1-2-47,1-1-34,-5 1-62,2-2-104,-1 1-135,1-1-147,-6-2-51</inkml:trace>
  <inkml:trace contextRef="#ctx0" brushRef="#br0" timeOffset="67932">22947 18158 287,'0'0'127,"0"0"-78,0 0 453,0 0 169,0 0-311,0 0-149,0 0 6,0 0 16,0 0-44,0 0-47,0 0-62,-18-8-16,13 8-7,3 0 7,-2 0-19,4 0-19,-4 1-11,0 1-13,0 0 1,0 1 13,0 2 12,2-1-2,-3 2-23,3-1 13,0 0-16,2-1-2,0 0-11,0 0 10,0 0-29,0 0 7,2-1-14,5 1-15,-1-1 29,0-1-1,2-1-3,0 0 13,-1-1-28,3 0-8,0-1 1,1-2-10,-1-1-22,-2 0 15,1-2 16,-1 0 22,-4 0 30,2 0 13,-4 1 0,2-2 13,-4 1 9,0 1 14,0-2 5,0 1-41,-6 1 10,2 2-23,0-1 2,-2 2-1,2 0 15,-1 2-16,-1 0-2,-2 0 2,2 0 16,0 5 29,-5-1 9,5 1 0,-2 1 7,-1 1-10,3 0-9,0 1-1,0 1-15,0-1-10,2 2 6,-3 1 0,5-2-6,0 1-3,2-1-10,-2-1 22,2 0-24,0-2-1,0 0-1,2 0 0,2 0-11,0-2-14,1 0-9,-1-1-6,2 0 6,0-2 3,2 0 6,1-1-12,3 0-7,1 0-51,-1-2-35,4-1-55,-1 0-14,-1 0-124,1 0-140,-1-2-190,-3 0-118,1-1 412</inkml:trace>
  <inkml:trace contextRef="#ctx0" brushRef="#br0" timeOffset="68755">23321 18108 92,'0'0'196,"0"0"-118,0 0-45,0 0-4,0 0 36,0 0 682,0 0-389,0 0-215,0 0-10,0 0 33,0 0 28,2-8-42,-2 6-39,-2 2-22,0-1-17,0 0-26,0 0-6,-2 0-19,0 1-23,-4 0-31,-1 0 5,-3 0 15,-2 3 11,1 2 36,-3-1 2,3 1 7,-1 1-3,-1 0-13,5 1-7,-3 0-2,3 0-4,2 0-13,0 0 13,1-2-3,5 1-12,-2-1 0,4 0 2,0-2 0,0 1-3,0-2 0,0 2-2,0 0-1,2-1-23,2-1 24,5 1-1,-1-1 3,2 1 2,3-1 11,-1 0-13,3 1-16,-1-2-7,3 1-15,-1 1-7,-1-1-16,-3 0 19,2 1 10,-1-1 0,-3 1-1,3 0-12,-7 1-16,4 1-1,-2 0 11,-3-1-4,-3 0-23,-2 0 4,0 0 12,0 1 62,-2 0 7,-5-1 51,-3 2-3,0-3-23,-3 1-16,1 0 7,-3-1-7,1 0 43,-1-1-14,1 0-16,-1-1-7,1 0 8,2-1-18,-1 0 5,3 0-15,2 0 20,-1-1-22,3 0-42,4-1-16,-2 0-35,4-1-40,-2 1-91,2 0-78,0-1-62,2 0-131,6 0 16,0-2 104</inkml:trace>
  <inkml:trace contextRef="#ctx0" brushRef="#br0" timeOffset="69713">23553 18131 278,'0'0'137,"0"0"219,0 0 455,0 0-392,0 0-192,0 0-78,0 0-7,0 0 6,0 0-16,0 0-22,-21-16-24,17 15-31,-2 1 6,0 0-4,-3 0-6,-1 0 0,0 0-9,-3 0-13,3 0 6,0 2-16,-5 2-7,3 0 1,-1 0-10,1 1 10,0 0 9,1 0-22,1 1 0,0-1 0,3 1 0,1-1 0,2 0 0,2 1-16,0-2 14,2-1-23,0 1 2,0 1 1,2-1 6,4-1 13,2 2 0,1-1 3,5-2 1,3 2 1,-1-1-2,1-1-21,-1 1-11,1-1-6,-1 1-10,1-1 13,-5 1-10,3-1 7,-5 1 9,-2 1 9,3 0-18,-5 0 16,-2 1-14,2 1-50,-4 0 21,3 0 27,-5 0 18,0 0-12,0 1 16,-3 0 16,-1 0 22,-2-1-2,-2 0-17,0 1 23,-3-1 6,1-1-3,0 0-13,-1-2-13,1 1 17,0-3-18,-1 0 14,-1 0-13,4-1 13,-1 0-13,1 0 17,2 0-8,2-2 11,0-1 2,-1 0 11,3-1-36,0 0-1,2 0-1,0-2-34,0 1-15,4-2 25,7 0-38,-3-1 6,4 1 13,1-2-23,1 1 13,1-1-3,-1 0-19,-1 1-1,3-2 4,-3 2 25,3-2 14,-3 0 31,1 0 3,-2-1 1,1 2 19,-3-1 13,0 1 0,1 0 49,-3 1-16,0 1-4,1 1 1,-3 2 22,0 0 6,0 2-10,-2 2 13,-2 0-3,0 0 19,1 0-10,-3 0-16,2 0-22,0 0-33,0 3-12,2 1 73,0 2-10,0-1-28,0 4 6,0-1-13,-2 1-22,3 1-19,1 0 16,-4 1-3,0 0-13,2 1 16,-2-1 3,0 0-22,-2-1-13,2-1 11,0 2 1,-2-1 2,0 0-1,2 1 0,0-3-2,-2 0-23,3-1-13,-3-1-18,0-1-17,0-2-16,0 0 7,0-3-81,0 0-12,0 0-37,0 0-20,0-3 13,0 0 9,-5-2-167,3-2-188,-4-3 56,0-2-65</inkml:trace>
  <inkml:trace contextRef="#ctx0" brushRef="#br0" timeOffset="69944">23693 18008 304,'0'0'809,"0"0"-97,0 0-371,0 0-88,0 0 27,0 0-22,0 0-56,0 0-78,0 0-57,0 0-41,0 0-26,-4-14-18,4 14-24,0 0-22,0 1-38,4 2-29,-1 0 70,1 1-29,2 2-81,0 3-126,0 0-176,0-1-246,-1 2-259,-41-49 748</inkml:trace>
  <inkml:trace contextRef="#ctx0" brushRef="#br0" timeOffset="70875">23797 18176 265,'0'0'163,"0"0"144,0 0 471,0 0-339,0 0-228,0 0 6,0 0-7,0 0 19,0 0-17,0 0-43,0 0-38,-19-8-16,19 8 15,0 0 9,2 0-16,0 0-23,0 1-21,-2-1-25,0 1-32,0-1-21,2 1-1,1 1-16,1 1-16,0 0 4,4 2 25,0 2-1,3 1-11,-3 1-4,0 0-22,0 1-3,1-1 32,-3 0-14,0 0-18,2-1 10,-1 0-13,-3-1 5,2-1 17,0-2-3,-2-1 2,0 0 1,3-1-16,-5-2 3,2 0 9,0 0 1,0 0-7,2-1 12,-2-3 1,-1-1 6,3-1 13,-2-2 0,-2 0 2,4-2 1,-2-1 2,2 0 14,-1-3-15,3 1 2,-4-3 22,4 1-24,1-2-1,-1 2-11,2 0 10,-2 2 0,1 3-12,-3 1 11,2 3-11,-2 1 13,-2 2 11,-1 1 14,1 1 10,-2 1-3,-2 0-13,0 0-16,0 0-3,0 0-12,0 0-17,2 4 29,0 2 29,0 1-1,-2 2-25,4 0 20,-2 1-22,2 0 2,-2 0-1,2-1 0,-1 0-2,1-1-2,0 0-11,0-2 1,2 0-17,0-1 0,1 0-6,1-3-22,2 1 12,0-3-6,1 0 7,3 0-33,3 0 23,-1-3-27,3-1-50,-2-1-8,-3-1 30,3 0 5,-7-1 62,2 0-12,-3 0 18,-5-1 36,0 0 24,-2-1-2,-2 2 27,0 0 22,-2 0-39,-4 3 4,-3-1-17,1 1-3,2 2 20,-4 2 2,1 0 4,-1 0-3,0 2 25,-1 2 23,3 1-10,0-1 6,-3 1-3,3 2-32,2 0 16,-2 0-10,1 3-29,-1 0 17,0 1-14,2 0-15,-1 1 3,3-1 0,2 0 0,0-1-1,0 0-12,2-2 0,0 1 10,0-1-13,0-1-28,4-1 6,-2-2-20,2 1 14,3-2-14,-3-2 11,2 2-4,0-3 3,5 2 9,-3-2-12,2 0-32,1 0-16,1-3-13,2-1-26,3 0-23,2 1-23,-1-1-42,7 1 139,-2 0-188,-1 0-232,1-1-121,-6-1 2,1-1 309</inkml:trace>
  <inkml:trace contextRef="#ctx0" brushRef="#br0" timeOffset="71501">24562 17970 314,'0'0'111,"0"0"-62,0 0 476,0 0 28,0 0-280,0 0-104,0 0 19,0 0-6,0 0 24,0 0-22,0 0-42,0-15-27,0 15-6,0 0-16,0 0-20,0 0-9,-2 1-26,2 1-24,0-1-14,-2 0-22,-1 2-10,1 0 19,0 3 13,-2-1 1,0 3-1,0-1-11,2 0-2,2 0-35,-2-1-22,2-1-33,0 1-9,0-3-29,0 1-30,2 0-3,0-2-36,4-1-66,0-1-3,3 0-115,-1 0-111,2-3-49,-2-3 279</inkml:trace>
  <inkml:trace contextRef="#ctx0" brushRef="#br0" timeOffset="71726">24562 17970 201,'103'-36'124,"-101"30"-75,0 1 23,-2 0-20,2 2 544,-2-1-133,0 2-190,0 2-40,0 0 23,0 0-16,0 0-34,0 0-68,0 0-61,0 1-29,0 1 0,0 1-6,-2 1 0,-2 1 6,0 2-26,-2 0 7,-1 3-27,-1 0 17,2 1-16,-4 0-3,1 1-9,-1 1-74,-2 0-61,-1 0-81,1 1-81,-3-1-216,1-4-746,-1 0 542</inkml:trace>
  <inkml:trace contextRef="#ctx0" brushRef="#br0" timeOffset="73487">22344 18579 92,'0'0'157,"0"0"-82,0 0-23,0 0-36,0 0 7,0 0-6,0 0 449,0 0-56,0 0-234,0 0-85,0 0 16,0 0 40,-9-2 5,9 2-16,0 0-51,0 0-11,-2 0-6,2 0 10,0 0-14,0 0-2,0 0-11,0 0 4,0 0 3,0 0-3,0 0-3,0 0-1,0 0-3,0 0-3,0 0-6,0 0-4,2 0-9,0 0-4,-2 0-6,3 0-14,1 0 0,0 0-2,4 0 0,0 0-12,5-1 9,-1 1 1,5-3-1,-3 2 2,1-1 0,1 0 1,1 0-1,-1 1 0,1-1 1,1-1 0,1 1 0,0-1 0,-1 1 1,1 0-1,1-1-1,1 2 1,2-1 3,0-1-1,-1 1 1,1 0 1,2 1-3,0 0 2,-1 0 16,1 0-6,0 0-11,-2 0 1,0 0 19,-1 0-9,1 0 0,0-1-10,0 2 20,1-1-11,-1 1-11,2 0 2,-2 0 9,3 0-8,-3 0 11,2 0-11,0 0-3,0 0 1,-3-2 20,3 2-3,0 0-3,-2-1-14,2 1 2,-3 0 8,3-1-8,-2 1 8,0-1-11,-1 0 0,1 0 0,-2 1 2,-1-1-1,1 0-2,2-1 1,-5 0-1,3 0 2,0 1 0,-3 0 0,3-2-1,-2 3-1,1-1 0,-1 0-1,-3-1 0,3 1-1,-2 0-1,3 0 1,-3 0 1,-1-1 1,-1 1 0,-1 0 1,3-1-1,-3 1-1,1-2-12,-1 2-3,1 0 15,1-1-2,1 0-16,-3 0 3,1-1 12,-1 2 2,-1-1-10,1 0-1,0 1 0,-3-1 13,1 1 1,-1 0-1,1-1 0,-2 2 0,3-2-3,-3 1-10,2 0 0,-1-1 10,1 1-16,3-1 17,-3 2 2,0-1-23,3-1 5,-3 1 17,1 0 0,1-1-18,-1 0 3,-1 0 15,-2 1-2,-3-1-10,1 0 0,0 0 13,-4 1-2,0-1 0,0 2-1,-1-1-17,-1 0 1,0 1-10,-2-1-9,4 0-13,-4 1-33,2-1-25,0 0-20,0-1-20,-2 2-42,0 0-65,2-1-98,-2 1-154,0-3-118,0 1 121</inkml:trace>
  <inkml:trace contextRef="#ctx0" brushRef="#br0" timeOffset="75493">22366 18629 7,'0'0'88,"0"0"-26,0 0-14,0 0-2,0 0-10,0 0-10,0 0 0,0 0-10,0 0 7,0 0-10,0 0-13,0 0 20,-29 16-1,29-14 11,0-1 315,0-1-162,-2 0-115,2 0 1,0 0 58,0 0 45,0 0-12,0 1-50,0-1-28,0 1 2,0-1 17,0 1 2,0-1-5,0 0-14,0 0-16,0 0 0,0 0 3,0 0-13,0 0 0,0 0-9,0 0 2,2 0-12,3 1-10,-1-1-3,0 0-7,2 0-6,0 0 6,3 0-3,-1 0 4,2 0-1,-2 0 0,3 0-3,-1-1 4,2 0-1,1 0 6,-3 0-2,3-1 6,-1 1-13,0 0 0,-1-1 0,1 1-13,3 0 13,-3-1-3,7 2-12,-5-1 1,1-1 11,-1 1 3,0 0 0,1 0-13,-3 0 16,3-1-16,-3 2 10,1-2-10,-1 1 17,0 1-19,-1-2 1,-1 1-1,0 0 12,1 0-10,-1 1 10,0-2-10,-1 2 0,1-2-2,2 1 0,-1 1 1,1-1-1,-1 1-1,1-1 1,0 0 0,1 1 3,-1-1-3,1 0 1,-1 1 0,0-1-1,-1 0 1,3 1-2,-3-1 2,-1 1 2,0-2-2,1 2 0,-1 0-2,0-2 0,-2 2 0,3-1 0,-1 1 1,0-2 0,3 2 1,-3-1-2,3-1 1,-3 2-1,2-1 0,1-1 0,1 2-1,-1-1 0,-1 1 0,2-3 1,1 2 0,-1 1 0,1-2 1,-1 2-1,3-1 1,-5-1 0,3 1 0,-1 0 1,1-1-2,-1 0 1,1 2-1,-3-2-3,3 1 2,-3-1-1,0 1-14,1 0 14,1 0 2,-1 0 0,-1 0 0,2-1-1,-1 2 0,-1-1-12,1 0 10,-1 1 1,-2-1-11,1 0 11,-1 1 2,-2-2-2,3 1-1,-3 0 1,2 1 0,-3-1 2,1-1 0,0 2 0,-2-1 0,3 0 0,-1 1 1,-2-1-1,4 0 1,1 0 0,-1-1-1,-2 1 0,3 0 0,-3 0 0,0 0-1,2 0-1,-1-1 1,-1 1 0,0 0 1,-2-1 0,5 1 0,-5-1-1,2 2 1,1-1 0,-3 1 0,4-2-1,-4 1 0,3 0-1,-1 0 0,0 1 1,0-2 1,3 2 0,-1-1-2,-2-1 2,3 1 2,-1 0-1,-2 0 1,1-1-1,-1 1 0,2 0 1,-4-1-2,5 0-2,-3 1 0,0 0 2,0 0-1,1 0 1,-3 0-13,2-1 13,0 2 1,-1-1-1,1 1-12,0-1 12,-2 1 0,5-2 0,-5 1-1,4 0-2,-4 0-29,3 0 16,-1 0 16,0 0-3,1 0 0,-1 1-7,0-1 10,-2 1 1,5-2-1,-5 1-1,2-2-12,-2 3 13,-2-1 0,5-1 0,-3 1-3,0 0 0,-2 0 1,2 0 0,1-1 0,-3 0-1,2 1 2,-2 1 0,2-2-1,1 1 0,-1-1-11,0 0 11,0 1 0,0 0-1,1 0-9,-1 0 12,0 0 1,0 0 1,-2 1 1,2-1-3,-1 0 0,1 1 0,-2-1 0,2 0 0,-2 0 1,2 1 0,1-2-1,-3 2-2,2 0 2,-2-1-1,2 0 0,1 0 1,-3 1-2,0 0 0,0-1-12,-2 1 14,2-1 2,-4 1 0,2 0-2,0-1 0,0 1-2,-2-1-1,0 1-13,2 0 15,-2-1-1,0 1-2,0 0 4,0 0 2,0 0-2,0 0-20,0-1 1,0 1-19,0-1-11,0 0-8,-2 1-30,2-1-10,-4 1-45,2 0-88,-2-3-139,-2 2-122,0-1-138,-3-1 13,42 16 444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4:40:17.035"/>
    </inkml:context>
    <inkml:brush xml:id="br0">
      <inkml:brushProperty name="width" value="0.05292" units="cm"/>
      <inkml:brushProperty name="height" value="0.05292" units="cm"/>
      <inkml:brushProperty name="color" value="#789440"/>
    </inkml:brush>
  </inkml:definitions>
  <inkml:trace contextRef="#ctx0" brushRef="#br0">7855 17109 36,'0'0'55,"0"0"-19,0 0 10,0 0-20,0 0 10,0 0-4,0 0 27,0 0 199,0 0-112,0 0-54,0-1-1,0 1 20,0 0-1,0 0-12,0 0-29,0 0-21,0 0-9,0 0 10,0 0 13,0 0 10,0 0 3,0 0 3,0 0 3,0 0-3,-2 0-7,2 0-9,-2 0-7,2 0-3,0 0-7,-2 0-3,2 0 4,0 0-7,0 0 3,0 0 0,0 0 0,0 0-3,0 0-4,0 0-3,0 1 1,0-1 5,0 1 1,0 0 0,-2 0 3,2 1-10,0 0 3,-2 1 14,0 0-20,2 0-27,0 1 14,0 0 42,-2 1-42,0-1 3,2 2-3,0 0 6,0-1-2,0 2-8,0-1 23,0 1-34,-2 0 39,2-1-40,0 1 3,0 2 11,-2-2-14,2 1 0,0-1 0,0 1 21,0 1-21,0 0-4,0 0 4,0 0 13,0 2-11,0-1 1,0 1-3,0-2-1,2 1 0,0 0-1,-2-2 1,0 1-2,2-1 0,0-1 4,-2 1-2,0-1-1,0-1-34,0 0 14,0-1-4,0-1 4,0-1 3,0-1-10,0-1-6,0 0-1,0-1-9,0 0 4,0 1 5,0-1 10,0 0 14,0 0 9,0 0 1,0 0 1,0 0-1,0 0 1,-2 0 1,0 0 0,2 0 0,0 0-1,0 0-31,-2-1 3,0-3 0,2-1 9,-3 1-9,3-2 29,0 0-19,0-1 16,-2-1-13,0 1 16,0-1-2,2-1-17,0 0 16,-2-1-13,2 0 16,0 1-36,0-2 34,0 2 2,0 0 0,0 0 0,0 0 14,0 0-12,0 3 32,0-2-21,0 2 6,0-1-6,0 1-10,0 0 20,2 1-22,-2-1 31,0 0 0,2 0-19,-2 2 0,0-2 35,2 1-45,-2 2 23,2-1-24,-2 1 24,3 0 0,-1-1 0,0 2-10,-2-2 22,0 3 4,0 0-4,2-1-9,-2 2 0,2-1 6,-2 1 0,0 0 1,0 0-4,0 0-7,0 0-9,0 0-3,0 0-11,0 0-2,4 0-1,-2 0 1,4 0 19,-2 3 7,3 1-4,-1 0-9,0 2-1,-2 0 4,4 1-16,1 2 0,-3-2 0,2 2 12,2 0-12,-1 0-6,-1 1 6,0 0-1,3-1-32,-3 1 33,4-1 0,-1 1 1,-1 0-2,-2-1-14,0-1-23,1 0 2,-3-1-8,0 0 43,0 1-31,3-2 9,-3 1-2,0-3 12,-2 2-6,2-2-13,-2-1-13,1-1 13,-1 0 3,0-1 10,-2-1-20,0 0 7,0 2 13,-2-2 6,0 0 10,0 0 3,0 0 16,0-3-14,0-1 17,0 0 4,0-2 9,0-1-32,0-3 22,0 0-22,-6-2 16,4-2-9,-2-1 34,-3-2-41,3-1-6,-2 0-24,2-2 30,2 0 26,-2 1-26,0 0-39,4 1 39,0 0-43,0 3 43,0 2 26,0 1-25,0 2 12,4 2-12,-2 1-1,0 0 1,0 2-1,-2 2-22,2-1 6,0 2-13,-2 1 9,0 1-5,0 0-24,0 0-31,0 0-39,0 0-36,0 3 9,0 3-6,-2 1-30,0 2-42,0 1-62,0-1-190,-2 0-133,0-1 397,1-2 55,22-73 154</inkml:trace>
  <inkml:trace contextRef="#ctx0" brushRef="#br0" timeOffset="670">8341 17231 26,'0'0'206,"0"0"338,0 0 7,0 0-304,0 0-91,0 0 42,0 0-3,0 0-4,0 0-29,0 0-33,0 0-16,0 0-26,0 0-39,-41-14-13,39 14-3,-5 0-9,1 3-10,-2 2 12,2 1 4,-3 3-10,1-1-16,0 0 13,0 1-2,-1 0-12,1 1 21,0-1-20,2 2-6,-3 0 13,1 0-10,0 0 0,2 1-10,-1-1 7,3-1-13,4 0-16,0 0 19,0-3 13,0 0-13,6-1 13,3-1 0,-1-1 0,4-1-16,1-1-42,1-2-3,3 0-25,3 0-34,-1-2 14,-2-3-33,-1-1-49,1-1 49,-1 0-14,-3 0 33,-3-2-23,2 1 20,-5-1 19,-1 1 104,-2-1 39,-2 0 26,-2-2 49,0 2-40,-2-1 14,-4-1 6,-3 2 0,1 0-48,-2 0-20,-3 3 42,1 0-7,2 2-35,-1 0 29,-1 2-10,4 1-45,-1 1-2,-1 0-30,2 0 30,0 2-27,-3 1-10,5 1-16,2 0-85,-2 0-64,4-1-118,-3 0-147,3-1-179,2-1 361,0-1 192</inkml:trace>
  <inkml:trace contextRef="#ctx0" brushRef="#br0" timeOffset="1191">8496 17001 346,'0'0'114,"0"0"1102,0 0-963,0 0-58,0 0 64,0 0-7,0 0-14,0 0-48,0 0-62,0 0-33,-6-15-9,6 15-12,0 0-30,0 0-25,0 4-17,0 0 14,0 3 9,0 1-9,0 2 0,0 3 9,2 0-2,0 2-23,0 0 1,-2 1 24,0 1-9,2 1-13,0-1-6,0 2-7,-2-2 10,0 0 0,0 0 3,0 1-3,0-1-1,0 0-24,0-2-13,0 2 22,0-2-9,0-1-10,0 0-3,0-3 3,0 0 0,2-1 0,0-1-25,0 1 21,0-2-21,1-2-4,1 0 0,-2-2-4,4-2-5,-4 0-14,2-1-6,-2 1-7,0-1-3,4-1-17,-1 0-45,-1 0-36,2-1 0,2-3-56,-2 0-6,3-2-171,-1-1-87,-2-2 289,2-1 53</inkml:trace>
  <inkml:trace contextRef="#ctx0" brushRef="#br0" timeOffset="1479">8355 17235 382,'0'0'3,"0"0"616,0 0 36,0 0-295,0 0-136,0 0-17,0 0 38,0 0-7,0 0-52,0 0-74,0 0-48,87-11-64,-70 9-42,-1-3 10,1 1-38,-1 1-64,1-2 2,-3 1-16,1-2-55,-1 2-101,1-1-115,-3 0-349,-4 0-53,-1 2 739</inkml:trace>
  <inkml:trace contextRef="#ctx0" brushRef="#br0" timeOffset="2405">8930 17013 92,'0'0'43,"0"0"38,0 0 14,0 0 241,0 0 113,0 0-165,0 0-135,0 0-31,0 0 31,0 0 7,0 0 3,0 0 6,0 0-32,0 0 6,0 0-46,0 0 20,0 0 10,12 41-8,-7-35-38,-3 2-13,2-1 9,-4 3-21,4-2-4,-2 4-17,-2-1 4,2 0-9,0 2 12,-2-1-13,2 3-2,0-1-21,0 0 17,-2 1-19,2-1 0,-2 0 0,3 0 2,-3 1-2,2-2 3,-2-2-3,0 0 0,0 0-2,0-2-1,2 0-48,-2 0 10,0-4-17,0 2-44,0-3-16,0 1-42,0-3-59,0 0-84,0 0-43,0-1-63,0-1-210,-2 0-82,0 0 408</inkml:trace>
  <inkml:trace contextRef="#ctx0" brushRef="#br0" timeOffset="3137">8878 17080 275,'0'0'127,"0"0"823,0 0-599,0 0-140,0 0-39,0 0 26,0 0 18,0 0-44,0 0-89,0 0-54,0 0 0,0 0 23,56-18-4,-41 12 0,3 1-3,1 0 0,2 0-23,-3 0 1,5 1-10,0 1-12,-5 0 1,1 2-1,-1 1-1,-1 0-2,-5 2-14,1 4-10,-3 2 13,-4 2 0,1 1-41,-7 2 22,0 2 6,0 0-22,-9 0 19,1 1-6,-2-1 6,-3-1 3,3-2 13,-2 1 12,-1-3-15,3 0 14,2-2 0,-3-1-34,3-1 23,0-2-3,1-2 13,3 1 0,0-2 3,2 0 1,2-1 1,0 0 17,0 0-19,0 0-1,2 0 1,2 0 2,5 0-2,-1-1-30,-2-2 30,4 2 0,3-1 20,1-1-1,3 1-16,-1 1-1,3-1 0,-3 2 1,1 0-3,0 0-2,-1 1 0,1 2 2,-1 3-2,1 0 0,-1 1-11,-1 1-26,-5 1-28,0-2-40,-3 4-3,-5-1-6,0 0 35,-2 1 29,-2-1 32,-5 1 20,-5-1 21,0-1-9,-3 0-11,-1 0 27,-3-1-15,-2-2 26,3 0-36,-5-1 49,2-1-4,-1-2 40,1-1-1,0-1 3,-1 0-15,3 0-33,0 0-13,1-3-7,5-1 1,1 1 6,0-1-26,3-1 13,1 0-16,0 0-23,4-2-15,-3 2-69,5-2-31,-2 1-40,4 1-43,0 0-74,0 1-157,0-1-131,0 0-37,0 1 490</inkml:trace>
  <inkml:trace contextRef="#ctx0" brushRef="#br0" timeOffset="3927">9379 16973 97,'0'0'94,"0"0"-55,0 0 30,0 0 655,0 0-194,0 0-286,0 0-124,0 0 23,0 0 68,0 0 35,0 0-62,6-6-78,-6 7-32,0-1-7,0 1-3,0 0-16,0 1-23,2 1-25,0 3 0,0 1 64,2 2 9,2 2 7,1 0-26,-3 3 1,2 0-17,-2 2-13,0 1 10,2 1-16,-1 0-3,3 1 16,-4-2-31,0 3 14,2-1-11,-4 1 10,2-2-14,-4-1-15,0-1-14,0 0-3,0-2-12,0 2 22,0-4-16,0-1-4,0-1-31,0-2-32,-2 1 9,2-4-13,0 0-23,0-3-29,0 1-61,0-1-1,0-1-47,2 0-48,-2-1-141,5 0-62,-5 0 12,2-3 356,-2-1 116</inkml:trace>
  <inkml:trace contextRef="#ctx0" brushRef="#br0" timeOffset="4574">9637 17156 59,'0'0'218,"0"0"147,0 0 398,0 0-334,0 0-156,0 0-66,0 0-26,0 0-10,0 0-29,0 0-42,0 0-40,-8 4-40,6-1-7,2 1 19,-2 1 16,0 2 13,2 1-14,0 0-27,0 1 12,0-1-7,0 0-3,0 1-6,0-1-13,0-2-1,0 1 14,4-1-16,2-1-4,0-1-27,0-2-11,1 1-6,1 0 13,0-3-7,0 1 10,1-1-45,1 0-3,-4-1-16,2-2 9,1 0-3,-3-2 3,0-1 3,-2 2 32,-2-2 36,0 0 16,-2-1 23,0 0-4,0 0-19,-2 0 0,-2 1 22,0 0-22,-4 0 46,2 2 9,-1 1-13,-1 0-26,0 1 38,-3 2-37,3 0 21,-2 0-6,0 3 42,-3 2 0,5 0-10,-2 2-9,1 1-10,3 0 12,-2 3 4,0 0-10,3-1-12,1 2-8,2 0 17,0 1-26,2 0-6,0-1 7,0-2-1,0 1-22,6-2-17,-2-1-15,3 0 3,-1-3-6,2 1-6,0-2-7,3-2-3,-1-1-13,2 0-6,5-1-20,-3 0-29,1 0-42,4-4-42,-3 0-30,-1-2-49,1 1-43,-4-2-127,5-1-53,-5 0 16,1-2 335,-1 1 86</inkml:trace>
  <inkml:trace contextRef="#ctx0" brushRef="#br0" timeOffset="5135">9881 17169 287,'0'0'108,"0"0"921,0 0-612,0 0-197,0 0-38,0 0 44,0 0 45,0 0-39,0 0-88,0 0-45,0 0-10,-21-11 7,21 11-10,0 1-23,0 1-28,0 0-33,0 3-1,0 1 50,2 1 12,0 3-22,3 0-3,-3 0-35,0 1 16,2-2-18,0 3-1,0-1 0,-2 1-21,4-1 5,-4 0-18,3 0 5,-1-1-21,0 0 12,-2-2-4,2 0-5,-4 0-36,2-2 7,-2-3-4,0 1 10,0-2-16,0 0 9,0-2 3,0 0 17,0 0 24,0 0 33,0-2 23,-2-2-23,0-2-27,0-1 27,-2-2 19,4-1-3,-2-1 13,2-2-28,0 1-1,0-2-25,0 0 24,0 0-44,0 1 13,4 2-7,0 1 37,2 1-27,0 1 29,1 2 0,-1 1 51,0 0-47,0 2 8,0-1 17,5 3-9,-5 0-1,4 1-17,-1 0 14,-1 0-13,0 0 10,2 2 3,-1 4 16,-1 1-9,2 2-4,-4 0 10,3 2 3,-3 1-19,0 0-2,-2 0-11,0 0-1,-2 0-18,1-2-19,-3 0-14,2-1-25,-2-1-9,0 0-46,0-1-68,0-1-27,2-2-68,-2-1-192,2-2-165,-2-1-49,4 0 555</inkml:trace>
  <inkml:trace contextRef="#ctx0" brushRef="#br0" timeOffset="5913">10369 17185 218,'0'0'75,"0"0"-42,0 0 753,0 0-324,0 0-218,0 0-59,0 0 29,0 0-13,0 0 5,0 0-54,0 0-43,-35-56-3,26 51-29,-1 1-13,-2 0 32,1 0 3,1 1-48,-4 3-13,1 0-25,-1 0-10,1 2 9,-1 3 1,-3 2-10,3 1-1,-3 2 0,5 1-1,-3 1 1,5 1 10,2 1 17,2 0-27,-1 0-2,5-2-2,-4 1 2,6-1 1,0 0-1,0-1-29,0 0-2,6-3-14,3 2-6,-1-4-3,4 0-13,1-2 3,1-1-19,3-1-39,1-1-35,-1-1-50,-1 0-35,3-3 67,-3-2-94,1-1-82,-5-1-160,-1-2-50,-1-1 206,0-1 234,-1-1 107,-3-1 14,-2 0 0,0-3 0,-2 1 0,0-3 60,-2-2-37,0-3-23,0-2-35,0-1 25,-4-3 10,-2 0 29,2-2 1,-2 2 9,-3 1 101,-1 0-39,0 2 629,-3 1-222,3 3-180,0 3-107,1 4 64,1 2 8,4 3 19,-2 2-126,4 3-37,0 2-34,0 2-1,2 1-29,0 0-56,0 0-29,0 2-17,0 5-24,0 3 41,2 4 85,2 5-16,0 2 1,2 3-20,-2 0-16,0 1 7,3 1-16,1 1-23,-2-1 1,2 3-3,3 1 0,-3-1-34,0-1-13,-2 1 0,1-2 0,-1-1-20,-4-1 8,2 1-27,-2-1-18,2 0 41,-2-2 28,2 0-39,-2-3-82,3 0 99,-1-3 28,2-2-138,0-1-67,0-2 121,3-2 19,-3-2-226,0-3-56,2-3 8,-2 0 30,3-2-17,-3 0-141,2-7 264,0 0 177</inkml:trace>
  <inkml:trace contextRef="#ctx0" brushRef="#br0" timeOffset="6200">10530 17237 237,'0'0'81,"0"0"620,0 0-69,0 0-304,0 0-137,0 0-19,0 0 45,0 0 15,0 0-40,0 0-63,0 0-56,-41-49-9,41 49 0,0 2-23,0 1-37,0 3 18,4 1 67,-2 3 25,2-1-16,0 3-38,-2 0-22,4-1-16,-1 1-22,1-1-12,-2-1-19,0 1 3,2-1-29,0-1-16,1-1-19,-1 1-16,2-4-55,-4 1-12,5-2-15,-3-1-25,0 0-11,-2-3-50,0 0-113,2 0-194,-4-3-192,1-4 370,1-1 403</inkml:trace>
  <inkml:trace contextRef="#ctx0" brushRef="#br0" timeOffset="6403">10464 17030 313,'0'0'209,"0"0"1276,0 0-1274,0 0-78,0 0 86,0 0 65,0 0-56,0 0-100,0 0-128,0 0-29,0 0-61,0-2 49,4 7 25,4 2-42,1 2-67,-3 0-104,4 2-107,-2 1-95,1 0-262,-1 0-399</inkml:trace>
  <inkml:trace contextRef="#ctx0" brushRef="#br0" timeOffset="6988">10594 17225 192,'0'0'56,"0"0"703,0 0-160,0 0-287,0 0-55,0 0 34,0 0-23,0 0-50,0 0-64,0 0-74,0 0-51,19-12-10,-13 12 0,0 4 16,2 2-6,1 1 13,-3 1-11,2 2-29,-2 1-2,-2 0-25,1 2 6,-1 0-54,-2 0 15,0 0-25,-2-1-16,0-1 3,0 0-1,0-2 13,0-2 1,0-3 18,0-1 17,0-2 9,0-1 39,0 0 13,0 0 32,0-1-45,0-5-84,2-2 39,0-1 33,2-2 12,-2 0 23,2-1-23,3-1-7,-3-1 7,2 1 1,2-2-1,-2 0-50,1-1-41,1 0-25,0 4 2,-2-1 30,5 6 35,-5 0 36,2 3-19,-2 2 11,-2 2 21,1 0 42,-1 0-12,-2 0 12,0 4 26,2 2 10,-4 0-7,4 2 26,0 1-55,-2 2-6,2 0-10,-1 0-10,1 2-3,-2-1-12,0 0-1,0 0-1,0 0 1,2-1-33,-2-1 30,2 0-45,0-1-33,1-1 6,-1 0-6,4-3-62,0 1-87,3-1-4,-1 0 221,2-3-290,-1 0-502,1-2 554,-2 0 156</inkml:trace>
  <inkml:trace contextRef="#ctx0" brushRef="#br0" timeOffset="7465">11036 17240 103,'0'0'134,"0"0"-79,0 0 666,0 0-138,0 0-284,0 0-72,0 0-30,-35-70-16,29 65 39,-2 2-56,2 0-58,-3 2-26,3 1 26,-2 0-30,0 0-2,-1 0-27,-1 3-18,2 2 3,-3 1-13,3 1 6,-2 1 7,4 2 3,-3-1-10,3 2-22,0 0 10,2-1-1,2 2-12,0 0 0,2 0-13,0 0-28,0-1-16,2-2-32,4-2-16,0 0-23,5-3-6,-1-1-17,2-1 19,1-1-26,1-1-46,1 0-74,-1-3-21,-2-4-10,-1 2-26,-1-2 71,0-2 72,-1 0 162,-5-1 30,2 0 193,-2 0 61,-2-1 45,0-1-84,0-1-59,-2 0-88,2-1 4,-2 0-14,0 0-16,0 0-42,0 0 0,-2 2-3,0 0 3,0 1 19,0 4 42,0 1-2,0 1 57,2 3-16,0 1-38,0 1-62,0 0-52,0 0-94,0 1 23,0 4 33,6 2-53,-2 1-65,-2 2-134,3-1-143,1 0-131,-4-1 410,0 1 167</inkml:trace>
  <inkml:trace contextRef="#ctx0" brushRef="#br0" timeOffset="7987">10925 17374 203,'0'0'49,"0"0"62,0 0 596,0 0-283,0 0-167,0 0-66,0 0-32,0 0 7,0 0-43,0 0-30,0 0-2,-35 59-46,35-54 7,0-1-4,0 0 7,2 1-30,0-2-23,4 2-2,0 1-12,5 1-37,3 0 49,7 2 68,-1 0-68,3-1-269,0 0 1,0-1 268,3 2-55,1-1 42,-2-2-464,0 2 415,-4-3 16,-5 0-299,-3-1-329,-7-2 270,-2 0 329,0-1 46,-2 2 28,-2-1 2,0 0 15,-2 1 16,-4 2-3,-2 1 92,-1 1-36,-3 0 98,0 2 74,-1-1-74,-3 1-47,1 0-2,-1 1-17,-5 1-3,2-2 0,-1 2-49,-7 0 16,4 0 46,-6-2-4,-2 1 13,-2-3 10,-4-1-23,-2-1 10,-5-3-14,1 1 29,-3-3-16,5 0-13,6 0-1,6-3 0,6-2-26,7-2-41,1-1-25,3-2-1,5-2-25,-1-2-39,4-2-34,0 1-51,4-2-52,0 1 60,6-1 1,4 2-43,1 0 3,1 3 13,5 0-75,-3 3-39,5 0-72,-3 0-122,3 2-198,-3-1 250,1 0 299</inkml:trace>
  <inkml:trace contextRef="#ctx0" brushRef="#br0" timeOffset="8772">11121 16816 730,'0'0'183,"0"0"804,0 0-831,0 0-91,0 0 45,0 0 129,0 0 48,0 0-90,0 0-40,0 0-46,0 0 17,75 77 12,-55-60-13,1 2-20,2 1-34,2 1-23,1 4-15,1 0 2,2 3-21,-2 1-13,0 2 10,0 1-11,0 0-2,-5 2-22,1 1-16,-2 1-18,-3 1 24,-5 0-31,-1-1-6,-3-1-17,-5-1 10,-4 0-35,0-1 9,-7-1-26,-7 0-13,-5-2 32,-5-1-64,-5-1-21,-2-1 23,-7 0-46,-1-1-36,-4 0-4,-5-2-104,-1 1-69,-5-2-95,-6-1 294,0 1 123,-4 0 108</inkml:trace>
  <inkml:trace contextRef="#ctx0" brushRef="#br0" timeOffset="9775">7832 16967 61,'0'0'111,"0"0"-56,0 0 177,0 0 436,0 0-323,0 0-134,0 0-129,0 0 74,0 0 51,0 0-58,0 0-39,0 0-35,0 0-33,0 0 48,-39-42-16,35 41-6,2 1 16,0 0-10,0 0-7,0 0-19,-2 1-16,-3 4-32,1 1 19,-4 4 10,-7 2-13,5 4 7,-5 3 34,-1 3-15,-3 3 6,5 4-4,-7 4 23,2 1-35,1 5 12,-5 3-9,0 3-15,0 2 2,0 4-10,3 1-8,-1 0 14,6-1-18,7-1-9,8-4-26,2-5-41,14-5-32,11-2 15,8-8 13,9-4-9,7-6-43,13-5 4,4-5-78,7-5-114,3-1-92,1-5-209,-3-6-525</inkml:trace>
  <inkml:trace contextRef="#ctx0" brushRef="#br0" timeOffset="31372">12341 17562 158,'0'0'137,"0"0"-36,0 0 629,0 0-366,0 0-165,0 0-72,0 0-7,0 0 13,0 0 6,0 0 13,0 0-26,0 0-19,0 0-17,0 0-9,6-24-10,-6 24-4,0 0 4,0 0-4,0 0-6,0-1-29,0 0 10,0 0-7,0-1 3,0 0-6,0 1 0,-4 0-3,2-1-1,-4 0-9,2 1 4,-3-3-22,1 1-1,-2-1-3,0-1 3,-1 0 0,-1-1 0,-2-1-2,-1 0 1,-1-2 0,-1 1 2,-3 0-2,-1-2 0,-2 0-2,1 1 1,-1-1 0,0 0 2,1 0-1,-3 1 1,0-2-1,3 1 0,-3-1 2,2-1-1,0 1 0,-1 0 0,3 1-1,3 1-3,-1 1 3,-2 1-2,5 0 0,-5 1 0,3 1-13,-3 0 14,1 1 2,1 1-13,1-1-3,-3 2 13,-2-1 3,3 0 0,1 2 1,1-1-1,1 0 0,-1 1 0,3 1 0,1-1-1,-1 1 1,5-1 0,0 1 1,0-2 0,-1 2 1,3-1 20,2 1-18,0 0 8,2 0 4,0 0-14,-2 0 11,4 0-12,-3 0-1,1-1 0,2 1-2,-2 0 2,2 0 0,0 0-1,0 0-1,-2 0-11,2 0 12,-2 0 1,2 0 0,0 0 0,0 0-1,0-1-2,0 1-10,0 0 10,0 0-23,0 0 1,0 0 6,0 0 0,0 0 0,0-1-13,0 0 29,0 1-9,0-1 8,0 1 1,0 0-9,0 0 8,0 0-8,0 0-1,0 0 11,0 0 0,0 0-2,0 0-8,0-1 10,0 1 1,0-1-1,0 1 0,0 0-1,2 0-10,-2 0 10,0 0-10,0 0 10,0 0 0,0-1-13,0 1 13,0 0-10,0 0 10,0 0-10,0 0 0,0 0 0,0 0-3,2 0-3,-2 0-1,0 0 1,0 0 3,0 0-6,0 0-7,0 0-7,0 0-5,0 0-8,0 0-34,0 0-1,0 0 16,0 0-13,0-1-55,2 0 36,-2 0 9,0 1 13,2-1-16,-2 1-19,3-1-56,-1 0-14,2 0 47,-2-2 25,0 1-6,0 1-111,0-2-177,-2 2 56,-21 17 219</inkml:trace>
  <inkml:trace contextRef="#ctx0" brushRef="#br0" timeOffset="32271">11700 17145 148,'0'0'91,"0"0"-45,0 0-20,0 0 16,0 0 33,0 0 450,0 0-232,0 0-166,0 0-78,0 0 13,0 0 62,4 0 38,-4 0-32,0 0-71,0 0-30,0 0 16,0 0 30,0 0 12,0 0-3,0 0-16,0 0-22,0 0-4,0 0 6,0 0-6,0 0 3,0 2-6,0-1-7,0 1 4,0 0-1,0 2 1,-4 0-1,2 1-3,-2 0-9,-2 2 3,1 1-10,-1-1-15,-2 0 2,0 0 0,-3 1 13,3 0-14,0-1-2,-2 0 0,1-1 0,3 0 0,-2 0 1,0-2-1,1 0-1,3 0 1,0-2 1,0 0 2,2 0-3,0-1-3,2 0 2,0-1-1,0 0 1,0 0 0,0 0 0,0 0 0,0 0 0,0 0-2,0 0-13,0 0 0,0 0 14,0 0 1,0 0 1,0 0 0,0 0-1,0 0-1,0 0 0,0 0 1,0 0 0,0 0-1,0 0 1,0 0-1,0 0-2,0 0 1,0 0 0,0 0-10,0 0 10,0 0-10,0 0-3,2 0-3,0 0 2,0 0 1,-2 1 16,4 1 13,0 0 0,2 1-12,-1-1 12,1 0-12,0 2 1,0-3 11,2 3 0,1-1-12,-1 1 1,2 2 1,1-2-2,-1 0 3,0 0 12,3 1-16,-3 0 2,0-2 0,1 2 0,-1-1-1,0-1 1,-1 1 0,-1-1-2,-2 1-2,2-1 0,-1 0 1,-1 0 1,-4-1 1,4 0-1,-4 1 0,2-1 0,-4 1 0,4-1-2,-4-1-17,3 0 16,-3 0-23,0-1-6,2 1-4,-2-1-25,0 0-13,0 0 0,0 0 12,0 0-6,0 0-13,0 0-19,0 0-13,-2 0-24,-1 2-32,-1-1 36,0 1-88,-2 1-105,0-1-71,0 1-53,-1-2 190,45-15 260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15:27.761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72CDB0C-2C05-4B38-931C-8FB4CD5A0A57}" emma:medium="tactile" emma:mode="ink">
          <msink:context xmlns:msink="http://schemas.microsoft.com/ink/2010/main" type="writingRegion" rotatedBoundingBox="3909,8691 15028,8693 15027,9781 3908,9780"/>
        </emma:interpretation>
      </emma:emma>
    </inkml:annotationXML>
    <inkml:traceGroup>
      <inkml:annotationXML>
        <emma:emma xmlns:emma="http://www.w3.org/2003/04/emma" version="1.0">
          <emma:interpretation id="{41F750FF-BCCE-41B2-AF86-970AAD7B41FB}" emma:medium="tactile" emma:mode="ink">
            <msink:context xmlns:msink="http://schemas.microsoft.com/ink/2010/main" type="paragraph" rotatedBoundingBox="3909,8691 15028,8693 15027,9781 3908,978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F5ED2A1-01E1-42A9-A03C-33379D1D6609}" emma:medium="tactile" emma:mode="ink">
              <msink:context xmlns:msink="http://schemas.microsoft.com/ink/2010/main" type="line" rotatedBoundingBox="3909,8691 15028,8693 15027,9781 3908,9780"/>
            </emma:interpretation>
          </emma:emma>
        </inkml:annotationXML>
        <inkml:traceGroup>
          <inkml:annotationXML>
            <emma:emma xmlns:emma="http://www.w3.org/2003/04/emma" version="1.0">
              <emma:interpretation id="{C54C5E69-0FE6-4577-A604-3F2BC8928EA4}" emma:medium="tactile" emma:mode="ink">
                <msink:context xmlns:msink="http://schemas.microsoft.com/ink/2010/main" type="inkWord" rotatedBoundingBox="3909,8691 6458,8692 6457,9730 3908,9729"/>
              </emma:interpretation>
              <emma:one-of disjunction-type="recognition" id="oneOf0">
                <emma:interpretation id="interp0" emma:lang="en-US" emma:confidence="1">
                  <emma:literal>parental</emma:literal>
                </emma:interpretation>
                <emma:interpretation id="interp1" emma:lang="en-US" emma:confidence="0">
                  <emma:literal>Parental</emma:literal>
                </emma:interpretation>
                <emma:interpretation id="interp2" emma:lang="en-US" emma:confidence="0">
                  <emma:literal>parented</emma:literal>
                </emma:interpretation>
                <emma:interpretation id="interp3" emma:lang="en-US" emma:confidence="0">
                  <emma:literal>Parented</emma:literal>
                </emma:interpretation>
                <emma:interpretation id="interp4" emma:lang="en-US" emma:confidence="0">
                  <emma:literal>parentage</emma:literal>
                </emma:interpretation>
              </emma:one-of>
            </emma:emma>
          </inkml:annotationXML>
          <inkml:trace contextRef="#ctx0" brushRef="#br0">7 66 45,'0'-3'68,"0"1"-35,0 0 7,0 0-40,0 0-20,0 1 20,0-1 4,0 2 9,0-1 0,0-3 303,0 2-225,0 0-89,0-1 57,0 1 26,0 1 48,0-1 1,0 0-98,0-1-16,0 1-17,0-1 49,0 2 33,0-3 9,0 2-55,0 0-6,0-1-4,0 1 52,0 1-6,0-1-36,0 1 20,0-1-14,0 1 23,0 0 4,0 0-1,0 0-15,0 0-18,0 1 8,0-1 22,0 1-3,0 0 6,0 0 0,0 0-6,0 0-7,0 0-3,0 0-6,0 0-7,0 0 0,0 0-7,0 1-3,0 0 0,0 0-3,0 0-3,0 1 0,0 0-4,0 0 1,0 0-11,-3-1-12,3 2-23,-3 0-3,3-1-15,0 4 2,0 1 39,0 2 0,0 2 0,0 2 2,0 3 24,0 1-26,3 1 19,0 1-19,-3 0-1,6 1 0,-3 2 1,0-1 13,1 3 0,-1-2-11,-3 1-1,0-1-2,6 0-24,-6-2 22,0 0 6,3 0-6,-3-1 16,0 1-13,3-1 3,0-1-1,-3-1-1,0 1 15,0-4-12,3 2-4,0-3 0,-3-1-16,0 0 13,0-4-32,3 0 3,-3-1-10,0-2 7,0-1 15,0-1-15,0-2-27,0 1-2,0-1 12,0-1-32,0 0-13,0 0 3,0 0 0,0-4 23,0 1 22,0-2-13,0-2-19,0-3-205,-3-1-183,3-6-4,-6-2 98,6-2 255,0-2 41</inkml:trace>
          <inkml:trace contextRef="#ctx0" brushRef="#br0" timeOffset="539">16 54 30,'0'0'252,"0"0"341,0 0-251,0 0-166,0 0-20,0 0 36,0 0 42,0 0-20,0 0-88,0 0-48,-3-27 12,3 25-22,0-1 22,0 0-28,0 1 15,0-2-32,0 2 55,0-2-1,3-2-99,0-2-3,4-1-16,2 0 6,6 0-6,-2 0-14,2 1 11,1 2-13,-1 1 9,1 3 10,2-2-10,-2 3 13,3 1 13,-4 0 16,1 0-16,-4 3-1,3 2-31,-5 3-16,-1 2 25,0-1-25,-2 3-20,-1 1 42,-6 1-38,0 1 44,0 1 19,0 0 1,0-2-1,0 0-37,-6 0 2,-1-1 33,4 0-20,-6-3 21,0 0 0,2-2-18,-2 0 20,0-2 16,3 0 10,-4-2-9,1-1 15,3-1-10,0-1-18,-1-1 15,1 0-12,3 0-7,-3 0-11,0-3 9,3 1-12,-4-2-22,4-1 10,-3 2 0,0-3-110,3 3 81,-3-1-39,-1 3 0,4-1-39,0 2-94,-6 0-193,3 0-118,0 0 20,-1 0 436,4 0-6</inkml:trace>
          <inkml:trace contextRef="#ctx0" brushRef="#br0" timeOffset="1408">596 100 86,'0'0'59,"0"0"-33,0 0 3,0 0 72,0 0 649,0 0-356,0 0-235,0 0-87,0 0 29,0 0 55,0 0 3,0 0-17,31-29-45,-31 24-9,0 2-72,0-3 32,0 1 14,0 0 9,0 2-16,-3-3-1,0 2-34,-3-2 15,3 2-19,0-2 19,-4 4 1,4-1 6,-3 3-7,3 0 19,0 0-31,0 0-20,0 0 20,-4 0-20,4 0-3,-3 0-23,0 0-6,0 0-9,0 0-1,-4 3 1,-2 0 9,3 3 16,-7-2-3,1 3-3,2 1 6,-2 0-3,-1-1-4,4 0 8,-1 2 8,1 0-5,6 1 9,-4 3 0,1-2-12,0-1-20,3 2 19,3 0-19,-1-2 12,1 2-22,3-2-3,0 0-23,0-2 39,3 0-16,4 0-4,2-1-25,0-1 29,4-1-24,-4 1 24,3-3 29,1-1 6,-1-1 10,4-1 0,-7 0 23,6 0-23,1-4 10,-4-3 9,4 1-19,-4-3 0,1 1 1,-4-4-1,0 1 26,1-1-23,-4-2-1,0 1 18,3-1 6,-9 0-52,3-1 52,-3 2-26,0 1 32,0 1-30,0 2 27,0 1-9,-3 3 12,0-1 33,0 5-10,0 0 0,3 1-3,0 0 22,0 0-13,0 0-22,0 0-23,0 0-14,0 1-2,0 0 0,0 0-19,0 1 6,0 1-16,0-1-10,0 2 0,0 2 37,0 2 2,0 1 20,0 4-1,6 0 1,-3 0-17,0 2-3,4-2 1,-1 2-1,-3 0 0,3-1 31,0 0-18,-3-2-13,4 0-47,-4 0-20,3-3-46,-6 0 19,6-4-32,-3 1-30,0-3-110,3-1-88,-6 0-37,0-2-101,4 0 32,-1 0 418,-3-7-66</inkml:trace>
          <inkml:trace contextRef="#ctx0" brushRef="#br0" timeOffset="2328">736 2 102,'0'0'82,"0"0"-82,0 0 1084,0 0-726,0 0-130,0 0-40,0 0-20,0 0-3,0 0-19,0 0-36,0 0-39,3 3-23,-3-2-6,0 1-13,0-1-27,0 1-2,0-1-29,3 4-13,0-1 42,0 4 19,3 1-18,1 2 19,-1 2-7,0-1 48,0 3-59,0 1-2,-6-1-13,7 0-29,-4 1 16,-3-2 1,3 1 2,0-4 1,-3 0-46,0 0 32,0-3 17,0-1-39,0-1-3,0-3 32,0 0-36,0-2 29,0-1 36,0 0 0,0 0 42,0 0 7,0 0-10,0-5 6,6 0 19,-3-2-64,-3-2 1,0-2-2,3-1-14,0-2-1,0-2-2,1 0 17,2-3-47,0 1 23,3-1 5,4 2 19,-1 0 1,-3 3 8,4 0-8,-4 4-20,3 1 20,-5 3 0,2 2 26,-6 3-6,0 0 5,0 1-12,0 0-9,0 0-3,-3 0-1,4 0 0,-1 1 22,0 1 7,0 2 4,3 0-30,0 1 19,0 1-19,1 0 22,-1 1-24,3-1-1,0 1-2,-2 0-1,2-2 1,0 2 2,-3-1 0,4-1 14,-1 1-12,0 0 0,1-1 8,2 0-10,0-2 0,-2-1-32,5-1 28,-2-1-28,2 0 9,-2 0 7,5-2 14,-2-3-11,-1-2 11,-2 0-27,2-2 3,-6 2 26,1-2 0,-4 0 2,3 0 18,-9 1-7,3-1 6,-3 0 17,0 2-36,-3-1-19,-6 2 16,0 3 3,-4 0 0,1 1 50,-4 2-50,7 0-20,0 0 7,-7 0 13,7 2 30,0 3-30,-4 2 1,1 1 1,-4 2-2,1-1 1,2 4 31,-2 0-3,-1 0-3,4 2-26,0-1-1,2 2 1,1 1 10,0-3-10,2 1-3,4 0-10,-3-2 26,6 1-13,0-2 0,0-1-16,0 1-23,6-1 36,4-2-58,-1 0 41,3-1-22,1-2 0,5-1 42,-2-2-12,6-1-8,-4-2-12,7 0 9,3 0 4,-3-7-39,0-1-53,2-1-44,-2-2-17,-3-1 0,-3 0-43,-1-1-114,-5-2-75,-1-1-56,-3-2 284,-3 0 56,1-1 112</inkml:trace>
          <inkml:trace contextRef="#ctx0" brushRef="#br0" timeOffset="3299">1390-21 159,'0'0'23,"0"0"12,0 0 1000,0 0-612,0 0-231,0 0 5,0 0-5,0 0 12,0 0 5,0 0-44,-6-8-63,6 12-25,0-1-9,0 0-30,0-1-38,-3-1 0,3 1-13,0 2 10,0 1 3,0 2 0,0 2 20,0 1-20,0 2-28,0 0 28,0 1 6,0 1 10,0 0-13,3 0 16,-3 2-18,0-2 1,0 0 0,3-1-1,0 0 18,0-1-18,-3-1-1,3-2-35,0 0-48,0 0 50,-3-2 21,3-2-62,-3-1 16,4-3 3,-4 0 1,0 1 28,0-2 23,0 0-13,3 0 16,-3-2 12,6-2 50,-6-3 31,0 0-77,3-3-16,0-1-18,0-4 17,3-1-21,-3-2 22,4-2 0,2 0-15,-6-1-17,6 1 31,1 0-2,-4 3-46,3 3 37,-3 1 12,1 3-4,-4 4 4,3 1 22,-6 3 7,3 2 9,-3 0-38,0 0-14,0 0-27,3 0-8,0 2 4,3 3 45,1 0 55,-1 3 19,3 1-32,-3 2-14,4 1-27,-1 0 27,-3 2-27,3 0 15,-2 2-16,-1 1-13,0-3-3,0 3 3,0-1-13,1-1 4,-1-2-10,0 0-42,-3-2 3,0-2 16,0-2-19,0-2-20,1-1-32,-1-1-7,3-2-45,-3-1-46,3 0 48,-6 0 4,6-1 74,1-4 95,-1-3-33,0 0-91,3-4-43,4-1-64,-4-3 9,3-2 147,-2-2-43,-1-4-23,0-2 95,1-3-42,-1-1 78,0-4-23,0 1 36,-2 1 26,-1 1-6,0 1 131,-6 2-149,0 1 166,0 0 422,0 1-170,-6 0-231,-3 3 2,2 1 76,1 4-18,0 4-29,-3 1-45,6 3-44,-4 3 17,4 4 3,0 1 9,0 2-42,3 0-51,-3 0-42,3 0-6,0 0-3,0 1-16,0 0 0,0 1-41,0 4-10,0 1-3,0 3 35,0 4 19,0 3 0,0 3 1,0 2 25,0 3-26,0 0 22,0 2 13,0 2-22,3 0-10,0-1-3,0 3 23,0 1-4,0 0-16,1 2-3,-1 0 3,3 0-6,0 1-29,0-1 7,0 0-61,-2 0 16,5-4 2,-3-1 11,0-2-58,-3-2 15,4-2-6,-7-4-13,6-3 19,-3-5-26,-3-2-32,3-4-14,0-2-39,0-3 23,-3 0-154,3 0-26,0-1 20,-3-7-1,0-3 176,3-3 72,1-2 68</inkml:trace>
          <inkml:trace contextRef="#ctx0" brushRef="#br0" timeOffset="4448">1650 115 229,'0'0'3,"0"0"-3,0 0 639,0 0-180,0 0-169,0 0-56,0 0-69,0 0-45,0 0-81,0 0 16,47 5 13,-25-5-26,2 0-16,4-3-23,6-4 10,1 0-12,-1 1 1,-3-2-2,0 1-3,0-1-23,0 0 10,-3 1-39,-4 0 26,1-1-3,-3 0 12,-7 1 7,-2 2 13,-4-1 3,-6 3 33,0 0 26,-3 2 25,0 1 13,0-1-42,-6 1-6,-3 0-26,0 0 38,-1 0-22,1 0-42,6 0-32,-7 0 19,1 1 11,3 5 1,-6-2 1,-1 2-16,4 2 3,-7 1 0,1 0 0,2 3 0,-2 1 13,3-1 19,-4 3-16,1-1-3,5 1 0,-5-1-23,5 1 20,4-1 3,-3-1 13,3-1-13,3 0-20,0-1 17,3-1-10,0-2-55,0-1 17,3-1-4,6 0-33,0-1 50,7-2 2,-7-2 36,7-1 25,-1 0-25,1 0-1,5-3-1,-5-3-28,2-2-12,4 0 13,-3-1 10,-4 0 0,1-1 18,-4-1 2,-3-1 0,4 0 22,-7-1-23,0 0 26,-3 1-4,-3 1-21,0 0 20,0 2-19,0 3 24,0 0 3,0 4 10,0 1 33,0 0-5,0 1-15,0 0-13,0 0-23,0 0-13,0 1 0,0 0 1,0 1-3,0 2-1,0-2-3,0 3 3,0 0 12,0 1 14,0 2-13,3-1-1,7 1-11,-7 2-2,3 0-1,0-2 2,4 3 1,-1-3 12,-3 0-13,3-1-45,1-1-7,-1-1-9,3-1 25,1-1 23,-4-1 0,3-2-22,1 0 6,-4 0-20,7 0 10,-4-4 38,0-3-12,7-2-39,-3-1 13,-7-2 33,6-3 6,-5-2 2,-1 0 31,-3-3-21,3-1 50,-5-3-13,2-2 6,-6-1-20,3-2-22,-3-3-10,0 0-2,0-1 22,0 0-21,0 0-1,0 3 32,-3-2-4,-7 4 35,1 1-48,3 2 36,-3 2 19,-4-1-16,1 4 15,3 3 1,-1 3-4,4 5 52,0 4-36,0 1 10,3 4-20,-1 0-32,4 0-25,0 0-13,-3 0-3,3 1-23,-3 3-28,3 3-16,-3 3 23,-3 3 44,3 4 2,-3 2-2,3 3 3,-1-1-2,1 1 37,3 3-12,0 1 9,0 2-35,0 0 6,0 4 7,7-1-14,-1 3 1,0 1-16,0-1 15,3 0-15,-2-1 13,2 0-19,0-1-23,-3-1 3,1-2-41,-1-3 19,0-2 0,3-1-26,1-2-19,-1-1-23,-3-3 22,3-3-38,4-3-37,-7-3 20,3-3-56,-2-2 0,2-2-52,0-1 64,7 0 33,-7-1-120,6-7-167,1-4 404,3-3-39</inkml:trace>
        </inkml:traceGroup>
        <inkml:traceGroup>
          <inkml:annotationXML>
            <emma:emma xmlns:emma="http://www.w3.org/2003/04/emma" version="1.0">
              <emma:interpretation id="{46C7D6E3-1461-498B-AA08-D0AF03C27158}" emma:medium="tactile" emma:mode="ink">
                <msink:context xmlns:msink="http://schemas.microsoft.com/ink/2010/main" type="inkWord" rotatedBoundingBox="6879,8971 8262,8972 8261,9781 6878,9780"/>
              </emma:interpretation>
              <emma:one-of disjunction-type="recognition" id="oneOf1">
                <emma:interpretation id="interp5" emma:lang="en-US" emma:confidence="1">
                  <emma:literal>Gen:</emma:literal>
                </emma:interpretation>
                <emma:interpretation id="interp6" emma:lang="en-US" emma:confidence="0">
                  <emma:literal>Gen.</emma:literal>
                </emma:interpretation>
                <emma:interpretation id="interp7" emma:lang="en-US" emma:confidence="0">
                  <emma:literal>Gen'.</emma:literal>
                </emma:interpretation>
                <emma:interpretation id="interp8" emma:lang="en-US" emma:confidence="0">
                  <emma:literal>Gran:</emma:literal>
                </emma:interpretation>
                <emma:interpretation id="interp9" emma:lang="en-US" emma:confidence="0">
                  <emma:literal>Gen.:</emma:literal>
                </emma:interpretation>
              </emma:one-of>
            </emma:emma>
          </inkml:annotationXML>
          <inkml:trace contextRef="#ctx0" brushRef="#br0" timeOffset="6584">3446-116 39,'0'0'101,"0"0"-71,0 0-4,0 0-7,0 0 672,0 0-251,0 0-245,0 0-90,0 0-21,0 0-19,0 0 62,-3-3 28,-1-1-54,1 2-46,3-2-23,-3 1 23,0 0 26,0 0-32,0 0 9,-3 1-6,3 0 22,-4 1-13,1 0-42,0 0 33,-3 1-33,3 0-17,-7-2-2,4 2-19,-7 0 3,1 0 15,-1 0 1,1 4 0,-4 1 0,1 1-3,-1 2 3,-3 1 1,4 1 2,-4 2 32,0 3-22,7 2-13,-4 0 2,1 2-2,-1 0 4,4 2-4,-1 2 3,1 0 11,-1 1-14,7 1-13,-7 1 12,7-3-2,0 1-26,2-2-10,4-3 0,3 1-22,0-3 0,0 0 12,6-1 1,7-1-17,2-1 30,1-1-20,9-2-7,0-3-15,2-1 60,4-2-44,-3-3 12,6-2-35,-6 0-59,3 0-13,-6-4-82,0 0 14,0-3-27,-4-1-72,-5 0-22,-1-2 175,-2 1 111,-7-3 59,0 0-3,-3 0 3,-3 2-23,3 0-17,-3 2 40,0 2 14,0 2 97,0-1-88,-6 4 19,3 1-22,0 0 16,0 0 746,0 0-459,3-1-148,0 1-2,0 0-11,0 0 17,0 0 5,0 3-57,0 2-72,0 2-26,0-2 32,0 3 30,0 1-17,0 1-10,0 0 13,0 2-57,0-1 1,0 1-20,0 1 34,0 1-16,3 2 7,0 1-24,3 1 1,-3 0 14,4 2-15,-4 0-3,0 1 2,3-1-2,-3 0-17,0-1-27,3 1-16,-6-2-23,0-1-9,3-2-11,-3-3-18,0-1-24,0-2-78,0-2-35,0-1-119,-3-5-104,-6-1-124,0 0 427,3 0 55</inkml:trace>
          <inkml:trace contextRef="#ctx0" brushRef="#br0" timeOffset="7883">3195 261 229,'0'0'46,"0"0"22,0 0 705,0 0-441,0 0-133,0 0-63,0 0-12,0 0 15,0 0-29,0 0-51,105-15-40,-80 12 4,3-2 9,-4 1-12,7-1-4,-3 1-16,-3 0 0,3 1 0,-3 1 0,0-3 0,-10 3 1,1-1 0,-1-1-1,-2 4-1,-7-1-1,-3 0-2,0 1 4,0-1 2,-3 1 33,0 0 14,0 0-20,0 0-7,-6 0-22,3 2 0,-3-1-1,-1 3-2,4-1-42,-6-1-7,6 3 52,-3 2 23,0-1-21,-4 3-2,1 0 1,0 1-1,-1 0 0,4 0-2,0-2-14,3 1 12,3-2-15,0 0 19,0-1-16,0-2 13,3 0-1,6-1-41,1-3 22,-1 1 7,3-1 16,4 0 26,-1 0-5,4 0-21,-4 0-4,1-1-15,2-5-23,-5 0 0,2 0 12,-5-2 14,2 0 0,-3 1 16,-6 0 2,4-1 34,-7 1 3,0 0 8,0 2-46,0 0-1,-3 2 36,-7 1 11,4 0-45,0 2 42,0 0-5,-1 0-38,-2 0-2,0 3-2,0 1 3,-7 2 47,7 1-8,-7 2-1,4 1-2,-1 0-14,1 0-5,3 2 12,3-1-7,-4 2-20,1-1 15,3 2-16,0-3 0,2 1-1,1 0 16,3-1-3,0-1-13,0 1-19,7-3-6,2-1-1,0 0-19,4-1 9,2 0 4,4-3 19,-1 1 13,4-3-26,3-1 0,-7 0-32,7 0 13,-6-5-17,2 0-12,-2-3-1,0 0 17,-1-2-23,-2-1 22,-1-2 33,-5-1-6,5 0-1,-6 0 33,-2 0-60,-1-1 59,-3 1-18,-3-1-13,0 3-4,0-1 34,0 2 2,-3 2 3,-3 0 101,-1 1-91,-2 2 10,3 1 77,3 1 8,-3 1-5,2 1-22,1 2 42,0 0-29,3 0-39,0 0-7,0 0-2,0 0-1,0 3-6,0-1-39,0 1-4,0 0-34,0 1-10,0 1 48,0 2 23,0 2 16,0 0-20,0 2-19,0-1-1,0 3 0,3 0-1,0 1-24,1-1 26,2 1-3,-3-1-33,0 1-19,0-2 16,3-1-19,-3 0 13,0-3 3,1-1-16,2 0-59,-6-2 56,3-2-20,-3-1-36,3-2 36,-3 0 33,0 0 48,0 0 45,0-1 14,0-5-30,6 0-26,-6-3-3,3-3 75,0 1-52,0-3-7,1 0 7,-1-2-10,0 0-10,3 1 42,0-2-34,0 0-11,1 0-13,-1 0 10,3 3 3,-3 1-13,4 3 3,-1 1 10,0 4 16,1 0-3,-1 2 3,0 0-9,4 3 42,-7 0-46,6 0-1,-3 0 24,1 0 9,2 6 14,-6 0-17,4 0 27,-4 3 12,3 2-20,-3 0-12,1 2-20,-4 2-19,3 0 2,-3 0 6,3 1-8,-3-1-13,0-1 13,0 0-13,1-2-22,-1 0-17,-3-1-9,0-2-10,3-2-30,-3-1-32,3-3-9,-3 1-30,3-2-14,-3-2-93,0 0-70,0 0-186,0 0 281,0-7 104,6-1 87</inkml:trace>
          <inkml:trace contextRef="#ctx0" brushRef="#br0" timeOffset="8601">4329 130 142,'0'0'40,"0"0"-40,0 0 123,0 0 363,0 0 3,0 0-105,0 0-79,0 0-91,0 0-65,0 0 7,0 0-8,0 0-16,0 0-22,19 12-5,-19-11-12,0 0-19,0-1-4,0 1-9,0-1-10,0 0-16,0 0-16,0 0-17,0 0-2,0 0-3,0 0-13,0 0-28,0 0-55,0 0-64,0 0-69,0 0-96,-6 0-281,0-2-581,-4-1 688,32 8 300</inkml:trace>
          <inkml:trace contextRef="#ctx0" brushRef="#br0" timeOffset="8110">4339 363 162,'0'0'42,"0"0"4,0 0 446,0 0 105,0 0-214,0 0-87,0 0-95,0 0-49,0 0-19,0 0-14,0 0-35,15 5-42,-15-5-33,0-4-9,0 0-80,0 0-36,0 1-59,-3 1-87,-3 0-189,0 0-200,-7 0-119,7 1 650,25 20-13</inkml:trace>
        </inkml:traceGroup>
      </inkml:traceGroup>
    </inkml:traceGroup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17:50.88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A4DD9C8-56B0-44F2-9FF2-C6181B7972E1}" emma:medium="tactile" emma:mode="ink">
          <msink:context xmlns:msink="http://schemas.microsoft.com/ink/2010/main" type="writingRegion" rotatedBoundingBox="14525,15993 25290,15332 25362,16506 14598,17168"/>
        </emma:interpretation>
      </emma:emma>
    </inkml:annotationXML>
    <inkml:traceGroup>
      <inkml:annotationXML>
        <emma:emma xmlns:emma="http://www.w3.org/2003/04/emma" version="1.0">
          <emma:interpretation id="{ED3A9AF4-FF58-46A0-9F7A-F41DA4CA746E}" emma:medium="tactile" emma:mode="ink">
            <msink:context xmlns:msink="http://schemas.microsoft.com/ink/2010/main" type="paragraph" rotatedBoundingBox="14525,15993 25290,15332 25362,16506 14598,1716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C4EAECC-AB26-4D4C-BBE9-F2E2EDDEC8BE}" emma:medium="tactile" emma:mode="ink">
              <msink:context xmlns:msink="http://schemas.microsoft.com/ink/2010/main" type="line" rotatedBoundingBox="14525,15993 25290,15332 25362,16506 14598,17168"/>
            </emma:interpretation>
          </emma:emma>
        </inkml:annotationXML>
        <inkml:traceGroup>
          <inkml:annotationXML>
            <emma:emma xmlns:emma="http://www.w3.org/2003/04/emma" version="1.0">
              <emma:interpretation id="{DAA08E9D-4E95-4657-90FB-C6209513ECCA}" emma:medium="tactile" emma:mode="ink">
                <msink:context xmlns:msink="http://schemas.microsoft.com/ink/2010/main" type="inkWord" rotatedBoundingBox="14539,16218 16371,16105 16415,16823 14583,16935"/>
              </emma:interpretation>
              <emma:one-of disjunction-type="recognition" id="oneOf0">
                <emma:interpretation id="interp0" emma:lang="en-US" emma:confidence="1">
                  <emma:literal>Round</emma:literal>
                </emma:interpretation>
                <emma:interpretation id="interp1" emma:lang="en-US" emma:confidence="1">
                  <emma:literal>Rouen d</emma:literal>
                </emma:interpretation>
                <emma:interpretation id="interp2" emma:lang="en-US" emma:confidence="0">
                  <emma:literal>Round d</emma:literal>
                </emma:interpretation>
                <emma:interpretation id="interp3" emma:lang="en-US" emma:confidence="0">
                  <emma:literal>Roun d</emma:literal>
                </emma:interpretation>
                <emma:interpretation id="interp4" emma:lang="en-US" emma:confidence="0">
                  <emma:literal>Rerun d</emma:literal>
                </emma:interpretation>
              </emma:one-of>
            </emma:emma>
          </inkml:annotationXML>
          <inkml:trace contextRef="#ctx0" brushRef="#br0">96 159 112,'0'0'29,"0"0"10,0 0-3,0 0-13,0 0 10,0 0 325,0 0-2,0 0-237,0 0-118,0 0 80,-6-22 94,6 20 11,-4-1-105,4 1-77,0 1 67,0 0 27,0 0-17,-3 1 0,3 0 0,0 0-3,0-2 0,0 2-4,0 0 4,0 0-10,0 0-7,0 0-12,0 0-11,0 0-5,0 0-1,0 0-9,0 0-4,0 0-3,0 2-13,0 0-2,0-1-1,0 0-16,0 0-10,0 0-9,0 0-17,0 1-12,0 1-4,0 3 16,0 1 51,0 4-15,0 1 16,-3 1 35,0 0-35,0 0-9,0 1 9,3-1 0,0 1 1,0-1-3,-3 2 15,3-2-4,-3 2-9,0 0 1,3-1 0,0 0-1,-3-1 0,-1 0 12,1-2-12,3-1-3,0-1-55,0 0 32,0-2-29,0-1 22,0 1-57,-3-2 61,3 0-1,0-1-39,0-2 67,0-1-57,0 0-49,0 0-2,0-1 38,0 1 11,0-1-11,0 0-26,0 0-22,0 0 0,-3 0 12,3 0 27,0 0 12,-6-1 17,3-1 52,3 0 0,-3-3-42,0-1-46,3-1-56,-3-3-61,3-1-7,0-1 101,0 0 98,0-1-3,0 1 16,0 0-49,0 0 29,0 2 20,0 0 16,0 1 69,0 0 104,0 0-189,0 1 56,0 2-46,0-2 277,0 1-46,0 0-33,0 1-71,0-1 39,0-1-62,0 1 55,0 0 13,0 2-104,0-1 6,0-1-42,0 1-19,0-1 81,0-1-33,0 0-26,0 1 27,0-1-53,0 1 33,0-2 16,0 0-26,0 1-17,6-1-9,0-1-3,0 1 29,0-1-41,4 1 12,-1-2 7,0 1-8,-3 2-8,7-1-4,-1 2 0,1-1-4,-1 1-12,1 1 0,-1 1-2,0 0 18,-2 3 0,-1 0-13,3 0 10,-2 2 2,2 0-15,0 0-10,-2 0-6,2 0 3,-3 0-4,1 4 20,-1 2-29,0-1 10,1 4 13,-4 0 2,3 0-18,-3 2 19,1 0-56,-1-1-44,-6 3 90,3 0-3,-3 0-17,0 2-15,0-1 22,-6 1-7,-7 0-12,4-1 58,-10 1-20,7-3 11,-4-1 9,-2 1 21,-1-3-21,1 0 20,-4-1-20,3-3-25,1 1-8,-4-2 32,3 0-18,-2 0 6,-1-3-33,6-1 46,1 0-26,3 0 10,2 0 16,4 0 14,0 0 19,3 0 28,3 0 14,-3 0-10,3 0-10,0-2-19,0 1-4,0-1 36,3 1 7,3 1 6,-3-1-39,0 1 7,0-1-33,-3 1 0,0 0 13,3 0-26,-3 0-3,0 0-26,3 0-19,-3 2 9,0 0-6,4 1 4,-1-1 5,3 3 30,0 2 3,0 0 19,4 0 1,2 1 0,-3 1-18,4 0-2,-1 0 0,1 2 17,2 1-12,-3-1-5,4 2 0,-4-1 0,4-2 0,-4 0-16,1-1-33,2-1-12,-6 0-30,1-1 49,2 1-39,-3-2-36,1 0-56,-4-1-41,3 1 57,-3-1-113,1-1-98,-1-1-37,-3-3 213,3 0 150,-3 0 33</inkml:trace>
          <inkml:trace contextRef="#ctx0" brushRef="#br0" timeOffset="747">375 331 36,'0'0'130,"0"0"-84,0 0-26,0 0 6,0 0 635,0 0-286,0 0-206,0 0-61,0 0 2,0 0 24,9 0-5,-9 0-31,0 0-40,0 1-29,0 1-6,0 0-12,0 0-11,0 0-16,-6 4-10,3-2 26,0 4 39,0 1 7,0 0-44,3 1-2,-4 0 49,1 1-30,0-3-16,3 2-3,0 0 17,0-2-17,0 2 38,0-1-5,0-1-17,0 1 20,0 0-36,0-2 0,6 1 16,1-1-13,2 0 10,0-2-11,1 1-2,2-3 2,-3 2 8,4-2-10,-1 0 0,4-2-34,-4 0 34,3-1 0,-2 0-17,-1 0 1,4 0 16,-7 0 0,0-4 0,1 1 0,-1-3 1,-3 0 32,-3 0-14,0-1-6,1-1-13,-4 1-19,0-2-40,0-2 40,0 4-20,0-4 10,-7 2 26,4 0-20,-6-1-28,3 1 50,-4-2-16,4 2 17,-3 1 39,3 0-23,-1 2 7,1-1-23,-3 1-7,3 1 7,0 1 92,-1 0-92,1 1-45,0 1 6,3 0 0,-3 2 3,3-1 14,-7 1-17,7 0-7,-3 0 11,0 0 2,3 0-3,-4 0-19,4 0 13,0 0-26,-3 0-4,3 0 1,0 1-7,0-1-13,0 2-33,3-1-19,0 2-49,-3-2-20,3-1-75,0 0-68,0 0 240,0 0 53,0 0 32</inkml:trace>
          <inkml:trace contextRef="#ctx0" brushRef="#br0" timeOffset="1544">632 336 105,'0'0'53,"0"0"-24,0 0 17,0 0 527,0 0-51,0 0-226,0 0-121,0 0-12,0 0 12,0 0 13,13 0-46,-13 0-51,0 0-27,0 0-6,0 0 0,0 1-13,0 0-16,0 0-10,0 0-19,0 0-1,0 2-21,0 0-17,0 0-3,0 3 12,0 1 30,0 1 33,0 2-30,0-1-2,0 1 43,0-1-44,0 1-1,0-1-10,0 0 11,0 1 13,0-1 0,0 1 0,0-1-13,0-1-6,0 0 5,0-1 1,3-1-16,0 1-3,0-2-1,0 0-18,3-1 9,-3 0-20,0-2 17,7 0 31,-7-1-31,6-1 19,-3 0 10,7 0 3,-1 0-13,1 0-29,-1 0 41,3-4-41,-2-1-13,-1-1 9,1 0 44,-1 0-46,-3-1 32,1-1 14,-1 0-23,-3-1 23,-3-1 2,0 0 3,0-1-3,-3-1-13,0 0 0,0 0 26,0-2 6,-3 1-19,-3-1-13,3 3 13,0 1 39,-3 1 13,3 1-10,0 3 3,-1 1 62,1 3-33,3 0 0,-3 1-22,3 0-23,0 0-10,0 0-3,0 0 0,0 1-6,0 0-10,0 0-32,0 2-4,0 0-18,0 1-11,0 0 4,0 1 37,-3 2 24,3 0 39,0 3-17,0 0 14,0 0-4,0 1 14,0-2-44,0 2-2,0-1 21,0 1-21,0 0-3,0 0-23,6 1 26,-3-3 0,4 1-1,-4-1-32,3 0 10,0 0-19,3-1-19,1-2 57,-4 1-70,3 0 10,1-2-30,-4 0 10,3-1-10,0 0-10,1-2-7,-1-1-28,-3-1-131,7 0-101,-4 0-30,-3-3-166,0-5 426,4-1 102</inkml:trace>
          <inkml:trace contextRef="#ctx0" brushRef="#br0" timeOffset="2276">992 289 189,'0'0'0,"0"0"0,0 0 26,0 0 268,0 0 302,0 0-280,0 0-196,0 0-38,0 0 25,0 0 13,-3 11-29,3-8-32,0 2 2,0 0 1,0 3 22,0 1 13,0 1-38,0 0-1,0 1 16,0-1-49,0 1-24,0 0 27,0 0-28,3 2 13,-3-1-11,3 0-2,0 1 1,-3-2-1,6 1-19,-3 1 19,-3 0 14,3 0-12,1-3-4,-4 1 1,3-1 0,-3-1-16,3 0-34,0-2 9,0-2-10,-3-1-48,0-1 38,0-2 45,0 2 15,3-2-16,-3-1-3,0 0 21,0 0 42,3 0 29,-3 0 13,0-4 17,0 1-5,0-4-18,0-2-77,0-1-1,3-2-36,0-1 7,1-1 26,2-1-58,-3 1 35,6-2-6,-6 1-49,7 1 39,-4 0 19,3 2-48,-3 0 55,4 2 16,-4 3 0,3 0 26,-3-1 16,4 1-39,-1 1 52,-3 2-32,3 2-7,-2-1 6,-1 2-5,0 0 5,0 1-18,0 0 12,1 0 9,-1 0-21,0 0-4,0 5 0,0-1 0,1 2 9,2 1 14,-3 0-7,3 1 10,-2 1-13,-4 0 22,6 2-10,-3 0-24,0-1-2,1 3 0,-1-1-5,0-1 3,0 0 3,-3 1-19,3-1 0,-2-1-23,-1 0 19,0-1-41,0 1 25,-3-2 6,0-1-22,0-1-29,0 0-32,0-1-8,0 0 1,0-2-17,0 0-78,0-1-29,0-1-30,0-1-75,3 0-107,0 0 338,6-6 46,-2 0 64</inkml:trace>
          <inkml:trace contextRef="#ctx0" brushRef="#br0" timeOffset="3138">1761 423 77,'0'0'98,"0"0"-52,0 0 130,0 0 655,0 0-483,0 0-133,0 0-154,0 0 95,0 0-10,0 0 49,12-48-85,-18 41-43,3 0-18,0 0 12,-6 0-6,2 0-10,1 0-26,0 1 1,0-1 12,-4 1 22,1 2 16,0 0-69,3 1 58,-4 0-59,-2 2-32,0-2 3,-4 1 13,4 1-3,-4 1 16,1 0-30,-4 0 20,4 2 13,-1 2 0,-3 1-10,4 2-13,-1 1 21,1 0-14,-1 3 16,1-1 7,-1 1-7,4 1 0,0-1-1,2 2-20,4-3 18,0 2 1,3-1-1,3-2-32,-3 0 16,3-1-13,0 0-10,0-3-17,3 2-34,6 0 93,3-2 0,1 1 1,5-1 18,4-1-19,-3-2 0,6-2-45,-4 0-3,4 0-11,-3 0-15,3-2 35,-7-4-52,4-1 20,-3-2 32,-4 0 39,4-4 36,-7 2 25,0-4-44,1-1 90,-4-4-36,0-1-3,-2-3-42,-1 0 3,-3-3-16,0 1-10,0-1 16,-3 0-19,0 0-27,0 0 27,0-1 42,0 1-40,-3 0 21,0-1 25,0 1 14,-3 0 2,-1 0-48,1 3 36,-3 1 22,3 2-36,-4 4 33,4 3 22,3 4-7,-3 2 4,3 4-23,0 1-32,3 2-16,-3 1 7,3 0-14,0 0 0,0 0-12,-3 0-22,3 0-13,0 0-7,-4 1-6,4 1-9,-3 2-17,0 2 1,-3 2 73,0 4 32,0 3 9,3 2 7,-7 2-35,7 2-13,-3 3 0,6 0 18,-3 1-18,0 1 0,3 2 0,0 0-29,0 0 29,0 0-35,6-1 16,3 0-7,-3-1 23,4 1-91,-1-4 24,0 2 2,7-3-3,-4 1-3,4-2-51,-1-3 28,4-1-52,-4-2-55,1-2-59,-4-3-36,4 1-26,-7-5-109,0-1-208,-2-3 521,-1-2 67</inkml:trace>
        </inkml:traceGroup>
        <inkml:traceGroup>
          <inkml:annotationXML>
            <emma:emma xmlns:emma="http://www.w3.org/2003/04/emma" version="1.0">
              <emma:interpretation id="{39BCAE4B-4732-4E00-A5B8-BCCFD7CFD732}" emma:medium="tactile" emma:mode="ink">
                <msink:context xmlns:msink="http://schemas.microsoft.com/ink/2010/main" type="inkWord" rotatedBoundingBox="22308,15595 25295,15411 25354,16366 22366,16550"/>
              </emma:interpretation>
              <emma:one-of disjunction-type="recognition" id="oneOf1">
                <emma:interpretation id="interp5" emma:lang="en-US" emma:confidence="0">
                  <emma:literal>Exhibit-only-neo-thereat]</emma:literal>
                </emma:interpretation>
                <emma:interpretation id="interp6" emma:lang="en-US" emma:confidence="0">
                  <emma:literal>Exhibit-only-neon-thereat]</emma:literal>
                </emma:interpretation>
                <emma:interpretation id="interp7" emma:lang="en-US" emma:confidence="0">
                  <emma:literal>Exhibit-only-neo-therapies]</emma:literal>
                </emma:interpretation>
                <emma:interpretation id="interp8" emma:lang="en-US" emma:confidence="0">
                  <emma:literal>Exhibit-only-neo-thereat}</emma:literal>
                </emma:interpretation>
                <emma:interpretation id="interp9" emma:lang="en-US" emma:confidence="0">
                  <emma:literal>Exhibit-only-neon-therapies]</emma:literal>
                </emma:interpretation>
              </emma:one-of>
            </emma:emma>
          </inkml:annotationXML>
          <inkml:trace contextRef="#ctx0" brushRef="#br0" timeOffset="28899">8548-523 257,'0'0'1175,"0"0"-827,0 0-127,0 0 6,0 0-33,0 0-46,0 0-31,0 0-27,0 0-32,0 0-7,0 0-12,0 0-10,0-6-10,-3 7-16,3 1-2,0-1-1,-3 3-22,3-1-1,0 3 23,-3 3 16,3 0 16,0 1 16,-3 1-3,3 0-16,-3 1 6,3 1-3,0 1-6,0-1 25,0 3-13,0 1-26,0 1-11,0 1 28,0 1-29,0 0 0,3 2-16,0 0 19,0 1-3,3-2 11,-3 0-9,0 0-4,1-1-14,2-1-16,-6 0-10,3-2-22,-3-1-12,0-3-24,0-1-35,0-1 65,0-3-53,0-2-16,0 0-119,0-4 70,0 2-17,-3-3-120,-3-1-82,-1 0 26,4 0 26,-6-8 110,0-2 147,2-3 33</inkml:trace>
          <inkml:trace contextRef="#ctx0" brushRef="#br0" timeOffset="29177">8396-277 90,'0'0'1,"0"0"109,0 0 327,0 0 267,0 0-333,0 0-147,0 0-52,0 0-43,0 0-2,0 0-38,0 0-89,16 0-11,-7 1 11,0 0 29,7-1-25,-1 0 12,1 0-15,6 0 17,-7 0-18,10-1-22,-3-2-59,2 0-42,1-1-36,0 0-26,-3 0-62,-4-2-72,-2 1-146,-7-2-21,0-2 114,1 1 320,-4-3 52</inkml:trace>
          <inkml:trace contextRef="#ctx0" brushRef="#br0" timeOffset="29774">8744-521 89,'0'0'108,"0"0"-92,0 0 1011,0 0-705,0 0-91,0 0 61,0 0-72,0 0-51,0 0-40,0 0-49,-16-24-44,13 26-20,3 2-13,-3 0-2,0 2-1,0 2 3,0 1 39,-1 2 23,1 0-36,-3 3 28,3-1-37,0 2 50,0 1-41,3-1 13,0 1-20,-3 2-3,3-1 32,0 1-17,0 1-34,0-1 0,0 0 0,0 2 0,0-2-2,0 0-20,0 0-4,0-1-18,3 0 18,-3-3-3,3-1-6,-3 0 13,6-2-55,-6-1 35,0-3-19,0-2 32,3-3-13,-3 0-3,3-2 6,-3 0-16,3 0 22,-3 0 33,4 0 45,-4 0 20,0-4 22,3-2 0,0-1-87,3-3-29,-3-1 27,3-1 1,4 0-30,-4-2-1,0 0 10,3 0-59,1-1 26,-1 2 52,0 1-39,1 1 39,-4 4-59,6 0 59,-6 3-26,1 0 29,-1 3 17,-3 1 32,3 0-48,-3 0-1,-3 0-2,0 0-1,6 1-17,-3 2-2,-3 2 22,7 0 3,-4 3 36,0 1 1,0 0-39,3 1 34,-3 1-19,0 0 13,0 1-27,1-1-2,-4 2-24,6 0-6,-6-1-8,3-1-27,0 0 20,-3-2-84,0 0 12,3-1-91,-3-3 27,0 0-131,0-1-40,3-2 0,3-1-173,-3-1 303,4 0 183</inkml:trace>
          <inkml:trace contextRef="#ctx0" brushRef="#br0" timeOffset="30386">9103-297 202,'0'0'3,"0"0"33,0 0 983,0 0-534,0 0-215,0 0-115,0 0-51,0 0-29,0 0-50,0 0-25,0 0-23,-25 13 23,22-7 0,0 0 26,-3 3 12,3-1-38,-6 1 13,9-2 20,0 0-33,0 0-4,0-1 1,0 0-29,0-2 31,0 0-64,9 1 17,0-1-20,-3 0 68,1 0 2,-1-2-2,6-1-23,-2-1-6,-1 0-13,0 0 0,4 0 9,-7-2-12,3-3 9,0-1 17,1-1 6,-4 0 1,0-1 11,3-1 2,-9 0 17,3 1-15,-3 2 27,0-1 18,0 0 4,-3 3-7,-3-1-22,3 2 16,-6 1 32,3 1-71,-1 1-61,-2 0-14,-3 0 75,2 1 10,-2 6 52,-4-1-20,4 3-7,0 0 14,-1 1-1,1 0-2,-1 0 18,7 2-62,0-1 50,0 0-10,0 0-16,3-1-24,-1 3 21,1-3-20,3 0 10,0-1 3,0 1-16,0-1-7,0-2-12,7 1-39,-4-1 42,3-2 5,3 2 9,0-3 4,7 1 12,-1-1-14,7-1-26,0-2-38,0-1-20,-1 0-17,4 0-51,0 0-95,-3-2 40,-1-2 5,1-2-140,-3 0-10,-1-4-166,-2-1 306,-4-1 140</inkml:trace>
          <inkml:trace contextRef="#ctx0" brushRef="#br0" timeOffset="28095">7978-180 55,'0'0'92,"0"0"-43,0 0 16,0 0 616,0 0-329,0 0-166,0 0-86,0 0-28,0 0-26,0 0 74,0 0-26,0 0-6,0 0-4,-6-22 7,2 21-1,1 0-5,3 0-24,0 1-25,-3-1 2,3 1 8,0 0-11,-3 0-6,0 0-13,3 0-12,-3 0-4,0 0-16,-3 0-19,-1 0-13,-2 0-7,-3 0 32,2 1 21,-5 2-40,6 3 13,-4-1-3,1 2 32,-1 1 0,1 0-2,3 1 1,-1-1-2,1 0 3,3 1-3,3 0 22,-3-1-29,6-1 11,-4 2-1,4 0 0,0-1-51,0 0 49,0-2-15,4-1-5,-1 0-20,3 0 3,0 0 39,3-1 11,7 0-8,-4-1-6,4 1-7,2-4-6,1 0-40,-3 0 11,2 0 16,-2-3-7,-1-1-6,1-2-4,-1 0 29,-2-1 15,-1 0-20,-3-1 22,1-1 3,-4-1 74,-3 2-28,-3-2-29,0 1 35,0-1 45,0-1-74,0 2 42,-6-1-52,-1 1 14,1 2 5,-3 0 10,3 1-45,0 0 2,-4 1-2,1 1 38,0-1-38,-4 3-2,1 0-20,-1-2-20,-2 3 9,3 0 17,-1 1-7,1 0 7,2 0-7,4 0-2,0 0 22,3 0 1,0 0-11,3 0-3,0 0 0,0 0 0,0 0-14,0 0-15,0 0 9,0 0 1,6 0-7,3 0 42,1 0 0,-4 0 25,6 0 1,4 0-9,-1 0-17,4-2-17,3-2-31,-4 0 22,1-1-68,2 1 35,-2-2-74,0 2 94,-4-2-10,4 1-10,-7-1 17,4-1 42,-4 0 1,0 0 1,1-2 9,-4-1 6,-3 0 113,1-1-49,-1 0-36,-6-1 33,6-1-22,-6 0 51,0-1-49,0 1-32,0 0 107,0 1-65,0 2 19,-3 0-6,-3 1 52,-1 0-30,-2 0-26,6 1 1,-3 1-21,0 3 14,3 0 22,-1 2 0,1 2-10,3 0-19,-3 0-20,3 0-5,0 0-24,-3 0-15,3 0-3,0 0-19,0 2-7,0 1-12,0 0-16,0 4 2,0 0 49,0 5 6,0 1 38,0 3-25,0 0 19,0 1 6,0 1-37,0 2 1,0 1 28,0 2-30,3 0 0,0 3-29,-3 0 29,3 0 13,1 0-13,-4 1 3,3 0 7,0 0-10,-3 0-3,3 1-23,-3-1 24,0 0-39,0 1 9,3-1 12,-3 1-21,0-2-20,0-1 7,0-4 12,0 0-16,0-2 29,0-3 4,0-1 9,0-3 16,-3-1-45,3-3 12,0-3-12,0-1-9,0-1-17,0-2 6,0-1-32,0 0-45,0 0-7,0 0 3,0 0 33,0-5 31,0 1 17,0-4-214,0-1-177,0-5-157,0-2 261,0-3 287,0 93 57</inkml:trace>
          <inkml:trace contextRef="#ctx0" brushRef="#br0" timeOffset="28377">8142-108 83,'0'0'117,"0"0"-68,0 0 492,0 0-55,0 0-213,0 0-127,0 0-55,0 0-29,0 0 39,0 0 25,0 0-25,25 1-46,-16-1-36,7 0-2,-1 0 5,1-1-22,2-2-10,-2-1-19,2-1-97,-2 2-27,-4-2-110,1 1-127,-1-2-148,-3 0-91,-2-1 564</inkml:trace>
          <inkml:trace contextRef="#ctx0" brushRef="#br0" timeOffset="31852">9373-310 166,'0'0'157,"0"0"-50,0 0 627,0 0-425,0 0-123,0 0-8,0 0-15,0 0-4,0 0-7,0 0-49,0 0-38,0 0-10,9 1-10,1-1-45,-1-1-55,0-3 52,1-1-4,5 3 5,1-3 3,2 3-2,-2-1 0,2-1 1,-2 2 3,2 0 33,1 1-13,-4 1-11,1 0-12,-1 0 2,1 0 1,-4 0 26,-2 0-26,-1 0 20,0 0-21,-3 3 20,1-1-5,2 3-1,0-2 3,-2 2-19,-1-1 0,0 1-2,0 0-1,0 1 3,-3 1 24,4 1-23,-4 0 14,3 1-15,-3 1-45,0-1 32,0 2-6,0-2-26,0 2 16,-3-3-36,0 1-12,4-1 28,-4-2-12,0-1 48,3 0-19,-3-3 9,0-1 23,3-1 0,-3 0 35,0 0 37,0 0 12,0 0 3,0-2 3,3-4-41,0-2-27,0 0-21,0-2-1,0-1 2,7-1 16,-4-1-18,0 0 1,3-1 8,1 1-9,2-2-1,-3-1-34,4 0 12,-1 1-22,4 1 13,-4 1-42,0 4 35,-2 0 23,2 2 0,-3 3 13,1-1-19,-1 3 9,-3-1 10,3 2-30,-2-1 31,-1 2-11,-3 0-3,0 0-29,0 0-14,-3 0 14,6 3-29,-6 1-98,0 3-130,0 0-105,0-1-49,0 0-164,0 1 460</inkml:trace>
          <inkml:trace contextRef="#ctx0" brushRef="#br0" timeOffset="31190">9509-761 27,'0'0'127,"0"0"-13,0 0 1039,0 0-730,0 0-138,0 0-64,0 0-18,0 0 0,0 0-10,0 0-39,0 0-42,0 0-32,7-7-1,-7 7-5,0 0-14,0 0-16,0 0-18,0 3-14,0-2-12,0 0-22,0 1-13,0 2-6,0-1-10,0 3 7,0 1 28,0 5 13,0 1 3,0 4 12,0 1 17,0 1 0,0 2-4,0 0-24,0 1-1,0 1 3,0 0-3,3 2 2,-3 0-2,0 0 1,0 0-1,3-1-6,-3 0 6,0-2 13,3 0-13,-3-1-1,0 0 1,3 0-1,-3-1-2,0-2-20,3 0-34,-3-1 13,3 0 12,-3-2 9,0-1-5,3 0 2,0-3-19,1-2 10,-4 0 13,3-3-4,0 0 14,0-1-53,0-1 33,0 0 0,0-1-3,3-1 16,1 0 19,-1-2-2,3 0-48,-3 0 5,4 0 3,2 0 10,-3 0-22,4 0-11,2-2-22,-2-3 0,-1 0-4,0 0-29,1 0-51,-1-2 28,1-1-143,-4-1 35,0-1 7,-3-2-326,4-2 48,-4 5 458</inkml:trace>
          <inkml:trace contextRef="#ctx0" brushRef="#br0" timeOffset="32913">10179-294 300,'0'0'20,"0"0"263,0 0 529,0 0-464,0 0-128,0 0-70,0 0 12,0 0-59,0 0 7,0 0-42,0 0 45,0 0-42,-34-48-68,28 48 12,-3 0-14,-1 0-2,1 0-21,-7 0 0,4 2 15,-3 2 7,2 2 26,1 2-7,-4 0 1,1 1-1,2 2-16,-2 0 36,2 0-37,1 2 15,3-1-17,-1-1-29,7 2 8,-3-2 20,0 1-43,3-1 21,0 0 1,0-2 9,3 1-35,0-2-11,0-2-25,3 0 30,3-1-40,0-1 3,3-1 65,1 1 0,-1-1 13,3-1-35,1-1-1,-1-1-42,4 0-48,-4 0 12,4-3 10,-4-1-55,0-2 90,1-1 82,-4 0 14,4-1 3,-4-4 100,-3 2-85,3-1 24,-2-2 18,-1 0-18,0 1-24,0-2 7,-3 2-23,0 0 40,1 0-34,-4 2 34,3 2 44,-3 4-16,0-1 14,0 5 41,0 0-20,0 0-48,0 0-32,-3 0-7,-1 3-18,1-1-14,3 0-51,0 3-14,-3-1 20,3 3 38,-3 1 7,3 0 26,0 1-24,-3 0 14,3 1-15,0-1 0,0 0 15,0 1 10,0-2-25,3 0-1,3-1-16,1 0-4,-4 0-19,6-1 37,-3-1-1,3 1-20,4-3-41,-1 0 32,4-1-14,-4-1-48,7-1-3,-7 0-33,7 0 36,-7 0-49,4-3 52,-1-3-9,1-2 48,-4-1 13,-3-1 39,-2 0 10,-1-1 72,0 0 22,-3-1 42,-3-2 7,0 0-4,0-1-62,0 1 4,0-1-33,0 3 20,-3 0 6,-3 2-23,3-1-19,0 2 42,-1 2-42,1 3 3,0 1 41,0 2-2,3 1-23,-3 0-29,3 0-30,-3 0-2,3 0 0,0 1-29,0 2-19,0 1 6,-3 0 26,0 2 15,0 2 1,0 1 16,3 1 11,-4 1-25,1 0 18,3 0-4,-3 1-3,3 0-13,-3 0 2,3 0-2,0 1-2,0-1 1,0 0-27,0 0 6,0-1 3,6 0-49,-3-2 52,4 0-80,-4-1 64,3 0-30,0-3 46,3 0 3,1-1-16,-1-1-58,-3 0-42,4-1-4,-4 0-77,0-2-53,0 0-105,0 0-192,4-2-115,-4-4 509,-3 1 102</inkml:trace>
          <inkml:trace contextRef="#ctx0" brushRef="#br0" timeOffset="35410">10557-838 36,'0'0'59,"0"0"-27,0 0-9,0 0 0,0 0 19,0 0 532,0 0-212,0 0-157,0 0-72,0 0-16,0 0-9,0 0-17,-9-3-42,9 3-24,0 0-5,0 0-1,0 0-6,0 0 0,0 0 4,0 0 5,0 0 8,0 0-4,0 0-7,0 0-6,0 0-11,0 0-2,0 0 0,0 0-2,0 1 1,0 0 1,0 0 3,0-1 13,0 1 1,0 0-1,0 0 0,0 0-3,0-1 0,0 2-10,0-2 10,0 1 0,0 2 7,0-2-1,0-1 7,0 1 0,3-1-7,3 1-3,-6 0 10,7-1 3,-4 1 1,3 2 12,3-2 3,1 0-3,2 1 0,0-1-13,4 0-16,-7-1-13,4 0 2,-1 0 0,-3 0-1,4 0 12,-4 0-13,0 0-3,1-2 1,-7 1 2,3 0 15,-6 0 11,6 0-7,-6-1-18,3 1 0,-3 0 12,0 1 3,3-1-13,-3 1-1,0 0 2,0 0 8,0 0 8,0 0 5,0 0 4,0 0 7,0 0-1,0 0-12,0 0-4,0 1-3,0 0-16,0 2-2,-3-2-33,3 1-4,0 1 0,0 2 17,0 0 22,-3 2 22,3 1-2,-3 2-7,0 0 9,3 2 1,0 1-11,-3 1 1,3-1-10,-3 1-3,3 0 0,0 1-12,0 1-14,0-2 26,0 2 38,0 0-38,0-1-16,0 2 16,0-1 0,0 0 0,0 0-3,0 0-29,0 1 32,0-1 14,0 1-1,0-1-10,0 0-3,0 0 0,3-1-1,0 1-15,-3-1 15,0 0-18,3 0-39,-3-1 19,3 0 20,-3-1 3,0 0-29,0-3 25,0 1 7,0-1 13,0 1-3,0-1 3,0 1 0,3 0 1,-3-2-1,0 2-16,0-2 1,0 0 15,0 0 3,0-1-3,3 0 2,-3 1-2,3-1 17,-3-1-17,0 1-2,0 0 2,0-1 3,4 0-3,-4-1 0,3 2 5,0-1-4,0 0 14,-3-2-15,3 2 0,-3-1 0,3-2 0,-3 2-22,0 0 5,0-1 17,0 0-2,0-1-11,0-2-3,0 2 13,0-1-10,0 1 13,0-1-1,0 1 1,0-2-3,0 1-8,0-2 9,0 0 2,0-1-2,0 0-2,0 1-15,0-1 3,0 0 15,0 1 1,0-1 0,0 0-1,0 0 1,0 0 1,0 0 12,0 0 0,0 0 0,0 2-10,0-2 10,0 1-12,0-1 1,0 0-2,0 0-1,0 0-2,0 0-10,0 0 12,0 0 0,0 0 1,0 0 1,0 0 0,0 1 1,0-1 1,0 1 10,0-1-13,0 0-1,0 1-2,0-1-1,-3 2 4,3-2 2,-3 3 20,3-2-2,0-1 5,-3 2 8,0-1-11,0 0 17,-1 0-13,1 1-24,0 0 20,-6 1 30,3-2 2,-4 1-15,1 2-17,0-3-2,-7 2-19,4 1 1,-10 0 17,4 0-4,-7-1-15,-6 0-83,-3-2-75,-4 1-68,-8-2-259,12 0-920,-22-3 740</inkml:trace>
          <inkml:trace contextRef="#ctx0" brushRef="#br0" timeOffset="33203">10347-639 1039,'0'0'644,"0"0"-445,0 0 34,0 0 39,0 0-42,0 0-76,0 0-44,0 0-30,0 0-22,0 0-20,0 0-20,0-16-18,0 16-25,0 0-23,0 0-39,0 0-58,0 0-45,0 0-78,0 0-170,0 0-177,0 0-59,0 1 201,0 1 411,0 11 12</inkml:trace>
          <inkml:trace contextRef="#ctx0" brushRef="#br0" timeOffset="33678">10523-742 353,'0'0'17,"0"0"968,0 0-575,0 0-151,0 0-32,0 0-42,0 0-53,0 0-38,0 0-49,0 0-45,0 0-3,0 0 3,10 19-3,-13-10 15,3 3 53,0 1-33,-4 1-9,1 0-21,3 1 43,-3 2-44,0-1 31,0 3-19,3-1-13,-3 1-3,0 1 3,3 0 3,-3 1-3,0 0-2,0-1 2,-1 0-3,1 0 5,0-1-2,3 1 0,-6 0-50,3-1 31,3 0 0,0-1-7,-3 0 23,3-2-42,0 0-4,0-3 24,0 0-21,0-2 11,3-2-7,3-1-26,0-1 36,1-2 3,2 1 27,0-4 1,0-1-16,4-1-15,-4 0-46,7 0-19,-1 0-36,-2 0-9,2-3-63,4-4-55,-7 1 71,1-1-65,2 0-26,-6-3-213,1-1 346,-4-1 92,-3 4 5</inkml:trace>
          <inkml:trace contextRef="#ctx0" brushRef="#br0" timeOffset="33971">10508-434 55,'0'0'85,"0"0"-42,0 0 2,0 0 428,0 0-127,0 0-161,0 0-38,0 0-4,0 0-3,0 0-36,0 0 45,43 19-97,-27-19-52,-4 0 1,1 0-1,2 0 0,1-3-97,-4 0 3,4-1-105,-4 0-71,-3 1-16,-3-3-115,1 0-88,-1-1 397,-6 1 52</inkml:trace>
          <inkml:trace contextRef="#ctx0" brushRef="#br0" timeOffset="8778">2719-412 113,'0'0'20,"0"0"-20,0 0 42,0 0-9,0 0 661,0 0-267,0 0-235,0 0-117,0 0-4,0 0 43,0 0 19,0 0-19,0-10-27,0 10-15,0-1 5,0 1 1,0 0-10,0-2-7,0 2-6,0 0 3,0 0 7,0 0-4,0 0-3,-3 0-19,0 0-10,3 0-4,0 0-8,-3 0-5,3 0 1,-3 0 0,3 0-10,-4 0-1,-2 0-2,6 0-1,-6 0-18,-3-1-26,-1 0 26,-2 1-17,-3 0 4,-1 0 10,-6 0 9,-2 0-7,-1 0 20,-3 0 0,0 1-4,-3 2 2,3-1 2,-3 1-16,3 0 16,-3 1 1,3-1-1,3 2-19,1-2 17,2 1 2,6-2-3,1 1-13,9 0 0,-7 0 16,7-1-1,0-1 0,3 0 0,0 0-2,3-1-10,0 0 11,0 0 1,0 0-2,0 0-10,0 2 1,0-2 10,0 0 2,0 0 4,0 0 9,0 0-12,0 1-1,0-1 0,0 0-1,0 0-2,0 1 1,0-1 0,0 0-1,0 1-10,0 0 11,3 0-1,-3-1-10,0 1 11,0-1 1,3 3 1,-3-2 2,3 2 33,-3 0-19,0 0 10,0 1-25,0-2-1,3 3 25,-3-1-25,0 2-2,0 2 2,3 1 0,-3-1 0,3 3 0,0 0 3,-3 3 27,3-1-28,1 2 12,-1 1-7,-3-2 9,3 3-16,0 0 17,-3 1-17,3-2-2,-3 1 2,3-2-3,-3 1 3,0 1 0,0 0 1,0 2-1,0-1 6,0 1-5,-3 0-1,0 0 13,0 0 0,0 1 0,-4-2-13,4 0-6,0-3 6,-3 1 0,6 1 0,-3-3-1,0 1-8,0-1 9,3-1 0,-3 0-12,3-2 12,0-2 2,0-1 1,-3-2-3,3-1 0,0-1-1,0 1 1,0-1 0,0 0-16,0 1 16,0-1-2,0 0-24,0-1 13,0 0 0,0-1-3,0 1-42,0 0 7,0-1 51,0 1 22,0-1-22,0 1-11,3-1 10,-3-1 1,0-1-2,3 1 2,-3-1 1,0 3 2,0-2 0,0-1-2,0 1 0,0-1 1,0 0-2,0 0 0,0 0-3,0 0-1,0 0 2,0 0 0,0 0 0,0 1 0,0-1 1,3 0-1,-3 1 2,3 0 0,-3 0 0,0 0 0,3 1 0,-3-1 15,3 1-2,-3-1-12,3 1 2,-3-1-3,3 0-1,-3 0-1,3 0 2,1 1 0,-4-1 1,3 0-1,-3 0 2,3 2 14,0-1-16,-3-1 0,0 0-1,3 0 1,0 1-1,0 1 1,-3-1 2,3 0 10,0 0-11,0-1-2,-3 0-1,4 0-12,-4 0 14,3 1 1,-3-1 9,0 1-10,0 1-20,3-2 19,-3 0 1,0-1 0,3 0 0,-3 0 1,0 1 2,3 0 14,-3 0-14,0 0-1,0-1-1,0 2-1,3-2 1,0 1 18,0-1-15,0 0 25,4 1-10,-4 1-17,0-1 11,0 0 3,3 0-13,-3 0 17,3-1-7,7 1-1,-1-1 4,4 0-3,-1 1-9,7-1-2,3 0 11,3 0-13,0 0-17,-1-1-2,8-2 3,-4 0-6,3 1 18,0-3-18,0 2 6,-3-2 0,-3 3 15,-3-1-3,2 0 1,-5 1-38,-3-1 40,-1 2 1,-2-2-26,-4 1-3,1 0-3,-7 2 3,-3 0 0,0 0-26,0 0-16,-3 0-13,0 0-20,0-1-35,0 0-40,0 0-35,0-1-14,0 2-39,0-1-33,-6 0-111,3-2 69,-3-2 234,0-1 103</inkml:trace>
          <inkml:trace contextRef="#ctx0" brushRef="#br0" timeOffset="11502">2579-150 22,'0'0'127,"0"0"-75,0 0-39,0 0 235,0 0 313,0 0-265,0 0-176,0 0-28,0 0 31,0 0 33,0 0 3,0 0-39,0 0-32,0-8-17,0 7 10,0 1-10,0-1-6,0 0-4,0 0-12,0 1-1,0-2 1,0 2-8,0 0-8,0 0-4,0-1 3,4 1-3,-4 0 0,3 0 6,-3-1-9,0 1 3,0-1 6,0 0-3,0 1 0,0 0-6,0 0-4,0 0-3,0 0-3,0 0-14,0 0 1,0 0-3,0 0 0,0 0-13,0 1-3,0 0-10,0 1-6,0 0-10,0 1-9,0-1-7,-3 3 0,3-1 32,0 2 26,0 2 0,0 2 2,-4 1-1,4 1-1,0 2 1,0 0-1,0 2 1,0-1 9,0-1-8,0 1 1,0 0-3,0 2 0,0-3 15,0 0-15,0 0-1,0-2-22,0-1-9,0 0 26,0-2 5,4 0-28,-1 0 27,-3-2-1,0-2-22,0 1 5,0-1 8,3-1 8,-3-2-25,0 2 23,3-3 5,-3 1 1,0-1-26,3 0-13,-3 0 7,0 0 13,0-1 2,0 1-2,0-1-4,0 0 11,0 0 8,0 0-9,0 0 12,0 0 1,0 0-1,0 0 0,0 0 1,0 0 1,0 0 19,0 0-1,0 0 0,0 0-2,0 0 2,0 0 0,0 0-3,3 0-3,-3 0-13,0 0 0,0 0 1,3 0 3,-3 0-2,0 0-2,0 0 0,6 0-13,1-1 6,2 1 7,3 0 13,1 0-13,2 0-3,-2 0 0,2 0 3,4 0-1,-1 0 1,1 0-29,3 0 27,-1 0-24,-2-1-7,-1 0 31,1 0-75,-3-1 44,-4 1-22,0 1-26,1-1 1,-7 0-18,3-1-45,-6 1-6,4 0-33,-7 0-20,0 1-45,0-1-53,0-2-121,-3-2 27,-4-2 391</inkml:trace>
          <inkml:trace contextRef="#ctx0" brushRef="#br0" timeOffset="11932">2586-11 135,'0'0'72,"0"0"-40,0 0 643,0 0-212,0 0-236,0 0-110,0 0-48,0 0-34,0 0 24,0 0 9,0 0-16,15 8-7,-12-8 10,0 1 1,4 1-1,-1-1-13,3 1 10,0-1-20,4 0 10,-1-1 29,4 0-55,-1 0 0,1 0 0,-1 0-15,4 0-2,-4-1-18,1-3-7,-1 1-25,-2-1-11,-4-1-67,0 2 67,-3-1-51,-2 1-17,2 1-7,-3-1-126,0 0 58,-3 0-131,0-2-22,0 1-141,-3-2 444,-3-1-2</inkml:trace>
          <inkml:trace contextRef="#ctx0" brushRef="#br0" timeOffset="12288">2564-178 30,'0'0'23,"0"0"42,0 0 14,0 0 381,0 0 133,0 0-278,0 0-162,0 0-36,0 0 45,0 0 14,0 0-34,0 0-61,0 0-79,25 0 1,-19 0 30,-3 0-1,6 1-13,4-1-2,2 0-16,1 0 24,-1 0-21,4 0-3,3 0-1,-4 0-16,1 0-30,-1 0-47,-2 0-79,-1 0-42,-2 0 9,-4 0-71,-3 0-163,-3 0-142,0 0 200,1-1 276</inkml:trace>
          <inkml:trace contextRef="#ctx0" brushRef="#br0" timeOffset="12742">2890-76 84,'0'0'91,"0"0"-90,0 0 15,0 0 76,0 0 690,0 0-381,0 0-222,0 0-56,0 0 7,0 0 13,0 0-30,0 0-48,21 1-29,-18 1-7,0 1 3,4-2 4,-1 3-4,3 0 20,-3 2-17,4 1 27,2 0-36,0 2-25,1-1 12,-1 1 0,4 0 24,-1 1-36,1 0 1,2 1 21,-5-1-23,-1 2 7,4-2-20,-4 0 26,0-2-33,1 1 22,-1-1-4,-2 0-28,2-2-2,-3 1-43,-3-2-12,1-1-45,2-1-24,-6 1-13,0-1-39,0 1-55,-3 0-46,0-2 6,0 1-219,0-3 255,-3 0 195,-3 0 60</inkml:trace>
          <inkml:trace contextRef="#ctx0" brushRef="#br0" timeOffset="13104">3159-54 161,'0'0'26,"0"0"-26,0 0 271,0 0 481,0 0-302,0 0-210,0 0-113,0 0-33,0 0 9,0 0-12,0 0-49,0 0-42,-15 6-18,9 0 18,2 2 3,-5 1 29,0 2 4,0-1-35,-4 2 29,4 1-29,-4 0-1,1 1 3,0-1-1,-1 0 11,4 0-13,0-2-10,-4 0 10,4 0 0,3-2 0,0 1-65,2-2-16,1 0-35,3-3 31,0 1-31,0-2 8,0 0-109,0-1-34,0-1 88,0 1-185,0-3-20,0 0-30,0 0 332,0 0-2</inkml:trace>
          <inkml:trace contextRef="#ctx0" brushRef="#br0" timeOffset="14498">3345-273 29,'0'0'69,"0"0"12,0 0-32,0 0 554,0 0-254,0 0-127,0 0-31,0 0-51,0 0 13,0 0 68,0 0-24,0 0-83,-18-58-43,18 52 25,0 1-24,0-1 21,0 0-6,0 2 9,0 0-22,0 0-29,3 1 19,-3 0-3,0 1-10,0 2-10,0-1-12,0 1-3,0 0-4,0 0-3,0 0-16,0 0 13,0 0-14,0 0-2,0 0 1,0 0-1,0 0 1,0 0 2,0 0 1,0 0-1,0 0 10,0 0-10,0 0 0,0 0-2,0 0-1,0 1-13,0 0-3,0-1-6,0 1-13,0 2-6,0-3-7,0 3-10,0 1-2,0 1 2,0 3 58,0 1 12,0 3-11,0 3 10,0 2 18,0 0 0,0 2-26,0 0-3,0 2 16,0-1-19,0 2 6,0 0-5,0 2 4,0-2-4,0 3-20,0-2 3,0-1-13,0 1 19,0-1 13,0-2-16,0-2-4,0-2-8,0-1-8,0-3 7,0-2 17,0-1-33,0-1 19,0-1 7,0-3 16,0 1-16,0-4-36,0 0 14,0-1 18,0 0 10,3 0 11,-3 0 2,0 0 1,0 0 28,0-2 26,3 1 12,-3-3 11,0 1 5,3-2-35,-3 0-42,0-3-2,0 0-8,6-3-28,-3 0 20,4-2-46,-1 1 35,-3 2 7,6-2 0,-6 1-6,4 1 4,-1-1 18,3 2 0,0-1-29,1 0 12,-1 2 1,0-1 16,1 1 0,-1 1-9,0 1 9,-3 3 35,1-1-35,-1 1 0,3 1 0,-3 1-1,-3 1-18,4 0 18,-7 0-22,6 0-6,-3 0-6,-3 2-10,6 2 35,-3 1 10,3 2 32,1 0-9,-1 2 25,0 0-22,-3-1-25,3 3-1,0-1 0,1 1 15,-4 0-15,0 1 0,0 0-19,0-1 15,0 2 1,0-2 2,0-2-12,0 1 13,1-1 20,-1-2-8,3 1 11,-3-2-23,3 0-3,-3-1-17,0-2-5,7 0 23,-4 0-50,-3-1 39,3-1-3,3-1 15,-2 0 2,2 0 1,0 0 30,1-4 1,2-2-30,0-1-2,1 0 25,-1-2 3,-2-2 2,-1 0-30,0-2 14,-3-1-15,-3-1-28,4 0-17,-4 0 42,0 0-71,-3 1 74,0 1 2,0 1 14,0 1 6,0 0-44,0 4 44,0-1 3,0 3-25,0 0 0,0 3 24,-3 0 24,3 2-19,0 0 0,0 0-4,0 0-5,0 0-4,0 0-16,0 0-2,-3 1-18,3 2-9,0 0-9,0 2-7,0 1 21,0 2 24,-3 2 26,3 1-25,0 3 1,0 1-2,0-1 13,0 1-13,0-1 0,0 0-10,0-2 10,0 0-2,0-2 4,0 0 15,3 0-17,3-2-4,0-1-31,0-1-17,0 1 14,7-4 15,-1 1 10,-2-2-25,8-1-4,-2-1-68,-1 0 13,4 0-78,-4 0-58,1-3-124,-4-4-125,4-2-252,-7-2 356,-3-3 326</inkml:trace>
          <inkml:trace contextRef="#ctx0" brushRef="#br0" timeOffset="14788">3786-267 193,'0'0'17,"0"0"-17,0 0 1148,0 0-784,0 0-91,0 0-46,0 0-65,0 0-39,0 0-20,0 0-37,0 0-66,9-8-29,-9 6 26,0 2-14,0 0-25,0 0-67,0 0-59,0 0-98,0 0-108,0 0-173,0 0-147,0 0 349,3 0 263,-15 10 82</inkml:trace>
          <inkml:trace contextRef="#ctx0" brushRef="#br0" timeOffset="16061">4006-293 115,'0'0'52,"0"0"-52,0 0 1012,0 0-761,0 0-89,0 0 69,0 0 9,0 0-65,0 0 20,0 0-73,12-100-28,-12 93 28,0 0 4,0 3-11,0-2-2,0 5-27,0-1 0,0 2 16,0 0-7,0 0-31,0 0-20,0 0-16,0 0-14,-3 1-14,3 1-28,0 1-13,0 0-16,-3 0-10,3 3 35,0 3 32,-3 2 0,0 3-8,3 3 8,0-1 1,-3 5 8,3-2-9,-3 0 0,3 1-1,0 2-5,0 0 6,0 1 0,0-1-15,0 0 15,0 1 0,3-1-16,0 1-3,0 0-19,0-1 15,0-1-21,0 0-27,0-2 1,3-1-13,-2-3 41,-1 0-19,0-3 16,0 0-13,-3-4-9,0-1 44,0-1-48,3-3 7,-3 1-14,0-4 33,0 0 13,3 0 32,-3 0 23,0 0 39,0-4 41,0 1 29,0-4-22,0-1-107,0-3-2,0-1-2,0-3-43,0 0 2,0 0 13,0-1-13,0 1 23,0 2-10,6 1 29,-3 0 0,4 2 16,-1 1-16,0 0 1,0 2 31,3 1-19,1 0 3,-1-1-16,3 3-3,1-1-13,-4 2 14,7 2-24,-7 0 23,3 1-23,-2 0 0,-1 0-9,0 1 9,-2 4-6,2 2-14,-3 1 14,0 2 16,0 1-16,4 1 9,-1 0 0,-3 3 7,0 0-19,-2 0 22,-1 2 3,-3-1-42,0-2 4,0 0-85,-3-1-26,-7 1 120,-5-2 16,2-1 20,1 0 6,-7 0 16,4-3 27,-1-2-27,-2 0-19,2-3 10,1-1 6,2-2 20,1 0-7,-1 0-3,7 0 23,0 0 3,0-2 3,0-2-13,3-1-23,-1 0 7,4 0-22,0 2-4,0-2 0,0 2 6,7 0 17,-1 1 9,0 0-32,0 0-6,0 1-43,4 0 47,-1-1 2,3-1-16,-2 2 16,-1 1 16,3-1-13,1 1-3,-1 0 2,1 0-2,-1-1-1,4 0 1,-4 1 3,0-1 0,4 0 9,-4-2 1,4 2-13,-4-1-13,1-1-12,-4-1 25,3 1 0,1-3 13,-4 1-1,-3-1-12,4-2 0,-7-1-2,3 0-34,-6-3 7,3-2 3,0 1-26,-3-2 49,3-1-17,-3 1 20,3-1-29,-3 3 29,0 0 23,0 2-4,0 1 1,0 3 44,0 0-5,0 2 44,0 3 17,0 0-11,0 2-6,0 0-25,-3 0-20,3 0-26,0 0-18,-3 0-14,3 0-20,0 2 1,0 1-13,-3 0-23,0 1-22,3 2 35,-3 2 42,0 2 26,3 0 3,-3 1-16,3 2 15,0-2-27,0 1 27,0 1-26,0-1 14,0 3-13,0-1 10,0 0-10,0-1-3,6-1-32,-3-1 9,3-1 17,3-1-23,1 0 10,-1-2-23,-3-2 6,7-1 4,-1 0-29,-3-2-7,7-2-3,-4 0-78,4 0-104,-4-1-195,0-5-122,1-6-248,-4-1 665,0-2 107</inkml:trace>
          <inkml:trace contextRef="#ctx0" brushRef="#br0" timeOffset="16350">4437-357 36,'0'0'205,"0"0"102,0 0 501,0 0-424,0 0-108,0 0-62,0 0-59,0 0-29,0 0-32,0 0-52,0 0-7,0 0 4,6-15-39,0 14 0,-6 1-45,0-1-26,0 1-62,0 0-87,0 0-140,3 0-134,-3 0-82,0 2-18,0 2 395,3 0 170,-21 3 29</inkml:trace>
          <inkml:trace contextRef="#ctx0" brushRef="#br0" timeOffset="16886">4437-357 312,'158'-23'1065,"-158"17"-821,0-2-4,0 0 33,0 1-60,0 2-44,0-2-14,3 1-40,-3 1 30,0 0-71,0 0 19,0 1-26,0 1 32,0 2 6,0 0-25,0 1-7,0 0-16,0 0-10,0 0-12,0 0-22,-3 1-13,3 0-22,0 1-20,0 1-24,0 1-10,-3 1 6,3 5 70,0 2 17,-3 3-5,3 3 17,-3 4-7,3 1-18,-4 1 7,4 1-11,0 1 0,0 0-2,0-1 2,0 2-2,4 0 2,-1 0 0,3 1-16,-3-1 7,3-1-46,0 0 8,-3-1-20,4-1-16,-4-1 48,3 0-16,-3-4-55,3-1 42,-6 0-20,6-4 20,-2 2-1,-1-2-31,3-2 5,-6-2 27,0-1 9,3-3-13,0-2-13,-3-1 20,3-2 6,0-1-36,0 0 37,4 0 54,-1 0 22,3-2-22,4-5-48,-4-2-37,6-3-100,1 0-10,2-1-36,-2-1-4,3 1-77,-4-1-171,1-2 307,-7 1 91,3-1 71</inkml:trace>
          <inkml:trace contextRef="#ctx0" brushRef="#br0" timeOffset="17180">4576-115 49,'0'0'140,"0"0"49,0 0 467,0 0-305,0 0-133,0 0-29,0 0-24,0 0 1,0 0-27,0 0-68,0 0-29,0 0 4,0 0 15,28 12 1,-15-12-11,2 0-22,7 0-29,-4 0-1,7 0 0,3-2-75,3-1-79,-6-2 32,3 0-192,-3-1-133,-7-1-171,-2-2-134,-10 2 638</inkml:trace>
          <inkml:trace contextRef="#ctx0" brushRef="#br0" timeOffset="20451">5231-83 125,'0'0'13,"0"0"-6,0 0 32,0 0 0,0 0 531,0 0-218,0 0-264,0 0-52,0 0 68,0 0 92,0 0 8,3-28-54,-3 27-66,3-1-6,-3 1-29,0 0 32,0 0 38,0 0-28,0 0-30,0 1-22,0 0-10,-6 0 4,6 0-14,0 0-6,0 0-13,-4 0-13,1 1-13,0 2-6,0 0-10,-3 2 0,0-1 41,-4 3-22,1 0-6,0 1 10,3 2 19,-7 0 2,4 3-2,0 0-10,2 0 10,1-1 1,0 2 28,3-2 4,0 1-31,0-1-1,3-1-1,0-1-3,0-1 1,0 0-1,6-1-14,-3-1 15,3-1 2,0-2 0,4 0 0,-1 1 3,3-3 23,1 2-10,5-2-9,-2-2-7,3 0 0,-4 0 0,4-2-1,-4-4-11,1-1 11,-1 1-34,-2-2 35,-4-2 0,0 1 33,0-4-11,-2 2-19,-4-1 17,0-2 48,-3 1-65,0-1-6,0 1 22,-3 0 3,0 0 37,-7 2-57,1-1 43,0 1-45,3 2-2,-4-1 2,1 3 22,0 1 17,-1 0-36,-2 2-6,3-1-17,-7 3-8,4-1-11,-1 3 3,1 0-9,-4 0 26,4 0-26,0 0 9,2 3 23,1 0-9,0 1-1,6 0-6,0 0-29,-1-1-1,4 1-15,0-2 6,0 2-10,0-2 20,0 0 6,0 0 19,7 0 32,2 1 1,-3 0 98,7 0-40,-4-1-16,9-1 17,-2 0-40,3-1 0,-1 0-19,4 0-3,-4 0 2,-2 0-18,3 0 16,-4-2 0,4-1-25,-7 0 28,0 0 20,-5 1-19,2-2 12,-3 2 24,-3 1-36,0 1 34,0-1 39,-3 0 7,0 1-32,0 0-27,0 0-19,0 0-1,0 0-1,0 0-1,0 0-13,0 0 0,0 0-3,0 1-4,0 0-5,4 2-1,-4 1 26,3 2 0,0 1 0,-3 1 45,6 1 7,-3 2-39,0-1-10,3 1 19,-6 0-22,3 0-6,1 0 6,-1-1 0,-3 0-2,0-2-18,0 0-22,3-1 42,-3 0-3,0-2-10,0-2 11,3-1 2,-3-2 1,0 0 22,0 0 12,0 0 17,3 0 9,-3 0 1,3-1 2,-3-3 10,3-3-26,-3 0-32,3-5 0,3 0-16,1 0-22,-1-3-2,3 0 22,-3 1 4,4-1-3,-1 1 1,0 0-51,1-1 31,2 2 1,-3 2-29,4 2 19,-4 1 22,0 3-5,4 0 12,-1 3-20,-3-1 18,-2 2-14,5 1 5,-3 0 11,1 0 2,-7 0-2,3 0 0,-3 0-2,3 3-11,-3 1-6,4 0 19,-4 3 3,3 0-1,-3 1 24,3 1-3,-3 1-20,3 1-2,1 1 1,-4 2-2,0 1 0,3 0-22,0 0 15,-6-2 4,6 1-17,-2-1-12,2-1 19,-3-1 12,3-2-50,-3-1-1,0-3 23,3 0-4,-2-2 4,5-2 0,-3-1-26,0 0 45,0 0-9,7 0 19,-4-1-26,4-4 0,-1-4 13,-3-2 10,1-3 3,-1-1 2,0-3 1,-3-1 52,-3-2 7,1-1-10,-1-3-51,-3-2 57,0-1-35,0-1-21,0-2-1,0 0 0,0-2-2,-7 0-14,1 1 13,0 0-2,0 1-25,-7 0 22,1 1 7,3 0 1,-4 3 2,1 2 36,0 2 13,2 4 19,4 4 6,0 4-25,0 3-7,3 4-10,3 3 46,0 0-81,0 1-7,0 0-35,0 0-6,0 1-10,0 3-16,0 4 26,0 4 48,0 2 32,0 5 36,0 1-7,0 2-26,0 2-15,0 0-17,0 0 3,0-1-4,0 0-2,0 2 25,0 2-24,0 1 8,3 0-9,3 0-4,-6 0-12,3-1 10,3 0-17,-6-2-28,6 1-17,-3-4 46,4 1-1,-4-2-22,3-2 13,-3 0-27,3-3 47,4-1-53,-7-3 16,3-2-74,3-2 72,-3-2-34,4-2-2,2 0 18,-3-2-25,4-2-45,-1 0-73,1 0-45,-1-4-163,0-6-27,1-2 150,-1-3 232</inkml:trace>
          <inkml:trace contextRef="#ctx0" brushRef="#br0" timeOffset="21016">6083-172 82,'0'0'136,"0"0"-96,0 0 771,0 0-329,0 0-196,0 0-81,0 0-59,0 0-14,0 0-15,0 0-56,0 0-45,-12 0-16,9 3 0,3 0-3,0 1 3,-3 0 0,3 3 36,0-1-17,0 2 42,0-1-35,0 2 7,0 1-17,6-2-16,-3 2 1,3 0 6,0-1-7,1 0 0,2-1 0,0 0 0,0-1 1,4-3 6,-1 1-7,1-2-13,2-1-6,-2-2-43,2 0 23,1 0 38,-4 0-34,0 0 16,4-3-7,-4-3 3,-6 1 23,4-3 24,-1-1-22,-6 0 14,0-1 26,0-1-26,-3 0 23,0 1-7,0-1 26,0 2-32,0 2 25,0 2 20,0 2 6,0 3 39,0 0 9,0 0-33,0 0-28,-3 0-16,0 0-13,0 2-35,3 1-21,0 0-21,-3 3-9,0 1 26,0 3 25,-3 2 25,2 3-2,-2 2-4,-3-1 9,0 1-15,-1 3-11,4 1-2,-6 2 16,-1 1 6,-5 2-12,2 2-9,-2 2-1,2 2 0,-2 0-3,-1-1 3,3 1-51,-2-2 0,5 1-22,-2-1 18,3-2-50,2-2-14,1-3 33,3-1-27,-1-3-29,7-2-13,-3-3-3,0-1-72,0-4-108,3-2-134,0-2-176,0-3 113,0-2 450</inkml:trace>
          <inkml:trace contextRef="#ctx0" brushRef="#br0" timeOffset="24648">6703-131 80,'0'0'49,"0"0"-26,0 0-10,0 0 4,0 0 9,0 0 26,0 0 329,0 0-71,0 0-144,0 0-58,0 0-4,0 0 10,0 0-4,0 0-38,-12-6-53,9 6 30,0 0 19,0 0-19,3 0-10,-3 0 7,-1 2-7,1-2 6,-3 1 7,6 0-10,-6 0-6,0 1 12,0 1 14,-1 1-17,1-1-16,3 0-9,-6 1-17,-1-1 36,4 3 6,-3 1 10,0 1-22,-1 1-14,1 0 16,0 0-4,-1 0-29,1 1-1,3-1 42,0 2-41,-4-2 8,7 0-10,0 1-18,0-1 16,3 1 4,-3-2-4,3 0-7,0-1 5,0 0-18,0 0-17,0-1 7,3 1 6,0-1 6,3 0 17,4 0 2,2-1-1,1 0 1,2-3 0,1-1-2,-1-1 0,1 0-20,-1 0-9,1-2 15,2-3 4,-2 0 7,-4-2 4,0-1-1,4 0-23,-7-1 9,1-2 17,-4 1-1,-3-3-12,0 0-3,0 1 0,-3 0-10,0 0 26,0 0 18,0 2-16,-3-2 6,0 1 12,-6 2 6,-1 0-23,4 1 65,0 1-67,-3 1 34,5 0-11,-2 1-23,-3-1-1,0 2 1,-1 1 19,4 0-20,3 2 0,-3 0 28,0 1-28,-1 0-42,1 0 3,0 0 3,3 0-6,-3 0 3,3 1-6,0 3-20,-1 1 43,4-2 18,0 1-9,-3 0 10,3 0-49,0-1 23,0 0 13,0-2-7,0 2-9,3 0-7,1-2 35,2 2 4,-3-1 15,6 0 30,4 0 7,-4-1-13,6 0 9,-2-1-31,2 0-17,1 0 0,-4 0-13,4-3 9,-1-1-18,-2 1 15,-1 0 5,0-1 4,1 2-1,-4-1 25,-3-1 16,4 0 1,-4 1 5,0 0-3,0 1 1,-3 0 2,0 0-12,0 1 6,1 1-10,-1-1-13,-3 1 17,0 0-10,0 0 6,0 0-13,0 0-17,0 0-2,0 0-3,0 0 3,0 0-1,0 2-12,0 2 0,0-1 13,0 2 4,0 0 15,3 1-17,0 1 21,0 1-20,-3 1 10,0 1-7,3-1-6,-3 1-9,3-1 8,-3 0 1,0 0-3,3-1 0,-3 0-10,3 1 13,-3-3-22,0 1 2,3-1 17,-3-2-16,0-1 3,0-1 15,0-1-22,0-1 4,0 0 6,0 0 13,0 0 1,0 0 21,0 0-2,0 0 9,4 0 13,-4-3 13,3-2 6,0-1-58,0-3-3,3 0-18,0-3 18,0-1 0,7-1-26,-4-1-42,1 0 26,2-2-38,0 2 76,1 0-67,-1 3 58,1 0-16,-1 3-5,-3 2 33,1 1-27,-4 3 28,3 1 1,-6 2 38,0 0-14,3 0-6,-2 0-19,-1 2-23,3 1 7,-3 2 15,0 1-1,0-1 4,3 3 24,-6 2 29,7-1-29,-4 1 3,0 0-5,0 2-23,0-2 24,0 1 4,0 1-27,0 1-1,0-1 2,0 0-1,-3 1 0,0-1 4,4 1-6,-1-1-2,0-1 1,-3-1-78,0-1 37,0-3-13,0-2-4,3-1-12,-3-1-29,3 0-75,0-2-20,-3 0-10,6 0-19,0 0-37,1 0-126,2-7-135,3-3 277,1-2 242</inkml:trace>
          <inkml:trace contextRef="#ctx0" brushRef="#br0" timeOffset="25305">7379-185 178,'0'0'39,"0"0"-39,0 0 558,0 0 2,0 0-238,0 0-117,0 0-65,0 0-23,0 0-43,0 0-41,0 0-1,-21 24-13,14-20 4,4 3 38,-6 0-48,6-1 49,0 2-41,-3-1-19,-1 1 16,4 0-17,0-2-1,0 1 3,0 0 13,3-1-16,0-1 29,0 1-29,0-4 0,0 3-3,0-4-45,0 1-11,6 1 56,0 0 3,1-1 1,2-1 26,3-1-27,-2 0-19,5 0 3,-2 0-7,2-3 10,-6-3-42,4 0 36,-4 0 19,0-1 0,1-1 19,-4 0-19,-3 0 29,3 0-13,-6-1 43,0 1-27,0 0 0,0 0 7,0 0-26,-6 1 19,0 1 4,0 2-17,-1 1 39,4 1-29,-3 2 10,0 0-7,3 0-32,-7 0-10,-2 0-19,0 4-6,-4 1 35,1 3 1,-4 0 28,7 2-13,-1 1 61,-2 2-38,2-1-10,1 2-7,3 0-22,-1 1 0,1 1 12,3-1 7,-4 0-17,7 2-2,-3-1 4,6-2-2,-3 1-2,3-3-2,0 1-24,0-3 10,0 0-10,3-2 13,3 2-16,1-2 17,-1 1 9,3-2-22,7-1 25,-4 1-42,7-1 19,-1-4-60,7-1 24,0-1-28,0 0-23,3 0-61,-4-2-24,1-5-25,0 0-50,-3-2-36,-1-2-124,-2-1-105,-7-3 346,-2 5 104</inkml:trace>
        </inkml:traceGroup>
      </inkml:traceGroup>
    </inkml:traceGroup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24:49.352"/>
    </inkml:context>
    <inkml:brush xml:id="br0">
      <inkml:brushProperty name="width" value="0.05292" units="cm"/>
      <inkml:brushProperty name="height" value="0.05292" units="cm"/>
      <inkml:brushProperty name="color" value="#5F4B79"/>
    </inkml:brush>
  </inkml:definitions>
  <inkml:traceGroup>
    <inkml:annotationXML>
      <emma:emma xmlns:emma="http://www.w3.org/2003/04/emma" version="1.0">
        <emma:interpretation id="{D07D7FEB-1350-4363-9B3C-04183B23E0D4}" emma:medium="tactile" emma:mode="ink">
          <msink:context xmlns:msink="http://schemas.microsoft.com/ink/2010/main" type="inkDrawing" rotatedBoundingBox="18356,15634 18630,15553 18682,15730 18407,15811" rotationAngle="-549496840" semanticType="callout">
            <msink:sourceLink direction="with" ref="{DA4A8F01-9682-4A6B-ACEF-C4C5C6DC335B}"/>
          </msink:context>
        </emma:interpretation>
      </emma:emma>
    </inkml:annotationXML>
    <inkml:trace contextRef="#ctx0" brushRef="#br0">18356 15634 239,'0'0'59,"0"0"16,0 0-13,0 0 254,0 0 199,0 0-229,0 0-156,0 0-58,0 0 25,0 0 43,0 0-14,10 0-25,-10 0-36,3 0-14,-3 0 1,0 0 3,0 0 3,0 0 7,0 0-7,0 0-13,2 0-3,-2 0-10,2 0-12,-2 0-1,2 0-16,-2 0 10,2 0 0,2 0 6,-2 0-18,2 3 1,-2-2 2,2 1 9,1 1-1,-1-1-8,2 1 21,-2 0-9,0 1-13,2-1-3,-2 0 12,3 1 1,-3-1 13,2 1 0,0 0-14,-2 1-8,3-2 8,-1 1 4,0 0-9,-2 0-7,2 0 1,-2 0-1,1-1 32,-1 1-19,0 0-10,2 0-3,-2-1 32,0 0-32,-2-1 2,2 1-3,-1-2 1,-3 1 0,2-1-1,0 2 1,0-1-2,-2-1-17,2 1 18,0-1-3,-2 0-15,2 0 18,-2-1-1,2 2 0,-2 0 0,2-2 0,-2 1-2,0-1 3,0 0 1,0 1 2,2-1 14,-2 0-13,0 1-1,2-1-1,-2 2-1,0-2-1,0 0-1,2 0-1,-2 0 0,0 0 1,0 1-11,0-1 13,0 1-2,2-1 1,-2 1-12,0 0-3,2 0 13,-2 1 1,0-1-11,2 0 12,-2 1 0,0-1 1,3-1-2,-3 0-14,0 2 14,2-2-2,-2 0 2,0 0 1,0 0 0,0 0-1,0 0 0,0 0-1,0 0-1,0 0 1,0 0-10,0 0 11,0 0 1,0 0 1,0 0 1,0 0 15,0 0-14,0 0 11,0 0-10,0 0 13,0 0-12,0 0 12,0 0-13,0 0 10,0 0-12,0 0 1,0 0-1,0 0 2,0 0-2,0 0 3,0 0-1,0 0 10,0 0-10,0-2 13,0 2-3,0 0-1,0-2-12,0 1-1,0-1-21,0-1 22,0 1-13,0 0 0,0-1 13,-2 1 0,2-1 16,0 1-16,0-2-3,0 1-6,0-1-4,0 0 12,0 0 1,0-1 0,0 1-7,0-1-22,0 0-3,2-1 10,0 0-7,2 0 28,-2 0 0,0 1 1,0 0-1,2-1 1,-2 2-40,2-2 40,-2 4 16,0-3-16,1 2 2,-1 0 15,2-1-17,-4 1-13,4-1 10,-2 1-10,2 0 13,-4 1 5,2 0 17,0-1-15,0 2 9,-2-1-15,0 0-2,2 0 0,0 1-1,-2-2-20,2 2 21,-2-1 2,3 1-4,-3-1 3,2 0 0,-2 0-1,2-1 1,0 1-23,0 0 23,-2 0 12,0 1 7,0 1-16,0 0 9,0 0-9,0 0-2,0 0-1,0 0-3,0 0-13,0 0-6,0 0 6,0 0 3,0 0 10,0 0-10,0 0 11,0 0 0,0 0 0,0 0 0,0 0 1,0 0 0,0 0 0,0 0 1,0 0-1,0 0 0,0 0-1,0 0 0,0 0 0,0 0 2,0 0 0,0 0 0,0 0 0,0 0-13,0 0-26,0 0-3,0 0-6,0-1 9,0 1-9,0 0-7,2 0 7,-2 0-1,0 0 10,0 0 1,0 0-1,0 0-3,0 0-23,0 0-36,2 0-38,-2 0-23,0 0-33,2 0-20,-2 0 3,0 0 7,4 0-313,-2-1 377,0 1-31,0-3 1</inkml:trace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24:08.893"/>
    </inkml:context>
    <inkml:brush xml:id="br0">
      <inkml:brushProperty name="width" value="0.05292" units="cm"/>
      <inkml:brushProperty name="height" value="0.05292" units="cm"/>
      <inkml:brushProperty name="color" value="#5F4B79"/>
    </inkml:brush>
  </inkml:definitions>
  <inkml:traceGroup>
    <inkml:annotationXML>
      <emma:emma xmlns:emma="http://www.w3.org/2003/04/emma" version="1.0">
        <emma:interpretation id="{AE1CC412-D2F7-48C2-945B-C80A463A1DFE}" emma:medium="tactile" emma:mode="ink">
          <msink:context xmlns:msink="http://schemas.microsoft.com/ink/2010/main" type="writingRegion" rotatedBoundingBox="17007,14355 20141,14196 20167,14711 17033,14869"/>
        </emma:interpretation>
      </emma:emma>
    </inkml:annotationXML>
    <inkml:traceGroup>
      <inkml:annotationXML>
        <emma:emma xmlns:emma="http://www.w3.org/2003/04/emma" version="1.0">
          <emma:interpretation id="{2D724190-E306-4A8B-8176-C7B75B304826}" emma:medium="tactile" emma:mode="ink">
            <msink:context xmlns:msink="http://schemas.microsoft.com/ink/2010/main" type="paragraph" rotatedBoundingBox="17007,14355 20141,14196 20167,14711 17033,1486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10C054B-54ED-4D28-8E90-4514ECA623B4}" emma:medium="tactile" emma:mode="ink">
              <msink:context xmlns:msink="http://schemas.microsoft.com/ink/2010/main" type="line" rotatedBoundingBox="17007,14355 20141,14196 20167,14711 17033,14869"/>
            </emma:interpretation>
          </emma:emma>
        </inkml:annotationXML>
        <inkml:traceGroup>
          <inkml:annotationXML>
            <emma:emma xmlns:emma="http://www.w3.org/2003/04/emma" version="1.0">
              <emma:interpretation id="{C9A36E76-CD4D-40F9-AFCA-37C99E9CE6FA}" emma:medium="tactile" emma:mode="ink">
                <msink:context xmlns:msink="http://schemas.microsoft.com/ink/2010/main" type="inkWord" rotatedBoundingBox="17007,14355 20141,14196 20167,14711 17033,14869"/>
              </emma:interpretation>
              <emma:one-of disjunction-type="recognition" id="oneOf0">
                <emma:interpretation id="interp0" emma:lang="en-US" emma:confidence="0.5">
                  <emma:literal>observation</emma:literal>
                </emma:interpretation>
                <emma:interpretation id="interp1" emma:lang="en-US" emma:confidence="0">
                  <emma:literal>Observation</emma:literal>
                </emma:interpretation>
                <emma:interpretation id="interp2" emma:lang="en-US" emma:confidence="0">
                  <emma:literal>observations</emma:literal>
                </emma:interpretation>
                <emma:interpretation id="interp3" emma:lang="en-US" emma:confidence="0">
                  <emma:literal>Observations</emma:literal>
                </emma:interpretation>
                <emma:interpretation id="interp4" emma:lang="en-US" emma:confidence="0">
                  <emma:literal>observatory</emma:literal>
                </emma:interpretation>
              </emma:one-of>
            </emma:emma>
          </inkml:annotationXML>
          <inkml:trace contextRef="#ctx0" brushRef="#br0">17182 14508 126,'0'0'111,"0"0"-49,0 0-20,0 0 10,0 0 1,0 0 279,0 0 69,0 0-258,0 0-107,0 0-34,0 0 67,0 0 80,0 0 24,0 0-47,0 0-48,0 0-19,10-6 9,-10 6 19,0 0 4,0 0-7,0 0-19,0 0-17,0 0-6,0 0 0,0 0 4,0 0-4,-2 0 6,0 0-9,-2 0-17,-2 0-3,0 3 23,-1 0 7,-3 1-24,2 0-5,-2 0-4,-1 1 3,-1 1 0,4-1-6,-3 2 19,3 2 0,-4 1-31,3 0 15,1 1 10,0 0-26,4-1 0,-3 1 0,3 0 6,0 1-3,2 0 10,-2 0-9,4-1 53,0 2-24,0-3-33,4 2-19,2 1-16,5 0-7,-3-1-64,0-1 20,-4-3 12,0-3 61,3 0-55,1-3 46,2 2 22,5-2 25,-3-1-2,3-1-23,-3 0 0,0 0-1,1 0-11,-1 0-20,1-2 3,-1-3 10,2 0-23,-3 1 13,-1-3-4,-2 0 11,3-1-1,-5-1-6,-2-1 3,0-1-22,0 0 28,-2 0 1,3 0 17,-5 0-40,0 0 28,0 0 12,0 0-25,-3-1 24,-1 0 3,-2 1 3,2 0-3,0 1 3,0 0 26,-2 1-27,-1-2-1,1 3 1,0 0 48,0 0-49,2 2 44,-3 1 7,1 0-42,0 1-10,-2 0-2,-1 0 2,3 1 29,-2 2 35,0-1-64,1 1-3,1 1-26,0 0 6,0 0-6,0 0-6,-1 3 2,1 0 17,2 0 0,-2 2 3,2 0-6,0 1-7,2-1-52,-3 0-39,5 0-6,-4 0-16,4 0-63,0-1 23,0 1-26,0 0-140,0-2 35,2 1-140,0-3 259</inkml:trace>
          <inkml:trace contextRef="#ctx0" brushRef="#br0" timeOffset="992">17445 14483 48,'0'0'244,"0"0"-87,0 0-108,0 0 508,0 0-283,0 0-24,0 0 14,0 0-99,0 0-12,0 0-1,0-35-23,0 34-3,0 1 26,0-1-23,0 1-27,0 0-25,0 0-12,0 0-5,0 0 1,0 0-4,0 0-18,0 0-11,0 0-8,0 0-20,0 0 0,0 0-13,0 1 0,0-1-3,0 1-3,0 1-3,0-1 2,0 1-2,0 2 22,0 3 10,0 3 44,-3 2-32,1 2-9,2 1 9,-2-1-18,0 1-2,2 0 10,0 1 1,0 0-13,-2 0-3,2 1 3,0-1 1,-2 1-1,2-1 0,0-2-16,-2 0-9,2-1 9,0-3-10,0 0 1,0-2 12,0 0 0,0-2-6,0-1-13,0-1 10,0-1 2,0-2 8,0-1-1,0 0 0,0 0 10,0 0-13,0 0 3,0 0 11,0 0 2,0 0 15,0-3-12,0 0-3,0-2-45,0-2 10,0-2-4,0 0 20,0-1 6,0 0-35,0-1 29,0 2-7,2-1-3,2 0 27,-4 1-17,4 0 16,1 1 2,-3 0 1,4 0-4,-2 0 4,2 1 10,0 0-10,-2 0-5,3 2 5,1 0 0,0 2-15,-2 0-1,3 0 16,-1 2 0,0-1-16,3 2-3,-1 0 19,0 0-3,1 3 3,-1 1 3,4 1 39,-3 3-29,1-1 35,-2 1-25,-3 2-23,1-1-2,-2 1-1,-4 1 0,2 0-16,-4 0 18,0 0-19,0-1 8,-4 2-43,-2-2 10,0-1 9,-5-1 17,1 0 16,-2-2 3,-1 1 1,-1-2 18,1 0-19,1-3 23,-2 1-20,3-1 16,-1-1-18,2 0 2,-1-1 13,3 1-10,0-1-6,1 0-13,1 0-22,2 0 16,0-1-33,2-1-13,0-1-44,-2 1-31,2 1-2,0 0-33,2-2-85,0 2-114,0-1-79,0-1-163,0 1 331</inkml:trace>
          <inkml:trace contextRef="#ctx0" brushRef="#br0" timeOffset="1617">17852 14643 158,'0'0'143,"0"0"20,0 0 140,0 0 160,0 0-209,0 0-46,0 0 26,0 0-81,0 0-24,0 0 4,10-25-7,-10 23-13,0 2-6,0-1-20,0 1-13,0-1-1,-4 0-28,2-2-44,-4 2-1,0 0-54,-3-1-7,-1 1 13,-2 0 9,1 1 0,-1 0 7,-5 0 10,5 4 5,1 0 14,-3 0 3,4 0-19,-1 2 19,1-1 0,6 1-3,-2-1-17,-1 0 18,5 0-1,0 0-26,2-1 0,0 1 3,0 0 0,4 0 20,7 1 5,-1-2 1,5 1 0,3-2 0,1 0-28,4 0-14,-3-1-23,3 1 0,0 0 7,-5 0 16,1 0-13,-3 1 3,-1-1 16,-3 0 17,-3 1-24,-3 0-18,-4 0 12,0 1-32,-2 0 22,0 1 59,-4 0 17,-4 1 12,-1-1-13,-1 2 0,-2 0 1,-1-1 18,1 0 7,-1-1 1,3 0-8,-4-1 14,1-1-33,1-1 59,-1 1 3,1-2-27,0-1-25,1-1-9,1 0-4,-1 0-11,1 0 1,4 0 20,-2 0-23,4 0 0,-1-1-55,3-1-17,0 1-15,0-1-88,2-1-66,0 0-315,0-1-5,6-1 59</inkml:trace>
          <inkml:trace contextRef="#ctx0" brushRef="#br0" timeOffset="2304">18019 14645 217,'0'0'216,"0"0"488,0 0-346,0 0-157,0 0-22,0 0 9,0 0-13,0 0-16,0 0-65,-14-6-36,12 6-19,2 0-7,-2 0-9,0 0-4,-1 0-5,1 0-14,-2 1-13,0 2 13,2 1 3,0 0-1,0 0 1,0 0 22,0 0-25,2 1 15,0-1-14,0 0 1,0 2-2,0-2-3,2 0-16,4 0 3,0-1-3,3 0 15,1-1-22,2 0 23,-1-2 3,5 0-11,-3 0 9,3-3 2,-1-2-26,-1 0-6,1 0 3,-3-2 3,0 0 23,-1 0 3,-3 0 19,-4-1 1,0 0-10,0 0-10,-2 0-23,-2 2 9,0 1 14,-2 0 48,-2 2-13,-2-2-34,-2 3 1,-1-1 14,-1 1-13,0 2 23,-1-1 16,1 1 10,0 0-23,-1 0-7,1 2 4,0 2 3,-3 0 6,3 2-3,2 0-28,-3 2 12,1 0 0,2 1 22,0 1 1,1 2-1,-1-1-38,2 1-3,2-1 3,0 0 1,-1-1-1,5 1 0,0-1 1,0-1 0,0 0-1,9-1-2,-1-1-17,4 0 2,3-2 15,3 0-12,3 0-15,2-2-16,4-2-16,0-1-26,-3 0 10,5 0 6,-4 0-26,2-4 23,-4 0-53,-3 0 4,3-2-13,-6 0-130,-3 0-69,1-2-56,-7 0-58,-2-2 15,-2 0 234</inkml:trace>
          <inkml:trace contextRef="#ctx0" brushRef="#br0" timeOffset="2817">18335 14611 230,'0'0'232,"0"0"348,0 0-121,0 0-189,0 0-78,0 0-4,0 0-20,0 0-9,0 0 9,-28-20-49,28 20-39,0 0-15,0 0-1,0 0-3,0 0 6,0 0-9,0 0-10,0 0-26,0 0-21,0 0-1,0 0 0,0 1-16,2 1-6,-2 1-7,2 1 29,0 2 13,2 2-12,-2 0 1,2 2 11,-2 1-13,2 0-15,-2 0 14,2 2 1,1-1 0,-3 2-11,0-1-18,-2-1-15,2-1 8,-2-2-2,0-1-17,0-1 14,0-2 2,0-2 23,0-1 1,0-2 15,0 0 32,0 0 29,0 0 22,0-3 26,0-3-58,0-3-31,2-3-8,2-1-12,2-3 0,0 0-22,-1 0 19,-1 0-23,2 2 10,-2-3-3,2 3-29,-2 1 23,1 1-20,-1 3 29,0 0 16,0 1-4,0 2-2,-2 0 6,2 1 0,-2 2 3,2 1 16,-4 0-19,3 2-6,-1 0-20,0-1-19,-2 1-12,0 0-37,4 0-15,0 0-4,0 0 0,0 0 0,4 0-36,-1 4-43,1 0-41,-4 0-24,4 1-72,-1 0-82,-3-1 7,4 0 81,-78-34 284</inkml:trace>
          <inkml:trace contextRef="#ctx0" brushRef="#br0" timeOffset="3282">18534 14598 79,'0'0'193,"0"0"-92,0 0 3,0 0 379,0 0 2,0 0-205,0 0-85,0 0-17,0 0 16,0 0 0,-10-11-32,10 11-43,0 0-22,0 0 2,0 1-19,0 0-22,0-1-42,0 0-16,0 1-2,0 0-20,2 3 1,0 1 21,4 0 16,-2 3 16,2-1-29,3 2 29,-1 1-32,-2-1 1,2 1-1,1 1 0,-1-1-1,0 0-21,0-1 19,1 2-13,-1-2-13,0 0 16,-2-2 10,3 0-19,-3-1-1,0-2-31,-2-1 38,-2-1-20,0-1 27,-2-1 9,0 0 28,2 0 8,0 0-1,0-3-35,-2-1 3,5-3-6,-3-2-23,2 0 10,-2-2-3,2 1-4,0-3 22,-2 1 1,2-2-13,-4-1-19,5 1-13,-3-2-7,0 3 4,2 0 12,-4 2 35,2 2 0,0 1 1,0 4 0,0 0 1,0 0-1,-2 2 0,2 0 0,0 0-24,0 2-67,-2 0-61,0 0-42,4 0-55,1 0-24,-1 0-88,0 3-131,2-1-141</inkml:trace>
          <inkml:trace contextRef="#ctx0" brushRef="#br0" timeOffset="4342">18898 14608 182,'0'0'130,"0"0"-55,0 0-13,0 0 277,0 0 195,0 0-241,0 0-130,0 0-79,0 0 43,0 0 6,2-32-20,-2 27-3,0 0-26,0 2-3,-2-2-42,-2 0 38,-1 0-28,3 2 6,-4 1-4,2-1 4,0 0-53,0 2-2,0 1 0,-3-2-23,-1 2 4,0 0 0,-2 0-10,-3 3 13,-1 1 12,1 2-12,-1 1 16,1 1 16,1 1-13,0 1 19,1 0-3,3 0-2,0 2 18,2-2-33,1 0-2,3 0-22,-2 1 2,4-3-9,0 0-13,0 0-3,0 0 7,9-3-1,-1 1 23,2-1 16,3-1 0,-3-1-55,4-3 26,1 0-3,-1 0 9,-1 0-6,1-4 13,1-1-4,-5-1 1,2 0 19,-1-1 1,-3-1 34,0 0-32,-2-1 16,1 1 20,-3-1-39,-2 2 0,0 0 0,-2 1 19,2 2 20,-2 1 6,0 0-42,0 3 62,0 0 12,0 0-38,0 0-36,0 0 0,0 0 10,0 0 13,0 0-23,0 0-3,2 0-32,0 3 3,0 0 29,0 1 71,2 2-39,0 0-13,3 0-3,-3 1 7,2 1 6,0 1-28,2-1 12,3-1 3,-3 3-5,2-4-11,1 0-23,-1 0-3,3-1-6,-3-1-3,4-1 9,-1-1-16,1-1 17,1-1-1,-1 0 10,-1-3-16,-1-2 32,0-2 0,1-4 12,-3-1-9,0-1 19,1-4-9,-5 0-13,2-2 2,-2-2 18,-1-2-20,1-2-22,-2-2-39,0-1-26,-4 1 51,0 1-9,0 2 44,-2 1-25,-4 3 26,-3 0 46,3 2-44,-2 1 74,0 2 8,2 1-59,-1 2 11,3 2-4,-2 3 55,4 1-20,0 2 39,0 4-45,2-1-10,0 1-22,0 0-29,0 0-16,0 0-13,0 1-15,-2 4 44,0 3 35,-2 1 19,1 3-9,-3 1-29,2 1-13,2 1 32,0 0-9,0 0-25,2 1-1,-2 1 16,2 1 9,0 3-25,0 0 0,0 2 0,0 1 2,0 0 17,2 0-19,0-1-2,0-1-36,2-1 6,-2-2-3,4-1-22,1-2-1,-3-3 0,0-1-6,0-4 10,2 0 12,0-2 4,3-2-14,-3-1-22,2-2 32,0-1-55,3 0 4,-1 0-43,3-5-29,-1-2-82,2 0-48,-1-4-167,-1 0-125,1-3 10</inkml:trace>
          <inkml:trace contextRef="#ctx0" brushRef="#br0" timeOffset="4861">19129 14489 425,'0'0'68,"0"0"353,0 0 22,0 0-258,0 0-54,0 0 25,0 0-1,0 0-15,0 0-27,0 0-35,-12 6-29,14-6-23,4 0 35,4 2 36,1-2-52,7 0-26,1 0 1,2 0 9,-1 0-28,3-3-1,-2 2-1,-1-1-15,1 0-13,2 0 3,-5-1-6,1 0 2,-2-1 14,-3 2 14,-2-2 1,-1 2 1,-5 1 2,-2 1 47,-4 0 9,0 0 10,0 0-20,0 0 3,0 0-15,0 0-35,0 0-1,0 0-13,0 0-3,0 2 4,0 3 12,0-1 55,0 3-4,0 0-28,0 0 9,0 2-3,2 0 16,-2 2-23,2 0-9,-2 1 0,0 0-1,2 0 5,-2 1 2,2-1-18,0 1 2,1-1-1,-3 1 1,2-2-3,0-1 4,-2-1-4,2-2-29,0-1-29,-2-1 26,2-1-32,-2-1 9,0 0-54,0-2 9,0-1-29,2 0-52,-2 0-13,0 0 2,2-2 27,-2-4-203,2-3-247,0-3-5</inkml:trace>
          <inkml:trace contextRef="#ctx0" brushRef="#br0" timeOffset="5075">19446 14341 706,'0'0'98,"0"0"857,0 0-789,0 0-117,0 0 19,0 0 75,0 0 22,0 0-86,0 0-79,0 0-84,2-8-58,0 8-4,6 3 107,0 0-91,0 2-159,3 1-203,-1 0-137,3 1 192,-75-29 396</inkml:trace>
          <inkml:trace contextRef="#ctx0" brushRef="#br0" timeOffset="6179">19675 14508 339,'0'0'88,"0"0"-16,0 0 482,0 0-170,0 0-205,0 0 7,0 0-11,0 0 16,0 0-6,-23-15-17,23 15-45,0 0-11,0 0 1,0 0-33,0 0-35,-4 1-19,2 2-7,-4-2-3,-2 2-16,-1 1 2,-1 0 10,4 3-11,-3-1 17,1 3-16,2-1 34,0 0-20,0 1 0,-1 0-16,3 0-4,0 0 3,0 0-21,4 1-23,0-1 19,0-1-15,0 0 12,0 1-35,6-4 19,2 2 9,1-1-22,1-3 57,5-2-21,-3 1 3,5-2-30,-1 0-9,-1-1 7,1-3-1,-1-1 20,-1-2 28,0 1 4,-1-3 0,-3 1 3,1-1 42,-3-1-42,0 0-1,-4 1-2,-2-2 13,-2 3 0,0-2-13,0 2-13,-6-1-19,-4 0 30,-1 1-18,-1 0-1,-2 1 21,-1 1 38,-1 0-8,-1 1 2,0 1 7,3 3 3,0 0-26,3 1-13,1 0-3,-1 0-2,5 2-18,0 2-5,2 0 2,2 0 7,2 1-20,0 0-48,0 1 39,0-2-10,0 0 20,6 0 35,2-2 48,3 1-29,1-1-15,3-1-4,1-1-16,1 0-7,-1 0-6,5-2-10,-5-1 7,3 0 15,-2-1 15,-1 0 2,-1-1 1,-1 0 1,-2 0 28,-1-1 8,-3 1 4,-2 0 55,0 2-19,-4-1 32,3 3-33,-3 1-13,-2 0 1,0 0-11,2 0-12,-2 0-7,0 0-9,0 0-7,0 0-19,2 1-1,-2 2-24,2 0 25,2 3 60,-2 0-5,2 2-26,2 0-1,-1 1 4,-1 1 10,-2 0-23,2 0 7,-2-1-25,2 1 2,-2-1 12,0 0-14,0 0-2,-2-1-16,0 1-9,0-3-6,0 1 10,0-1-10,0-1-6,0-2-26,0 0 25,0-2-6,0-1 10,0 0 19,0 0 16,0 0 3,0 0 42,0-1 22,0-3-44,0-2-23,0-1 0,0-1-3,0-2 25,2-1-41,2-2 19,3 0-23,-3-1 11,2-2-56,2 0-2,1 2 38,1 0-17,0 0-12,1 4 39,-1 2 4,2 1 18,-1 1 81,1 2-59,0 2-9,-1 0 13,-3 1 9,2 1-3,-3 0-12,3 0-7,-4 1 12,2 2 1,-1 2 9,1 1 4,-2 1-7,0 2 6,0 0-22,1 1-13,1 1 13,-4 1-16,2 1-3,-2-1-10,1 0-6,-3 0-3,2 0-10,-4 0-32,0-3-10,0 2-3,0-2-49,0-1-41,-6-1-56,3-1-26,-3 0-8,0-1-91,2-1-133,-2-4-126,2 0 154</inkml:trace>
        </inkml:traceGroup>
      </inkml:traceGroup>
    </inkml:traceGroup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24:47.783"/>
    </inkml:context>
    <inkml:brush xml:id="br0">
      <inkml:brushProperty name="width" value="0.05292" units="cm"/>
      <inkml:brushProperty name="height" value="0.05292" units="cm"/>
      <inkml:brushProperty name="color" value="#5F4B79"/>
    </inkml:brush>
  </inkml:definitions>
  <inkml:traceGroup>
    <inkml:annotationXML>
      <emma:emma xmlns:emma="http://www.w3.org/2003/04/emma" version="1.0">
        <emma:interpretation id="{DA4A8F01-9682-4A6B-ACEF-C4C5C6DC335B}" emma:medium="tactile" emma:mode="ink">
          <msink:context xmlns:msink="http://schemas.microsoft.com/ink/2010/main" type="inkDrawing" rotatedBoundingBox="18498,14954 18518,15750 18508,15751 18489,14955" shapeName="Other">
            <msink:destinationLink direction="with" ref="{D07D7FEB-1350-4363-9B3C-04183B23E0D4}"/>
          </msink:context>
        </emma:interpretation>
      </emma:emma>
    </inkml:annotationXML>
    <inkml:trace contextRef="#ctx0" brushRef="#br0">18499 14959 23,'0'0'114,"0"0"-39,0 0-13,0 0 0,0 0-26,0 0-10,0 0-7,0 0 330,0 0-114,0 0-79,0 0-45,-4-3 13,4 3 9,0 0 1,0 0-21,0 0-25,0 0-10,0 0-10,0-1-10,0 1 1,0 0-1,0 0-3,0 0 0,0 0-6,0 0 3,0 0-4,0 0-6,0 0-3,0 0-4,0 0-2,0 0-1,0 0-6,0 0-4,0 0 1,0 0-1,0 0-5,0 0-1,0 0-3,0 0-1,0 0 1,0 0-9,0 0 8,0 0-9,0 0-2,0 0-1,0 0-1,0 0-3,0 0-12,0 0-6,0 0 2,0 0-9,0 0 4,0 0-4,0 0-10,0 1-3,0 1 29,0 2 13,0 0 55,2 3-29,0 0-23,-2 0 32,0 0-12,0 1-21,0-1 24,0 0-26,0 2 0,0-1 13,0 1-13,0 1 22,0-1-6,0 1 0,0 1-9,0 0-5,0 0 14,0-2-16,0 2 1,0 1 1,0-3 1,2 1-3,-2 1 0,2-1 0,-2 1 0,0-1 12,0 1-12,0 0-15,0 0 14,0 0-14,0 0 12,0 1 6,0 0 8,0-1-11,0 1-3,0 0 3,0 0 13,0-1-13,0 1 1,0-1 2,0 0-3,0-2 39,0 2-39,0-1-9,0 0 9,0 1 2,0-2 1,0 1 20,0-1-11,0 0-12,0-1 0,0 1 12,0-1 1,0 0-16,0 0 6,0-1-3,0 1 1,2 0 13,-2 1-12,0-2 19,2 1-18,-2 0 10,0-1-11,2 0-2,-2 2 51,2-2-51,-2 0 1,0-1 22,0 1-2,0 0-20,2 0 0,-2 0-1,0 0 27,2 0-25,-2 0-2,0 1 3,0 0 0,0-2 9,0 2-11,0-1 0,0 0 12,0-1-10,0 0 0,0 0 10,0 0-3,0-2-10,0 2 0,0-2-3,0 0-1,0-1 3,0-2-15,0 2 15,0-1 1,0 1 4,0-1 7,0-1-11,0 0-1,0 1-1,0-1-1,0-1-10,0 1-16,2-1-9,-2 0 3,0 0 6,0 1-3,0-1-4,0 0-5,0 0 2,0 0 4,0 0-1,0 0 1,0 0-4,0 0 7,0 0-7,0 0-9,0 0-23,0 0-36,0-1-16,0 1-13,0-1-26,0 0-39,0-2-75,0 1-219,-2-3-53,0 0 62,6 23 484</inkml:trace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8:46:13.013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DE9E292-65DD-468C-88CA-322F714FE721}" emma:medium="tactile" emma:mode="ink">
          <msink:context xmlns:msink="http://schemas.microsoft.com/ink/2010/main" type="writingRegion" rotatedBoundingBox="3625,16758 7038,17032 6913,18589 3500,18315"/>
        </emma:interpretation>
      </emma:emma>
    </inkml:annotationXML>
    <inkml:traceGroup>
      <inkml:annotationXML>
        <emma:emma xmlns:emma="http://www.w3.org/2003/04/emma" version="1.0">
          <emma:interpretation id="{E16118AB-EBBB-488C-AAAC-9A92D3206A65}" emma:medium="tactile" emma:mode="ink">
            <msink:context xmlns:msink="http://schemas.microsoft.com/ink/2010/main" type="paragraph" rotatedBoundingBox="3625,16758 7038,17032 6913,18589 3500,1831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6F4DF51-4308-4012-A5B2-9EE5178AE9A4}" emma:medium="tactile" emma:mode="ink">
              <msink:context xmlns:msink="http://schemas.microsoft.com/ink/2010/main" type="line" rotatedBoundingBox="3625,16758 7038,17032 6913,18589 3500,18315"/>
            </emma:interpretation>
          </emma:emma>
        </inkml:annotationXML>
        <inkml:traceGroup>
          <inkml:annotationXML>
            <emma:emma xmlns:emma="http://www.w3.org/2003/04/emma" version="1.0">
              <emma:interpretation id="{6B1965CC-FD42-43A8-9191-258E8D9257AD}" emma:medium="tactile" emma:mode="ink">
                <msink:context xmlns:msink="http://schemas.microsoft.com/ink/2010/main" type="inkWord" rotatedBoundingBox="3625,16758 7038,17032 6913,18589 3500,18315"/>
              </emma:interpretation>
              <emma:one-of disjunction-type="recognition" id="oneOf0">
                <emma:interpretation id="interp0" emma:lang="en-US" emma:confidence="1">
                  <emma:literal>Hybrid:</emma:literal>
                </emma:interpretation>
                <emma:interpretation id="interp1" emma:lang="en-US" emma:confidence="0">
                  <emma:literal>[hybrid:</emma:literal>
                </emma:interpretation>
                <emma:interpretation id="interp2" emma:lang="en-US" emma:confidence="0">
                  <emma:literal>Hybrid;</emma:literal>
                </emma:interpretation>
                <emma:interpretation id="interp3" emma:lang="en-US" emma:confidence="0">
                  <emma:literal>Hybrid.</emma:literal>
                </emma:interpretation>
                <emma:interpretation id="interp4" emma:lang="en-US" emma:confidence="0">
                  <emma:literal>Hybrid!</emma:literal>
                </emma:interpretation>
              </emma:one-of>
            </emma:emma>
          </inkml:annotationXML>
          <inkml:trace contextRef="#ctx0" brushRef="#br0">0 514 233,'0'0'97,"0"0"-41,0 0-7,0 0 0,0 0 303,0 0 136,0 0-266,0 0-95,0 0 3,0 0 29,0 0 19,0 0-9,0 0-46,0 0-43,0 0-9,0 0-6,0 0-7,0 0-7,0 0-6,0 0-3,0 0-16,0 0-10,0 0 3,5 0-16,1 0-2,0 0-1,5 0 0,11 0 2,-5 0 14,6 0 0,5 0 0,-6 0-3,6 0-10,0-2-1,0-3 1,-5 2 10,5-2-11,0 1 0,-5-3-2,-7 3-3,1-1-16,0-5-7,0 4-12,-6-2-10,0 2-7,1 0-13,-1-4 10,-5 1-19,5 2-1,-6-4 4,-5 3-33,12-1-6,-7 1-13,-5-3-7,0 0-7,0 1 13,0-1-29,0-1-62,0 2-13,0-2 127,0 2 19,0-6-29,0 4 65,0-4 20,0-2 26,0 3-16,0-1 19,0 0 13,0 2 49,0-2 55,0 2 23,0 0 7,0-1-30,0 1 23,0 0-23,0 1-3,0-2 19,0 0-3,-5 3-32,5 2-21,-6 1 37,0 4-10,6 3 12,0-1-16,0 3-19,0 0-10,0 0-16,-5 0-7,5 0-16,0 0-13,0 0-18,0 0 0,-6 0-1,6 10 4,-5-1 15,-1 7 16,0 1-15,1 4 21,-7 3-18,7-2-4,-6 1 13,5 3-6,6-1-4,-6-1-3,1-1 17,5 3-24,0-4-8,-6 3 15,6 0 0,0 2-19,-5-2 0,5 2 2,0 2 1,0-4-2,0 3-1,0-1 0,0 0 1,0 0 0,0-2 0,0 2 0,0 0 2,0-3-3,0 1-9,0-3 6,0-1-7,0 1 9,5-5-24,-5 0 22,0 1-17,0-6 4,0 1 13,0-3-22,0 2-1,0-6 24,0-1-30,0-2 6,0 1 0,0-4-12,0 0-10,0 0 3,0 0 0,0 0-13,0 0 6,0 0-6,6 0-10,-6 0-6,0-2-29,0-4-56,5-1-78,1-4-117,0 0-241,5-8-77,-45 75 296</inkml:trace>
          <inkml:trace contextRef="#ctx0" brushRef="#br0" timeOffset="-886">50 37 12,'0'0'33,"0"0"2,0 0-8,0 0 2,0 0 7,0 0 0,0 0 3,0 0 0,0 0-3,0 0-13,0 0-7,0 0-16,0 0 1,0 0 12,0 0 3,0 0-3,0 0 0,0 0 4,6 0 6,0 0 3,-6 0-4,0 0 138,0 0 65,0 0-81,0 0-47,0 0-9,0 0 10,0 0 19,0 0-6,0 0-20,0 0-20,0 0-6,0 0 4,0 0-1,0 0 0,0 0-3,0 0 0,0 0-4,0 0-2,0 0-4,0 0-7,0 0 1,0 0 12,0 0-6,0 0 0,0 0-10,0 0-3,0 0 3,0 0-3,0 0-10,0 0 4,0 0-4,0 0-3,0 0 0,0 0 3,0 0-10,0 0 4,0 0-3,0 0-4,0 0-3,0 1-3,0 1-13,0-1 0,0 2-16,0 1 12,0 5 2,0 5 2,0 1 20,0 2-17,-6 2-1,0 1 1,1 1 10,-1 3-13,1-1 0,-1 3 16,6-3-16,-6 3 2,1-1 1,5 2 13,-6 4 4,0-2-8,6 4-10,0-6 2,-5 1-1,5-1 14,0-3-15,0-4-2,0 4 1,0-4 14,0 4-15,0-2 0,0-1 1,0-2-1,0-2-1,0-1 0,0-2-2,0-1-16,0-1-16,0-4 34,0 2-1,0-5-11,0 2-6,0-2-6,0-2-14,0-1-6,0-2 3,0 3-9,0-3-13,0 0-17,0 0-19,0 0-13,0 0-6,0 0-1,0 0-16,0 0-39,0-3-40,0 0-12,0-4-105,0-2-108,0-5-69,0-4 270,0 72 239</inkml:trace>
          <inkml:trace contextRef="#ctx0" brushRef="#br0" timeOffset="431">584 569 85,'0'0'195,"0"0"-113,0 0 22,0 0-22,0 0 749,0 0-418,0 0-222,0 0-71,0 0 10,0 0 32,6 0-1,-6 0-67,0 0-46,0 1-9,0-1-7,5 2-3,1 1 0,-6 2 0,5 0 13,1 1 3,5 0 0,-5 1 3,5 1-13,-5-2-19,5 3 16,-5-2 0,5 2-13,6-3-16,-6 4 1,0-2 24,0 0-15,1 1-12,-1-1 2,6 2-1,-12-6 1,7 1-1,-1 3-2,0-3-12,-5 3-29,-1-4-17,-5 1-12,11-2-14,-11-1-35,0-1-48,0 3-49,0-4-27,0 1-46,0 2-91,0-3-89,0 0-46,0 0 104,0 0 256</inkml:trace>
          <inkml:trace contextRef="#ctx0" brushRef="#br0" timeOffset="865">927 537 205,'0'0'137,"0"0"-45,0 0-37,0 0 770,0 0-285,0 0-245,0 0-101,0 0-3,0 0 6,0 0-20,0-3-43,0 3-44,0 0-13,0 3-10,0-1 9,0 3-6,0-2-13,0-2-18,0 4-24,0-2-11,0 7 15,0-1 15,-6 7-2,0-2-3,1 5-4,-1 0-3,-5 0-9,0 2-10,5 2 0,-11-1 11,6 5-14,5 0 0,-11 3-1,6 0 0,-6 3 1,1 0 2,-1 2-1,0 0-1,0 0 0,0 1-13,6-1-6,-6-4-3,6-2 9,0-2-12,-1-2-10,7-1 7,-1-4-4,0-1-9,1 0-7,5-6-3,-6 3-16,6-7-28,0 2 24,0-5-15,0 1-20,0-3-3,0 1-4,0-2 4,0 1-43,0-3-26,0-1-16,6 0-17,-6 0-16,11 0-30,0-1-108,1-15-121,-1-2 33</inkml:trace>
          <inkml:trace contextRef="#ctx0" brushRef="#br0" timeOffset="1827">1146 146 189,'0'0'157,"0"0"-50,0 0-32,0 0 401,0 0-105,0 0-120,0 0-69,0 0 10,0 0-1,-23-89-42,23 84 32,0 2-16,0 3-40,0 0-16,0 0-9,0 0-17,0 0-3,0 0-10,0 0-12,0 0-7,0 0-10,0 0-15,0 0-7,0 0-3,0 0-13,0 3-1,0 1-2,0 2 1,0 5-1,0 3 22,0 3-6,0 1-14,0 2 1,0 1 23,0 3 2,0-1-25,0 6 23,0-2-1,0 1-9,0 0-14,6 2 0,-6 0 1,5 2 10,-5 0-12,6 1 2,0-5-3,-6 4 0,5-2 0,1 0 0,-1 0 1,-5-2 2,6-1-3,0 0 1,-1-3 0,-5 1-1,0-3 1,6 2-1,0-5-12,-6 0-23,5-3 13,-5-1-4,0-2 11,0-5-7,0 1-20,0-2 7,0-1-3,0-3-6,0 0 9,0-1 12,0-2 4,0 0 17,0 0 1,0 0 1,0 0 3,0 0 23,0 0 6,0-5-4,0-1-5,0-4-23,0-4-38,0-5 26,0 3 8,0-1-31,6 0 23,-1-1-8,-5-1 18,12 2 0,-7 1-1,1 3 1,5-2-14,-5 0 14,5 1-17,0 0 19,0 1 2,1 4-2,-1-2-22,0 0 19,-5 4-13,5 1-3,0 0 16,-5 3 3,5 3-1,0 0-15,0 0-6,6 0 19,0 0 2,6 0-15,-7 0 13,1 6-22,0 3 12,0 6 13,0 0 0,-6 3 1,0 6 5,-5-2-4,5 1-2,-11 3 0,0-3 4,0 6-4,0-7-20,0 3 8,-5-3 10,-7 2-20,1-5 20,-11-3-11,-6-2 3,11-3 10,-11 0 4,-6-5 8,0 1-9,6-4-1,-6-2 1,12-1-2,-6 0-1,0 0 0,5 0-13,7 0-3,4 0 16,-5-4-26,6-3-2,6 1-24,-1-5-18,6 3-24,0-1-6,0-4-55,0 3-74,0 1-70,0-2-104,11 0-153,0-3-61,1-1 237</inkml:trace>
          <inkml:trace contextRef="#ctx0" brushRef="#br0" timeOffset="2583">1550 567 200,'0'0'173,"0"0"-88,0 0 570,0 0-66,0 0-242,0 0-136,0 0-62,0 0-13,0 0-1,11 0-16,-11 0-38,11 0-24,-5 0-18,5 0-7,0 0 0,1 3 13,10 2-7,-5 0-25,0 0 3,0 4 0,0-3 10,-1 9 2,1-3 11,0 1-23,-6 1-15,1 2-1,-1 3 0,-6-2-23,-5 1 1,6 2-19,-6-1-7,0 0 0,0 0 6,0 5 4,0-7 9,-6-1-7,1-2 1,-6 0-7,5-4 29,0-2-15,1-5 26,5 2 1,-6-5 1,6 0 13,0 0 16,0 0 13,0 0 6,0 0 10,0 0-10,0-4-48,0-5 10,0 0-10,0-4 0,0-4 16,0 2-16,6 0 0,-6-1 16,17 0-13,-6-1-3,0 1 3,6-2 0,0 1 9,5-2-12,1 5-3,-1 0 2,-5-1 1,5 6 3,1-1 16,-6 4 7,-6-2-4,6 3 3,0 2 1,-6 0 3,-5-2-7,5 4 0,0 1 7,-5 0-7,-1 0 4,1 0-13,0 0-10,-1 0 13,1 0 3,-1 3 12,7 5-2,-7-3-7,6 4-2,-5-3-18,5 5 0,1-1 23,-7 4-22,6 0-1,-5 2 0,0 2 1,-1 1-1,6-2 1,-11 0-3,0 4 0,6-2 0,0 0-19,-6 0 3,0-2-3,5 2-3,-5-5 6,0 0-13,0-1 4,0-2-33,0-1 8,0-4-37,0 0 8,0-4-14,-5 1 3,5-1-38,-6-1-14,6-1-26,-6 0-45,6 0-36,0 0-47,0 0-39,-5-8-232,-1-11-117</inkml:trace>
          <inkml:trace contextRef="#ctx0" brushRef="#br0" timeOffset="2840">2123 324 407,'0'0'104,"0"0"430,0 0 62,0 0-310,0 0-36,0 0-23,0 0-40,0 0-26,0 0-35,0 0-53,-17-24-37,17 23-24,0 1-12,0 0-2,0 0-27,0 0-12,0 0-20,0 0-42,0 0-78,0 0-38,6 3-2,-1 5-74,6 4-131,-5 1-157,0 1-30,-40-64 388</inkml:trace>
          <inkml:trace contextRef="#ctx0" brushRef="#br0" timeOffset="3847">2561 751 133,'0'0'146,"0"0"-61,0 0-29,0 0-27,0 0 662,0 0-339,0 0-222,0 0-56,0 0 34,95-8 51,-89 1 19,5 1-74,-5 0-20,5-1 3,-5 1 27,-1-2-24,1 2-9,-6-1-4,6 0-19,-1-1-4,-5 0 17,0 1-7,0 0-6,0-1-1,0 0-15,0 1-7,-11 1 29,5-2-45,1 2-17,-12-4 11,6 6-13,-6 1-13,0 1 11,0-1 2,-5 3-12,-1 0 11,-5 0 0,6 0-1,-7 0-11,1 5 12,0 2 0,0 5-2,0 3-10,6-2 13,-6 1-2,11 2-1,-6 3 2,6-2-1,1 1 0,4 4 1,1-3-3,6 0 1,-1 1-12,6 1 14,0-4 0,0 1-15,0-1-9,11 0-23,6-3 29,-6-1-13,6 0 12,0 1-5,0-6-4,5 0-13,1-2 10,-1-1-6,1-4-27,-1-1 27,1 0-8,-7 0 24,12-1-4,-11-7 0,6-3 4,-1-2 9,-5-4 13,0-2 23,0-2 9,-6-5-29,6 0-2,-11-1 1,-1-1-2,-5-4-18,11 1 17,-11-4-30,0 0 31,0-1 12,0-4-11,0 3-1,0-3 0,0-3 11,0 1 41,-11 2-7,11-4-6,-5 3 19,-1-2-26,0 5 19,1 2 10,-1 0-3,6 4-7,-6 5-22,1 0 35,-1 5-10,6 3-3,-5 4 0,-1 0-10,6 4-9,0 5 9,0 0 13,0 4 3,0 2-12,0 0-7,0 0-16,0 0-6,0 0-6,0 0-10,0 0-31,0 3-1,0 7-3,0-1 7,0 9 28,0 4 15,0 5 1,0 1-13,0 4 10,0 2-11,0 3-2,0-1-1,0 2 1,6 6 1,-1-1 0,1 3 0,5-2-1,0 0-1,-5-1 1,5-1-2,6 1 1,0-4 0,-12 1-1,7-2-14,-1-3-16,0 1 17,-5-3 11,5 0-18,0-1 3,-5-2-6,5-5 3,0 0-10,1-2-3,-7-8 3,6 6-6,-5-8-3,0-2-7,5-2-10,0-1 10,0-3 7,1-1 15,-7-2-6,6-2-3,6 0 12,-6 0-31,1 0-14,5 0-19,-6-3-41,6-8-66,-6-3-52,0-1-127,6-2-115,-6 1-177,0-3 65</inkml:trace>
          <inkml:trace contextRef="#ctx0" brushRef="#br0" timeOffset="4216">3274 768 193,'0'0'196,"0"0"-10,0 0 958,0 0-735,0 0-169,0 0-62,0 0-40,0 0 1,0 0-33,0 0-16,6-24-23,-1 15-28,-5 2 12,6 1-7,-6-5 4,6 3-22,-1 0-1,1-1-6,-6 2 16,5 3-34,-5-3 2,0 4 0,0 0-2,0 1 1,0 2-2,0-1-35,0 1-29,0 0-41,0 0-39,0 0-52,0 0-84,-5 1-73,-1 9 48,-5 4-75,11 0-275,-6-1 13,34-62 418</inkml:trace>
          <inkml:trace contextRef="#ctx0" brushRef="#br0" timeOffset="4511">3297 1085 302,'0'0'157,"0"0"237,0 0 323,0 0-311,0 0-121,0 0-65,0 0-42,0 0-4,0 0-17,0 0-29,39 16-22,-39-16-23,11 0-23,-5 0-19,5 0 4,-11-5 9,11-1-25,-5 1-14,-6-2 4,0 2-8,5-2-11,-5 1-41,0 1-20,0 2-28,0 0-35,0 1-23,0-1-36,0 0-64,0 0-118,0 0-219,0-5-469,-5 0 417</inkml:trace>
        </inkml:traceGroup>
      </inkml:traceGroup>
    </inkml:traceGroup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15:54.74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3A1C516-D524-431D-BF5E-2567993A4E3F}" emma:medium="tactile" emma:mode="ink">
          <msink:context xmlns:msink="http://schemas.microsoft.com/ink/2010/main" type="writingRegion" rotatedBoundingBox="15071,13138 15121,14218 14710,14237 14660,13157"/>
        </emma:interpretation>
      </emma:emma>
    </inkml:annotationXML>
    <inkml:traceGroup>
      <inkml:annotationXML>
        <emma:emma xmlns:emma="http://www.w3.org/2003/04/emma" version="1.0">
          <emma:interpretation id="{73BD1A9B-05D1-419C-8E6D-8E34AAD31284}" emma:medium="tactile" emma:mode="ink">
            <msink:context xmlns:msink="http://schemas.microsoft.com/ink/2010/main" type="paragraph" rotatedBoundingBox="15071,13138 15121,14218 14710,14237 14660,131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7C72876-8EEB-444C-A006-95BA26477E70}" emma:medium="tactile" emma:mode="ink">
              <msink:context xmlns:msink="http://schemas.microsoft.com/ink/2010/main" type="line" rotatedBoundingBox="15071,13138 15121,14218 14710,14237 14660,13157"/>
            </emma:interpretation>
          </emma:emma>
        </inkml:annotationXML>
        <inkml:traceGroup>
          <inkml:annotationXML>
            <emma:emma xmlns:emma="http://www.w3.org/2003/04/emma" version="1.0">
              <emma:interpretation id="{02EAF135-50EE-4E1F-9CB8-0C4C562574AB}" emma:medium="tactile" emma:mode="ink">
                <msink:context xmlns:msink="http://schemas.microsoft.com/ink/2010/main" type="inkWord" rotatedBoundingBox="15071,13138 15121,14218 14710,14237 14660,13157"/>
              </emma:interpretation>
              <emma:one-of disjunction-type="recognition" id="oneOf0">
                <emma:interpretation id="interp0" emma:lang="en-US" emma:confidence="0">
                  <emma:literal>is</emma:literal>
                </emma:interpretation>
                <emma:interpretation id="interp1" emma:lang="en-US" emma:confidence="0">
                  <emma:literal>I'</emma:literal>
                </emma:interpretation>
                <emma:interpretation id="interp2" emma:lang="en-US" emma:confidence="0">
                  <emma:literal>I.</emma:literal>
                </emma:interpretation>
                <emma:interpretation id="interp3" emma:lang="en-US" emma:confidence="0">
                  <emma:literal>its</emma:literal>
                </emma:interpretation>
                <emma:interpretation id="interp4" emma:lang="en-US" emma:confidence="0">
                  <emma:literal>it,</emma:literal>
                </emma:interpretation>
              </emma:one-of>
            </emma:emma>
          </inkml:annotationXML>
          <inkml:trace contextRef="#ctx0" brushRef="#br0">11 96 8,'0'0'71,"0"0"-15,0 0-40,0 0 0,0 0 4,0 0 283,0 0 202,0 0-329,0 0-172,0 0 58,0 0 48,0-29 37,0 25-69,0 1-55,0 2 45,0-3 0,0 1-66,0 0 41,0 0 12,0 0-26,0 0 7,0-1 6,0 2-3,0-1-13,3 0 39,1 2 3,-4-1-10,3 0-12,-3 0-24,0 0-21,0-1-1,0 1 59,0 1-8,0-2-38,0 1-6,0 0 28,0 0-2,0-1 2,0 2 4,0 1 3,3-1 3,-3 1-6,0 0-10,0 0-3,0 0-1,0 0-5,0 0-5,0 0-15,0 0-13,0 1-3,0 1-10,0 1-16,0-1-16,0 2 3,0 2 55,0 2 19,0 1-6,0 0 13,0 2-16,0 0-10,0 3-3,3-1 3,-3 2 32,0 1-9,3 1-23,-3 0-5,3 2 5,-3-1 20,3 2-4,-3-2-16,0-1-11,6 1 10,-6-3 1,3 0-2,-3-1 2,0-3-13,0 0 13,0-1-3,0-1-39,0-1-20,0-2 7,0-2 30,0 0-24,-3 0-6,3-2 20,-6 0-4,6-2-32,0 0-1,0 0 1,0 0-4,0 0-2,0 0-18,-3 0-12,3 0-16,0 0 2,-3 0-22,0-2-7,-3 0-26,-1-2-101,1-3-306,-3-2 400,46 33 182</inkml:trace>
          <inkml:trace contextRef="#ctx0" brushRef="#br0" timeOffset="360">-161 382 153,'0'0'4,"0"0"-4,0 0 58,0 0 50,0 0 583,0 0-382,0 0-172,0 0-69,0 0 20,27 13 46,-21-11-5,4 2-28,2-2-42,-6 2-21,7 0 24,-1 1-32,-3-2-30,0 0-9,4 2 9,-1-3 1,-3 2 2,4-1-3,-1 0-49,-3-1-67,1 0-44,2 2-54,-6-2-14,0 0-75,1-1-143,-7-1-53,3 0 350</inkml:trace>
          <inkml:trace contextRef="#ctx0" brushRef="#br0" timeOffset="801">251 385 174,'0'0'0,"0"0"-2,0 0 2,0 0 19,0 0 783,0 0-310,0 0-251,0 0-118,0 0-35,0 0 3,-3 2 6,3-2-32,0 0-23,0 0-3,0 0-10,0 0 7,0 1-7,0 0-3,0 1-7,0 0-17,-6-1-2,2 2-17,-2 1 15,-6 0 4,-4 2-3,7 1 1,-6-1-26,5 2 25,-5 0-12,2-1-3,1 1-20,-4 0-51,1-1-46,-4 2 6,4 0-29,-1-1-87,4 0-47,3-2-183,2-3-45,4-2 243</inkml:trace>
        </inkml:traceGroup>
      </inkml:traceGroup>
    </inkml:traceGroup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15:47.64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49D2A8D-FCDA-4B62-8FFE-9AF884902984}" emma:medium="tactile" emma:mode="ink">
          <msink:context xmlns:msink="http://schemas.microsoft.com/ink/2010/main" type="writingRegion" rotatedBoundingBox="11679,13006 11873,14290 11352,14370 11158,13085"/>
        </emma:interpretation>
      </emma:emma>
    </inkml:annotationXML>
    <inkml:traceGroup>
      <inkml:annotationXML>
        <emma:emma xmlns:emma="http://www.w3.org/2003/04/emma" version="1.0">
          <emma:interpretation id="{1C029D83-7519-4989-82F6-182A3C8172E8}" emma:medium="tactile" emma:mode="ink">
            <msink:context xmlns:msink="http://schemas.microsoft.com/ink/2010/main" type="paragraph" rotatedBoundingBox="11679,13006 11873,14290 11352,14370 11158,1308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4197414-B198-4B7A-A157-3B917F24ECFB}" emma:medium="tactile" emma:mode="ink">
              <msink:context xmlns:msink="http://schemas.microsoft.com/ink/2010/main" type="line" rotatedBoundingBox="11679,13006 11874,14291 11352,14370 11158,13085"/>
            </emma:interpretation>
          </emma:emma>
        </inkml:annotationXML>
        <inkml:traceGroup>
          <inkml:annotationXML>
            <emma:emma xmlns:emma="http://www.w3.org/2003/04/emma" version="1.0">
              <emma:interpretation id="{FBBF630C-D09B-4815-8B24-F100103DD290}" emma:medium="tactile" emma:mode="ink">
                <msink:context xmlns:msink="http://schemas.microsoft.com/ink/2010/main" type="inkWord" rotatedBoundingBox="11679,13006 11874,14291 11352,14370 11158,13085"/>
              </emma:interpretation>
              <emma:one-of disjunction-type="recognition" id="oneOf0">
                <emma:interpretation id="interp0" emma:lang="en-US" emma:confidence="0">
                  <emma:literal>in</emma:literal>
                </emma:interpretation>
                <emma:interpretation id="interp1" emma:lang="en-US" emma:confidence="0">
                  <emma:literal>IR</emma:literal>
                </emma:interpretation>
                <emma:interpretation id="interp2" emma:lang="en-US" emma:confidence="0">
                  <emma:literal>is</emma:literal>
                </emma:interpretation>
                <emma:interpretation id="interp3" emma:lang="en-US" emma:confidence="0">
                  <emma:literal>Is</emma:literal>
                </emma:interpretation>
                <emma:interpretation id="interp4" emma:lang="en-US" emma:confidence="0">
                  <emma:literal>HR</emma:literal>
                </emma:interpretation>
              </emma:one-of>
            </emma:emma>
          </inkml:annotationXML>
          <inkml:trace contextRef="#ctx0" brushRef="#br0">-1064-1283 101,'0'0'0,"0"0"13,0 0-3,0 0-8,0 0 24,0 0 150,0 0 277,0 0-273,0 0-115,-6-4-6,6 4 45,0-2 6,0 0-5,0 0-21,0 1-15,0-1-1,0 1 16,0-1 17,0 0-20,0 0-9,0 1 38,0 1 7,0-1-14,0 0-18,0 0-27,0-1-33,0 0-24,0 1 20,0 0 28,0 0-4,0 1-6,0 0-4,0-1-9,0 1 0,0 0-7,0 0 7,0 0-10,0 0 0,0 0-13,0 0 13,0 0-14,0 0-2,0 0-1,0 0-15,0 0-22,0 2-4,0 0-7,0 2-2,0-1-1,0 3 17,0 1 35,0 4 2,0-1 14,-3 1-16,3 2 0,-3 1 2,3-1 21,-3 2 9,-1 2-31,4-1 12,0 1-12,0-1 0,0 0-1,-3 1-1,3 0 1,-3 1 6,3 0 4,0-1-10,0 1-45,0-2 43,0-1 2,0 0 0,0-1 12,0 0-12,0-2 0,0 0 9,0-1-9,0-1 0,0-3 13,0 1 3,0-3-16,0 2 0,0-1-1,3-2-2,-3 0 3,3-2 8,-3 0-8,0-1-26,0 0 10,0-1 3,0 0-7,0 0-2,0 0 6,0 0 13,0 0 0,0 0-13,0-1 3,0-1-19,0 0-26,0 1-33,0 0-35,0-1-46,0-1-62,-3-2-212,-3-1-202,0-2 116,-6 0 402,39 47 117</inkml:trace>
          <inkml:trace contextRef="#ctx0" brushRef="#br0" timeOffset="431">-1278-886 165,'0'0'2,"0"0"-2,0 0 72,0 0 385,0 0 74,0 0-287,0 0-117,0 0-20,0 0 4,0 0 9,50 8-26,-44-7-29,3 3-17,-3-1 11,4 2-17,2-1 0,-6 1 10,7 0-7,-4 0-3,3-1 7,-2 1-48,2 0 34,-3 0-15,1-1-1,2 2-18,-3-2 1,1 1-4,-1 0 2,-3-1 0,0 0 0,1 1-2,-1-2-24,0 2-35,-3-4 6,3 2-20,-2-1-35,-1 0 0,0-1-52,-3 1-92,3 0-55,-3-1-20,0 1-91,0-2-63,0 0 353</inkml:trace>
          <inkml:trace contextRef="#ctx0" brushRef="#br0" timeOffset="886">-903-886 176,'0'0'29,"0"0"-26,0 0 16,0 0 754,0 0-275,0 0-209,0 0-123,0 0-49,0 0-10,10 2-3,-10-2-33,0 0-26,0 0-19,0 2 0,0 0-7,0 0-3,0-1-16,0 2-22,-3 0-1,-1 1 23,-2 2 20,0 1-20,0 1 0,-3 1 0,-1 1 19,1 0-19,0 2 10,-4 0-10,1 0 2,-1 0-1,-2 2 10,-1-3-10,7 1-2,-6 0-1,8 0-1,-2-3-61,0 1-53,6-2 1,-4-1-79,4-1 75,0 0-176,0-1 6,3-1-58,0 1-20,0-3-92,0-2 337</inkml:trace>
        </inkml:traceGroup>
      </inkml:traceGroup>
    </inkml:traceGroup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17:06.78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9952B1E-C54F-462C-9A7B-BB8CE5B040EE}" emma:medium="tactile" emma:mode="ink">
          <msink:context xmlns:msink="http://schemas.microsoft.com/ink/2010/main" type="writingRegion" rotatedBoundingBox="12371,13998 14304,14101 14267,14806 12333,14704"/>
        </emma:interpretation>
      </emma:emma>
    </inkml:annotationXML>
    <inkml:traceGroup>
      <inkml:annotationXML>
        <emma:emma xmlns:emma="http://www.w3.org/2003/04/emma" version="1.0">
          <emma:interpretation id="{C8A3B277-5DB2-410E-BE84-DA3C631B2B54}" emma:medium="tactile" emma:mode="ink">
            <msink:context xmlns:msink="http://schemas.microsoft.com/ink/2010/main" type="paragraph" rotatedBoundingBox="12371,13998 14304,14101 14267,14806 12333,1470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450A2D7-FAF6-4015-886F-93B89F2B2AAF}" emma:medium="tactile" emma:mode="ink">
              <msink:context xmlns:msink="http://schemas.microsoft.com/ink/2010/main" type="line" rotatedBoundingBox="12371,13998 14304,14101 14267,14806 12333,14704"/>
            </emma:interpretation>
          </emma:emma>
        </inkml:annotationXML>
        <inkml:traceGroup>
          <inkml:annotationXML>
            <emma:emma xmlns:emma="http://www.w3.org/2003/04/emma" version="1.0">
              <emma:interpretation id="{E9A1AF9B-6E7D-426D-A812-BBF3180D4D5F}" emma:medium="tactile" emma:mode="ink">
                <msink:context xmlns:msink="http://schemas.microsoft.com/ink/2010/main" type="inkWord" rotatedBoundingBox="12371,13998 14304,14101 14267,14806 12333,14704"/>
              </emma:interpretation>
              <emma:one-of disjunction-type="recognition" id="oneOf0">
                <emma:interpretation id="interp0" emma:lang="en-US" emma:confidence="0">
                  <emma:literal>Games</emma:literal>
                </emma:interpretation>
                <emma:interpretation id="interp1" emma:lang="en-US" emma:confidence="0">
                  <emma:literal>Eames</emma:literal>
                </emma:interpretation>
                <emma:interpretation id="interp2" emma:lang="en-US" emma:confidence="0">
                  <emma:literal>Gametes</emma:literal>
                </emma:interpretation>
                <emma:interpretation id="interp3" emma:lang="en-US" emma:confidence="0">
                  <emma:literal>amides</emma:literal>
                </emma:interpretation>
                <emma:interpretation id="interp4" emma:lang="en-US" emma:confidence="0">
                  <emma:literal>Gamers</emma:literal>
                </emma:interpretation>
              </emma:one-of>
            </emma:emma>
          </inkml:annotationXML>
          <inkml:trace contextRef="#ctx0" brushRef="#br0">136-5 37,'0'0'156,"0"0"-61,0 0-79,0 0 1,0 0 175,0 0 499,0 0-362,0 0-196,0 0-74,0 0 35,-9 0 42,9 0-3,0 0-42,0 1-42,0 1-20,0 1 6,0-1-2,0 0-11,0 1-18,0 3 41,0 2 4,0 0-8,0 2-8,0 1 15,0 1 1,0 1-33,0-1 3,0 2 17,0 0-1,0 1-35,0-1 3,0 0 13,0 1-14,0-1 0,0 1-1,0 0-2,0-1 2,0 1 10,0 0 2,0-1-13,0-1-31,-3-1 2,0-2-13,-1-1-16,4-1-35,0-1 2,-3-2-6,-3 0-10,6-2-16,-3-1-49,-3 2-85,3-2-3,-3-1-82,-1-1-94,4 0 5,-3 0 230</inkml:trace>
          <inkml:trace contextRef="#ctx0" brushRef="#br0" timeOffset="1292">446 76 162,'0'0'75,"0"0"-52,0 0 0,0 0 3,0 0 19,0 0 510,0 0-259,0 0-162,0 0-53,0 0 30,0 0 32,0 0 19,25 0-38,-25-2-37,0-2-28,0 0 28,0-1 4,0 1-33,0-1-39,0 2 56,-3-2-7,0 2-52,-3-2-16,2 1 13,-5 0-7,3 0 10,0 2-15,0 1 2,-7 0-6,4 1-27,0 0-8,-7 0 9,7 0 12,-7 0-2,4 2 0,-1 4-4,1-1 21,0 2-2,-1 0-12,4-1-6,0 3 2,-1-1 18,1 1-14,3 1 16,0 1 2,-1-1-1,4-1 19,3 2-8,-3-3-12,3 2-3,0-1 3,0-1 2,0-1-1,0 0 17,3-1-18,0 1-3,4-2-43,2 1-6,0-3-9,4 2 25,-4-3-12,0-2 22,4 1 6,-1-1 10,0 0 10,4 0 17,-4-1-17,1-3 0,-1-2 2,1-1 11,-1-1-11,-3-1 16,4 0-17,-7-2 21,0 0-21,0 0 1,0-2-1,-2 2-2,-4 0-28,0 0 26,0 3 3,0-1 3,0 2 17,0 2-7,0 1 22,0 2 7,0 1 17,0-1 9,0 2-13,0 0-7,0 0 4,0 0-13,0 0-23,0 0-15,0 0-1,0 2-15,0-1-11,0 1-16,0 3 10,0 0 32,0 2 25,3 1-12,0 1-11,0 1 34,0 0-34,3 1-1,0 0 2,1-1 17,-1 1-7,3-2-12,0 0 1,-2-1-1,2-1-1,0-1-29,0 0-16,1-2-26,-4 0-39,0-1-30,0-1-51,1 1-56,-7 1-101,3-4-10,0 0-112,0 0 73,0-1 252</inkml:trace>
          <inkml:trace contextRef="#ctx0" brushRef="#br0" timeOffset="4119">567 75 121,'0'0'127,"0"0"-101,0 0-10,0 0 7,0 0 19,0 0 623,0 0-287,0 0-209,0 0-55,0 0 16,3-6 26,0 5 19,-3-1-42,0 1-65,3 1 10,-3 0 32,0 0-7,0 0-13,0 0-16,0 0-13,0 0-12,0 1-8,0 1-9,0-1-9,0 0-1,0-1-6,0 3-15,0-1-1,0 1-30,0 2 30,0 3 13,0 2-12,0 0 3,0 1 8,0 0-11,0 2 0,0-1 2,7 1-2,-7 0-1,0-1 0,0 1-1,0-2-12,3 1 12,-3-1-1,0 1-13,0-1 14,0 0-2,0-1-9,0-2 8,0 0-18,0-3 6,0-2 0,0-2-16,0 0 13,0-1 16,0 0 3,0 0 3,0 0 9,0 0 4,0 0 20,0 0 2,0-4-3,0-3-35,0-1-19,0-4 18,0 0-15,3 0 15,0-1-15,0-2-3,0 0-20,0-1-6,0 1 29,0 0-10,4 2 4,-4-1-17,3 3 10,0 0 26,-3 2 1,3 1 2,1 0 32,-1 1-32,0 2 0,-3 0 31,3 2-15,-3-1-14,0 3 24,1 1 0,-4 0-16,6 0-10,-6-1-23,3 1 10,-3 0 0,3 0-9,0 0-14,3 0 24,-3 4 12,4 2 48,-1 3-3,-3 0-45,3 3-1,0-2-2,0 2-13,-6 1 14,10 1 0,-10-2 0,3 2-27,0-2 10,-3 1-4,0-1-15,3 0 36,0-2-37,-3 1 7,0-3 12,3-2-12,-3 0 31,0-3-18,0 1 2,0-4-8,0 0 25,0 0 0,0 0 29,0 0 6,0 0 10,3-5 17,0-2-18,1 0-44,2-5 0,-3-1 12,3-2-12,-3-1-2,3 1-1,1-3 2,-4 1-28,3-1-16,0-1-32,0 2 12,1 0 36,-1 2-42,0 4 32,3 1 39,-3 3 13,1 1-11,-1 1 34,0 3-7,-3-1 13,0 3 6,0 0 7,0 0-29,-3 0-24,4 0-2,-1 0 0,0 2 17,3 4 48,0 2-11,-3 0-5,3 3-20,-2-1 16,5 3-23,-6 0-19,0 1 10,6-1 0,-2 1-1,-1-1-11,-3 2-1,6 0 0,-6-1-16,3 2 16,-2-1-16,-1 0 12,0 0-12,-3-1 4,0-2-33,3 0-10,-3-2 13,0-1-22,0-2 12,0-3-32,0 0-19,0-3-59,0-1 7,0 1-43,0-1-95,0 0-74,0 0-28,3-7 11,3-3-43,0-3 344</inkml:trace>
          <inkml:trace contextRef="#ctx0" brushRef="#br0" timeOffset="2486">1029 1 150,'0'0'114,"0"0"-78,0 0-7,0 0 4,0 0 322,0 0 203,0 0-285,0 0-185,0 0-13,0 0 55,-15 2 12,15-2-41,0 0-62,0 0-39,0 0-2,0 1 0,0 0-1,0 0-10,0-1 0,0 1 0,0-1 0,0 0 1,0 0-18,0 0-35,0 0-19,0 0-13,0 0-1,-4 0-19,1 1-46,3-1-48,-3 0-63,3 0-39,-3 0-52,3 0 159,-3 0 177</inkml:trace>
          <inkml:trace contextRef="#ctx0" brushRef="#br0" timeOffset="4757">1082 49 295,'0'0'2,"0"0"60,0 0 107,0 0 613,0 0-359,0 0-199,0 0-81,0 0-7,0 0 13,0 0-13,-13 4-52,13-1-45,0-2-17,0 2 1,-6 0 2,6 2-8,-9 2 5,6 1 4,0 0-4,-7 2-9,7-1-10,3 0 9,-3 0-12,0 0-15,3-1 15,0 1 1,0-2 0,0 1-1,0-1-3,6-1-13,0-2-2,1-1 17,2 0-21,3-2 20,1 0-24,-1-1 24,1 0-23,2 0 8,1-3-5,-4-4-14,3 1 36,-2-2-2,-1 0 1,-2 0 1,-1-2 16,-3 0 13,3 0-16,-9-1-12,0 1-1,0 0-9,0 0-12,0 2 21,-6 0 2,-3 1-2,0 3 0,-1 0 0,1 3 13,-3 1-13,-1 0 4,4 0 12,-7 0 16,7 5 10,-3 2 3,-1 1 3,-2 3 10,5 0-13,-2 0-13,0 2 13,2 0-5,1-1-39,0 1 2,3-1 22,2 0-12,-2 1-12,6-1 2,-3 0-3,3 1 2,0 0 14,0 1-12,0-2 12,6 1-1,1-1-15,-1-2-1,3 0 0,0-1-1,4-1-17,5 0 18,-2-2-44,2-1 10,1-3-7,3 0-25,-1-2-20,-2 0 20,3 0-4,-4-4-13,1-1-9,0-1 9,-7-1-52,4-1-46,-7-1-9,3-2-66,-2-3-110,-4-3-132,0-4-169,3-1 494</inkml:trace>
          <inkml:trace contextRef="#ctx0" brushRef="#br0" timeOffset="-387">229-223 25,'0'0'176,"0"0"-68,0 0-107,0 0 0,0 0-1,0 0 2,0 0 47,0 0 196,0 0 74,0 0-166,0 0-71,0 0-1,0 0 33,0 0 23,0 0-30,0 0-45,0 0-23,6-10 0,-6 10 13,0 0 3,0-1 3,0 1-6,0 0-6,0 0-1,0 0-3,0 0 1,0 0 2,0 0-3,0 0-3,0 0-3,0 0-1,0 0-2,0 0-11,0 0 1,0 0-7,0 0 0,0 0-3,0 0-10,0 0 13,0 0-3,0 0 0,0 0-9,0 0 8,0 0-8,0 0 12,0 0-3,0 0 0,0 0 0,0 0-1,0 0 5,0 0-1,-3 0 0,3 0 0,-3 0 10,3 0-10,-3 0-13,0 0-3,0 0-29,-3 0-13,-1 0 20,1 0-7,-3 0 12,-4 0-18,4 0 22,0 0-3,-4 0 0,1 1 3,0 2 10,-4-2-14,7 4-2,-4-1 16,1 1 1,-3 0-21,2 2 20,-2-1 2,-1-1 0,1 1-12,2 0 12,1 0-22,3 1 20,-4 1 1,1-1-24,2-1-4,1 1 29,0 0-15,0 0 0,2-1 16,-2 2 0,3 0-11,0 0 9,-1 0-21,1 1 4,6 1 0,-3 0 18,3 1 1,0-1-17,0 1 11,0-1-7,0 0 13,0-1 0,0 1 3,0-1-3,3-1-16,3 0 16,1 0 13,-1-1-13,3 0-33,4-2 4,-4-1-16,0-2 43,4 2-15,2-3-38,-3 0-88,1-1 52,2 1 26,-5 0-114,5-1-153,-2 0-23,-1 0-46,-3 0 75,4-2 250,-4-2 76</inkml:trace>
          <inkml:trace contextRef="#ctx0" brushRef="#br0" timeOffset="5918">1240-7 239,'0'0'121,"0"0"-43,0 0 522,0 0-200,0 0-211,0 0-85,0 0-29,0 0 13,0 0 25,0 0 10,12 19 1,1-17-11,-1-1-13,4-1-6,2 0-46,4 0-19,0 0-10,2 0-19,1 0-4,-3-2 3,3-1-1,-4 1-1,1-1-17,-6 1 19,2 1 0,-2 0-12,-7-2 11,0 2 0,-6 1 0,1 0-11,-4 0 13,0 0 2,0 0 24,0 0 3,0 0-28,0 0-1,0 4 0,-4 1 0,1 1 71,-3 1-19,3-1-11,3 2-2,-6 0-36,3 0 23,0-1-23,0 0 0,3 0-3,-4-1 3,1 1-3,0-1 1,3-1-1,0-1 0,0 1-1,0-2-1,0 1-9,0-3 9,10 1-1,-7-1-16,0-1 6,3 0-22,0 0 24,0 0 11,1-3 26,2-1-24,0-1-2,0-1-2,1-1-11,-4 0 10,0-1 3,-3-1 0,-3 0 0,0 1-16,0-1 3,0 3 13,0 1 24,0 1-12,-3 2-11,-3 1 26,-3 1-27,-1 0-39,-2 0 39,0 0 20,-4 0-1,1 4 26,-4 4 6,3 1-12,-2 1 3,2 2 22,-5 1-39,5 1 17,1 1-7,-4 0-13,7 0-6,2-1 10,1 0-11,0 0-14,6 0 17,0 0-16,3 0-2,0 1-10,0-2 9,0 1 1,6-2-13,3 0-6,7-1 15,-4 0-24,3-3-17,7-1 26,-3-1-13,6-2-10,-4-1-6,1-1-3,3-2-17,0 0-19,-7 0-6,7-3-20,-3-3-13,-4-1-32,1-1-10,-4-1-66,-2 0-45,-1-1-76,-2-2-108,-4-2-169,-3 1 436</inkml:trace>
          <inkml:trace contextRef="#ctx0" brushRef="#br0" timeOffset="5193">1373-195 351,'0'0'69,"0"0"439,0 0-127,0 0-143,0 0-7,0 0 2,0 0-2,0 0-24,0 0-4,0 0-93,0 0-7,-56-88 15,56 87-8,-3 0-24,3 1 6,0 0-21,0 0-24,0 0-15,0 0-13,0 0-17,0 0-2,0 0-22,0 4-19,0 4 38,-3 2 3,0 4 19,0 3-16,-3 0 38,6 3-38,-3 0 10,0 0 19,3 3-13,0-2 0,0 3 3,0 1-20,0-2 0,0 3 0,3-2-2,0 0 2,0 0-2,3 0 12,-3-2-12,3 0-22,1-3-22,-4 0-1,3-2-9,-6-2 6,6-1-35,-3-3-35,0-1 29,0-2 5,1-1 1,-4-2-46,0-2-38,0-1-21,0-1-25,0-1-63,0 0-59,0 0-36,-7 0 22,4-4 43,0-7-167,-3-1 383</inkml:trace>
          <inkml:trace contextRef="#ctx0" brushRef="#br0" timeOffset="400">0 25 49,'0'0'153,"0"0"-68,0 0-49,0 0 133,0 0 516,0 0-334,0 0-204,0 0-82,0 0 13,0 0 55,0 0 3,9-1-45,-9 1-36,0 0-10,3 0 1,3 0-4,4 0 6,-1 0-15,0 0-8,7 0-2,-4 0-10,4 0-13,-1 0-1,1 0 0,-1 0 1,4 0 0,-1-2-3,1 0-43,-4-2-9,-2 2-32,2-1-23,-2 0-13,-7 1-10,0 1-36,-6 0-59,0 1-87,0 0-129,0-1-107,-3-1 309</inkml:trace>
          <inkml:trace contextRef="#ctx0" brushRef="#br0" timeOffset="10609">1792 56 96,'0'0'127,"0"0"-59,0 0-68,0 0 17,0 0-1,0 0 13,0 0 7,0 0 271,0 0-47,0 0-103,0 0-30,0 0-7,0-3 4,0 2-7,0 1-26,0-1-23,0 1 1,0 0-4,0-1-4,0 1-15,0 0-7,0-1 13,0 1 9,0-1 1,0-1-4,0 0-6,-3 0-4,3 2-6,0 0-9,0-1-1,0 0 7,-3 0 0,0 0 6,3-1-13,-4 0-31,1 1-1,0-1 0,3 1 3,-3 0-1,0 1-2,0 0-22,3 0-14,-6 0 36,3 0-1,0 0 1,-1 0-29,-5 0-3,3 0 9,0 0 7,0 0-10,-1 0-12,-2 1 34,3 2 3,-4 1-21,4 0 22,0-1-26,0 2 14,3 1 11,-3-3 1,-1 3-3,4-1-20,0 0 20,0 0 2,0 1 1,3 0-17,-3 0 17,3 1-2,0-1-17,0 0 12,0 0 7,0 0 0,0-1 1,3 1-1,0 0-10,3 0 10,0 0 14,1-1-14,-1 1 19,3 1-17,4 1-2,-4-4 3,3 1 23,-2-1-26,-1 0 0,-3-1-3,7 0 0,-7 1 3,3-1-20,-3-1-2,-3 1 9,4-1 0,-7 1-29,0 0 13,0 1-4,0-1-41,0 1 5,0-1 40,0 0-3,-4 1 16,-2 1-7,-3 0 0,0 1 23,-1-2 42,-2 1-9,0-3-33,5 1 0,-5 1 0,-1-2 0,4 0 32,-3 0-31,-1 1 3,4-1-4,0-1 0,-4 0-26,4 0-88,-3-1-94,-1 1-104,1 0-112,-1-1-124,1 0 180</inkml:trace>
        </inkml:traceGroup>
      </inkml:traceGroup>
    </inkml:traceGroup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29T10:47:07.09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FA128F1-C41D-414E-896F-DDBBB8C885DE}" emma:medium="tactile" emma:mode="ink">
          <msink:context xmlns:msink="http://schemas.microsoft.com/ink/2010/main" type="writingRegion" rotatedBoundingBox="12545,16755 14226,14495 15328,15314 13647,17574"/>
        </emma:interpretation>
      </emma:emma>
    </inkml:annotationXML>
    <inkml:traceGroup>
      <inkml:annotationXML>
        <emma:emma xmlns:emma="http://www.w3.org/2003/04/emma" version="1.0">
          <emma:interpretation id="{8C379301-54CD-4322-843D-B8B4B0DC210B}" emma:medium="tactile" emma:mode="ink">
            <msink:context xmlns:msink="http://schemas.microsoft.com/ink/2010/main" type="paragraph" rotatedBoundingBox="12545,16755 14226,14495 15328,15314 13647,1757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5AF7569-6070-4ADB-B486-4200BA0E3D5D}" emma:medium="tactile" emma:mode="ink">
              <msink:context xmlns:msink="http://schemas.microsoft.com/ink/2010/main" type="line" rotatedBoundingBox="12545,16755 14226,14495 15328,15314 13647,17574"/>
            </emma:interpretation>
          </emma:emma>
        </inkml:annotationXML>
        <inkml:traceGroup>
          <inkml:annotationXML>
            <emma:emma xmlns:emma="http://www.w3.org/2003/04/emma" version="1.0">
              <emma:interpretation id="{1984BA90-1B5F-4EAC-BE03-D75D86C06D7A}" emma:medium="tactile" emma:mode="ink">
                <msink:context xmlns:msink="http://schemas.microsoft.com/ink/2010/main" type="inkWord" rotatedBoundingBox="12545,16755 14226,14495 15328,15314 13647,17574"/>
              </emma:interpretation>
              <emma:one-of disjunction-type="recognition" id="oneOf0">
                <emma:interpretation id="interp0" emma:lang="en-US" emma:confidence="0">
                  <emma:literal>fro</emma:literal>
                </emma:interpretation>
                <emma:interpretation id="interp1" emma:lang="en-US" emma:confidence="0">
                  <emma:literal>vireo</emma:literal>
                </emma:interpretation>
                <emma:interpretation id="interp2" emma:lang="en-US" emma:confidence="0">
                  <emma:literal>Iro</emma:literal>
                </emma:interpretation>
                <emma:interpretation id="interp3" emma:lang="en-US" emma:confidence="0">
                  <emma:literal>Vireo</emma:literal>
                </emma:interpretation>
                <emma:interpretation id="interp4" emma:lang="en-US" emma:confidence="0">
                  <emma:literal>Ir.,</emma:literal>
                </emma:interpretation>
              </emma:one-of>
            </emma:emma>
          </inkml:annotationXML>
          <inkml:trace contextRef="#ctx0" brushRef="#br0">832 1988 23,'0'0'42,"0"0"-16,0 0 10,0 0 3,0 0-9,0 0-14,0 0 0,0 0 4,0 0-1,0 0-2,0 0-1,0 0-3,0 0 7,0 0-17,0 0 16,0 0-15,0 0 9,0 0 13,0 0 59,6-11 74,-6 11-67,0-1-40,0 1-10,0 0 4,0-1-7,0 0-3,0-1-7,0 1 4,3 0 6,-3 1 3,0-1-3,0 1 0,0-1-3,0 0-7,4 1 1,-4-2-7,0 1-7,3-2 0,-3 1 0,0 0 10,0 2 4,0 0-1,0-1 4,3 0-4,-3-1 3,0 1-6,3 1 0,-3-2 0,4 2 1,-4-1 2,3 0-3,-3 1-10,3 0 4,-3 0-1,0 0 4,0 0 0,3 0 9,0 0 1,1 0-4,-1 0-7,3 0-5,-6 0 9,7 0-4,-4 0-2,0 0 3,1 0-4,-1 1-17,3 0 11,-2 2 3,2 1 10,-3-2-6,0 1 12,4 0-30,-1-1-2,-2 1-18,2-1 17,1 2 2,-1 0 36,1 0-12,-4 0-25,3 3 0,-3-5 0,1 4-1,2-2 3,-6 2 1,7-2 0,-7 2 16,6-3-18,-3 2 1,4-1 13,-4 1-14,0 0 0,1-1-1,-1 1 1,3-1-1,-6 0 0,7 0-19,-4-1 16,-3 1 3,6-1 0,-2-1 3,2 3-3,-3-2 0,4 0 0,-7-1-3,6 1 1,-2 1 2,-1-1 0,0-2-2,0 1-11,-3 1 13,7-2 0,-7 2 3,3-1 7,0 1-10,-3-1-13,3-1 0,-3 0 0,4 0 10,-4 2 3,3-2-2,0 1-11,0 0 13,1-1 0,-4 1 0,3 1-1,0-1 1,0 0 1,-3-1 1,7 0 0,-4 2-2,-3-1-2,3-1 1,0 0 0,-3 0-2,4-1 0,-4 2 1,0-2 0,3 1 0,-3 0 1,3 0 0,-3 0 1,0-1-2,3 0-1,-3 0 0,4 0 1,-4 0 1,3 0 0,-3 0-2,0 0 0,0 0-1,0 0 3,0 0 1,0 0 0,0 0 1,0 0 0,0 0-1,0 0 0,0 0 0,3 0 0,-3 0 1,3-1 12,1-1 13,-4-1-9,3 2-17,0-1 1,-3 0 2,0-1 10,3 2-12,-3 0 1,0 0 0,4 0 1,-4-1 9,0-1-9,3 1-3,-3 1-12,0-3-4,3-1-1,3 2 14,-6-3-20,7 1 10,-4 0 13,0-2 3,1 1 16,-1 0-16,3-1-1,-6 2-2,7-1-2,-4 1 2,-3 1 0,3-1-1,1 1 0,-1-2-25,3-1 13,1-2 12,-1 1-18,4-2 19,0 1 7,-1 0-7,1 2-1,-4 0 0,4 0 1,-3 0 0,-1 3-2,1-2 2,-4 3 0,3-2 0,-2 2 2,-1 1 21,0-2-22,0 2 1,0 0 0,-3 1-2,0 0-2,0 1-1,4 0-17,-4 0 7,0 0 0,0 0 0,0 0-3,0 0 13,0 0-17,0 0 17,0 0-13,0 0-4,0 0 1,0 0-7,0 0-3,0 0 6,0 0 7,0 0 15,0 0-2,-4 0-10,4 0-4,-3 1 4,3-1 10,0 0-13,0 0-4,-3 0 1,3 0-10,-3 0-7,0 0 15,-1 0 21,4 0 1,0 0-1,-3 0-1,3 0-25,0 0-6,0 0-17,0 0-23,0 0-19,0 0-10,-3 0-13,3 0-19,-3 0-34,3 0-57,-4 0-44,1 0 43,-7 0 60</inkml:trace>
          <inkml:trace contextRef="#ctx0" brushRef="#br0" timeOffset="-8405">2825-35 24,'0'0'59,"0"0"-10,0 0-47,0 0 17,0 0 11,0 0-4,0 0-10,0 0 7,0 0 6,0 0 33,0 0 186,0 0-85,0 0-69,6 0-15,-6 0-1,0 0 7,0 0-7,0 0-23,0 0-13,0 0 11,0 0 5,0 0-9,0 0-7,0 0-6,0 0 6,0 0 7,0 0 3,0 0 0,0 0-6,0 0-10,0 0 3,0 0-4,0 0-6,0 0 1,0 0-4,0 0 6,0 0 4,0 0 6,0 2 16,0-1-15,0 1-14,-3-1-13,0 0 0,3 2-13,-4-3-2,4 3 1,-3-1 0,0 1 11,0 0-13,0 0 0,-4 1-1,4 1-3,0 0 2,-4-2 2,4 1 1,-7-1-1,7 1 0,0-1-1,-7 2-1,4-2 1,2 3 1,-5-2 1,5 2 0,1-2-1,-7 1 1,7-2 2,-3 1 10,2 2-10,1-3-2,-7 1 0,4 0-1,3 1 0,-7 0 1,4-1 2,-1 1-2,1 0 1,-1-1-1,-3 1-1,4 0 1,0 0-1,-1 0-2,1-1 1,-1 0-1,1-1 0,-1 2 0,1-2 1,-1 3-12,1-1 11,-1 0 0,1 2 0,-4-4-1,4 1-13,-1 1 16,4 1 0,-7-3 2,1 4 0,2-4-2,1 1 0,-4 2-8,0-1 6,4 0 2,-1-1-1,1 1-18,3-3-1,-4 1 7,7 0 12,-6 0 1,2 1 1,-2 1 1,-4 1-1,0-1-1,4 2-18,-4-1 18,4 0 4,-1-1 18,1 1-20,-1-2 24,-2 2-9,-1-2-17,4 2-17,-4-2 16,0 2-1,4-3 1,-1 3 1,1-2 0,-1 1-1,-2-1 0,2 2 1,-3-1 1,4 0 1,-1 0-2,1 2 0,-1-2-1,-2 1-12,-1 0 12,4-1-1,-1 1 0,1-1-15,-4 0 17,3 1-2,1 0-1,-4 1 2,1 0 1,-1 1 0,3-2 0,1 1 1,-4 1 2,4 1-3,-4-1 1,4-2-1,-4 2-18,3 0 18,-2 0 13,2-1-11,-2 1 14,-1-1-13,3 1-3,-2-1-3,2 0-10,-3 1 10,1-1-13,2 1 16,-2 1 0,2 0-2,-3 0 2,4 1 2,-4 0-1,4-2-1,-4 2-2,4-1 0,-4 0 1,3-1 1,-2 0 1,-1-1-1,4 0-4,-4 1 4,3 0 0,-2 1 3,2-2 0,-3 0-3,4 2 0,-4-1-1,1 1 1,-1 0 0,0-1-14,4-2 1,-4 3 10,4-1 1,-4 0 1,3-1-1,-2 1-14,2 1 13,-3-3-10,4 2 11,3 0-11,-4 1 13,-2-1-1,2-1 1,1-2 0,-1 4 3,1-1-1,-1 0 0,1-1-1,-1 1-1,1 1 0,3-2 1,-4 0 1,-3 1 10,4 0-12,-1 1 0,-2 0-1,2 0 0,1-1-1,-1 1-11,-2 0 10,5 1 1,-2 0 2,-1 0 0,1 1-13,-1 0-7,1 0 18,-4 0-1,1-1-10,2 0-13,-3-1 10,4-2 3,-4 2 10,4-2 0,-1 0-16,1 0 19,-1 1-1,1 1 1,-1 0 0,-2 1 0,2-1 39,1 1-39,-4-1-23,4 0-3,-1-1 26,1 0 0,2 1 0,1 0 13,-3 0-12,2 0-1,1-1 0,-3 1 0,6 0 0,-7 0 1,7-1-1,-6 2 2,3-3-2,-4 0-11,4 3 11,-4-1-1,4 1 1,-3-2 4,2 2 6,-2 0-10,0-1-29,-1 1-3,-3-2-17,4 2 36,-1-2 0,1 0 0,-1-2 12,4-1 0,-3 1 1,3 2 0,-4-3-2,4 1-11,0-1-4,-1-1 14,1 2 2,3-1 1,-3-1 0,0 1-1,3 0 1,-4 0-2,4-1 1,-3 2 1,0-3-13,3 2 1,-3 0 12,3 0 1,-7-1-1,7 1 0,-3 1 0,0-1 1,3 1-1,0-2 1,-3 2 1,-1-1-2,1 2-1,3-1-1,-3 0-14,0 0 16,-1 0-2,4 1 2,-3-2 1,0 0-1,3 1-13,-3-1 12,3-1-12,0 2 2,-4-2 11,4-1 0,-3 2 0,3-1-4,0 1-12,0-2 16,0 4 12,-3-3-11,3 0-1,-3 0-1,-1 1-18,4-2 15,0 0 1,-3 2 2,0-2-1,0 2-11,3-1-10,0 2 10,0-1 13,0 3 2,-3-3 10,3 0-12,-4 0-3,4 0-10,-3 1-2,3-1 15,0 1 2,0-1-2,-3 0-2,0 0-2,3 1 2,0-2-11,0 2 11,0-1 0,0 0 0,-4-1-11,4-1 11,-3 2-2,0-2-15,3 2 17,0 0 1,-3 0 1,3-1-3,0 1 0,-4-1-13,4-1 13,-3 3-20,3-3-6,-3 3-11,0-2 14,3 2 7,0-2 18,-4 2-35,4 0 3,0 1-12,-3 0-14,0-1 10,3 1 27,0-3 19,-3 0 3,3 0 1,0-1-1,-3 1-1,3-1-2,0-2-23,0 2 10,0-2 15,0 2 1,0-2 1,-4 0-1,4 2 1,0-2 1,0 1 11,0 0-13,0-1 0,0 0 0,0 0 1,0 1-1,-3 3 1,3-4 0,-3 1 0,3 0-1,-3 0-3,3-1 0,0 0 1,0 0 1,0 0-2,-4 0-13,4-1 14,-3 2-1,3 0-10,0 0 12,0-1 1,0 1 0,0-1 0,0 0-2,0 1 0,-3 1 1,3-3 1,-3 2 2,3 0-1,0-1 2,0 2-1,0-1 0,-4-1-2,4 0-1,0 0 0,0-1-1,0 2-2,0 0 2,0-1 2,0 0 1,0 0 35,0-1-23,0 2-12,0-1 0,-3 0 3,3 0-1,0 0-1,0 0-2,0-1 0,0 0-1,0 2 1,0 0 0,0-1 2,0 0 0,0 1 15,0 0-14,0 0 10,0 2-11,-3-4-1,3 2-1,0 0 0,0-1-2,0 1-11,0-2 10,0 1-1,0 0 2,0 0 0,-3 1 1,3-2 1,0 0 2,0 2 11,0-1-11,0-1 11,0 0-10,0 1-1,0-1-1,0 0 0,0 1 0,0 0-1,0 0-1,0 0-1,0-1 1,0 0 1,0 0-1,0 0-1,0 0 0,0 0-11,0 0-3,0 0 0,0 0-4,0 0 1,0 0 15,0 0 2,0 0 2,0 0-1,0 0 1,0 0 1,0 0 2,0 0 1,0 0-1,0 0 0,0 0-3,0 0-2,0 0-11,0-1 0,0 0-10,0 0-13,0 0 7,0 0-13,0 1-14,0-1 14,0 1 16,0-2 0,0 2-13,0 0-20,0 0-23,0 0-6,0-2-6,0 1 9,0-1 26,0 0-22,0-1 25,0 1-2,-4-2 50</inkml:trace>
        </inkml:traceGroup>
      </inkml:traceGroup>
    </inkml:traceGroup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29T10:46:52.92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A945736-DA84-437B-ADB7-A1788BBA724D}" emma:medium="tactile" emma:mode="ink">
          <msink:context xmlns:msink="http://schemas.microsoft.com/ink/2010/main" type="inkDrawing" rotatedBoundingBox="11951,14658 12918,16712 12682,16823 11716,14769" shapeName="Other"/>
        </emma:interpretation>
      </emma:emma>
    </inkml:annotationXML>
    <inkml:trace contextRef="#ctx0" brushRef="#br0">3-2 21,'0'0'42,"0"0"-29,-3 0 16,3 0 1,0 0-4,0 0-3,0 0-7,-3 0-15,3 0 22,0 0 71,0 0 56,0 0-42,0 0-36,0 0-4,0 0-6,0 0-3,0 0-17,0 0-3,0 0 4,0 0-1,0 0 0,0 0-6,0 0-6,0 0 5,0 0 11,0 0 9,0 0 1,0 0-14,0 0 0,0 0-9,0 0-10,0 0-7,0 0-3,0 0 3,0 0 1,0 0 5,0 0 1,0 0-3,0 0-1,0 0-6,0 0 3,0 0 1,0 0 2,0 0 1,0 0-4,0 0 0,0 0-13,0 0 10,0 0 0,0 0 0,0 0 0,0 0 0,0 0 4,0 0-4,0 0 0,0 0 6,0 0-3,3 0 4,-3 0-1,0 0-2,0 0-1,0 0-13,3 0 0,-3 0 0,0 0 26,0 0 3,4 0-9,-1 0-10,-3 0 10,3 0-7,-3 0-3,3 0-11,-3 0 1,4 0 17,-4 1-7,3 1 3,0 0-13,0-1-1,-3 1-1,7-1 11,-4 2-9,0-2 14,0 2-15,1 0-2,-1-1 2,0 0 1,0 2-2,4-2 3,-4 1-1,0 3-3,7-3 1,-7 2-1,4-2 3,-1 1-3,1 1 0,-4-1 0,3 2 2,1-2 0,-1 2 0,-2 0-2,2 0-3,0-1 3,1 0 11,-4 2-11,7-1 0,-7 2-13,0-1 12,4 1 1,-4-1-3,0 0 0,4 0-20,-1 1 23,-3-1 1,4 1-1,-1 1 10,-2 0-10,5-1-3,-5 1 0,2-2 3,1 2-16,-1 0 26,0 1-13,1 0 3,-1-1-4,1 1-9,-1-1-6,1 1 19,-1 1 32,1-1-32,-4 1-2,7-1-14,-4-1 14,-3-1 0,4 0-12,-1-1 13,-2 0 1,2 0-29,1-1 29,-4 0 0,3-1 0,-3 0-22,4 0 20,-4 0-11,7 0 13,-7 1 14,0-1-14,7 0 0,-7 0 0,4 2-11,2-2 11,-2 2 13,-1 0-11,1-1 1,-1 1-3,1 0 0,3 0 11,-4 0-11,4 2-16,-4-1 13,-3 0 3,7 0 1,-3 0-1,-4-2 3,3 1-3,1 0-16,-4 1 12,3-2 4,1 3 20,-1-2-1,1 2-19,-1 1-15,1 0 14,-1 0 1,1 0 2,-1 3-2,1 0 0,-1 0 0,4 1-1,-4 0 4,4 0-19,-3 1 13,-1 0 0,0-2 0,1 1-8,-1-1 9,1-2 2,-1 1 0,1 0-2,-1-2 1,-2 0-2,2 2-13,0 0 16,1-1 16,-1 1 4,-2-1-20,2-1-3,-3 0-32,4 0 33,-1 1 2,-2-1 0,2 1-4,-3 0 1,4 0 0,-7 0-26,6-1 16,-3 0 0,-3 2 9,4-1-18,-1 1 22,0-3-4,0 0 1,1 0 2,-4 2-12,3-1 13,0 1-16,0 1 17,-3-1-2,7 0 2,-4-1 0,-3 1-1,3-1-1,0-1-2,-3 1 3,0-1-2,4 0-15,-1 1 17,0 1-9,-3 0 9,0 0 12,3 1-11,1-1-2,-1 0 4,-3 0-3,0-1 2,3 1 17,0-3-15,1 1-2,-4 0 1,0-1-3,3 1 0,0-1 0,-3 0 13,3 0-13,1 0 0,-1 0-13,-3-1 10,3 0 3,4 1 12,-7-1-12,3 2-23,0-4 20,-3 3 1,3-1 2,0 1 0,1-1-3,-4 1-26,6 1 29,-3 0 13,-3 1-13,4 0-15,-1-1 15,0-1 18,-3 1-18,0-1-3,3 0 2,-3 0 1,4-2 0,-4 2 0,3-1-1,0 0 1,0 0 1,-3 0-1,4 0 0,-1-1-1,0 1-1,-3 0-1,3-1 3,0-1 0,-3 1 1,4-1-1,-1 2 16,0 1-3,0-1 5,1 0-18,-1 0-1,0 1 0,4-1 1,-7-1-3,6 2 2,-6 0-2,3 0 3,1 2 0,-1-2 0,-3 1 0,3 0 0,0 0-2,0-3 1,-3 1-2,0 0-16,4-1 2,-4 0-2,0 1 19,3-3 0,-3 2-3,0-2 1,3 2-1,-3-2 1,0 2-1,0-2-20,3 2 7,-3-4 15,0 3-2,4-2-14,-4-1 15,0 3-1,0-2 3,0 3 1,0-2 0,0 1-1,0-1-2,0 0-21,0 0 20,0-1 2,3 0-15,0-1-1,-3 2 15,0 0-11,0-2-6,3 2 7,-3 0 12,0 1 0,0 0 23,4 0-13,-1 0-10,0-1-1,-3 1 1,0-3 1,3 3-1,-3-2-14,4-2 11,-4 1-10,0-1-6,0 1-1,0-2-6,0 0 3,0 1 4,0-1 2,3 0 15,-3 0 1,0 0-1,0 0-1,0 0 1,0 0 0,0 0 1,0 2 1,0-2 0,0 0 0,0 1-13,0-1-16,0 0-3,0 0 2,0 0 1,0 0 9,0 0-9,0 0 11,0 0 18,0 0 1,0 0 1,0 0-2,0 0 0,0 0-2,0 0-15,0 0 14,0 0-20,0 0 10,0 0 0,0 0 0,0 0 13,0 1 3,0 0 13,0 1 0,0 1-14,0-2-1,3 0 0,-3 0-1,0 0 2,0-1-2,0 0 0,0 0 0,0 2 0,0 0 2,3-1 11,-3 0 0,0 0-12,0 1 2,0-2 0,3 1 0,-3-1-2,0 0-1,0 0-1,0 0-3,4 0-32,-4 0 4,0 0-1,0 0 1,0 0-11,0 0-12,0 0-23,0 0-23,0 0-23,0-1-26,0-2-7,0 1 7,0-2 66,-7 4-27,4-1 72,-3 1-13,-1 0 20</inkml:trace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26:37.290"/>
    </inkml:context>
    <inkml:brush xml:id="br0">
      <inkml:brushProperty name="width" value="0.05292" units="cm"/>
      <inkml:brushProperty name="height" value="0.05292" units="cm"/>
      <inkml:brushProperty name="color" value="#5F4B79"/>
    </inkml:brush>
  </inkml:definitions>
  <inkml:trace contextRef="#ctx0" brushRef="#br0">3959 11196 161,'0'0'104,"0"-2"-74,0 2-30,0 0 16,0 0 3,2 0 8,-2 0-5,0 0 1,0 0 179,0 0 53,0 0-135,0 0-68,0 0-19,0 0 32,0 0 39,0 0 7,0 0-23,0 0-33,0 0-9,0 0-7,0 0 13,0 0 3,0 0 4,0 0-4,0 0-6,0 0-1,0 0-2,0 0-4,0 0-3,0 0-7,0 0 1,0 0-14,0 0 1,0 0-4,0 0-3,0 0 0,0 0-10,0 0 10,0 0-10,0 2 1,0-2 12,0 0 0,0 0-3,0 0 0,0 0-10,0 0 17,0 0-4,0 0-3,0 0 0,0 0 0,0 0-10,0 0 10,0 0-11,0 0 1,0 0 0,0 1 0,0-1 0,0 0 13,0 0-14,0 1 1,0-1 1,0 0-1,0 0-1,0 0 0,0 2 0,0 0 2,0 0 15,0 2-17,0 2 21,0-1 67,0 2-48,0 2 10,0 2-50,0-1-2,0 1 19,0 0-17,0 0 2,0 1 25,0 2-7,0-1-9,0 0-13,2 0 1,0 1 0,-2 0-1,0 0 10,2 1-10,0 0 28,0 0-28,-2-1-1,2 0-21,-2 0 21,2 0-29,0-1 30,-2-1 29,0 1-16,2-2 10,-2 0-22,2-2 0,-2-1-1,0 0 0,0-4-2,0 0-28,0-1 14,0 0 15,0-2-26,0 0 4,0 0-9,2-1-17,-2 0 1,0 0 3,0 0-10,0 0-13,0 0-26,0 0-29,0 0-30,0 0-35,-2 0-59,0 0-20,-2-2-101,-2-1-101,2-2 110,-2-1 261,30 22 98</inkml:trace>
  <inkml:trace contextRef="#ctx0" brushRef="#br0" timeOffset="383">3940 11472 167,'0'0'206,"0"0"-134,0 0-40,0 0 425,0 0-128,0 0-108,0 0-110,0 0-40,0 0 4,0 0 22,0 0 11,0 0-21,0 0-25,0 0-20,0 0 3,0 1 4,2-1-7,0 0-3,2 0 13,3 1 6,-3 0-13,0-1 4,2 0-49,-2 1-13,2-1 12,1 2-19,-1-2 20,0 1 23,0-1 32,4 0-42,-3 1-10,1-1 6,0 0-5,-2 0-4,3 0-25,-1 0-4,0 0-39,3 0-16,-7-1-10,2 0-42,0-2 0,-2 2-23,-2 0 13,2 0-53,-4-1-64,0 1-18,0-1-25,0-1-14,0 0 73,0-2 151</inkml:trace>
  <inkml:trace contextRef="#ctx0" brushRef="#br0" timeOffset="875">4070 11273 253,'0'0'88,"0"0"-55,0 0 156,0 0 306,0 0-312,0 0 61,0 0-88,0 0-26,0 0-16,0 0 35,0 0-19,0 0-17,0 0-12,-22-40-8,22 40-18,0 0-8,0 0 1,0 0-13,0 0-7,0 0-9,0 0-13,0 0-10,0 0-14,0 1-2,0 2 0,0 2 0,0 0 16,2 2 10,-2 3 9,2-1 0,2 3 4,-4 0-1,2 1-15,0-1-12,0 2-10,2-1 28,-4 3-27,4-1-4,-2 1 4,2 2 7,-1-2-8,1 2-2,-2 0-17,2 0 18,0-2 19,-2 1-16,2-2-2,-2-1-1,0-1-1,0-1-28,-2 0 17,2-2-27,1-1 38,-1-1-37,-2-1 18,0-2-28,0-1 13,0-1-13,0 0-23,0-3 0,0 0-13,0 0-6,0 0-4,2 0-16,-2 0-6,0 0-1,0 0 10,0-2-75,0-2-65,0 0-127,0-2-183,0-1 126,0-3 219,-2 43 210</inkml:trace>
  <inkml:trace contextRef="#ctx0" brushRef="#br0" timeOffset="1276">4180 11440 182,'0'0'114,"0"0"-52,0 0-4,0 0 30,0 0 385,0 0-85,0 0-177,0 0-123,0 0-39,0 0 25,0 6 37,0-4 12,0 0-22,2 2-36,-2-1-7,2 1 13,0 1-26,2 0 23,-2 0 7,2 1-11,1 0 11,-3 0-43,2 1 3,2-1-19,-2-1 13,2 0 0,-2 0-13,3 1-16,-1-1 26,0 1-26,0-1 0,0 1 19,1-2-22,-1 1 6,2 0 10,-2-3 6,0 2-19,1-2-26,-1 1-42,-2 0-6,-2-1-65,2 0-41,-2-1-57,0 0-52,0 0-114,-2-1-190,0 0-39,0 0 396</inkml:trace>
  <inkml:trace contextRef="#ctx0" brushRef="#br0" timeOffset="1654">4325 11449 317,'0'0'4,"0"0"84,0 0-26,0 0 205,0 0 245,0 0-167,0 0-131,0 0-87,0 0-27,4 5 20,-4-3 16,0 0-13,0 2 3,0 1-3,0 0-30,0 2 7,0 0-20,0 3-15,-4-1-20,-1 2-17,1 2 52,0 2-13,-2 1-35,-2 2-9,1 2 6,-3 0-29,2 2-3,0-1-9,-3 2 12,3 0 16,4-1-16,-4-2-16,3 0-10,1-3-9,2-1-3,0-2-7,0-1 10,2-1-7,0-1 16,0-2-38,0-2 23,2-1-65,0-2-52,-2 0-46,2-2-74,2-1-85,-4-1-63,5 0-56,-3-1-82,2-5 228</inkml:trace>
  <inkml:trace contextRef="#ctx0" brushRef="#br0" timeOffset="2584">4422 11168 338,'0'0'78,"0"0"-32,0 0 9,0 0 398,0 0-156,0 0-24,0 0-162,0 0-4,0 0 23,0 0-23,0-39-3,0 35 0,0 0-7,0 2-13,-2 1-3,0 0 29,2 1-4,0 0-16,-3 0-22,3 0-23,-2 0-3,0 0 3,0 2-26,2 3 3,-2 1 36,0 1-13,0 2-26,0 0 10,0 2-27,2-1-1,0 3 43,0 0-44,0 0-4,0 1 2,0 1 2,0-1 0,0 4 1,4-1-1,-2 1 0,0 0 23,0 0-23,4 0 0,-3 0 9,1 0-9,0-1-19,-2 1 5,0-2 12,0 0-34,-2-1 23,4-2-44,-2 0 54,0-3-37,0 0 38,0-1-25,-2-1-34,0-1 3,0-1 20,0-1 9,0-2-32,0 0 3,0-1-16,0 1-20,0-3-29,0 1 17,0-1 38,0 0 25,0 0 18,-2 0-1,2 0-30,-2-3-18,0 0 12,2-2 23,0 0 20,-2-1-4,2 0-74,0 0 84,-2-1 3,0-2-6,2 3 13,0 0-23,0 0 26,0-1 16,0 0-13,0 0 22,0 0-24,4 0 17,-2 1 25,0 0 18,2 0-19,1 0-16,-3 1-13,4 1 39,-2 0-22,0 2-1,2 0 0,1 1-17,-1 1-11,4 0 27,0 0 11,1 1-39,1 3 0,1 2 3,-3 1 20,2 1 19,-1 2-42,-3 1-3,0 0 0,-2 0 3,1 3 10,-3-3 6,-2 1-16,-2 0-2,0 0 1,-4-1-66,-3 1-53,-1 0-16,-2-1-98,-3 1 182,-1-2 26,2-1-107,-1-3-33,3-1 166,-3-2 81,3-2-81,-2 0-126,1-1 84,1 0-4,4 0 46,0-1 0,1-4-71,3 0-164,2-1-137,0-2 108,0-2 65</inkml:trace>
  <inkml:trace contextRef="#ctx0" brushRef="#br0" timeOffset="3401">4585 11401 186,'0'0'212,"0"0"-114,0 0 563,0 0-264,0 0-169,0 0-114,0 0-17,0 0-3,0 0 20,33-5-11,-25 5-44,1 0-27,-3 0 16,2 0 4,0 1 29,3 2-52,-5 0 0,2 1-10,0 1 20,-1 1-26,-1 1 16,0 1-27,-2 1 0,2 0 0,-2 2-2,-1 1-6,1 0-30,-4 0 11,0 1-14,0-1 10,0 0-20,-4-1-9,-1-1-3,1-1 59,0-2 2,0-1 0,2-1-3,-2-2 3,4-2 3,-2-1 32,2 0 27,-2 0 2,2 0 1,-2 0 2,2 0-2,0 0-27,0-2-38,0-4-35,0-1 19,0-1 3,0-3-35,4 1-10,0 0 38,2 2-12,0 0 3,3 0 7,-1 0 19,0 0 0,2 1-29,1 0 6,-3 0 26,2 1-13,-1 1 11,-1 1-27,2 0 26,-1 0-21,-1 2 23,0-1 1,-4 2-12,4 1 11,-3-1 2,-1-1-2,0 1 0,-2 0-2,0 0-14,0 1-5,0 0-1,0 0-3,0 0 14,0 0 12,0 0 0,0 0 0,1 0 1,1 0 29,-4 0 25,0 0-7,2 0-12,0 0-17,-2 0 0,2 0-6,0 0 3,0 2 33,0 2 19,0-1-17,0 2-22,0 1 7,0 1 15,0 1-12,3 0-23,-3 0 6,0 1 14,0 0-21,0 1-14,0 0-1,0 0 3,0 1 10,0 0-13,0-1-3,-2-2 1,0 2-36,4-3 9,-4-1-26,0-1-32,0-1-19,2-1-39,-2 0 25,0-3-71,2 0-136,0 0-38,-2 0-6,5-6-62,-3-3-89</inkml:trace>
  <inkml:trace contextRef="#ctx0" brushRef="#br0" timeOffset="3640">4905 11273 664,'0'0'69,"0"0"533,0 0-267,0 0-240,0 0 18,0 0 66,0 0-20,0 0-52,0 0-94,0 0-13,2-11-49,-2 11-12,0 0-30,3 0-101,-1 0-103,2 0-83,-2 2-111,2 1-91,-21 3 379</inkml:trace>
  <inkml:trace contextRef="#ctx0" brushRef="#br0" timeOffset="4543">5197 11435 229,'0'0'157,"0"0"-92,0 0 121,0 0 482,0 0-258,0 0-202,0 0-101,0 0-16,0 0 55,0-10-40,0 8 1,-4 0-17,4-1-28,-2 0 18,-2 0-47,1 0 15,-1 0-3,0-1-3,-4 1 3,2 0-20,-3 1-25,1 0-25,0 0-27,-4 1 20,1 1-3,-1 0 22,-3 0-3,3 4 3,-3 2 0,3 0 0,0 1 12,-1 0-1,5 0-1,0 2-23,-1 0 23,3 0-9,2 2 12,0-2 0,4 0 0,-2 1-3,0-3 1,2 2 2,0-3-29,0 1-1,4 0-5,0-2-7,0 1 10,2-2-7,3 0 7,-3 0 6,4-1-10,3-1 20,-3-1-29,2-1-43,3 0 11,-3 0 5,1-1-9,-1-4 0,0 0 3,1-2 26,-1-2 7,-1 1-27,1-2 17,-2 0 25,1-1 30,-3-2 4,2-1 28,-4-2 2,1 0-34,-3-1-23,2 0-39,-4-2 0,2 0-97,-4 0-1,0-1-45,0 0 36,0 0 68,-2 1 68,-2 0 1,-2 1 32,0 0 104,1 2 33,-3 0 52,0 2-13,2 1-95,-3 1 36,1-1 39,0 2-45,2 2 12,0 0-15,-1 2-5,1 1-9,4 1 0,-2 2-6,0 1 41,4 0-13,-2 2-16,2 0-56,-2 0-44,2 0-22,0 0 6,0 0-23,0 4-16,0 1 55,0 3 63,0 3-25,0 2 23,2 0-9,-2 1-7,2 0-19,2 1-14,0-1-11,-2 3-1,2 0 1,2-1 20,-1 3-18,-1 0-3,0 2-9,0 0 9,0-1 22,0 1-19,-2 0-3,2-1-15,-1 0-17,-3-1 0,2 0 0,0-1-26,-2 0 0,0-2-3,0-1 22,0 0-29,0-3 0,0 0 23,2-3-29,-2-1 22,0-3-6,0-1-72,4-2-55,-2-1-39,0-1-72,0 0-154,0-3-74,2-7 91</inkml:trace>
  <inkml:trace contextRef="#ctx0" brushRef="#br0" timeOffset="8719">4850 10862 187,'0'0'127,"0"0"-88,0 0-9,0 0-1,0 0 0,0 0 467,0 0-174,0 0-191,0 0-118,0 0 35,0-12 79,0 11 42,0 1-29,0-1-43,0 0-22,0 1-17,0-1 11,0 1 15,0 0-3,0 0-20,0 0-12,0 0-11,0 0-2,0 0-10,0 0-7,0 0-3,0 0-16,0 0-19,0 0-26,0 0-20,0 1-3,0 1 10,0 0 13,0 2 12,0 3 33,0 1 0,0 1 26,0 3 16,0-1-39,0 1 56,0 0-4,0 1-52,0-1 18,0 1-19,0-2 9,0 1 15,2 0-24,0-1-2,-2 0 21,2-2-20,0 1-2,0-2 1,-2 1 0,0-2 16,2-2-16,-2 0 0,0-3-28,0 2 28,2-1 19,-2-1-19,0 0-34,0 0-47,0 0 10,0 0-55,0-1-121,-2 1 33,0 0 68,-2-1-66,-2-1-149,1 0-109,-3 0-29</inkml:trace>
  <inkml:trace contextRef="#ctx0" brushRef="#br0" timeOffset="9083">4709 10972 188,'0'0'114,"0"0"-81,0 0 12,0 0-9,0 0 515,0 0-111,0 0-268,0 0-120,0 0 10,0 0 65,0 0 35,2 0-42,0 0-120,0 0-3,2 1 3,0-1 0,3 1 65,1-1-10,2 0-16,1 0 22,-1 0-58,0 0 0,1 0-1,3 0 14,-4 0-13,5 0 23,-1 0-26,1-1-9,-1-2 7,-1 1-46,-1 1-65,-4-1-33,3 1-69,-5 1-67,0-2-57,0 1-91,-4-2 9,0 0 54</inkml:trace>
  <inkml:trace contextRef="#ctx0" brushRef="#br0" timeOffset="10177">4955 10884 87,'0'0'189,"0"0"-133,0 0-27,0 0 10,0 0 7,0 0 446,0 0-114,0 0-242,0 0-77,0 0-4,0 1 27,0 0 18,0 2-25,0-1 16,0 1-19,2 2-11,2 0 17,-4 1-26,4 1-39,-2-1 16,3 1-27,-3 1 31,0 0-32,0 1 21,0 0-6,2 0-3,-2-1-13,2 2 0,-4-2 11,2 1-8,0-1 1,0-1-2,-2-1 11,2 1 3,-2-1-16,0-1 0,0-1-1,2-2-9,-2 0 10,0-1 2,0 0-1,0-1 1,0 0 33,0 0 1,0 0 9,0 0 10,0 0 0,0 0 3,0 0-7,0-4-51,0-2-16,3 0-13,-3-2 27,0 0-20,2-1-8,0-1-24,-2 1-14,4-1 16,-2-1 33,2 3 15,2-2-51,-2 2-3,3 1 55,-1 0 3,0 1-21,0 1 19,0 1-12,1 0-2,-1 2 16,-2 1-2,2-1 2,-2 1-20,0 0 2,-2 1 17,3 0-1,-3 0-40,2 1-20,0 3 23,0 2 39,0-1 71,0 3-22,3 0-36,-3 0 20,-2 0 2,2 1-12,-2-1-7,0 2-10,2-2-6,0 0 0,-4-1 17,4 1-17,-2-1 0,3-2 0,-3 0-33,0 0-7,0-1 38,2 0-15,0-3-38,0 0-52,0-1 45,3 0 61,-1 0-38,2 0-49,0-1-3,-2-3-68,5 0 39,-3-2-76,0-1-12,-1-1-30,1 0 95,-2-3-4,0 0 72,-4-1 75,2-2-13,-2 1-26,-2-3 39,0 2 39,0-2-29,0 1-10,0-1 0,-4 0 45,0 1 53,-2 0 114,2 3-33,0-2 17,-2 1-53,3 2 0,-1 0-16,0 3 58,2 1-12,-2 1 11,2 0-35,0 2-19,0 1-33,0 2 16,0 0-4,2 1-38,0 0-26,0 0-16,0 0-6,0 0-11,0 0-12,0 0-16,0 0-9,0 0-20,0 0-17,0 4-8,0-1 34,0 3 23,0 2 13,0 2 16,0 2 23,0 0-20,4 1 17,-4 1-36,4 0 3,-2 0-3,-2 1 2,4-1-2,-2 2 0,0-1 0,0 0 13,0 0-11,3 0 11,-3-1-13,2 1-12,-2-2-1,0 0-35,0-1-13,0-1 6,0-1 23,-2-1-4,4-3-38,-2 1 51,-2-3-51,0 0-30,2-1 46,-2-1-46,2 0-32,0-2-46,-2 0 17,0 0 38,3 0 49,-1 0 29,0 0 3,2-4-65,0-1-205,2-2 46,-2 0-4,5-3-23</inkml:trace>
  <inkml:trace contextRef="#ctx0" brushRef="#br0" timeOffset="10496">5209 10911 258,'0'0'110,"0"0"-61,0 0-3,0 0 384,0 0 59,0 0-219,0 0-120,0 0-60,0 0-8,0 0-27,9 3 32,-7-3-9,4 0-3,2 0 2,0 0 8,5 0-37,-1-2-9,1-2-39,-1 3 0,4-2-1,-1 0 2,2 1-5,-1-1 4,1 1-67,-3 0-147,-2 0-65,-1 0-160,-3-1-199,-4 0-96</inkml:trace>
  <inkml:trace contextRef="#ctx0" brushRef="#br0" timeOffset="12576">5484 11528 96,'0'0'117,"0"0"-39,0 0-48,0 0-11,0 0 7,0 0 7,0 0-14,0 0 11,0 0 19,0 0 208,6-2-100,-6 2-69,2 0-20,1 0 14,-1 0 12,-2 0-26,2 0-35,2 0-10,-2 0 22,2 0 40,2 0 6,2 2-36,3-2 14,-1 0-11,3 0-3,3 0 30,1 0-11,1-2-72,5 0 30,0-1-3,-1 0-16,1-1 29,0 0-25,-4 1-15,1 0-2,-3 0 16,1 1 13,-3 0-27,-1 1-2,-1-1 2,-5 0-2,2 1 2,-4-1 14,1 0-16,-3 2-1,-2-1-12,-2 1-33,0 0-45,0 0-51,0 0-24,0 0-13,0 0-42,-2 0-33,-2 0 6,0 0 105,1 0-40,-3 0-6,2 0-59</inkml:trace>
  <inkml:trace contextRef="#ctx0" brushRef="#br0" timeOffset="13194">5743 11393 242,'0'0'108,"0"0"-59,0 0-10,0 0 7,0 0 560,0 0-280,0 0-216,0 0-74,0 0 23,0 0 45,-2 0 6,2 0-16,2 0-22,0 0-72,-2 0-41,0 1 8,4-1 33,-4 2 29,6 0 23,-2 1-3,0 1-23,0-1 10,3 1-1,1-1-2,-2 2 15,2-1-35,3 0 29,-3 0-22,0 1-19,3 0-1,-1-1 22,-2-1-10,2 2-11,1-2 14,1 1-15,-1 0 2,1-1 9,-4 2-11,0-2-4,3 1 4,-3-1 45,0-1-45,-1-1 0,-3 0 0,2 0 30,-4 0-29,0 0-1,0 0 0,-2-1-4,2 0 1,-2 1 0,0-1-10,0 0 10,0 0-10,0 0 12,0 0 1,0 0-1,0 0 0,0 0-2,0 0 0,0 0-13,0 0 13,0 0 3,0 1 0,0-1 3,0 1 13,-2 1-13,2-2-3,-2 1-19,0 1 12,-4 2 7,0 1 3,-1 1 52,-5 2-36,-3 2-19,-1 0-85,-1 2-35,-1-1-175,-1 2-118,-1-2-225,-1-2-128</inkml:trace>
  <inkml:trace contextRef="#ctx0" brushRef="#br0" timeOffset="15175">7543 12367 508,'0'0'58,"0"0"-58,0 0 655,0 0-459,0 0-92,0 0-7,0 0 40,0 0 9,0 0-16,0 0-46,2-7-35,-2 7-17,0 0 7,0 0 7,0 0 2,0 0 1,0 0-11,0 0-8,0 0-11,0 0-7,0 0-12,0 0-23,0 0-3,0 1 4,0 0 11,0 3 11,0-1 3,0 2-2,0 0 19,0 1-19,-2-1 21,2 1-21,-2-1-1,2 0 0,0-1 0,0-2 2,0 2-2,0-3 0,0 1 0,0-2-4,0 0-18,0 0 22,0 0 1,0 0 28,0 0 6,4 0 14,-2 0 15,6-2-6,-1-3-9,5 0-20,3-2-7,-1-4-9,5-1-13,-1-1-29,1-1 16,-1-2 11,1-1-56,0 1-29,1 1 32,-1 0-45,-3 2 45,1 1-58,0 3-33,-5 1 75,-2 2-20,-1 0-3,-5 3-144,0-1-139,-4 1-135,0-1-49</inkml:trace>
  <inkml:trace contextRef="#ctx0" brushRef="#br0" timeOffset="16525">9571 12464 80,'0'0'323,"0"0"764,0 0-999,0 0-58,0 0 57,0 0 56,0 0 10,0 0-30,0 0-29,0 0-29,4-9-13,-4 9-4,0 0 1,0 0-10,0 0-7,0 0-9,0 0-9,0 0-14,0 0-20,0 0-15,0 0-20,0 0-7,0 0-6,0 0 7,0 0 6,0 2 36,0 1 18,0-1 1,2 1-2,-2 1 2,0-1 7,0 2-7,2-3 16,-2 1-14,0-1-1,0-1-1,0 1 0,0-2 0,0 1 1,0-1 1,0 0 11,0 0 0,0 0-13,0 0-2,2 0 2,0 0 1,5 0 15,-3-1 49,6-1-13,0 0-51,3-2 22,-1-1-23,1-1-3,1-1 3,0 0-32,1-1-7,-1-2 0,3-1 10,-1 0 7,-1-2-34,-1 1 8,1-1 9,-1 1-81,-1-1 94,-1 2-159,-2 1 100,3 1-87,-3 2-43,-4 0-16,1 3-138,-1-1 11,-2 1 63</inkml:trace>
  <inkml:trace contextRef="#ctx0" brushRef="#br0" timeOffset="17620">12101 12446 287,'0'0'81,"0"0"-45,0 0-3,0 0 3,0 0 534,0 0-293,0 0-137,0 0-81,0 0 6,0 0 45,0-6 24,0 6-11,0 0-32,0 0-10,0 0-3,0 0-14,0 0-9,0 0-9,0 0-4,0 0-13,0 0-10,-2-1-15,2 1-4,0 0-4,0 0-21,0 0-11,0 0-3,0 0-16,0 0-3,-2 3 30,0 1 28,0 0 3,0 1-2,0 1-1,2-1 0,0 2 0,-2-1 32,2 0-28,0 0 12,0 0-14,0-2 0,0 0-2,2-1-6,-2-2-14,4 0 20,-4 1 36,4-2-10,-2 0 38,6 0 24,1 0 9,3 0-30,4-5-34,1-2-17,0-2-13,1 1 26,1-3-12,-3 1-17,3-1 0,-1-1 3,1 0-3,2-3-22,-5 3-36,5-3-42,-2 1-16,-1 2-46,1 0 35,-5 4 1,3 1-20,-3 2-69,-1 0 10,-1 1-114,-2 1-59,3 0 36,-7 0-70</inkml:trace>
  <inkml:trace contextRef="#ctx0" brushRef="#br0" timeOffset="18790">14214 12467 258,'0'0'140,"0"0"-98,0 0-12,0 0 452,0 0-166,0 0-108,0 0-78,0 0-51,0 0 5,0 0 17,0 0-14,10-8-15,-10 8-20,2 0-10,-2 0-3,0-1-4,0 1-2,0 0-11,0 0-5,0 0-15,0 0-2,0 0-13,0 0-19,0 0-11,0 0 14,0 0 27,2 2 2,0 0 23,0 2-22,-2 0 28,2-1-27,2 1-2,-1-1 20,-1 0-14,0-1 7,0 0-15,0 0 3,0-2-1,0 1 29,0-1 3,2 0 20,2 0 36,5 0 12,1 0 3,0-5-71,7 0-29,-2-1 20,3-1-7,-1-1-16,2-1 10,-1 0-13,-1 0 3,4-2-26,-3 0-42,3-1 0,-2 0-67,-1 1-17,-1 0-59,0 1-198,-3 0-210,-1 1-127</inkml:trace>
  <inkml:trace contextRef="#ctx0" brushRef="#br0" timeOffset="19678">15752 12497 286,'0'0'72,"0"0"-4,0 0-39,0 0 40,0 0 557,0 0-324,0 0-145,0 0-76,0 0 0,0 0 23,0-3 13,0 3-13,0 0-20,0 0-16,0 0-10,0 0-12,0 0-17,0 0-13,0 0-14,0 0 0,0 0-2,0 0-13,0 0-12,0 0-8,0 0-2,0 0 9,0 0 0,0 3 19,0 1 7,0 1 29,0-1-22,0 1 6,0 0-10,2 0 0,0-1-3,0 0 23,0 0-20,2-1-3,-2 0 2,2-2 44,-2 1-17,0 0 6,2-2 36,3 0 23,-1 0-7,2-2-22,2-4-27,1 1 4,5-2-7,-1 0-31,1 0 9,1-3-12,1 2 0,1-3 1,-2 3 17,1-3-19,1 0-35,-1 0-59,1 1-38,-2 0-19,-3 2-63,-2 1-13,1 2-81,-3 1-161,-4-2-176,1 3 39</inkml:trace>
  <inkml:trace contextRef="#ctx0" brushRef="#br0" timeOffset="21211">18970 12425 259,'0'0'94,"0"0"-71,0 0 3,0 0 0,0 0 13,0 0 525,0 0-258,0 0-182,0 0-52,-2 0 3,2 0 25,0 0 4,0 0-22,0 0-21,0 0-12,0 0-7,0 0 4,0 0-21,0 0-12,0 0-9,0 0-4,0 0-1,0 0-12,0 0-4,0 0-9,0 3-6,0-2 32,0 2 15,0-1-12,0 1 33,0 1 26,-2 1-60,2-1 12,0 1-14,-2-1-2,0-1-40,2 1 19,0-1 23,0 0-3,0-1 3,0 1-17,0-2-5,0-1 6,0 1 3,0 0-2,4 2 15,0-1 95,2 1-8,0-2-35,5 0 3,-1-1 23,3 0-10,1 0 22,3 0 16,3-2-83,3-3-20,-2-1-3,-3-3 3,1 2 39,-1-1-26,-1 1-16,-3-2-16,1 0-29,-1-1 7,-1 2-63,-1-2 50,1 3-59,-3 0 61,-2 1-100,-2 1 39,3 2-29,-3 1-138,0 1-87,0 1-164,1-1-39</inkml:trace>
  <inkml:trace contextRef="#ctx0" brushRef="#br0" timeOffset="22226">19875 12487 268,'0'0'82,"0"0"-62,0 0 15,0 0 8,0 0 185,0 0 287,0 0-287,0 0-163,0 0-26,0 0 33,0 0 45,7 0 13,-7 0-30,0 0-45,0 0-19,0 0-3,0 0-1,0 0-9,0 0-10,0 0-10,0 0 10,0 0-13,0 0-2,0 0-21,0 0-9,0 0-11,0 1-5,0 1 22,0 1 23,0 1 3,0 0 29,0 2-26,0-1 33,0 1-36,0 1-10,0 0 10,0-1 6,0 2 14,0 0 16,0-1-20,0-1 23,0 0-39,2-2-23,-2-2 23,0-2 29,0 0 10,0 0 3,0 0 13,2 0 20,2 0 51,-2 0 74,6-4-78,1-2-96,1-1-15,4-1-11,1 0 0,1-1 23,3-1-22,0 0-2,-1 0-26,5-1 26,0 0 0,-1-1-57,3 0-51,0 1-49,0-1-49,0 0-169,-1-2-294,-1 2-456</inkml:trace>
  <inkml:trace contextRef="#ctx0" brushRef="#br0" timeOffset="29705">4304 16030 3,'0'0'124,"0"0"-55,0 0-20,0 0-23,0 0-13,0 0 0,0 0-10,0 0 10,0 0-11,0 0-1,0 0-1,2-1 1,-2 1-1,0 0-1,0 0 0,0 0 0,0 0 1,0 0 0,0 0 0,0 0 2,0 1 2,0-1 12,0 0-13,0 1 0,0-1 17,0 1 3,0 0-7,0 0 30,0-1 91,0 0 159,0 2-156,0-2-81,0 1-17,0-1 37,0 0 22,0 0-10,0 0-33,0 0-19,0 0 13,0 0 13,0 0 7,0 0 0,0 0-14,0 0 7,0 0 6,0 0-6,0 0 0,0 0-3,0 0-10,0 0-7,0 0-13,0 0 4,0 0-4,0 0 1,0 0-1,0 0 1,2 0 5,-2 0 1,0 1 0,0-1-4,0 1-12,2-1-21,0 0-2,-2 0 0,2 0-1,0 0 1,2 1 1,1 0 28,1 1 16,0-1 7,4-1-39,1 1 22,-1-1 0,2 0-2,-1 0 5,1 0-6,0 0-9,1 0-10,-1 0-11,-1-1 9,1 1-11,-4-3-2,5 3 2,-5-1 0,0 0 0,1 0 0,-3 0-1,-2 1-12,0-1-12,-2 1-10,0-2-17,-2 2 7,0 0-19,0 0-23,0 0-30,0 0-28,0 0-33,0 0-36,0 0-72,0 0-95,0 0-71,-2 2 129,-2 0-65</inkml:trace>
  <inkml:trace contextRef="#ctx0" brushRef="#br0" timeOffset="30791">4641 15994 148,'0'0'156,"0"0"-107,0 0-16,0 0 3,0 0 0,0 0 436,0 0-51,0 0-226,0 0-127,0 0-16,4-3 59,-4 3 28,0 0-22,0 0-39,0 0-20,0 0 4,0 0 9,0 0 0,0 0 1,0 0-14,0 0-7,0 0-2,0 0-7,0 0-4,0 0-12,0 0-7,0 0-15,0 0-2,0 0-2,0 0-23,0 0 1,0 1-7,0 0-13,0 1-7,0 0-2,0 0 2,0 1 46,0 2 3,0 1 3,0 0 26,0 1-29,0 0 16,0 1-12,2 1-4,-2-1 23,0 1-20,0-1 11,0 1-13,0 0-1,0 0 13,0 1-1,0 0-8,0-1-4,0 1-7,0-1 6,0-2-15,0-1-32,0-1 48,0-1-17,0-1 17,0-1-1,0 0 1,0-2 12,0 1-12,0-1 0,0 0 2,0 0 21,0 0 3,0 0 12,0 0 4,0 0 10,0 0 6,0-1 0,0-2-32,0-3-26,0 1-36,0-3 4,0 1 12,0-1 18,0 0 4,2 1-18,0-1-29,2 0 32,-2 1 13,2 0 1,-1-2-1,3 2-16,-4 0 12,2 0 4,0 1-34,2-3 33,-2 4-17,3-1-18,-1-1 36,0 2 0,-2-1-19,2 1 19,3 0 1,-3 1-1,2 0-20,-2 1 4,-2 1 16,3-1 2,-1 2-2,0 0 3,-2 1-3,0 0-10,0 0-16,-1 0-22,-1 0 6,2 0 19,-2 0-10,2 2 11,0 2-4,-2 1 26,2 1 32,-2 1 4,2 0-17,-1 0 40,1 0-40,-2 2-17,2-2 21,-4 1-7,4 0-16,-2 0 16,0-1 3,0-1 3,-2 0-22,2-1 0,0 0 0,0-1 0,-2 1-1,0-1 2,2-2 24,-2 1-25,5-1 0,-5-1-1,0-1-22,0 1-25,2-1-30,0 1-48,-2-1 35,0 1-26,0-1-35,0 0-49,2 0-86,-2 0-87,0 0-37,0 0 53,0-2 51,-6 1 307</inkml:trace>
  <inkml:trace contextRef="#ctx0" brushRef="#br0" timeOffset="32821">4976 15943 125,'0'0'124,"0"0"-43,0 0-58,0 0-10,0 0 17,0 0-4,0 0 0,0 0 205,0 0 164,0 0-203,-2-1-114,2 0-42,0 0 55,0 0 52,0 0-6,-2 1-53,2-1-38,0 0-30,0-1 26,0 1 39,0 0 3,0 0-15,-3 0 34,3 0 4,0-1-23,0 0-83,-2 0 12,2-2 32,0 2-12,0-2 47,-2 2-51,2-2-16,0 2 10,0-2 48,0 2-30,0-2-15,-2 0 0,2 1-10,0 1 3,0 0 33,0 0-36,0 1 16,0-1 6,0 2-3,0-1-6,0 1-3,0 0-4,0 0-9,0 0-12,0 0-1,0 0-3,0 0-23,0 0-2,0 0-14,0 0 0,0 0-3,0 1-9,0 1-1,0 0 4,0 1 12,0 2 39,0 1 10,2 3 3,0 0-1,0 1-8,1 1 5,-1 1 4,0 0-12,2 1 1,-2 1 9,0 0-9,2 0 14,-2 0-13,-2-2-2,4-1 0,-4 1-1,2-2-13,0-1 10,-2-1-10,2 0 13,1-1 0,-3-1-16,2 0 16,0-2 5,-2 1-5,0-2 0,2 1 10,-2-1-10,0 0-10,2 0 10,0-1 2,-2 1-2,0-1-33,0 0 4,2 0 6,-2-1 1,0 1-26,0-2-20,0 0 0,2 1 13,-2-1 7,0 0 9,0 0 0,0 0-3,0 0 13,2 0 3,2 0 26,-2 0 26,2 0 0,3 0-25,-3 0 23,2 0-24,0 0-17,2 0-47,1-2-59,-3 0 41,4 0-28,-4-1-16,5 1-1,-3-2-39,0 2-104,-1-2-144,-1 1 36,0-1 22</inkml:trace>
  <inkml:trace contextRef="#ctx0" brushRef="#br0" timeOffset="33215">4916 16020 132,'0'0'172,"0"0"-129,0 0-24,0 0 14,0 0-7,0 0 7,0 0 537,0 0-322,0 0-164,0 0-25,0 0 45,0 0 29,2 0-22,2 0-49,-2 0 9,2 0 23,4 0-6,-1 2-17,1-2 4,0 0-1,2 0-42,5 0-15,-3 0 25,3 0-41,-1 0 38,3 0-39,-3-3-13,1 1-178,-1 0-56,-1-1-100,-5 0-216,-2 0-44</inkml:trace>
  <inkml:trace contextRef="#ctx0" brushRef="#br0" timeOffset="35516">3955 16714 266,'0'0'105,"0"0"-53,0 0-13,0 0 424,0 0-160,0 0-160,0 0-58,0 0 32,0 0 42,0 0 4,0 0-24,0-13-35,0 12-13,0 1-7,0-1 3,0 1-9,0 0-14,0 0-18,0 0-17,0 0-13,0 0-13,0 0-3,0 0-2,0 0-30,0 0-10,0 0-10,0 0 4,0 2-1,0-1 1,0 4 9,0 0 39,2 2 28,-2 1-27,2 1 34,-2 0-12,0 1 22,0 0-25,0 2-7,0-1 12,0 2-8,0-1 11,0 2-27,0-1 17,0 2 1,2-2-19,-2-1-10,2 0 10,-2-2 0,0 0 10,0 0-10,0-2 0,0 0 0,0-1 0,0-2-48,0 0-17,0 0 7,0-1-26,0-1 29,-2 0-36,0 0-25,2-1-82,-2 0-36,0 0 9,2-2-146,-5 0 32,3 0 163,-4-3-235</inkml:trace>
  <inkml:trace contextRef="#ctx0" brushRef="#br0" timeOffset="35873">3876 16850 237,'0'0'98,"0"0"-53,0 0 1,0 0 0,0 0 407,0 0-30,0 0-240,0 0-148,0 0-9,0 0 69,0 0 35,0 0-23,0 0-52,0 1-19,4-1 16,2 1 22,-2-1 14,5 3-17,-5-3-19,6 1 25,-2-1-31,3 0-11,-1 0 4,3 0-16,-1 0-1,2-2 17,-1-1-26,-1 1-13,1 0-11,-1 0 10,-4 0-11,3 0-62,-5 2-91,0-1-19,-2 1-73,2 0 49,1 0-42,-3 0-59,2-2-141,-2 1 104,2-1 56</inkml:trace>
  <inkml:trace contextRef="#ctx0" brushRef="#br0" timeOffset="36330">4101 16738 118,'0'0'248,"0"0"-209,0 0-19,0 0 65,0 0 589,0 0-325,0 0-174,0 0-45,0 0 88,0 0-30,0 0 0,0 0 12,-16-44-81,16 44-42,0 0 0,0 0 0,0 0-9,0 0-20,0 0-19,0 0-10,0 0-18,0 0-1,0 0-2,0 0-14,0 0-10,0 1-12,0 1-7,0 2 6,0 1 39,0 3 0,2 1 23,0 1-7,-2 1-3,4 0 6,-4 1 7,2 0-26,0 0 12,0-1-9,0 4 13,2-2-10,-4 0-6,2 0 0,1 1 0,-3-1-6,2 1-27,0-2-18,0-2 6,0 1-3,-2-3-26,2-1-9,0 0 18,-2-3-32,0 0 17,2-1-46,-2 0 25,2-1-67,0 0-43,-2 0 3,2-1-72,0 0-78,0-1 10,-2 0-27,5 0 17</inkml:trace>
  <inkml:trace contextRef="#ctx0" brushRef="#br0" timeOffset="36714">4213 16827 427,'0'0'2,"0"0"51,0 0 657,0 0-251,0 0-209,0 0-91,0 0-23,0 0 0,0 0-16,0 0-26,0 0-27,0 0-28,0 0-13,0 1-25,0 1-1,2 0-13,0 1-1,0 0 14,2 2 2,-2 0 24,2 1-16,3 1-7,-3-1-3,2 1 16,0-1-3,-2 1-13,3-1 13,-1 0-12,0-1 12,-2 0-11,2-1-2,0 1-19,1-1-33,-1-2-61,-2 2-16,4-2-7,1 0-3,-3 0-33,2-1-59,2-1-78,-1 0-62,-1-2-98,0-3 6</inkml:trace>
  <inkml:trace contextRef="#ctx0" brushRef="#br0" timeOffset="37045">4432 16831 136,'0'0'189,"0"0"-98,0 0-25,0 0 673,0 0-199,0 0-212,0 0-146,0 0-37,0 0 30,-4-4-17,2 4-52,2 0-67,0 0-38,0 0 2,0 0 9,-2 2-12,0 0-20,2 0-2,-2 3 22,-3 1 0,-1 2 19,2 2 4,-2 1 18,-4 2-37,3 0 12,-3 1-15,2 0 28,-3 2-28,1 0-1,0 1 2,-1 1 8,1 1-8,-2 1-2,1-1-3,3 3 1,-4-3-55,8 0 21,-5-1-18,5-3-20,0-1-23,2-1-13,0-1 10,0-3-10,2 0-32,0-1 3,0-1-111,0-2-53,0-2-32,2-1-59,0-2-95,2 0 168</inkml:trace>
  <inkml:trace contextRef="#ctx0" brushRef="#br0" timeOffset="38041">4509 16633 241,'0'0'150,"0"0"-101,0 0-3,0 0 606,0 0-301,0 0-113,0 0-134,0 0 39,0 0 61,0 0 6,6-14-51,-6 14-49,0-1-30,0 1-6,0 0 0,0 0-3,0 0-10,0 0-7,0 0-6,0 0-3,0 0-7,0 0-9,0 0-19,0 0-10,0 0-32,0 0-7,0 2-2,0 1-7,0 1 14,0 3 34,0 1 12,0 2 30,0 1-23,0 1 0,-2 1 7,2 1-25,0 1-1,0 0 1,0 1 12,0 1-12,0-1 1,0 2-1,2 0 0,0-1 12,-2 1-10,2-1-2,0 0-1,0-2 0,0-1-13,0-2-38,-2-2 29,2 0-32,0-2 37,-2-2-56,2 0 47,-2-1 13,0-1-109,0-1 77,0 0 32,0-2-77,0 1-36,0-2 32,0 0 26,0 0 17,0 0 12,0 0 29,0 0 10,0 0 52,0 0 6,0 0-6,0-2-23,0-1-29,0-1-29,0-2-36,0 0 64,-2 0 1,2-3-2,0 1-12,0 0 14,0-1 0,0 2 0,2-2 0,-2 0 23,7 0-14,-5 0 11,2 1-20,2 0 3,-2 0 26,2 3-26,0 0-3,-1 1 39,1 1 22,0 0-61,-2 0-42,4 1 23,-1 1 16,1 0-13,0 1-17,0 0-2,-1 0-17,1 1 50,0 4 2,5 0 0,-3 3-14,0-1 14,-2 2 0,3 1-12,-5 1-24,0-2-19,-2 2 36,0-1 16,-1-1-1,-3 1-46,0-1 49,-3-1-24,-5 1 25,2-1-36,-6 0 52,1-1-16,-1 0 26,2-2-23,-3 0 33,3-1-3,-3-1-11,3 0 7,0-2-25,-1 0 18,3-1 7,0 0 4,0 0-33,3 0 0,-1-3-36,0-1-38,2 0-37,2 0-35,2 0 20,0-2-349,0 1-95,2-1 159,2-1 22</inkml:trace>
  <inkml:trace contextRef="#ctx0" brushRef="#br0" timeOffset="38774">4773 16822 457,'0'0'185,"0"0"66,0 0 375,0 0-337,0 0-117,0 0-13,0 0 6,0 0-42,0 0-55,0 0-10,2 2-22,-2-1 2,2-1-5,0 1-7,0 0 2,0 1-11,3 0-15,-1 0 11,2 2-4,0-1-9,0 2-2,-2 1 2,3 1 41,-1 1-6,0 1-15,-4 1-17,0 2 0,0 0-3,-2 1-16,0 1-16,0-1 16,-2 2-10,-2-2-35,-2 0-7,0-2 13,-1-2 54,3-2-60,0-4 51,2 1 10,-2-3 16,2 0-16,2-1 13,0 0 61,0 0 23,0 0-4,0-2-23,0-4-70,0-2-106,4-1 93,0-2-9,0 0 22,0 0-17,3 1 15,-1 0-59,0 0 58,-2 1-26,2-1 9,3 2 18,-1-2-36,2 1 28,-1 0-6,-1 0 32,0 3-61,0-1 29,1 1-4,-3 1 20,0 0-1,-2 1-21,2 1 22,-2 1 12,3-1 37,-1 1-47,-4 1-1,2 0 37,-2 0 10,0 0-16,0 1-28,0 0-4,0 0-12,-2 0-4,5 0 16,-3 2 13,-2 1 0,2 2 35,2-1-26,-2 2 7,0 2 7,2-1-14,-2 1 4,0 3 0,0-1-13,0 0-10,0 1 26,-2 0-27,0-1 21,0 1-23,0-1-10,0-1 7,0 0-17,0-2-12,0 0-16,0-2-4,0 0-22,0-2 10,0 0-59,0-1-42,0-1-84,0 0-92,0-1-56,0 0-167,0-4-42</inkml:trace>
  <inkml:trace contextRef="#ctx0" brushRef="#br0" timeOffset="39020">4990 16718 373,'0'0'91,"0"0"1186,0 0-956,0 0-139,0 0 2,0 0 42,0 0-36,0 0-68,0 0-66,0 0-56,0 0-32,0 0-3,-2-5-4,4 5-32,2 0-41,0 0 12,5 0-71,-3 2-101,0 2-124,0 0-226,3-1-124,-3 2 320,-56-18 426</inkml:trace>
  <inkml:trace contextRef="#ctx0" brushRef="#br0" timeOffset="39553">5288 16855 400,'0'0'23,"0"0"42,0 0 616,0 0-128,0 0-231,0 0-160,0 0-58,0 0 54,0 0-42,0 0-25,0 0 12,0 0-13,8-12-19,-8 12-11,0-2 5,0 1 8,0 1 4,0-2-58,0 0 23,0 0-4,0-1 0,0 1-22,-2-1 9,0 0-21,-2 0 24,2 1-27,-2-1-2,-1-1 2,-1 1-3,-2 0-7,2 0-10,-2 0-4,1 2-5,-3 0-7,2 1-13,-3 0 3,1 0 4,-2 1-1,1 5 16,-1 1 10,0 1-6,-1 2-3,3 1 24,2-1 0,1 2-21,-1 0 19,4 0-23,0 0-41,2 0-4,0-2-26,2 1-41,0-1 51,0-2 12,4 1 1,2-3 58,0-1 3,-2-1-3,5 0 12,-3-1 4,2-2 0,0 0 0,1-1 10,1 0-10,0 0-21,1-3-28,1-2 13,-2-1-45,5 0-58,-3-1-4,1-1-10,-1-1-32,2 0-49,-3-1-20,1-1-131,-4-3 26,1-1 55</inkml:trace>
  <inkml:trace contextRef="#ctx0" brushRef="#br0" timeOffset="39933">5292 16593 453,'0'0'137,"0"0"863,0 0-775,0 0-66,0 0 0,0 0 135,0 0-19,0 0-98,0 0-81,0 0-29,-48-49 10,48 49 13,0 0 9,0 0-23,0 0-25,0 0-19,0 0-4,0 0-9,0 0-16,0 0-3,0 1-13,0 2-16,0 0-12,5 2 19,-5 3 19,0 2 3,2 3 3,0 1 0,0 2 0,2 0 10,-2 1-13,2 1 11,0 1-11,0 0-2,0 2 2,1 0 12,-3 0 10,2 1-22,0 0-15,-2 0 13,0-1-17,0 0-16,0 0-3,-2-3-10,2-2-16,0 0-19,2-2 23,-1-1-33,3 0 22,-2-4-32,-2-1-54,2-3-50,-4-2-62,4-1-45,-2-2-93,2 0-123,1-3-188</inkml:trace>
  <inkml:trace contextRef="#ctx0" brushRef="#br0" timeOffset="46672">7613 16991 126,'0'0'192,"0"0"-152,0 0-11,0 0 4,0 0-1,0 0 486,0 0-149,0 0-184,0 0-110,0 0-23,4-6 19,-4 6 40,0 0 9,0 0-29,0 0-33,0 0-16,0 0-9,0 0-4,0 0 0,0 0-9,0 0-20,0 0-15,0 0-11,3 0-7,-1 0-2,0 1 12,0 3 23,2 0 36,2 1-33,0 0 13,0 2 1,3 0-15,-3-1 14,2 1-14,-2 2-2,1-1 9,-1 0-9,0 2-1,0-2-37,0 2-134,-1-2 68,-3 0-72,2 0-94,-4-1-19,0-2-177,0-2 9,0-1 206</inkml:trace>
  <inkml:trace contextRef="#ctx0" brushRef="#br0" timeOffset="46982">7754 16992 224,'0'0'94,"0"0"17,0 0 287,0 0 97,0 0-215,0 0-114,0 0-43,0 0 7,0 0 0,0 0-30,0 0-41,0 0-37,0 0-22,0-1-16,-2 4-19,-2 2 15,-3 2-7,3 2 27,-4 3 42,-2 3-42,-1 1-15,1 1-40,-2 1-94,1-2 9,3 0-81,0-1-117,0-3-118,1-2-150</inkml:trace>
  <inkml:trace contextRef="#ctx0" brushRef="#br0" timeOffset="48016">9933 17093 188,'0'0'114,"0"0"-36,0 0-22,0 0 211,0 0 180,0 0-171,0 0-149,0 0 0,0 0 23,0 0-17,-13-5-10,13 5-22,0 0-14,0 0-9,0 0-17,0 0-9,0 0-4,0 0-9,0 0 0,0 0-10,0 0-29,0 0 0,4 2-16,-2 1 3,1 2 13,1-1 1,0 3 1,0-1-2,2 1 19,0 0-2,1 1 5,1 0-9,0 1 0,0 0-12,3 1-1,-5-1-2,4 0-82,-4 1 0,3-2-35,-3 1 2,0-2-48,0 2-33,-2-3-39,-2-1-167,1-1-143,-3-1-27</inkml:trace>
  <inkml:trace contextRef="#ctx0" brushRef="#br0" timeOffset="48292">10073 17109 313,'0'0'124,"0"0"-46,0 0 587,0 0-343,0 0-52,0 0-81,0 0-27,0 0 0,0 0-10,0 0-23,0 0-42,0 0-26,-6-5-22,4 5-7,-2 2-32,0 2-2,-3 2-24,-3 1 15,-2 4 10,-1 0-18,-3 3 17,-1 0-11,1 1-83,-1 2-5,1 0-50,-1-1-31,3 1-51,-1-2-229,5 0-46,4-3-118</inkml:trace>
  <inkml:trace contextRef="#ctx0" brushRef="#br0" timeOffset="49644">12128 17188 271,'0'0'81,"0"0"-35,0 0-7,0 0 3,0 0 587,0 0-241,0 0-193,0 0-104,0 0-6,0 0 15,0 0 27,0 0-11,0 0-35,0 0-35,0 0-30,0 0-13,0 0 13,2 0 0,0 2-3,-2-1 4,6 1 2,-2 3 16,3-2 1,-1 2 0,4 0-36,-4 1-17,5-1 15,-3 1 2,-2 0-19,2 0 19,1-1 3,-1 1 22,0-1-25,0 1-45,1-1-20,-3 1-26,0-2-9,0 0-30,-2 0-45,1 1-42,-3-4-53,0 1-85,0 0-89,-2-2 24</inkml:trace>
  <inkml:trace contextRef="#ctx0" brushRef="#br0" timeOffset="49939">12271 17183 312,'0'0'75,"0"0"-16,0 0-14,0 0 578,0 0-255,0 0-154,0 0-90,0 0-14,0 0 7,0 0-7,-9 0-29,3 0-32,2 4-23,-2-1 13,0 2-4,-5 2-34,-1 1 23,1 0-22,-1 1-1,-2 1 3,1 1-4,-1 2-1,-1-2-19,3 2-80,-3-1-23,3-1-91,2 0-121,-3-2-127,7-1-197,0-2 154</inkml:trace>
  <inkml:trace contextRef="#ctx0" brushRef="#br0" timeOffset="51121">14683 17177 446,'0'0'39,"0"0"3,0 0 568,0 0-350,0 0-104,0 0-58,0 0 29,0 0 55,0 0 6,0 0-43,-4-18-51,4 18-26,0 0-3,0-1 6,0 1-7,0 0-15,0 0-11,0 0-5,0 0-8,0 0-21,0 0 12,0 0-14,0 0 0,2 0-2,0 3-1,0 0-1,2 2 2,0 1 8,4 1-8,1 1 0,-3 1 16,4 0-16,-4 0 0,5-2 9,-3 3-9,0-2 0,1 2-1,-3-1-16,0-1-44,-2 0-7,2-1-9,-1-1-36,-3 1-46,0-2 27,-2 1-83,0-1-9,2 0-107,-2-1-135,0-2-29,0-1 5</inkml:trace>
  <inkml:trace contextRef="#ctx0" brushRef="#br0" timeOffset="51427">14834 17172 409,'0'0'32,"0"0"27,0 0 537,0 0-296,0 0-82,0 0-39,0 0-23,0 0-13,0 0-14,0 0-32,-6-2-38,6 2-27,-2 0-32,-1 0-2,-3 4 2,2 2 32,-6 1 12,2 1-44,-5 2-1,-1 2 1,1 0 0,-3 0-13,3 2 10,-1 0-20,-1 0-45,3 0-74,0 1-4,-1-2-97,3 0-125,2-2-202,-3-2-160</inkml:trace>
  <inkml:trace contextRef="#ctx0" brushRef="#br0" timeOffset="53027">16820 17211 165,'0'0'111,"0"0"-16,0 0-40,0 0-19,0 0 313,0 0 48,0 0-172,0 0-111,0 0-33,0 0-3,6-1 3,-6 1 1,3 0 2,1 0-16,-2 0-16,2 2-6,2 1-8,-2 0-5,4 1-17,-1-1 20,-3 2-10,2 0-10,-2 0-16,2 0-11,1 1 11,-1 1 6,2 1-2,-2 0-4,0 1 16,3-1 10,-3 2-26,2-2 0,-4-1-13,3 1-16,-1-1-26,0 0-36,0-2-32,-2 0-20,0-1-36,-2-1-68,1 0-62,-1-3-112,-2 0-29,0 0 185</inkml:trace>
  <inkml:trace contextRef="#ctx0" brushRef="#br0" timeOffset="53313">16963 17205 234,'0'0'153,"0"0"-88,0 0 431,0 0-89,0 0-137,0 0-88,0 0-42,0 0-17,0 0-13,0 0-26,0 0-57,-12 1-27,7 1 0,-1 2 0,0 0 23,-4 0-6,1 3-15,-3 1 44,-2 0-46,-1 1-81,-2 1-107,-1 0-75,1 0-176,1-2-369,3-3 208</inkml:trace>
  <inkml:trace contextRef="#ctx0" brushRef="#br0" timeOffset="54415">19162 17208 284,'0'0'39,"0"0"42,0 0-32,0 0 75,0 0 290,0 0-173,0 0-98,0 0-38,0 0 15,0 0 13,0 0-16,29 14 36,-25-11-59,5 3-55,-5-1 0,4 1 3,-2 0-7,3 1-22,-1 0-9,2 1 47,0 0-48,1 1-3,1 0 38,-1 0-5,1 0-33,-2-1-1,-1 1 1,-1-2-107,0 1-19,-2 0-37,1-1-67,-5-2-164,-2-1-133,0-1-28</inkml:trace>
  <inkml:trace contextRef="#ctx0" brushRef="#br0" timeOffset="54717">19353 17256 459,'0'0'3,"0"0"30,0 0 547,0 0-277,0 0-95,0 0-36,0 0-3,0 0-16,0 0-37,0 0-38,0 0-36,0 0-22,-5-1-20,5 1-22,-4 0-17,0 3 20,-4 2-41,0 2 60,-3 3 3,-3 2 13,-3 2-16,-1 2-39,-3 0-146,0 0-137,-1-1-120,-1-2-164,4-2 12</inkml:trace>
  <inkml:trace contextRef="#ctx0" brushRef="#br0" timeOffset="55867">21486 17355 217,'0'0'98,"0"0"-42,0 0-11,0 0-9,0 0 13,0 0 473,0 0-249,0 0-110,0 0-78,0 0 58,0 0-23,0 0 3,31 9-12,-27-7-30,0 1-26,0-2-19,0 3-4,5 1 7,-3-2-10,2 2-28,-2 0 34,3 0-35,-3 1 0,0 0 0,2 1 19,0 0-16,-1 0 13,-1 3-16,4-3 17,-4 1 4,1 0-20,-1 1-2,2-1-32,0 0-6,-1 1-26,-3-1 29,2-2 11,0 0-121,-2-3-36,2 2-55,-6-3-72,5 0-115,-3-2-101,-2 0 121</inkml:trace>
  <inkml:trace contextRef="#ctx0" brushRef="#br0" timeOffset="56130">21661 17338 360,'0'0'75,"0"0"-49,0 0 117,0 0 346,0 0-147,0 0-117,0 0-89,0 0-32,0 0-20,0 0-19,0 0-10,0 0 43,-31 18 31,19-9-93,-2 2-4,-5 3-10,0 0-21,-3 2 17,-3 4-18,-4-1-140,-2 0-139,-2 1-143,6-6-756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4:35:09.44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13627 17649 47,'0'0'3,"0"0"36,0 0-38,0 0 81,0 0-43,0 0-16,0 0-10,0 0-10,0 0 0,0 0 17,0 0-1,0 0 1,0 0 215,0 0-4,0 0-78,0 0-97,0 0-27,0 0 27,0 0 51,0 0 27,0 0-34,0 0-28,0 0-17,0 0-6,0 0 6,0 0 7,0 0-7,0 0-6,0 0 0,0 0-4,0 0 1,0 0 3,0 0-4,0 0 0,0 0 7,0 0 0,0 0 0,0 0 3,0 0 3,0 0-6,0 0 3,0 0-7,0 0-6,0 1 4,0 0-11,2 1-6,0-1-13,0 0 16,2 0 4,0 1 6,4-1-20,-1-1 7,1 2-16,-2-2-10,4 0 10,-1 0-2,1 0-11,0 0-16,1 0 3,1-2 12,2-1-2,1 0 2,1 0 1,1-1 0,2 0 2,1 0-2,-1-1-1,2 1-3,1-1 3,-1 1 1,-2-1 0,3 1-3,-1-1-8,-2 1 11,3 0 1,-3 1-1,0-1-2,-1 1 2,1 1-1,1-1 1,-3 0-1,2 0-16,-1 0 17,-1 1 1,1-2 14,-1 2-15,1-1-2,-1 1 0,0 0 1,-1-1 0,1 1-2,-1 1 3,-3-2-3,3 1 0,1-1 3,-5 1 1,2 0-1,1-1-1,-5 1-1,1 1-11,-1-2 11,-2 1 2,1 1-1,-1-1-12,-4 0 13,2 1 0,-2 1 0,-2-1 0,2 1 0,-1 0 0,-3-1 0,0 1 0,0 0 0,0 0-2,0 0 0,0 0-2,0 0-12,0 0-3,0 0-10,0 0-16,0 0-16,0 0-1,0 0-18,0 0-14,0 0-16,0 0 16,-3 0 16,1 0-6,0 0-46,2 0-39,-6 0-69,2 0-71,-2 1-89,0-1-74,-1 0 289,-1 0 137,0 0-9</inkml:trace>
  <inkml:trace contextRef="#ctx0" brushRef="#br0" timeOffset="491">14346 17466 232,'0'0'68,"0"0"-6,0 0-7,0 0 562,0 0-184,0 0-202,0 0-118,0 0-12,0 0 19,0 0 16,0 0-16,0 0-23,16 0-19,-16 0-1,0 0-9,5 0-3,1 0-1,-2 0-16,2 2-12,0-1-4,3 0-3,1 2 6,-2-1-6,0 0-7,3 1-18,1 0 12,-1-1-15,-1 1 0,2 0-1,-1-1 0,1 2-3,-2-1 1,3 0 2,-5 0 0,0 0-13,-1 0 12,-3 0-3,2 1-15,-6-3 3,2 3-22,0-1-4,-2 1-13,0 1 20,0 0 34,0 2-15,0 0 16,-4 1 0,-4 1-21,-1 0 20,-3 1-2,2 1-7,-3-2-3,1 0 0,-1-1-58,3-1-16,-2-1-39,1 0-13,3 0-33,-2-1-42,3-2-98,1-1-176,0 0-249,2-2 512,4 0 112</inkml:trace>
  <inkml:trace contextRef="#ctx0" brushRef="#br0" timeOffset="1381">14685 17431 337,'0'0'1,"0"0"73,0 0 386,0 0-34,0 0-159,0 0-88,0 0-39,0 0-7,0 0 3,0 0-10,0 0-28,0 0-21,0 0-9,-4 11 3,8-10 7,2 1 12,0-1-26,3 0-29,1 0 1,2-1-1,3 0 0,3 0 10,1-2-19,2-3-13,4-1-10,1-2 19,-3-1-22,4 0 0,-2-1-2,2 2 2,-3-2-16,1 2-25,-2-1-27,-4 1-31,-3 3-1,-1 1 3,-9 1-38,0 2-69,-6 1-75,0 0-159,-2 2-21,-6 2 117,-3 1-148,-1 0 288,-3 1 99</inkml:trace>
  <inkml:trace contextRef="#ctx0" brushRef="#br0" timeOffset="1744">14890 17433 130,'0'0'111,"0"0"-36,0 0-19,0 0-7,0 0 1019,0 0-746,0 0-163,0 0-35,0 0 34,0 0 37,0 0-11,0 0-30,0 0-31,2 0-37,-2 2-41,0-2-3,0 1-7,4 1 16,0 1-19,0 1 22,2 3-9,0 0-13,3 1-19,-3 2 3,2 1-15,0 0 11,-1 2-8,-1 0 10,-2 2-14,2 1 0,-2 1-1,-2 2 1,3 0-2,-5 0-8,0 0-32,0-1 23,0-1-13,0-1 7,0-2-58,0-1 44,0-3-18,2-2-4,0-4-48,0 0-17,0-2-19,2-2-58,0 0-30,2 0 45,-2-1-82,3-5-205,-3-1-170,0-1 146,0-1 378</inkml:trace>
  <inkml:trace contextRef="#ctx0" brushRef="#br0" timeOffset="2244">15084 17624 71,'0'0'277,"0"0"716,0 0-782,0 0-42,0 0 56,0 0 18,0 0-55,0 0-17,0 0-29,0 0-39,62-45-13,-52 41 0,3 2-10,-3-1-26,0 3-6,-1 0-12,1 0-24,-2 0-11,-2 3 1,3 2-2,-3 2 2,2 1-1,-4 2 2,0 1-1,1 1-2,-5-1-27,0 1-17,0-2 8,0 1-12,0 1-9,0-2 53,-5 0-47,3-1 19,0-2 3,-2-1-16,4-3 16,-2-1-3,2-1 29,-2-1 3,2 0 71,0 0-4,-2-4-65,0-3 9,2-1-9,-2-2 11,2-1-13,0-2-23,0 1 4,0 0 0,4-1 19,0 1-19,0 0 15,2 0-25,1 1 10,-1 3-7,2 0 10,-2 1-6,-2 3 20,3 0-15,-1 2-12,-2 1 4,0 0-4,-2 1-52,0 0-48,2 0-39,-4 3-24,2 1-15,0 1-53,-2 2-144,3 0-82,-3 0-39,0-1 366,2 1 125</inkml:trace>
  <inkml:trace contextRef="#ctx0" brushRef="#br0" timeOffset="3182">15609 17628 251,'0'0'69,"0"0"-30,0 0 662,0 0-210,0 0-221,0 0-88,0 0-30,0 0 13,0 0 20,0 0-30,0 0-49,6-42-9,-10 39-4,2-1 3,-2 0-13,0 2-32,0-1-25,-1 1 9,1 1-6,0 1-17,-2 0-12,0 0 0,0 0-12,-5 0-1,5 2 10,-4 2-13,1 2 0,1 0 3,-2 0 10,4 2-13,-3 1 16,-1 0-1,4 0-2,0 0-1,-3 1 1,5 0 0,-2-1-10,4 1 11,-2 0-17,2-1-48,2-1 3,0 0-10,0-1 3,0-1-6,0-2-23,4 0-3,2-2-7,-2 1 26,4-3 36,-1 0-11,3 0 1,-2 0 3,1-5-23,1-1-48,-2-1-1,2-1 13,-1-1 17,-1 0 9,2 0 46,-3 0 35,-1-1-9,0 0 14,0-2 2,-2 2 22,2-1-9,-1 0-9,-3 1-1,2 2 39,-2 2 7,0 1 45,0 2 20,-2 3 16,0 0-13,0 0-49,0 0-23,0 0-3,0 2 39,0 3 42,0 1-10,0 2-32,0 2-39,2-2 6,0 2-19,0-1 4,-2-1-14,4 0-16,-2 0-1,3-1 1,1 0-2,0 0 3,0-1-4,4 0-1,-3-1-3,3-1 3,-2 0-28,1-1-6,1-2 19,0-1-10,1 0 10,1 0 15,0 0-31,-1-5-20,1-1-6,1-1 16,-3-3 3,0-1 0,-2 2 38,3-2 1,-3-1 13,-2 0 10,0-1-10,-1-1 9,-1 0-18,-4 1 12,2 0-14,-2 2 33,0 0-33,0 3 1,0-1 13,-2 5 6,0 1 17,0 1 26,0 2-20,2 0-3,-3 0-23,3 0-17,0 0 1,0 0 13,0 2-15,0 2 16,0 2 24,0 1 4,0 1 7,0 2-14,3 0 1,-1 0-7,2 1-16,-4-2-14,4 2 27,0-1-10,0 0-16,0-2-2,2-1 0,-1-1-1,1-1-30,0-1-24,-2 0 12,2-1 1,1-1-20,-1-2-39,-2 0-3,2 0-26,0 0-52,0-3-58,3-2-148,-3-1-215,-2-1-173,-2-4 422,2 4 298</inkml:trace>
  <inkml:trace contextRef="#ctx0" brushRef="#br0" timeOffset="3426">15809 17323 213,'0'0'417,"0"0"587,0 0-780,0 0-91,0 0 3,0 0 4,0 0-14,0 0-52,0 0-74,0 0-6,0 0-23,9-5 9,-7 5 4,4 0 3,-4 0-71,0 0-111,0 1-116,-2 2-216,0 0-462,0-1 751,-23-6 199</inkml:trace>
  <inkml:trace contextRef="#ctx0" brushRef="#br0" timeOffset="3879">15989 17265 7,'0'0'179,"0"0"20,0 0 228,0 0 195,0 0-264,0 0-124,0 0 5,0 0 14,0 0-11,0 0-53,0 0-51,0 0-29,21-19-13,-19 19-1,-2 1-18,0-1-14,0 1-9,2 0-13,-2 2-25,2 0-16,0 4 47,2 1 7,1 3-16,-1 2 9,0 2-19,0 0-6,2 3-3,-2 1-16,0 0 19,1 2-18,-1 0-3,0 1 0,-2 1-1,2 0-16,-2 1-22,-2-1 4,0-1-1,0-1-12,2-3 25,0-3 20,0-1-43,0-3 1,0-4-19,3-1 3,-3-2-20,0-3-6,0-1 16,4 0 29,0 0 5,0 0-24,1-3-11,3-1-12,-2-2-49,0-1-51,3-1-75,-5-1 31,4 0-159,-4-2-138,1 0-177,-7 0 203,4-1 416</inkml:trace>
  <inkml:trace contextRef="#ctx0" brushRef="#br0" timeOffset="4114">16006 17436 277,'0'0'111,"0"0"411,0 0-37,0 0-280,0 0-39,0 0 45,0 0 6,0 0-36,0 0-90,0 0-43,27 4-22,-17-4-3,2 0-23,3-4-26,-1 1-84,3-2-55,-1 0-94,3-1-206,-4 0-515,-3 1 510</inkml:trace>
  <inkml:trace contextRef="#ctx0" brushRef="#br0" timeOffset="5579">16595 17408 178,'0'0'101,"0"0"-35,0 0 2,0 0 512,0 0-267,0 0-160,0 0-36,0 0-13,0 0 23,0 0 6,0 0-42,0 0-33,0 0-15,35-39-8,-35 39-9,2 0-23,-2 0-3,2 0-11,0 0 11,0 4 50,3 2 15,-1 0 22,0 2-15,0 2-11,0 1 20,0 1-33,2 2-9,-1 0-8,-3 1-30,4 1 17,-2 0-18,0 0 3,0 0-2,0 0 2,0 0-3,1 0 3,-3 0-3,2-2 16,-2-2-15,0 0-1,2-3 0,-4-1-13,2-2-13,0-2 4,-2-3-14,2 1-19,-2-2 4,0 0 2,2 0 7,-2 0 20,0 0 22,0 0 12,0 0-12,0-4-42,0-3 14,-2-1 27,0-1-28,-2-2 4,-2-1-24,0-3 26,2 1-6,-5-2 29,1 1-2,0-2-50,-1 0 20,1 0 19,0 0 13,0 0 0,1-1 0,1 1 0,2 0 0,-2 1 0,4 2 32,0 1-9,2 1 3,0-1 6,0 1 10,6-1-16,4 2-13,-3 0 3,5 1 10,0 2-26,1 1-1,-1 0 1,5 2 0,-3-1 0,1 1-13,1 1 12,3 1 1,-5 0-2,3 2 2,-5 0-26,1 1 3,-1 1-2,-4 5-5,5 3 1,-7 3 26,-2 1 2,0 1 1,-4 2 0,0 2 3,0-1-2,-4-1-1,-4 1-2,-1-1 2,-1-1 0,0 0 1,-3-2 0,1 0 1,-5-3 20,5 0-22,-2 0-17,-5-2 17,7-1 2,-3-1-2,3-2 0,-1 0-20,1-2 17,4-1 2,-3 0-21,5-1 9,0 0-7,2 0 20,2 0 0,2 0 26,0 0-26,0 0-34,0 0 2,0 0 13,2 0 6,2 0-25,2 0 38,0 3 61,5 1 17,-3 2 16,2 0-13,3 2 3,-1 2-13,0-1-13,3 2-25,-1 1 9,3-1-20,-1 1 7,3-1-16,0 0-11,-1 0-1,-1 0 0,1-1 1,-3 1 0,-1-1-1,1-1 1,-3 0-2,-1-1-14,-1-2-2,-2-2-23,2 0-32,-3-1-16,-3-2-52,2-1-85,-4 0-107,0 0-222,0 0-226,-2-4 362,0 0 368</inkml:trace>
  <inkml:trace contextRef="#ctx0" brushRef="#br0" timeOffset="7190">17081 17548 3,'0'0'160,"0"0"29,0 0 483,0 0-301,0 0-127,0 0-29,0 0-17,0 0-7,0 0-10,0 0-61,0 0-46,4-11-6,-4 11 6,0 0-29,0 0-35,-2 1-10,-2 2-29,0-1 17,-1 3 12,-1 1 3,-2 1 7,2 1-10,0 0-3,3 1-13,-1 0 3,2-1 10,2-1-16,0 0-13,0-1-23,0-1-13,2 0-3,5-2 32,-1-1 26,2 2-13,0-1-6,1-1-10,3-2 10,-2 0-10,3 0-7,-3 0-19,2-4-23,-1 1-9,-1-2 5,2 1-5,-5 0 9,1-1 13,0-1 16,-2 0 13,1 0 36,-1-1 13,-2-2 20,0 1 22,-4 0 3,0-1-25,0 2 51,0-1-15,-2 0 25,-2 1-42,-4 1 26,-1 1 26,3 0-69,-4 2 34,-1 1-14,1 1 13,-2 1-23,-1 0 20,1 0 3,-3 0-23,5 0 7,0 2-3,2 1-1,-1 0-15,3-2 6,2 2-23,0-1-2,4 0-1,0 1-1,0-2 1,0 1 17,0 0-3,4 0-12,0-1 15,4 1 0,1-2 5,1 0 1,4 0-4,1 0-6,3-3-12,1-2 0,0 0-1,1-2-2,-1 2 0,-2 1-1,-1-2-10,3 0 11,-5 2-15,-1-1 15,-1 2 0,0-1 2,-3 2 0,1 0 0,-4 0 3,0 2 10,-2 0-13,-1 0-1,-3 0 1,2 4 53,-2 1 14,2 0-5,-2 2-21,2 1-18,-2-1-4,2 2-6,-2 0-1,0-2-11,2 3-2,-2-2 1,0 1 0,0 0 1,0 1 2,0-1-2,2 1 1,-2-2-1,2 0 2,0-1-1,0 0-2,2-2-2,0-1-40,3-1 6,-1 0 8,-2-1 26,2-1-14,2-1-16,1 0 10,1-1 21,0-3-22,1-1-6,-1-1-6,0-1-11,1-2 21,-3-1 21,0-1 4,-2-2 13,1 0-13,1-1-15,-4-1 15,0 1 1,-2-2-1,0 2-39,-2 0-16,0 1 29,0 2 24,0 2-14,0 2 16,-4 2 9,4 1 20,-2 2 33,2 2 22,-2 0-33,2 0-32,-2 0 14,2 0-30,0 1 10,0 1 16,0 2 9,0 2 11,2 0 37,2 1-28,-2 2-20,2-1 4,3 1-7,-3 0 13,2 0-9,0 0-20,0 0-17,1 0 17,1-2-18,-2 2 16,2-1-17,1-1-16,-1-2-9,0 1 12,-2-1-22,3-2-7,-1 0-6,-2-2 10,4-1-23,-1 0 13,1 0-20,0-2-19,-1-2-22,1-2-14,-2 0-9,0-1-14,1 0 1,-3-3-14,-2 0 6,0-1 46,-4-2 3,2-1 3,-2 1-26,0 0 29,0-1 59,0 3-3,-2 0 42,-2 3 78,0 2 111,0 2 55,2 1-20,-2 2-36,4 1-26,0 0-3,0 0-24,0 0-22,0 0-32,0 0-27,0 0-12,0 4-10,0 0 45,0 2 0,0 2-10,0 0-6,0 1-32,0 0-10,4 2-16,-2-1 20,4 0-20,-2 1 0,0-1 0,2-1-2,-1 1-1,1-2-22,-2 2-4,0-3-28,-2 0 19,2-2 12,-4 0-15,2-2-4,0-1 10,-2-2 13,0 0 17,0 0 2,0 0 1,0 0 21,0-3-6,0-2-16,0-1 0,0-2 0,0-2-1,0 1-1,0-3-18,0-1 7,0 0-3,0 0-10,0 0 4,2 2-7,5 2-6,-1 0-1,4 2 14,-4 1-1,5 2 23,-3 1 10,0 2 19,1 1-28,1 0 18,-2 0 26,0 1-9,3 3-20,-3 2 29,0 1-20,3 1-12,-3 2 3,0-1 0,-2 2-14,3 1-2,-1-2-2,-4 1 1,0 0-21,0-1 2,0 0-2,-2 1-26,-2-2 48,0-1-19,5 1-36,-5-2 3,2-2-12,0 0-84,0-2-56,2-1-64,0-1-151,0-1-73,4 0-212,1-5 215,-5-1 461</inkml:trace>
  <inkml:trace contextRef="#ctx0" brushRef="#br0" timeOffset="7895">18284 17446 366,'0'0'39,"0"0"-22,0 0 703,0 0-284,0 0-163,0 0-81,0 0-27,0 0-3,0 0 3,0 0-20,-8-36-32,1 32-39,1 1 9,0-2 4,-4 1-20,1 1-25,1-1-7,-4 0-16,3 2-17,-1 1 1,0 1 10,-3 0 0,1 0 0,-3 3 0,1 2-10,0 3 10,-1 0 9,1 0 0,1 2-3,1 0-17,3 0-1,1 2 2,2-1 0,0-1-3,6 1 0,0-2 0,0 1-3,0-1-23,4 0-12,2-2-10,4 0-19,3-2 9,-1 0-12,1-2-20,1 0-32,1-2-13,1-1-14,-1 0-32,1 0 16,1-5-36,1-1-43,-5-1 40,1-2-41,-1-1 8,-5-1 113,0-2 124,-2 0 101,1-2 16,-3-2 17,2-1-1,-6-2-32,2-2-52,-2-2-47,0 0 0,0-2-2,-4 0 20,-2-1-17,1 2 46,1 1-10,0 2 81,0 1-29,0 3 68,-2 1 52,-3 1-43,1 2-16,-2 1 25,4 3-7,-1 3-38,3 3 31,2 3-35,2 1-8,-2 0-24,2 0-43,-2 0-38,2 1-15,0 3-25,0 2 22,-4 4 3,2 2 19,0 3 0,0 1 15,0-1 20,2 3-29,0 0 7,0 2 31,0-1-35,0 3-15,6 0-10,0 1 6,0 0-9,3-1-3,-1 1-31,-2-1-1,2-1-9,1 1-19,-3-2 19,0-1-29,0-2-16,0 0-13,3-1-44,-1-3-10,0 0-40,3 0 9,-3-1-132,2-2-86,-4-2-105,3-1-70,-3-3-170,-2-1 597</inkml:trace>
  <inkml:trace contextRef="#ctx0" brushRef="#br0" timeOffset="9589">18693 17425 15,'0'0'196,"0"0"-98,0 0-56,0 0-6,0 0 385,0 0-43,0 0-193,0 0-97,0 0-16,0 0 48,0 0 20,0 0-20,0 0-39,0 0-32,2-10-4,-2 10 7,0 0 6,0 0-6,0 0-10,0 0-6,0 0-4,0 0-3,0 0-6,0 0-22,0 2 0,0 1 19,0 3 38,0 1-3,0 1 6,0 1-48,0 1 6,2 0 1,-2 1 5,0-1-25,4 2 4,-4-1 18,5 1-19,-3-1-1,4 0 1,-4 0-2,0-2 1,4 0-2,-2 0-1,-2-3-35,5 0 1,-5-1-1,2-3-6,0-2 0,0 0 23,0 0 19,0 0 16,0 0 0,3-4-16,-1-2-2,2-2-24,-2 0 23,0-2-10,-1 0 12,1-1 1,-2 0 0,0-1-16,0 2 16,-2 0-1,0 0-15,-2 3-7,2 0 23,-2 2 1,0 2-1,0 0 0,0 3 2,0 0-2,0 0-28,0 0-1,0 0-6,2 0 22,1 2 13,-1 1 45,0 3 33,2 0-40,0 1 1,2 1 3,-2-1 0,2 1-39,-1-1 10,1 0-10,0 0 17,-2-1-19,4 1 13,-1 0-12,1-2-1,0 0 1,2 0 11,-1-1-11,1-1 10,0-2-11,-1 1 1,1-2 1,0 0 17,1 0-20,-1-4 1,-2-2 1,1 1 1,-3-1 13,2 0-3,-2-1 13,-2 0-10,-2-2 13,1 1-10,-3-2-6,0 1-10,-3-1 36,-1 0-20,-2-1-16,-4 1-3,4 0 0,-5 2-10,3-1-3,0 3 0,-1 0 13,1 2-22,2-1 5,-2 3-15,-1 1-22,3-1-11,2 2 7,2 0-6,-2 0-24,4 0-54,0 0-52,0 0-20,0 3-46,0 0-137,4 1-46,2-2-128,2 1 327</inkml:trace>
  <inkml:trace contextRef="#ctx0" brushRef="#br0" timeOffset="10260">19322 17470 175,'0'0'130,"0"0"-74,0 0 208,0 0 342,0 0-238,0 0-144,0 0-91,0 0 23,0 0 0,0 0 15,0 0-55,0-43-51,-7 39-7,-1 0-23,0 1 10,-3 1-32,1 1 16,0 1-16,-3 0-11,1 0-1,0 3 3,-1 3-2,-1 1-2,1 0-1,3 2-3,-2 0-8,3 2 8,1-1-12,4 1 13,0-1 0,2 2 2,2-3 1,0 1 2,0-1 17,0 0-19,0 0-12,4-1 10,2 0-43,-2-1 0,2 0 13,1-3 0,-1 0-7,-2-3 23,2 1-1,-2-2 17,2 0 19,-1 0 0,1-3-6,0-2-11,-2-1-1,2-2 16,-4 0 5,5-2-19,-5-1-1,2 0 1,2 0-1,-2-2-2,-2 1 13,2 0-10,0 0-3,-2 0-1,3 3-1,-3 0-11,2 3 11,-4 2 1,2 2-11,-2 1-27,0 1-9,0 0 22,2 0 24,-2 0-31,2 3 33,0 1 29,2 2 7,0 2-34,3 0 79,-1 2-30,2 0-47,0 1 18,1-2-6,-1 3-13,2-3 14,-2 2-16,3 0 0,-5 0 0,4-3-1,-3 1 0,-1-1 0,-2-1-29,2-2-3,-2 0-4,-2-2-25,0-2-10,0 1-3,3-2-20,-1 0-7,0 0-41,4-4-30,0-3-65,-1 0-53,1-3-35,0 0-40,2-2-56,-3-1 203,1-1 123</inkml:trace>
  <inkml:trace contextRef="#ctx0" brushRef="#br0" timeOffset="10669">19574 17358 187,'0'0'153,"0"0"-81,0 0 362,0 0 298,0 0-355,0 0-159,0 0-63,0 0 0,0 0 3,0 0-42,0 0-64,-15-6-50,9 10 0,2 2 24,-2 0 3,-1 1-16,1 1 3,0 1-14,0 0 17,2-1-3,0 0-14,2 0 13,2 0-15,-3 0 0,3-1 23,0-1-1,0 0-12,3-1-10,1-1-23,0 0 21,2 0-20,2-1 9,-2 0 0,5-1 12,-1 0-12,0 1 10,3-3-19,-3 2-27,3 0-2,-3 1 19,-4-1 16,2 2-10,1-1-3,-5 0 0,0 1-13,-2 1 10,0 0-10,-2 1 13,0-2 29,0 1 17,-6 1 18,0-1-9,0 1-13,-5 0-2,-1-2-9,-1 1 9,-1-1 0,-3-1-11,3 0-30,-3 0 11,3-3-23,-1 0-45,1 0-13,4 0-27,1 0-96,1-4-151,2-1-241,2-2-184,0 1 581</inkml:trace>
  <inkml:trace contextRef="#ctx0" brushRef="#br0" timeOffset="11474">20082 17415 116,'0'0'131,"0"0"-76,0 0 1,0 0 292,0 0 259,0 0-230,0 0-215,0 0-80,0 0 25,0 0 26,0 0-4,0 0-12,15-12-49,-15 9-1,0 2 8,0 1 5,0-1-3,0 0-19,0 0-6,-2 0 2,0 0-15,-3 0-10,3 1-10,-4 0-19,2 0 0,-4 0-2,-3 0-11,1 4-6,-4 2 17,-1-1 2,5 2 12,-3 0-9,1 1 9,4 2-12,-3 0 0,5 1-3,0 0 0,0 0 0,0 1 3,4-1 16,-1 0-13,3 1 21,0-3-24,0 2-4,0-1 3,0-3-12,5 0-22,1-1 3,0-4 10,2 1 6,3-2-7,1-1 7,0 0-39,5 0-22,-3-5-52,5 0-77,-2-1-56,1 0-115,-3-1-114,-1-1-161,3 1 98,-5-2 456</inkml:trace>
  <inkml:trace contextRef="#ctx0" brushRef="#br0" timeOffset="12446">20258 17406 328,'0'0'101,"0"0"352,0 0 160,0 0-324,0 0-84,0 0 9,0 0 3,0 0-30,0 0-48,0 0-59,0 0-32,-25-3 4,21 6 15,-2 2 20,2 1-14,-3 0-28,3 0 0,0 0-23,2 0-3,0 1-16,-2 0 26,2 1-26,2-1 20,-2 1-11,2 0-12,0-1 4,0-1-4,0 1-2,2-2-29,2 0-4,0-1-10,2 1-13,3-1-6,-3-2 29,4 0-32,0-2 3,1 0-29,1 0-17,1-1-12,-3-2-24,2-1 11,-1-1-8,-1 0 27,-4-1 5,2 0 20,-1-2 17,-5 1 12,2-2 62,-4 0-3,0 0 3,-2-1-17,-4 0-28,-3 2 32,-1-2 4,-2 2 8,-1 1-27,1 2 26,-1 0 2,3 3 20,-2 1 10,-1 1 25,1 0-13,4 0 7,-1 1 13,1 1-7,4-1-23,2 1-22,2 0-10,-2-1-20,2 0 20,0-1 39,0 1-3,4 1 6,0-1-13,4-1 27,1 0-8,-1 0 1,2 0-23,5-1-4,-3-3-2,3 1-17,-3-1-1,4-1 24,-1 1 13,-1 1 0,1-1-1,-1 2 4,-3 1 0,-1 0 16,-2 1-6,-2 0-10,-1 0-10,-1 0-29,0 2 33,-2 2 25,2 0 6,-2 2-6,-2 2-16,4 1 3,-2 1 0,-2 0-16,2 1-13,0 1-6,-2-2 0,0 2-10,3 0 0,-3 0 10,0-2-12,0 1 1,0 1-2,0-2-16,0 1-6,-3-4 19,3-2-16,0-1-4,0-3 23,0-1 0,0 0 26,0 0-24,0 0 1,0-2 39,0-4-39,3 0-3,1-2-1,0-2-21,-2-1 18,4-1 1,-2 0-29,2-1-48,1-2 77,-1 2-29,0 0-29,2 1 6,-2 0-9,3 2 29,-1 1 3,0 2 16,1 1-7,-1 3-3,0-1 4,-2 1-4,1 1 10,1 1 16,-2 1 12,-2 0 7,0 0 7,0 0 3,1 5 6,-1 0 13,0-1-15,2 3 2,0 1-9,-2 0-1,-2 2 1,3-1-24,-1 0 0,-2 0-2,0 0-3,-2 0-13,0 0-26,0-2-22,0 0-4,0-1 7,0-1-23,0 0-6,0-3-29,0 0-63,0 0-51,0-1-118,0-1-101,0 0-138,0 0 84,0-2 389,0-1 116</inkml:trace>
  <inkml:trace contextRef="#ctx0" brushRef="#br0" timeOffset="13334">20828 17340 201,'0'0'157,"0"0"-115,0 0 343,0 0 282,0 0-299,0 0-196,0 0-39,0 0 3,0 0 52,0 0-4,0 0-39,29-43-42,-29 43-4,0 0 1,0 0-33,-6 0-10,2 0-57,-2 0-6,-4 0-13,-3 3 0,3 1 6,-3 0-3,1 1 3,0 2 11,1 0 2,-1 1 2,4 0-1,-3 1 0,5 0-1,0-2 1,4 0-1,0-1-2,2 0 2,0-1 1,0 1-1,4-1-3,2 0-42,0-2 20,0 1 22,5-1 3,-3-1 0,4 2 0,1-2-12,-1 1-1,1-2 0,1 1-13,-1-1-25,-1 1 16,-2-1-7,1 3 10,-1-3-1,-4 3-12,-2 0-6,0 1-1,-4 1-32,0 0 13,0 1 20,-2 1 44,-6-1 5,0 1 2,-5 1-16,1-2-4,-2 1-9,1-1 28,-3-1 0,3-1 0,-1 0 1,1-1 19,3-3-16,-2 0 10,3-1 16,1 0 6,-2 0-2,3-2-8,3-3 8,2 0 16,-2-1-49,4 0-13,0 0-19,0 0-23,0-1-6,6 0-14,3 0 7,-3 2 29,6-1-3,-1 2-6,3-1 22,0 1 24,-1 0-2,1-1 2,1 1 2,1 0 0,1 0 0,-1-1 0,1 1 0,2 0-25,-3-1-1,-1 0 24,-1 0 0,-2 1 2,1-1 1,-1 0 12,-1 0-12,-1-1 38,-2 0 20,0-1 31,-3 0-2,1 0-20,-2 0-4,0-1-6,-4 4 4,2-2 15,0 4 4,-2-1 28,0 3-6,0 0-4,0 0-13,0 0-19,0 0-19,0 0-13,0 3-20,0 0-14,0 3 0,0 1 60,2 2-23,0 1 0,0 1 10,3 0-20,-3 0-6,2-1-22,0 1 3,-2 0 0,4 0-1,-2-1 14,0-1-16,1 2-32,-1-2 19,-2-3-25,2 1-12,-2-2 2,0-1-35,-2-1-3,2-2-42,-2 0-45,0-1-46,0 0-68,0 0-101,0 0-126,-4-2-75,-2-2-148,0-4 561,1 1 140</inkml:trace>
  <inkml:trace contextRef="#ctx0" brushRef="#br0" timeOffset="13548">20969 17229 245,'0'0'567,"0"0"68,0 0-368,0 0-37,0 0 40,0 0-53,0 0-75,0 0-58,0 0-43,0 0-12,0 0-29,19-25-9,-15 23-17,-2 2-64,0 0-46,0 0-81,-2 0-91,0 3-277,0-2-553,0 1 936</inkml:trace>
  <inkml:trace contextRef="#ctx0" brushRef="#br0" timeOffset="14603">21376 17437 57,'0'0'140,"0"0"-39,0 0-39,0 0-13,0 0 759,0 0-427,0 0-235,0 0-35,0 0 28,0 0 20,0 0 0,19-32-7,-17 27-49,-2 1-32,0 0 23,0-1 15,0 1-3,0 0-16,0 0-36,-4-1-15,2 3-36,-2-1 26,-3 0-19,1 1-10,-2 0-3,0 2-13,-5 0-6,1 0-4,-3 0 23,1 3-8,1 0 11,-3 2 26,1 0-23,1 1 10,2 1-10,-1-1-1,3 2-1,0 1 16,5-1-17,-1 1-3,4 0 1,0 0 2,2 0 22,0 0-9,0 0-11,0-1-2,4 0-12,2-1-27,1 1 20,-1-2-3,2-1 2,2 0-5,-1-1 12,1-3-32,2 1-3,-1-1 0,-1-1-16,2 0-17,-1 0 4,-1 0-17,3-4 4,-3-1-17,-2-1 23,2-1 29,1-2 26,-3-1 29,0-2 0,-1-1-15,1-2 15,0-2 0,-2-1-20,-2-2-45,1-2-42,-1 1-6,-4-2 2,0 0 37,0 1-4,0 1 42,-4-1 36,-5 1 68,1 0 49,0 1-23,-5 1 33,3 0-1,0 1-41,1 1 2,-1 1 20,4 3 19,0 1-16,2 3 47,1 3-25,1 3-32,2 3 28,0 0-20,0 0-44,0 0-26,0 0-12,0 0-24,0 0-2,0 0-16,0 1-13,0 3-15,0 3 31,0 1 13,2 4 38,1 3 4,1 0-40,-2 0 23,2 3-12,0 0 6,0 1-19,0 2 3,2 0 13,1 2-16,-1 0 0,-2 0-17,2 0-8,-2-1-10,-2-2 3,3-1 0,-1 1-38,-2-4-26,2-2-23,-2 1 7,2-3-10,-2-1-26,2-1-56,-2-2-45,0-1-56,0 0-192,1-5-103,1 0 0,-4-2 434,2 0 140</inkml:trace>
  <inkml:trace contextRef="#ctx0" brushRef="#br0" timeOffset="15185">21552 17315 33,'0'0'172,"0"0"-15,0 0 515,0 0-126,0 0-243,0 0-96,0 0-41,0 0-24,0 0 0,0 0-38,0 0-43,-6 8 16,4-4 4,-2 2-24,-1 1-12,3-2-19,0 2-4,0 2 7,0-3-27,2 0 2,-2 1 18,2-1-9,0-1-13,0 0-10,0-2-12,2 2-23,4-3 0,-4 1-6,7-2 9,-3 0 13,2-1-10,2 0-15,1 0-8,-1-5-18,3 2-4,-3-3 19,0 0 20,-4 0 19,1-2 26,-1 1 26,-2 0-13,-4 0 16,0-1 10,0 0-4,0 1-15,0 1 18,-6 1-15,2 2 0,-3 0-23,-1 2-4,0 1-10,0 0 14,-1 0 20,-3 1 19,2 5 12,1 0 4,1 1 28,-2 1-28,1 1 3,3 2-13,0-1 3,0 2 6,4-1-6,-2 1-6,2 0 12,2 2-22,0-2-10,0 1 4,6-2-7,-2 1-16,2-2-3,0 0-16,1-1 3,-1-1-22,2-2 19,0-1-9,-2-2-7,3 0-3,-1-2-4,2-1 1,3 0-23,1 0-51,1-2-23,-1-3-45,1-1-59,-1 0 54,-2-1-201,1-3-154,-5-1-265,2-2 365</inkml:trace>
  <inkml:trace contextRef="#ctx0" brushRef="#br0" timeOffset="16040">21726 17319 297,'0'0'68,"0"0"883,0 0-502,0 0-190,0 0 1,0 0 18,0 0-36,0 0-30,0 0-49,0 0-58,0 0-60,12-5 18,-8 5-21,4 0-20,1 0 4,1-1-11,0 1 8,-1 0-7,-1 0-13,0 0-1,0 3 0,3 1 1,-3 2 0,-2 1-3,2 1-10,-1 0-9,-3 2-10,0 1-25,-4 0-25,0 1 2,0 1 29,0-1 19,-4 0-31,-2 0-24,-1-2 30,1-2-1,2-2 30,0-2-1,0-1 13,2-1 12,0-2 1,2 0 45,-2 0 35,2-2-19,-2-2-61,-1-3 1,3-1 25,0-1-7,0 1 23,0-2-42,7 0-13,-1-1-6,2 0 3,0-1 13,5 1-17,-1 0-18,3 1 3,-5 1 18,4 2-2,-1 0 18,-3 3-12,1 0 10,-3 0-10,-2 3 0,0-1 10,0 1 0,-1 1 2,1 0-2,-4 0-26,0 0-3,0 0-4,-2 2 16,2 2 20,0 0 3,0 3 36,-2 0 3,2 0-17,0 2-5,0-1-8,2-1-9,-1-1-1,1 0-2,0 0 3,0-3 8,0 1-11,2 0-20,1-1 20,1-2 2,-2 0 1,4-1 8,-1 0-11,1 0-16,0-3-9,1-1-11,-1 0 7,0-1 4,-1 0 25,-1-1-2,-4 1 2,0-1 10,0-1-7,-2 0 17,-2 0-20,0-1-14,-4 1-22,-2 0 24,0 2-30,-3 0 13,-1 3-10,0-1-16,-3 3 13,1 0 42,0 0 23,1 3 9,1 1 23,0 1 13,1 2 15,1 0 1,2 2-10,-2-1-10,1 2-7,3-2-18,0 1 12,0 2-26,4-1 17,0 0-7,0 1-3,0 0-13,0 1 6,6-3-3,-2 2-22,7-1 0,-5 0-28,6 0 27,-1-1-15,1-2-16,-2-1-9,7-1 2,-5-3-15,5-1 0,-1-1-13,3 0 6,0 0-48,-1-3-17,5-2-32,0 1-90,-5-2-63,3 1-40,0-2-137,-3 0-131,1-1 107,1-1 400,-5 2 112</inkml:trace>
  <inkml:trace contextRef="#ctx0" brushRef="#br0" timeOffset="16682">22488 17367 255,'0'0'177,"0"0"237,0 0 188,0 0-316,0 0-74,0 0-37,0 0-4,0 0 17,0 0-23,0 0-65,-86-51-36,75 49-16,-1 1 7,-1 0-4,3 1 13,-4 0-12,3 0-20,1 1-4,-3 3 8,3 1 21,-2-1 1,1 2-30,1 0-15,0 1 9,1 0-22,1 2 0,2-3-27,0 2 26,0-1-1,1 1-14,3 0 15,0 0-2,2 1-19,-2-1 3,2 0-16,0-1 16,2 0-33,5-1-5,-1-2 6,2 0-7,2 0-9,3-2-14,3-1-28,-1-1-91,1 0-78,1 0-73,-3-4-78,3-2-69,-1-1-50,-3-1 229,1 0 273,-3-3 46,-1 0 59,-2-2 68,-2 0 52,-1-3 369,-3-2-203,0-2-133,0-1-105,-2-2-16,0-2-26,0 0-10,-6 0-42,-3 1 78,1 0-88,-2 1 97,-1 1 17,-1 0 16,-3 0 3,3 2-82,-2 1 11,1 2 22,5 2-16,-2 3 35,3 5 23,5 1 5,0 4-15,0 1-27,2 1-38,0 0-34,0 0-20,0 0-26,0 4-6,2 4 13,0 3 19,0 3 42,5 3-7,-5 2-10,2 2-25,0 0 19,2 0-6,0 1 0,-2-2-10,3 1-2,-1 1-1,0 0 0,0 1-2,-2 0-24,3 0-15,-3 1-29,2-2-39,-2 0-6,2-2-26,0 0-16,1-3-63,-1-1-6,-2-3-117,2-1-155,0-3-114,-1-3-79,-3-2 512,2-2 159</inkml:trace>
  <inkml:trace contextRef="#ctx0" brushRef="#br0" timeOffset="18075">22898 17119 130,'2'-1'111,"-2"0"0,0-2 447,0 0-89,0 0-183,0 0-94,0 0 12,0 2 4,0-1-111,0 2-52,0 0-3,0 0 13,0 0 13,0 0-4,0 0-9,0 0-7,0 0-6,0 0-10,0 0-14,0 3-18,0 1 0,0 2 0,0 2 58,0 4 6,2-1-7,-2 4-21,4-3-17,-4 5 39,4 0-17,0-1-23,0 2-17,0 0 14,1 0-15,-1 1 2,0 0 11,0-2-11,0-2 0,-2 0-2,2-2-2,-2-2-20,0-2-10,1 0-35,-3-4 3,0 0-23,2-2-38,-2-2-52,0 0-14,0-1-52,0 0-74,0 0-38,-2 0-9,-3-3-96,-3-4-127,0 0 459</inkml:trace>
  <inkml:trace contextRef="#ctx0" brushRef="#br0" timeOffset="18506">22745 17148 163,'0'0'192,"0"0"587,0 0-355,0 0-158,0 0-19,0 0-17,0 0-23,0 0-62,0 0-74,0 0-32,0 0 9,33-7 13,-21 7-19,5 0-4,3 0 4,-1 0-13,2 4-3,1 0-23,-1 2-2,0 1 0,-1 1-1,3 4 3,-4 0 10,3 2 3,-1 1-14,0 0 1,-5 2-3,1 1-16,-5 1-12,-1 1-1,-3-1-16,-6 1 6,-2-1 7,0 1 16,-2-1 15,-8-1 1,-3 0 1,-3-2 1,-1-1-2,-4-1-1,3-2 0,-5-2 2,0-2-1,1 1 0,-1-3 2,2-3-1,0 0-1,3-2-2,-1-1-11,3 0-9,3 0-23,1-4-3,2 1-17,5-3-32,1 0-25,2 0-46,2 0-76,0-1-48,0-2-101,2 1-164,7-1-73,-1 0 477</inkml:trace>
  <inkml:trace contextRef="#ctx0" brushRef="#br0" timeOffset="20086">23253 17319 371,'0'0'3,"0"0"36,0 0 681,0 0-166,0 0-249,0 0-97,0 0-34,0 0 11,0 0-47,0 0-51,0-1-42,-2 3-3,0 1 0,-2 1 25,-2 2-19,2 1-12,-3-1-4,3 3 19,-2-1-26,2 2 20,0-1-13,0 0-29,2 0 0,-3 0 1,5-1-1,0 1 16,0 0 0,0-1-5,5 0-14,1-1-22,-2 0 3,4-2-17,-2 0 11,1-1 23,1-1-24,0 0 4,0-2-1,1-1-2,-3 0-10,2 0 12,0-1-12,-1-3 3,1-2-3,-2 1 12,0-2 23,0 0 0,-1-1 26,-3 0-4,0-3-21,0 1 41,-2-1-5,0 0-36,-4 0 14,0 0-11,-5 1-3,3 3-1,-2-2-7,-3 1-6,1 2 13,-2 0-1,-3 1-16,5 1 1,-5 3 13,3-1-13,0 1 0,1 1 14,1 0-11,2 0 0,1 0-3,3 0 13,2 0-20,2 0-9,0 0-38,0 0 21,0 0 27,0 0-10,2 0-13,2 0 19,3 0 24,-1 0 2,4 0 29,3-1-13,-3 1-14,2-2 1,3 1 16,-3-1-15,1 0-4,-1 0 1,-2 1-1,1 0 3,-1-1 16,0 2 10,-1 0 3,-5 0 10,2 0-3,-2 0-10,-2 0-10,2 0-18,-2 3 0,0 1 11,1 1 36,-1 1 23,2 3-36,-4 0-10,6 1 26,-6 0-9,4 1-40,-4 0 11,2-1 0,-2 1-11,2 0-2,0 0 0,-2 0-1,0-1 1,0 0 0,0-2-19,0-1 3,0-1 12,0-2-28,0 0 20,0-3-4,0 0 16,0-1 13,0 0 22,0 0 16,0 0 6,0-1 1,0-3-4,0-2-38,0-2-16,0 0 0,0-3 1,0-1-4,0 0 3,0-1-22,2 1-16,2-1 13,-1 1-17,3 0 1,-4 1-4,4 1 10,0 2-7,-2 1 17,3 2-1,-3 2 7,0 2-7,0 0 1,0 1 2,0 0 4,0 0 3,0 0 3,1 0 10,-1 4 3,0-1 3,0 3 16,4 0 7,-2 2-13,1-1 6,-1 2 7,-2 0-4,0-1-7,0 2-14,0-2-2,-2 2-11,1-3-7,-3 0 6,2 0-6,-2-1-7,0-1-6,0-3 0,0 1 16,0-3-3,0 1-23,0-1 26,0 0 16,0 0 42,0 0 3,0 0 16,0-1-7,0-4-51,0-2 10,0-2-13,0 1-6,0-3 6,0 1 19,4-2-19,0 0-3,0 0-42,4 1 29,1 1-13,-1 0-3,0 2-3,5 1 15,-3 0 17,0 3-16,-2-1 19,3 4 13,-5 0 3,0 1-14,2 0 0,-1 0 11,-1 0-11,-2 1-1,2 4 1,0 1 43,-1 0 16,1 1-22,-2 2-37,0 0 14,0 0-14,0 0 17,0 1-17,-2-1-2,3 1 2,-3 0 2,2-2 12,-2 2-14,2-2 0,-2-1-1,2 0 18,0 0-17,0-2 0,1 0 11,3-2-13,0 0-18,-2-2 17,5 0 0,-3-1-21,2 0 6,1 0-23,-1 0-28,-2-4 15,3 0 8,-1-2 18,-2-1 24,0-1 2,-1-1 2,-1 0 20,-2-1 4,-4-1-7,4-2 17,-4 1-36,0-1-12,0-1 11,-2 1 0,-2 0-12,0 1-3,-2 2 3,1 1 10,-1 3 3,2 1 13,2 2 22,-2 2 7,4 0-4,0 1-23,0 0-15,0 0-13,0 0-6,0 4 13,0 0 6,0 3 54,0 2 4,0 0-7,2 2-7,2-1-8,0 1 2,0 0-9,3-1-26,-3 0 0,2 0-3,0 0-11,2-1-11,-3 1-29,1-2 16,0 1-39,0-1-35,2-1-19,1-2-26,-3-2 6,2 0-40,0-1-74,-3-2-118,3 0-179,-4-2-256,2-4 407</inkml:trace>
  <inkml:trace contextRef="#ctx0" brushRef="#br0" timeOffset="20331">23853 17120 892,'0'0'222,"0"0"494,0 0-418,0 0-113,0 0 54,0 0 3,0 0-59,0 0-77,0 0-83,0 0-23,0 0-28,6-9-27,-6 9-25,4 0-52,0 3 32,0 2-38,2 1-76,1 3-90,-1 1-171,0 1-532,-2 1 485,0 1 471,-55-73 51</inkml:trace>
  <inkml:trace contextRef="#ctx0" brushRef="#br0" timeOffset="20883">23995 17290 130,'0'0'43,"0"0"466,0 0 311,0 0-430,0 0-136,0 0-8,0 0-17,0 0-65,0 0-48,0 0-68,0 0-29,15-4-2,-15 6-1,2 1-16,2 1 35,-2 0 7,2 2 2,-2 2-8,0-1 5,0 3-25,2 0-13,-4 1 13,3 1-15,1-1-1,-4 2-1,2-1-15,0 0-6,-2-3-7,0 1 4,0-3-23,0-2 6,0-2 10,0-1 19,0-2 13,2 0 26,-2 0 22,0 0 13,0-1 6,0-4-10,2-2-38,0-3-19,-2 1 0,2-2 10,2-1 22,-2 1-16,0-2-15,2 0-1,1-1-16,-1-1-3,2-1-20,2 1-28,0 0-9,1 3 31,-1 2 10,0 1 9,1 4-6,1 1 16,0 2-7,-2 1 21,1 1 2,-1 0 0,0 0 1,1 1-1,-3 4-1,4 1 1,-2 4 32,3 0 16,-1 1-44,-4 2-2,3 0-2,-1 1-20,-4-1-24,0 1-11,-2-2 10,-2-1-23,0 1-6,0-2 17,0-1-34,-2 0-19,0-1 26,-4-2-35,2 0-108,2-1-75,-3-3-164,5-2-264,0 0 238</inkml:trace>
  <inkml:trace contextRef="#ctx0" brushRef="#br0" timeOffset="21547">24469 17270 254,'0'0'124,"0"0"-124,0 0 698,0 0-168,0 0-282,0 0 14,0 0-15,0 0 1,0 0-99,0 0-14,0 0-39,0 0-51,-2-30 45,-1 28-14,-1 1-18,0 0-10,-2 0-4,0 0-44,0 0-3,-3 1-19,-1 0 19,0 0-8,-3 0 11,1 3 3,-3 2 19,5 2 20,0 0-40,-3 1 1,3 2-3,0 0-3,1 1 0,1 0-10,2 0-3,0-1 13,6 1 0,-2-1-13,2-1-19,0 0-13,2-1-29,2-1 13,4-1-16,0 0 32,5-1-45,-3-3 38,0 0-38,3-2-39,-1 0-20,-1 0-3,1 0 6,-4-3-43,3-3 10,-3 1 62,-2-2 120,2-1 3,-1-1 40,-3 1 38,0-2-13,-2-1 30,2 0-4,-2 0-68,0-1 35,0 2-25,0-1 12,-2 2-5,0 1-5,2 4-21,-2 0 76,0 2 11,0 1 6,0 1 6,0 0-33,0 0-25,0 0-29,2 0-29,-2 3-1,2 1 1,1 1 32,-3 2 29,4 2-19,-2 0 41,2 0-41,-2 2-10,2-3-30,2 1 0,-2 0 0,3-1-1,1-1-1,0 0-67,-2 0-13,3-2-36,-1 0-15,0-3 5,0 2-19,1-3-30,-1-1-51,-2 0-99,2 0-55,-1-1-132,-1-5-81,-2 0 335,0-2 192,0-2 66</inkml:trace>
  <inkml:trace contextRef="#ctx0" brushRef="#br0" timeOffset="22081">24617 17279 99,'0'0'124,"0"0"-108,0 0 92,0 0-82,0 0 143,-16-73 607,16 66-470,-2 1-85,0 3-4,0 0 46,2 2 2,0 1-40,0 0-58,0 0-45,0 0-23,0 0-28,0 0-24,0 0-40,0 2-7,0 3-26,0 1 26,0 1 42,0 3-4,0 0-13,0 2 1,0 0-23,2 0-2,0 1-1,0 0 13,0-1-13,0 0 0,-2 0-45,0 0-12,0-1-42,0 0 10,0-4-4,0-2-3,0 0 6,0-1 22,0-3-3,0 0-3,0-1 74,0 0 7,0 0 20,0-6-27,0 1 0,2-3 44,2-2-3,-2 1 11,2-2-10,3-1-4,-1 0-16,-2-1-21,4 0 14,1 0-15,-3 0-12,6 2-10,-2 1 20,3 0-27,-5 4 29,0 1 38,1 2 17,-3 0-14,2 3-5,-4 0-34,2 0 10,1 0-9,-3 0 0,2 3 16,0 1 10,0 1 0,3 4 34,-5-1-37,2 2-23,0 1 16,-2 0-15,1 0-4,-1 1-4,-2 1-12,0-2-6,0 1 6,0 0 14,-2-2-29,2 0 30,0-2-1,0-1-36,0 1-14,0-1 20,2-2-6,3 0-46,-1 0-38,0-2-52,2 0 55,5-2-33,-1-1-88,0 0-191,1 0-74,-1-3-160,1-3 189,-3-3 437,-2 1 26</inkml:trace>
  <inkml:trace contextRef="#ctx0" brushRef="#br0" timeOffset="22463">24938 17225 39,'0'0'140,"0"0"-3,0 0-85,-39-85-3,30 62 944,-1-1-801,2 0-62,-1 2 7,1 0 93,2 2-45,0 3 6,2 1-1,2 3-16,0 2 22,-1 3-49,3 1 22,0 3 0,0 2-33,0 0 59,0 2-50,0 0-60,0 0-53,0 0-14,0 0-18,3 0-11,-1 2-45,-2 1-49,4 3-17,-2 3 81,4 4 41,-4 2 56,2 3-5,-2 3-4,0 0-44,2 1-2,-1 2-2,-3-1 2,0 1 2,0-1 0,0 0 8,0 0-11,0 0-13,0 0 11,0 0-32,0-1 18,0 0-19,0-4 16,0 0-12,0-1-13,0-4 0,0 1-10,0-2-28,0 0 15,0-2-22,4-3-6,-2 0-20,2-1-10,2-1 0,-2-1 10,2-1-56,1-1-55,-1 0-78,-2-1-108,0-1-135,0 0-141,0-4 203,3-3 484</inkml:trace>
  <inkml:trace contextRef="#ctx0" brushRef="#br0" timeOffset="22726">24832 17175 800,'0'0'150,"0"0"680,0 0-518,0 0-215,0 0 6,0 0 108,0 0-18,0 0-74,0 0-70,0 0-27,0 0-6,83 0 0,-68 0-13,-1-1 0,3-3-3,-3 2 0,1-2-36,1 1-60,-6 0-20,1-1-84,-3 1-72,-4-1-121,-2-2-225,-2 1-390,0 2 851</inkml:trace>
  <inkml:trace contextRef="#ctx0" brushRef="#br0" timeOffset="23115">25025 16804 273,'0'0'59,"0"0"-27,0 0 288,0 0 448,0 0-325,0 0-239,0 0-110,0 0-16,0 0-20,0 0 13,0 0 71,0 0-25,-19 29-56,17-19-29,-2-1 7,2 0-39,0 0-1,0 1-28,2-2 26,-2 1-64,2-2-52,0 0-53,0-1-15,0-1-53,2-2-56,0 1-108,2-3-97,0-1-14,0 0 312,0-3 167</inkml:trace>
  <inkml:trace contextRef="#ctx0" brushRef="#br0" timeOffset="23318">25068 16843 363,'0'0'49,"0"0"-20,0 0 786,0 0-181,0 0-235,0 0-134,0 0-45,0 0-40,0 0-52,0 0-64,0 0-50,0 5-14,0-2 0,0 1 20,0 2 18,-2 1-35,-2 1 10,0 2-13,-2-1 0,1 1-40,-3 2-91,-2-1-226,-1 1-163,-5-4-851,4-1 556</inkml:trace>
  <inkml:trace contextRef="#ctx0" brushRef="#br0" timeOffset="24492">22621 16945 178,'0'0'88,"0"0"-26,0 0 30,0 0 377,0 0-150,0 0-107,0 0-40,0 0-22,0 0 12,0 0 4,0 0-72,0 0 29,0 0 3,0 0-13,0 0-16,0 0-13,0 0-20,33 63-28,-31-58-23,2 1 2,0 0-14,2 1 1,-2-1 1,-2 0 8,3-1-11,-1 1-55,-2-3-67,-2 1 9,2-1-55,0 0 12,-2-1-41,0 1-73,2-2-140,-2-1-65,0 0-132,0 0 363</inkml:trace>
  <inkml:trace contextRef="#ctx0" brushRef="#br0" timeOffset="24739">22732 16930 127,'0'0'193,"0"0"152,0 0 411,0 0-310,0 0-171,0 0-74,0 0-46,0 0-32,0 0-36,0 0-45,0 0-29,6 4-11,-6-1 30,3 1 23,-1 2-7,0-1-46,2 2 11,-2 2 0,2-1 13,2 1-26,-2 1 0,0-1-126,3 2-48,-3-2-136,-2 0-267,0-2-658,-2-2 703</inkml:trace>
  <inkml:trace contextRef="#ctx0" brushRef="#br0" timeOffset="27483">22889 17741 108,'0'0'65,"0"0"-29,0 0 13,0 0-20,0 0 248,0 0 212,0 0-235,0 0-159,0 0-40,0 0 36,0 0 36,0 0-4,0 0-32,0 0-49,0 0-19,0 0 3,0 0 13,0 0 3,0 0-6,0 0 3,0 0 0,0 0 3,0 0-3,0 0-4,0 0 1,0 0 6,0 0 10,0 0-1,2 0 8,-2 0-11,2 0 4,1 0-4,1 0-6,-2 0-3,2 0-1,2 0-22,2 0 0,1 0-12,3 0 15,-2 0-3,3 0 0,1-1-13,1-1 20,-1 1-10,1 0-11,-1 0 11,-1 1-1,3-1 4,-4-1 10,3 1-3,-3-1-1,3 1 0,-3 0-2,3-2-17,-1 2 19,1-2-18,-1 2 12,1-1 3,-3 1-7,4-2-10,-1 2 1,-1 0-1,1-1 17,-1 1-18,-1-1 2,1 1 0,-1 1 10,-3-1 0,2 0-13,1 0 1,1 0 11,-1 1 1,1 0-12,1-1-1,-1 0 1,-2 0 1,1 1 11,1-2-11,1 1 1,-1 1 0,-1-2 0,3 1-1,-1 0 2,-1-2 8,1 3 1,3-1-12,-3 0 1,-1 1 1,1-2-1,3 1 1,-3-1-1,1 1-1,1 1 1,-3-1 1,3-1 1,-5 2-1,3 0 0,-1-1-1,1 1 1,-3-2-1,2 1-1,-1 0-1,1-1 0,1 2 1,-3 0-1,3-1 0,-3 1-1,3-1 0,-3 0 1,5 0 0,-3 0 0,0 0 0,1 0-1,-1 0 1,1 1 0,-1-3-1,1 2 0,-1 1 0,1-2 1,1 1 0,-3-1 0,3 0-1,-3 1 1,1 0-2,3-1 1,-5 1 1,5-1 0,-3 1-1,1-1-11,1 2 12,-1-1 2,-1-1 0,3 2 0,-1-1 0,1 1-1,-1-2-1,-1 2-1,-1-1-2,1 0 3,-1-1 0,0 2 0,-1-2 0,-1 2-3,-1-1 2,1 0-2,-2 0-10,-1 1 12,1-2-2,-2 1-10,5 1 11,-3 0 1,-2-1-1,7 1 0,-5 0 1,0 0 0,1 0 0,-1 0-2,2 0 2,-1-2-1,3 2 1,-1 0 0,-1-1 1,0-1 0,1 1-3,-3 1 0,1-1-16,-1 1 16,0 0 1,-2-1 0,3 0-1,-1 1-13,-4 0 15,3-1-1,-1 0 2,-2 1 0,2 0 0,-1 0-1,1 0 1,0 0 0,-2-1 0,3 1 1,1-1-1,-2 1-1,0-1 0,-1 1 0,-1 0-1,2 0 2,-2 0 0,1-2 0,-1 1 0,0 0 0,0 1 0,2-1 0,-1 0 0,-1 0 0,0-1 0,0 1-2,2 0-10,-1 1 12,-1-2-3,0 2 1,0-2 0,0 2 1,-1-1-2,1 0 0,0 1 0,0-1 0,-2 1-8,3-2 11,-1 1 1,-2 1 1,0-1 0,-2 1-1,4-1 0,-2 1 0,1-2 0,-3 2-1,4-2 1,-2 2-1,-2-1 1,2 1-1,2-1 0,-4 0-1,3 0 1,-1 1-1,0-2 0,-2 2 1,0-1-1,2 1 2,-2-1-2,0 1 1,0 0 0,0 0 0,3-1 0,-5 1 0,4 0 1,-2-2-1,0 2 1,0 0 0,-2-1 0,2 1-1,0 0 3,0 0-2,-2 0-1,0 0 0,0 0 0,2 0 0,-2-1 0,0 1 2,0 0 0,0-1 1,0 1 0,0 0 0,0 0 13,0 0-12,0 0-1,0 0 9,0 0-12,0 0-20,0 0-12,0 0-9,0 0-7,0 0 9,-2 0 7,2 0-9,-2-1-14,0 1-32,0 0-58,-2 0-39,2 0-42,-2-1-56,-3 1-105,1-3-114,0 2-229,-4-2 356,3 0 374,61 15 0</inkml:trace>
  <inkml:trace contextRef="#ctx0" brushRef="#br0" timeOffset="30400">22877 17798 101,'0'0'98,"0"0"-62,0 0-4,0 0 4,0 0-13,0 0 10,0 0 172,0 0 134,0 0-173,0 0-91,0 0 7,0 0 61,0 0 33,0 6-17,0-6-45,2 0-36,-2 0-10,2 0 3,0 0-16,0 0-9,0 0 12,0 0 7,2 0 0,3 0-1,-1 0-41,2 0 22,2 0 13,-3-1-19,3 1 0,0-2 16,-1 0 0,1 1-14,0-1-8,3 1-17,-1-1-3,1 0-1,-1 2 8,0-1-17,-1-1 0,1 0 10,-2 1-10,3-1 1,-1 0 15,1 1-16,-3 0 10,2 0-11,-1 0-2,-3 1 1,2-1 0,-4 1-1,5 0 0,-3 0 0,0 0-2,1 0 2,1 0 0,-2 0 0,0 0 0,5 0 0,-3 0 0,-1-2 0,1 1-1,0 1 1,1 0 0,1 0 1,-4-1-1,0 1 1,1 0 0,-1 0 0,-2-2 0,2 2 0,1 0 2,-3-2-2,-2 1 0,2 1 0,0 0 1,1-1 0,1 1 1,0 0 10,3-1-11,-3 1-1,2-1 1,0 0 1,1 0 0,-1 0 16,-2 0-3,3 0-14,-5 0 0,4 1 2,-1-2-1,-1 1 0,-2 0-2,2 0 1,-2 1-2,1-1 0,-1 0 0,0 0 0,0 0 0,1 1 0,-1 0 0,-2-1 0,4 1 0,-4 0 1,5-1 1,-3 0 2,0 0-1,0-1 10,0 2-11,-2-1 0,3 1 0,-1-1 1,0 1 0,0-1 0,0 1 0,3-2 0,-3 1-1,2 1 0,0-1-1,-1 1 0,1-1-1,0 1 0,0 0 0,1-1-1,-1 0 0,2-1 0,-1 2 1,-1-1 0,2 1 0,-2 0 0,1-1 0,1 1 1,-2-1 0,1 0 1,-1 1 1,-2-1 0,2 1 0,1-2-1,-3 2-1,4-1-1,-2 0 0,1-1 0,-1 1-1,0 0 0,1 0-1,-1 0 0,-2 1-1,2-1-1,1 0 3,-3 1-1,0-1 0,-2 1-1,2 0 2,0 0-1,1 0-11,-3 0 13,2 0 0,-2-1 0,0 1 0,2 0-1,1-1 0,1 1 1,-2-1-2,4 0-1,-3 1 1,1 0 0,0 0 2,0-1 0,1 1 0,-3 0 1,2 0 2,-2-2-2,3 2 1,-5-1-1,4 1 1,0-1 0,-1 0 1,1 0-3,0 0 0,-2 0 0,5 0 1,-5 0-1,2 1 0,2-1 0,-3-1 0,1 1 1,0 0-1,0-1 0,1 1 1,1-1 0,-4 1-1,5 0-1,-5-1-1,4 1-1,-2-1-10,1 1 11,-1 0-1,0 0-10,-2 0 12,3 0-1,-1-1 1,-2 1 0,2 1-2,1-3 3,-3 3 2,0-1 1,0 0-3,-2 0 1,5-1-1,-3 2 1,0-2 0,2 2 0,-1-1 0,-3 0 0,4-1-1,-2 1-1,2-1-1,-1 1 0,-1 0 1,2 0-1,-2 0-2,3 0 2,-5 0 1,4 0 0,-2-1-2,0 2 2,1-1 0,1 0 1,-4 1-1,4-2 1,1 2 0,-3-2-1,2 2 0,2-1-2,-3-1 2,3 2 0,-2-1 0,2-1 0,-1 2 1,1-2 0,-2 1 0,3 0 1,-3 0-1,0 1 0,0-1 2,1 1-1,-1-1 0,0 0-1,1 0 0,1 1-1,-2-3 2,0 2-1,-1 1 0,1-2 2,0 2-1,-2-1-1,3 1 1,-1-2-1,2 1-2,-4 0-10,5-1 12,-5 1 1,0 0 2,0 0-2,1 0-1,1 0-1,-2-1 0,0 1 1,0 0 0,-1 0 0,-1-1 0,0 0 0,2 1 0,0 0-2,-2 0 0,1-2 1,1 2-1,-2 0-1,2-2 1,0 3 0,-2-1 0,3 0-1,-1 0-10,4 0 0,-4 0 0,3-1 13,-1 1 0,-2 1 3,-2 0 1,2-1-3,-1 0 1,1 0-2,-2-1-2,0 2 1,2-1 1,-2 0 0,-2 1-1,3-1-2,-1-1 1,0 1 0,0-1 1,0 2 0,0-1-2,2 0 1,-1-1 0,-1 2-14,2-1 12,0 0 2,0 0 0,3 0 1,-3 0-2,4 1-17,-4-2 5,1 1 15,1 1 0,-4-1-2,2 1-1,-2-1-8,0 1 11,3 0 1,-5-2 0,0 2 0,0 0-1,0 0 2,0 0-1,-2 0 0,0 0 0,0 0 1,2-1 0,-2 0 1,0 1 10,0 0 0,2 0 0,-2 0 0,0 0-11,0 0-2,0 0-2,0 0-1,0 0-10,0 0-16,0 0 3,0 0 13,0 0 10,0 0 0,0 0-1,0 0 1,0 0-13,0 0 3,0 0 10,-2 0-23,2 0-3,0 0 4,-2 0 2,2 0-3,0 0-9,0 0-4,0 0-10,-2 0-22,0 0-16,2-1-20,-2 1-6,-2 0-17,-1 0-29,3 0-13,-2 0-102,0 0-61,-2 0-82,0 0-66,0-1 331,-1-1 152</inkml:trace>
  <inkml:trace contextRef="#ctx0" brushRef="#br0" timeOffset="43210">14360 17856 157,'0'2'166,"0"-1"-134,0 1-2,0-2 2,0 2 259,0-2 285,0 0-263,0 0-170,0 0-55,0 0 12,0 0 17,0 0 29,0 0-7,2-1-32,-2 0-4,3 0-48,-1-1-13,-2 0 55,4 1-42,-4-1-30,2-1 1,-2 1 9,2-1-2,2 0 18,-4-1-6,2 0-20,0 0-5,0 0 5,-2 0-21,0 1-1,2-1 42,0 1-23,-2-1-22,0 0-1,2 1 0,-2-2-11,0 1 12,2 0 0,-2 2 12,3-1-12,-3 1-1,0 0 1,0 0 0,0 1 1,0 1 1,0 0-1,0-2 0,0 2-1,0 0-3,0 0-13,0 0-10,0 0 7,0 0 18,0 0-18,0 0-7,0 0-3,0 2-9,0-1 6,0 3 15,0 1 17,-5 0 19,3 2-17,0 1-2,0-1-1,0 2-1,-2 0 2,2 0 2,-2 0 1,2 0-3,-2 2 11,4-1-9,-5 1-2,5-2 2,-4 1 1,2 0-2,2 0 3,0-2-3,0 0-1,0 0 0,0-2 0,0 0 0,0-1 0,0 1-32,0-3-1,0 0 30,0 0 0,0 0-39,0-1 4,0 0 2,0-1 1,0-1-4,0 0-38,0 0 3,0 0 35,0 1 16,0 0 1,-2-1-1,0 1 4,0 0 15,0 0-12,0-1-3,-2 1 19,2-1 0,-4 1 0,-1 0-16,3-1 12,-2 0 3,2 0 0,-2 0 1,2 0 0,-3 0 1,3 0 1,0 0-2,0 0 0,2 0 0,-2 0 0,2 0-1,-2 0 1,4 0 3,-3 1-2,3-1 12,0 0-10,0 0 16,0 0 4,0 0-4,0 0 17,0 0 3,0 0-14,0 0-12,0 0-9,0 0 12,3 0-15,-1 0-1,2 0 0,2 0-19,0 0-3,2-2 19,1 0-1,1-1 1,-4 1-16,5 1-4,-5-1 4,2 0-33,-2 2-32,0-1-36,-4 1 13,3 0-19,-1-1-89,-2 0-48,0 1-95,0-1-118,-2 0-42</inkml:trace>
  <inkml:trace contextRef="#ctx0" brushRef="#br0" timeOffset="43551">14509 17952 295,'0'0'104,"0"0"-36,0 0 496,0 0 126,0 0-290,0 0-209,0 0-58,0 0 12,0 0 29,0 0-20,4 0-51,-4-1-36,2-2-32,3 2 1,-3-1 2,0-2 3,0 1-37,0 0-1,0 0-1,-2 0-2,2 1-1,-2 1-25,0-2-50,0 2-43,0-1-67,0 2-104,0 0-196,0 0-546,-2-2 1</inkml:trace>
  <inkml:trace contextRef="#ctx0" brushRef="#br0" timeOffset="44896">14181 18362 129,'0'0'180,"0"0"-135,0 0-2,0 0-11,0 0 161,0 0 481,0 0-365,0 0-195,0 0-49,0 0 55,0 0 62,0 0-46,0 0-45,0 0-36,0 0-13,0 0 16,0-1 7,0 0 6,0 0-7,-2-2-19,2 2-3,0-1 10,0-1-7,0 1-7,0-1-5,0 1 5,0-1-9,0 0 3,0-1-10,0 1-21,0-1 1,0-1 20,4 0-10,-2 1-11,0 0 1,2 0-1,0 0-1,0 0 1,0 1 18,5 0-19,-3 0-16,2-1 0,-2 1 3,3 0 11,-3 2-14,0 1-3,0-2 0,0 2 0,-2 0-1,1 0 1,-1 0 3,0 2-10,-2-1 23,2 2-16,-2 1 17,0 0-10,0 3 12,-2 0 16,0 1 0,0 1-15,0 2 1,0 1-2,0 0 2,-4 1-1,0 1 2,-2 0 0,-2 0-3,1 0-16,-3 0 16,2 0-1,-1-2 1,-3-1-1,4 0-3,0-2-18,-3 0-1,5-2 21,-2-1-11,-1-1 0,3-2-15,0 1-8,2-2 4,0 0 0,0 0 6,0-2 0,-1 0-3,1 0 3,2 0 13,0 0 13,0 0 3,0 0-1,2-1 11,0-2-13,0 0-36,0 0 7,0-1 16,0 0 11,0 0 1,0 1-1,2 0 2,2 1 1,-2-1 12,2 0 0,1 1 12,-1 1 4,0 0 10,0-1 0,2 2-16,0 0-11,1 0-8,1 0 15,-2 0-6,0 0 3,5 0 3,-1 0-6,0 2 10,-2 0-4,3 1-18,-1-1-1,-4 1 0,5-1-1,-3 1 0,-4-1 1,4 1 0,-1 0-16,-1-1-26,-2 1-48,0-2 3,2 0-72,-2 1-74,-2-1-55,3-1-86,-5 0-115,6 0-78,-6 0 107</inkml:trace>
  <inkml:trace contextRef="#ctx0" brushRef="#br0" timeOffset="45149">14435 18461 251,'0'0'163,"0"0"-55,0 0 631,0 0-234,0 0-210,0 0-113,0 0-56,0 0 10,0 0-10,0 0-23,0 0-48,12-12-4,-10 10-28,-2 0-23,0 1 0,0-1 0,2 1-23,-2 0-80,0 1-81,0-2-87,0 2-148,0-3-199,0 1-405,-16 30 801</inkml:trace>
  <inkml:trace contextRef="#ctx0" brushRef="#br0" timeOffset="46426">14757 18283 79,'0'0'216,"0"0"-115,0 0-56,0 0 1,0 0 124,0 0 465,0 0-407,0 0-147,0 0-3,0 0 39,0 0 58,0 0-9,0 0-66,0 0-35,-31-10 0,31 10 3,-2 0-7,2 0-3,0 0 0,0 0-9,0 0-7,0 0-4,0 0 1,0 0-4,0 0-6,0 0-6,0 0-1,0 0 4,0 0 3,2 0-7,0 0-22,0 0 0,5 0-2,1 0 2,4 0 22,3-1-10,3-2-8,1 0-3,2 0 2,-1-1-1,-1 0-1,4 0 0,-5 1-1,1 0 0,-3 0 0,-1-1-2,-3 3-30,-1-1-19,-3 1-26,-2 0-23,-2 0-29,-2 1-36,-2 0-48,0 0-73,0 0-61,0 1 83,-4 1-140,-2 1-101,0-1 100</inkml:trace>
  <inkml:trace contextRef="#ctx0" brushRef="#br0" timeOffset="46798">14861 18279 224,'0'0'156,"0"0"-87,0 0 16,0 0 544,0 0-105,0 0-264,0 0-157,0 0 1,0 0 68,0 0 15,0 8-48,0-7-58,2-1-30,-2 2-9,0-1 19,4 2-6,-2 1 9,-2 1-10,2 1-5,2 2-8,-2 1 1,0-1-30,-2 2-8,2 2 12,0 0-14,0 1 17,-2 3-16,3-2 12,-3 1-15,0-1-2,0-1-1,0-1-29,0-1-10,-3-2 1,1 0-7,-2-2-13,4-2-19,-2-1-1,2-1-25,0 0-20,0-3-22,0 0-46,0 0-23,0 0-4,0 0 46,4-4 2,0 0-68,3-1-267,-3-3-43</inkml:trace>
  <inkml:trace contextRef="#ctx0" brushRef="#br0" timeOffset="47311">14983 18388 275,'0'0'160,"0"0"-82,0 0 352,0 0 212,0 0-272,0 0-188,0 0-56,0 0 30,0 0 37,0 0-35,0 0-58,43-12-42,-37 12-4,0 0-12,1 0-3,-1 0-11,-2 0 30,4 2-26,-2 1 6,1 1-15,-3 1-7,2 0-13,-2 1 22,0-1-25,0 3 0,1 0-3,-3 1-22,-2 0-1,0 0-3,0 1-22,0-1 6,0-1 33,-2 0-14,-3-1 13,1-1-9,0-2 9,0-1-3,0-1 0,4-2 14,-4 0 2,4 0 15,-4 0 23,2 0-3,-5-2-31,3-3 22,2-2-26,-2 0 0,4-2 11,0 0-11,0-2-22,0 2-1,0-1 21,2 0-30,4 0 3,0 2 13,3 1-6,-1 0 2,0 2 4,3 0-3,-5 1 16,4 1 0,-4 1-17,3-1 8,-5 3-43,2 0-45,-2 0-55,0 0-3,-2 1-4,2 3-6,1-1-17,-3 3-85,4-1-62,-2 0-92,0-1-16,-2 0 26</inkml:trace>
  <inkml:trace contextRef="#ctx0" brushRef="#br0" timeOffset="48285">15363 18422 222,'0'0'156,"0"0"-81,0 0-16,0 0 1005,0 0-687,0 0-166,0 0-75,0 0 10,0 0 28,0 0-23,6-26-44,-6 22-30,0 2-10,0-2 16,-2 1 4,0 0-11,0 1-12,-2 0-4,2-1 4,-2 2-19,2 0-10,-3-1-23,3 1-10,0 1-2,-4 0-2,2 0-14,0 0-6,-2 0-6,-1 1 2,-1 3 4,2 1 6,-4 1 13,3 0 1,1 0 0,-2 1-1,0-1-13,4 1 13,1 1 0,-1 0-10,2 0 10,0-1-16,2 1-6,0-2 2,0 0-2,0 0-4,2-1 0,2 0-22,1-1 3,-1 0 13,2-1-7,2-3 30,0 1-14,-1-1 23,3 0-36,-2 0 14,3-1 2,-3-5-25,0 3-4,2-2 7,-1-1-6,-1 1 12,-2-1 13,0-1 26,1 0 4,-3-2 15,-2 1-16,2 0-2,-4 0 25,2 1-3,0 1-7,-2 0 6,2 1-22,-2 3 13,0-1 22,0 3 14,0 0-14,0 0-16,0 0-18,0 0 3,0 0-4,2 0-13,-2 0-10,2 0 4,0 3 19,-2-1 31,4 3 14,-1 0-10,1 1-9,-2 0 3,2 0 3,-4 0-13,4 1-17,0-2-2,-2 2 2,2-1 11,0-2-12,1 0 0,-1 0-1,0-2 0,2 0-25,-2 0-4,2-2-22,1 0-4,1 0 12,-2 0 43,4-4 0,-1 0-38,-1-2-14,2-1 4,1-1-7,-3-1 33,0 0 9,0 0 13,-3-1-1,1-1 1,0 2 3,-4-2 10,0 2-10,-2 1 32,0 1-18,0 2 8,0 2 1,0 0 6,-2 2 26,0 1-3,2 0-7,0 0-23,0 0-22,0 0-2,0 0 2,0 0 12,0 1-15,0 3 0,-2 0 16,2 2 13,-2 2 16,0-1-4,2 1 4,0 1-20,0-1-12,0 2 0,0-2 6,0 2-6,0-1-10,0 0-2,4-1 0,-2 0 2,4-2-3,-2 0 0,2-2-22,1 0-10,-1-1 10,-2-1-10,2 0-32,-2-2-29,3 0 13,-1 0 3,2 0-36,0-4-74,1-1-68,-1-1-131,-2-1-141,0 0-193,-6-4 120</inkml:trace>
  <inkml:trace contextRef="#ctx0" brushRef="#br0" timeOffset="48522">15582 18176 263,'0'0'183,"0"0"-128,0 0-9,0 0 511,0 0-98,0 0-199,0 0-166,0 0-77,0 0-17,0 0-20,0 0-19,12-7-13,-7 7-65,-3 0-114,2 0-166,0 2-128,-2 0 43,-31 1 411</inkml:trace>
  <inkml:trace contextRef="#ctx0" brushRef="#br0" timeOffset="48943">15745 18127 403,'0'0'176,"0"0"538,0 0-236,0 0-169,0 0-57,0 0-3,0 0-14,0 0-32,0 0-69,0 0-47,7-16-17,-7 16-13,0 3-9,0 0-32,0 2-16,0 1 31,0 3-11,0 0-17,0 3 19,2 0-20,0 1 11,0 1 6,0-1-16,2 1 10,0 0-3,-2 2-10,2-1-3,-2 1 3,3 0 0,-5 1 0,0-1 1,0 0 1,0-1-2,2-2-17,-2-1-2,4-3-12,-4-2-1,4 0-6,-2-1-4,2-3-12,-2 1 6,2-3 4,-2 1-23,2-2 19,-1 0 3,1 0-13,0 0-9,2 0-10,-2 0 16,2 0-87,3-3-56,-3-1-39,0 1-6,2-2-86,-2-1-117,1 0-158,-3-2 43</inkml:trace>
  <inkml:trace contextRef="#ctx0" brushRef="#br0" timeOffset="49181">15745 18266 322,'0'0'215,"0"0"600,0 0-451,0 0-208,0 0-23,0 0 52,0 0 3,0 0-36,0 0-72,0 0-22,0 0-6,17 10 12,-9-10-32,3-3-15,1 1-17,4-3-71,-3 1-68,1 0-74,3-1-108,-5 0-254,-1-1-615</inkml:trace>
  <inkml:trace contextRef="#ctx0" brushRef="#br0" timeOffset="50425">16179 18281 145,'0'0'172,"0"0"-61,0 0-81,0 0 429,0 0 69,0 0-268,0 0-136,0 0-20,0 0 61,0 0 29,0 0-25,0 0-56,0 0-39,0 0-10,0 0 4,0 0-17,0 0-15,0 0-22,0 0-14,5-27-23,-5 31 23,0 1 32,0 1 13,2 2-6,-2 2-17,0 0-2,0 1-18,0 0 20,0 0-22,0 1 0,2-1 1,0-1-1,0 0 1,-2-2 1,2 1 1,0-4-3,-2-1-23,0 1 4,2-4-13,0 0-7,-2 1-2,2-2-11,-2 0 13,2 0 11,2 0 28,-2 0 17,3-3-17,-1 0-4,2-2 1,-2 0-23,2-1-6,-2-1 16,3 0 3,-1-2-12,0 1 22,0 0-13,0-1 13,1 4 0,-3-1-20,0 2 21,0 1-9,0 1 11,-2 1 26,0 1 3,-2 0-6,0 0-20,2 0-1,3 0 14,-5 2 20,6 2 25,-4 0-29,2 0-16,0 2 0,2-1-3,3 1-10,-1 0-1,-2-1 18,4 1-18,3-2 1,-3 0-1,2-1 11,1 0-13,-1-2-16,1-1 14,-3 0-14,-2 0 15,3-1-12,-1-4 0,-2 0 12,0-1-2,-1-1 3,-3 2 2,0-2 14,-4 0 0,0 1 19,0-1-16,0 0-3,-2-1-3,-4 2 3,-1-2 0,-1 1-16,0 2-3,-2-1-22,-1 1 5,3 1-15,0 0 0,-3 0-14,3 2-21,2 2-33,0-2-39,0 1-33,3 1-35,-1 0-44,2 0-48,2 3-69,0-2-88,0 1-37,0 0 232</inkml:trace>
  <inkml:trace contextRef="#ctx0" brushRef="#br0" timeOffset="51078">16506 18245 273,'0'0'150,"0"0"-105,0 0 298,0 0 679,0 0-652,0 0-199,0 0-57,0 0 37,0 0 7,0 0-39,21-8-58,-13 6-32,-2 1 6,5-1 7,-1 0-4,-2 2-9,3-1-7,-1 1 1,-2 0-20,0 0 8,-1 0-11,3 0 0,-4 4 0,0-1 1,1 2 0,-1 2-1,-2 0-19,0 1-4,-2 1-15,-2 0-4,0 0-9,0 1-7,0-1-3,-6 1 0,0 0 7,-1-3 12,-1-1 0,2 0 10,0-3-1,2 1-2,2-3 9,-3-1 25,3 0 1,0 0 10,0-2-10,0-3-13,0 0 13,2-1-2,0-1 1,0-1-16,0 1 5,4-1 10,0 1-33,3 0 6,-1 0 3,4 1 10,-2-1 3,1 2 13,3-1 0,-2 1 1,1 0 15,1 0 4,1 0 2,-3 2 1,0-1-1,1 1-2,-3 0 6,2 0 25,-2 0 7,1 2-6,-1 0 6,-2 1-13,0 0-3,-2 0-10,1 0 3,1 2 0,-2 3 26,-2-1 3,2 1-25,-2 2-11,2-1 7,-4 2 1,2 0-8,0 1-5,-2 0-11,0 1-8,3 0-1,-3 0 0,2-1-1,-2 0-2,0 0-45,0-2 17,0 0-11,0-1-2,0-1-13,0-1-14,0-2-25,0-1-35,0-1-36,-2 0-82,2 0-91,0-1-46,-3-4-170,3-2-265</inkml:trace>
  <inkml:trace contextRef="#ctx0" brushRef="#br0" timeOffset="51305">16738 18116 605,'0'0'95,"0"0"612,0 0-187,0 0-244,0 0-59,0 0-27,0 0-61,0 0-71,0 0-58,0 0-51,0 0-33,-7-1-16,12 1 22,-3 5 20,4 1-94,-2-1-136,2 1-148,0 0-215,1 0-24,-36-39 451</inkml:trace>
  <inkml:trace contextRef="#ctx0" brushRef="#br0" timeOffset="51871">16926 18254 248,'0'0'120,"0"0"-74,0 0 208,0 0 742,0 0-619,0 0-141,0 0-61,0 0-7,0 0 19,0 0-23,0 0-81,8 0-61,-8 0-22,2 2-1,-2 0 1,2 2 20,0 0 5,-2 2 4,2 1 13,0 1-39,0-1 19,-2 2-19,0-1-2,2 1 3,-2 0-3,0-1-1,3 0-3,-3 0-16,0-3 7,0-1-8,0 0-2,0-3 6,0 1 14,0-2-1,0 0 0,0 0 3,0 0 2,0 0 26,0 0 8,0-4-11,0-2-25,0-3-13,2 0 10,2-1-13,-4-1 3,6 0 1,-2 0-8,2 0-5,0 0-1,1 0-6,1 2-10,0 1 10,0 1-6,1 0 6,1 3 13,-2 0-1,3 1 19,-3 2 1,0 0 16,-2 1 4,-1 0-1,1 0-6,0 0-13,-2 1 2,2 4 20,0-1-19,-1 2 20,1 2-7,-2 0 16,0 1-6,0 1-10,0 1-15,-2-2-1,3 2-1,-5-3 1,4 2 0,-2-2-29,-2 0-19,0-2-20,4 0 4,-2-1-16,-2-3-46,2 0-42,0-1-133,0-1-91,2 0-213,-2 0-404</inkml:trace>
  <inkml:trace contextRef="#ctx0" brushRef="#br0" timeOffset="52983">17186 18110 132,'0'0'146,"0"0"-97,0 0-3,0 0-27,0 0 4,0 0 316,0 0 75,0 0-267,0 0-92,0 0 17,0 0 90,0 0 30,0 0-52,0 0-17,17-32-22,-15 28 31,-2 2-12,0-2 0,2 1-17,-2-1-22,2 2 9,-2-2 16,0 2-64,2 0 22,-2 0 6,0 2 4,0-1 6,2 1-13,-2 0-13,0 0-19,0 0-10,0 0-2,0 0-20,0 1 0,0 1-3,0 1 0,0 1-22,0 1 22,2 2 26,-2 2-13,0 2 3,2 0-15,0 2-1,0 1 0,0 1 3,3 0 10,-5 1-12,6 1-1,-4 0-1,0-1 1,4 0 1,-6-1 15,6 0-15,-4-2 0,0 1 1,0-3-2,1 0-15,-1 0-14,-2-3-21,0-1-14,0-2-16,0-1-32,0-2-32,0 0-16,0-1-30,0-1-23,0 0-85,0 0-68,0 0 11,0-3-6,2-2-177,0-3 117</inkml:trace>
  <inkml:trace contextRef="#ctx0" brushRef="#br0" timeOffset="53438">17459 18155 274,'0'0'134,"0"0"-37,0 0 934,0 0-615,0 0-140,0 0-114,0 0-36,0 0-7,0 0-6,0 0-39,0 0-36,-27 27-2,19-21-20,0 2 9,-3 0-22,1-1 0,-2 1 0,-1 1 10,-1-2-10,1 0-1,1-1-1,-1-1 1,1 0-1,4-3-1,0 1-2,-1 0-17,3-2-7,4 1-2,-2-2 2,2 0 3,2 0 1,0 0 2,0 0 8,0 0-8,0 0 17,0 0 1,2 0 0,0 0-18,0 0 20,2 0 2,4 0 14,1 0 13,-1 1-4,2 0-5,1 1 9,-3 2-26,4 0 10,-1-1 16,1 1-27,0 1 1,1 0-2,-1 0-1,1 0-2,-1-1-14,0 0-10,1 0-38,-3 0-23,0-1-26,1 0-32,-3-2-121,0-1-45,-1 0-180,-5 0-232,4 0 162</inkml:trace>
  <inkml:trace contextRef="#ctx0" brushRef="#br0" timeOffset="53830">17527 18020 410,'0'0'143,"0"0"853,0 0-681,0 0-84,0 0 2,0 0 29,0 0-11,0 0-55,0 0-55,0 0-33,0-18-12,0 18-10,0 0-7,0 0-19,0 1-9,0 0-10,0-1-9,0 1-16,0 0-16,0 1-18,0 2 18,0 3 3,2 1-3,0 2 3,-2 2-1,2 2-2,1 0 3,-1 1 10,-2 3-12,4 0 2,0 2 0,0-1 9,0 1-12,0-2-26,2-1-24,-1-2-13,-1-1 12,0-2-22,0 1-32,0-5-13,-2 1-29,4-3-35,-4 0-34,3-3-39,-1-2-107,0 0-93,2-1-212,-2 0-96</inkml:trace>
  <inkml:trace contextRef="#ctx0" brushRef="#br0" timeOffset="54378">17693 18151 332,'0'0'71,"0"0"187,0 0 749,0 0-662,0 0-73,0 0-59,0 0-25,0 0-31,0 0-48,0 0-60,0 0-48,-5 1 1,5 3 18,-2 0-1,0 3-15,2 0-1,0 0 0,0 0-1,0 2-1,0-2-1,0 0-25,0 1 8,4-1-18,-1-3-10,1 1 0,2-2 16,-2 0-19,2 0 6,0-2-19,3 0 32,-1-1-13,2 0-9,-1-1 2,-1-3 1,2-1 12,-2-1 10,-1-1 26,-1 1 3,-2-1 9,2 0 11,-6 0 16,0-1 22,0 1-16,0 2-3,0-1-6,0 1 2,-6 2 24,0 1-60,0 1-2,-5 0 2,5 1-1,-4 0 14,-1 1 1,3 3 16,-2 2 4,1 1 5,1-1 4,2 2 19,-2 0-22,2 2-13,1-2-10,1 2 3,0-2 7,2 2 0,0 0-16,2-1-11,0 0 12,0 0-14,2 0 0,2-1-4,2-1-53,3-1 22,1 0 0,2-1-17,-1-1-18,5-4-1,-1 1-48,1-1-9,3 0-37,0-1-55,-3-2 0,1-2-141,1 0-104,-1-2-96,-1 0 66</inkml:trace>
  <inkml:trace contextRef="#ctx0" brushRef="#br0" timeOffset="54965">18052 18187 246,'0'0'150,"0"0"-101,0 0 264,0 0 371,0 0-327,0 0-162,0 0-26,0 0 6,0 0 32,0 0-46,-49-31-39,38 31-45,-1 0-3,0 0-10,-1 0 13,1 2 0,-1 1-16,3 1-7,-2 2-10,1 0-18,1 1-1,2 1-21,-1 1 8,3-1 11,0 0-23,0 2 3,2-2 9,0 0-9,4 0-1,0 0 0,0-2-2,0 1-15,4-2-20,2 1-19,2-2 0,-2-1-4,7-1 7,-3-1-16,2-1-19,-1 0-20,3 0 35,1-1-54,-5-3-11,2-2-3,1 0 0,-3-1-26,1-2 71,-3 1 22,0-3 72,-2-1 22,-4-1 21,0-3 34,3-1-18,-5-1 25,0-2 3,0-1-41,0-1-46,0 0 35,-5 0 7,-1 1 26,-2 1-13,0 2-26,-1 0 42,1 2 29,0 2-36,2 1 10,-1 4 6,5 2 16,-2 3 3,4 2 0,0 2-4,0 0-28,0 0-35,0 0-29,0 0-3,0 1-22,0 5 0,0 3 22,0 2 35,0 4-16,0 0 3,0 2-19,0 1 16,0 0 0,4 0-19,-2 3 16,3 0-16,1 2-2,0 1-21,-2 1-30,2-2-8,1 0-25,-3-1-3,2-2-35,0-1-7,-2-2-11,0-1-28,-2-1-7,5-2-137,-5-2-118,2-3-182,-4-3-94,0-4 217</inkml:trace>
  <inkml:trace contextRef="#ctx0" brushRef="#br0" timeOffset="56554">18573 18300 211,'0'0'104,"0"0"-52,0 0-12,0 0-11,0 0 593,0 0-179,0 0-264,0 0-72,0 0 40,0 0 31,0 0 16,0 0-54,21-19-60,-21 17-18,0-1 22,0-1-4,0 1-9,0 0-16,0-1 6,0 1-23,-4-2 13,2 2-15,-2-1 25,-3-1-20,3 0-39,-2 1 14,-2 0-13,-1-1 20,3 2-5,0-1-18,-2 2 0,0 0 0,1 1-3,1 0-17,-2 1 4,0 0-3,1 1 0,-3 3 0,2 1 3,0 0 13,-1 0-13,1 1 13,2 0 2,-2 1 1,1-1 2,1 1 1,2-1 13,2 1-16,0-2 3,0 1-1,2 0 1,0 0 29,0 0-30,0-1-2,4 0 0,0-1-21,2-1 21,0-1 1,1 0-1,3-2 13,2 0-16,-1 0 3,5 0-26,-3-5-9,1 0-26,-1-1 13,-1 0 6,0-1-12,1-2 15,-5 1 39,2-2 0,1-1 13,-5-1-11,0-2-2,-4-2 0,2-1 2,-2-1-2,-2-1-13,2-1-3,-2 1-3,0-1 3,0 0 0,-4 1 16,-2 0 8,2 0-8,-2 1-3,-3 2 3,3 2 19,2 2 27,0 3 40,0 3-54,2 3 71,2 2-29,0 1 2,0 0-44,0 0-32,0 0-2,0 0-27,0 3-19,0 4 45,0 1 3,-2 3 19,2 3 10,0 1-6,0 2-21,0 1 26,0 0-2,0 1-24,2 1 1,0 0 26,2 0-27,-4 2 0,6-1-2,-4 1 3,2-3-2,1 0-1,1-1-19,0 0-32,-2-2 23,2-1 8,0-1-18,1-2-7,-1-2-6,0 0-3,0-4 5,0-1-24,1-3 15,-1-2 3,4 0 0,-2 0 4,3 0-23,1-5-33,-1-1-3,-1-1 20,-2 0 22,0-2 42,-1 0 25,-1 1 1,0-2 1,-2 1 2,-2 0 23,0 0 16,-2 1 13,2 0-16,-2 0-4,0 2 14,0 1 9,0 1-16,0 1 19,0 1 39,0 1-6,0 1-11,0 0-19,0 0 4,0 0-17,0 0-19,0 0-32,0 2-16,0 0 16,2 2 13,1 1 32,-1 1 3,2 0-20,-2 1-5,2 0-22,-2 1 2,2-1-1,2 0 11,-2 1-13,3-2 0,-1 1 12,0-2-12,0 0 0,0-2-36,3-1 8,-3 0-4,4-2-16,-1 0-13,-1 0-26,0-2-22,0-3-45,1 0-59,-5-3-94,2 0-102,-4-3-108,0-1-164,-2-1 136</inkml:trace>
  <inkml:trace contextRef="#ctx0" brushRef="#br0" timeOffset="56760">18821 18054 227,'0'0'153,"0"0"-74,0 0 1035,0 0-705,0 0-140,0 0-65,0 0-49,0 0-42,0 0-49,0 0-64,0 0-19,-2-6-42,4 6-33,2 0 46,1 2-23,-3 2-107,4 1-117,0 1-82,-2-1-257,2 3-110,-39-32 478</inkml:trace>
  <inkml:trace contextRef="#ctx0" brushRef="#br0" timeOffset="57295">19069 18183 346,'0'0'68,"0"0"-16,0 0 779,0 0-388,0 0-187,0 0-80,0 0-2,0 0-9,0 0 6,0 0-61,-12-40-33,10 40-16,-2-1-19,2 1 31,-2 0-44,-3 0 13,-1 0-39,0 1 13,-3 2 13,1 2-13,0 0 6,-1 0 7,1 3-12,2-1-15,0 0-2,-3 1 3,7 0 1,-4-1 7,4 0-10,0-1 11,1-1-11,3 0-1,0-1-45,0-2 7,0 1 6,0-1 3,5 0 10,1 0 0,0 0-3,4-1 20,1 1 0,3 0-23,1 0-27,-1 0-25,3-1-13,-5 2 10,3-1 9,-1 2 26,0 0-13,-3 0-7,1 0-19,-6 1 23,1 0 3,-3-1-36,-2 0 19,-2 0 30,0 2-7,0-2 52,-4 2 6,-5-1 59,-3-1 0,2 1-13,-7-2-10,3 0 16,-3 0 0,-1-1-3,-1-1-3,-2-1-3,1 0-14,-1 0 4,4-3 6,1 0-19,3-1-26,3-1-10,2 1-93,4-1-42,-3 0-124,7-1-173,-2 0-319,2-1-198</inkml:trace>
  <inkml:trace contextRef="#ctx0" brushRef="#br0" timeOffset="58776">19328 18241 52,'0'0'186,"0"0"-98,0 0-49,0 0-6,0 0-14,0 0 11,0 0 504,0 0-169,0 0-228,0 0-75,0 0 45,0 0 56,27-12 12,-27 11-32,2 0-40,2 0-15,-4-2 2,0 2 10,4-2-29,-4 1-6,0 0-10,0 0 3,0 0-20,0 0 4,0-1-22,0 1 37,0-1-5,0 0-14,0-1 10,-4 1-12,4-1 15,-4 0-38,0 1 15,-1 1-15,1 0 13,0-1-25,0 2 0,-2 0-1,0 1-13,-3-1-6,1 1-7,-2 0 7,-1 0 3,1 3 3,0 2 12,-3 0 1,3 0 0,-2 0 13,1 1 0,5 0-13,-2 0 0,-1 0 0,5 1 24,0 0-23,0 0 0,2 1 2,0 0-3,2-1 0,0 2 0,0-2 0,0 0 0,0-1 0,4 0-2,0 1 0,2-2-1,3-1 0,-3 0-16,4-1 17,-4-2-2,5 0 3,-1-1-27,2 0 2,-1 0 24,1-2-17,-1-2-10,-3 0 6,2-2-9,1 0 19,-3-1 10,0 0-19,-2-1-14,0 1 8,-1-2 28,1 2 11,-4-1-10,2 0 3,-2 1-4,0 0-15,-2 0 14,0 0-11,0 3-12,0 1 24,0 0 3,0 2 13,0 1-16,0 0 0,0 0 2,0 0-1,0 0 0,0 1-1,0 2 1,0-1 0,0 2 31,0-1 0,2 2 13,-2 1-23,0 0-9,2 1-11,0-1 1,0 2 9,0 0-12,1-2 3,1 1-1,-2-1 0,2 0 1,2-1 0,-2-2-3,-2 1-13,2-2-9,1 0 9,-1-2-13,2 0-31,2 0-17,0 0-58,5-2-84,1-4-95,-1 0-127,1-2-161,-1 0-82,-1-3 222</inkml:trace>
  <inkml:trace contextRef="#ctx0" brushRef="#br0" timeOffset="59162">19510 17990 205,'0'0'154,"0"0"-40,0 0 697,0 0-345,0 0-155,0 0 10,0 0-53,0 0-55,0 0-59,0 0-33,-9-20-34,9 20-27,0 0-6,0 2-19,0 0-15,0 2-19,2 1 2,3 2 51,-1 2 0,0 2-19,0 1-10,0 1 42,2 3-29,-2 0 6,3 2-24,-1 2-18,-2 1 38,2 1-38,0 1 12,1 1-12,-3 0-2,0-1 0,0 0 0,0-1 1,0 0-1,2-1 1,-1 0-1,-1-1 0,0-3-22,-2 0-7,0-2 17,2-2-17,-2-2-9,-2-2-19,2-1 7,-2-2-10,2-1-20,-2-1-34,0-2-21,0 0-15,0-2-30,0 1-10,0-1-33,0 0-19,-2 0 57,-2-3-52,-2-2-196,0-3 16,-3-2-147,3-5 214</inkml:trace>
  <inkml:trace contextRef="#ctx0" brushRef="#br0" timeOffset="59514">19547 18128 302,'0'0'111,"0"0"-33,0 0 900,0 0-601,0 0-166,0 0-124,0 0-18,0 0 41,0 0 9,0 0-44,0 0-33,72-9 6,-57 8-6,-1 1 6,3 0-25,-3 0-10,-1 0-13,-1 0-2,0 4-1,-3 1 3,-1 1-1,-4-1 1,0 2 0,-2 1-13,-2-1 10,0 1-10,-6 0 3,0 0 10,-5 0 0,1-1-4,-4 0 1,-1 0 0,1-1 1,-1-1 1,3 0 0,-1-1-2,3-2-27,2 1-5,2-1-23,-1-2-23,5 0-39,0 0-32,2 0-26,0 0-134,0-5-241,6 0-141,1-2 250</inkml:trace>
  <inkml:trace contextRef="#ctx0" brushRef="#br0" timeOffset="59981">19729 17950 328,'0'0'121,"0"0"208,0 0 245,0 0-200,0 0-98,0 0-49,0 0-23,0 0-20,0 0-39,0 0-52,0 0-32,8-17-13,-8 18-16,2 1-9,0 2-4,0 2 64,0 1-6,2 2-10,-2 1 10,1 2-7,3 0-29,-6 2 23,6 0-14,-2 0-9,0 3-3,0 0-36,0 1 30,-1 0-16,1 0 0,0 2-15,-2 0 17,0 1-17,0-2 0,-2 1-1,2-2 0,-2 1-3,0-1-16,0 0 6,0-1-3,0 1-3,0-2-12,0 0-26,2-3 3,-2-1-16,0-2 9,0-2-21,2-1-8,-2-1 7,0-2-13,0-3-10,0 1-10,0-2-9,0 0-11,0 0 14,0 0 54,0 0 26,-2-3-39,0-2-120,0-3 16,-2-1-10,2-1-39,-2-3-128,2-1-68,-3-2-1,28 94 226</inkml:trace>
  <inkml:trace contextRef="#ctx0" brushRef="#br0" timeOffset="60334">19776 18156 123,'0'0'199,"0"0"-114,0 0-43,0 0 405,0 0 106,0 0-218,0 0-143,0 0-36,0 0 2,0 0-2,2-48-27,2 46-65,3-1-25,1 0-4,0 0 14,3 0-4,1 1-19,-2 0 2,3 0-8,-1 1-1,3 1-16,-3 0 0,2 0-3,-1 0-1,-1 4 1,1 1 1,-3 2 12,0-1-9,-1 4-4,-3-1-3,-4 1 0,0 2-19,-2-1 21,0 2 1,-2-2 1,-4 1 12,-5-3-13,1 1-4,0-2 4,-3 1 0,1-4 1,-3 2 12,3-3-11,4 0-2,-1-2 0,1 1-32,2-3-16,2 0-13,0 0 3,0 0-32,1 0-27,3 0-25,0 0-81,0-4-118,0-1-140,7-1-194,-3 0 108</inkml:trace>
  <inkml:trace contextRef="#ctx0" brushRef="#br0" timeOffset="62517">20059 18114 335,'0'0'94,"0"0"-35,0 0 752,0 0-287,0 0-199,0 0-115,0 0-22,0 0-53,0 0-16,0 0-32,0 0-35,0 0-17,-24-6 0,20 8 4,-3 1-17,3 1-6,0 1-14,2 0 11,0 0-11,-2 0 0,4 0 11,0 0-13,0 0 19,0-1-18,0 1 0,0-1-1,0-1-41,4 0 18,0 0-2,0-1 2,0 0-9,5-2 32,-1 0-13,-2 0 13,2 0-19,1-4-3,1 1-4,-2-3 0,0 1 1,1-1-4,-5-1 0,2 0 28,-2 0 1,-2 0 12,-2 0-10,0 0 8,0 1-9,0 1-1,-2 0 21,-4 0-21,0 2-2,0 0-14,-1 3-1,-1 0 15,0 0 2,0 0 15,-3 5 1,3 1 20,-2 1 12,-1 0 10,3 2 3,0-1-7,2 2-16,-1 0-9,1 1-3,2-1-7,2 1-6,0-2 12,0 3-22,2-2 13,0-1-16,0 1 16,2-2-16,2 0-1,2-1 1,3-1-22,-1-1 0,2 0-7,3-2 26,1-1-13,3 1 0,1-3-32,1 0-19,1 0-4,3-4-19,-4-1-13,1 0-16,-1-1 29,2-1 28,-5 0 14,1-1 9,-3-2 23,1 0 14,-3-1 2,1-1 16,-3-1-13,-2-1-2,-2 1-1,1-1-12,-5 3 12,0-2 12,-2 3-12,0 0 2,-2 2 29,-5 1-5,1 1 3,2 0-7,-2 1 43,-2 2-49,1 1-13,-1 2 23,2 0 3,-2 0 6,-1 0 1,-1 3 2,2 2 11,-3 0-14,3 0 16,-2 3-9,2 0-19,-1 2-4,3 0 26,-2 2-16,2 0-29,1 1 22,3 0-9,0-2 6,2 1-19,0-2 0,0 0 0,0-2-13,2-1-9,3-1-13,-1 0 6,2-1 0,0-2-6,0 0 6,-2-2-7,5-1 33,-5 0-32,4 0 9,-2 0 0,3-1-9,-1-4-4,0-1 4,-2 0 22,3-1 13,-3-1 19,-2-2-15,2-1 8,0 1 1,-2-2-11,1 1 24,-1 0-23,0 1 0,0 2 0,-2 1-2,2 2-1,-4 1 0,2 3 37,0 1-1,-2 0-14,0 0-21,0 0-1,2 0-19,-2 2 19,2 2 35,1 1 30,-1 3-24,2 0-9,-2 1-16,2 0-13,0-1-1,0 0 11,0 0-2,0-1-11,3 0-2,-1-1-33,-4 0 6,2-2 0,0-2-3,0 0 6,0 0 1,1-2-4,-1 0 26,0 0 3,0-3 1,0 0 12,2-4-1,1 1-9,-3-2-1,2-1 1,-2-2 16,2 0-3,-4-2 3,2 1 4,3-1-1,-3-1-22,0 1 0,0-1-3,2 1 2,0 2-25,-1 0 23,1 3 2,-2 2-15,0 1-3,-2 4-13,2-1 29,0 2-20,-2 0 7,3 0-3,-3 0 19,2 4 19,-2 2 16,2 1 4,0 1 9,0 1-26,0 2-2,1-2-17,1 3 10,-2 0 0,2-1-12,-2 2 0,0-2-1,0 1 0,3 1 0,-3-2-1,2 0-14,-2 0 14,0-2 1,0-1-3,1-2 2,-1-1 0,2-1-21,-2 0 3,2-2-7,0-1-16,1-1-6,1 0 19,2 0-16,1-1-23,1-4-28,-2 0-20,3 0 9,1-3-3,-1 0 42,-3-2 3,2 1 13,-1-3 52,-5 0-1,2 0 1,0-1-1,-4-1-1,1 2 1,-3 0 2,-2 3 68,0-1 28,0 3 7,0 1-14,0 2 23,-2 2 7,0 0-49,-1 0 6,-1 2 16,4 0-35,-4 0-33,0 2-9,0 1 10,0 1 9,-2 2 13,1 1 0,1 1-13,0 2-12,0 1-8,2-1 14,0 2-26,0-1 1,2 2 11,-2-1-13,2 0-1,0-1 11,0-1-8,0-1-4,4 0 2,2-2-2,0-1-44,3-1 15,3-1 1,2-1-20,1-1 0,4-2-10,1 0 1,3 0-33,4-2-26,-4-3-35,3-1 19,-3 0-30,0-2 20,-4 1 28,-1-3 20,-3 0 26,-1 0 38,-4-2 30,-1 0 19,-3 0 30,-2 1 6,-2 0 62,-2 0-17,0 1-22,0 0 16,-6 3 19,2 0-52,-2 0 32,-1 2-44,1 1 2,0-1-15,2 3 12,-2 1 22,-1-1 1,1 2-23,-2 0-16,0 0 10,1 0-1,-1 2-6,0 2-19,0 2 10,-1-1-13,-1 4 12,2-2-9,-3 2-3,3 2 3,0 0-14,2 0-2,0 0 2,1 1-1,-1 0-1,4-1 1,0 0 0,2-2-1,0 0-13,0 0-25,2-3 9,4 0-6,3-2-19,-1 0 6,0-3 7,2 1-11,-1-2-18,1 0 9,0 0-16,1-4-17,-1-2-2,-2-1 51,3-1-1,-3-2-8,0 0 52,-2-2 2,-1-1 52,-3-3 42,2-1-14,-2-2 20,0-2-23,0-1-13,-2-2-9,0 0-39,0-1 16,0-1-29,0 2 23,0 1 6,-2 0-29,-2 3 67,-2 2-48,1 0-2,-1 2 31,2 4-13,-2-1 3,4 5 29,-2 3 6,4 2 38,0 1-13,0 2-38,0 0-47,0 0-16,0 0-13,0 0-18,0 2-26,0 4-28,0 3 85,0 3 25,0 2-9,0 4-16,0 0 28,0 2-7,0 1-21,0 2-2,0 3 2,0 2 0,2 1 24,0-1-24,-2 1-47,2-1 9,-2-1 4,0-1-36,2-2 0,0-2-6,0-1-29,0-3-13,0-3-20,0-1-35,2-1 3,1-2-85,-3-3-98,2-1-53,-2-3-102,-2-2-186,2-2 182</inkml:trace>
  <inkml:trace contextRef="#ctx0" brushRef="#br0" timeOffset="63156">21302 18102 366,'0'0'147,"0"0"922,0 0-722,0 0-178,0 0 22,0 0 16,0 0-13,0 0-20,0 0-52,0 0-45,0 0 6,0 0 16,35-34-29,-35 33-32,2 0-6,-2 0-15,0 1-17,0 0-19,0 0-16,0 0-35,0 0-90,2 0-90,-2 2 31,2 3-101,-2 0-231,0 0-559,0 0 442</inkml:trace>
  <inkml:trace contextRef="#ctx0" brushRef="#br0" timeOffset="63442">21229 18291 297,'0'0'104,"0"0"-42,0 0 1083,0 0-684,0 0-196,0 0-61,0 0-23,0 0-14,0 0-6,0 0-27,0 0-61,-4-7-18,8 4-30,-4 0 23,5 1-29,-3-2-19,0 1-2,0 0-14,0 1-41,0-1-42,0 2-42,4 0-61,0 0-85,1 1-140,-1 0-255,2 0-501</inkml:trace>
  <inkml:trace contextRef="#ctx0" brushRef="#br0" timeOffset="63704">21515 18265 317,'0'0'79,"0"0"709,0 0 203,0 0-690,0 0-108,0 0 1,0 0 21,0 0-43,0 0-67,0 0-38,0 0-19,18-5-13,-16 3-13,0 0-19,1 1-3,1-1 0,-2 0-54,2 0-57,2 1-84,0 0-61,-2 1-134,3 0-339,-3-2-738,-66 22 1139</inkml:trace>
  <inkml:trace contextRef="#ctx0" brushRef="#br0" timeOffset="64781">21726 17988 167,'0'0'137,"0"0"-71,0 0-31,0 0-8,0 0 794,0 0-343,0 0-302,0 0-86,0 0 79,0 0-7,0 0 0,0 0 19,0 0-69,-5-24-35,5 22-22,-2 0 73,2 0-51,0 0 0,0 0 0,-2 1-26,2 0 9,0 1 16,0-1-9,0 1-10,0 0-16,0 0-6,0 0-19,0 0-16,0 0-12,0 0-16,0 0-1,0 2-12,0-1-6,0 3-1,2 0 23,-2 3 25,4 0 9,1 2-7,-3-1 9,4 2 11,-2-2-22,2 0-11,-2-1 8,1-1-28,-1 0-39,0 0-48,0-1 15,-2 0-57,2-1-23,-2-1-75,4-1-104,-6 0-193,5-2-207,-3 0 41</inkml:trace>
  <inkml:trace contextRef="#ctx0" brushRef="#br0" timeOffset="65083">21726 17988 317,'107'-80'128,"-105"78"-73,0 2 1044,-2-1-609,0 0-182,2 1-101,-2 0 5,2 0 13,-2 0-36,0 0-71,0 0-42,0 0-15,0 0-4,0 0-7,0 1-18,0 0-29,0 2-3,0 0 0,2 3 3,0 0 23,1 3-25,1 1 19,-2 1-19,0 0-1,2 0 1,-2 0-1,2 0-45,-4-1-9,2-1-38,0 0-4,0-1-41,0 0-48,0-1-24,3 0-100,-3-2-212,2-1-162,-2-3-427</inkml:trace>
  <inkml:trace contextRef="#ctx0" brushRef="#br0" timeOffset="66217">22091 18079 275,'0'0'121,"0"0"-72,0 0 638,0 0-179,0 0-280,0 0-73,0 0-22,0 0 91,0 0 37,0 0-119,0 0-16,-10-49-37,10 48 56,-2 0 27,2 0-57,0 1-23,0 0-13,0 0 0,0 0-9,0 0-23,0 0-22,0 0-12,0 0-13,0 0-2,0 1-20,0 0-9,0 2-16,0 2 21,0 1 26,2 4 25,2 0-24,-2 3 10,2-1-8,1 3-3,-1 1 1,0 0-1,0 2 0,0 0 2,-2-1-2,2 0 12,-2 0-12,0-4-11,1 0-15,-3-2-5,2-1 5,0-3 11,-2-2-23,2-1 9,-2-1 7,0-1-10,0-1 4,0-1-7,0 0-3,0 0 9,0 0 13,0 0 16,0 0 1,0 0 25,0-3-1,-2-1-25,-2-2-48,-1 0 17,-1-3-8,2 1 20,-2-2-38,0 0-10,-1-2 19,3-1 0,-2-2 12,2 0 1,0-2-19,0 0-4,4 0 55,-4 1-17,4 0 19,0 1 1,0-1 1,0 1 1,0-1 19,0 1 8,4 1-29,0 0 2,4 1 1,-2 0 55,3 1-32,-1 0-7,2 3-17,1-1 1,-1 2 20,2 1-5,1-1-17,-1 3 0,3 1 15,-5 0 0,0 2-16,1 0 12,-3 2-11,0 0-1,0 0 0,-1 1 0,-1 3 0,-4 5 9,2 0 10,-2 2-3,0 3 10,-2 1-23,0 0 0,0 0 14,-4 1-17,-2 0 0,-5-1 3,-1-1 13,0 1-16,-3-2-2,1-2 0,-1-1 2,1-1 0,-1-1 2,1-2 11,1-1-13,3-1 2,0-2 2,1 0 8,3 0-11,0 0 0,2-2 2,0 0-2,2 0 11,-2 0-12,2 0 1,-1 0 2,3 0 9,0 0-12,0 0 0,0 0-2,0 0 0,0 0 1,0 0-1,0 0-1,0 0 1,0 1 1,0 0-1,3 1 2,-1 2 2,2 0 55,0 5-6,2 0 6,4 2-19,1 2-22,-1-1 13,5 1 5,-3 1-11,7-1-1,-1 0-13,1 0-9,-1 1 0,1-2 0,-3 1 0,1-1-1,-5-1 0,5-1-31,-9-2-5,3 1-14,-3-3-19,-2-1 0,-2-2-39,0-1-60,-2 0-39,0-2-15,-2 0-129,3 0-118,-1 0-99,-2-3-112,2-3 98</inkml:trace>
  <inkml:trace contextRef="#ctx0" brushRef="#br0" timeOffset="66857">22453 18190 280,'0'0'141,"0"0"498,0 0 51,0 0-353,0 0-123,0 0 12,0 0-29,0 0-46,0 0-29,0 0-13,-10-7-19,10 7-23,0 0-19,-2 0-4,0 0-12,2 0-30,-4 2-2,2 1-16,-3 1 1,1 1-1,0-1 12,0 0 1,0 1 3,-2 1 10,6-1 6,-4 0-16,4-1 19,0 1-3,0-2-16,0 1 0,0-1-2,0-1-2,4 0-15,2 0 10,-2-2 9,2 0 1,2 0 18,3 0-19,1 0-2,1-4-1,-1-1-39,0 0 7,-1-1 3,1 1 0,-2-3 29,-3 1-16,-1 1 19,-2-1 16,0 1-16,-4 0 0,0 0 3,0 2 13,0-1-15,-4 1 0,0 0-1,-2 2 0,-1 2-1,-1-1-21,0 1 3,-2 0-1,-3 0 20,3 3 16,-3 1 7,-1 2 15,2 0 10,1 0-10,1 2-6,0 0-13,1 1-3,1 0 3,2 1-6,0-1-12,2 1 12,1 0-1,1-1 4,2 1 16,0-2-13,0 2-6,0-2-1,7 0-12,-3-1 0,4-1-18,0 1-10,3-2-7,1-1 16,0-1 6,3-2-25,1-1-22,3 0-43,-2 0-18,1-1-33,-1-1-29,-5-1-72,3 0-97,-3-2-132,-2 1-183,-1-3-102</inkml:trace>
  <inkml:trace contextRef="#ctx0" brushRef="#br0" timeOffset="67325">22831 18142 148,'0'0'189,"0"0"-81,0 0 442,0 0 46,0 0-271,0 0-101,0 0-26,0 0-4,0 0-10,0 0-20,0 0-30,-35-22-34,33 22-27,-2 0 10,2 0-16,-4 0-22,0 0-32,-3 0 6,1 0 9,-2 4-2,-1-1 9,-1 2-10,2 0 0,-3 0-21,3 1 21,0 1-23,-1 1 20,3 2-19,-2 0 29,1 0-7,1 1-7,2 0-17,0-2 11,4 0-10,0 0 1,2 0 19,0-2-19,0 0-3,2 0-18,2-1 5,4 0-12,-2-2-4,7 1 4,-3-1 6,2-2 6,3 0-9,-1-2-22,1 0-33,-1 0-15,1-1-36,-1-2-47,1-1-34,-5 1-62,2-2-104,-1 1-135,1-1-147,-6-2-51</inkml:trace>
  <inkml:trace contextRef="#ctx0" brushRef="#br0" timeOffset="67932">22947 18158 287,'0'0'127,"0"0"-78,0 0 453,0 0 169,0 0-311,0 0-149,0 0 6,0 0 16,0 0-44,0 0-47,0 0-62,-18-8-16,13 8-7,3 0 7,-2 0-19,4 0-19,-4 1-11,0 1-13,0 0 1,0 1 13,0 2 12,2-1-2,-3 2-23,3-1 13,0 0-16,2-1-2,0 0-11,0 0 10,0 0-29,0 0 7,2-1-14,5 1-15,-1-1 29,0-1-1,2-1-3,0 0 13,-1-1-28,3 0-8,0-1 1,1-2-10,-1-1-22,-2 0 15,1-2 16,-1 0 22,-4 0 30,2 0 13,-4 1 0,2-2 13,-4 1 9,0 1 14,0-2 5,0 1-41,-6 1 10,2 2-23,0-1 2,-2 2-1,2 0 15,-1 2-16,-1 0-2,-2 0 2,2 0 16,0 5 29,-5-1 9,5 1 0,-2 1 7,-1 1-10,3 0-9,0 1-1,0 1-15,0-1-10,2 2 6,-3 1 0,5-2-6,0 1-3,2-1-10,-2-1 22,2 0-24,0-2-1,0 0-1,2 0 0,2 0-11,0-2-14,1 0-9,-1-1-6,2 0 6,0-2 3,2 0 6,1-1-12,3 0-7,1 0-51,-1-2-35,4-1-55,-1 0-14,-1 0-124,1 0-140,-1-2-190,-3 0-118,1-1 412</inkml:trace>
  <inkml:trace contextRef="#ctx0" brushRef="#br0" timeOffset="68755">23321 18108 92,'0'0'196,"0"0"-118,0 0-45,0 0-4,0 0 36,0 0 682,0 0-389,0 0-215,0 0-10,0 0 33,0 0 28,2-8-42,-2 6-39,-2 2-22,0-1-17,0 0-26,0 0-6,-2 0-19,0 1-23,-4 0-31,-1 0 5,-3 0 15,-2 3 11,1 2 36,-3-1 2,3 1 7,-1 1-3,-1 0-13,5 1-7,-3 0-2,3 0-4,2 0-13,0 0 13,1-2-3,5 1-12,-2-1 0,4 0 2,0-2 0,0 1-3,0-2 0,0 2-2,0 0-1,2-1-23,2-1 24,5 1-1,-1-1 3,2 1 2,3-1 11,-1 0-13,3 1-16,-1-2-7,3 1-15,-1 1-7,-1-1-16,-3 0 19,2 1 10,-1-1 0,-3 1-1,3 0-12,-7 1-16,4 1-1,-2 0 11,-3-1-4,-3 0-23,-2 0 4,0 0 12,0 1 62,-2 0 7,-5-1 51,-3 2-3,0-3-23,-3 1-16,1 0 7,-3-1-7,1 0 43,-1-1-14,1 0-16,-1-1-7,1 0 8,2-1-18,-1 0 5,3 0-15,2 0 20,-1-1-22,3 0-42,4-1-16,-2 0-35,4-1-40,-2 1-91,2 0-78,0-1-62,2 0-131,6 0 16,0-2 104</inkml:trace>
  <inkml:trace contextRef="#ctx0" brushRef="#br0" timeOffset="69713">23553 18131 278,'0'0'137,"0"0"219,0 0 455,0 0-392,0 0-192,0 0-78,0 0-7,0 0 6,0 0-16,0 0-22,-21-16-24,17 15-31,-2 1 6,0 0-4,-3 0-6,-1 0 0,0 0-9,-3 0-13,3 0 6,0 2-16,-5 2-7,3 0 1,-1 0-10,1 1 10,0 0 9,1 0-22,1 1 0,0-1 0,3 1 0,1-1 0,2 0 0,2 1-16,0-2 14,2-1-23,0 1 2,0 1 1,2-1 6,4-1 13,2 2 0,1-1 3,5-2 1,3 2 1,-1-1-2,1-1-21,-1 1-11,1-1-6,-1 1-10,1-1 13,-5 1-10,3-1 7,-5 1 9,-2 1 9,3 0-18,-5 0 16,-2 1-14,2 1-50,-4 0 21,3 0 27,-5 0 18,0 0-12,0 1 16,-3 0 16,-1 0 22,-2-1-2,-2 0-17,0 1 23,-3-1 6,1-1-3,0 0-13,-1-2-13,1 1 17,0-3-18,-1 0 14,-1 0-13,4-1 13,-1 0-13,1 0 17,2 0-8,2-2 11,0-1 2,-1 0 11,3-1-36,0 0-1,2 0-1,0-2-34,0 1-15,4-2 25,7 0-38,-3-1 6,4 1 13,1-2-23,1 1 13,1-1-3,-1 0-19,-1 1-1,3-2 4,-3 2 25,3-2 14,-3 0 31,1 0 3,-2-1 1,1 2 19,-3-1 13,0 1 0,1 0 49,-3 1-16,0 1-4,1 1 1,-3 2 22,0 0 6,0 2-10,-2 2 13,-2 0-3,0 0 19,1 0-10,-3 0-16,2 0-22,0 0-33,0 3-12,2 1 73,0 2-10,0-1-28,0 4 6,0-1-13,-2 1-22,3 1-19,1 0 16,-4 1-3,0 0-13,2 1 16,-2-1 3,0 0-22,-2-1-13,2-1 11,0 2 1,-2-1 2,0 0-1,2 1 0,0-3-2,-2 0-23,3-1-13,-3-1-18,0-1-17,0-2-16,0 0 7,0-3-81,0 0-12,0 0-37,0 0-20,0-3 13,0 0 9,-5-2-167,3-2-188,-4-3 56,0-2-65</inkml:trace>
  <inkml:trace contextRef="#ctx0" brushRef="#br0" timeOffset="69944">23693 18008 304,'0'0'809,"0"0"-97,0 0-371,0 0-88,0 0 27,0 0-22,0 0-56,0 0-78,0 0-57,0 0-41,0 0-26,-4-14-18,4 14-24,0 0-22,0 1-38,4 2-29,-1 0 70,1 1-29,2 2-81,0 3-126,0 0-176,0-1-246,-1 2-259,-41-49 748</inkml:trace>
  <inkml:trace contextRef="#ctx0" brushRef="#br0" timeOffset="70875">23797 18176 265,'0'0'163,"0"0"144,0 0 471,0 0-339,0 0-228,0 0 6,0 0-7,0 0 19,0 0-17,0 0-43,0 0-38,-19-8-16,19 8 15,0 0 9,2 0-16,0 0-23,0 1-21,-2-1-25,0 1-32,0-1-21,2 1-1,1 1-16,1 1-16,0 0 4,4 2 25,0 2-1,3 1-11,-3 1-4,0 0-22,0 1-3,1-1 32,-3 0-14,0 0-18,2-1 10,-1 0-13,-3-1 5,2-1 17,0-2-3,-2-1 2,0 0 1,3-1-16,-5-2 3,2 0 9,0 0 1,0 0-7,2-1 12,-2-3 1,-1-1 6,3-1 13,-2-2 0,-2 0 2,4-2 1,-2-1 2,2 0 14,-1-3-15,3 1 2,-4-3 22,4 1-24,1-2-1,-1 2-11,2 0 10,-2 2 0,1 3-12,-3 1 11,2 3-11,-2 1 13,-2 2 11,-1 1 14,1 1 10,-2 1-3,-2 0-13,0 0-16,0 0-3,0 0-12,0 0-17,2 4 29,0 2 29,0 1-1,-2 2-25,4 0 20,-2 1-22,2 0 2,-2 0-1,2-1 0,-1 0-2,1-1-2,0 0-11,0-2 1,2 0-17,0-1 0,1 0-6,1-3-22,2 1 12,0-3-6,1 0 7,3 0-33,3 0 23,-1-3-27,3-1-50,-2-1-8,-3-1 30,3 0 5,-7-1 62,2 0-12,-3 0 18,-5-1 36,0 0 24,-2-1-2,-2 2 27,0 0 22,-2 0-39,-4 3 4,-3-1-17,1 1-3,2 2 20,-4 2 2,1 0 4,-1 0-3,0 2 25,-1 2 23,3 1-10,0-1 6,-3 1-3,3 2-32,2 0 16,-2 0-10,1 3-29,-1 0 17,0 1-14,2 0-15,-1 1 3,3-1 0,2 0 0,0-1-1,0 0-12,2-2 0,0 1 10,0-1-13,0-1-28,4-1 6,-2-2-20,2 1 14,3-2-14,-3-2 11,2 2-4,0-3 3,5 2 9,-3-2-12,2 0-32,1 0-16,1-3-13,2-1-26,3 0-23,2 1-23,-1-1-42,7 1 139,-2 0-188,-1 0-232,1-1-121,-6-1 2,1-1 309</inkml:trace>
  <inkml:trace contextRef="#ctx0" brushRef="#br0" timeOffset="71501">24562 17970 314,'0'0'111,"0"0"-62,0 0 476,0 0 28,0 0-280,0 0-104,0 0 19,0 0-6,0 0 24,0 0-22,0 0-42,0-15-27,0 15-6,0 0-16,0 0-20,0 0-9,-2 1-26,2 1-24,0-1-14,-2 0-22,-1 2-10,1 0 19,0 3 13,-2-1 1,0 3-1,0-1-11,2 0-2,2 0-35,-2-1-22,2-1-33,0 1-9,0-3-29,0 1-30,2 0-3,0-2-36,4-1-66,0-1-3,3 0-115,-1 0-111,2-3-49,-2-3 279</inkml:trace>
  <inkml:trace contextRef="#ctx0" brushRef="#br0" timeOffset="71726">24562 17970 201,'103'-36'124,"-101"30"-75,0 1 23,-2 0-20,2 2 544,-2-1-133,0 2-190,0 2-40,0 0 23,0 0-16,0 0-34,0 0-68,0 0-61,0 1-29,0 1 0,0 1-6,-2 1 0,-2 1 6,0 2-26,-2 0 7,-1 3-27,-1 0 17,2 1-16,-4 0-3,1 1-9,-1 1-74,-2 0-61,-1 0-81,1 1-81,-3-1-216,1-4-746,-1 0 542</inkml:trace>
  <inkml:trace contextRef="#ctx0" brushRef="#br0" timeOffset="73487">22344 18579 92,'0'0'157,"0"0"-82,0 0-23,0 0-36,0 0 7,0 0-6,0 0 449,0 0-56,0 0-234,0 0-85,0 0 16,0 0 40,-9-2 5,9 2-16,0 0-51,0 0-11,-2 0-6,2 0 10,0 0-14,0 0-2,0 0-11,0 0 4,0 0 3,0 0-3,0 0-3,0 0-1,0 0-3,0 0-3,0 0-6,0 0-4,2 0-9,0 0-4,-2 0-6,3 0-14,1 0 0,0 0-2,4 0 0,0 0-12,5-1 9,-1 1 1,5-3-1,-3 2 2,1-1 0,1 0 1,1 0-1,-1 1 0,1-1 1,1-1 0,1 1 0,0-1 0,-1 1 1,1 0-1,1-1-1,1 2 1,2-1 3,0-1-1,-1 1 1,1 0 1,2 1-3,0 0 2,-1 0 16,1 0-6,0 0-11,-2 0 1,0 0 19,-1 0-9,1 0 0,0-1-10,0 2 20,1-1-11,-1 1-11,2 0 2,-2 0 9,3 0-8,-3 0 11,2 0-11,0 0-3,0 0 1,-3-2 20,3 2-3,0 0-3,-2-1-14,2 1 2,-3 0 8,3-1-8,-2 1 8,0-1-11,-1 0 0,1 0 0,-2 1 2,-1-1-1,1 0-2,2-1 1,-5 0-1,3 0 2,0 1 0,-3 0 0,3-2-1,-2 3-1,1-1 0,-1 0-1,-3-1 0,3 1-1,-2 0-1,3 0 1,-3 0 1,-1-1 1,-1 1 0,-1 0 1,3-1-1,-3 1-1,1-2-12,-1 2-3,1 0 15,1-1-2,1 0-16,-3 0 3,1-1 12,-1 2 2,-1-1-10,1 0-1,0 1 0,-3-1 13,1 1 1,-1 0-1,1-1 0,-2 2 0,3-2-3,-3 1-10,2 0 0,-1-1 10,1 1-16,3-1 17,-3 2 2,0-1-23,3-1 5,-3 1 17,1 0 0,1-1-18,-1 0 3,-1 0 15,-2 1-2,-3-1-10,1 0 0,0 0 13,-4 1-2,0-1 0,0 2-1,-1-1-17,-1 0 1,0 1-10,-2-1-9,4 0-13,-4 1-33,2-1-25,0 0-20,0-1-20,-2 2-42,0 0-65,2-1-98,-2 1-154,0-3-118,0 1 121</inkml:trace>
  <inkml:trace contextRef="#ctx0" brushRef="#br0" timeOffset="75493">22366 18629 7,'0'0'88,"0"0"-26,0 0-14,0 0-2,0 0-10,0 0-10,0 0 0,0 0-10,0 0 7,0 0-10,0 0-13,0 0 20,-29 16-1,29-14 11,0-1 315,0-1-162,-2 0-115,2 0 1,0 0 58,0 0 45,0 0-12,0 1-50,0-1-28,0 1 2,0-1 17,0 1 2,0-1-5,0 0-14,0 0-16,0 0 0,0 0 3,0 0-13,0 0 0,0 0-9,0 0 2,2 0-12,3 1-10,-1-1-3,0 0-7,2 0-6,0 0 6,3 0-3,-1 0 4,2 0-1,-2 0 0,3 0-3,-1-1 4,2 0-1,1 0 6,-3 0-2,3-1 6,-1 1-13,0 0 0,-1-1 0,1 1-13,3 0 13,-3-1-3,7 2-12,-5-1 1,1-1 11,-1 1 3,0 0 0,1 0-13,-3 0 16,3-1-16,-3 2 10,1-2-10,-1 1 17,0 1-19,-1-2 1,-1 1-1,0 0 12,1 0-10,-1 1 10,0-2-10,-1 2 0,1-2-2,2 1 0,-1 1 1,1-1-1,-1 1-1,1-1 1,0 0 0,1 1 3,-1-1-3,1 0 1,-1 1 0,0-1-1,-1 0 1,3 1-2,-3-1 2,-1 1 2,0-2-2,1 2 0,-1 0-2,0-2 0,-2 2 0,3-1 0,-1 1 1,0-2 0,3 2 1,-3-1-2,3-1 1,-3 2-1,2-1 0,1-1 0,1 2-1,-1-1 0,-1 1 0,2-3 1,1 2 0,-1 1 0,1-2 1,-1 2-1,3-1 1,-5-1 0,3 1 0,-1 0 1,1-1-2,-1 0 1,1 2-1,-3-2-3,3 1 2,-3-1-1,0 1-14,1 0 14,1 0 2,-1 0 0,-1 0 0,2-1-1,-1 2 0,-1-1-12,1 0 10,-1 1 1,-2-1-11,1 0 11,-1 1 2,-2-2-2,3 1-1,-3 0 1,2 1 0,-3-1 2,1-1 0,0 2 0,-2-1 0,3 0 0,-1 1 1,-2-1-1,4 0 1,1 0 0,-1-1-1,-2 1 0,3 0 0,-3 0 0,0 0-1,2 0-1,-1-1 1,-1 1 0,0 0 1,-2-1 0,5 1 0,-5-1-1,2 2 1,1-1 0,-3 1 0,4-2-1,-4 1 0,3 0-1,-1 0 0,0 1 1,0-2 1,3 2 0,-1-1-2,-2-1 2,3 1 2,-1 0-1,-2 0 1,1-1-1,-1 1 0,2 0 1,-4-1-2,5 0-2,-3 1 0,0 0 2,0 0-1,1 0 1,-3 0-13,2-1 13,0 2 1,-1-1-1,1 1-12,0-1 12,-2 1 0,5-2 0,-5 1-1,4 0-2,-4 0-29,3 0 16,-1 0 16,0 0-3,1 0 0,-1 1-7,0-1 10,-2 1 1,5-2-1,-5 1-1,2-2-12,-2 3 13,-2-1 0,5-1 0,-3 1-3,0 0 0,-2 0 1,2 0 0,1-1 0,-3 0-1,2 1 2,-2 1 0,2-2-1,1 1 0,-1-1-11,0 0 11,0 1 0,0 0-1,1 0-9,-1 0 12,0 0 1,0 0 1,-2 1 1,2-1-3,-1 0 0,1 1 0,-2-1 0,2 0 0,-2 0 1,2 1 0,1-2-1,-3 2-2,2 0 2,-2-1-1,2 0 0,1 0 1,-3 1-2,0 0 0,0-1-12,-2 1 14,2-1 2,-4 1 0,2 0-2,0-1 0,0 1-2,-2-1-1,0 1-13,2 0 15,-2-1-1,0 1-2,0 0 4,0 0 2,0 0-2,0 0-20,0-1 1,0 1-19,0-1-11,0 0-8,-2 1-30,2-1-10,-4 1-45,2 0-88,-2-3-139,-2 2-122,0-1-138,-3-1 13,42 16 444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4:40:17.035"/>
    </inkml:context>
    <inkml:brush xml:id="br0">
      <inkml:brushProperty name="width" value="0.05292" units="cm"/>
      <inkml:brushProperty name="height" value="0.05292" units="cm"/>
      <inkml:brushProperty name="color" value="#789440"/>
    </inkml:brush>
  </inkml:definitions>
  <inkml:trace contextRef="#ctx0" brushRef="#br0">7855 17109 36,'0'0'55,"0"0"-19,0 0 10,0 0-20,0 0 10,0 0-4,0 0 27,0 0 199,0 0-112,0 0-54,0-1-1,0 1 20,0 0-1,0 0-12,0 0-29,0 0-21,0 0-9,0 0 10,0 0 13,0 0 10,0 0 3,0 0 3,0 0 3,0 0-3,-2 0-7,2 0-9,-2 0-7,2 0-3,0 0-7,-2 0-3,2 0 4,0 0-7,0 0 3,0 0 0,0 0 0,0 0-3,0 0-4,0 0-3,0 1 1,0-1 5,0 1 1,0 0 0,-2 0 3,2 1-10,0 0 3,-2 1 14,0 0-20,2 0-27,0 1 14,0 0 42,-2 1-42,0-1 3,2 2-3,0 0 6,0-1-2,0 2-8,0-1 23,0 1-34,-2 0 39,2-1-40,0 1 3,0 2 11,-2-2-14,2 1 0,0-1 0,0 1 21,0 1-21,0 0-4,0 0 4,0 0 13,0 2-11,0-1 1,0 1-3,0-2-1,2 1 0,0 0-1,-2-2 1,0 1-2,2-1 0,0-1 4,-2 1-2,0-1-1,0-1-34,0 0 14,0-1-4,0-1 4,0-1 3,0-1-10,0-1-6,0 0-1,0-1-9,0 0 4,0 1 5,0-1 10,0 0 14,0 0 9,0 0 1,0 0 1,0 0-1,0 0 1,-2 0 1,0 0 0,2 0 0,0 0-1,0 0-31,-2-1 3,0-3 0,2-1 9,-3 1-9,3-2 29,0 0-19,0-1 16,-2-1-13,0 1 16,0-1-2,2-1-17,0 0 16,-2-1-13,2 0 16,0 1-36,0-2 34,0 2 2,0 0 0,0 0 0,0 0 14,0 0-12,0 3 32,0-2-21,0 2 6,0-1-6,0 1-10,0 0 20,2 1-22,-2-1 31,0 0 0,2 0-19,-2 2 0,0-2 35,2 1-45,-2 2 23,2-1-24,-2 1 24,3 0 0,-1-1 0,0 2-10,-2-2 22,0 3 4,0 0-4,2-1-9,-2 2 0,2-1 6,-2 1 0,0 0 1,0 0-4,0 0-7,0 0-9,0 0-3,0 0-11,0 0-2,4 0-1,-2 0 1,4 0 19,-2 3 7,3 1-4,-1 0-9,0 2-1,-2 0 4,4 1-16,1 2 0,-3-2 0,2 2 12,2 0-12,-1 0-6,-1 1 6,0 0-1,3-1-32,-3 1 33,4-1 0,-1 1 1,-1 0-2,-2-1-14,0-1-23,1 0 2,-3-1-8,0 0 43,0 1-31,3-2 9,-3 1-2,0-3 12,-2 2-6,2-2-13,-2-1-13,1-1 13,-1 0 3,0-1 10,-2-1-20,0 0 7,0 2 13,-2-2 6,0 0 10,0 0 3,0 0 16,0-3-14,0-1 17,0 0 4,0-2 9,0-1-32,0-3 22,0 0-22,-6-2 16,4-2-9,-2-1 34,-3-2-41,3-1-6,-2 0-24,2-2 30,2 0 26,-2 1-26,0 0-39,4 1 39,0 0-43,0 3 43,0 2 26,0 1-25,0 2 12,4 2-12,-2 1-1,0 0 1,0 2-1,-2 2-22,2-1 6,0 2-13,-2 1 9,0 1-5,0 0-24,0 0-31,0 0-39,0 0-36,0 3 9,0 3-6,-2 1-30,0 2-42,0 1-62,0-1-190,-2 0-133,0-1 397,1-2 55,22-73 154</inkml:trace>
  <inkml:trace contextRef="#ctx0" brushRef="#br0" timeOffset="670">8341 17231 26,'0'0'206,"0"0"338,0 0 7,0 0-304,0 0-91,0 0 42,0 0-3,0 0-4,0 0-29,0 0-33,0 0-16,0 0-26,0 0-39,-41-14-13,39 14-3,-5 0-9,1 3-10,-2 2 12,2 1 4,-3 3-10,1-1-16,0 0 13,0 1-2,-1 0-12,1 1 21,0-1-20,2 2-6,-3 0 13,1 0-10,0 0 0,2 1-10,-1-1 7,3-1-13,4 0-16,0 0 19,0-3 13,0 0-13,6-1 13,3-1 0,-1-1 0,4-1-16,1-1-42,1-2-3,3 0-25,3 0-34,-1-2 14,-2-3-33,-1-1-49,1-1 49,-1 0-14,-3 0 33,-3-2-23,2 1 20,-5-1 19,-1 1 104,-2-1 39,-2 0 26,-2-2 49,0 2-40,-2-1 14,-4-1 6,-3 2 0,1 0-48,-2 0-20,-3 3 42,1 0-7,2 2-35,-1 0 29,-1 2-10,4 1-45,-1 1-2,-1 0-30,2 0 30,0 2-27,-3 1-10,5 1-16,2 0-85,-2 0-64,4-1-118,-3 0-147,3-1-179,2-1 361,0-1 192</inkml:trace>
  <inkml:trace contextRef="#ctx0" brushRef="#br0" timeOffset="1191">8496 17001 346,'0'0'114,"0"0"1102,0 0-963,0 0-58,0 0 64,0 0-7,0 0-14,0 0-48,0 0-62,0 0-33,-6-15-9,6 15-12,0 0-30,0 0-25,0 4-17,0 0 14,0 3 9,0 1-9,0 2 0,0 3 9,2 0-2,0 2-23,0 0 1,-2 1 24,0 1-9,2 1-13,0-1-6,0 2-7,-2-2 10,0 0 0,0 0 3,0 1-3,0-1-1,0 0-24,0-2-13,0 2 22,0-2-9,0-1-10,0 0-3,0-3 3,0 0 0,2-1 0,0-1-25,0 1 21,0-2-21,1-2-4,1 0 0,-2-2-4,4-2-5,-4 0-14,2-1-6,-2 1-7,0-1-3,4-1-17,-1 0-45,-1 0-36,2-1 0,2-3-56,-2 0-6,3-2-171,-1-1-87,-2-2 289,2-1 53</inkml:trace>
  <inkml:trace contextRef="#ctx0" brushRef="#br0" timeOffset="1479">8355 17235 382,'0'0'3,"0"0"616,0 0 36,0 0-295,0 0-136,0 0-17,0 0 38,0 0-7,0 0-52,0 0-74,0 0-48,87-11-64,-70 9-42,-1-3 10,1 1-38,-1 1-64,1-2 2,-3 1-16,1-2-55,-1 2-101,1-1-115,-3 0-349,-4 0-53,-1 2 739</inkml:trace>
  <inkml:trace contextRef="#ctx0" brushRef="#br0" timeOffset="2405">8930 17013 92,'0'0'43,"0"0"38,0 0 14,0 0 241,0 0 113,0 0-165,0 0-135,0 0-31,0 0 31,0 0 7,0 0 3,0 0 6,0 0-32,0 0 6,0 0-46,0 0 20,0 0 10,12 41-8,-7-35-38,-3 2-13,2-1 9,-4 3-21,4-2-4,-2 4-17,-2-1 4,2 0-9,0 2 12,-2-1-13,2 3-2,0-1-21,0 0 17,-2 1-19,2-1 0,-2 0 0,3 0 2,-3 1-2,2-2 3,-2-2-3,0 0 0,0 0-2,0-2-1,2 0-48,-2 0 10,0-4-17,0 2-44,0-3-16,0 1-42,0-3-59,0 0-84,0 0-43,0-1-63,0-1-210,-2 0-82,0 0 408</inkml:trace>
  <inkml:trace contextRef="#ctx0" brushRef="#br0" timeOffset="3137">8878 17080 275,'0'0'127,"0"0"823,0 0-599,0 0-140,0 0-39,0 0 26,0 0 18,0 0-44,0 0-89,0 0-54,0 0 0,0 0 23,56-18-4,-41 12 0,3 1-3,1 0 0,2 0-23,-3 0 1,5 1-10,0 1-12,-5 0 1,1 2-1,-1 1-1,-1 0-2,-5 2-14,1 4-10,-3 2 13,-4 2 0,1 1-41,-7 2 22,0 2 6,0 0-22,-9 0 19,1 1-6,-2-1 6,-3-1 3,3-2 13,-2 1 12,-1-3-15,3 0 14,2-2 0,-3-1-34,3-1 23,0-2-3,1-2 13,3 1 0,0-2 3,2 0 1,2-1 1,0 0 17,0 0-19,0 0-1,2 0 1,2 0 2,5 0-2,-1-1-30,-2-2 30,4 2 0,3-1 20,1-1-1,3 1-16,-1 1-1,3-1 0,-3 2 1,1 0-3,0 0-2,-1 1 0,1 2 2,-1 3-2,1 0 0,-1 1-11,-1 1-26,-5 1-28,0-2-40,-3 4-3,-5-1-6,0 0 35,-2 1 29,-2-1 32,-5 1 20,-5-1 21,0-1-9,-3 0-11,-1 0 27,-3-1-15,-2-2 26,3 0-36,-5-1 49,2-1-4,-1-2 40,1-1-1,0-1 3,-1 0-15,3 0-33,0 0-13,1-3-7,5-1 1,1 1 6,0-1-26,3-1 13,1 0-16,0 0-23,4-2-15,-3 2-69,5-2-31,-2 1-40,4 1-43,0 0-74,0 1-157,0-1-131,0 0-37,0 1 490</inkml:trace>
  <inkml:trace contextRef="#ctx0" brushRef="#br0" timeOffset="3927">9379 16973 97,'0'0'94,"0"0"-55,0 0 30,0 0 655,0 0-194,0 0-286,0 0-124,0 0 23,0 0 68,0 0 35,0 0-62,6-6-78,-6 7-32,0-1-7,0 1-3,0 0-16,0 1-23,2 1-25,0 3 0,0 1 64,2 2 9,2 2 7,1 0-26,-3 3 1,2 0-17,-2 2-13,0 1 10,2 1-16,-1 0-3,3 1 16,-4-2-31,0 3 14,2-1-11,-4 1 10,2-2-14,-4-1-15,0-1-14,0 0-3,0-2-12,0 2 22,0-4-16,0-1-4,0-1-31,0-2-32,-2 1 9,2-4-13,0 0-23,0-3-29,0 1-61,0-1-1,0-1-47,2 0-48,-2-1-141,5 0-62,-5 0 12,2-3 356,-2-1 116</inkml:trace>
  <inkml:trace contextRef="#ctx0" brushRef="#br0" timeOffset="4574">9637 17156 59,'0'0'218,"0"0"147,0 0 398,0 0-334,0 0-156,0 0-66,0 0-26,0 0-10,0 0-29,0 0-42,0 0-40,-8 4-40,6-1-7,2 1 19,-2 1 16,0 2 13,2 1-14,0 0-27,0 1 12,0-1-7,0 0-3,0 1-6,0-1-13,0-2-1,0 1 14,4-1-16,2-1-4,0-1-27,0-2-11,1 1-6,1 0 13,0-3-7,0 1 10,1-1-45,1 0-3,-4-1-16,2-2 9,1 0-3,-3-2 3,0-1 3,-2 2 32,-2-2 36,0 0 16,-2-1 23,0 0-4,0 0-19,-2 0 0,-2 1 22,0 0-22,-4 0 46,2 2 9,-1 1-13,-1 0-26,0 1 38,-3 2-37,3 0 21,-2 0-6,0 3 42,-3 2 0,5 0-10,-2 2-9,1 1-10,3 0 12,-2 3 4,0 0-10,3-1-12,1 2-8,2 0 17,0 1-26,2 0-6,0-1 7,0-2-1,0 1-22,6-2-17,-2-1-15,3 0 3,-1-3-6,2 1-6,0-2-7,3-2-3,-1-1-13,2 0-6,5-1-20,-3 0-29,1 0-42,4-4-42,-3 0-30,-1-2-49,1 1-43,-4-2-127,5-1-53,-5 0 16,1-2 335,-1 1 86</inkml:trace>
  <inkml:trace contextRef="#ctx0" brushRef="#br0" timeOffset="5135">9881 17169 287,'0'0'108,"0"0"921,0 0-612,0 0-197,0 0-38,0 0 44,0 0 45,0 0-39,0 0-88,0 0-45,0 0-10,-21-11 7,21 11-10,0 1-23,0 1-28,0 0-33,0 3-1,0 1 50,2 1 12,0 3-22,3 0-3,-3 0-35,0 1 16,2-2-18,0 3-1,0-1 0,-2 1-21,4-1 5,-4 0-18,3 0 5,-1-1-21,0 0 12,-2-2-4,2 0-5,-4 0-36,2-2 7,-2-3-4,0 1 10,0-2-16,0 0 9,0-2 3,0 0 17,0 0 24,0 0 33,0-2 23,-2-2-23,0-2-27,0-1 27,-2-2 19,4-1-3,-2-1 13,2-2-28,0 1-1,0-2-25,0 0 24,0 0-44,0 1 13,4 2-7,0 1 37,2 1-27,0 1 29,1 2 0,-1 1 51,0 0-47,0 2 8,0-1 17,5 3-9,-5 0-1,4 1-17,-1 0 14,-1 0-13,0 0 10,2 2 3,-1 4 16,-1 1-9,2 2-4,-4 0 10,3 2 3,-3 1-19,0 0-2,-2 0-11,0 0-1,-2 0-18,1-2-19,-3 0-14,2-1-25,-2-1-9,0 0-46,0-1-68,0-1-27,2-2-68,-2-1-192,2-2-165,-2-1-49,4 0 555</inkml:trace>
  <inkml:trace contextRef="#ctx0" brushRef="#br0" timeOffset="5913">10369 17185 218,'0'0'75,"0"0"-42,0 0 753,0 0-324,0 0-218,0 0-59,0 0 29,0 0-13,0 0 5,0 0-54,0 0-43,-35-56-3,26 51-29,-1 1-13,-2 0 32,1 0 3,1 1-48,-4 3-13,1 0-25,-1 0-10,1 2 9,-1 3 1,-3 2-10,3 1-1,-3 2 0,5 1-1,-3 1 1,5 1 10,2 1 17,2 0-27,-1 0-2,5-2-2,-4 1 2,6-1 1,0 0-1,0-1-29,0 0-2,6-3-14,3 2-6,-1-4-3,4 0-13,1-2 3,1-1-19,3-1-39,1-1-35,-1-1-50,-1 0-35,3-3 67,-3-2-94,1-1-82,-5-1-160,-1-2-50,-1-1 206,0-1 234,-1-1 107,-3-1 14,-2 0 0,0-3 0,-2 1 0,0-3 60,-2-2-37,0-3-23,0-2-35,0-1 25,-4-3 10,-2 0 29,2-2 1,-2 2 9,-3 1 101,-1 0-39,0 2 629,-3 1-222,3 3-180,0 3-107,1 4 64,1 2 8,4 3 19,-2 2-126,4 3-37,0 2-34,0 2-1,2 1-29,0 0-56,0 0-29,0 2-17,0 5-24,0 3 41,2 4 85,2 5-16,0 2 1,2 3-20,-2 0-16,0 1 7,3 1-16,1 1-23,-2-1 1,2 3-3,3 1 0,-3-1-34,0-1-13,-2 1 0,1-2 0,-1-1-20,-4-1 8,2 1-27,-2-1-18,2 0 41,-2-2 28,2 0-39,-2-3-82,3 0 99,-1-3 28,2-2-138,0-1-67,0-2 121,3-2 19,-3-2-226,0-3-56,2-3 8,-2 0 30,3-2-17,-3 0-141,2-7 264,0 0 177</inkml:trace>
  <inkml:trace contextRef="#ctx0" brushRef="#br0" timeOffset="6200">10530 17237 237,'0'0'81,"0"0"620,0 0-69,0 0-304,0 0-137,0 0-19,0 0 45,0 0 15,0 0-40,0 0-63,0 0-56,-41-49-9,41 49 0,0 2-23,0 1-37,0 3 18,4 1 67,-2 3 25,2-1-16,0 3-38,-2 0-22,4-1-16,-1 1-22,1-1-12,-2-1-19,0 1 3,2-1-29,0-1-16,1-1-19,-1 1-16,2-4-55,-4 1-12,5-2-15,-3-1-25,0 0-11,-2-3-50,0 0-113,2 0-194,-4-3-192,1-4 370,1-1 403</inkml:trace>
  <inkml:trace contextRef="#ctx0" brushRef="#br0" timeOffset="6403">10464 17030 313,'0'0'209,"0"0"1276,0 0-1274,0 0-78,0 0 86,0 0 65,0 0-56,0 0-100,0 0-128,0 0-29,0 0-61,0-2 49,4 7 25,4 2-42,1 2-67,-3 0-104,4 2-107,-2 1-95,1 0-262,-1 0-399</inkml:trace>
  <inkml:trace contextRef="#ctx0" brushRef="#br0" timeOffset="6988">10594 17225 192,'0'0'56,"0"0"703,0 0-160,0 0-287,0 0-55,0 0 34,0 0-23,0 0-50,0 0-64,0 0-74,0 0-51,19-12-10,-13 12 0,0 4 16,2 2-6,1 1 13,-3 1-11,2 2-29,-2 1-2,-2 0-25,1 2 6,-1 0-54,-2 0 15,0 0-25,-2-1-16,0-1 3,0 0-1,0-2 13,0-2 1,0-3 18,0-1 17,0-2 9,0-1 39,0 0 13,0 0 32,0-1-45,0-5-84,2-2 39,0-1 33,2-2 12,-2 0 23,2-1-23,3-1-7,-3-1 7,2 1 1,2-2-1,-2 0-50,1-1-41,1 0-25,0 4 2,-2-1 30,5 6 35,-5 0 36,2 3-19,-2 2 11,-2 2 21,1 0 42,-1 0-12,-2 0 12,0 4 26,2 2 10,-4 0-7,4 2 26,0 1-55,-2 2-6,2 0-10,-1 0-10,1 2-3,-2-1-12,0 0-1,0 0-1,0 0 1,2-1-33,-2-1 30,2 0-45,0-1-33,1-1 6,-1 0-6,4-3-62,0 1-87,3-1-4,-1 0 221,2-3-290,-1 0-502,1-2 554,-2 0 156</inkml:trace>
  <inkml:trace contextRef="#ctx0" brushRef="#br0" timeOffset="7465">11036 17240 103,'0'0'134,"0"0"-79,0 0 666,0 0-138,0 0-284,0 0-72,0 0-30,-35-70-16,29 65 39,-2 2-56,2 0-58,-3 2-26,3 1 26,-2 0-30,0 0-2,-1 0-27,-1 3-18,2 2 3,-3 1-13,3 1 6,-2 1 7,4 2 3,-3-1-10,3 2-22,0 0 10,2-1-1,2 2-12,0 0 0,2 0-13,0 0-28,0-1-16,2-2-32,4-2-16,0 0-23,5-3-6,-1-1-17,2-1 19,1-1-26,1-1-46,1 0-74,-1-3-21,-2-4-10,-1 2-26,-1-2 71,0-2 72,-1 0 162,-5-1 30,2 0 193,-2 0 61,-2-1 45,0-1-84,0-1-59,-2 0-88,2-1 4,-2 0-14,0 0-16,0 0-42,0 0 0,-2 2-3,0 0 3,0 1 19,0 4 42,0 1-2,0 1 57,2 3-16,0 1-38,0 1-62,0 0-52,0 0-94,0 1 23,0 4 33,6 2-53,-2 1-65,-2 2-134,3-1-143,1 0-131,-4-1 410,0 1 167</inkml:trace>
  <inkml:trace contextRef="#ctx0" brushRef="#br0" timeOffset="7987">10925 17374 203,'0'0'49,"0"0"62,0 0 596,0 0-283,0 0-167,0 0-66,0 0-32,0 0 7,0 0-43,0 0-30,0 0-2,-35 59-46,35-54 7,0-1-4,0 0 7,2 1-30,0-2-23,4 2-2,0 1-12,5 1-37,3 0 49,7 2 68,-1 0-68,3-1-269,0 0 1,0-1 268,3 2-55,1-1 42,-2-2-464,0 2 415,-4-3 16,-5 0-299,-3-1-329,-7-2 270,-2 0 329,0-1 46,-2 2 28,-2-1 2,0 0 15,-2 1 16,-4 2-3,-2 1 92,-1 1-36,-3 0 98,0 2 74,-1-1-74,-3 1-47,1 0-2,-1 1-17,-5 1-3,2-2 0,-1 2-49,-7 0 16,4 0 46,-6-2-4,-2 1 13,-2-3 10,-4-1-23,-2-1 10,-5-3-14,1 1 29,-3-3-16,5 0-13,6 0-1,6-3 0,6-2-26,7-2-41,1-1-25,3-2-1,5-2-25,-1-2-39,4-2-34,0 1-51,4-2-52,0 1 60,6-1 1,4 2-43,1 0 3,1 3 13,5 0-75,-3 3-39,5 0-72,-3 0-122,3 2-198,-3-1 250,1 0 299</inkml:trace>
  <inkml:trace contextRef="#ctx0" brushRef="#br0" timeOffset="8772">11121 16816 730,'0'0'183,"0"0"804,0 0-831,0 0-91,0 0 45,0 0 129,0 0 48,0 0-90,0 0-40,0 0-46,0 0 17,75 77 12,-55-60-13,1 2-20,2 1-34,2 1-23,1 4-15,1 0 2,2 3-21,-2 1-13,0 2 10,0 1-11,0 0-2,-5 2-22,1 1-16,-2 1-18,-3 1 24,-5 0-31,-1-1-6,-3-1-17,-5-1 10,-4 0-35,0-1 9,-7-1-26,-7 0-13,-5-2 32,-5-1-64,-5-1-21,-2-1 23,-7 0-46,-1-1-36,-4 0-4,-5-2-104,-1 1-69,-5-2-95,-6-1 294,0 1 123,-4 0 108</inkml:trace>
  <inkml:trace contextRef="#ctx0" brushRef="#br0" timeOffset="9775">7832 16967 61,'0'0'111,"0"0"-56,0 0 177,0 0 436,0 0-323,0 0-134,0 0-129,0 0 74,0 0 51,0 0-58,0 0-39,0 0-35,0 0-33,0 0 48,-39-42-16,35 41-6,2 1 16,0 0-10,0 0-7,0 0-19,-2 1-16,-3 4-32,1 1 19,-4 4 10,-7 2-13,5 4 7,-5 3 34,-1 3-15,-3 3 6,5 4-4,-7 4 23,2 1-35,1 5 12,-5 3-9,0 3-15,0 2 2,0 4-10,3 1-8,-1 0 14,6-1-18,7-1-9,8-4-26,2-5-41,14-5-32,11-2 15,8-8 13,9-4-9,7-6-43,13-5 4,4-5-78,7-5-114,3-1-92,1-5-209,-3-6-525</inkml:trace>
  <inkml:trace contextRef="#ctx0" brushRef="#br0" timeOffset="31372">12341 17562 158,'0'0'137,"0"0"-36,0 0 629,0 0-366,0 0-165,0 0-72,0 0-7,0 0 13,0 0 6,0 0 13,0 0-26,0 0-19,0 0-17,0 0-9,6-24-10,-6 24-4,0 0 4,0 0-4,0 0-6,0-1-29,0 0 10,0 0-7,0-1 3,0 0-6,0 1 0,-4 0-3,2-1-1,-4 0-9,2 1 4,-3-3-22,1 1-1,-2-1-3,0-1 3,-1 0 0,-1-1 0,-2-1-2,-1 0 1,-1-2 0,-1 1 2,-3 0-2,-1-2 0,-2 0-2,1 1 1,-1-1 0,0 0 2,1 0-1,-3 1 1,0-2-1,3 1 0,-3-1 2,2-1-1,0 1 0,-1 0 0,3 1-1,3 1-3,-1 1 3,-2 1-2,5 0 0,-5 1 0,3 1-13,-3 0 14,1 1 2,1 1-13,1-1-3,-3 2 13,-2-1 3,3 0 0,1 2 1,1-1-1,1 0 0,-1 1 0,3 1 0,1-1-1,-1 1 1,5-1 0,0 1 1,0-2 0,-1 2 1,3-1 20,2 1-18,0 0 8,2 0 4,0 0-14,-2 0 11,4 0-12,-3 0-1,1-1 0,2 1-2,-2 0 2,2 0 0,0 0-1,0 0-1,-2 0-11,2 0 12,-2 0 1,2 0 0,0 0 0,0 0-1,0-1-2,0 1-10,0 0 10,0 0-23,0 0 1,0 0 6,0 0 0,0 0 0,0-1-13,0 0 29,0 1-9,0-1 8,0 1 1,0 0-9,0 0 8,0 0-8,0 0-1,0 0 11,0 0 0,0 0-2,0 0-8,0-1 10,0 1 1,0-1-1,0 1 0,0 0-1,2 0-10,-2 0 10,0 0-10,0 0 10,0 0 0,0-1-13,0 1 13,0 0-10,0 0 10,0 0-10,0 0 0,0 0 0,0 0-3,2 0-3,-2 0-1,0 0 1,0 0 3,0 0-6,0 0-7,0 0-7,0 0-5,0 0-8,0 0-34,0 0-1,0 0 16,0 0-13,0-1-55,2 0 36,-2 0 9,0 1 13,2-1-16,-2 1-19,3-1-56,-1 0-14,2 0 47,-2-2 25,0 1-6,0 1-111,0-2-177,-2 2 56,-21 17 219</inkml:trace>
  <inkml:trace contextRef="#ctx0" brushRef="#br0" timeOffset="32271">11700 17145 148,'0'0'91,"0"0"-45,0 0-20,0 0 16,0 0 33,0 0 450,0 0-232,0 0-166,0 0-78,0 0 13,0 0 62,4 0 38,-4 0-32,0 0-71,0 0-30,0 0 16,0 0 30,0 0 12,0 0-3,0 0-16,0 0-22,0 0-4,0 0 6,0 0-6,0 0 3,0 2-6,0-1-7,0 1 4,0 0-1,0 2 1,-4 0-1,2 1-3,-2 0-9,-2 2 3,1 1-10,-1-1-15,-2 0 2,0 0 0,-3 1 13,3 0-14,0-1-2,-2 0 0,1-1 0,3 0 0,-2 0 1,0-2-1,1 0-1,3 0 1,0-2 1,0 0 2,2 0-3,0-1-3,2 0 2,0-1-1,0 0 1,0 0 0,0 0 0,0 0 0,0 0 0,0 0-2,0 0-13,0 0 0,0 0 14,0 0 1,0 0 1,0 0 0,0 0-1,0 0-1,0 0 0,0 0 1,0 0 0,0 0-1,0 0 1,0 0-1,0 0-2,0 0 1,0 0 0,0 0-10,0 0 10,0 0-10,0 0-3,2 0-3,0 0 2,0 0 1,-2 1 16,4 1 13,0 0 0,2 1-12,-1-1 12,1 0-12,0 2 1,0-3 11,2 3 0,1-1-12,-1 1 1,2 2 1,1-2-2,-1 0 3,0 0 12,3 1-16,-3 0 2,0-2 0,1 2 0,-1-1-1,0-1 1,-1 1 0,-1-1-2,-2 1-2,2-1 0,-1 0 1,-1 0 1,-4-1 1,4 0-1,-4 1 0,2-1 0,-4 1 0,4-1-2,-4-1-17,3 0 16,-3 0-23,0-1-6,2 1-4,-2-1-25,0 0-13,0 0 0,0 0 12,0 0-6,0 0-13,0 0-19,0 0-13,-2 0-24,-1 2-32,-1-1 36,0 1-88,-2 1-105,0-1-71,0 1-53,-1-2 190,45-15 260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17:07.18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 contextRef="#ctx0" brushRef="#br0">0 25 49,'0'0'153,"0"0"-68,0 0-49,0 0 133,0 0 516,0 0-334,0 0-204,0 0-82,0 0 13,0 0 55,0 0 3,9-1-45,-9 1-36,0 0-10,3 0 1,3 0-4,4 0 6,-1 0-15,0 0-8,7 0-2,-4 0-10,4 0-13,-1 0-1,1 0 0,-1 0 1,4 0 0,-1-2-3,1 0-43,-4-2-9,-2 2-32,2-1-23,-2 0-13,-7 1-10,0 1-36,-6 0-59,0 1-87,0 0-129,0-1-107,-3-1 309</inkml:trace>
  <inkml:trace contextRef="#ctx0" brushRef="#br0" timeOffset="-400">136-5 37,'0'0'156,"0"0"-61,0 0-79,0 0 1,0 0 175,0 0 499,0 0-362,0 0-196,0 0-74,0 0 35,-9 0 42,9 0-3,0 0-42,0 1-42,0 1-20,0 1 6,0-1-2,0 0-11,0 1-18,0 3 41,0 2 4,0 0-8,0 2-8,0 1 15,0 1 1,0 1-33,0-1 3,0 2 17,0 0-1,0 1-35,0-1 3,0 0 13,0 1-14,0-1 0,0 1-1,0 0-2,0-1 2,0 1 10,0 0 2,0-1-13,0-1-31,-3-1 2,0-2-13,-1-1-16,4-1-35,0-1 2,-3-2-6,-3 0-10,6-2-16,-3-1-49,-3 2-85,3-2-3,-3-1-82,-1-1-94,4 0 5,-3 0 230</inkml:trace>
  <inkml:trace contextRef="#ctx0" brushRef="#br0" timeOffset="892">446 76 162,'0'0'75,"0"0"-52,0 0 0,0 0 3,0 0 19,0 0 510,0 0-259,0 0-162,0 0-53,0 0 30,0 0 32,0 0 19,25 0-38,-25-2-37,0-2-28,0 0 28,0-1 4,0 1-33,0-1-39,0 2 56,-3-2-7,0 2-52,-3-2-16,2 1 13,-5 0-7,3 0 10,0 2-15,0 1 2,-7 0-6,4 1-27,0 0-8,-7 0 9,7 0 12,-7 0-2,4 2 0,-1 4-4,1-1 21,0 2-2,-1 0-12,4-1-6,0 3 2,-1-1 18,1 1-14,3 1 16,0 1 2,-1-1-1,4-1 19,3 2-8,-3-3-12,3 2-3,0-1 3,0-1 2,0-1-1,0 0 17,3-1-18,0 1-3,4-2-43,2 1-6,0-3-9,4 2 25,-4-3-12,0-2 22,4 1 6,-1-1 10,0 0 10,4 0 17,-4-1-17,1-3 0,-1-2 2,1-1 11,-1-1-11,-3-1 16,4 0-17,-7-2 21,0 0-21,0 0 1,0-2-1,-2 2-2,-4 0-28,0 0 26,0 3 3,0-1 3,0 2 17,0 2-7,0 1 22,0 2 7,0 1 17,0-1 9,0 2-13,0 0-7,0 0 4,0 0-13,0 0-23,0 0-15,0 0-1,0 2-15,0-1-11,0 1-16,0 3 10,0 0 32,0 2 25,3 1-12,0 1-11,0 1 34,0 0-34,3 1-1,0 0 2,1-1 17,-1 1-7,3-2-12,0 0 1,-2-1-1,2-1-1,0-1-29,0 0-16,1-2-26,-4 0-39,0-1-30,0-1-51,1 1-56,-7 1-101,3-4-10,0 0-112,0 0 73,0-1 252</inkml:trace>
  <inkml:trace contextRef="#ctx0" brushRef="#br0" timeOffset="3719">567 75 121,'0'0'127,"0"0"-101,0 0-10,0 0 7,0 0 19,0 0 623,0 0-287,0 0-209,0 0-55,0 0 16,3-6 26,0 5 19,-3-1-42,0 1-65,3 1 10,-3 0 32,0 0-7,0 0-13,0 0-16,0 0-13,0 0-12,0 1-8,0 1-9,0-1-9,0 0-1,0-1-6,0 3-15,0-1-1,0 1-30,0 2 30,0 3 13,0 2-12,0 0 3,0 1 8,0 0-11,0 2 0,0-1 2,7 1-2,-7 0-1,0-1 0,0 1-1,0-2-12,3 1 12,-3-1-1,0 1-13,0-1 14,0 0-2,0-1-9,0-2 8,0 0-18,0-3 6,0-2 0,0-2-16,0 0 13,0-1 16,0 0 3,0 0 3,0 0 9,0 0 4,0 0 20,0 0 2,0-4-3,0-3-35,0-1-19,0-4 18,0 0-15,3 0 15,0-1-15,0-2-3,0 0-20,0-1-6,0 1 29,0 0-10,4 2 4,-4-1-17,3 3 10,0 0 26,-3 2 1,3 1 2,1 0 32,-1 1-32,0 2 0,-3 0 31,3 2-15,-3-1-14,0 3 24,1 1 0,-4 0-16,6 0-10,-6-1-23,3 1 10,-3 0 0,3 0-9,0 0-14,3 0 24,-3 4 12,4 2 48,-1 3-3,-3 0-45,3 3-1,0-2-2,0 2-13,-6 1 14,10 1 0,-10-2 0,3 2-27,0-2 10,-3 1-4,0-1-15,3 0 36,0-2-37,-3 1 7,0-3 12,3-2-12,-3 0 31,0-3-18,0 1 2,0-4-8,0 0 25,0 0 0,0 0 29,0 0 6,0 0 10,3-5 17,0-2-18,1 0-44,2-5 0,-3-1 12,3-2-12,-3-1-2,3 1-1,1-3 2,-4 1-28,3-1-16,0-1-32,0 2 12,1 0 36,-1 2-42,0 4 32,3 1 39,-3 3 13,1 1-11,-1 1 34,0 3-7,-3-1 13,0 3 6,0 0 7,0 0-29,-3 0-24,4 0-2,-1 0 0,0 2 17,3 4 48,0 2-11,-3 0-5,3 3-20,-2-1 16,5 3-23,-6 0-19,0 1 10,6-1 0,-2 1-1,-1-1-11,-3 2-1,6 0 0,-6-1-16,3 2 16,-2-1-16,-1 0 12,0 0-12,-3-1 4,0-2-33,3 0-10,-3-2 13,0-1-22,0-2 12,0-3-32,0 0-19,0-3-59,0-1 7,0 1-43,0-1-95,0 0-74,0 0-28,3-7 11,3-3-43,0-3 344</inkml:trace>
  <inkml:trace contextRef="#ctx0" brushRef="#br0" timeOffset="2086">1029 1 150,'0'0'114,"0"0"-78,0 0-7,0 0 4,0 0 322,0 0 203,0 0-285,0 0-185,0 0-13,0 0 55,-15 2 12,15-2-41,0 0-62,0 0-39,0 0-2,0 1 0,0 0-1,0 0-10,0-1 0,0 1 0,0-1 0,0 0 1,0 0-18,0 0-35,0 0-19,0 0-13,0 0-1,-4 0-19,1 1-46,3-1-48,-3 0-63,3 0-39,-3 0-52,3 0 159,-3 0 177</inkml:trace>
  <inkml:trace contextRef="#ctx0" brushRef="#br0" timeOffset="4357">1082 49 295,'0'0'2,"0"0"60,0 0 107,0 0 613,0 0-359,0 0-199,0 0-81,0 0-7,0 0 13,0 0-13,-13 4-52,13-1-45,0-2-17,0 2 1,-6 0 2,6 2-8,-9 2 5,6 1 4,0 0-4,-7 2-9,7-1-10,3 0 9,-3 0-12,0 0-15,3-1 15,0 1 1,0-2 0,0 1-1,0-1-3,6-1-13,0-2-2,1-1 17,2 0-21,3-2 20,1 0-24,-1-1 24,1 0-23,2 0 8,1-3-5,-4-4-14,3 1 36,-2-2-2,-1 0 1,-2 0 1,-1-2 16,-3 0 13,3 0-16,-9-1-12,0 1-1,0 0-9,0 0-12,0 2 21,-6 0 2,-3 1-2,0 3 0,-1 0 0,1 3 13,-3 1-13,-1 0 4,4 0 12,-7 0 16,7 5 10,-3 2 3,-1 1 3,-2 3 10,5 0-13,-2 0-13,0 2 13,2 0-5,1-1-39,0 1 2,3-1 22,2 0-12,-2 1-12,6-1 2,-3 0-3,3 1 2,0 0 14,0 1-12,0-2 12,6 1-1,1-1-15,-1-2-1,3 0 0,0-1-1,4-1-17,5 0 18,-2-2-44,2-1 10,1-3-7,3 0-25,-1-2-20,-2 0 20,3 0-4,-4-4-13,1-1-9,0-1 9,-7-1-52,4-1-46,-7-1-9,3-2-66,-2-3-110,-4-3-132,0-4-169,3-1 494</inkml:trace>
  <inkml:trace contextRef="#ctx0" brushRef="#br0" timeOffset="-787">229-223 25,'0'0'176,"0"0"-68,0 0-107,0 0 0,0 0-1,0 0 2,0 0 47,0 0 196,0 0 74,0 0-166,0 0-71,0 0-1,0 0 33,0 0 23,0 0-30,0 0-45,0 0-23,6-10 0,-6 10 13,0 0 3,0-1 3,0 1-6,0 0-6,0 0-1,0 0-3,0 0 1,0 0 2,0 0-3,0 0-3,0 0-3,0 0-1,0 0-2,0 0-11,0 0 1,0 0-7,0 0 0,0 0-3,0 0-10,0 0 13,0 0-3,0 0 0,0 0-9,0 0 8,0 0-8,0 0 12,0 0-3,0 0 0,0 0 0,0 0-1,0 0 5,0 0-1,-3 0 0,3 0 0,-3 0 10,3 0-10,-3 0-13,0 0-3,0 0-29,-3 0-13,-1 0 20,1 0-7,-3 0 12,-4 0-18,4 0 22,0 0-3,-4 0 0,1 1 3,0 2 10,-4-2-14,7 4-2,-4-1 16,1 1 1,-3 0-21,2 2 20,-2-1 2,-1-1 0,1 1-12,2 0 12,1 0-22,3 1 20,-4 1 1,1-1-24,2-1-4,1 1 29,0 0-15,0 0 0,2-1 16,-2 2 0,3 0-11,0 0 9,-1 0-21,1 1 4,6 1 0,-3 0 18,3 1 1,0-1-17,0 1 11,0-1-7,0 0 13,0-1 0,0 1 3,0-1-3,3-1-16,3 0 16,1 0 13,-1-1-13,3 0-33,4-2 4,-4-1-16,0-2 43,4 2-15,2-3-38,-3 0-88,1-1 52,2 1 26,-5 0-114,5-1-153,-2 0-23,-1 0-46,-3 0 75,4-2 250,-4-2 76</inkml:trace>
  <inkml:trace contextRef="#ctx0" brushRef="#br0" timeOffset="5518">1240-7 239,'0'0'121,"0"0"-43,0 0 522,0 0-200,0 0-211,0 0-85,0 0-29,0 0 13,0 0 25,0 0 10,12 19 1,1-17-11,-1-1-13,4-1-6,2 0-46,4 0-19,0 0-10,2 0-19,1 0-4,-3-2 3,3-1-1,-4 1-1,1-1-17,-6 1 19,2 1 0,-2 0-12,-7-2 11,0 2 0,-6 1 0,1 0-11,-4 0 13,0 0 2,0 0 24,0 0 3,0 0-28,0 0-1,0 4 0,-4 1 0,1 1 71,-3 1-19,3-1-11,3 2-2,-6 0-36,3 0 23,0-1-23,0 0 0,3 0-3,-4-1 3,1 1-3,0-1 1,3-1-1,0-1 0,0 1-1,0-2-1,0 1-9,0-3 9,10 1-1,-7-1-16,0-1 6,3 0-22,0 0 24,0 0 11,1-3 26,2-1-24,0-1-2,0-1-2,1-1-11,-4 0 10,0-1 3,-3-1 0,-3 0 0,0 1-16,0-1 3,0 3 13,0 1 24,0 1-12,-3 2-11,-3 1 26,-3 1-27,-1 0-39,-2 0 39,0 0 20,-4 0-1,1 4 26,-4 4 6,3 1-12,-2 1 3,2 2 22,-5 1-39,5 1 17,1 1-7,-4 0-13,7 0-6,2-1 10,1 0-11,0 0-14,6 0 17,0 0-16,3 0-2,0 1-10,0-2 9,0 1 1,6-2-13,3 0-6,7-1 15,-4 0-24,3-3-17,7-1 26,-3-1-13,6-2-10,-4-1-6,1-1-3,3-2-17,0 0-19,-7 0-6,7-3-20,-3-3-13,-4-1-32,1-1-10,-4-1-66,-2 0-45,-1-1-76,-2-2-108,-4-2-169,-3 1 436</inkml:trace>
  <inkml:trace contextRef="#ctx0" brushRef="#br0" timeOffset="4793">1373-195 351,'0'0'69,"0"0"439,0 0-127,0 0-143,0 0-7,0 0 2,0 0-2,0 0-24,0 0-4,0 0-93,0 0-7,-56-88 15,56 87-8,-3 0-24,3 1 6,0 0-21,0 0-24,0 0-15,0 0-13,0 0-17,0 0-2,0 0-22,0 4-19,0 4 38,-3 2 3,0 4 19,0 3-16,-3 0 38,6 3-38,-3 0 10,0 0 19,3 3-13,0-2 0,0 3 3,0 1-20,0-2 0,0 3 0,3-2-2,0 0 2,0 0-2,3 0 12,-3-2-12,3 0-22,1-3-22,-4 0-1,3-2-9,-6-2 6,6-1-35,-3-3-35,0-1 29,0-2 5,1-1 1,-4-2-46,0-2-38,0-1-21,0-1-25,0-1-63,0 0-59,0 0-36,-7 0 22,4-4 43,0-7-167,-3-1 383</inkml:trace>
  <inkml:trace contextRef="#ctx0" brushRef="#br0" timeOffset="10209">1792 56 96,'0'0'127,"0"0"-59,0 0-68,0 0 17,0 0-1,0 0 13,0 0 7,0 0 271,0 0-47,0 0-103,0 0-30,0 0-7,0-3 4,0 2-7,0 1-26,0-1-23,0 1 1,0 0-4,0-1-4,0 1-15,0 0-7,0-1 13,0 1 9,0-1 1,0-1-4,0 0-6,-3 0-4,3 2-6,0 0-9,0-1-1,0 0 7,-3 0 0,0 0 6,3-1-13,-4 0-31,1 1-1,0-1 0,3 1 3,-3 0-1,0 1-2,0 0-22,3 0-14,-6 0 36,3 0-1,0 0 1,-1 0-29,-5 0-3,3 0 9,0 0 7,0 0-10,-1 0-12,-2 1 34,3 2 3,-4 1-21,4 0 22,0-1-26,0 2 14,3 1 11,-3-3 1,-1 3-3,4-1-20,0 0 20,0 0 2,0 1 1,3 0-17,-3 0 17,3 1-2,0-1-17,0 0 12,0 0 7,0 0 0,0-1 1,3 1-1,0 0-10,3 0 10,0 0 14,1-1-14,-1 1 19,3 1-17,4 1-2,-4-4 3,3 1 23,-2-1-26,-1 0 0,-3-1-3,7 0 0,-7 1 3,3-1-20,-3-1-2,-3 1 9,4-1 0,-7 1-29,0 0 13,0 1-4,0-1-41,0 1 5,0-1 40,0 0-3,-4 1 16,-2 1-7,-3 0 0,0 1 23,-1-2 42,-2 1-9,0-3-33,5 1 0,-5 1 0,-1-2 0,4 0 32,-3 0-31,-1 1 3,4-1-4,0-1 0,-4 0-26,4 0-88,-3-1-94,-1 1-104,1 0-112,-1-1-124,1 0 180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17:27.605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 contextRef="#ctx0" brushRef="#br0">452 1695 10,'0'0'78,"0"0"0,0 0-16,0 0-32,0 0-8,0 0-18,0 0 12,0 0 0,0 0-3,0 0 0,-12 3 7,12-2 6,0-1-6,0 0 136,0 0-45,-3 0-52,3 0-27,0 0-2,0 0 12,0 0 4,0 0-1,0 0-19,0 0-3,0 0 13,0 0 3,-3 0-6,3 0-1,-3 0 7,3 0-19,0 0-20,0 0 16,0 0 49,0 0-13,0 0-3,0 0 3,0 0 10,0 0 0,0 0-7,0 0-6,0 0 0,0 0-7,0 0-3,0 0-3,0 0-7,0 0 7,0 0-1,0 0 4,0 0 0,0 0 4,0 0-8,0 0 7,0 0-3,0 0 0,0 0 0,0 0 0,0 0 0,0 0 3,0 0 10,0 0-1,0 0-5,0 0-4,0 0-27,0 0-15,0 0 0,0 0 1,0 0 0,0 0-1,0 0-2,0 0-2,0 1-15,3 0-4,-3 1-9,3 0 0,-3 0 0,0 1 6,3-1 26,0 4 9,-3 0 11,3 1-6,3 1-12,-6 0-2,3 1 39,1 1-38,2-1 18,-3 2-16,0 0 23,3 0-24,-3 1 37,3 1-16,-2-2-22,-1 1 2,3-1 0,-3 1 17,0 0-1,-3 0-17,6 1 14,-3-2-3,0 1-6,1 0-6,-1 0-1,3-2 0,-3 0 0,-3-1 13,6-2-29,-6 0 18,3 1-2,0 1 3,0-1-1,-3-1 17,4-1-16,-1 0-3,-3-3 0,3 2 0,-3-1 3,0 1 10,0 1-12,3-1-2,-3-1 1,3 1 0,-3-3 0,0 2 1,0-1-1,0 0 0,3-1-4,-3 2-8,0-3 11,0 0-2,0 0 2,0-1 1,0 2 32,0 0-32,0 0-3,0-1-10,0-1 12,0 1 1,0 0-1,0 1 0,0 0 1,3 0 2,-3 0 11,3 0-2,-3-1-11,0-1-3,0 3 3,0-1 0,3 0 1,-3 2 0,0-2-1,0-1 0,0 0 0,3 0-2,1 0 1,-4 1 0,0 0 1,0-1 1,0 1 2,0-1-2,0 1-1,3-2-1,-3 0 0,0 0 1,0 0 0,0 0-1,0 2 0,0-1-2,0-1 2,0 0 1,0 0 0,0 0 1,0 0 1,0 1-2,0-1 1,0 0 1,0 0 1,0 0-1,0 0-1,0 0-1,0 0 0,0 0-1,0 0 0,0 0 1,0 0 0,0 0-1,0 0 0,0 0-1,0 0 1,0 0-1,0 0-1,0 0 0,0 0-10,0 0 12,0 0-1,0 0 0,0 0-11,0 0 0,0 0-6,0 0-13,0 0-10,0 0-17,0 0-8,0-1-14,0-2-23,-3 3-29,3-1-22,-4 0-47,1 1-71,0-1-88,-3-1-73,0-1-61,31 15 286</inkml:trace>
  <inkml:trace contextRef="#ctx0" brushRef="#br0" timeOffset="1833">592 2118 22,'0'0'32,"0"0"4,0 0 3,0 0 4,0 0 2,0 0-9,0 0-16,0 0-17,0 0 13,0 0 1,0 1-4,0-1-11,0 0 11,0 0-11,0 0 18,0 0-7,0 0 0,0 0 3,0 0 229,0 0-63,0 0-61,0 0-30,0 0 0,0 0 13,0 0 14,0 0-11,0 0-13,0 0-9,0 0 6,0 0 7,0 0-4,0 0-7,0 0-15,0 0-24,0 0 4,0 0 0,0 0-13,0 0 6,0 0 7,0 0-26,0-1 13,0 1 6,0-1-10,0 1 1,0 0 3,0 0-4,0 0 1,0 0-7,0 0 0,0 0-7,0 0 4,0 0-3,0 0-4,0 0-3,0 0 0,0 0-3,0 0 0,0 0-10,0 0 13,0 0-14,0 0-2,0 1-1,0 0-1,0-1-14,0 0 0,0 0-7,0 1 1,0 1 6,0 1 15,0 0 1,3 4 10,-3 0-10,3 0 0,-3-1 0,0 1 23,0 0-21,0 0-3,0 1 2,0-1 20,0 2-19,0 0 0,3-1 16,-3 0-18,0 0 0,0 0-13,0 0 13,0 0 1,0-1-1,0 1 2,0 1 1,0 0 1,0-1-4,0-1-1,0 0 0,0-2 1,0 1 0,0 0 0,0-1 1,0 1-1,0-2 0,0 0-1,0 0 1,3 0 0,-3 0-2,0-1 2,0 2-2,0 1 2,0-2 4,0 1-1,0-1-3,0 2-2,0-2 2,0 0 0,0 0-1,0-1 2,0 0-1,0-1 3,0-1-3,0 0-1,0-1-1,0 0 1,0 0-1,0 0 0,0 0 1,0 0 0,0 0 1,0 0-1,0 0-12,0 0-9,0 0-4,0 0 0,0 0 0,0 0 1,0 0-4,0 0-3,0 0-7,0 0-13,0 0-9,0 0-10,0 0-4,0 0-6,0 0-9,0 0-4,0 0 0,0 0-7,0-1-6,-3 0-20,0 1-16,3-1-39,-3 0-53,0 0-127,0-1 33,-3 2 32,-1-2 180,35 11 117</inkml:trace>
  <inkml:trace contextRef="#ctx0" brushRef="#br0" timeOffset="2994">793 2330 102,'0'0'134,"0"0"-82,0 0-23,0 0-9,0 0-7,0 0 7,0 0 19,0 0 365,0 0-81,0 0-141,3 0-75,-3 0 7,0 0 39,0 0-7,0 0-35,0 0-43,0 0-16,0 0 13,0 0 12,-3 0 1,3 0-20,0 0-25,-3 0-17,3 0-16,-3 0-13,3 0 10,0 0 0,-3 1 0,0 1 0,-3-1-10,3 1 0,-7 2 13,7-2 15,-6 1-15,3 1 13,0 0 7,2 0-20,-5-1 13,3 2-1,0-1-12,0-1-3,-4 2 3,4-2 0,0 3 13,0-2-13,-1 1-13,1 1 12,0-2-1,3-1 1,0 3 0,-3-4 1,-1 3 3,1-3-2,3 3-1,-6-3 0,3 2-12,-1-1-20,4 0-20,-6-1-25,6 2-11,-3-1-9,3-1-39,0 0-30,-4 0 0,7-1-81,-3 0-50,-3-1-84,6 0-82,-3 0 263</inkml:trace>
  <inkml:trace contextRef="#ctx0" brushRef="#br0" timeOffset="2367">446 2306 221,'0'0'81,"0"0"-19,0 0-29,0 0 387,0 0 150,0 0-309,0 0-161,0 0-38,0 0 32,0 0 30,13 8-11,-10-8-41,0 1-27,0 1-16,0-1 0,3 1 16,-3 0 10,7-1-3,-4 1-10,0-1-6,-3 3-14,6-1-8,-2-2-12,-4 4 19,3-3 24,-3 1-32,3 2-13,0-1 16,-3 0-4,1-1-12,2 0-1,-3 1 1,0 0 16,0 0-15,0 0 0,0 0 0,0 0-1,-3-1 0,7 1-2,-7-2-17,3 0 15,-3 1-15,3-1 3,0 0-26,-3 1 0,0-1 0,3 0 0,0 0-3,-3 0-39,0-1 6,3 2 4,-3-2-43,0 0-6,0 1-46,0 0-36,0 0-65,0-1-66,0 0-55,0-1-23,0 0 239,-6-18 175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17:21.62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 contextRef="#ctx0" brushRef="#br0">-834 408 21,'0'0'65,"0"0"-13,0 0 3,0 0-12,0 0-17,0 0-25,0 0-1,0 0 2,0 0-1,0 0 1,-4-1 2,1 1-1,3 0 13,0 0-15,-3 0 2,3 0-1,0 0 1,0 0 10,0 0-10,0 0 10,0 0 0,0 0-9,0 0 15,0 0-2,0 0-1,0 0 127,0 0-6,0 0-26,0 0-16,0 0 6,0 0 0,0 0 3,0 0-19,0 0-17,0 0-13,0 0-3,0 0 4,0 0-8,0 0-2,0 0-7,0 0-6,0 0-4,0 0 0,0 0 10,0 0 0,0 0-3,0 0-4,-3 0 1,3 0-11,0 0 1,0 0 3,0 0 3,0 0-3,0 0 0,0 0 0,0 0 0,0 0 0,0 0 0,0 0-3,0 0-1,0 0 1,0 0 0,0-2 3,0 1 0,-3 1-8,3-1-17,0 1-1,0-1 26,0 0 6,-3 0-3,3 0-6,0 1 3,0 0 0,0 0 3,0 0 0,0 0 3,0 0-6,0 0-4,0 0 1,0 0 0,0 0-7,0 0 3,0 0-16,0 0 10,0 0-12,0 0-1,0 0 0,0 0-13,0 0-3,0 0 3,0 0 1,0 0-1,0 0 0,0 0 11,6 0-18,-3 1 20,3 3 1,4-1 1,-1 0-2,0 1-2,1 1-11,2 0 13,-3 1-1,1 0-18,2-1 18,-3 1 0,1 1-1,2 0-24,-6-1 23,4 0-20,-1 1-6,-3 1 13,0-1 3,-3 1 10,7 0-10,-1 1-3,-3 1-9,-3 2 24,3 0 2,4 0 8,-1 1-9,-3-1-13,4 2 13,-4-2 0,3 1 17,0 1-17,1-1 3,-1 1 15,0-1-18,1 2-19,-1-2 17,3 0 2,1 0 0,-1 0 3,1 1-3,2 0 10,-3-1-27,1 1 21,2-2-4,1 3 32,-4-2-29,4 1-6,-1 0 6,1 0-6,-4-1 5,4 1-2,-1-2 1,-2 1-1,2-1-2,-3 0-21,1 2 23,2-1 4,-5 2 44,5 0-48,-2-1-15,2 1 15,-3-2 42,1 0-42,-1-2 16,1 1-16,2 0 16,-2-1 4,2 0-20,-2 1 2,-1 0-2,3-1 13,-5 1-10,2-2 0,1 1 13,-4-1 9,0 1-25,4-2 0,-4 2 15,-3-1-14,6 1-2,-2-1-2,-4 0 2,3 1 1,1-2 12,-1 2-12,0-1-1,0 3 1,4-2 19,-4-1-19,0 1 0,1-1-3,-1 2 16,0-2 12,1 1-25,-1-1-1,0 0 1,-3-2 0,4 0 1,-4-1-1,3 1 0,-3-2 4,4 1-4,-4 0 1,0-1 1,0-1-2,1 2 2,-1-2 17,0 0-16,-3 2 14,6-1-17,-2 1 1,-1 0 0,0 1 0,0 0 17,0 1-18,4 2 2,-4-1-4,3 2 2,-3 0 0,1-1 10,2 0-10,-3-1 0,3 0 2,-5-1-1,5 0 12,-3 0-11,0-1-2,0-1 0,-2-1-2,2 0 2,-3 1 0,0-1-1,-3-1-19,3 0 8,-3-1-1,0-1-16,3 0 27,-3-1-18,0-1 18,0-1-14,0 0 3,0 0 10,0 0-16,0 0-7,0 0-16,0 0-23,0 0-12,0 0-11,0-2-15,0 0-27,0-1-100,0-2-180,0-2-166,0-2-119,0 37 480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17:23.881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 contextRef="#ctx0" brushRef="#br0">136 1633 67,'0'0'190,"0"0"-148,0 0-26,0 0-13,0 0 30,0 0 9,0 0 291,0 0-17,0 0-143,0 0-66,-3-2-6,0 2 20,3-1 2,0 0-32,0 1-36,0-1-6,0 1 6,0 0 10,0 0 0,0 0 0,0 0-7,0 0 4,0 0-4,0 0-3,0 0 0,0 0-6,0-1-4,-3 1-3,3 0-10,0 0-6,-3 0-7,3 0-2,0 0-4,0 0 3,0 0 0,0 0-15,-3 0-1,3 0 1,0-2-1,0 2 0,0 0 0,0 0-1,-3 0-1,3 0-14,-4 0-1,1 0-5,0 0-20,-3 3 23,-3 0 15,3 1-38,-7 1 42,1 1-22,-1 2 20,1-1-2,-7 1-15,4 1 17,-1 1-11,-2-1 13,2 4 10,-2-2-7,2 4-3,-6-1 0,4 1-32,-1 0 28,1 0-31,-1 2 22,0-1-23,1 1 23,-1-1 10,1 0 0,2 0-46,-3-1 49,-2-2-3,2 1-17,-3 0 20,1-1 2,-4 1 20,0 0-22,0 0-16,1 1 15,-1 0-28,0-1 29,0 2 1,-3-1-1,3 0-29,-2 2 3,2-2 23,3 0-20,-3 0-6,3 0 29,1 1-13,-1-1-3,0 1 12,-2 1 4,2-1 19,-3 1-19,0-2-39,0 1 16,-2 0 22,2 0 0,-3-2-18,0 2 18,6 0-12,-3-1 13,4-1-16,-4 2-7,3-3-12,0 1 35,1-2 26,2 1-26,1 0-33,-1 0 33,0 1-32,4 2 12,-1-1 18,1 1 2,-1 0 0,1 0 2,2-1-2,1 0-20,3-1 18,-1 0-9,1-1 9,0-1 2,3-1 1,-4 0 15,1 1 1,3-3-16,3 2-2,-3-1 2,-1 0 17,1 0-18,0 1-4,0-2 4,3 4 13,-4-3-13,-2 1 62,0 0-59,3 0 39,-4 0 1,4-2-11,0 1-32,0 0 1,0-1-1,-4 2 29,4-2-29,0 1 0,3-2 0,-4 0 12,4 0-11,-3-1-1,3 1 0,-3-2-1,3 0 0,0 0-9,0-1 10,-1 1 23,1-2-20,0 2 10,0 0 23,-3 0-26,6 0-7,-3 0 16,0-1 11,-7 1-8,10 0 17,-9 0-37,6 1 11,-3 0-13,0 0 0,3-1 26,-4 2-26,4-2 1,-3 1-1,0-1 23,3 1-1,-3 1 8,-1 0-30,4-2 3,-3 1 0,3 0 20,-3 0-7,6-3-15,-6 3-1,2-3-2,1 0 2,0 1 10,0 0-6,-3-1-1,3 1-3,0 1-3,0-3 3,3 1-2,-3 0-2,-1-1 2,1 1 0,3-1 0,-3-1-24,3 2 10,-3-1 16,0 1 16,3 0-14,0 0 0,-3 1-2,0-3 1,3 3 7,0-3-8,0 1-1,0 0 1,-3-1-2,3 0 0,0-1 1,0 0-3,0-1-9,-3 1 11,3-1 0,0 0 2,0 0 1,0 0 1,0 0-1,0 0-1,0 0-26,0 0 4,0 0 6,0 0 3,0 0 0,0 0-23,0 0-32,0 0-39,0 0-29,0 0-39,0-1-50,0-1-77,0-1-122,0-2 4,0-2-39,0 25 459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17:50.88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 contextRef="#ctx0" brushRef="#br0">96 159 112,'0'0'29,"0"0"10,0 0-3,0 0-13,0 0 10,0 0 325,0 0-2,0 0-237,0 0-118,0 0 80,-6-22 94,6 20 11,-4-1-105,4 1-77,0 1 67,0 0 27,0 0-17,-3 1 0,3 0 0,0 0-3,0-2 0,0 2-4,0 0 4,0 0-10,0 0-7,0 0-12,0 0-11,0 0-5,0 0-1,0 0-9,0 0-4,0 0-3,0 2-13,0 0-2,0-1-1,0 0-16,0 0-10,0 0-9,0 0-17,0 1-12,0 1-4,0 3 16,0 1 51,0 4-15,0 1 16,-3 1 35,0 0-35,0 0-9,0 1 9,3-1 0,0 1 1,0-1-3,-3 2 15,3-2-4,-3 2-9,0 0 1,3-1 0,0 0-1,-3-1 0,-1 0 12,1-2-12,3-1-3,0-1-55,0 0 32,0-2-29,0-1 22,0 1-57,-3-2 61,3 0-1,0-1-39,0-2 67,0-1-57,0 0-49,0 0-2,0-1 38,0 1 11,0-1-11,0 0-26,0 0-22,0 0 0,-3 0 12,3 0 27,0 0 12,-6-1 17,3-1 52,3 0 0,-3-3-42,0-1-46,3-1-56,-3-3-61,3-1-7,0-1 101,0 0 98,0-1-3,0 1 16,0 0-49,0 0 29,0 2 20,0 0 16,0 1 69,0 0 104,0 0-189,0 1 56,0 2-46,0-2 277,0 1-46,0 0-33,0 1-71,0-1 39,0-1-62,0 1 55,0 0 13,0 2-104,0-1 6,0-1-42,0 1-19,0-1 81,0-1-33,0 0-26,0 1 27,0-1-53,0 1 33,0-2 16,0 0-26,0 1-17,6-1-9,0-1-3,0 1 29,0-1-41,4 1 12,-1-2 7,0 1-8,-3 2-8,7-1-4,-1 2 0,1-1-4,-1 1-12,1 1 0,-1 1-2,0 0 18,-2 3 0,-1 0-13,3 0 10,-2 2 2,2 0-15,0 0-10,-2 0-6,2 0 3,-3 0-4,1 4 20,-1 2-29,0-1 10,1 4 13,-4 0 2,3 0-18,-3 2 19,1 0-56,-1-1-44,-6 3 90,3 0-3,-3 0-17,0 2-15,0-1 22,-6 1-7,-7 0-12,4-1 58,-10 1-20,7-3 11,-4-1 9,-2 1 21,-1-3-21,1 0 20,-4-1-20,3-3-25,1 1-8,-4-2 32,3 0-18,-2 0 6,-1-3-33,6-1 46,1 0-26,3 0 10,2 0 16,4 0 14,0 0 19,3 0 28,3 0 14,-3 0-10,3 0-10,0-2-19,0 1-4,0-1 36,3 1 7,3 1 6,-3-1-39,0 1 7,0-1-33,-3 1 0,0 0 13,3 0-26,-3 0-3,0 0-26,3 0-19,-3 2 9,0 0-6,4 1 4,-1-1 5,3 3 30,0 2 3,0 0 19,4 0 1,2 1 0,-3 1-18,4 0-2,-1 0 0,1 2 17,2 1-12,-3-1-5,4 2 0,-4-1 0,4-2 0,-4 0-16,1-1-33,2-1-12,-6 0-30,1-1 49,2 1-39,-3-2-36,1 0-56,-4-1-41,3 1 57,-3-1-113,1-1-98,-1-1-37,-3-3 213,3 0 150,-3 0 33</inkml:trace>
  <inkml:trace contextRef="#ctx0" brushRef="#br0" timeOffset="747">375 331 36,'0'0'130,"0"0"-84,0 0-26,0 0 6,0 0 635,0 0-286,0 0-206,0 0-61,0 0 2,0 0 24,9 0-5,-9 0-31,0 0-40,0 1-29,0 1-6,0 0-12,0 0-11,0 0-16,-6 4-10,3-2 26,0 4 39,0 1 7,0 0-44,3 1-2,-4 0 49,1 1-30,0-3-16,3 2-3,0 0 17,0-2-17,0 2 38,0-1-5,0-1-17,0 1 20,0 0-36,0-2 0,6 1 16,1-1-13,2 0 10,0-2-11,1 1-2,2-3 2,-3 2 8,4-2-10,-1 0 0,4-2-34,-4 0 34,3-1 0,-2 0-17,-1 0 1,4 0 16,-7 0 0,0-4 0,1 1 0,-1-3 1,-3 0 32,-3 0-14,0-1-6,1-1-13,-4 1-19,0-2-40,0-2 40,0 4-20,0-4 10,-7 2 26,4 0-20,-6-1-28,3 1 50,-4-2-16,4 2 17,-3 1 39,3 0-23,-1 2 7,1-1-23,-3 1-7,3 1 7,0 1 92,-1 0-92,1 1-45,0 1 6,3 0 0,-3 2 3,3-1 14,-7 1-17,7 0-7,-3 0 11,0 0 2,3 0-3,-4 0-19,4 0 13,0 0-26,-3 0-4,3 0 1,0 1-7,0-1-13,0 2-33,3-1-19,0 2-49,-3-2-20,3-1-75,0 0-68,0 0 240,0 0 53,0 0 32</inkml:trace>
  <inkml:trace contextRef="#ctx0" brushRef="#br0" timeOffset="1544">632 336 105,'0'0'53,"0"0"-24,0 0 17,0 0 527,0 0-51,0 0-226,0 0-121,0 0-12,0 0 12,0 0 13,13 0-46,-13 0-51,0 0-27,0 0-6,0 0 0,0 1-13,0 0-16,0 0-10,0 0-19,0 0-1,0 2-21,0 0-17,0 0-3,0 3 12,0 1 30,0 1 33,0 2-30,0-1-2,0 1 43,0-1-44,0 1-1,0-1-10,0 0 11,0 1 13,0-1 0,0 1 0,0-1-13,0-1-6,0 0 5,0-1 1,3-1-16,0 1-3,0-2-1,0 0-18,3-1 9,-3 0-20,0-2 17,7 0 31,-7-1-31,6-1 19,-3 0 10,7 0 3,-1 0-13,1 0-29,-1 0 41,3-4-41,-2-1-13,-1-1 9,1 0 44,-1 0-46,-3-1 32,1-1 14,-1 0-23,-3-1 23,-3-1 2,0 0 3,0-1-3,-3-1-13,0 0 0,0 0 26,0-2 6,-3 1-19,-3-1-13,3 3 13,0 1 39,-3 1 13,3 1-10,0 3 3,-1 1 62,1 3-33,3 0 0,-3 1-22,3 0-23,0 0-10,0 0-3,0 0 0,0 1-6,0 0-10,0 0-32,0 2-4,0 0-18,0 1-11,0 0 4,0 1 37,-3 2 24,3 0 39,0 3-17,0 0 14,0 0-4,0 1 14,0-2-44,0 2-2,0-1 21,0 1-21,0 0-3,0 0-23,6 1 26,-3-3 0,4 1-1,-4-1-32,3 0 10,0 0-19,3-1-19,1-2 57,-4 1-70,3 0 10,1-2-30,-4 0 10,3-1-10,0 0-10,1-2-7,-1-1-28,-3-1-131,7 0-101,-4 0-30,-3-3-166,0-5 426,4-1 102</inkml:trace>
  <inkml:trace contextRef="#ctx0" brushRef="#br0" timeOffset="2276">992 289 189,'0'0'0,"0"0"0,0 0 26,0 0 268,0 0 302,0 0-280,0 0-196,0 0-38,0 0 25,0 0 13,-3 11-29,3-8-32,0 2 2,0 0 1,0 3 22,0 1 13,0 1-38,0 0-1,0 1 16,0-1-49,0 1-24,0 0 27,0 0-28,3 2 13,-3-1-11,3 0-2,0 1 1,-3-2-1,6 1-19,-3 1 19,-3 0 14,3 0-12,1-3-4,-4 1 1,3-1 0,-3-1-16,3 0-34,0-2 9,0-2-10,-3-1-48,0-1 38,0-2 45,0 2 15,3-2-16,-3-1-3,0 0 21,0 0 42,3 0 29,-3 0 13,0-4 17,0 1-5,0-4-18,0-2-77,0-1-1,3-2-36,0-1 7,1-1 26,2-1-58,-3 1 35,6-2-6,-6 1-49,7 1 39,-4 0 19,3 2-48,-3 0 55,4 2 16,-4 3 0,3 0 26,-3-1 16,4 1-39,-1 1 52,-3 2-32,3 2-7,-2-1 6,-1 2-5,0 0 5,0 1-18,0 0 12,1 0 9,-1 0-21,0 0-4,0 5 0,0-1 0,1 2 9,2 1 14,-3 0-7,3 1 10,-2 1-13,-4 0 22,6 2-10,-3 0-24,0-1-2,1 3 0,-1-1-5,0-1 3,0 0 3,-3 1-19,3-1 0,-2-1-23,-1 0 19,0-1-41,0 1 25,-3-2 6,0-1-22,0-1-29,0 0-32,0-1-8,0 0 1,0-2-17,0 0-78,0-1-29,0-1-30,0-1-75,3 0-107,0 0 338,6-6 46,-2 0 64</inkml:trace>
  <inkml:trace contextRef="#ctx0" brushRef="#br0" timeOffset="3138">1761 423 77,'0'0'98,"0"0"-52,0 0 130,0 0 655,0 0-483,0 0-133,0 0-154,0 0 95,0 0-10,0 0 49,12-48-85,-18 41-43,3 0-18,0 0 12,-6 0-6,2 0-10,1 0-26,0 1 1,0-1 12,-4 1 22,1 2 16,0 0-69,3 1 58,-4 0-59,-2 2-32,0-2 3,-4 1 13,4 1-3,-4 1 16,1 0-30,-4 0 20,4 2 13,-1 2 0,-3 1-10,4 2-13,-1 1 21,1 0-14,-1 3 16,1-1 7,-1 1-7,4 1 0,0-1-1,2 2-20,4-3 18,0 2 1,3-1-1,3-2-32,-3 0 16,3-1-13,0 0-10,0-3-17,3 2-34,6 0 93,3-2 0,1 1 1,5-1 18,4-1-19,-3-2 0,6-2-45,-4 0-3,4 0-11,-3 0-15,3-2 35,-7-4-52,4-1 20,-3-2 32,-4 0 39,4-4 36,-7 2 25,0-4-44,1-1 90,-4-4-36,0-1-3,-2-3-42,-1 0 3,-3-3-16,0 1-10,0-1 16,-3 0-19,0 0-27,0 0 27,0-1 42,0 1-40,-3 0 21,0-1 25,0 1 14,-3 0 2,-1 0-48,1 3 36,-3 1 22,3 2-36,-4 4 33,4 3 22,3 4-7,-3 2 4,3 4-23,0 1-32,3 2-16,-3 1 7,3 0-14,0 0 0,0 0-12,-3 0-22,3 0-13,0 0-7,-4 1-6,4 1-9,-3 2-17,0 2 1,-3 2 73,0 4 32,0 3 9,3 2 7,-7 2-35,7 2-13,-3 3 0,6 0 18,-3 1-18,0 1 0,3 2 0,0 0-29,0 0 29,0 0-35,6-1 16,3 0-7,-3-1 23,4 1-91,-1-4 24,0 2 2,7-3-3,-4 1-3,4-2-51,-1-3 28,4-1-52,-4-2-55,1-2-59,-4-3-36,4 1-26,-7-5-109,0-1-208,-2-3 521,-1-2 67</inkml:trace>
  <inkml:trace contextRef="#ctx0" brushRef="#br0" timeOffset="8778">2719-412 113,'0'0'20,"0"0"-20,0 0 42,0 0-9,0 0 661,0 0-267,0 0-235,0 0-117,0 0-4,0 0 43,0 0 19,0 0-19,0-10-27,0 10-15,0-1 5,0 1 1,0 0-10,0-2-7,0 2-6,0 0 3,0 0 7,0 0-4,0 0-3,-3 0-19,0 0-10,3 0-4,0 0-8,-3 0-5,3 0 1,-3 0 0,3 0-10,-4 0-1,-2 0-2,6 0-1,-6 0-18,-3-1-26,-1 0 26,-2 1-17,-3 0 4,-1 0 10,-6 0 9,-2 0-7,-1 0 20,-3 0 0,0 1-4,-3 2 2,3-1 2,-3 1-16,3 0 16,-3 1 1,3-1-1,3 2-19,1-2 17,2 1 2,6-2-3,1 1-13,9 0 0,-7 0 16,7-1-1,0-1 0,3 0 0,0 0-2,3-1-10,0 0 11,0 0 1,0 0-2,0 0-10,0 2 1,0-2 10,0 0 2,0 0 4,0 0 9,0 0-12,0 1-1,0-1 0,0 0-1,0 0-2,0 1 1,0-1 0,0 0-1,0 1-10,0 0 11,3 0-1,-3-1-10,0 1 11,0-1 1,3 3 1,-3-2 2,3 2 33,-3 0-19,0 0 10,0 1-25,0-2-1,3 3 25,-3-1-25,0 2-2,0 2 2,3 1 0,-3-1 0,3 3 0,0 0 3,-3 3 27,3-1-28,1 2 12,-1 1-7,-3-2 9,3 3-16,0 0 17,-3 1-17,3-2-2,-3 1 2,3-2-3,-3 1 3,0 1 0,0 0 1,0 2-1,0-1 6,0 1-5,-3 0-1,0 0 13,0 0 0,0 1 0,-4-2-13,4 0-6,0-3 6,-3 1 0,6 1 0,-3-3-1,0 1-8,0-1 9,3-1 0,-3 0-12,3-2 12,0-2 2,0-1 1,-3-2-3,3-1 0,0-1-1,0 1 1,0-1 0,0 0-16,0 1 16,0-1-2,0 0-24,0-1 13,0 0 0,0-1-3,0 1-42,0 0 7,0-1 51,0 1 22,0-1-22,0 1-11,3-1 10,-3-1 1,0-1-2,3 1 2,-3-1 1,0 3 2,0-2 0,0-1-2,0 1 0,0-1 1,0 0-2,0 0 0,0 0-3,0 0-1,0 0 2,0 0 0,0 0 0,0 1 0,0-1 1,3 0-1,-3 1 2,3 0 0,-3 0 0,0 0 0,3 1 0,-3-1 15,3 1-2,-3-1-12,3 1 2,-3-1-3,3 0-1,-3 0-1,3 0 2,1 1 0,-4-1 1,3 0-1,-3 0 2,3 2 14,0-1-16,-3-1 0,0 0-1,3 0 1,0 1-1,0 1 1,-3-1 2,3 0 10,0 0-11,0-1-2,-3 0-1,4 0-12,-4 0 14,3 1 1,-3-1 9,0 1-10,0 1-20,3-2 19,-3 0 1,0-1 0,3 0 0,-3 0 1,0 1 2,3 0 14,-3 0-14,0 0-1,0-1-1,0 2-1,3-2 1,0 1 18,0-1-15,0 0 25,4 1-10,-4 1-17,0-1 11,0 0 3,3 0-13,-3 0 17,3-1-7,7 1-1,-1-1 4,4 0-3,-1 1-9,7-1-2,3 0 11,3 0-13,0 0-17,-1-1-2,8-2 3,-4 0-6,3 1 18,0-3-18,0 2 6,-3-2 0,-3 3 15,-3-1-3,2 0 1,-5 1-38,-3-1 40,-1 2 1,-2-2-26,-4 1-3,1 0-3,-7 2 3,-3 0 0,0 0-26,0 0-16,-3 0-13,0 0-20,0-1-35,0 0-40,0 0-35,0-1-14,0 2-39,0-1-33,-6 0-111,3-2 69,-3-2 234,0-1 103</inkml:trace>
  <inkml:trace contextRef="#ctx0" brushRef="#br0" timeOffset="11502">2579-150 22,'0'0'127,"0"0"-75,0 0-39,0 0 235,0 0 313,0 0-265,0 0-176,0 0-28,0 0 31,0 0 33,0 0 3,0 0-39,0 0-32,0-8-17,0 7 10,0 1-10,0-1-6,0 0-4,0 0-12,0 1-1,0-2 1,0 2-8,0 0-8,0 0-4,0-1 3,4 1-3,-4 0 0,3 0 6,-3-1-9,0 1 3,0-1 6,0 0-3,0 1 0,0 0-6,0 0-4,0 0-3,0 0-3,0 0-14,0 0 1,0 0-3,0 0 0,0 0-13,0 1-3,0 0-10,0 1-6,0 0-10,0 1-9,0-1-7,-3 3 0,3-1 32,0 2 26,0 2 0,0 2 2,-4 1-1,4 1-1,0 2 1,0 0-1,0 2 1,0-1 9,0-1-8,0 1 1,0 0-3,0 2 0,0-3 15,0 0-15,0 0-1,0-2-22,0-1-9,0 0 26,0-2 5,4 0-28,-1 0 27,-3-2-1,0-2-22,0 1 5,0-1 8,3-1 8,-3-2-25,0 2 23,3-3 5,-3 1 1,0-1-26,3 0-13,-3 0 7,0 0 13,0-1 2,0 1-2,0-1-4,0 0 11,0 0 8,0 0-9,0 0 12,0 0 1,0 0-1,0 0 0,0 0 1,0 0 1,0 0 19,0 0-1,0 0 0,0 0-2,0 0 2,0 0 0,0 0-3,3 0-3,-3 0-13,0 0 0,0 0 1,3 0 3,-3 0-2,0 0-2,0 0 0,6 0-13,1-1 6,2 1 7,3 0 13,1 0-13,2 0-3,-2 0 0,2 0 3,4 0-1,-1 0 1,1 0-29,3 0 27,-1 0-24,-2-1-7,-1 0 31,1 0-75,-3-1 44,-4 1-22,0 1-26,1-1 1,-7 0-18,3-1-45,-6 1-6,4 0-33,-7 0-20,0 1-45,0-1-53,0-2-121,-3-2 27,-4-2 391</inkml:trace>
  <inkml:trace contextRef="#ctx0" brushRef="#br0" timeOffset="11932">2586-11 135,'0'0'72,"0"0"-40,0 0 643,0 0-212,0 0-236,0 0-110,0 0-48,0 0-34,0 0 24,0 0 9,0 0-16,15 8-7,-12-8 10,0 1 1,4 1-1,-1-1-13,3 1 10,0-1-20,4 0 10,-1-1 29,4 0-55,-1 0 0,1 0 0,-1 0-15,4 0-2,-4-1-18,1-3-7,-1 1-25,-2-1-11,-4-1-67,0 2 67,-3-1-51,-2 1-17,2 1-7,-3-1-126,0 0 58,-3 0-131,0-2-22,0 1-141,-3-2 444,-3-1-2</inkml:trace>
  <inkml:trace contextRef="#ctx0" brushRef="#br0" timeOffset="12288">2564-178 30,'0'0'23,"0"0"42,0 0 14,0 0 381,0 0 133,0 0-278,0 0-162,0 0-36,0 0 45,0 0 14,0 0-34,0 0-61,0 0-79,25 0 1,-19 0 30,-3 0-1,6 1-13,4-1-2,2 0-16,1 0 24,-1 0-21,4 0-3,3 0-1,-4 0-16,1 0-30,-1 0-47,-2 0-79,-1 0-42,-2 0 9,-4 0-71,-3 0-163,-3 0-142,0 0 200,1-1 276</inkml:trace>
  <inkml:trace contextRef="#ctx0" brushRef="#br0" timeOffset="12742">2890-76 84,'0'0'91,"0"0"-90,0 0 15,0 0 76,0 0 690,0 0-381,0 0-222,0 0-56,0 0 7,0 0 13,0 0-30,0 0-48,21 1-29,-18 1-7,0 1 3,4-2 4,-1 3-4,3 0 20,-3 2-17,4 1 27,2 0-36,0 2-25,1-1 12,-1 1 0,4 0 24,-1 1-36,1 0 1,2 1 21,-5-1-23,-1 2 7,4-2-20,-4 0 26,0-2-33,1 1 22,-1-1-4,-2 0-28,2-2-2,-3 1-43,-3-2-12,1-1-45,2-1-24,-6 1-13,0-1-39,0 1-55,-3 0-46,0-2 6,0 1-219,0-3 255,-3 0 195,-3 0 60</inkml:trace>
  <inkml:trace contextRef="#ctx0" brushRef="#br0" timeOffset="13104">3159-54 161,'0'0'26,"0"0"-26,0 0 271,0 0 481,0 0-302,0 0-210,0 0-113,0 0-33,0 0 9,0 0-12,0 0-49,0 0-42,-15 6-18,9 0 18,2 2 3,-5 1 29,0 2 4,0-1-35,-4 2 29,4 1-29,-4 0-1,1 1 3,0-1-1,-1 0 11,4 0-13,0-2-10,-4 0 10,4 0 0,3-2 0,0 1-65,2-2-16,1 0-35,3-3 31,0 1-31,0-2 8,0 0-109,0-1-34,0-1 88,0 1-185,0-3-20,0 0-30,0 0 332,0 0-2</inkml:trace>
  <inkml:trace contextRef="#ctx0" brushRef="#br0" timeOffset="14498">3345-273 29,'0'0'69,"0"0"12,0 0-32,0 0 554,0 0-254,0 0-127,0 0-31,0 0-51,0 0 13,0 0 68,0 0-24,0 0-83,-18-58-43,18 52 25,0 1-24,0-1 21,0 0-6,0 2 9,0 0-22,0 0-29,3 1 19,-3 0-3,0 1-10,0 2-10,0-1-12,0 1-3,0 0-4,0 0-3,0 0-16,0 0 13,0 0-14,0 0-2,0 0 1,0 0-1,0 0 1,0 0 2,0 0 1,0 0-1,0 0 10,0 0-10,0 0 0,0 0-2,0 0-1,0 1-13,0 0-3,0-1-6,0 1-13,0 2-6,0-3-7,0 3-10,0 1-2,0 1 2,0 3 58,0 1 12,0 3-11,0 3 10,0 2 18,0 0 0,0 2-26,0 0-3,0 2 16,0-1-19,0 2 6,0 0-5,0 2 4,0-2-4,0 3-20,0-2 3,0-1-13,0 1 19,0-1 13,0-2-16,0-2-4,0-2-8,0-1-8,0-3 7,0-2 17,0-1-33,0-1 19,0-1 7,0-3 16,0 1-16,0-4-36,0 0 14,0-1 18,0 0 10,3 0 11,-3 0 2,0 0 1,0 0 28,0-2 26,3 1 12,-3-3 11,0 1 5,3-2-35,-3 0-42,0-3-2,0 0-8,6-3-28,-3 0 20,4-2-46,-1 1 35,-3 2 7,6-2 0,-6 1-6,4 1 4,-1-1 18,3 2 0,0-1-29,1 0 12,-1 2 1,0-1 16,1 1 0,-1 1-9,0 1 9,-3 3 35,1-1-35,-1 1 0,3 1 0,-3 1-1,-3 1-18,4 0 18,-7 0-22,6 0-6,-3 0-6,-3 2-10,6 2 35,-3 1 10,3 2 32,1 0-9,-1 2 25,0 0-22,-3-1-25,3 3-1,0-1 0,1 1 15,-4 0-15,0 1 0,0 0-19,0-1 15,0 2 1,0-2 2,0-2-12,0 1 13,1-1 20,-1-2-8,3 1 11,-3-2-23,3 0-3,-3-1-17,0-2-5,7 0 23,-4 0-50,-3-1 39,3-1-3,3-1 15,-2 0 2,2 0 1,0 0 30,1-4 1,2-2-30,0-1-2,1 0 25,-1-2 3,-2-2 2,-1 0-30,0-2 14,-3-1-15,-3-1-28,4 0-17,-4 0 42,0 0-71,-3 1 74,0 1 2,0 1 14,0 1 6,0 0-44,0 4 44,0-1 3,0 3-25,0 0 0,0 3 24,-3 0 24,3 2-19,0 0 0,0 0-4,0 0-5,0 0-4,0 0-16,0 0-2,-3 1-18,3 2-9,0 0-9,0 2-7,0 1 21,0 2 24,-3 2 26,3 1-25,0 3 1,0 1-2,0-1 13,0 1-13,0-1 0,0 0-10,0-2 10,0 0-2,0-2 4,0 0 15,3 0-17,3-2-4,0-1-31,0-1-17,0 1 14,7-4 15,-1 1 10,-2-2-25,8-1-4,-2-1-68,-1 0 13,4 0-78,-4 0-58,1-3-124,-4-4-125,4-2-252,-7-2 356,-3-3 326</inkml:trace>
  <inkml:trace contextRef="#ctx0" brushRef="#br0" timeOffset="14788">3786-267 193,'0'0'17,"0"0"-17,0 0 1148,0 0-784,0 0-91,0 0-46,0 0-65,0 0-39,0 0-20,0 0-37,0 0-66,9-8-29,-9 6 26,0 2-14,0 0-25,0 0-67,0 0-59,0 0-98,0 0-108,0 0-173,0 0-147,0 0 349,3 0 263,-15 10 82</inkml:trace>
  <inkml:trace contextRef="#ctx0" brushRef="#br0" timeOffset="16061">4006-293 115,'0'0'52,"0"0"-52,0 0 1012,0 0-761,0 0-89,0 0 69,0 0 9,0 0-65,0 0 20,0 0-73,12-100-28,-12 93 28,0 0 4,0 3-11,0-2-2,0 5-27,0-1 0,0 2 16,0 0-7,0 0-31,0 0-20,0 0-16,0 0-14,-3 1-14,3 1-28,0 1-13,0 0-16,-3 0-10,3 3 35,0 3 32,-3 2 0,0 3-8,3 3 8,0-1 1,-3 5 8,3-2-9,-3 0 0,3 1-1,0 2-5,0 0 6,0 1 0,0-1-15,0 0 15,0 1 0,3-1-16,0 1-3,0 0-19,0-1 15,0-1-21,0 0-27,0-2 1,3-1-13,-2-3 41,-1 0-19,0-3 16,0 0-13,-3-4-9,0-1 44,0-1-48,3-3 7,-3 1-14,0-4 33,0 0 13,3 0 32,-3 0 23,0 0 39,0-4 41,0 1 29,0-4-22,0-1-107,0-3-2,0-1-2,0-3-43,0 0 2,0 0 13,0-1-13,0 1 23,0 2-10,6 1 29,-3 0 0,4 2 16,-1 1-16,0 0 1,0 2 31,3 1-19,1 0 3,-1-1-16,3 3-3,1-1-13,-4 2 14,7 2-24,-7 0 23,3 1-23,-2 0 0,-1 0-9,0 1 9,-2 4-6,2 2-14,-3 1 14,0 2 16,0 1-16,4 1 9,-1 0 0,-3 3 7,0 0-19,-2 0 22,-1 2 3,-3-1-42,0-2 4,0 0-85,-3-1-26,-7 1 120,-5-2 16,2-1 20,1 0 6,-7 0 16,4-3 27,-1-2-27,-2 0-19,2-3 10,1-1 6,2-2 20,1 0-7,-1 0-3,7 0 23,0 0 3,0-2 3,0-2-13,3-1-23,-1 0 7,4 0-22,0 2-4,0-2 0,0 2 6,7 0 17,-1 1 9,0 0-32,0 0-6,0 1-43,4 0 47,-1-1 2,3-1-16,-2 2 16,-1 1 16,3-1-13,1 1-3,-1 0 2,1 0-2,-1-1-1,4 0 1,-4 1 3,0-1 0,4 0 9,-4-2 1,4 2-13,-4-1-13,1-1-12,-4-1 25,3 1 0,1-3 13,-4 1-1,-3-1-12,4-2 0,-7-1-2,3 0-34,-6-3 7,3-2 3,0 1-26,-3-2 49,3-1-17,-3 1 20,3-1-29,-3 3 29,0 0 23,0 2-4,0 1 1,0 3 44,0 0-5,0 2 44,0 3 17,0 0-11,0 2-6,0 0-25,-3 0-20,3 0-26,0 0-18,-3 0-14,3 0-20,0 2 1,0 1-13,-3 0-23,0 1-22,3 2 35,-3 2 42,0 2 26,3 0 3,-3 1-16,3 2 15,0-2-27,0 1 27,0 1-26,0-1 14,0 3-13,0-1 10,0 0-10,0-1-3,6-1-32,-3-1 9,3-1 17,3-1-23,1 0 10,-1-2-23,-3-2 6,7-1 4,-1 0-29,-3-2-7,7-2-3,-4 0-78,4 0-104,-4-1-195,0-5-122,1-6-248,-4-1 665,0-2 107</inkml:trace>
  <inkml:trace contextRef="#ctx0" brushRef="#br0" timeOffset="16886">4437-357 312,'158'-23'1065,"-158"17"-821,0-2-4,0 0 33,0 1-60,0 2-44,0-2-14,3 1-40,-3 1 30,0 0-71,0 0 19,0 1-26,0 1 32,0 2 6,0 0-25,0 1-7,0 0-16,0 0-10,0 0-12,0 0-22,-3 1-13,3 0-22,0 1-20,0 1-24,0 1-10,-3 1 6,3 5 70,0 2 17,-3 3-5,3 3 17,-3 4-7,3 1-18,-4 1 7,4 1-11,0 1 0,0 0-2,0-1 2,0 2-2,4 0 2,-1 0 0,3 1-16,-3-1 7,3-1-46,0 0 8,-3-1-20,4-1-16,-4-1 48,3 0-16,-3-4-55,3-1 42,-6 0-20,6-4 20,-2 2-1,-1-2-31,3-2 5,-6-2 27,0-1 9,3-3-13,0-2-13,-3-1 20,3-2 6,0-1-36,0 0 37,4 0 54,-1 0 22,3-2-22,4-5-48,-4-2-37,6-3-100,1 0-10,2-1-36,-2-1-4,3 1-77,-4-1-171,1-2 307,-7 1 91,3-1 71</inkml:trace>
  <inkml:trace contextRef="#ctx0" brushRef="#br0" timeOffset="16350">4437-357 36,'0'0'205,"0"0"102,0 0 501,0 0-424,0 0-108,0 0-62,0 0-59,0 0-29,0 0-32,0 0-52,0 0-7,0 0 4,6-15-39,0 14 0,-6 1-45,0-1-26,0 1-62,0 0-87,0 0-140,3 0-134,-3 0-82,0 2-18,0 2 395,3 0 170,-21 3 29</inkml:trace>
  <inkml:trace contextRef="#ctx0" brushRef="#br0" timeOffset="17180">4576-115 49,'0'0'140,"0"0"49,0 0 467,0 0-305,0 0-133,0 0-29,0 0-24,0 0 1,0 0-27,0 0-68,0 0-29,0 0 4,0 0 15,28 12 1,-15-12-11,2 0-22,7 0-29,-4 0-1,7 0 0,3-2-75,3-1-79,-6-2 32,3 0-192,-3-1-133,-7-1-171,-2-2-134,-10 2 638</inkml:trace>
  <inkml:trace contextRef="#ctx0" brushRef="#br0" timeOffset="20451">5231-83 125,'0'0'13,"0"0"-6,0 0 32,0 0 0,0 0 531,0 0-218,0 0-264,0 0-52,0 0 68,0 0 92,0 0 8,3-28-54,-3 27-66,3-1-6,-3 1-29,0 0 32,0 0 38,0 0-28,0 0-30,0 1-22,0 0-10,-6 0 4,6 0-14,0 0-6,0 0-13,-4 0-13,1 1-13,0 2-6,0 0-10,-3 2 0,0-1 41,-4 3-22,1 0-6,0 1 10,3 2 19,-7 0 2,4 3-2,0 0-10,2 0 10,1-1 1,0 2 28,3-2 4,0 1-31,0-1-1,3-1-1,0-1-3,0-1 1,0 0-1,6-1-14,-3-1 15,3-1 2,0-2 0,4 0 0,-1 1 3,3-3 23,1 2-10,5-2-9,-2-2-7,3 0 0,-4 0 0,4-2-1,-4-4-11,1-1 11,-1 1-34,-2-2 35,-4-2 0,0 1 33,0-4-11,-2 2-19,-4-1 17,0-2 48,-3 1-65,0-1-6,0 1 22,-3 0 3,0 0 37,-7 2-57,1-1 43,0 1-45,3 2-2,-4-1 2,1 3 22,0 1 17,-1 0-36,-2 2-6,3-1-17,-7 3-8,4-1-11,-1 3 3,1 0-9,-4 0 26,4 0-26,0 0 9,2 3 23,1 0-9,0 1-1,6 0-6,0 0-29,-1-1-1,4 1-15,0-2 6,0 2-10,0-2 20,0 0 6,0 0 19,7 0 32,2 1 1,-3 0 98,7 0-40,-4-1-16,9-1 17,-2 0-40,3-1 0,-1 0-19,4 0-3,-4 0 2,-2 0-18,3 0 16,-4-2 0,4-1-25,-7 0 28,0 0 20,-5 1-19,2-2 12,-3 2 24,-3 1-36,0 1 34,0-1 39,-3 0 7,0 1-32,0 0-27,0 0-19,0 0-1,0 0-1,0 0-1,0 0-13,0 0 0,0 0-3,0 1-4,0 0-5,4 2-1,-4 1 26,3 2 0,0 1 0,-3 1 45,6 1 7,-3 2-39,0-1-10,3 1 19,-6 0-22,3 0-6,1 0 6,-1-1 0,-3 0-2,0-2-18,0 0-22,3-1 42,-3 0-3,0-2-10,0-2 11,3-1 2,-3-2 1,0 0 22,0 0 12,0 0 17,3 0 9,-3 0 1,3-1 2,-3-3 10,3-3-26,-3 0-32,3-5 0,3 0-16,1 0-22,-1-3-2,3 0 22,-3 1 4,4-1-3,-1 1 1,0 0-51,1-1 31,2 2 1,-3 2-29,4 2 19,-4 1 22,0 3-5,4 0 12,-1 3-20,-3-1 18,-2 2-14,5 1 5,-3 0 11,1 0 2,-7 0-2,3 0 0,-3 0-2,3 3-11,-3 1-6,4 0 19,-4 3 3,3 0-1,-3 1 24,3 1-3,-3 1-20,3 1-2,1 1 1,-4 2-2,0 1 0,3 0-22,0 0 15,-6-2 4,6 1-17,-2-1-12,2-1 19,-3-1 12,3-2-50,-3-1-1,0-3 23,3 0-4,-2-2 4,5-2 0,-3-1-26,0 0 45,0 0-9,7 0 19,-4-1-26,4-4 0,-1-4 13,-3-2 10,1-3 3,-1-1 2,0-3 1,-3-1 52,-3-2 7,1-1-10,-1-3-51,-3-2 57,0-1-35,0-1-21,0-2-1,0 0 0,0-2-2,-7 0-14,1 1 13,0 0-2,0 1-25,-7 0 22,1 1 7,3 0 1,-4 3 2,1 2 36,0 2 13,2 4 19,4 4 6,0 4-25,0 3-7,3 4-10,3 3 46,0 0-81,0 1-7,0 0-35,0 0-6,0 1-10,0 3-16,0 4 26,0 4 48,0 2 32,0 5 36,0 1-7,0 2-26,0 2-15,0 0-17,0 0 3,0-1-4,0 0-2,0 2 25,0 2-24,0 1 8,3 0-9,3 0-4,-6 0-12,3-1 10,3 0-17,-6-2-28,6 1-17,-3-4 46,4 1-1,-4-2-22,3-2 13,-3 0-27,3-3 47,4-1-53,-7-3 16,3-2-74,3-2 72,-3-2-34,4-2-2,2 0 18,-3-2-25,4-2-45,-1 0-73,1 0-45,-1-4-163,0-6-27,1-2 150,-1-3 232</inkml:trace>
  <inkml:trace contextRef="#ctx0" brushRef="#br0" timeOffset="21016">6083-172 82,'0'0'136,"0"0"-96,0 0 771,0 0-329,0 0-196,0 0-81,0 0-59,0 0-14,0 0-15,0 0-56,0 0-45,-12 0-16,9 3 0,3 0-3,0 1 3,-3 0 0,3 3 36,0-1-17,0 2 42,0-1-35,0 2 7,0 1-17,6-2-16,-3 2 1,3 0 6,0-1-7,1 0 0,2-1 0,0 0 0,0-1 1,4-3 6,-1 1-7,1-2-13,2-1-6,-2-2-43,2 0 23,1 0 38,-4 0-34,0 0 16,4-3-7,-4-3 3,-6 1 23,4-3 24,-1-1-22,-6 0 14,0-1 26,0-1-26,-3 0 23,0 1-7,0-1 26,0 2-32,0 2 25,0 2 20,0 2 6,0 3 39,0 0 9,0 0-33,0 0-28,-3 0-16,0 0-13,0 2-35,3 1-21,0 0-21,-3 3-9,0 1 26,0 3 25,-3 2 25,2 3-2,-2 2-4,-3-1 9,0 1-15,-1 3-11,4 1-2,-6 2 16,-1 1 6,-5 2-12,2 2-9,-2 2-1,2 2 0,-2 0-3,-1-1 3,3 1-51,-2-2 0,5 1-22,-2-1 18,3-2-50,2-2-14,1-3 33,3-1-27,-1-3-29,7-2-13,-3-3-3,0-1-72,0-4-108,3-2-134,0-2-176,0-3 113,0-2 450</inkml:trace>
  <inkml:trace contextRef="#ctx0" brushRef="#br0" timeOffset="24648">6703-131 80,'0'0'49,"0"0"-26,0 0-10,0 0 4,0 0 9,0 0 26,0 0 329,0 0-71,0 0-144,0 0-58,0 0-4,0 0 10,0 0-4,0 0-38,-12-6-53,9 6 30,0 0 19,0 0-19,3 0-10,-3 0 7,-1 2-7,1-2 6,-3 1 7,6 0-10,-6 0-6,0 1 12,0 1 14,-1 1-17,1-1-16,3 0-9,-6 1-17,-1-1 36,4 3 6,-3 1 10,0 1-22,-1 1-14,1 0 16,0 0-4,-1 0-29,1 1-1,3-1 42,0 2-41,-4-2 8,7 0-10,0 1-18,0-1 16,3 1 4,-3-2-4,3 0-7,0-1 5,0 0-18,0 0-17,0-1 7,3 1 6,0-1 6,3 0 17,4 0 2,2-1-1,1 0 1,2-3 0,1-1-2,-1-1 0,1 0-20,-1 0-9,1-2 15,2-3 4,-2 0 7,-4-2 4,0-1-1,4 0-23,-7-1 9,1-2 17,-4 1-1,-3-3-12,0 0-3,0 1 0,-3 0-10,0 0 26,0 0 18,0 2-16,-3-2 6,0 1 12,-6 2 6,-1 0-23,4 1 65,0 1-67,-3 1 34,5 0-11,-2 1-23,-3-1-1,0 2 1,-1 1 19,4 0-20,3 2 0,-3 0 28,0 1-28,-1 0-42,1 0 3,0 0 3,3 0-6,-3 0 3,3 1-6,0 3-20,-1 1 43,4-2 18,0 1-9,-3 0 10,3 0-49,0-1 23,0 0 13,0-2-7,0 2-9,3 0-7,1-2 35,2 2 4,-3-1 15,6 0 30,4 0 7,-4-1-13,6 0 9,-2-1-31,2 0-17,1 0 0,-4 0-13,4-3 9,-1-1-18,-2 1 15,-1 0 5,0-1 4,1 2-1,-4-1 25,-3-1 16,4 0 1,-4 1 5,0 0-3,0 1 1,-3 0 2,0 0-12,0 1 6,1 1-10,-1-1-13,-3 1 17,0 0-10,0 0 6,0 0-13,0 0-17,0 0-2,0 0-3,0 0 3,0 0-1,0 2-12,0 2 0,0-1 13,0 2 4,0 0 15,3 1-17,0 1 21,0 1-20,-3 1 10,0 1-7,3-1-6,-3 1-9,3-1 8,-3 0 1,0 0-3,3-1 0,-3 0-10,3 1 13,-3-3-22,0 1 2,3-1 17,-3-2-16,0-1 3,0-1 15,0-1-22,0-1 4,0 0 6,0 0 13,0 0 1,0 0 21,0 0-2,0 0 9,4 0 13,-4-3 13,3-2 6,0-1-58,0-3-3,3 0-18,0-3 18,0-1 0,7-1-26,-4-1-42,1 0 26,2-2-38,0 2 76,1 0-67,-1 3 58,1 0-16,-1 3-5,-3 2 33,1 1-27,-4 3 28,3 1 1,-6 2 38,0 0-14,3 0-6,-2 0-19,-1 2-23,3 1 7,-3 2 15,0 1-1,0-1 4,3 3 24,-6 2 29,7-1-29,-4 1 3,0 0-5,0 2-23,0-2 24,0 1 4,0 1-27,0 1-1,0-1 2,0 0-1,-3 1 0,0-1 4,4 1-6,-1-1-2,0-1 1,-3-1-78,0-1 37,0-3-13,0-2-4,3-1-12,-3-1-29,3 0-75,0-2-20,-3 0-10,6 0-19,0 0-37,1 0-126,2-7-135,3-3 277,1-2 242</inkml:trace>
  <inkml:trace contextRef="#ctx0" brushRef="#br0" timeOffset="25305">7379-185 178,'0'0'39,"0"0"-39,0 0 558,0 0 2,0 0-238,0 0-117,0 0-65,0 0-23,0 0-43,0 0-41,0 0-1,-21 24-13,14-20 4,4 3 38,-6 0-48,6-1 49,0 2-41,-3-1-19,-1 1 16,4 0-17,0-2-1,0 1 3,0 0 13,3-1-16,0-1 29,0 1-29,0-4 0,0 3-3,0-4-45,0 1-11,6 1 56,0 0 3,1-1 1,2-1 26,3-1-27,-2 0-19,5 0 3,-2 0-7,2-3 10,-6-3-42,4 0 36,-4 0 19,0-1 0,1-1 19,-4 0-19,-3 0 29,3 0-13,-6-1 43,0 1-27,0 0 0,0 0 7,0 0-26,-6 1 19,0 1 4,0 2-17,-1 1 39,4 1-29,-3 2 10,0 0-7,3 0-32,-7 0-10,-2 0-19,0 4-6,-4 1 35,1 3 1,-4 0 28,7 2-13,-1 1 61,-2 2-38,2-1-10,1 2-7,3 0-22,-1 1 0,1 1 12,3-1 7,-4 0-17,7 2-2,-3-1 4,6-2-2,-3 1-2,3-3-2,0 1-24,0-3 10,0 0-10,3-2 13,3 2-16,1-2 17,-1 1 9,3-2-22,7-1 25,-4 1-42,7-1 19,-1-4-60,7-1 24,0-1-28,0 0-23,3 0-61,-4-2-24,1-5-25,0 0-50,-3-2-36,-1-2-124,-2-1-105,-7-3 346,-2 5 104</inkml:trace>
  <inkml:trace contextRef="#ctx0" brushRef="#br0" timeOffset="28095">7978-180 55,'0'0'92,"0"0"-43,0 0 16,0 0 616,0 0-329,0 0-166,0 0-86,0 0-28,0 0-26,0 0 74,0 0-26,0 0-6,0 0-4,-6-22 7,2 21-1,1 0-5,3 0-24,0 1-25,-3-1 2,3 1 8,0 0-11,-3 0-6,0 0-13,3 0-12,-3 0-4,0 0-16,-3 0-19,-1 0-13,-2 0-7,-3 0 32,2 1 21,-5 2-40,6 3 13,-4-1-3,1 2 32,-1 1 0,1 0-2,3 1 1,-1-1-2,1 0 3,3 1-3,3 0 22,-3-1-29,6-1 11,-4 2-1,4 0 0,0-1-51,0 0 49,0-2-15,4-1-5,-1 0-20,3 0 3,0 0 39,3-1 11,7 0-8,-4-1-6,4 1-7,2-4-6,1 0-40,-3 0 11,2 0 16,-2-3-7,-1-1-6,1-2-4,-1 0 29,-2-1 15,-1 0-20,-3-1 22,1-1 3,-4-1 74,-3 2-28,-3-2-29,0 1 35,0-1 45,0-1-74,0 2 42,-6-1-52,-1 1 14,1 2 5,-3 0 10,3 1-45,0 0 2,-4 1-2,1 1 38,0-1-38,-4 3-2,1 0-20,-1-2-20,-2 3 9,3 0 17,-1 1-7,1 0 7,2 0-7,4 0-2,0 0 22,3 0 1,0 0-11,3 0-3,0 0 0,0 0 0,0 0-14,0 0-15,0 0 9,0 0 1,6 0-7,3 0 42,1 0 0,-4 0 25,6 0 1,4 0-9,-1 0-17,4-2-17,3-2-31,-4 0 22,1-1-68,2 1 35,-2-2-74,0 2 94,-4-2-10,4 1-10,-7-1 17,4-1 42,-4 0 1,0 0 1,1-2 9,-4-1 6,-3 0 113,1-1-49,-1 0-36,-6-1 33,6-1-22,-6 0 51,0-1-49,0 1-32,0 0 107,0 1-65,0 2 19,-3 0-6,-3 1 52,-1 0-30,-2 0-26,6 1 1,-3 1-21,0 3 14,3 0 22,-1 2 0,1 2-10,3 0-19,-3 0-20,3 0-5,0 0-24,-3 0-15,3 0-3,0 0-19,0 2-7,0 1-12,0 0-16,0 4 2,0 0 49,0 5 6,0 1 38,0 3-25,0 0 19,0 1 6,0 1-37,0 2 1,0 1 28,0 2-30,3 0 0,0 3-29,-3 0 29,3 0 13,1 0-13,-4 1 3,3 0 7,0 0-10,-3 0-3,3 1-23,-3-1 24,0 0-39,0 1 9,3-1 12,-3 1-21,0-2-20,0-1 7,0-4 12,0 0-16,0-2 29,0-3 4,0-1 9,0-3 16,-3-1-45,3-3 12,0-3-12,0-1-9,0-1-17,0-2 6,0-1-32,0 0-45,0 0-7,0 0 3,0 0 33,0-5 31,0 1 17,0-4-214,0-1-177,0-5-157,0-2 261,0-3 287,0 93 57</inkml:trace>
  <inkml:trace contextRef="#ctx0" brushRef="#br0" timeOffset="28377">8142-108 83,'0'0'117,"0"0"-68,0 0 492,0 0-55,0 0-213,0 0-127,0 0-55,0 0-29,0 0 39,0 0 25,0 0-25,25 1-46,-16-1-36,7 0-2,-1 0 5,1-1-22,2-2-10,-2-1-19,2-1-97,-2 2-27,-4-2-110,1 1-127,-1-2-148,-3 0-91,-2-1 564</inkml:trace>
  <inkml:trace contextRef="#ctx0" brushRef="#br0" timeOffset="29177">8396-277 90,'0'0'1,"0"0"109,0 0 327,0 0 267,0 0-333,0 0-147,0 0-52,0 0-43,0 0-2,0 0-38,0 0-89,16 0-11,-7 1 11,0 0 29,7-1-25,-1 0 12,1 0-15,6 0 17,-7 0-18,10-1-22,-3-2-59,2 0-42,1-1-36,0 0-26,-3 0-62,-4-2-72,-2 1-146,-7-2-21,0-2 114,1 1 320,-4-3 52</inkml:trace>
  <inkml:trace contextRef="#ctx0" brushRef="#br0" timeOffset="28899">8548-523 257,'0'0'1175,"0"0"-827,0 0-127,0 0 6,0 0-33,0 0-46,0 0-31,0 0-27,0 0-32,0 0-7,0 0-12,0 0-10,0-6-10,-3 7-16,3 1-2,0-1-1,-3 3-22,3-1-1,0 3 23,-3 3 16,3 0 16,0 1 16,-3 1-3,3 0-16,-3 1 6,3 1-3,0 1-6,0-1 25,0 3-13,0 1-26,0 1-11,0 1 28,0 1-29,0 0 0,3 2-16,0 0 19,0 1-3,3-2 11,-3 0-9,0 0-4,1-1-14,2-1-16,-6 0-10,3-2-22,-3-1-12,0-3-24,0-1-35,0-1 65,0-3-53,0-2-16,0 0-119,0-4 70,0 2-17,-3-3-120,-3-1-82,-1 0 26,4 0 26,-6-8 110,0-2 147,2-3 33</inkml:trace>
  <inkml:trace contextRef="#ctx0" brushRef="#br0" timeOffset="29774">8744-521 89,'0'0'108,"0"0"-92,0 0 1011,0 0-705,0 0-91,0 0 61,0 0-72,0 0-51,0 0-40,0 0-49,-16-24-44,13 26-20,3 2-13,-3 0-2,0 2-1,0 2 3,0 1 39,-1 2 23,1 0-36,-3 3 28,3-1-37,0 2 50,0 1-41,3-1 13,0 1-20,-3 2-3,3-1 32,0 1-17,0 1-34,0-1 0,0 0 0,0 2 0,0-2-2,0 0-20,0 0-4,0-1-18,3 0 18,-3-3-3,3-1-6,-3 0 13,6-2-55,-6-1 35,0-3-19,0-2 32,3-3-13,-3 0-3,3-2 6,-3 0-16,3 0 22,-3 0 33,4 0 45,-4 0 20,0-4 22,3-2 0,0-1-87,3-3-29,-3-1 27,3-1 1,4 0-30,-4-2-1,0 0 10,3 0-59,1-1 26,-1 2 52,0 1-39,1 1 39,-4 4-59,6 0 59,-6 3-26,1 0 29,-1 3 17,-3 1 32,3 0-48,-3 0-1,-3 0-2,0 0-1,6 1-17,-3 2-2,-3 2 22,7 0 3,-4 3 36,0 1 1,0 0-39,3 1 34,-3 1-19,0 0 13,0 1-27,1-1-2,-4 2-24,6 0-6,-6-1-8,3-1-27,0 0 20,-3-2-84,0 0 12,3-1-91,-3-3 27,0 0-131,0-1-40,3-2 0,3-1-173,-3-1 303,4 0 183</inkml:trace>
  <inkml:trace contextRef="#ctx0" brushRef="#br0" timeOffset="30386">9103-297 202,'0'0'3,"0"0"33,0 0 983,0 0-534,0 0-215,0 0-115,0 0-51,0 0-29,0 0-50,0 0-25,0 0-23,-25 13 23,22-7 0,0 0 26,-3 3 12,3-1-38,-6 1 13,9-2 20,0 0-33,0 0-4,0-1 1,0 0-29,0-2 31,0 0-64,9 1 17,0-1-20,-3 0 68,1 0 2,-1-2-2,6-1-23,-2-1-6,-1 0-13,0 0 0,4 0 9,-7-2-12,3-3 9,0-1 17,1-1 6,-4 0 1,0-1 11,3-1 2,-9 0 17,3 1-15,-3 2 27,0-1 18,0 0 4,-3 3-7,-3-1-22,3 2 16,-6 1 32,3 1-71,-1 1-61,-2 0-14,-3 0 75,2 1 10,-2 6 52,-4-1-20,4 3-7,0 0 14,-1 1-1,1 0-2,-1 0 18,7 2-62,0-1 50,0 0-10,0 0-16,3-1-24,-1 3 21,1-3-20,3 0 10,0-1 3,0 1-16,0-1-7,0-2-12,7 1-39,-4-1 42,3-2 5,3 2 9,0-3 4,7 1 12,-1-1-14,7-1-26,0-2-38,0-1-20,-1 0-17,4 0-51,0 0-95,-3-2 40,-1-2 5,1-2-140,-3 0-10,-1-4-166,-2-1 306,-4-1 140</inkml:trace>
  <inkml:trace contextRef="#ctx0" brushRef="#br0" timeOffset="31852">9373-310 166,'0'0'157,"0"0"-50,0 0 627,0 0-425,0 0-123,0 0-8,0 0-15,0 0-4,0 0-7,0 0-49,0 0-38,0 0-10,9 1-10,1-1-45,-1-1-55,0-3 52,1-1-4,5 3 5,1-3 3,2 3-2,-2-1 0,2-1 1,-2 2 3,2 0 33,1 1-13,-4 1-11,1 0-12,-1 0 2,1 0 1,-4 0 26,-2 0-26,-1 0 20,0 0-21,-3 3 20,1-1-5,2 3-1,0-2 3,-2 2-19,-1-1 0,0 1-2,0 0-1,0 1 3,-3 1 24,4 1-23,-4 0 14,3 1-15,-3 1-45,0-1 32,0 2-6,0-2-26,0 2 16,-3-3-36,0 1-12,4-1 28,-4-2-12,0-1 48,3 0-19,-3-3 9,0-1 23,3-1 0,-3 0 35,0 0 37,0 0 12,0 0 3,0-2 3,3-4-41,0-2-27,0 0-21,0-2-1,0-1 2,7-1 16,-4-1-18,0 0 1,3-1 8,1 1-9,2-2-1,-3-1-34,4 0 12,-1 1-22,4 1 13,-4 1-42,0 4 35,-2 0 23,2 2 0,-3 3 13,1-1-19,-1 3 9,-3-1 10,3 2-30,-2-1 31,-1 2-11,-3 0-3,0 0-29,0 0-14,-3 0 14,6 3-29,-6 1-98,0 3-130,0 0-105,0-1-49,0 0-164,0 1 460</inkml:trace>
  <inkml:trace contextRef="#ctx0" brushRef="#br0" timeOffset="31190">9509-761 27,'0'0'127,"0"0"-13,0 0 1039,0 0-730,0 0-138,0 0-64,0 0-18,0 0 0,0 0-10,0 0-39,0 0-42,0 0-32,7-7-1,-7 7-5,0 0-14,0 0-16,0 0-18,0 3-14,0-2-12,0 0-22,0 1-13,0 2-6,0-1-10,0 3 7,0 1 28,0 5 13,0 1 3,0 4 12,0 1 17,0 1 0,0 2-4,0 0-24,0 1-1,0 1 3,0 0-3,3 2 2,-3 0-2,0 0 1,0 0-1,3-1-6,-3 0 6,0-2 13,3 0-13,-3-1-1,0 0 1,3 0-1,-3-1-2,0-2-20,3 0-34,-3-1 13,3 0 12,-3-2 9,0-1-5,3 0 2,0-3-19,1-2 10,-4 0 13,3-3-4,0 0 14,0-1-53,0-1 33,0 0 0,0-1-3,3-1 16,1 0 19,-1-2-2,3 0-48,-3 0 5,4 0 3,2 0 10,-3 0-22,4 0-11,2-2-22,-2-3 0,-1 0-4,0 0-29,1 0-51,-1-2 28,1-1-143,-4-1 35,0-1 7,-3-2-326,4-2 48,-4 5 458</inkml:trace>
  <inkml:trace contextRef="#ctx0" brushRef="#br0" timeOffset="32913">10179-294 300,'0'0'20,"0"0"263,0 0 529,0 0-464,0 0-128,0 0-70,0 0 12,0 0-59,0 0 7,0 0-42,0 0 45,0 0-42,-34-48-68,28 48 12,-3 0-14,-1 0-2,1 0-21,-7 0 0,4 2 15,-3 2 7,2 2 26,1 2-7,-4 0 1,1 1-1,2 2-16,-2 0 36,2 0-37,1 2 15,3-1-17,-1-1-29,7 2 8,-3-2 20,0 1-43,3-1 21,0 0 1,0-2 9,3 1-35,0-2-11,0-2-25,3 0 30,3-1-40,0-1 3,3-1 65,1 1 0,-1-1 13,3-1-35,1-1-1,-1-1-42,4 0-48,-4 0 12,4-3 10,-4-1-55,0-2 90,1-1 82,-4 0 14,4-1 3,-4-4 100,-3 2-85,3-1 24,-2-2 18,-1 0-18,0 1-24,0-2 7,-3 2-23,0 0 40,1 0-34,-4 2 34,3 2 44,-3 4-16,0-1 14,0 5 41,0 0-20,0 0-48,0 0-32,-3 0-7,-1 3-18,1-1-14,3 0-51,0 3-14,-3-1 20,3 3 38,-3 1 7,3 0 26,0 1-24,-3 0 14,3 1-15,0-1 0,0 0 15,0 1 10,0-2-25,3 0-1,3-1-16,1 0-4,-4 0-19,6-1 37,-3-1-1,3 1-20,4-3-41,-1 0 32,4-1-14,-4-1-48,7-1-3,-7 0-33,7 0 36,-7 0-49,4-3 52,-1-3-9,1-2 48,-4-1 13,-3-1 39,-2 0 10,-1-1 72,0 0 22,-3-1 42,-3-2 7,0 0-4,0-1-62,0 1 4,0-1-33,0 3 20,-3 0 6,-3 2-23,3-1-19,0 2 42,-1 2-42,1 3 3,0 1 41,0 2-2,3 1-23,-3 0-29,3 0-30,-3 0-2,3 0 0,0 1-29,0 2-19,0 1 6,-3 0 26,0 2 15,0 2 1,0 1 16,3 1 11,-4 1-25,1 0 18,3 0-4,-3 1-3,3 0-13,-3 0 2,3 0-2,0 1-2,0-1 1,0 0-27,0 0 6,0-1 3,6 0-49,-3-2 52,4 0-80,-4-1 64,3 0-30,0-3 46,3 0 3,1-1-16,-1-1-58,-3 0-42,4-1-4,-4 0-77,0-2-53,0 0-105,0 0-192,4-2-115,-4-4 509,-3 1 102</inkml:trace>
  <inkml:trace contextRef="#ctx0" brushRef="#br0" timeOffset="35410">10557-838 36,'0'0'59,"0"0"-27,0 0-9,0 0 0,0 0 19,0 0 532,0 0-212,0 0-157,0 0-72,0 0-16,0 0-9,0 0-17,-9-3-42,9 3-24,0 0-5,0 0-1,0 0-6,0 0 0,0 0 4,0 0 5,0 0 8,0 0-4,0 0-7,0 0-6,0 0-11,0 0-2,0 0 0,0 0-2,0 1 1,0 0 1,0 0 3,0-1 13,0 1 1,0 0-1,0 0 0,0 0-3,0-1 0,0 2-10,0-2 10,0 1 0,0 2 7,0-2-1,0-1 7,0 1 0,3-1-7,3 1-3,-6 0 10,7-1 3,-4 1 1,3 2 12,3-2 3,1 0-3,2 1 0,0-1-13,4 0-16,-7-1-13,4 0 2,-1 0 0,-3 0-1,4 0 12,-4 0-13,0 0-3,1-2 1,-7 1 2,3 0 15,-6 0 11,6 0-7,-6-1-18,3 1 0,-3 0 12,0 1 3,3-1-13,-3 1-1,0 0 2,0 0 8,0 0 8,0 0 5,0 0 4,0 0 7,0 0-1,0 0-12,0 0-4,0 1-3,0 0-16,0 2-2,-3-2-33,3 1-4,0 1 0,0 2 17,0 0 22,-3 2 22,3 1-2,-3 2-7,0 0 9,3 2 1,0 1-11,-3 1 1,3-1-10,-3 1-3,3 0 0,0 1-12,0 1-14,0-2 26,0 2 38,0 0-38,0-1-16,0 2 16,0-1 0,0 0 0,0 0-3,0 0-29,0 1 32,0-1 14,0 1-1,0-1-10,0 0-3,0 0 0,3-1-1,0 1-15,-3-1 15,0 0-18,3 0-39,-3-1 19,3 0 20,-3-1 3,0 0-29,0-3 25,0 1 7,0-1 13,0 1-3,0-1 3,0 1 0,3 0 1,-3-2-1,0 2-16,0-2 1,0 0 15,0 0 3,0-1-3,3 0 2,-3 1-2,3-1 17,-3-1-17,0 1-2,0 0 2,0-1 3,4 0-3,-4-1 0,3 2 5,0-1-4,0 0 14,-3-2-15,3 2 0,-3-1 0,3-2 0,-3 2-22,0 0 5,0-1 17,0 0-2,0-1-11,0-2-3,0 2 13,0-1-10,0 1 13,0-1-1,0 1 1,0-2-3,0 1-8,0-2 9,0 0 2,0-1-2,0 0-2,0 1-15,0-1 3,0 0 15,0 1 1,0-1 0,0 0-1,0 0 1,0 0 1,0 0 12,0 0 0,0 0 0,0 2-10,0-2 10,0 1-12,0-1 1,0 0-2,0 0-1,0 0-2,0 0-10,0 0 12,0 0 0,0 0 1,0 0 1,0 0 0,0 1 1,0-1 1,0 1 10,0-1-13,0 0-1,0 1-2,0-1-1,-3 2 4,3-2 2,-3 3 20,3-2-2,0-1 5,-3 2 8,0-1-11,0 0 17,-1 0-13,1 1-24,0 0 20,-6 1 30,3-2 2,-4 1-15,1 2-17,0-3-2,-7 2-19,4 1 1,-10 0 17,4 0-4,-7-1-15,-6 0-83,-3-2-75,-4 1-68,-8-2-259,12 0-920,-22-3 740</inkml:trace>
  <inkml:trace contextRef="#ctx0" brushRef="#br0" timeOffset="33203">10347-639 1039,'0'0'644,"0"0"-445,0 0 34,0 0 39,0 0-42,0 0-76,0 0-44,0 0-30,0 0-22,0 0-20,0 0-20,0-16-18,0 16-25,0 0-23,0 0-39,0 0-58,0 0-45,0 0-78,0 0-170,0 0-177,0 0-59,0 1 201,0 1 411,0 11 12</inkml:trace>
  <inkml:trace contextRef="#ctx0" brushRef="#br0" timeOffset="33678">10523-742 353,'0'0'17,"0"0"968,0 0-575,0 0-151,0 0-32,0 0-42,0 0-53,0 0-38,0 0-49,0 0-45,0 0-3,0 0 3,10 19-3,-13-10 15,3 3 53,0 1-33,-4 1-9,1 0-21,3 1 43,-3 2-44,0-1 31,0 3-19,3-1-13,-3 1-3,0 1 3,3 0 3,-3 1-3,0 0-2,0-1 2,-1 0-3,1 0 5,0-1-2,3 1 0,-6 0-50,3-1 31,3 0 0,0-1-7,-3 0 23,3-2-42,0 0-4,0-3 24,0 0-21,0-2 11,3-2-7,3-1-26,0-1 36,1-2 3,2 1 27,0-4 1,0-1-16,4-1-15,-4 0-46,7 0-19,-1 0-36,-2 0-9,2-3-63,4-4-55,-7 1 71,1-1-65,2 0-26,-6-3-213,1-1 346,-4-1 92,-3 4 5</inkml:trace>
  <inkml:trace contextRef="#ctx0" brushRef="#br0" timeOffset="33971">10508-434 55,'0'0'85,"0"0"-42,0 0 2,0 0 428,0 0-127,0 0-161,0 0-38,0 0-4,0 0-3,0 0-36,0 0 45,43 19-97,-27-19-52,-4 0 1,1 0-1,2 0 0,1-3-97,-4 0 3,4-1-105,-4 0-71,-3 1-16,-3-3-115,1 0-88,-1-1 397,-6 1 52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24:49.352"/>
    </inkml:context>
    <inkml:brush xml:id="br0">
      <inkml:brushProperty name="width" value="0.05292" units="cm"/>
      <inkml:brushProperty name="height" value="0.05292" units="cm"/>
      <inkml:brushProperty name="color" value="#5F4B79"/>
    </inkml:brush>
  </inkml:definitions>
  <inkml:traceGroup>
    <inkml:annotationXML>
      <emma:emma xmlns:emma="http://www.w3.org/2003/04/emma" version="1.0">
        <emma:interpretation id="{A2415981-3751-463B-999A-C0809C9EE25E}" emma:medium="tactile" emma:mode="ink">
          <msink:context xmlns:msink="http://schemas.microsoft.com/ink/2010/main" type="inkDrawing"/>
        </emma:interpretation>
      </emma:emma>
    </inkml:annotationXML>
    <inkml:trace contextRef="#ctx0" brushRef="#br0">18356 15634 239,'0'0'59,"0"0"16,0 0-13,0 0 254,0 0 199,0 0-229,0 0-156,0 0-58,0 0 25,0 0 43,0 0-14,10 0-25,-10 0-36,3 0-14,-3 0 1,0 0 3,0 0 3,0 0 7,0 0-7,0 0-13,2 0-3,-2 0-10,2 0-12,-2 0-1,2 0-16,-2 0 10,2 0 0,2 0 6,-2 0-18,2 3 1,-2-2 2,2 1 9,1 1-1,-1-1-8,2 1 21,-2 0-9,0 1-13,2-1-3,-2 0 12,3 1 1,-3-1 13,2 1 0,0 0-14,-2 1-8,3-2 8,-1 1 4,0 0-9,-2 0-7,2 0 1,-2 0-1,1-1 32,-1 1-19,0 0-10,2 0-3,-2-1 32,0 0-32,-2-1 2,2 1-3,-1-2 1,-3 1 0,2-1-1,0 2 1,0-1-2,-2-1-17,2 1 18,0-1-3,-2 0-15,2 0 18,-2-1-1,2 2 0,-2 0 0,2-2 0,-2 1-2,0-1 3,0 0 1,0 1 2,2-1 14,-2 0-13,0 1-1,2-1-1,-2 2-1,0-2-1,0 0-1,2 0-1,-2 0 0,0 0 1,0 1-11,0-1 13,0 1-2,2-1 1,-2 1-12,0 0-3,2 0 13,-2 1 1,0-1-11,2 0 12,-2 1 0,0-1 1,3-1-2,-3 0-14,0 2 14,2-2-2,-2 0 2,0 0 1,0 0 0,0 0-1,0 0 0,0 0-1,0 0-1,0 0 1,0 0-10,0 0 11,0 0 1,0 0 1,0 0 1,0 0 15,0 0-14,0 0 11,0 0-10,0 0 13,0 0-12,0 0 12,0 0-13,0 0 10,0 0-12,0 0 1,0 0-1,0 0 2,0 0-2,0 0 3,0 0-1,0 0 10,0 0-10,0-2 13,0 2-3,0 0-1,0-2-12,0 1-1,0-1-21,0-1 22,0 1-13,0 0 0,0-1 13,-2 1 0,2-1 16,0 1-16,0-2-3,0 1-6,0-1-4,0 0 12,0 0 1,0-1 0,0 1-7,0-1-22,0 0-3,2-1 10,0 0-7,2 0 28,-2 0 0,0 1 1,0 0-1,2-1 1,-2 2-40,2-2 40,-2 4 16,0-3-16,1 2 2,-1 0 15,2-1-17,-4 1-13,4-1 10,-2 1-10,2 0 13,-4 1 5,2 0 17,0-1-15,0 2 9,-2-1-15,0 0-2,2 0 0,0 1-1,-2-2-20,2 2 21,-2-1 2,3 1-4,-3-1 3,2 0 0,-2 0-1,2-1 1,0 1-23,0 0 23,-2 0 12,0 1 7,0 1-16,0 0 9,0 0-9,0 0-2,0 0-1,0 0-3,0 0-13,0 0-6,0 0 6,0 0 3,0 0 10,0 0-10,0 0 11,0 0 0,0 0 0,0 0 0,0 0 1,0 0 0,0 0 0,0 0 1,0 0-1,0 0 0,0 0-1,0 0 0,0 0 0,0 0 2,0 0 0,0 0 0,0 0 0,0 0-13,0 0-26,0 0-3,0 0-6,0-1 9,0 1-9,0 0-7,2 0 7,-2 0-1,0 0 10,0 0 1,0 0-1,0 0-3,0 0-23,0 0-36,2 0-38,-2 0-23,0 0-33,2 0-20,-2 0 3,0 0 7,4 0-313,-2-1 377,0 1-31,0-3 1</inkml:trace>
  </inkml:traceGroup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24:08.893"/>
    </inkml:context>
    <inkml:brush xml:id="br0">
      <inkml:brushProperty name="width" value="0.05292" units="cm"/>
      <inkml:brushProperty name="height" value="0.05292" units="cm"/>
      <inkml:brushProperty name="color" value="#5F4B79"/>
    </inkml:brush>
  </inkml:definitions>
  <inkml:traceGroup>
    <inkml:annotationXML>
      <emma:emma xmlns:emma="http://www.w3.org/2003/04/emma" version="1.0">
        <emma:interpretation id="{286315DB-CAD2-494D-90E3-C6B7DD45C99E}" emma:medium="tactile" emma:mode="ink">
          <msink:context xmlns:msink="http://schemas.microsoft.com/ink/2010/main" type="inkDrawing"/>
        </emma:interpretation>
      </emma:emma>
    </inkml:annotationXML>
    <inkml:trace contextRef="#ctx0" brushRef="#br0">17182 14508 126,'0'0'111,"0"0"-49,0 0-20,0 0 10,0 0 1,0 0 279,0 0 69,0 0-258,0 0-107,0 0-34,0 0 67,0 0 80,0 0 24,0 0-47,0 0-48,0 0-19,10-6 9,-10 6 19,0 0 4,0 0-7,0 0-19,0 0-17,0 0-6,0 0 0,0 0 4,0 0-4,-2 0 6,0 0-9,-2 0-17,-2 0-3,0 3 23,-1 0 7,-3 1-24,2 0-5,-2 0-4,-1 1 3,-1 1 0,4-1-6,-3 2 19,3 2 0,-4 1-31,3 0 15,1 1 10,0 0-26,4-1 0,-3 1 0,3 0 6,0 1-3,2 0 10,-2 0-9,4-1 53,0 2-24,0-3-33,4 2-19,2 1-16,5 0-7,-3-1-64,0-1 20,-4-3 12,0-3 61,3 0-55,1-3 46,2 2 22,5-2 25,-3-1-2,3-1-23,-3 0 0,0 0-1,1 0-11,-1 0-20,1-2 3,-1-3 10,2 0-23,-3 1 13,-1-3-4,-2 0 11,3-1-1,-5-1-6,-2-1 3,0-1-22,0 0 28,-2 0 1,3 0 17,-5 0-40,0 0 28,0 0 12,0 0-25,-3-1 24,-1 0 3,-2 1 3,2 0-3,0 1 3,0 0 26,-2 1-27,-1-2-1,1 3 1,0 0 48,0 0-49,2 2 44,-3 1 7,1 0-42,0 1-10,-2 0-2,-1 0 2,3 1 29,-2 2 35,0-1-64,1 1-3,1 1-26,0 0 6,0 0-6,0 0-6,-1 3 2,1 0 17,2 0 0,-2 2 3,2 0-6,0 1-7,2-1-52,-3 0-39,5 0-6,-4 0-16,4 0-63,0-1 23,0 1-26,0 0-140,0-2 35,2 1-140,0-3 259</inkml:trace>
    <inkml:trace contextRef="#ctx0" brushRef="#br0" timeOffset="992">17445 14483 48,'0'0'244,"0"0"-87,0 0-108,0 0 508,0 0-283,0 0-24,0 0 14,0 0-99,0 0-12,0 0-1,0-35-23,0 34-3,0 1 26,0-1-23,0 1-27,0 0-25,0 0-12,0 0-5,0 0 1,0 0-4,0 0-18,0 0-11,0 0-8,0 0-20,0 0 0,0 0-13,0 1 0,0-1-3,0 1-3,0 1-3,0-1 2,0 1-2,0 2 22,0 3 10,0 3 44,-3 2-32,1 2-9,2 1 9,-2-1-18,0 1-2,2 0 10,0 1 1,0 0-13,-2 0-3,2 1 3,0-1 1,-2 1-1,2-1 0,0-2-16,-2 0-9,2-1 9,0-3-10,0 0 1,0-2 12,0 0 0,0-2-6,0-1-13,0-1 10,0-1 2,0-2 8,0-1-1,0 0 0,0 0 10,0 0-13,0 0 3,0 0 11,0 0 2,0 0 15,0-3-12,0 0-3,0-2-45,0-2 10,0-2-4,0 0 20,0-1 6,0 0-35,0-1 29,0 2-7,2-1-3,2 0 27,-4 1-17,4 0 16,1 1 2,-3 0 1,4 0-4,-2 0 4,2 1 10,0 0-10,-2 0-5,3 2 5,1 0 0,0 2-15,-2 0-1,3 0 16,-1 2 0,0-1-16,3 2-3,-1 0 19,0 0-3,1 3 3,-1 1 3,4 1 39,-3 3-29,1-1 35,-2 1-25,-3 2-23,1-1-2,-2 1-1,-4 1 0,2 0-16,-4 0 18,0 0-19,0-1 8,-4 2-43,-2-2 10,0-1 9,-5-1 17,1 0 16,-2-2 3,-1 1 1,-1-2 18,1 0-19,1-3 23,-2 1-20,3-1 16,-1-1-18,2 0 2,-1-1 13,3 1-10,0-1-6,1 0-13,1 0-22,2 0 16,0-1-33,2-1-13,0-1-44,-2 1-31,2 1-2,0 0-33,2-2-85,0 2-114,0-1-79,0-1-163,0 1 331</inkml:trace>
    <inkml:trace contextRef="#ctx0" brushRef="#br0" timeOffset="1617">17852 14643 158,'0'0'143,"0"0"20,0 0 140,0 0 160,0 0-209,0 0-46,0 0 26,0 0-81,0 0-24,0 0 4,10-25-7,-10 23-13,0 2-6,0-1-20,0 1-13,0-1-1,-4 0-28,2-2-44,-4 2-1,0 0-54,-3-1-7,-1 1 13,-2 0 9,1 1 0,-1 0 7,-5 0 10,5 4 5,1 0 14,-3 0 3,4 0-19,-1 2 19,1-1 0,6 1-3,-2-1-17,-1 0 18,5 0-1,0 0-26,2-1 0,0 1 3,0 0 0,4 0 20,7 1 5,-1-2 1,5 1 0,3-2 0,1 0-28,4 0-14,-3-1-23,3 1 0,0 0 7,-5 0 16,1 0-13,-3 1 3,-1-1 16,-3 0 17,-3 1-24,-3 0-18,-4 0 12,0 1-32,-2 0 22,0 1 59,-4 0 17,-4 1 12,-1-1-13,-1 2 0,-2 0 1,-1-1 18,1 0 7,-1-1 1,3 0-8,-4-1 14,1-1-33,1-1 59,-1 1 3,1-2-27,0-1-25,1-1-9,1 0-4,-1 0-11,1 0 1,4 0 20,-2 0-23,4 0 0,-1-1-55,3-1-17,0 1-15,0-1-88,2-1-66,0 0-315,0-1-5,6-1 59</inkml:trace>
    <inkml:trace contextRef="#ctx0" brushRef="#br0" timeOffset="2304">18019 14645 217,'0'0'216,"0"0"488,0 0-346,0 0-157,0 0-22,0 0 9,0 0-13,0 0-16,0 0-65,-14-6-36,12 6-19,2 0-7,-2 0-9,0 0-4,-1 0-5,1 0-14,-2 1-13,0 2 13,2 1 3,0 0-1,0 0 1,0 0 22,0 0-25,2 1 15,0-1-14,0 0 1,0 2-2,0-2-3,2 0-16,4 0 3,0-1-3,3 0 15,1-1-22,2 0 23,-1-2 3,5 0-11,-3 0 9,3-3 2,-1-2-26,-1 0-6,1 0 3,-3-2 3,0 0 23,-1 0 3,-3 0 19,-4-1 1,0 0-10,0 0-10,-2 0-23,-2 2 9,0 1 14,-2 0 48,-2 2-13,-2-2-34,-2 3 1,-1-1 14,-1 1-13,0 2 23,-1-1 16,1 1 10,0 0-23,-1 0-7,1 2 4,0 2 3,-3 0 6,3 2-3,2 0-28,-3 2 12,1 0 0,2 1 22,0 1 1,1 2-1,-1-1-38,2 1-3,2-1 3,0 0 1,-1-1-1,5 1 0,0-1 1,0-1 0,0 0-1,9-1-2,-1-1-17,4 0 2,3-2 15,3 0-12,3 0-15,2-2-16,4-2-16,0-1-26,-3 0 10,5 0 6,-4 0-26,2-4 23,-4 0-53,-3 0 4,3-2-13,-6 0-130,-3 0-69,1-2-56,-7 0-58,-2-2 15,-2 0 234</inkml:trace>
    <inkml:trace contextRef="#ctx0" brushRef="#br0" timeOffset="2817">18335 14611 230,'0'0'232,"0"0"348,0 0-121,0 0-189,0 0-78,0 0-4,0 0-20,0 0-9,0 0 9,-28-20-49,28 20-39,0 0-15,0 0-1,0 0-3,0 0 6,0 0-9,0 0-10,0 0-26,0 0-21,0 0-1,0 0 0,0 1-16,2 1-6,-2 1-7,2 1 29,0 2 13,2 2-12,-2 0 1,2 2 11,-2 1-13,2 0-15,-2 0 14,2 2 1,1-1 0,-3 2-11,0-1-18,-2-1-15,2-1 8,-2-2-2,0-1-17,0-1 14,0-2 2,0-2 23,0-1 1,0-2 15,0 0 32,0 0 29,0 0 22,0-3 26,0-3-58,0-3-31,2-3-8,2-1-12,2-3 0,0 0-22,-1 0 19,-1 0-23,2 2 10,-2-3-3,2 3-29,-2 1 23,1 1-20,-1 3 29,0 0 16,0 1-4,0 2-2,-2 0 6,2 1 0,-2 2 3,2 1 16,-4 0-19,3 2-6,-1 0-20,0-1-19,-2 1-12,0 0-37,4 0-15,0 0-4,0 0 0,0 0 0,4 0-36,-1 4-43,1 0-41,-4 0-24,4 1-72,-1 0-82,-3-1 7,4 0 81,-78-34 284</inkml:trace>
    <inkml:trace contextRef="#ctx0" brushRef="#br0" timeOffset="3282">18534 14598 79,'0'0'193,"0"0"-92,0 0 3,0 0 379,0 0 2,0 0-205,0 0-85,0 0-17,0 0 16,0 0 0,-10-11-32,10 11-43,0 0-22,0 0 2,0 1-19,0 0-22,0-1-42,0 0-16,0 1-2,0 0-20,2 3 1,0 1 21,4 0 16,-2 3 16,2-1-29,3 2 29,-1 1-32,-2-1 1,2 1-1,1 1 0,-1-1-1,0 0-21,0-1 19,1 2-13,-1-2-13,0 0 16,-2-2 10,3 0-19,-3-1-1,0-2-31,-2-1 38,-2-1-20,0-1 27,-2-1 9,0 0 28,2 0 8,0 0-1,0-3-35,-2-1 3,5-3-6,-3-2-23,2 0 10,-2-2-3,2 1-4,0-3 22,-2 1 1,2-2-13,-4-1-19,5 1-13,-3-2-7,0 3 4,2 0 12,-4 2 35,2 2 0,0 1 1,0 4 0,0 0 1,0 0-1,-2 2 0,2 0 0,0 0-24,0 2-67,-2 0-61,0 0-42,4 0-55,1 0-24,-1 0-88,0 3-131,2-1-141</inkml:trace>
    <inkml:trace contextRef="#ctx0" brushRef="#br0" timeOffset="4342">18898 14608 182,'0'0'130,"0"0"-55,0 0-13,0 0 277,0 0 195,0 0-241,0 0-130,0 0-79,0 0 43,0 0 6,2-32-20,-2 27-3,0 0-26,0 2-3,-2-2-42,-2 0 38,-1 0-28,3 2 6,-4 1-4,2-1 4,0 0-53,0 2-2,0 1 0,-3-2-23,-1 2 4,0 0 0,-2 0-10,-3 3 13,-1 1 12,1 2-12,-1 1 16,1 1 16,1 1-13,0 1 19,1 0-3,3 0-2,0 2 18,2-2-33,1 0-2,3 0-22,-2 1 2,4-3-9,0 0-13,0 0-3,0 0 7,9-3-1,-1 1 23,2-1 16,3-1 0,-3-1-55,4-3 26,1 0-3,-1 0 9,-1 0-6,1-4 13,1-1-4,-5-1 1,2 0 19,-1-1 1,-3-1 34,0 0-32,-2-1 16,1 1 20,-3-1-39,-2 2 0,0 0 0,-2 1 19,2 2 20,-2 1 6,0 0-42,0 3 62,0 0 12,0 0-38,0 0-36,0 0 0,0 0 10,0 0 13,0 0-23,0 0-3,2 0-32,0 3 3,0 0 29,0 1 71,2 2-39,0 0-13,3 0-3,-3 1 7,2 1 6,0 1-28,2-1 12,3-1 3,-3 3-5,2-4-11,1 0-23,-1 0-3,3-1-6,-3-1-3,4-1 9,-1-1-16,1-1 17,1-1-1,-1 0 10,-1-3-16,-1-2 32,0-2 0,1-4 12,-3-1-9,0-1 19,1-4-9,-5 0-13,2-2 2,-2-2 18,-1-2-20,1-2-22,-2-2-39,0-1-26,-4 1 51,0 1-9,0 2 44,-2 1-25,-4 3 26,-3 0 46,3 2-44,-2 1 74,0 2 8,2 1-59,-1 2 11,3 2-4,-2 3 55,4 1-20,0 2 39,0 4-45,2-1-10,0 1-22,0 0-29,0 0-16,0 0-13,0 1-15,-2 4 44,0 3 35,-2 1 19,1 3-9,-3 1-29,2 1-13,2 1 32,0 0-9,0 0-25,2 1-1,-2 1 16,2 1 9,0 3-25,0 0 0,0 2 0,0 1 2,0 0 17,2 0-19,0-1-2,0-1-36,2-1 6,-2-2-3,4-1-22,1-2-1,-3-3 0,0-1-6,0-4 10,2 0 12,0-2 4,3-2-14,-3-1-22,2-2 32,0-1-55,3 0 4,-1 0-43,3-5-29,-1-2-82,2 0-48,-1-4-167,-1 0-125,1-3 10</inkml:trace>
    <inkml:trace contextRef="#ctx0" brushRef="#br0" timeOffset="4861">19129 14489 425,'0'0'68,"0"0"353,0 0 22,0 0-258,0 0-54,0 0 25,0 0-1,0 0-15,0 0-27,0 0-35,-12 6-29,14-6-23,4 0 35,4 2 36,1-2-52,7 0-26,1 0 1,2 0 9,-1 0-28,3-3-1,-2 2-1,-1-1-15,1 0-13,2 0 3,-5-1-6,1 0 2,-2-1 14,-3 2 14,-2-2 1,-1 2 1,-5 1 2,-2 1 47,-4 0 9,0 0 10,0 0-20,0 0 3,0 0-15,0 0-35,0 0-1,0 0-13,0 0-3,0 2 4,0 3 12,0-1 55,0 3-4,0 0-28,0 0 9,0 2-3,2 0 16,-2 2-23,2 0-9,-2 1 0,0 0-1,2 0 5,-2 1 2,2-1-18,0 1 2,1-1-1,-3 1 1,2-2-3,0-1 4,-2-1-4,2-2-29,0-1-29,-2-1 26,2-1-32,-2-1 9,0 0-54,0-2 9,0-1-29,2 0-52,-2 0-13,0 0 2,2-2 27,-2-4-203,2-3-247,0-3-5</inkml:trace>
    <inkml:trace contextRef="#ctx0" brushRef="#br0" timeOffset="5075">19446 14341 706,'0'0'98,"0"0"857,0 0-789,0 0-117,0 0 19,0 0 75,0 0 22,0 0-86,0 0-79,0 0-84,2-8-58,0 8-4,6 3 107,0 0-91,0 2-159,3 1-203,-1 0-137,3 1 192,-75-29 396</inkml:trace>
    <inkml:trace contextRef="#ctx0" brushRef="#br0" timeOffset="6179">19675 14508 339,'0'0'88,"0"0"-16,0 0 482,0 0-170,0 0-205,0 0 7,0 0-11,0 0 16,0 0-6,-23-15-17,23 15-45,0 0-11,0 0 1,0 0-33,0 0-35,-4 1-19,2 2-7,-4-2-3,-2 2-16,-1 1 2,-1 0 10,4 3-11,-3-1 17,1 3-16,2-1 34,0 0-20,0 1 0,-1 0-16,3 0-4,0 0 3,0 0-21,4 1-23,0-1 19,0-1-15,0 0 12,0 1-35,6-4 19,2 2 9,1-1-22,1-3 57,5-2-21,-3 1 3,5-2-30,-1 0-9,-1-1 7,1-3-1,-1-1 20,-1-2 28,0 1 4,-1-3 0,-3 1 3,1-1 42,-3-1-42,0 0-1,-4 1-2,-2-2 13,-2 3 0,0-2-13,0 2-13,-6-1-19,-4 0 30,-1 1-18,-1 0-1,-2 1 21,-1 1 38,-1 0-8,-1 1 2,0 1 7,3 3 3,0 0-26,3 1-13,1 0-3,-1 0-2,5 2-18,0 2-5,2 0 2,2 0 7,2 1-20,0 0-48,0 1 39,0-2-10,0 0 20,6 0 35,2-2 48,3 1-29,1-1-15,3-1-4,1-1-16,1 0-7,-1 0-6,5-2-10,-5-1 7,3 0 15,-2-1 15,-1 0 2,-1-1 1,-1 0 1,-2 0 28,-1-1 8,-3 1 4,-2 0 55,0 2-19,-4-1 32,3 3-33,-3 1-13,-2 0 1,0 0-11,2 0-12,-2 0-7,0 0-9,0 0-7,0 0-19,2 1-1,-2 2-24,2 0 25,2 3 60,-2 0-5,2 2-26,2 0-1,-1 1 4,-1 1 10,-2 0-23,2 0 7,-2-1-25,2 1 2,-2-1 12,0 0-14,0 0-2,-2-1-16,0 1-9,0-3-6,0 1 10,0-1-10,0-1-6,0-2-26,0 0 25,0-2-6,0-1 10,0 0 19,0 0 16,0 0 3,0 0 42,0-1 22,0-3-44,0-2-23,0-1 0,0-1-3,0-2 25,2-1-41,2-2 19,3 0-23,-3-1 11,2-2-56,2 0-2,1 2 38,1 0-17,0 0-12,1 4 39,-1 2 4,2 1 18,-1 1 81,1 2-59,0 2-9,-1 0 13,-3 1 9,2 1-3,-3 0-12,3 0-7,-4 1 12,2 2 1,-1 2 9,1 1 4,-2 1-7,0 2 6,0 0-22,1 1-13,1 1 13,-4 1-16,2 1-3,-2-1-10,1 0-6,-3 0-3,2 0-10,-4 0-32,0-3-10,0 2-3,0-2-49,0-1-41,-6-1-56,3-1-26,-3 0-8,0-1-91,2-1-133,-2-4-126,2 0 154</inkml:trace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24:47.783"/>
    </inkml:context>
    <inkml:brush xml:id="br0">
      <inkml:brushProperty name="width" value="0.05292" units="cm"/>
      <inkml:brushProperty name="height" value="0.05292" units="cm"/>
      <inkml:brushProperty name="color" value="#5F4B79"/>
    </inkml:brush>
  </inkml:definitions>
  <inkml:traceGroup>
    <inkml:annotationXML>
      <emma:emma xmlns:emma="http://www.w3.org/2003/04/emma" version="1.0">
        <emma:interpretation id="{ED49FFB9-05B0-4C38-B4CD-286786337BBA}" emma:medium="tactile" emma:mode="ink">
          <msink:context xmlns:msink="http://schemas.microsoft.com/ink/2010/main" type="inkDrawing"/>
        </emma:interpretation>
      </emma:emma>
    </inkml:annotationXML>
    <inkml:trace contextRef="#ctx0" brushRef="#br0">18499 14959 23,'0'0'114,"0"0"-39,0 0-13,0 0 0,0 0-26,0 0-10,0 0-7,0 0 330,0 0-114,0 0-79,0 0-45,-4-3 13,4 3 9,0 0 1,0 0-21,0 0-25,0 0-10,0 0-10,0-1-10,0 1 1,0 0-1,0 0-3,0 0 0,0 0-6,0 0 3,0 0-4,0 0-6,0 0-3,0 0-4,0 0-2,0 0-1,0 0-6,0 0-4,0 0 1,0 0-1,0 0-5,0 0-1,0 0-3,0 0-1,0 0 1,0 0-9,0 0 8,0 0-9,0 0-2,0 0-1,0 0-1,0 0-3,0 0-12,0 0-6,0 0 2,0 0-9,0 0 4,0 0-4,0 0-10,0 1-3,0 1 29,0 2 13,0 0 55,2 3-29,0 0-23,-2 0 32,0 0-12,0 1-21,0-1 24,0 0-26,0 2 0,0-1 13,0 1-13,0 1 22,0-1-6,0 1 0,0 1-9,0 0-5,0 0 14,0-2-16,0 2 1,0 1 1,0-3 1,2 1-3,-2 1 0,2-1 0,-2 1 0,0-1 12,0 1-12,0 0-15,0 0 14,0 0-14,0 0 12,0 1 6,0 0 8,0-1-11,0 1-3,0 0 3,0 0 13,0-1-13,0 1 1,0-1 2,0 0-3,0-2 39,0 2-39,0-1-9,0 0 9,0 1 2,0-2 1,0 1 20,0-1-11,0 0-12,0-1 0,0 1 12,0-1 1,0 0-16,0 0 6,0-1-3,0 1 1,2 0 13,-2 1-12,0-2 19,2 1-18,-2 0 10,0-1-11,2 0-2,-2 2 51,2-2-51,-2 0 1,0-1 22,0 1-2,0 0-20,2 0 0,-2 0-1,0 0 27,2 0-25,-2 0-2,0 1 3,0 0 0,0-2 9,0 2-11,0-1 0,0 0 12,0-1-10,0 0 0,0 0 10,0 0-3,0-2-10,0 2 0,0-2-3,0 0-1,0-1 3,0-2-15,0 2 15,0-1 1,0 1 4,0-1 7,0-1-11,0 0-1,0 1-1,0-1-1,0-1-10,0 1-16,2-1-9,-2 0 3,0 0 6,0 1-3,0-1-4,0 0-5,0 0 2,0 0 4,0 0-1,0 0 1,0 0-4,0 0 7,0 0-7,0 0-9,0 0-23,0 0-36,0-1-16,0 1-13,0-1-26,0 0-39,0-2-75,0 1-219,-2-3-53,0 0 62,6 23 484</inkml:trace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8:59.186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  <inkml:brush xml:id="br1">
      <inkml:brushProperty name="width" value="0.05292" units="cm"/>
      <inkml:brushProperty name="height" value="0.05292" units="cm"/>
      <inkml:brushProperty name="color" value="#5F4B79"/>
    </inkml:brush>
  </inkml:definitions>
  <inkml:traceGroup>
    <inkml:annotationXML>
      <emma:emma xmlns:emma="http://www.w3.org/2003/04/emma" version="1.0">
        <emma:interpretation id="{EB2CB27C-D140-42EA-B35E-7DC66B5ADE22}" emma:medium="tactile" emma:mode="ink">
          <msink:context xmlns:msink="http://schemas.microsoft.com/ink/2010/main" type="writingRegion" rotatedBoundingBox="3896,16940 9439,17054 9416,18193 3873,18079"/>
        </emma:interpretation>
      </emma:emma>
    </inkml:annotationXML>
    <inkml:traceGroup>
      <inkml:annotationXML>
        <emma:emma xmlns:emma="http://www.w3.org/2003/04/emma" version="1.0">
          <emma:interpretation id="{4F3BC8A9-820C-47BD-9561-C4C0AE385175}" emma:medium="tactile" emma:mode="ink">
            <msink:context xmlns:msink="http://schemas.microsoft.com/ink/2010/main" type="paragraph" rotatedBoundingBox="3896,16940 9439,17054 9416,18193 3873,1807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278FB8A-6A48-4EAB-A551-FFAA23CDD548}" emma:medium="tactile" emma:mode="ink">
              <msink:context xmlns:msink="http://schemas.microsoft.com/ink/2010/main" type="line" rotatedBoundingBox="3896,16940 9439,17054 9416,18193 3873,18079"/>
            </emma:interpretation>
          </emma:emma>
        </inkml:annotationXML>
        <inkml:traceGroup>
          <inkml:annotationXML>
            <emma:emma xmlns:emma="http://www.w3.org/2003/04/emma" version="1.0">
              <emma:interpretation id="{10033F31-A0B1-4252-8749-C7B8DE7C4EBF}" emma:medium="tactile" emma:mode="ink">
                <msink:context xmlns:msink="http://schemas.microsoft.com/ink/2010/main" type="inkWord" rotatedBoundingBox="3896,16940 6195,16987 6172,18126 3873,18079"/>
              </emma:interpretation>
              <emma:one-of disjunction-type="recognition" id="oneOf0">
                <emma:interpretation id="interp0" emma:lang="en-US" emma:confidence="1">
                  <emma:literal>Hybrid:</emma:literal>
                </emma:interpretation>
                <emma:interpretation id="interp1" emma:lang="en-US" emma:confidence="0">
                  <emma:literal>Hybrid;</emma:literal>
                </emma:interpretation>
                <emma:interpretation id="interp2" emma:lang="en-US" emma:confidence="0">
                  <emma:literal>Hybrid!</emma:literal>
                </emma:interpretation>
                <emma:interpretation id="interp3" emma:lang="en-US" emma:confidence="0">
                  <emma:literal>Hybrid.</emma:literal>
                </emma:interpretation>
                <emma:interpretation id="interp4" emma:lang="en-US" emma:confidence="0">
                  <emma:literal>Hybri d:</emma:literal>
                </emma:interpretation>
              </emma:one-of>
            </emma:emma>
          </inkml:annotationXML>
          <inkml:trace contextRef="#ctx0" brushRef="#br0">0 79 110,'0'0'124,"0"0"-72,0 0 13,0 0 610,0 0-294,0 0-196,0 0-81,0 0 10,0 0 29,0 0 16,0 0-42,0 0-46,0 0-29,6 4-26,4-4 7,-1 0 19,3 0-3,1-2-23,5 0-15,-2-1 18,2 0-17,1-1 0,3 1-2,-4-3-17,4 2 15,-3-1 2,-4 2 0,-2 1-22,-1-2-69,-3 1-90,-6 1-24,7-2-15,-10 3 8,3-1-12,0 0-95,-3-1-66,0 1 13,0-2 261,0-2 17,0-1 94,0 1-47</inkml:trace>
          <inkml:trace contextRef="#ctx0" brushRef="#br0" timeOffset="-334">19-140 72,'0'0'111,"0"0"-92,0 0 1,0 0-4,0 0-3,0 0 10,0 0 0,0 0 189,0 0 0,0 0-79,0 0-19,0 0-32,0 0-1,0 0 30,0 0 19,0-26-13,0 24-35,0-1-14,0 0-6,0 0 48,0 1 17,0-1-39,0 1-20,0 0-7,0 1-9,0-1 23,0-1-4,0 2-13,0-1 0,0 1 0,0 0-9,0-1 6,0 1 0,0 0-10,0 1 0,0-1-13,0 1 0,0 0 0,0 0-3,0 0-6,0 0-8,0 0-15,0 3-13,0 1-3,0-1-7,0 3-9,0-2 18,0 2 14,0 1 36,0 1-11,0 1 17,0 2-7,0 0-19,0 3 7,0 0-5,0 2-18,0 0-3,0 1 3,0 1 0,0 1 1,0-1 12,0 0-13,0 1 0,0-1-3,0 0 1,0 1 2,0-1 0,0-1 0,0 1-1,0-2-1,0 0-14,0-1-3,3-3 3,0-1 13,-3-1-1,3 0-21,-3-3 9,0-1 3,3 1-3,-3-2-10,3-3 7,-3 1-10,0-2 3,0 0-3,0-1-13,0 0-12,0 0-14,0 0-26,0 0-32,0 0-16,0-3-11,0 0-2,0-2-34,0 1-74,0-2-144,0-1-102,0-1 79,0-2 345,0 1 36</inkml:trace>
          <inkml:trace contextRef="#ctx0" brushRef="#br0" timeOffset="354">251-90 59,'0'0'117,"0"0"-45,0 0-49,0 0-1,0 0 614,0 0-356,0 0-81,0 0-43,0 0-29,-21-95 81,21 87-20,-4 2-29,1 1-33,3 2-48,-3-1 9,3 3-6,0 1 3,0 0-1,0 0-25,0 0-19,0 0-20,0 2-17,-3 2 0,3 0-1,0 3 19,0 1 28,0 2 6,0 1-9,3 2-6,0-1-14,4 1-2,-4 3-11,0-1 11,0 1-13,3 0-10,-6 1-2,6 1 2,-3-1 0,4 2 0,-4 2 16,-3-2-15,3 1 0,0-1 0,-3 0-1,0 0-59,6-1-5,-3 0 13,-3-2-39,3 0-23,-3-3 30,6-1-24,-6-1-28,0-3-7,7-1-20,-7-2-88,0-1-39,0 1-66,0-4-150,0-1-13,0 0 348,0 0 41,0-2 129</inkml:trace>
          <inkml:trace contextRef="#ctx0" brushRef="#br0" timeOffset="930">347 137 162,'0'0'104,"0"0"-74,0 0 631,0 0-87,0 0-266,0 0-116,0 0-10,0 0 15,0 0-16,0 0-46,0-4-54,0 5-46,0 0-12,0-1-10,0 2-13,0 0-3,4 0 3,-1 2 22,3-1-22,3 3-11,-3-2 11,4 2 32,-1-1-31,0 1-1,4 1 2,-4-2-2,3 1 3,1-2-3,2 1-46,-2-3-54,-1 0 19,4 0-25,-7-1-26,6 0-17,-5-1-39,2 0-43,0 0-25,-2-1 5,-1-4-22,-3 0-1,4-1-33,-4-1 73,0-2 48,-3 0 186,0-1-17,0 1 14,0 1 3,-3 1 140,0 0-52,3 0-48,-3 0 413,0 2-108,0-1-120,0 2-30,0 1 42,0 2 17,-3 0-11,-3 1-36,3 0-43,0 0-16,0 0-3,0 3-4,-3 3-20,-1 3-28,1 3-30,3 3-24,-3 1-39,6-2-188,0-4 169,0-2 19,0-1-48,-3-1 0,3 1-26,-3 5 32,0 2 42,-4 4 0,1 1 4,0 2 15,-3 0-19,-4 0-1,4 4-54,0-1 20,-1 2-23,-2-1-26,3 0-25,-1 0-7,4-1 9,0-2-51,3-2-46,0-2-40,0-1-51,3-3-174,-3-4-95,-1-2 114,4-3 404</inkml:trace>
          <inkml:trace contextRef="#ctx0" brushRef="#br0" timeOffset="1888">788-234 25,'0'0'26,"0"0"137,0 0-111,0 0 535,0 0-82,0 0-293,0 0-27,0 0-68,0 0 55,0 0 52,0 0-69,-16-51-39,13 51-25,3 0-1,0 0 13,0 0-20,0 0-22,0 0-29,0 0-19,0 0-13,0 0 0,0 2-19,0 0-13,0 1-13,0 1 7,0 3 25,0 4 13,0 3 10,0 3 32,0 2-23,0 1 1,0 0-4,0 1 16,-3 2-29,3 0-1,0-1 21,0 3-22,0-2 11,0 0-9,0 0 6,0 1-9,0 1 0,0-1 3,0 0 17,0-1-20,0-1-1,3-2-38,-3-2-9,3 1-7,3-4-5,-6 0 14,0-3 5,0 1-17,0-6 16,0 0-23,0-1 30,0-4 12,0-1-9,0 0 10,0-1 22,0 0 20,0 0 12,0 0 4,0 0 12,0-2 5,0-2-53,0-3-36,0-3 17,-3 1-7,0-4-22,3 4 28,-3-1 19,3 1-13,0 1 14,0-1 40,0 0-39,0 0-1,0 0 2,0 0 30,3 0-28,3 0-4,-3 0 42,4 3-42,-1 0-2,0 1 2,3 1 0,-2-1-11,2 3-15,0 0 10,1 0-4,2 2-2,0 0 6,-2 0-13,2 0 0,0 5 16,-2 2-3,2 2 12,-3 1 3,1 1-1,-1 1-24,-3-1 25,0 1-28,1 1-23,-4-2 20,-3 1-26,3 1-7,-3-1 32,0-1-22,0 2 0,-9 0 37,-1 0 17,-2-3-11,-4 1 12,1-3-15,-4 0 14,4-2-2,-4 1 3,4-1-13,-1-1 0,1-1 11,2-2-1,1-1 2,2-1 1,1 0 0,6 0-26,-3-5-33,3-1-57,0-2-5,3 0-159,0-1-42,0-2-95,3-3-23,6 1 352,0 1 6</inkml:trace>
          <inkml:trace contextRef="#ctx0" brushRef="#br0" timeOffset="2517">971 96 195,'0'0'42,"0"0"-19,0 0 169,0 0 797,0 0-609,0 0-172,0 0-82,0 0-16,0 0 17,0 0-14,18 0-33,-12 0-31,4 0-10,5 0-4,-2 0 0,2 0-9,-2 0-8,-1 0-16,3 0-1,-2 0 2,2 4 21,-5 0-24,5 1-12,-2 1-14,-4 1 23,0 2-52,-3 1-19,1 0-29,-4 3-27,-3-1 30,0 2-13,0-1-69,0 0 30,-7-1-56,1 0 55,-3-2 13,0 2-13,-1-3 45,4-2 17,0-1 42,3-3 46,-3 0 3,3-2 29,3-1 111,-4 0 82,4 0-60,0-5-41,0-1 15,0-2 7,0 0-49,4-2-26,5 0-6,0-3-23,0 1-20,4-1 7,-1 0-6,4 1 9,-1-2-3,-2 2-23,2 0 33,1 2 6,-7 2 10,3 1-30,1-1 20,-4 2 10,0 2 6,1-1-26,-1 2 7,-3 1-4,-3 0-6,0 2 3,1 0-12,-1 0-20,0 0 3,0 2 45,0 2-16,0 2-19,3 1-11,-3 0 11,4 2 2,-4 1-15,3 0-2,-3 2 2,3 2 1,-3-1-1,0 1-24,-3-1 20,3-2-50,1 0-14,-1 0 23,-3-2-42,0 2 3,0-2-65,0-3-38,0-1-24,0-2-91,0-3-76,0 0-107,0 0-108,0 0 443,0-5 91</inkml:trace>
          <inkml:trace contextRef="#ctx0" brushRef="#br0" timeOffset="2743">1377-98 57,'0'0'1057,"0"0"-429,0 0-375,0 0-45,0 0 22,0 0 12,0 0-75,0 0-67,0 0-59,0 0-23,0 0-18,0-31-33,6 29-40,-3 2-50,3 0-28,7 0-75,-4 0-79,3 0-156,-2 0-180,-1 0-106,-3 6 594,-80 21 65</inkml:trace>
          <inkml:trace contextRef="#ctx0" brushRef="#br0" timeOffset="3547">1795 79 233,'0'0'1,"0"0"-1,0 0 205,0 0 795,0 0-668,0 0-150,0 0-62,0 0 23,0 0 12,0 0-6,0 0-43,0 0-48,-3-38 29,0 33-16,-3-3-16,0 1-1,-3 1-18,5 1 2,-2 0 17,-3 1-53,3 1 29,-4 2-31,1 0 0,-3 1 0,-4 0-10,4 0-6,-7 6-6,1 2 12,-1 1 9,0 1 1,1 2-2,2 2-1,1 0 3,2 2-4,4-1-8,0-1 12,-1 1-1,7-1 0,0 1-3,3-3-21,0 0-49,0-1-10,3-2-41,10-1 54,-4-3-55,3 0 74,1-2-64,5-2-7,-2-1-13,3 0 6,-1 0 16,-5-3-22,5-5 6,-2-2 61,-1-1 37,-6-5 32,7-1 1,-7-2 12,4-2 52,-1-3 26,-3 0-13,1-1 10,2-2-36,-3-3-23,-2 0 20,-1 0-30,3-2 1,-9 3 25,3-3 17,-3 3 6,0 0 19,0 1 17,0 1-10,-3 1 38,-3 0-19,0 0-39,-4 3 45,4-2-19,0 4-23,3 1-13,-3 5 35,0 2-13,2 3 41,1 5-6,0 0-52,3 4 14,0 1-5,0 0-30,0 0-48,0 0 0,0 0-35,0 0-12,0 0-10,0 3-6,0 5 15,0 5 48,0 3 2,0 4 1,0 1 14,0 0-15,0 1-2,0 1 0,3 1-2,4 2 2,-1 1 0,0 2-2,0-2-29,0 1-23,1 1-19,2-1-7,-3-1-38,0 2 7,0-4-27,1 1-10,-4 0 6,3 0-38,-6-2-21,6-2-6,-6-2-30,6-2-91,-3-1-56,4-2-82,-4-4-43,6-2 389,-3-3 61</inkml:trace>
          <inkml:trace contextRef="#ctx0" brushRef="#br0" timeOffset="4197">2264 203 266,'0'0'0,"0"0"1293,0 0-942,0 0-121,0 0-19,0 0 2,0 0-52,0 0-55,0 0-41,0 0-20,0 0-16,31-12 6,-28 8-35,-3 0 0,0 0-112,0 0-130,0-1-100,-6 0-190,-4-3-696,1-1 758,0 64 391</inkml:trace>
          <inkml:trace contextRef="#ctx0" brushRef="#br0" timeOffset="3956">2301-104 188,'0'0'42,"0"0"-42,0 0 1118,0 0-799,0 0-69,0 0-19,0 0-43,0 0 6,0 0-7,0 0-30,0 0-38,0 0 13,-22-27-37,22 25-15,0 0 12,0-1-22,0 2-6,0-1-20,0 0-15,0 1-7,0 1-22,0 0-1,0-1-31,0 1-25,0 0-51,0 0-48,0 0-64,0 0-95,0 4-70,0 5-10,0 1-148,0 2-450,0 3 628,0-4 329,0-71 21</inkml:trace>
        </inkml:traceGroup>
        <inkml:traceGroup>
          <inkml:annotationXML>
            <emma:emma xmlns:emma="http://www.w3.org/2003/04/emma" version="1.0">
              <emma:interpretation id="{234FFEC5-29B1-494C-BFAE-6E8B86B41FEF}" emma:medium="tactile" emma:mode="ink">
                <msink:context xmlns:msink="http://schemas.microsoft.com/ink/2010/main" type="inkWord" rotatedBoundingBox="8923,17507 9430,17518 9422,17879 8916,17869"/>
              </emma:interpretation>
              <emma:one-of disjunction-type="recognition" id="oneOf1">
                <emma:interpretation id="interp5" emma:lang="en-US" emma:confidence="1">
                  <emma:literal>x</emma:literal>
                </emma:interpretation>
                <emma:interpretation id="interp6" emma:lang="en-US" emma:confidence="0">
                  <emma:literal>X</emma:literal>
                </emma:interpretation>
                <emma:interpretation id="interp7" emma:lang="en-US" emma:confidence="0">
                  <emma:literal>t</emma:literal>
                </emma:interpretation>
                <emma:interpretation id="interp8" emma:lang="en-US" emma:confidence="0">
                  <emma:literal>+</emma:literal>
                </emma:interpretation>
                <emma:interpretation id="interp9" emma:lang="en-US" emma:confidence="0">
                  <emma:literal>4</emma:literal>
                </emma:interpretation>
              </emma:one-of>
            </emma:emma>
          </inkml:annotationXML>
          <inkml:trace contextRef="#ctx0" brushRef="#br1" timeOffset="-213742.91">5158 117 26,'0'0'82,"0"0"-40,0 0-9,0 0 2,0 0 210,0 0 277,0 0-265,0 0-137,0 0-90,0 0 12,0 0 59,0 0 26,0 0-7,0 0 3,0 0-25,-11-27-20,11 26-10,0 1-7,0-2 11,0 1 2,0 0-12,0 1-4,0-1 6,0 1 4,0 0 0,0 0-7,0 0-6,0 0 3,0 0 0,0 0 6,0 0 0,0 0-6,0 0-4,0 0-6,0 0 9,0 0-12,0 0-23,0 1-9,0-1-13,0 1-3,0 2-13,0 0 16,7 1 22,-3 1 4,2 2-10,0 1-16,2-1 2,1 0 0,1 2-2,2 0 19,3 1-19,-1-1 13,3 0-10,1 1-3,3 0 10,0-1-7,-3 2-3,5-2 0,-2 1 2,-3-2 13,3 0-14,-2 1-1,-3-2 0,1-1-1,-5-1-25,1 1 10,-1-3 3,-4 1-12,3-1-13,-5 0-4,0-1 14,-4 0-33,0-2 3,-2 0-22,0 0-16,0 0-13,0 0 0,0 0-11,0 0 4,0 0-7,0 0-3,-2 0-3,0 0-24,0 0-35,0 0-14,0 0-71,-4 0-33,-1-3-112,1 0 53,-2-2 228,-2-1 49</inkml:trace>
          <inkml:trace contextRef="#ctx0" brushRef="#br1" timeOffset="-213182.9">5542 53 250,'0'0'59,"0"0"430,0 0-59,0 0-267,0 0-59,0 0 13,0 0 55,0 0 39,0 0-42,0 0-46,0 0-23,0 0-19,4-4-10,-4 5 10,0 0 25,-4 1-16,4-1-16,-2 0-19,0 0-29,0 0 2,-4 2 14,0 0-3,-1 1-23,-3 2 9,-4 1 1,-1 2-1,-1 0 14,-1 3-4,-2 0-13,-1 1-3,-3 0 4,0 1-21,1 0 17,-1-1-17,0-1-2,0 3-1,1-1 0,-1-1 1,2 2 3,5-1-1,-5 0 0,4 0 11,3 0-13,-3-2 0,5-1-2,-2 1-27,1-3-3,3 1-15,2-3 11,-1 0 8,3 0-7,0-4-26,4 2-29,0-4 7,0 1 2,0-2-12,2 0-7,0 0-16,0 0-14,0 0-25,0 0-36,0 0-56,0 0-13,2 0-36,-2 0-30,2-2-104,-2 0 244,0-2 55,2 1 60</inkml:trace>
        </inkml:traceGroup>
      </inkml:traceGroup>
    </inkml:traceGroup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15:27.761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601CEBC-5F90-47AB-8365-30194D658BC8}" emma:medium="tactile" emma:mode="ink">
          <msink:context xmlns:msink="http://schemas.microsoft.com/ink/2010/main" type="writingRegion" rotatedBoundingBox="4024,11005 15143,11007 15142,12095 4023,12094"/>
        </emma:interpretation>
      </emma:emma>
    </inkml:annotationXML>
    <inkml:traceGroup>
      <inkml:annotationXML>
        <emma:emma xmlns:emma="http://www.w3.org/2003/04/emma" version="1.0">
          <emma:interpretation id="{80F8D044-AEEE-4B57-8AB8-D244ABF9A732}" emma:medium="tactile" emma:mode="ink">
            <msink:context xmlns:msink="http://schemas.microsoft.com/ink/2010/main" type="paragraph" rotatedBoundingBox="4024,11005 15143,11007 15142,12095 4023,1209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3625967-2C65-41E1-9F40-0B7215C425FF}" emma:medium="tactile" emma:mode="ink">
              <msink:context xmlns:msink="http://schemas.microsoft.com/ink/2010/main" type="line" rotatedBoundingBox="4024,11005 15143,11007 15142,12095 4023,12094"/>
            </emma:interpretation>
          </emma:emma>
        </inkml:annotationXML>
        <inkml:traceGroup>
          <inkml:annotationXML>
            <emma:emma xmlns:emma="http://www.w3.org/2003/04/emma" version="1.0">
              <emma:interpretation id="{0D3DC170-E2C0-4AE5-AD02-AF3CE21AB362}" emma:medium="tactile" emma:mode="ink">
                <msink:context xmlns:msink="http://schemas.microsoft.com/ink/2010/main" type="inkWord" rotatedBoundingBox="4024,11005 6573,11006 6572,12044 4023,12043"/>
              </emma:interpretation>
              <emma:one-of disjunction-type="recognition" id="oneOf0">
                <emma:interpretation id="interp0" emma:lang="en-US" emma:confidence="1">
                  <emma:literal>parental</emma:literal>
                </emma:interpretation>
                <emma:interpretation id="interp1" emma:lang="en-US" emma:confidence="0">
                  <emma:literal>Parental</emma:literal>
                </emma:interpretation>
                <emma:interpretation id="interp2" emma:lang="en-US" emma:confidence="0">
                  <emma:literal>parented</emma:literal>
                </emma:interpretation>
                <emma:interpretation id="interp3" emma:lang="en-US" emma:confidence="0">
                  <emma:literal>Parented</emma:literal>
                </emma:interpretation>
                <emma:interpretation id="interp4" emma:lang="en-US" emma:confidence="0">
                  <emma:literal>parentage</emma:literal>
                </emma:interpretation>
              </emma:one-of>
            </emma:emma>
          </inkml:annotationXML>
          <inkml:trace contextRef="#ctx0" brushRef="#br0">7 66 45,'0'-3'68,"0"1"-35,0 0 7,0 0-40,0 0-20,0 1 20,0-1 4,0 2 9,0-1 0,0-3 303,0 2-225,0 0-89,0-1 57,0 1 26,0 1 48,0-1 1,0 0-98,0-1-16,0 1-17,0-1 49,0 2 33,0-3 9,0 2-55,0 0-6,0-1-4,0 1 52,0 1-6,0-1-36,0 1 20,0-1-14,0 1 23,0 0 4,0 0-1,0 0-15,0 0-18,0 1 8,0-1 22,0 1-3,0 0 6,0 0 0,0 0-6,0 0-7,0 0-3,0 0-6,0 0-7,0 0 0,0 0-7,0 1-3,0 0 0,0 0-3,0 0-3,0 1 0,0 0-4,0 0 1,0 0-11,-3-1-12,3 2-23,-3 0-3,3-1-15,0 4 2,0 1 39,0 2 0,0 2 0,0 2 2,0 3 24,0 1-26,3 1 19,0 1-19,-3 0-1,6 1 0,-3 2 1,0-1 13,1 3 0,-1-2-11,-3 1-1,0-1-2,6 0-24,-6-2 22,0 0 6,3 0-6,-3-1 16,0 1-13,3-1 3,0-1-1,-3-1-1,0 1 15,0-4-12,3 2-4,0-3 0,-3-1-16,0 0 13,0-4-32,3 0 3,-3-1-10,0-2 7,0-1 15,0-1-15,0-2-27,0 1-2,0-1 12,0-1-32,0 0-13,0 0 3,0 0 0,0-4 23,0 1 22,0-2-13,0-2-19,0-3-205,-3-1-183,3-6-4,-6-2 98,6-2 255,0-2 41</inkml:trace>
          <inkml:trace contextRef="#ctx0" brushRef="#br0" timeOffset="539">16 54 30,'0'0'252,"0"0"341,0 0-251,0 0-166,0 0-20,0 0 36,0 0 42,0 0-20,0 0-88,0 0-48,-3-27 12,3 25-22,0-1 22,0 0-28,0 1 15,0-2-32,0 2 55,0-2-1,3-2-99,0-2-3,4-1-16,2 0 6,6 0-6,-2 0-14,2 1 11,1 2-13,-1 1 9,1 3 10,2-2-10,-2 3 13,3 1 13,-4 0 16,1 0-16,-4 3-1,3 2-31,-5 3-16,-1 2 25,0-1-25,-2 3-20,-1 1 42,-6 1-38,0 1 44,0 1 19,0 0 1,0-2-1,0 0-37,-6 0 2,-1-1 33,4 0-20,-6-3 21,0 0 0,2-2-18,-2 0 20,0-2 16,3 0 10,-4-2-9,1-1 15,3-1-10,0-1-18,-1-1 15,1 0-12,3 0-7,-3 0-11,0-3 9,3 1-12,-4-2-22,4-1 10,-3 2 0,0-3-110,3 3 81,-3-1-39,-1 3 0,4-1-39,0 2-94,-6 0-193,3 0-118,0 0 20,-1 0 436,4 0-6</inkml:trace>
          <inkml:trace contextRef="#ctx0" brushRef="#br0" timeOffset="1408">596 100 86,'0'0'59,"0"0"-33,0 0 3,0 0 72,0 0 649,0 0-356,0 0-235,0 0-87,0 0 29,0 0 55,0 0 3,0 0-17,31-29-45,-31 24-9,0 2-72,0-3 32,0 1 14,0 0 9,0 2-16,-3-3-1,0 2-34,-3-2 15,3 2-19,0-2 19,-4 4 1,4-1 6,-3 3-7,3 0 19,0 0-31,0 0-20,0 0 20,-4 0-20,4 0-3,-3 0-23,0 0-6,0 0-9,0 0-1,-4 3 1,-2 0 9,3 3 16,-7-2-3,1 3-3,2 1 6,-2 0-3,-1-1-4,4 0 8,-1 2 8,1 0-5,6 1 9,-4 3 0,1-2-12,0-1-20,3 2 19,3 0-19,-1-2 12,1 2-22,3-2-3,0 0-23,0-2 39,3 0-16,4 0-4,2-1-25,0-1 29,4-1-24,-4 1 24,3-3 29,1-1 6,-1-1 10,4-1 0,-7 0 23,6 0-23,1-4 10,-4-3 9,4 1-19,-4-3 0,1 1 1,-4-4-1,0 1 26,1-1-23,-4-2-1,0 1 18,3-1 6,-9 0-52,3-1 52,-3 2-26,0 1 32,0 1-30,0 2 27,0 1-9,-3 3 12,0-1 33,0 5-10,0 0 0,3 1-3,0 0 22,0 0-13,0 0-22,0 0-23,0 0-14,0 1-2,0 0 0,0 0-19,0 1 6,0 1-16,0-1-10,0 2 0,0 2 37,0 2 2,0 1 20,0 4-1,6 0 1,-3 0-17,0 2-3,4-2 1,-1 2-1,-3 0 0,3-1 31,0 0-18,-3-2-13,4 0-47,-4 0-20,3-3-46,-6 0 19,6-4-32,-3 1-30,0-3-110,3-1-88,-6 0-37,0-2-101,4 0 32,-1 0 418,-3-7-66</inkml:trace>
          <inkml:trace contextRef="#ctx0" brushRef="#br0" timeOffset="2328">736 2 102,'0'0'82,"0"0"-82,0 0 1084,0 0-726,0 0-130,0 0-40,0 0-20,0 0-3,0 0-19,0 0-36,0 0-39,3 3-23,-3-2-6,0 1-13,0-1-27,0 1-2,0-1-29,3 4-13,0-1 42,0 4 19,3 1-18,1 2 19,-1 2-7,0-1 48,0 3-59,0 1-2,-6-1-13,7 0-29,-4 1 16,-3-2 1,3 1 2,0-4 1,-3 0-46,0 0 32,0-3 17,0-1-39,0-1-3,0-3 32,0 0-36,0-2 29,0-1 36,0 0 0,0 0 42,0 0 7,0 0-10,0-5 6,6 0 19,-3-2-64,-3-2 1,0-2-2,3-1-14,0-2-1,0-2-2,1 0 17,2-3-47,0 1 23,3-1 5,4 2 19,-1 0 1,-3 3 8,4 0-8,-4 4-20,3 1 20,-5 3 0,2 2 26,-6 3-6,0 0 5,0 1-12,0 0-9,0 0-3,-3 0-1,4 0 0,-1 1 22,0 1 7,0 2 4,3 0-30,0 1 19,0 1-19,1 0 22,-1 1-24,3-1-1,0 1-2,-2 0-1,2-2 1,0 2 2,-3-1 0,4-1 14,-1 1-12,0 0 0,1-1 8,2 0-10,0-2 0,-2-1-32,5-1 28,-2-1-28,2 0 9,-2 0 7,5-2 14,-2-3-11,-1-2 11,-2 0-27,2-2 3,-6 2 26,1-2 0,-4 0 2,3 0 18,-9 1-7,3-1 6,-3 0 17,0 2-36,-3-1-19,-6 2 16,0 3 3,-4 0 0,1 1 50,-4 2-50,7 0-20,0 0 7,-7 0 13,7 2 30,0 3-30,-4 2 1,1 1 1,-4 2-2,1-1 1,2 4 31,-2 0-3,-1 0-3,4 2-26,0-1-1,2 2 1,1 1 10,0-3-10,2 1-3,4 0-10,-3-2 26,6 1-13,0-2 0,0-1-16,0 1-23,6-1 36,4-2-58,-1 0 41,3-1-22,1-2 0,5-1 42,-2-2-12,6-1-8,-4-2-12,7 0 9,3 0 4,-3-7-39,0-1-53,2-1-44,-2-2-17,-3-1 0,-3 0-43,-1-1-114,-5-2-75,-1-1-56,-3-2 284,-3 0 56,1-1 112</inkml:trace>
          <inkml:trace contextRef="#ctx0" brushRef="#br0" timeOffset="3299">1390-21 159,'0'0'23,"0"0"12,0 0 1000,0 0-612,0 0-231,0 0 5,0 0-5,0 0 12,0 0 5,0 0-44,-6-8-63,6 12-25,0-1-9,0 0-30,0-1-38,-3-1 0,3 1-13,0 2 10,0 1 3,0 2 0,0 2 20,0 1-20,0 2-28,0 0 28,0 1 6,0 1 10,0 0-13,3 0 16,-3 2-18,0-2 1,0 0 0,3-1-1,0 0 18,0-1-18,-3-1-1,3-2-35,0 0-48,0 0 50,-3-2 21,3-2-62,-3-1 16,4-3 3,-4 0 1,0 1 28,0-2 23,0 0-13,3 0 16,-3-2 12,6-2 50,-6-3 31,0 0-77,3-3-16,0-1-18,0-4 17,3-1-21,-3-2 22,4-2 0,2 0-15,-6-1-17,6 1 31,1 0-2,-4 3-46,3 3 37,-3 1 12,1 3-4,-4 4 4,3 1 22,-6 3 7,3 2 9,-3 0-38,0 0-14,0 0-27,3 0-8,0 2 4,3 3 45,1 0 55,-1 3 19,3 1-32,-3 2-14,4 1-27,-1 0 27,-3 2-27,3 0 15,-2 2-16,-1 1-13,0-3-3,0 3 3,0-1-13,1-1 4,-1-2-10,0 0-42,-3-2 3,0-2 16,0-2-19,0-2-20,1-1-32,-1-1-7,3-2-45,-3-1-46,3 0 48,-6 0 4,6-1 74,1-4 95,-1-3-33,0 0-91,3-4-43,4-1-64,-4-3 9,3-2 147,-2-2-43,-1-4-23,0-2 95,1-3-42,-1-1 78,0-4-23,0 1 36,-2 1 26,-1 1-6,0 1 131,-6 2-149,0 1 166,0 0 422,0 1-170,-6 0-231,-3 3 2,2 1 76,1 4-18,0 4-29,-3 1-45,6 3-44,-4 3 17,4 4 3,0 1 9,0 2-42,3 0-51,-3 0-42,3 0-6,0 0-3,0 1-16,0 0 0,0 1-41,0 4-10,0 1-3,0 3 35,0 4 19,0 3 0,0 3 1,0 2 25,0 3-26,0 0 22,0 2 13,0 2-22,3 0-10,0-1-3,0 3 23,0 1-4,0 0-16,1 2-3,-1 0 3,3 0-6,0 1-29,0-1 7,0 0-61,-2 0 16,5-4 2,-3-1 11,0-2-58,-3-2 15,4-2-6,-7-4-13,6-3 19,-3-5-26,-3-2-32,3-4-14,0-2-39,0-3 23,-3 0-154,3 0-26,0-1 20,-3-7-1,0-3 176,3-3 72,1-2 68</inkml:trace>
          <inkml:trace contextRef="#ctx0" brushRef="#br0" timeOffset="4448">1650 115 229,'0'0'3,"0"0"-3,0 0 639,0 0-180,0 0-169,0 0-56,0 0-69,0 0-45,0 0-81,0 0 16,47 5 13,-25-5-26,2 0-16,4-3-23,6-4 10,1 0-12,-1 1 1,-3-2-2,0 1-3,0-1-23,0 0 10,-3 1-39,-4 0 26,1-1-3,-3 0 12,-7 1 7,-2 2 13,-4-1 3,-6 3 33,0 0 26,-3 2 25,0 1 13,0-1-42,-6 1-6,-3 0-26,0 0 38,-1 0-22,1 0-42,6 0-32,-7 0 19,1 1 11,3 5 1,-6-2 1,-1 2-16,4 2 3,-7 1 0,1 0 0,2 3 0,-2 1 13,3-1 19,-4 3-16,1-1-3,5 1 0,-5-1-23,5 1 20,4-1 3,-3-1 13,3-1-13,3 0-20,0-1 17,3-1-10,0-2-55,0-1 17,3-1-4,6 0-33,0-1 50,7-2 2,-7-2 36,7-1 25,-1 0-25,1 0-1,5-3-1,-5-3-28,2-2-12,4 0 13,-3-1 10,-4 0 0,1-1 18,-4-1 2,-3-1 0,4 0 22,-7-1-23,0 0 26,-3 1-4,-3 1-21,0 0 20,0 2-19,0 3 24,0 0 3,0 4 10,0 1 33,0 0-5,0 1-15,0 0-13,0 0-23,0 0-13,0 1 0,0 0 1,0 1-3,0 2-1,0-2-3,0 3 3,0 0 12,0 1 14,0 2-13,3-1-1,7 1-11,-7 2-2,3 0-1,0-2 2,4 3 1,-1-3 12,-3 0-13,3-1-45,1-1-7,-1-1-9,3-1 25,1-1 23,-4-1 0,3-2-22,1 0 6,-4 0-20,7 0 10,-4-4 38,0-3-12,7-2-39,-3-1 13,-7-2 33,6-3 6,-5-2 2,-1 0 31,-3-3-21,3-1 50,-5-3-13,2-2 6,-6-1-20,3-2-22,-3-3-10,0 0-2,0-1 22,0 0-21,0 0-1,0 3 32,-3-2-4,-7 4 35,1 1-48,3 2 36,-3 2 19,-4-1-16,1 4 15,3 3 1,-1 3-4,4 5 52,0 4-36,0 1 10,3 4-20,-1 0-32,4 0-25,0 0-13,-3 0-3,3 1-23,-3 3-28,3 3-16,-3 3 23,-3 3 44,3 4 2,-3 2-2,3 3 3,-1-1-2,1 1 37,3 3-12,0 1 9,0 2-35,0 0 6,0 4 7,7-1-14,-1 3 1,0 1-16,0-1 15,3 0-15,-2-1 13,2 0-19,0-1-23,-3-1 3,1-2-41,-1-3 19,0-2 0,3-1-26,1-2-19,-1-1-23,-3-3 22,3-3-38,4-3-37,-7-3 20,3-3-56,-2-2 0,2-2-52,0-1 64,7 0 33,-7-1-120,6-7-167,1-4 404,3-3-39</inkml:trace>
        </inkml:traceGroup>
        <inkml:traceGroup>
          <inkml:annotationXML>
            <emma:emma xmlns:emma="http://www.w3.org/2003/04/emma" version="1.0">
              <emma:interpretation id="{5AD7EBBC-C933-4639-9079-F3D67380A8A3}" emma:medium="tactile" emma:mode="ink">
                <msink:context xmlns:msink="http://schemas.microsoft.com/ink/2010/main" type="inkWord" rotatedBoundingBox="6994,11285 8377,11286 8376,12095 6993,12094"/>
              </emma:interpretation>
              <emma:one-of disjunction-type="recognition" id="oneOf1">
                <emma:interpretation id="interp5" emma:lang="en-US" emma:confidence="0">
                  <emma:literal>Gen:</emma:literal>
                </emma:interpretation>
                <emma:interpretation id="interp6" emma:lang="en-US" emma:confidence="0">
                  <emma:literal>Geon:</emma:literal>
                </emma:interpretation>
                <emma:interpretation id="interp7" emma:lang="en-US" emma:confidence="0">
                  <emma:literal>Gem:</emma:literal>
                </emma:interpretation>
                <emma:interpretation id="interp8" emma:lang="en-US" emma:confidence="0">
                  <emma:literal>Geer:</emma:literal>
                </emma:interpretation>
                <emma:interpretation id="interp9" emma:lang="en-US" emma:confidence="0">
                  <emma:literal>Ger:</emma:literal>
                </emma:interpretation>
              </emma:one-of>
            </emma:emma>
          </inkml:annotationXML>
          <inkml:trace contextRef="#ctx0" brushRef="#br0" timeOffset="6584">3446-116 39,'0'0'101,"0"0"-71,0 0-4,0 0-7,0 0 672,0 0-251,0 0-245,0 0-90,0 0-21,0 0-19,0 0 62,-3-3 28,-1-1-54,1 2-46,3-2-23,-3 1 23,0 0 26,0 0-32,0 0 9,-3 1-6,3 0 22,-4 1-13,1 0-42,0 0 33,-3 1-33,3 0-17,-7-2-2,4 2-19,-7 0 3,1 0 15,-1 0 1,1 4 0,-4 1 0,1 1-3,-1 2 3,-3 1 1,4 1 2,-4 2 32,0 3-22,7 2-13,-4 0 2,1 2-2,-1 0 4,4 2-4,-1 2 3,1 0 11,-1 1-14,7 1-13,-7 1 12,7-3-2,0 1-26,2-2-10,4-3 0,3 1-22,0-3 0,0 0 12,6-1 1,7-1-17,2-1 30,1-1-20,9-2-7,0-3-15,2-1 60,4-2-44,-3-3 12,6-2-35,-6 0-59,3 0-13,-6-4-82,0 0 14,0-3-27,-4-1-72,-5 0-22,-1-2 175,-2 1 111,-7-3 59,0 0-3,-3 0 3,-3 2-23,3 0-17,-3 2 40,0 2 14,0 2 97,0-1-88,-6 4 19,3 1-22,0 0 16,0 0 746,0 0-459,3-1-148,0 1-2,0 0-11,0 0 17,0 0 5,0 3-57,0 2-72,0 2-26,0-2 32,0 3 30,0 1-17,0 1-10,0 0 13,0 2-57,0-1 1,0 1-20,0 1 34,0 1-16,3 2 7,0 1-24,3 1 1,-3 0 14,4 2-15,-4 0-3,0 1 2,3-1-2,-3 0-17,0-1-27,3 1-16,-6-2-23,0-1-9,3-2-11,-3-3-18,0-1-24,0-2-78,0-2-35,0-1-119,-3-5-104,-6-1-124,0 0 427,3 0 55</inkml:trace>
          <inkml:trace contextRef="#ctx0" brushRef="#br0" timeOffset="7883">3195 261 229,'0'0'46,"0"0"22,0 0 705,0 0-441,0 0-133,0 0-63,0 0-12,0 0 15,0 0-29,0 0-51,105-15-40,-80 12 4,3-2 9,-4 1-12,7-1-4,-3 1-16,-3 0 0,3 1 0,-3 1 0,0-3 0,-10 3 1,1-1 0,-1-1-1,-2 4-1,-7-1-1,-3 0-2,0 1 4,0-1 2,-3 1 33,0 0 14,0 0-20,0 0-7,-6 0-22,3 2 0,-3-1-1,-1 3-2,4-1-42,-6-1-7,6 3 52,-3 2 23,0-1-21,-4 3-2,1 0 1,0 1-1,-1 0 0,4 0-2,0-2-14,3 1 12,3-2-15,0 0 19,0-1-16,0-2 13,3 0-1,6-1-41,1-3 22,-1 1 7,3-1 16,4 0 26,-1 0-5,4 0-21,-4 0-4,1-1-15,2-5-23,-5 0 0,2 0 12,-5-2 14,2 0 0,-3 1 16,-6 0 2,4-1 34,-7 1 3,0 0 8,0 2-46,0 0-1,-3 2 36,-7 1 11,4 0-45,0 2 42,0 0-5,-1 0-38,-2 0-2,0 3-2,0 1 3,-7 2 47,7 1-8,-7 2-1,4 1-2,-1 0-14,1 0-5,3 2 12,3-1-7,-4 2-20,1-1 15,3 2-16,0-3 0,2 1-1,1 0 16,3-1-3,0-1-13,0 1-19,7-3-6,2-1-1,0 0-19,4-1 9,2 0 4,4-3 19,-1 1 13,4-3-26,3-1 0,-7 0-32,7 0 13,-6-5-17,2 0-12,-2-3-1,0 0 17,-1-2-23,-2-1 22,-1-2 33,-5-1-6,5 0-1,-6 0 33,-2 0-60,-1-1 59,-3 1-18,-3-1-13,0 3-4,0-1 34,0 2 2,-3 2 3,-3 0 101,-1 1-91,-2 2 10,3 1 77,3 1 8,-3 1-5,2 1-22,1 2 42,0 0-29,3 0-39,0 0-7,0 0-2,0 0-1,0 3-6,0-1-39,0 1-4,0 0-34,0 1-10,0 1 48,0 2 23,0 2 16,0 0-20,0 2-19,0-1-1,0 3 0,3 0-1,0 1-24,1-1 26,2 1-3,-3-1-33,0 1-19,0-2 16,3-1-19,-3 0 13,0-3 3,1-1-16,2 0-59,-6-2 56,3-2-20,-3-1-36,3-2 36,-3 0 33,0 0 48,0 0 45,0-1 14,0-5-30,6 0-26,-6-3-3,3-3 75,0 1-52,0-3-7,1 0 7,-1-2-10,0 0-10,3 1 42,0-2-34,0 0-11,1 0-13,-1 0 10,3 3 3,-3 1-13,4 3 3,-1 1 10,0 4 16,1 0-3,-1 2 3,0 0-9,4 3 42,-7 0-46,6 0-1,-3 0 24,1 0 9,2 6 14,-6 0-17,4 0 27,-4 3 12,3 2-20,-3 0-12,1 2-20,-4 2-19,3 0 2,-3 0 6,3 1-8,-3-1-13,0-1 13,0 0-13,1-2-22,-1 0-17,-3-1-9,0-2-10,3-2-30,-3-1-32,3-3-9,-3 1-30,3-2-14,-3-2-93,0 0-70,0 0-186,0 0 281,0-7 104,6-1 87</inkml:trace>
          <inkml:trace contextRef="#ctx0" brushRef="#br0" timeOffset="8601">4329 130 142,'0'0'40,"0"0"-40,0 0 123,0 0 363,0 0 3,0 0-105,0 0-79,0 0-91,0 0-65,0 0 7,0 0-8,0 0-16,0 0-22,19 12-5,-19-11-12,0 0-19,0-1-4,0 1-9,0-1-10,0 0-16,0 0-16,0 0-17,0 0-2,0 0-3,0 0-13,0 0-28,0 0-55,0 0-64,0 0-69,0 0-96,-6 0-281,0-2-581,-4-1 688,32 8 300</inkml:trace>
          <inkml:trace contextRef="#ctx0" brushRef="#br0" timeOffset="8110">4339 363 162,'0'0'42,"0"0"4,0 0 446,0 0 105,0 0-214,0 0-87,0 0-95,0 0-49,0 0-19,0 0-14,0 0-35,15 5-42,-15-5-33,0-4-9,0 0-80,0 0-36,0 1-59,-3 1-87,-3 0-189,0 0-200,-7 0-119,7 1 650,25 20-13</inkml:trace>
        </inkml:traceGroup>
      </inkml:traceGroup>
    </inkml:traceGroup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52:12.92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4B37D84-AC4D-4976-A41F-046602AC7383}" emma:medium="tactile" emma:mode="ink">
          <msink:context xmlns:msink="http://schemas.microsoft.com/ink/2010/main" type="writingRegion" rotatedBoundingBox="8978,6088 9499,6088 9499,6775 8978,6775"/>
        </emma:interpretation>
      </emma:emma>
    </inkml:annotationXML>
    <inkml:traceGroup>
      <inkml:annotationXML>
        <emma:emma xmlns:emma="http://www.w3.org/2003/04/emma" version="1.0">
          <emma:interpretation id="{AD846A81-BC34-49E3-98D0-D166E2783DB3}" emma:medium="tactile" emma:mode="ink">
            <msink:context xmlns:msink="http://schemas.microsoft.com/ink/2010/main" type="paragraph" rotatedBoundingBox="8978,6088 9499,6088 9499,6775 8978,677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7FA8F33-6628-45E2-A5B2-D4A26CB4C4DA}" emma:medium="tactile" emma:mode="ink">
              <msink:context xmlns:msink="http://schemas.microsoft.com/ink/2010/main" type="line" rotatedBoundingBox="8978,6088 9499,6088 9499,6775 8978,6775"/>
            </emma:interpretation>
          </emma:emma>
        </inkml:annotationXML>
        <inkml:traceGroup>
          <inkml:annotationXML>
            <emma:emma xmlns:emma="http://www.w3.org/2003/04/emma" version="1.0">
              <emma:interpretation id="{82A7BA32-B2CC-48E4-AB1B-257F9503C2F5}" emma:medium="tactile" emma:mode="ink">
                <msink:context xmlns:msink="http://schemas.microsoft.com/ink/2010/main" type="inkWord" rotatedBoundingBox="8978,6088 9499,6088 9499,6775 8978,6775"/>
              </emma:interpretation>
              <emma:one-of disjunction-type="recognition" id="oneOf0">
                <emma:interpretation id="interp0" emma:lang="en-US" emma:confidence="0">
                  <emma:literal>x</emma:literal>
                </emma:interpretation>
                <emma:interpretation id="interp1" emma:lang="en-US" emma:confidence="0">
                  <emma:literal>X</emma:literal>
                </emma:interpretation>
                <emma:interpretation id="interp2" emma:lang="en-US" emma:confidence="0">
                  <emma:literal>3</emma:literal>
                </emma:interpretation>
                <emma:interpretation id="interp3" emma:lang="en-US" emma:confidence="0">
                  <emma:literal>×</emma:literal>
                </emma:interpretation>
                <emma:interpretation id="interp4" emma:lang="en-US" emma:confidence="0">
                  <emma:literal>X/</emma:literal>
                </emma:interpretation>
              </emma:one-of>
            </emma:emma>
          </inkml:annotationXML>
          <inkml:trace contextRef="#ctx0" brushRef="#br0">6789-4257 414,'0'0'65,"0"0"-22,0 0 35,0 0 300,0 0-186,0 0-29,0 0 84,0 0-64,0 0-70,0 0-12,0 0-7,0 0-16,-9-18-10,9 18-3,0 0-4,0 0 4,0 0 6,-3 0-13,3 0-10,0 0-12,0 0-17,0 0-6,0 0-12,-3 1 2,3 3 9,-3 0-8,-3 2-2,-1 2-2,-2 4 3,-3 2 50,2 1-52,-5 3-1,2 3 17,-2 0-17,-1 1 0,-2 3 2,2-1-2,-2-1 2,-4 2 10,3 0-12,-5 2 0,2 1 1,0 0-1,-3 1-1,-3 1 1,7-1 9,-4-2-9,0 2-17,3-3 15,1 1-14,2-5-6,7 0-14,-1-4 33,4-2-10,3-3-13,0-2 24,3 0-17,3-3 18,-4-3-25,4-2-3,0 0-13,0-2-19,0 0-14,0-1 4,0 1-4,0-1-22,0 1-23,4-1-26,-4 1-36,3 0-46,-3 0-68,3-1-36,-3 0-125,0 0 99,-10-7 336</inkml:trace>
          <inkml:trace contextRef="#ctx0" brushRef="#br0" timeOffset="-644">6315-4177 72,'0'-6'98,"-3"1"-95,3 0 16,0 0 40,0 0 16,0 3-46,-3-3 20,3 3 17,0-1-64,0-2 30,-3 0 135,3-2 18,0 1-77,-3 2-40,-1 0-12,1 0 35,3 2 75,-3-1-62,0 1 52,3 0-32,-3-1-33,0-1-65,0 4 52,3-2-33,0 1 53,0 0-14,0 0-39,0 1 10,-3 0 7,3 0-1,0 0-2,0 0-14,0 0 0,0 0-13,0 0-6,0 0-6,0 0-18,0 0 11,0 0-12,0 0-1,0 0-13,0 0-3,0 0-4,0 0-2,3 0-11,-3 2 1,3 1 6,0 1 0,0 0 24,3 2 2,4 2 13,-4 1-11,3 1 24,0-1-13,4 2 10,-1-1-23,-2 2 2,2 3-1,3 0 25,1 2-13,3-1-11,-4 2 20,7 1-22,-4 0 2,1-1-1,0 1 5,-1-2-4,1 0-2,-1 0 0,1 0 1,-3 1 13,2-2-12,-2 1-1,-4 0-1,0 0-9,1-1 8,-4-1-1,0-1-19,-2-1 21,-1-2 0,0-1-3,3-1 0,-2 2-26,-4-4 12,6 0 1,-6 0 3,0 0 0,3-1-6,-3 0-20,4-1-48,-4-1-4,0 1 1,-3-2-60,6 0-77,-6 0-7,0 0 16,0-2-85,0 0 13,0-1-88,0 0 91</inkml:trace>
        </inkml:traceGroup>
      </inkml:traceGroup>
    </inkml:traceGroup>
  </inkml:traceGroup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6:52:14.73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314DB48-AA40-43FE-BDA4-8E6DAD714FFE}" emma:medium="tactile" emma:mode="ink">
          <msink:context xmlns:msink="http://schemas.microsoft.com/ink/2010/main" type="writingRegion" rotatedBoundingBox="2727,4843 22078,5004 22012,12996 2660,12835"/>
        </emma:interpretation>
      </emma:emma>
    </inkml:annotationXML>
    <inkml:traceGroup>
      <inkml:annotationXML>
        <emma:emma xmlns:emma="http://www.w3.org/2003/04/emma" version="1.0">
          <emma:interpretation id="{097EED0A-673F-4D84-85D4-D908199FC621}" emma:medium="tactile" emma:mode="ink">
            <msink:context xmlns:msink="http://schemas.microsoft.com/ink/2010/main" type="paragraph" rotatedBoundingBox="6812,4703 22099,5477 22034,6765 6747,5990" alignmentLevel="3"/>
          </emma:interpretation>
        </emma:emma>
      </inkml:annotationXML>
      <inkml:traceGroup>
        <inkml:annotationXML>
          <emma:emma xmlns:emma="http://www.w3.org/2003/04/emma" version="1.0">
            <emma:interpretation id="{346B16CA-F555-4BF0-AD88-8F6CD66E1818}" emma:medium="tactile" emma:mode="ink">
              <msink:context xmlns:msink="http://schemas.microsoft.com/ink/2010/main" type="line" rotatedBoundingBox="10483,4889 22099,5477 22042,6602 10426,6013"/>
            </emma:interpretation>
          </emma:emma>
        </inkml:annotationXML>
        <inkml:traceGroup>
          <inkml:annotationXML>
            <emma:emma xmlns:emma="http://www.w3.org/2003/04/emma" version="1.0">
              <emma:interpretation id="{02450E92-7891-4B75-9030-075433746C57}" emma:medium="tactile" emma:mode="ink">
                <msink:context xmlns:msink="http://schemas.microsoft.com/ink/2010/main" type="inkWord" rotatedBoundingBox="13420,5559 15285,5653 15257,6197 13392,6102"/>
              </emma:interpretation>
              <emma:one-of disjunction-type="recognition" id="oneOf0">
                <emma:interpretation id="interp0" emma:lang="en-US" emma:confidence="1">
                  <emma:literal>SELF</emma:literal>
                </emma:interpretation>
                <emma:interpretation id="interp1" emma:lang="en-US" emma:confidence="0">
                  <emma:literal>self</emma:literal>
                </emma:interpretation>
                <emma:interpretation id="interp2" emma:lang="en-US" emma:confidence="0">
                  <emma:literal>serf</emma:literal>
                </emma:interpretation>
                <emma:interpretation id="interp3" emma:lang="en-US" emma:confidence="0">
                  <emma:literal>see</emma:literal>
                </emma:interpretation>
                <emma:interpretation id="interp4" emma:lang="en-US" emma:confidence="0">
                  <emma:literal>Self</emma:literal>
                </emma:interpretation>
              </emma:one-of>
            </emma:emma>
          </inkml:annotationXML>
          <inkml:trace contextRef="#ctx0" brushRef="#br0">11049-4630 167,'0'0'265,"0"0"-161,0 0-78,0 0 3,0 0 1,0 0 32,0 0 446,0 0-153,0 0-209,0 0-78,0 0 10,0 0 43,0 0 28,0 0-26,0 0-29,0 0-42,0 0 22,0 0-3,0 0-10,3-15 4,-3 15-1,0 0-9,0 0-10,0 0-6,-3 0-37,0 0 37,0-1-20,-3 0-19,3-1-16,-7 2-20,4 0 34,-3 0-17,-4 0-7,1 0 25,-4 0-31,-2 0-4,-1 0 20,1 5 15,-4 1-15,0 1 0,1 0 14,-1-1-9,0 1 9,4 0 2,2-1-3,1 0-13,-1 1 3,7-1 11,-1-1-18,4 1 4,0-2-6,3 0-14,0-1 23,3 0-9,0 1-1,0-3-13,0 3-9,0-3 0,3 2 45,6 1 26,1 0 29,5 0-20,1 2 1,2-1-7,1-2-16,2 2 3,1 1-3,6-2-13,0 2 1,-3 0-3,0 1 2,-1 0-2,-5 2-18,3 0 17,-7 1 0,1 0 0,-4 0-39,1-1 16,-7 1-36,0-1 20,-3 1-26,-3 1 36,0-1-4,0 0 36,0 1 20,-3 0-18,-6 1 37,-4-2-36,4 0 20,-10-2-7,4 1 6,-4-2 21,-6-2-8,4-1-12,-7-1-20,3 2 16,-3-3 23,-3-2-19,3 0-20,3 0 20,1 0-23,8 0 19,-3 0-18,7 0 2,0 0 26,5 0-27,4 0 10,0-1 5,3 0-17,0-1-46,0 1-18,0 1-10,0-2-14,0 2-19,0 0-71,3-2-124,7-1-104,-1-1-27,6-1-73,-5-2 38</inkml:trace>
          <inkml:trace contextRef="#ctx0" brushRef="#br0" timeOffset="1500">11235-4612 250,'0'0'173,"0"0"-114,0 0-14,0 0 20,0 0 626,0 0-307,0 0-225,0 0-81,0 0 0,0 0 23,0 0 19,-6 0-7,6 0-16,0 0-19,0 0-1,0 0-19,0 0-35,3 0-23,0 0-1,6 0 0,4-1 1,2-4 13,4 3 9,3-1-22,-1-1 1,1 0-1,3 2 0,-3-3-16,2 1-35,-5 1-20,3-1-17,-1 2 17,-5 0-48,-1 1-11,-2-1-68,2 2-36,-5 0-62,-4 0-85,0 0-101,-3 0 58</inkml:trace>
          <inkml:trace contextRef="#ctx0" brushRef="#br0" timeOffset="800">11269-4583 377,'0'0'134,"0"0"-75,0 0-37,0 0 18,0 0 354,0 0 176,0 0-330,0 0-178,0 0 9,0 0 53,0 0 9,0 0-7,10-20-7,-10 18-28,0 2-7,0 0 3,0 0-10,0 0-16,0 0 0,0 0 0,0 0-10,0 0-2,0 0-14,0 0-10,0 0-12,0 0-12,0 0-1,0 0-3,0 0-19,0 1-1,0 0-2,0 0-7,0 0-4,0 2-2,0 0-1,0 1 4,3 2 35,0 2 26,0 2-1,0 2-23,0 2-2,0-1 13,0 2-12,0 1-1,0-1-3,4 0 3,-7 1-1,6 2 1,-3-4-2,0 1-22,0 1 23,-3-4 1,3 3-1,3-3-18,-6 1 6,0 0-22,0-2-4,0 0 20,0 1-4,0-4-6,0 1-9,0-4 36,0 2-18,0-2 17,0-1-16,0-1 16,0-1-33,0-1 4,0-1 19,0 0 13,0 0 0,0 1 3,0-1 0,0 0 1,0 0 9,0 0-10,0 0 13,0 0-14,0 0-2,0 0 0,0 0-2,0 0 0,0 0 1,0 0 0,0 0 0,4 0-2,2 0 2,0 0 1,0 0 26,7 0 0,-4 0-4,6 0-9,4-2-9,-4 0-2,7-1 1,0-1 20,3-1-21,-4 1-4,4 0 0,-3 0-11,3-1 1,-7 1-56,1-1-6,-7 0-39,1 1-17,-4 0-35,-6 0-29,0-1-47,0 1-55,-3-2-166,0-1-148</inkml:trace>
          <inkml:trace contextRef="#ctx0" brushRef="#br0" timeOffset="1140">11254-4410 283,'0'0'137,"0"0"-75,0 0-20,0 0 111,0 0 496,0 0-340,0 0-160,0 0-48,0 0-30,0 0 23,0 0 7,68-3-17,-56-2-48,7 2-14,-4-2-5,4-1-17,0 0 1,-1 2 12,-2-2-13,-1 1-1,-2 0-54,-1 2-75,-6-1-78,0 2-22,-2 0-76,-1-1-82,-3 1-29,0-1 39</inkml:trace>
          <inkml:trace contextRef="#ctx0" brushRef="#br0" timeOffset="2200">11734-4639 83,'0'0'212,"0"0"-144,0 0-32,0 0 16,0 0-16,0 0 150,0 0 443,0 0-327,0 0-155,0 0-21,0 0 17,10 0 29,-10-1-7,3-1-77,0-2-17,-3 3 3,0-1 10,3 2 25,-3 0-3,3 0-29,-3 0-22,0 0-10,3 0-4,-3 0 1,0 0-4,0 0-3,0 0-3,0 0-9,0 0-1,0 0-3,0 0-6,0 0-10,0 0-3,0 0 0,0 3-16,3-1-16,0 3 10,0 1 9,4 0 13,-4 2 0,3 3 13,0 0-11,-3 2 1,3 0 13,-2 1-16,2 3 0,-3 1 0,3 0 0,-3 0 1,0 1 15,0 2-15,0-2-1,-3-2 0,0 2 0,0-2-2,4-1 2,-1-1 0,-3-2 0,0 1-1,0-2-17,3 0 17,0-2-1,-3-2 0,0-1-27,3 0 29,-3-2-16,0-1-6,3 0 9,-3 0-3,0 0-10,3-3 10,-3 2 0,0-1-9,0-1-14,3 1 1,-3-1 6,3 0 6,-3-1 10,0 0 13,0 0 1,0 0 2,3 0 0,-3 0 2,0 0 1,0 0-1,0 0 0,0 0 1,4 0-1,2-1-1,0 0 15,0-1-13,3 1 13,1-1-14,2-1-1,1 1 1,2-2-1,4 0 0,-1 1-1,1 1 0,3-2 0,-4 1 0,4-2 0,0 2 0,-7-3-35,4 3-6,-4 1-49,1-2-13,-4 1-36,-6 1-42,4-1-59,-7 1-84,-3 0-79,3-1-105,-3-1 25,0-2 31</inkml:trace>
          <inkml:trace contextRef="#ctx0" brushRef="#br0" timeOffset="3129.99">12094-4653 222,'0'0'189,"0"0"-157,0 0 620,0 0-215,0 0-128,0 0-76,0 0-61,0 0-30,0 0-3,0 0-16,12 0-30,-5 0-31,-1 0-30,6-2 32,-3-1-51,7-1 6,3 0-17,-1-1 11,1 1 3,2 0-16,4 0 1,-3 0-1,0-1 0,-1 0-1,1 1 0,-3 1-1,-4 0 0,-2 0-1,-1 1-17,-6 0-28,3 0-3,-5 2-30,-1 0-18,-3 0-47,6 0-19,-3 0-6,-3 0-11,3 0-48,0 2-37,-3 1-16,3-1-66,-3 1 17,0 0 38,0-1 56</inkml:trace>
          <inkml:trace contextRef="#ctx0" brushRef="#br0" timeOffset="3500">12153-4489 109,'0'0'127,"0"0"-72,0 0 17,0 0 16,0 0 352,0 0-160,0 0-182,0 0 3,0 0 0,0 0 97,-9 57-38,9-55-34,3 0-22,-3-1 16,6 1 3,-3 0-16,6 1-7,1-1-19,-1 0 0,6 1-17,1-2-9,2-1-7,-2 0-13,9 0-4,-7 0-30,7 0 18,-3 0-19,3-2 1,-4-2 10,4 1-11,0-1 0,0 1 0,0-1 0,-7-1-3,-2 3-16,-1 0-32,-5-1-40,-1 2-2,-3 0-30,-3-1-45,-3 0-45,0 2-27,0 0-46,0-3-79,-9-1-221,0 1-47</inkml:trace>
          <inkml:trace contextRef="#ctx0" brushRef="#br0" timeOffset="2750">12224-4631 109,'0'0'143,"0"0"53,0 0 492,0 0-282,0 0-191,0 0 9,0 0 6,0 0-42,0 0-13,0 0-27,0-15-35,0 15-17,0 0-13,0 0-6,0 0-6,0 0-11,0 0-2,0 0-17,0 0-12,0 0-28,0 0-1,0 0-16,0 1-9,0 0-4,0 2 3,0 0 1,3 1 3,0 4 22,0 0 0,1 1 12,-1 4-12,0 0 23,0 1-22,0 1 2,3 2-2,-3-2 1,3 4-1,-2-2 12,2 3-13,-3-1-3,3 1 2,-6-2 1,3 0-2,0-2-14,-3 0-16,3-3 9,-3-1 7,0 0-9,0-4 2,0 1-31,0-1 19,0-2-7,0 0-25,0-1-1,0-1-9,0-1 3,0-3-29,-3 3-17,3-2-32,-3 0 23,0 0-20,3-1-33,-6 0-20,-3 0-48,-1 0-200,1-6-35,0-4 80</inkml:trace>
        </inkml:traceGroup>
        <inkml:traceGroup>
          <inkml:annotationXML>
            <emma:emma xmlns:emma="http://www.w3.org/2003/04/emma" version="1.0">
              <emma:interpretation id="{C038AE15-F4E3-4AE9-981B-B6AA06C3B2CF}" emma:medium="tactile" emma:mode="ink">
                <msink:context xmlns:msink="http://schemas.microsoft.com/ink/2010/main" type="inkWord" rotatedBoundingBox="15808,5564 18530,5702 18499,6317 15777,6179"/>
              </emma:interpretation>
              <emma:one-of disjunction-type="recognition" id="oneOf1">
                <emma:interpretation id="interp5" emma:lang="en-US" emma:confidence="0">
                  <emma:literal>cross</emma:literal>
                </emma:interpretation>
                <emma:interpretation id="interp6" emma:lang="en-US" emma:confidence="0">
                  <emma:literal>Cross</emma:literal>
                </emma:interpretation>
                <emma:interpretation id="interp7" emma:lang="en-US" emma:confidence="0">
                  <emma:literal>across</emma:literal>
                </emma:interpretation>
                <emma:interpretation id="interp8" emma:lang="en-US" emma:confidence="0">
                  <emma:literal>gross</emma:literal>
                </emma:interpretation>
                <emma:interpretation id="interp9" emma:lang="en-US" emma:confidence="0">
                  <emma:literal>(Ross</emma:literal>
                </emma:interpretation>
              </emma:one-of>
            </emma:emma>
          </inkml:annotationXML>
          <inkml:trace contextRef="#ctx0" brushRef="#br0" timeOffset="4710">13452-4535 110,'0'0'120,"0"0"-61,0 0-16,0 0 2,0 0 79,0 0 554,0 0-356,0 0-169,0 0-72,0 0-6,40-6 65,-40 5 45,0 0-30,0 0-51,3-1-17,-3 2 10,0-1-3,0 0-4,0 0-10,0 0-16,0-2-15,0 2 15,0 0 3,0 0-6,0 1-10,0-1-13,-6-1 1,6-2-39,-6 3 22,0-3-44,-4 1 22,1 0-35,-3 1 31,-4 0-31,1 2 33,-1 0 0,-2 0-30,-7 0 16,3 0-6,-3 3 2,1 3 4,2 0-3,0 2 16,0 0-26,4 0 27,-1 2-11,1-1-3,2 3 3,4 1-6,-1 0-7,1 2 7,6 0 6,-4 2 12,4 0 1,3 0 3,-3 0 10,3 0 13,3 1-4,0-1 7,0 0-26,0-2-3,0 0-2,0-1 2,6-2 0,3 2 0,1-3-1,-1-2-12,6 3 12,-2-2-1,5-2 0,1 1 2,3-3 2,2-2-1,1-3-1,0-1-16,3 0-9,0 0 2,-3-5-35,0-3-41,-1 0-53,1 0-80,-3-3-92,0 1-92,-4-4-105,-2-2-189</inkml:trace>
          <inkml:trace contextRef="#ctx0" brushRef="#br0" timeOffset="5659.99">13746-4526 207,'0'0'225,"0"0"426,0 0-110,0 0-340,0 0 30,0 0-11,0 0-19,0 0-7,0 0-30,0 0-45,-6-7-30,6 7-12,0 0-6,0 0-1,0 0-13,0 0-15,0 0-17,0 0-25,0 0-13,0 1-6,0 2-6,0-2-1,3 5-12,-3-1 21,3 4 15,1 1 4,-1 3-5,6 1 4,-6 0-1,3 3 1,0-2 2,4 0 10,-4 2 9,-3-1-22,3-2 0,0 3 0,1-2-16,-1-1 13,-3 0-16,0-3-26,-3-1 10,3-2-16,0-2 12,-3-2-2,0 0-1,0-3 16,0-1 1,0 0 25,0 0 2,0 0 24,0 0 9,0-1 3,0-5 7,-3-1-45,-3-2-24,-3-4-12,2-2 20,-2-3-13,0-2 10,0 2-26,-1-3 29,4-3-51,-3-2 2,6 1 33,-4-4 10,4 6-30,3-3 51,0 2-38,0 1 37,0 2-11,10 3 11,-1-1 4,6 2 11,-2 0-12,2 3 14,7 0-15,-3 3 0,-4 1 14,4 1-14,-1 2-13,-2 2-3,-1 2 10,1 2-7,-4 1 10,4 0 3,-10 0-7,6 0 7,-2 3 0,-4 3 28,3 3-8,-3-1-18,-2 3-2,2 4-4,-6-1-17,0 1 20,0 4 0,-10-1-15,-2 3-1,0-1 14,-7 1 3,0 1-58,-2-3 13,-1-1 32,0-3-22,4 0 35,-4-4-4,3 0 4,-2-4 13,5-2 3,4 0 2,-1-2-16,7-1-1,0-1 12,6-1 6,-3 0 7,3 0-3,0 0-11,0 0-8,0 0 15,0 0 7,0 0 3,3 0-6,-3 0 5,3 0 1,0 0-9,-3 0 6,6 0-26,1 0-20,5 0 19,-3 0 1,4 1 29,2 5-13,4-1 13,-4 2-3,7 1 0,-3 0-7,5 2-16,1 0 20,0-1-11,0 3-8,-3 0-3,2-2 1,-2 3 0,3-2-2,-7-1-13,1 2-38,-3-2-39,-1 0 12,-3-1-5,1-2 8,-4 1-41,4 0-42,-4-2-56,0 0-59,0 0-39,1-3-72,-4-2-60,0-1 1</inkml:trace>
          <inkml:trace contextRef="#ctx0" brushRef="#br0" timeOffset="6229.99">14348-4568 164,'0'0'245,"0"0"482,0 0-324,0 0-169,0 0 16,0 0-10,0 0-29,0 0-11,0 0-36,0 0-58,-16-12-45,16 12-10,0 0-12,0 0-23,0 0-16,0 3 0,-3-1-20,0 3 1,0 2 18,-3 1 1,0 4 2,0 3 1,-1 0 1,1 4-3,3 0-1,-3-1-2,3 4 2,3-5 0,-3 2-1,3-2-1,0 0 0,0-1-17,0-2 19,6 0 3,3-1-3,0-1-3,1-1-35,5-1-1,1-1 36,2-2-13,-2 1-16,2-5 16,4-1 15,-3-2-25,2 0 8,1 0 18,-3-4 0,2-5 0,-2 2 19,-3-5-6,-1-1 13,-3 0-1,-2-2-2,-1-2 2,-6 1-25,0-1-14,-3-1 2,0-4 8,0 3-37,-6 0-36,-3 0 64,-4 1 10,1 4 0,0 2 3,-4 2-22,1 2 6,2 0 3,-2 1 12,2 2-1,1 2-16,-1-1-4,1 3-1,3 1-9,-1 0-3,1 0-33,0 0-51,3 3-59,-1 2-14,-2 1-51,3 0-46,0 2-21,0-1-94,-1 0 16,4-3-3</inkml:trace>
          <inkml:trace contextRef="#ctx0" brushRef="#br0" timeOffset="6859.99">15061-4596 223,'0'0'173,"0"0"-108,0 0 908,0 0-706,0 0-56,0 0 16,0 0-29,0 0-21,0 0-18,0 0-43,34-48-13,-34 46-17,-3-2-19,-3 1 20,3-1-30,-3 2-15,-1-2-4,-2 1 13,3 1 0,0 2-51,-4-2-6,-2 2-20,0 0 23,-4 0-19,-3 0-4,-2 0 4,-1 4 0,-3 3 19,4 0-17,-4 4 1,3 1 16,3-1-26,1 2 26,5-3-10,1 1 1,3-2-4,3 0 0,6 1-16,0-2-42,0 0-3,0 0 9,0-1 10,6 1 26,3 0 29,3 0-10,4-1 13,-1 0 23,7-1-22,0 0 2,0-3 23,5 3-25,-2-4 13,0 2-14,0-2-2,0 1-11,-4 0-3,1 1 16,-3-1-20,-4 1 17,1 0-13,-4 1 3,0-1 11,-5 0-14,-4 0-39,3 0-38,-3 1 15,-3 2 0,0-2 4,0 3-10,-9 0 84,-4 2 29,-2 0-5,-4 1-24,1-1-23,-4-2 10,0 0 13,1-1 3,-1-2 20,-3 1-22,3-2 12,1-1 6,5 0-15,-2-2-2,2-1 14,4 0-13,2 0-3,4 0-16,0 0-71,6 0-69,-3 0-3,3 0-65,0-3-212,0-4-141,0 0 23</inkml:trace>
          <inkml:trace contextRef="#ctx0" brushRef="#br0" timeOffset="7520">15597-4590 111,'0'0'163,"0"0"-52,0 0-72,0 0 469,0 0-78,0 0-195,0 0-53,0 0 0,0 0-17,0 0-29,-12-51-3,6 46 38,3-1-87,-3 3 19,2 0-16,1-1 0,0 2-33,0 0-6,-3 0 17,6 2-8,-6-2-19,3 0-38,-7 1-25,4 1 3,0 0-1,-6 0-2,2 0 5,-5 0-5,-1 5-1,4 1 4,-7 1 2,7 0 17,-4 3-13,1-2 14,2 1-17,4 1 18,0-2 0,3 0-12,-4 0 0,10-1-13,0 0-3,0 0-13,0 0 17,0 2-8,0-2 5,10 1 8,-1-1 19,6 2 1,1 0 23,2-2-4,4 1-6,3-2 0,0 1-10,3 0-3,0 1 15,0-1-15,-1-1-13,1 0-1,0 2 14,-3 0 0,0-1 1,-3 0-1,-4 1-2,1-1-14,-4 0 3,-5-1-19,-1 0-13,-6 1-13,3-2 3,-6 2 23,0 0 6,0 1 5,-9 0 21,0 2 23,-7 1-20,1-1 11,-4 1-14,-3-2 0,1 0 0,-1-1 0,0 0 23,-3-1 3,-3-2-24,1 0 23,-1-1-25,3 0-27,-3-1-51,6-1-19,-3 1-45,7-3-89,2 0-119,-2 0-191,2-3-218</inkml:trace>
        </inkml:traceGroup>
        <inkml:traceGroup>
          <inkml:annotationXML>
            <emma:emma xmlns:emma="http://www.w3.org/2003/04/emma" version="1.0">
              <emma:interpretation id="{CE5A8DB8-0234-4E2B-B8AF-27CB5BB63EAC}" emma:medium="tactile" emma:mode="ink">
                <msink:context xmlns:msink="http://schemas.microsoft.com/ink/2010/main" type="inkWord" rotatedBoundingBox="19860,5641 22085,5754 22051,6432 19826,6320"/>
              </emma:interpretation>
              <emma:one-of disjunction-type="recognition" id="oneOf2">
                <emma:interpretation id="interp10" emma:lang="en-US" emma:confidence="0.5">
                  <emma:literal>round</emma:literal>
                </emma:interpretation>
                <emma:interpretation id="interp11" emma:lang="en-US" emma:confidence="0">
                  <emma:literal>Round</emma:literal>
                </emma:interpretation>
                <emma:interpretation id="interp12" emma:lang="en-US" emma:confidence="0">
                  <emma:literal>Roundy</emma:literal>
                </emma:interpretation>
                <emma:interpretation id="interp13" emma:lang="en-US" emma:confidence="0">
                  <emma:literal>Rounds</emma:literal>
                </emma:interpretation>
                <emma:interpretation id="interp14" emma:lang="en-US" emma:confidence="0">
                  <emma:literal>rounds</emma:literal>
                </emma:interpretation>
              </emma:one-of>
            </emma:emma>
          </inkml:annotationXML>
          <inkml:trace contextRef="#ctx0" brushRef="#br0" timeOffset="86253.27">17143-4410 112,'0'0'215,"0"0"-163,0 0-9,0 0-11,0 0 575,0 0-239,0 0-228,0 0-40,0 0 47,0 0 2,0 0-16,0 0-10,6-26-35,-6 26-11,0 0 4,0-1-3,0 1-4,0 0-13,0 0-13,0 0-9,0 0-10,0 0-3,0 0-7,0 0-6,0 0-13,0 0-12,0 0-17,0 0-13,0 0-9,0 0-17,0 0-12,0 1 2,0 3 10,0-2 16,0 0 17,0 3-14,0 2 14,0 3 22,0 2 13,0 3 29,0 0-13,0 2-14,0 1-1,0 1 18,0-1-6,0 1-5,3-1-7,-3-1 1,0 0 2,0-1 9,0-2-10,0 0 16,0-3-4,0 1-15,0-1 0,0-3 14,0 0-14,0-3-2,-3 0-33,3-3 22,0 1-4,0-2 1,0 1 16,0-2 20,0 0 12,0 0 17,0 0 6,0 0 16,0 0 6,0 0 7,0 0-4,0-7-15,-3-1-65,3-3-13,0-2-10,0-1-28,0-2 12,0-3 17,0 1 22,0-2-10,0-2 7,0 1 3,0-1-36,0 1 19,0 0 17,3-1 23,0 2-23,0 0-33,3 0 33,-3 0 3,3 1 32,-2 1-35,2 2-16,3 0 3,-3 0 13,0 1 0,4 1 11,-4 3-11,0 0-13,3 4-3,-2 0 16,-1 2-20,-3 4 1,0-1 0,3 2-4,-6 0-29,6 0-9,-2 0 3,2 0-13,-3 0 6,3 1 3,0 4-19,-3-1 49,7 3-20,-4 2 49,3 1-14,0 2 34,-2 2 28,2 0-45,-3 2 0,-3 1 0,0 2 3,-3 0-3,0 2 0,-3-1-35,-9-1 51,-1-1-16,-5-2 3,2-3 18,-2-1-19,2-1 9,-2-2 8,-1-3-19,4-1 0,-1-1 12,7-2-12,-4 0 0,4-1 2,3-1 0,3 0 17,-3 0-18,2 0 11,4 0 4,0 0 7,0 0 15,-3 0-38,0-4-51,0 1 51,3 0 13,0 0 19,0 2-16,0 0-3,0 1 10,0 0 16,0 0-7,3 0-32,0 0-46,-3 0-16,0 0-19,3 0-23,-3 0 4,7 0 22,2 6 78,0 2 16,7 1 0,2 1-13,1 2 33,3 1 3,6 1 3,-1 0-42,4 3 0,-3 1-17,3 1-3,-3 0 20,-3-1 0,0 0 20,-3-2-18,-4-1-2,-2-1 0,-7-2-89,0-1-106,1-2-75,-4-1-3,3-2-102,-3-2-9,-3-3-23</inkml:trace>
          <inkml:trace contextRef="#ctx0" brushRef="#br0" timeOffset="87953.27">17725-4247 99,'0'0'156,"0"0"-15,0 0-47,0 0 411,0 0-110,0 0-161,0 0-101,0 0-78,0 0-3,-46 12 4,37-9-17,2 4 6,-5-2-16,0 1 13,2 1-13,1 1 4,-3 0-33,-1 0-23,4 3 21,0-3-12,2 3 14,4-1 48,0 0-48,0 0-20,3 1-32,0-1 33,0 1 19,0-2 0,6 1-2,4-1 2,-1 0 28,3-1 53,7-2-62,0 1 14,-1-1-14,7-4 4,0 0 6,0-1-29,2 0-3,-5-1-23,6 0 6,-6 0-25,-1-2 22,-5-2 23,0-2-1,-4 0 1,-3-1 0,1-1 3,-7-2 43,-3-1-45,0-1-1,0 1-34,-3 0 2,-7-3 32,-2 1-68,3-1 22,-7 1-22,4 0 52,-1 3 16,-5 0 0,2 2-23,1 2-16,-1 1 20,1 1-4,2 0 7,-5 2 16,11-2 2,-2 3-1,0 0 12,3 1-13,6 0-3,-4 0-49,4 0-10,0 0-22,0 0 22,0 0-16,0 2 75,4 2 3,-4 1 39,6 0 6,0 0-32,3 1 39,1-1-6,-1-1 51,6 0-81,-2 0 56,5-1-10,4 1-33,-3-3-6,5 0-1,-2-1 1,0 0-23,0 0 2,-1 0 14,1 0-12,-6 0 12,2 0-14,-5 0 11,-1-2-12,-6-2 18,0 3 24,-3-2-8,1 2 7,-4 0 20,0 0 12,0 1 7,0 0-7,0 0-15,0 0-17,0 0-17,0 0-12,0 0 3,0 0 0,0 0-16,0 0-1,0 0-60,0 0-3,0 2-4,-4 2 13,4 3 29,-3 1 26,0 2 1,3 0-1,-3 0-19,3 1 19,-3 2 7,3-2-7,0 0 0,0 1 0,0 0-58,3-3 29,3 2-13,4-2 40,2-2 2,0 0 32,1-1-32,5-2 16,4-1-9,-3 1-7,-1-2-36,4-1 20,0-1-7,-1 0-22,4 0 16,-6-5-17,3 1 14,-4-2 32,-2-1-62,-4 0 43,-3-2 3,1-2 16,-4 0 27,0 0 5,-3-1-32,-3-1 2,0 0-2,0-2-39,0 1 23,0-1-23,-9 0 20,3 2 19,0 0 36,-1 3-34,1 1 35,0 3 70,3 0-22,0 4-30,0 1 16,-1-1-10,4 2-41,0 0-19,0 0-1,0 0 0,0 0-29,0 0-36,0 0-35,0 4 19,0 1 81,0 2 2,0 2 46,-3 0-5,3 2-8,0 0 1,0 0-33,0 0 13,0 1-15,0 0 6,0 0-7,3 2 0,1-3 31,2 0-30,3-1 1,-3-1-1,4 1-1,-1-2 0,3-1 12,1-1 43,2-2-39,1-1 20,-1 0-12,4-3-24,-4 0-4,4 0-47,0 0 50,-4-6-19,4 2-6,-4-3-6,-2-1 3,-1 0 29,-3-1 7,1-2 26,-1 0-20,-6-3 9,0 2-2,-3-3-20,0 2-20,0-1-18,0 2 38,-6-1 38,0 0 24,-1 3-59,-2 0 16,6 2 46,-3 1-63,3 1 37,-3 3 6,2 1-13,4 1 23,0 1-13,0 0-39,0 0-3,0 0-61,0 0-29,0 0 22,0 4 3,0 2 65,0 3-13,0-1 29,0 4 1,0-1-4,0 0-12,0 2-1,0 0 11,0 1-9,0-2 16,0-1-18,4 1 1,-4-1-1,0-2-2,3-2-2,0-1-28,-3-2 0,0-1 13,0-3-7,0 1-10,0-1 36,0 0 26,0 0 42,0 0 16,3 0 3,0 0 0,0-1-16,3-4-71,0-2-7,7-2-28,-4 0 19,4-2 12,-1-1-21,3 1 9,4-2 12,-3-1 4,2 2 2,-2-2-2,2 2 2,1 3-4,-4 1-48,1 3 15,-4 1-11,1 3-2,-7 1 19,3 0 16,-6 0-26,4 0-35,-4 0 3,3 2 29,-3 2 42,3 2 22,-3 2-5,3 0 34,1 2-2,-4 0-17,3 2-16,-3 0-16,0-1-38,0 0-14,0 1 7,-3-2 25,0 0-64,0-1-29,0-1 15,0 0-142,0-3-14,0 2-117,3-3-65,-3-1-34</inkml:trace>
          <inkml:trace contextRef="#ctx0" brushRef="#br0" timeOffset="88693.27">19329-4123 208,'0'0'166,"0"0"-88,0 0 72,0 0 899,0 0-562,0 0-170,0 0-136,0 0-39,0 0-10,-4-11-65,1 6 0,-3 0-47,0-2 15,-3 0-19,-1-1 0,-5 0-16,-1-1-13,-2 0-29,-4 0 42,0 0 4,-3 2-4,1 1-16,-1 1 15,0 1-25,-3 2 26,10-1 17,-4 3-17,6 0-19,7 0 3,-6 3-16,5 1 12,1 3 17,0 0-19,2 2-1,1 0-9,3 2 6,-3 0 10,3 1-16,3 1 3,0-1-22,0 1 11,0-1 38,6 0-35,3-1 8,1-1 7,2-1 22,4-3 15,2 1-14,4-1 0,-4-2-1,4-1-10,3-2-9,-3-1-36,2 0 19,-2-3-31,3-3 12,-3-1 3,-1-2-61,-2-1 113,-3-1-20,2-2 40,-2-3-20,-1 0 25,-6-2 27,1-3-16,-4-2-36,0-1-3,-3-2-52,0-2 55,4-1-1,-7 0-2,0 0 3,0 0 13,0 0 117,0 0-127,-10 2 81,4 0 3,-3 3-58,-1 2 103,1 4-45,3 2 7,-3 4-30,6 3 25,-1 4-5,1 2 8,3 3-12,0 0-39,0 0-41,0 0 0,0 0-22,0 0-19,0 0-26,0 0-16,0 3-10,0 4 3,0 3 89,0 2 1,0 4 55,-3 3-52,0 0 45,3 3-26,0 1-10,0 2-12,0 1 0,0 2 3,0 0 10,3 0-13,0 3 16,4-1-32,-1 0 13,0 1-29,0-2-3,-6 0-39,9-1-35,-9-2-49,7-1-23,-4-4-126,-3 0-40,3-5-121,0-3-70,0-4-182</inkml:trace>
        </inkml:traceGroup>
      </inkml:traceGroup>
    </inkml:traceGroup>
    <inkml:traceGroup>
      <inkml:annotationXML>
        <emma:emma xmlns:emma="http://www.w3.org/2003/04/emma" version="1.0">
          <emma:interpretation id="{88CBACBD-896E-422E-A597-128D84150966}" emma:medium="tactile" emma:mode="ink">
            <msink:context xmlns:msink="http://schemas.microsoft.com/ink/2010/main" type="paragraph" rotatedBoundingBox="2964,6457 5293,6359 5334,7321 3004,741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57935AC-F574-4D66-919E-A0F7E90D836D}" emma:medium="tactile" emma:mode="ink">
              <msink:context xmlns:msink="http://schemas.microsoft.com/ink/2010/main" type="line" rotatedBoundingBox="2964,6457 5293,6359 5334,7321 3004,7419"/>
            </emma:interpretation>
          </emma:emma>
        </inkml:annotationXML>
        <inkml:traceGroup>
          <inkml:annotationXML>
            <emma:emma xmlns:emma="http://www.w3.org/2003/04/emma" version="1.0">
              <emma:interpretation id="{7BBF8AB0-138E-4681-A68F-A317F4BC2C41}" emma:medium="tactile" emma:mode="ink">
                <msink:context xmlns:msink="http://schemas.microsoft.com/ink/2010/main" type="inkWord" rotatedBoundingBox="2964,6457 5293,6359 5334,7321 3004,7419"/>
              </emma:interpretation>
              <emma:one-of disjunction-type="recognition" id="oneOf3">
                <emma:interpretation id="interp15" emma:lang="en-US" emma:confidence="0">
                  <emma:literal>Hybrid:</emma:literal>
                </emma:interpretation>
                <emma:interpretation id="interp16" emma:lang="en-US" emma:confidence="0">
                  <emma:literal>Hybrids.</emma:literal>
                </emma:interpretation>
                <emma:interpretation id="interp17" emma:lang="en-US" emma:confidence="0">
                  <emma:literal>Hybrid.</emma:literal>
                </emma:interpretation>
                <emma:interpretation id="interp18" emma:lang="en-US" emma:confidence="0">
                  <emma:literal>Hybrid).</emma:literal>
                </emma:interpretation>
                <emma:interpretation id="interp19" emma:lang="en-US" emma:confidence="0">
                  <emma:literal>Hybrids:</emma:literal>
                </emma:interpretation>
              </emma:one-of>
            </emma:emma>
          </inkml:annotationXML>
          <inkml:trace contextRef="#ctx0" brushRef="#br0" timeOffset="133740">272-3485 141,'0'0'98,"0"0"-42,0 0-21,0 0 321,0 0 224,0 0-287,0 0-147,0 0-42,0 0 29,6 0 33,-6 0-17,0 0-33,0 0-38,3 0-17,0 0-15,-3 0-17,3 0-10,-3 0-6,6 0-13,1 0 0,2 0 2,3 0 95,4 0 15,2 0-112,-2 0 4,3 0-1,-4 0-3,4 0 19,-4-1-6,1-1-26,-1 1 10,-2-1-36,-4 1-32,0-1 7,-3 1 6,1-1 0,-1 0-45,0 0-43,-3 1 4,3-2-53,-3 0-75,-3 2-35,0-1-41,0-2-61,0 1 6,0-2 362,0-1-17</inkml:trace>
          <inkml:trace contextRef="#ctx0" brushRef="#br0" timeOffset="133380">278-3727 58,'0'0'97,"0"0"-95,0 0 11,0 0 49,0 0-23,0 0-26,0 0 0,0 0 0,0 0 0,0 0 13,0 0 7,6-6 325,-6 6-123,0 0-98,0-1-40,0 1 11,0 0 16,0 0 9,0-1-26,0 0-51,0-1-24,0 0 20,3 1 13,-3 1 0,0-1-10,3 0-6,-3 0 6,3 0 0,-3 0 3,0-2-9,0 1-36,0 0 39,0 1 6,0 1-3,0 0-7,0 0-2,0-1-8,0 1 4,0-1 0,0-1-3,0 1-4,0 1 1,0 0-11,0-1-2,0 1-4,0 0 7,0 0 0,4-1 3,-4 0 3,0 1 0,0-1 6,0 1 1,0 0-1,0 0-3,0 0 0,0 0-6,0 0 0,0 0-7,0 0-2,0 0-19,0 0-1,0 2-13,0-1 0,0 1 0,0 0-6,0-1-10,0 0 1,3 2-4,-3 1 0,3 2 32,-3 2 6,3-1 90,-3 1-96,3 1-90,0-1 90,-3 1 45,0 1-44,3 0-1,0 1-1,-3 0-2,3 3 3,0-1 22,-3 2-20,4 0-2,-4-2-1,0 2-2,0-2-16,3 1-9,-3-1 28,3 1 26,-3-2-8,0 2-17,0-2 17,0 1-16,0-1 11,0-1-13,3-1-31,-3 0 12,0-1-2,0 0 20,0 0 1,0-2-16,0 0 16,0-2-16,3 0-16,-3-2 3,0 1 13,3-3-7,-3 1 10,0-1 13,0-1-32,0 0-9,0 0 2,0 0 1,3 0 2,-3 0-3,0 0 1,0 0-7,0 0-17,0 0-21,0-2-27,0 1-33,-3-2-38,0-1-37,0 2-107,0-3-258,0-2-16,0 1 370,-4-2 87,32 46 142</inkml:trace>
          <inkml:trace contextRef="#ctx0" brushRef="#br0" timeOffset="134200">529-3736 238,'0'0'55,"0"0"-38,0 0 703,0 0-322,0 0-102,0 0-24,0 0-51,0 0-17,0 0-1,0 0-35,0-23-43,0 23-25,0 0-7,0 0-4,0 1-12,0 2-17,0-2-22,0 1-15,0 0-11,0 1-12,0 0-12,0 1-11,0 3 23,0 1 4,0 3 24,0 1 4,0 0-32,0 1-7,0 1 3,0 1 4,0-2-12,3 2 12,0-1 21,0 1-21,-3 0 0,7 0 0,-7 2 2,3-1-2,0 1-3,0 0 3,0-1 9,0 1-5,0-1-4,-3 0-29,6-2 10,-2 0-42,-4-2 7,3-2 6,0 1-3,-3-4-16,3-1 38,-3 0-16,0-2 43,0 0-49,0-1 13,0-2-11,0-1-12,0 0-22,0 0-27,0 0-51,0 0-43,3-1-49,-3-4-55,3 1-57,0-1-68,-3-2-108,3-4 228</inkml:trace>
          <inkml:trace contextRef="#ctx0" brushRef="#br0" timeOffset="134610">635-3491 186,'0'0'1,"0"0"47,0 0 17,0 0 908,0 0-520,0 0-158,0 0-116,0 0-40,0 0 13,0 0 9,6-1-32,-6 1-36,3 0-35,0 0-7,0 0-9,-3 0-10,0 0-9,3 0-21,-3 1-2,0 1 0,3 1-26,-3 1 13,3 0 13,4 2 36,-1 0 8,0 1-21,0-1-23,7 2 0,-7-1 25,6 1-12,-3 0-11,4-1-2,-1 1 19,1 0-16,-1-1-2,0-1-2,4-1-1,-7 1-39,4-2-10,-4 2-29,3-2 3,-2-1 0,-1 0-46,-3-1 14,0-1-43,1 1-55,-4-1-114,0-1-88,-3 0-106,0 0-88,0 0 365,0-5 39</inkml:trace>
          <inkml:trace contextRef="#ctx0" brushRef="#br0" timeOffset="135980">1003-3679 135,'0'0'26,"0"0"23,0 0 6,0 0 1,0 0 394,0 0-53,0 0-208,0 0-65,0 0-30,10-56 62,-10 50 39,0 1-33,0 0-35,0 1-11,0-2-41,0-1 5,0 2 11,0 0 22,0 2-1,0-1-5,0 1-37,0 2 20,0 0 19,0 0 6,0 1-7,0 0-9,0 0-17,0 0-19,0 0-6,0 0-6,0 0-7,3 0-10,-3 0-2,3 0-4,-3 0-3,3 0-9,-3 0-16,3 0 0,0 0-3,-3 0-19,0 0-3,0 3-7,0 2-12,0 0-3,0 4 47,0 2 3,0 3-3,0 3-11,0 1 11,3 1 22,1 2-10,-4 3-12,3-2-24,-3 2 23,0 1-20,0 0 21,0 0 0,3-2-38,0 0 36,0-1-45,-3-2-10,0-1 25,3-1 7,0-2-17,-3-1-15,0-5 38,0 0-29,0-2-6,0-3 13,3 1 6,-3-3-4,0 0 7,0-2 4,0-1 2,0 0 11,0 0 15,0 0 26,0 0 15,0 0 14,0-1 2,0-3 4,0-1-7,0-4-54,0-1-58,0-1 11,0-1 15,0 0 32,0-1-16,0 1 16,0 1-13,0-1-16,0 1 29,3 1 0,0 0-41,1 1 41,2 0-1,-3 0-29,3 0 30,0 2 0,4 0-26,-1 0-25,0 1 16,4 1-4,-1 2-6,0 1 7,1 1 18,-1 1-25,1 0 32,2 0-19,1 4 32,-4 2 2,3 2 1,-2 2-2,-1 0 5,-2 1-6,-1 1-22,-6 2-1,0-1-32,-3 1 13,0-1-61,-3 2-29,-9 0 5,-4-2 60,1 0 2,-7-2 48,3 0-47,-2-2 64,-1-1 13,0-2 16,4 0 16,-1-2-19,3-1 26,1-3-33,3 1 40,2-1-30,4 0 10,3 0 6,-3 0 0,3 0 4,3-2-33,-3-3-16,3 2-100,0-3 9,0 0-6,0-1-55,0 1-37,3 1-126,3-2-88,-3 0-174,3-1 143,0 0 401,1 1-122</inkml:trace>
          <inkml:trace contextRef="#ctx0" brushRef="#br0" timeOffset="136710">1239-3529 129,'0'0'62,"0"0"-23,0 0 389,0 0 295,0 0-287,0 0-164,0 0-80,0 0-44,0 0-12,0 0-4,25-5-25,-16 4-46,1 1-16,-4-1 12,6 0-12,4 1 7,-4 0-27,0 0-25,4 0 4,-1 0 18,-2 1-20,2 5 1,1 1-1,-7 1-2,4 1-1,-1 1-15,-3 1-3,-3 0 3,4 2 3,-7 0-6,3 0-13,-6 2-13,0-1-10,0 1-12,0 0-17,0-2 1,-6 0-8,-3-2 17,2-2-23,1-1 36,0 0 31,0-4-15,3-1 13,-4 0 6,4-3 26,0 0 29,3 0 49,-3 0 22,3-1-26,0-5-74,0-1-48,0-3 48,0 0 39,0 0-10,0-1-16,6-2-26,-3 1 16,7-2-3,-4 0 12,6 0-12,1 1 0,-4 1 2,4 1 0,-1 0 26,0 2-28,1-1-2,2 2 2,-2 0 13,2 1-12,-6 0-1,7 0 13,-4 2-11,1 1 17,-4 0 10,0 3 7,1 0 2,-7 0 7,3 1-16,0 0 10,3 0 0,-2 0-14,-1 0-13,0 0-11,0 0-1,4 3 13,-4 3 6,-3 0-3,3 0 0,0 3 4,-3 1-18,4 1-1,-4 2 12,-3-1 3,3 1 0,-3 0-16,0 1-34,0-1 32,0 2-16,0-2-46,-3 0 26,3-1-36,-10 1 19,7-1 3,-3-1-35,3-1 3,-3-3-3,6-1-55,-6-1-56,6-2-32,0-2-79,0-1-95,0 0-140,0-3 110,0-6 350</inkml:trace>
          <inkml:trace contextRef="#ctx0" brushRef="#br0" timeOffset="136970">1766-3763 218,'0'0'591,"0"0"452,0 0-715,0 0-153,0 0 32,0 0 9,0 0-36,0 0-42,0 0-52,0 0-22,-9-27-23,9 25-41,0 0-3,0 2-10,3 0-22,-3 0-45,0 0-64,0 0-58,0 0-66,0 0-185,0 0-323,0 0-255,3 0 871,-3 0 42,-6 4 114</inkml:trace>
          <inkml:trace contextRef="#ctx0" brushRef="#br0" timeOffset="137970">2200-3521 86,'0'0'137,"0"0"-95,0 0 190,0 0 508,0 0-308,0 0-188,0 0-91,0 0-20,0 0 2,0 0-5,0 0-20,0-22-17,0 19-32,0 1 13,0-1 7,0 0-7,-3 0-13,0-1-20,0 1-15,-3 1 3,3-2 6,-3 2 7,-4 0 34,4-1-15,-3 0-33,-1 1-2,-5 0-4,6 1 7,-7-1-29,1 2 0,-1 0 32,1 0 22,2 2-42,-5 2-9,-1 2 12,-3 2-14,7 1-2,-1 0-1,4 3-23,-4-1 22,7 1-29,-3 0 32,2 0 18,1-1-18,0 1 0,6 0-35,-4-2 1,7 0 33,-3-2-17,3-1-20,0 0 3,0 0 3,0-1-42,3 1 4,7-1 13,-1-2 18,3 1 36,-2-1-10,5-1-16,-2 0-19,2-3-10,1 0-6,2 0 64,7-3-29,-6-2 23,6-3-55,-4-1-13,1-1 25,0-1 36,-1-2-3,-2-1 13,-4-1 2,1-3 0,-1-1-11,-5-2 12,5-1 0,-5-2-2,-4 0 2,0-1 3,-3 0 16,0-2 19,3 0-37,-6-1 40,0 1-15,0-1-23,0 1 42,0 1-16,0 0-10,0 4 62,0-1-43,0 4 46,-6 2 21,3 3-31,0 1 18,-3 4-15,3 0 2,0 4-18,-4 0-4,4 4 16,0 0 15,-3 1-9,6 0-13,0 0-31,0 0-13,-3 0-19,3 0 0,-3 0-1,3 0-2,0 2-12,0 1-10,0 1-16,0 3 13,0 2 24,-3 3 1,0 2 12,-4 2 8,4 3-20,0 0-22,-3 2 20,3 1 2,0 2 2,0 1-2,0-2-1,3 3-18,0-1-9,0 0 3,0 1-1,6 1-37,-3 1 38,6-1-29,-6 0 0,3-1-6,1-2-19,-4 1-17,3-2 0,-3-2 7,3-1 6,-6-2-27,10-1-2,-10-3-4,6-3 32,-6-2 7,9-1-26,-6-3 9,6-1 52,1-4 9,-1 0-19,3 0-38,4 0-111,-1-5-66,1-3-107,-4 1-30,4-4-150,-7 0 303,7-2 215,-7-2-11</inkml:trace>
          <inkml:trace contextRef="#ctx0" brushRef="#br0" timeOffset="138340">2560-3714 335,'0'0'45,"0"0"-45,0 0 1183,0 0-806,0 0-134,0 0-55,0 0-17,0 0 7,0 0-27,0 0-26,0-38-28,3 35-18,-3 1-11,0-1-5,3 2-8,-3 1-24,3 0-31,-3 0-26,0 0-22,0 0-16,0 0-19,0 0-51,0 0-114,0 2-87,0 5-24,3 1-70,-3 2-177,0 0-183,4 3 626,-14-63 58</inkml:trace>
          <inkml:trace contextRef="#ctx0" brushRef="#br0" timeOffset="134990">901-3486 165,'0'0'160,"0"0"-137,0 0 779,0 0-249,0 0-206,0 0-113,0 0-53,0 0-20,0 0-6,0 0-26,0-3-36,0 4-29,0-1-10,0 3 7,0 0-10,0 0-13,-3 2-22,0 2 4,0 1 21,-3 2 3,-4 1 4,1 2-6,-3 2-11,-1 2-8,4-3-23,-7 4-2,4-2-13,0 3 15,-7-1-13,4 4 12,-1 0-21,1 2-4,-1 3 4,1 0-35,-1 1-1,1 0 7,-1-1 23,7-1-33,-7-1 10,7-4-16,0-1-17,2-2 1,4-4 5,0-4-18,0-3-1,3-3-48,0-2-85,0-2-107,0 0-8,0 0 53,6-1-57,-6-4-6,10-3-33,-1-4 375</inkml:trace>
          <inkml:trace contextRef="#ctx0" brushRef="#br0" timeOffset="138590">2591-3364 116,'0'0'163,"0"0"834,0 0-506,0 0-192,0 0-40,0 0-30,0 0-26,0 0-32,0 0-46,0 0-74,19-2-38,-19 0 9,0-1-22,0 1 0,0 1-105,0-1-62,0-2-71,0 0-89,-3-1-234,-4 0-477,-2-1 445,9 42 483</inkml:trace>
        </inkml:traceGroup>
      </inkml:traceGroup>
    </inkml:traceGroup>
    <inkml:traceGroup>
      <inkml:annotationXML>
        <emma:emma xmlns:emma="http://www.w3.org/2003/04/emma" version="1.0">
          <emma:interpretation id="{3D52496C-964E-44A7-847E-4A6B9859F9FF}" emma:medium="tactile" emma:mode="ink">
            <msink:context xmlns:msink="http://schemas.microsoft.com/ink/2010/main" type="paragraph" rotatedBoundingBox="6464,7319 11995,7358 11990,8106 6458,8067" alignmentLevel="3"/>
          </emma:interpretation>
        </emma:emma>
      </inkml:annotationXML>
      <inkml:traceGroup>
        <inkml:annotationXML>
          <emma:emma xmlns:emma="http://www.w3.org/2003/04/emma" version="1.0">
            <emma:interpretation id="{585FE397-B143-4204-A17F-261A15403D48}" emma:medium="tactile" emma:mode="ink">
              <msink:context xmlns:msink="http://schemas.microsoft.com/ink/2010/main" type="line" rotatedBoundingBox="6464,7319 11995,7358 11990,8106 6458,8067"/>
            </emma:interpretation>
          </emma:emma>
        </inkml:annotationXML>
        <inkml:traceGroup>
          <inkml:annotationXML>
            <emma:emma xmlns:emma="http://www.w3.org/2003/04/emma" version="1.0">
              <emma:interpretation id="{51B14E8F-C625-4923-B7A8-F73FFB615386}" emma:medium="tactile" emma:mode="ink">
                <msink:context xmlns:msink="http://schemas.microsoft.com/ink/2010/main" type="inkWord" rotatedBoundingBox="6464,7322 8316,7335 8311,8080 6458,8067"/>
              </emma:interpretation>
              <emma:one-of disjunction-type="recognition" id="oneOf4">
                <emma:interpretation id="interp20" emma:lang="en-US" emma:confidence="0">
                  <emma:literal>Round</emma:literal>
                </emma:interpretation>
                <emma:interpretation id="interp21" emma:lang="en-US" emma:confidence="0">
                  <emma:literal>round</emma:literal>
                </emma:interpretation>
                <emma:interpretation id="interp22" emma:lang="en-US" emma:confidence="0">
                  <emma:literal>Rotund</emma:literal>
                </emma:interpretation>
                <emma:interpretation id="interp23" emma:lang="en-US" emma:confidence="0">
                  <emma:literal>Rounds</emma:literal>
                </emma:interpretation>
                <emma:interpretation id="interp24" emma:lang="en-US" emma:confidence="0">
                  <emma:literal>Roundy</emma:literal>
                </emma:interpretation>
              </emma:one-of>
            </emma:emma>
          </inkml:annotationXML>
          <inkml:trace contextRef="#ctx0" brushRef="#br0" timeOffset="85173.64">4383-2541 105,'0'0'53,"0"0"-24,0 0 17,0 0 527,0 0-51,0 0-226,0 0-121,0 0-12,0 0 12,0 0 13,13 0-46,-13 0-51,0 0-27,0 0-6,0 0 0,0 1-13,0 0-16,0 0-10,0-1-19,0 2-1,0 1-21,0 0-17,0 0-3,0 3 12,0 1 30,0 1 33,0 2-30,0-1-2,0 1 43,0-1-44,0 1-1,0-1-10,0 0 11,0 1 13,0-1 0,0 1 0,0-1-13,0-1-6,0 0 5,0-1 1,3-1-16,0 1-3,0-2-1,0 0-18,3-1 9,-3 0-20,0-2 17,7 0 31,-7-1-31,6-1 19,-3 0 10,7 0 3,-1 0-13,1 0-29,-1 0 41,3-4-41,-2-1-13,-1-1 9,1 0 44,-1 0-46,-3-1 32,1-1 14,-1 0-23,-3-1 23,-3-1 2,0 0 3,0-1-3,-3-1-13,0 0 0,0 0 26,0-2 6,-3 1-19,-3-1-13,3 3 13,0 1 39,-3 1 13,3 1-10,0 3 3,-1 1 62,1 3-33,3 0 0,-3 1-22,3 0-23,0 0-10,0 0-3,0 0 0,0 1-6,0 0-10,0 0-32,0 2-4,0 0-18,0 1-11,0 0 4,0 0 37,-3 4 24,3-1 39,0 3-17,0 0 14,0 0-4,0 1 14,0-2-44,0 2-2,0-1 21,0 1-21,0 0-3,0 0-23,6 1 26,-3-3 0,4 1-1,-4-1-32,3 0 10,0 0-19,3-1-19,1-2 57,-4 1-70,3 0 10,1-2-30,-4 0 10,3-1-10,0 0-10,1-2-7,-1-1-28,-3-1-131,7 0-101,-4 0-30,-3-3-166,0-5 426,4-1 102</inkml:trace>
          <inkml:trace contextRef="#ctx0" brushRef="#br0" timeOffset="83633.64">3847-2718 112,'0'0'29,"0"0"10,0 0-3,0 0-13,0 0 10,0 0 325,0 0-2,0 0-237,0 0-118,0 0 80,-6-22 94,6 19 11,-4 1-105,4 0-77,0 1 67,0 0 27,0 0-17,-3 1 0,3 0 0,0 0-3,0-2 0,0 2-4,0 0 4,0 0-10,0 0-7,0 0-12,0 0-11,0 0-5,0 0-1,0 0-9,0 0-4,0 0-3,0 2-13,0 0-2,0-1-1,0 0-16,0 0-10,0 0-9,0 0-17,0 1-12,0 1-4,0 3 16,0 1 51,0 4-15,0 1 16,-3 1 35,0 0-35,0 0-9,0 1 9,3-1 0,0 1 1,0-1-3,-3 2 15,3-2-4,-3 2-9,0 0 1,3-2 0,0 2-1,-3-2 0,-1 0 12,1-2-12,3-1-3,0-1-55,0 0 32,0-2-29,0-1 22,0 1-57,-3-2 61,3 0-1,0-1-39,0-2 67,0-1-57,0 0-49,0 0-2,0-1 38,0 1 11,0-1-11,0 0-26,0 0-22,0 0 0,-3 0 12,3 0 27,0 0 12,-6-1 17,3-1 52,3 0 0,-3-3-42,0-1-46,3-1-56,-3-3-61,3-1-7,0-1 101,0 0 98,0-1-3,0 1 16,0 0-49,0 0 29,0 2 20,0 0 16,0 1 69,0 0 104,0 0-189,0 1 56,0 2-46,0-2 277,0 1-46,0 0-33,0 1-71,0-1 39,0-1-62,0 0 55,0 1 13,0 3-104,0-2 6,0-1-42,0 1-19,0-1 81,0-1-33,0 0-26,0 1 27,0-1-53,0 1 33,0-2 16,0 0-26,0 1-17,6-1-9,0-1-3,0 0 29,0 1-41,4 0 12,-1-2 7,0 1-8,-3 1-8,7 1-4,-1 1 0,1-1-4,-1 1-12,1 1 0,-1 1-2,0-1 18,-2 5 0,-1-1-13,3 0 10,-2 2 2,2 0-15,0 0-10,-2 0-6,2 0 3,-3 0-4,1 4 20,-1 2-29,0-1 10,1 4 13,-4-1 2,3 2-18,-3 0 19,1 2-56,-1-3-44,-6 5 90,3-1-3,-3 0-17,0 2-15,0-2 22,-6 3-7,-7-1-12,4-1 58,-10 1-20,7-3 11,-4-2 9,-2 3 21,-1-4-21,1 0 20,-4-1-20,3-3-25,1 1-8,-4-2 32,3 0-18,-2 0 6,-1-3-33,6-1 46,1 0-26,3 0 10,2 0 16,4 0 14,0 0 19,3 0 28,3 0 14,-3 0-10,3 0-10,0-2-19,0 1-4,0-1 36,3 1 7,3 1 6,-3-1-39,0 1 7,0-1-33,-3 1 0,0 0 13,3 0-26,-3 0-3,0 0-26,3 0-19,-3 2 9,0 0-6,4 1 4,-1-1 5,3 3 30,0 1 3,0 1 19,4 1 1,2 0 0,-3 1-18,4 0-2,-1 0 0,1 2 17,2 1-12,-3-1-5,4 2 0,-4-1 0,4-2 0,-4 0-16,1-1-33,2-1-12,-6 0-30,1-1 49,2 1-39,-3-2-36,1 0-56,-4-1-41,3 1 57,-3-1-113,1-1-98,-1-1-37,-3-3 213,3 0 150,-3 0 33</inkml:trace>
          <inkml:trace contextRef="#ctx0" brushRef="#br0" timeOffset="84383.63">4126-2546 36,'0'0'130,"0"0"-84,0 0-26,0 0 6,0 0 635,0 0-286,0 0-206,0 0-61,0 0 2,0 0 24,9 0-5,-9 0-31,0 0-40,0 1-29,0 1-6,0 0-12,0 0-11,0-1-16,-6 6-10,3-3 26,0 4 39,0 1 7,0 0-44,3 1-2,-4 0 49,1 1-30,0-3-16,3 2-3,0 0 17,0-2-17,0 2 38,0-1-5,0-1-17,0 1 20,0 0-36,0-2 0,6 1 16,1-1-13,2 0 10,0-2-11,1 1-2,2-3 2,-3 2 8,4-2-10,-1 0 0,4-2-34,-4 0 34,3-1 0,-2 0-17,-1 0 1,4 0 16,-7 0 0,0-4 0,1 1 0,-1-3 1,-3 0 32,-3 0-14,0-1-6,1-1-13,-4 1-19,0-2-40,0-2 40,0 4-20,0-4 10,-7 2 26,4 0-20,-6-1-28,3 1 50,-4-2-16,4 2 17,-3 1 39,3 0-23,-1 2 7,1-1-23,-3 1-7,3 1 7,0 1 92,-1 0-92,1 1-45,0 1 6,3 0 0,-3 2 3,3-1 14,-7 1-17,7 0-7,-3 0 11,0 0 2,3 0-3,-4 0-19,4 0 13,0 0-26,-3 0-4,3 0 1,0 1-7,0-1-13,0 2-33,3-1-19,0 2-49,-3-2-20,3-1-75,0 0-68,0 0 240,0 0 53,0 0 32</inkml:trace>
          <inkml:trace contextRef="#ctx0" brushRef="#br0" timeOffset="85913.63">4743-2588 189,'0'0'0,"0"0"0,0 0 26,0 0 268,0 0 302,0 0-280,0 0-196,0 0-38,0 0 25,0 0 13,-3 11-29,3-8-32,0 2 2,0 0 1,0 3 22,0 1 13,0 0-38,0 2-1,0 0 16,0-1-49,0 1-24,0 0 27,0 0-28,3 2 13,-3-1-11,3 0-2,0 1 1,-3-2-1,6 1-19,-3 1 19,-3 0 14,4 0-12,-1-3-4,-3 1 1,3-1 0,-3-1-16,3 0-34,0-2 9,0-2-10,-3-1-48,0-1 38,0-2 45,0 2 15,3-2-16,-3-1-3,0 0 21,0 0 42,3 0 29,-3 0 13,0-4 17,0 1-5,0-4-18,0-2-77,0-1-1,3-2-36,0-1 7,1-1 26,2-1-58,-3 1 35,6-2-6,-6 1-49,7 1 39,-4 0 19,3 2-48,-3 0 55,4 2 16,-4 3 0,3 0 26,-3-1 16,4 1-39,-1 1 52,-3 2-32,3 2-7,-2-1 6,-1 2-5,0 0 5,0 1-18,0 0 12,1 0 9,-1 0-21,0 0-4,0 5 0,0-1 0,1 2 9,2 1 14,-3 0-7,3 1 10,-2 1-13,-4 0 22,6 2-10,-3 0-24,0-1-2,1 3 0,-1-1-5,0-1 3,0 0 3,-3 1-19,3-1 0,-2-1-23,-1 0 19,0-1-41,0 1 25,-3-2 6,0-1-22,0-1-29,0 0-32,0-1-8,0 0 1,0-2-17,0 0-78,0-1-29,0-1-30,0-1-75,3 0-107,0 0 338,6-6 46,-2 0 64</inkml:trace>
          <inkml:trace contextRef="#ctx0" brushRef="#br0" timeOffset="86773.63">5512-2454 77,'0'0'98,"0"0"-52,0 0 130,0 0 655,0 0-483,0 0-133,0 0-154,0 0 95,0 0-10,0 0 49,12-48-85,-18 41-43,3 0-18,0 0 12,-6 0-6,2-1-10,1 2-26,0 0 1,0-1 12,-4 1 22,1 2 16,0-1-69,3 3 58,-4-1-59,-2 1-32,0 0 3,-4 0 13,4 1-3,-4 1 16,1 0-30,-4 0 20,4 2 13,-1 1 0,-3 3-10,4 1-13,-1 1 21,1 0-14,-1 3 16,1-1 7,-1 1-7,4 1 0,0-1-1,2 2-20,4-3 18,0 2 1,3-1-1,3-2-32,-3 0 16,3-1-13,0 0-10,0-3-17,3 2-34,6 0 93,3-2 0,1 1 1,5-1 18,4-1-19,-3-2 0,6-2-45,-4 0-3,4 0-11,-3 0-15,3-2 35,-7-4-52,4-1 20,-3-2 32,-4 0 39,4-4 36,-7 2 25,0-4-44,1-1 90,-4-4-36,0-1-3,-2-3-42,-1 0 3,-3-4-16,0 3-10,0-2 16,-3 0-19,0 0-27,0 0 27,0-1 42,0 1-40,-3 0 21,0-1 25,0 1 14,-3 0 2,-1 0-48,1 3 36,-3 1 22,3 2-36,-4 3 33,4 5 22,3 3-7,-3 2 4,3 4-23,0 1-32,3 1-16,-3 2 7,3 0-14,0 0 0,0 0-12,-3 0-22,3 0-13,0 0-7,-4 2-6,4 0-9,-3 1-17,0 3 1,-3 3 73,0 3 32,0 2 9,3 4 7,-7 1-35,7 2-13,-3 2 0,6 2 18,-3 0-18,0 0 0,3 3 0,0 1-29,0-1 29,0 0-35,6-1 16,3 0-7,-3-1 23,4 1-91,-1-4 24,0 2 2,7-3-3,-4 1-3,4-2-51,-1-3 28,4-1-52,-4-2-55,1-2-59,-4-3-36,4 1-26,-7-5-109,0-1-208,-2-3 521,-1-2 67</inkml:trace>
        </inkml:traceGroup>
        <inkml:traceGroup>
          <inkml:annotationXML>
            <emma:emma xmlns:emma="http://www.w3.org/2003/04/emma" version="1.0">
              <emma:interpretation id="{4E875685-31EA-498C-8059-C744D5BA3C41}" emma:medium="tactile" emma:mode="ink">
                <msink:context xmlns:msink="http://schemas.microsoft.com/ink/2010/main" type="inkWord" rotatedBoundingBox="10143,7345 11995,7358 11990,8102 10137,8089"/>
              </emma:interpretation>
              <emma:one-of disjunction-type="recognition" id="oneOf5">
                <emma:interpretation id="interp25" emma:lang="en-US" emma:confidence="1">
                  <emma:literal>Round</emma:literal>
                </emma:interpretation>
                <emma:interpretation id="interp26" emma:lang="en-US" emma:confidence="1">
                  <emma:literal>Rouen d</emma:literal>
                </emma:interpretation>
                <emma:interpretation id="interp27" emma:lang="en-US" emma:confidence="0">
                  <emma:literal>R own d</emma:literal>
                </emma:interpretation>
                <emma:interpretation id="interp28" emma:lang="en-US" emma:confidence="0">
                  <emma:literal>R open d</emma:literal>
                </emma:interpretation>
                <emma:interpretation id="interp29" emma:lang="en-US" emma:confidence="0">
                  <emma:literal>R oun d</emma:literal>
                </emma:interpretation>
              </emma:one-of>
            </emma:emma>
          </inkml:annotationXML>
          <inkml:trace contextRef="#ctx0" brushRef="#br0" timeOffset="-92620.01">7526-2696 112,'0'0'29,"0"0"10,0 0-3,0 0-13,0 0 10,0 0 325,0 0-2,0 0-237,0 0-118,0 0 80,-6-22 94,6 20 11,-4-1-105,4 1-77,0 1 67,0 0 27,0 0-17,-3 1 0,3 0 0,0 0-3,0-2 0,0 2-4,0 0 4,0 0-10,0 0-7,0 0-12,0 0-11,0 0-5,0 0-1,0 0-9,0 0-4,0 0-3,0 2-13,0 0-2,0-1-1,0 0-16,0 0-10,0 0-9,0 0-17,0 1-12,0 1-4,0 3 16,0 1 51,0 4-15,0 1 16,-3 1 35,0 0-35,0 0-9,0 1 9,3-1 0,0 1 1,0-1-3,-3 2 15,3-2-4,-3 2-9,0 0 1,3-1 0,0 0-1,-3-1 0,-1 0 12,1-2-12,3-1-3,0-1-55,0 0 32,0-2-29,0-1 22,0 1-57,-3-2 61,3 0-1,0-1-39,0-2 67,0-1-57,0 0-49,0 0-2,0-1 38,0 1 11,0-1-11,0 0-26,0 0-22,0 0 0,-3 0 12,3 0 27,0 0 12,-6-1 17,3-1 52,3 0 0,-3-3-42,0-1-46,3-1-56,-3-3-61,3-1-7,0-1 101,0 0 98,0-1-3,0 1 16,0 0-49,0 0 29,0 2 20,0 0 16,0 1 69,0 0 104,0 0-189,0 1 56,0 2-46,0-2 277,0 1-46,0 0-33,0 1-71,0-1 39,0-1-62,0 1 55,0 0 13,0 2-104,0-1 6,0-1-42,0 1-19,0-1 81,0-1-33,0 0-26,0 1 27,0-1-53,0 1 33,0-2 16,0 0-26,0 1-17,6-1-9,0-1-3,0 1 29,0-1-41,4 1 12,-1-2 7,0 1-8,-3 2-8,7-1-4,-1 2 0,1-1-4,-1 1-12,1 1 0,-1 1-2,0 0 18,-2 3 0,-1 0-13,3 0 10,-2 2 2,2 0-15,0 0-10,-2 0-6,2 0 3,-3 0-4,1 4 20,-1 2-29,0-1 10,1 4 13,-4 0 2,3 0-18,-3 2 19,1 0-56,-1-1-44,-6 3 90,3 0-3,-3 0-17,0 2-15,0-1 22,-6 1-7,-7 0-12,4-1 58,-10 1-20,7-3 11,-4-1 9,-2 1 21,-1-3-21,1 0 20,-4-1-20,3-3-25,1 1-8,-4-2 32,3 0-18,-2 0 6,-1-3-33,6-1 46,1 0-26,3 0 10,2 0 16,4 0 14,0 0 19,3 0 28,3 0 14,-3 0-10,3 0-10,0-2-19,0 1-4,0-1 36,3 1 7,3 1 6,-3-1-39,0 1 7,0-1-33,-3 1 0,0 0 13,3 0-26,-3 0-3,0 0-26,3 0-19,-3 2 9,0 0-6,4 1 4,-1-1 5,3 3 30,0 2 3,0 0 19,4 0 1,2 1 0,-3 1-18,4 0-2,-1 0 0,1 2 17,2 1-12,-3-1-5,4 2 0,-4-1 0,4-2 0,-4 0-16,1-1-33,2-1-12,-6 0-30,1-1 49,2 1-39,-3-2-36,1 0-56,-4-1-41,3 1 57,-3-1-113,1-1-98,-1-1-37,-3-3 213,3 0 150,-3 0 33</inkml:trace>
          <inkml:trace contextRef="#ctx0" brushRef="#br0" timeOffset="-92620.01">7805-2524 36,'0'0'130,"0"0"-84,0 0-26,0 0 6,0 0 635,0 0-286,0 0-206,0 0-61,0 0 2,0 0 24,9 0-5,-9 0-31,0 0-40,0 1-29,0 1-6,0 0-12,0 0-11,0 0-16,-6 4-10,3-2 26,0 4 39,0 1 7,0 0-44,3 1-2,-4 0 49,1 1-30,0-3-16,3 2-3,0 0 17,0-2-17,0 2 38,0-1-5,0-1-17,0 1 20,0 0-36,0-2 0,6 1 16,1-1-13,2 0 10,0-2-11,1 1-2,2-3 2,-3 2 8,4-2-10,-1 0 0,4-2-34,-4 0 34,3-1 0,-2 0-17,-1 0 1,4 0 16,-7 0 0,0-4 0,1 1 0,-1-3 1,-3 0 32,-3 0-14,0-1-6,1-1-13,-4 1-19,0-2-40,0-2 40,0 4-20,0-4 10,-7 2 26,4 0-20,-6-1-28,3 1 50,-4-2-16,4 2 17,-3 1 39,3 0-23,-1 2 7,1-1-23,-3 1-7,3 1 7,0 1 92,-1 0-92,1 1-45,0 1 6,3 0 0,-3 2 3,3-1 14,-7 1-17,7 0-7,-3 0 11,0 0 2,3 0-3,-4 0-19,4 0 13,0 0-26,-3 0-4,3 0 1,0 1-7,0-1-13,0 2-33,3-1-19,0 2-49,-3-2-20,3-1-75,0 0-68,0 0 240,0 0 53,0 0 32</inkml:trace>
          <inkml:trace contextRef="#ctx0" brushRef="#br0" timeOffset="-92620.01">8062-2519 105,'0'0'53,"0"0"-24,0 0 17,0 0 527,0 0-51,0 0-226,0 0-121,0 0-12,0 0 12,0 0 13,13 0-46,-13 0-51,0 0-27,0 0-6,0 0 0,0 1-13,0 0-16,0 0-10,0 0-19,0 0-1,0 2-21,0 0-17,0 0-3,0 3 12,0 1 30,0 1 33,0 2-30,0-1-2,0 1 43,0-1-44,0 1-1,0-1-10,0 0 11,0 1 13,0-1 0,0 1 0,0-1-13,0-1-6,0 0 5,0-1 1,3-1-16,0 1-3,0-2-1,0 0-18,3-1 9,-3 0-20,0-2 17,7 0 31,-7-1-31,6-1 19,-3 0 10,7 0 3,-1 0-13,1 0-29,-1 0 41,3-4-41,-2-1-13,-1-1 9,1 0 44,-1 0-46,-3-1 32,1-1 14,-1 0-23,-3-1 23,-3-1 2,0 0 3,0-1-3,-3-1-13,0 0 0,0 0 26,0-2 6,-3 1-19,-3-1-13,3 3 13,0 1 39,-3 1 13,3 1-10,0 3 3,-1 1 62,1 3-33,3 0 0,-3 1-22,3 0-23,0 0-10,0 0-3,0 0 0,0 1-6,0 0-10,0 0-32,0 2-4,0 0-18,0 1-11,0 0 4,0 1 37,-3 2 24,3 0 39,0 3-17,0 0 14,0 0-4,0 1 14,0-2-44,0 2-2,0-1 21,0 1-21,0 0-3,0 0-23,6 1 26,-3-3 0,4 1-1,-4-1-32,3 0 10,0 0-19,3-1-19,1-2 57,-4 1-70,3 0 10,1-2-30,-4 0 10,3-1-10,0 0-10,1-2-7,-1-1-28,-3-1-131,7 0-101,-4 0-30,-3-3-166,0-5 426,4-1 102</inkml:trace>
          <inkml:trace contextRef="#ctx0" brushRef="#br0" timeOffset="-92620.01">8422-2566 189,'0'0'0,"0"0"0,0 0 26,0 0 268,0 0 302,0 0-280,0 0-196,0 0-38,0 0 25,0 0 13,-3 11-29,3-8-32,0 2 2,0 0 1,0 3 22,0 1 13,0 1-38,0 0-1,0 1 16,0-1-49,0 1-24,0 0 27,0 0-28,3 2 13,-3-1-11,3 0-2,0 1 1,-3-2-1,6 1-19,-3 1 19,-3 0 14,3 0-12,1-3-4,-4 1 1,3-1 0,-3-1-16,3 0-34,0-2 9,0-2-10,-3-1-48,0-1 38,0-2 45,0 2 15,3-2-16,-3-1-3,0 0 21,0 0 42,3 0 29,-3 0 13,0-4 17,0 1-5,0-4-18,0-2-77,0-1-1,3-2-36,0-1 7,1-1 26,2-1-58,-3 1 35,6-2-6,-6 1-49,7 1 39,-4 0 19,3 2-48,-3 0 55,4 2 16,-4 3 0,3 0 26,-3-1 16,4 1-39,-1 1 52,-3 2-32,3 2-7,-2-1 6,-1 2-5,0 0 5,0 1-18,0 0 12,1 0 9,-1 0-21,0 0-4,0 5 0,0-1 0,1 2 9,2 1 14,-3 0-7,3 1 10,-2 1-13,-4 0 22,6 2-10,-3 0-24,0-1-2,1 3 0,-1-1-5,0-1 3,0 0 3,-3 1-19,3-1 0,-2-1-23,-1 0 19,0-1-41,0 1 25,-3-2 6,0-1-22,0-1-29,0 0-32,0-1-8,0 0 1,0-2-17,0 0-78,0-1-29,0-1-30,0-1-75,3 0-107,0 0 338,6-6 46,-2 0 64</inkml:trace>
          <inkml:trace contextRef="#ctx0" brushRef="#br0" timeOffset="-92610">9191-2432 77,'0'0'98,"0"0"-52,0 0 130,0 0 655,0 0-483,0 0-133,0 0-154,0 0 95,0 0-10,0 0 49,12-48-85,-18 41-43,3 0-18,0 0 12,-6 0-6,2 0-10,1 0-26,0 1 1,0-1 12,-4 1 22,1 2 16,0 0-69,3 1 58,-4 0-59,-2 2-32,0-2 3,-4 1 13,4 1-3,-4 1 16,1 0-30,-4 0 20,4 2 13,-1 2 0,-3 1-10,4 2-13,-1 1 21,1 0-14,-1 3 16,1-1 7,-1 1-7,4 1 0,0-1-1,2 2-20,4-3 18,0 2 1,3-1-1,3-2-32,-3 0 16,3-1-13,0 0-10,0-3-17,3 2-34,6 0 93,3-2 0,1 1 1,5-1 18,4-1-19,-3-2 0,6-2-45,-4 0-3,4 0-11,-3 0-15,3-2 35,-7-4-52,4-1 20,-3-2 32,-4 0 39,4-4 36,-7 2 25,0-4-44,1-1 90,-4-4-36,0-1-3,-2-3-42,-1 0 3,-3-3-16,0 1-10,0-1 16,-3 0-19,0 0-27,0 0 27,0-1 42,0 1-40,-3 0 21,0-1 25,0 1 14,-3 0 2,-1 0-48,1 3 36,-3 1 22,3 2-36,-4 4 33,4 3 22,3 4-7,-3 2 4,3 4-23,0 1-32,3 2-16,-3 1 7,3 0-14,0 0 0,0 0-12,-3 0-22,3 0-13,0 0-7,-4 1-6,4 1-9,-3 2-17,0 2 1,-3 2 73,0 4 32,0 3 9,3 2 7,-7 2-35,7 2-13,-3 3 0,6 0 18,-3 1-18,0 1 0,3 2 0,0 0-29,0 0 29,0 0-35,6-1 16,3 0-7,-3-1 23,4 1-91,-1-4 24,0 2 2,7-3-3,-4 1-3,4-2-51,-1-3 28,4-1-52,-4-2-55,1-2-59,-4-3-36,4 1-26,-7-5-109,0-1-208,-2-3 521,-1-2 67</inkml:trace>
        </inkml:traceGroup>
      </inkml:traceGroup>
    </inkml:traceGroup>
    <inkml:traceGroup>
      <inkml:annotationXML>
        <emma:emma xmlns:emma="http://www.w3.org/2003/04/emma" version="1.0">
          <emma:interpretation id="{07F3136C-FA12-4273-8494-5AA5924C1064}" emma:medium="tactile" emma:mode="ink">
            <msink:context xmlns:msink="http://schemas.microsoft.com/ink/2010/main" type="paragraph" rotatedBoundingBox="2682,10186 15050,10288 15041,11408 2673,113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4A6DDD9-9A66-4972-A833-DC0176AF55B7}" emma:medium="tactile" emma:mode="ink">
              <msink:context xmlns:msink="http://schemas.microsoft.com/ink/2010/main" type="line" rotatedBoundingBox="2682,10186 15050,10288 15041,11408 2673,11305"/>
            </emma:interpretation>
          </emma:emma>
        </inkml:annotationXML>
        <inkml:traceGroup>
          <inkml:annotationXML>
            <emma:emma xmlns:emma="http://www.w3.org/2003/04/emma" version="1.0">
              <emma:interpretation id="{B16CEC5E-54A1-4BB1-9BC2-B265B45181B1}" emma:medium="tactile" emma:mode="ink">
                <msink:context xmlns:msink="http://schemas.microsoft.com/ink/2010/main" type="inkWord" rotatedBoundingBox="2681,10323 3674,10331 3669,10940 2676,10932"/>
              </emma:interpretation>
              <emma:one-of disjunction-type="recognition" id="oneOf6">
                <emma:interpretation id="interp30" emma:lang="en-US" emma:confidence="1">
                  <emma:literal>FL</emma:literal>
                </emma:interpretation>
                <emma:interpretation id="interp31" emma:lang="en-US" emma:confidence="0">
                  <emma:literal>EL</emma:literal>
                </emma:interpretation>
                <emma:interpretation id="interp32" emma:lang="en-US" emma:confidence="0">
                  <emma:literal>IL</emma:literal>
                </emma:interpretation>
                <emma:interpretation id="interp33" emma:lang="en-US" emma:confidence="0">
                  <emma:literal>Ed</emma:literal>
                </emma:interpretation>
                <emma:interpretation id="interp34" emma:lang="en-US" emma:confidence="0">
                  <emma:literal>F.</emma:literal>
                </emma:interpretation>
              </emma:one-of>
            </emma:emma>
          </inkml:annotationXML>
          <inkml:trace contextRef="#ctx0" brushRef="#br0" timeOffset="17490">-1 40 153,'0'0'98,"0"0"-49,0 0-16,0 0 2,0 0-5,0 0-11,0 0 506,0 0-186,0 0-173,0 0-52,0 0 6,0 0 23,0-11-6,0 11-53,0-2-32,0 1 42,0 0 13,0 0-23,0-1-42,0 0-26,0 0 23,0-1 3,0 1 13,0 0 0,0 1-23,0-1 26,0 2 6,0 0-6,0-1-3,0 0-20,0-2-32,0 2 13,0 0 33,0 0 2,0 1-9,0-1-10,0 1-4,0-1 1,0 1 3,0 0 0,0 0-6,0 0-7,0 0-7,0 0-10,0 0-2,0 0-4,0 0-15,0 0-3,0 0-1,0 0-2,0 0-7,0 1-3,0 1-4,0-1 1,0 4 0,0-1 9,0 3 0,0 2 29,0 1 0,0 4 3,0 1 0,0 2 9,3 1-12,0 0 0,0 1-3,-3 2-12,0-1 15,3 1 25,-3 2-24,3-1-1,-3 0 17,0-1-17,0-2 1,0 0-4,0-1-4,0-1 7,0-1 1,0 0 2,7-2-3,-7 0-5,0-2-11,3-1 16,-3-2-26,0 0-6,0-2 13,3-1-49,-3-1 56,0 0-17,0-1 3,0-1-45,0-1 3,3-2 10,-3 1-6,0-1-20,0 0-33,0 0-6,0 0 13,0 0 32,0 0 23,0-1-20,0-5-97,0-3-245,0-2-221,-3-6 74,3 60 480</inkml:trace>
          <inkml:trace contextRef="#ctx0" brushRef="#br0" timeOffset="17920">-26 51 349,'0'0'68,"0"0"-25,0 0 328,0 0 112,0 0-164,0 0-82,0 0-81,0 0-17,0 0-19,0 0-17,-3 1-9,3-1-20,0 0-19,0 0-3,3 0-10,-3 1 6,6-1-3,-3 0-3,4 0-3,2 0-1,3 0 7,4 0-26,-1 0-7,1 0-11,2 0 11,4 0-12,-3 0 1,-1-2 10,4-1-11,-3 1-1,-1-1 0,-2 2-19,2-2-5,-2 1 2,-4 0-25,1 2-36,-4-1 1,-3 0-17,-3 1-13,3 0-78,-2 0-36,-4 0-52,0 0-49,0 2-66,0-2-17,0 1-36</inkml:trace>
          <inkml:trace contextRef="#ctx0" brushRef="#br0" timeOffset="18249.99">73 285 50,'0'0'127,"0"0"-52,0 0 3,0 0-6,0 0-7,0 0 646,0 0-405,0 0-202,0 0-10,0 0 33,6 21 19,-6-20 20,4-1-27,-4 0-29,3 0-3,0 0-14,0 0-12,6 0-20,-3 0 1,4 0-30,-1 0 0,0 0-19,1-3-10,2 0-3,0 1 0,1 0-29,-1 0-35,-6 1-68,4 0-72,-1 1-42,-6 0-85,0 0-147,0-1-177,-3-1 98</inkml:trace>
          <inkml:trace contextRef="#ctx0" brushRef="#br0" timeOffset="140830">616 253 92,'0'0'53,"0"0"-31,0 0-18,0 0 28,0 0 4,0 0-10,0 0 401,0 0-133,0 0-125,0 0-48,0-2-1,0 2 23,0 0 23,0 0-20,0 0-29,0 0-26,0 0-7,0 0-6,0 0-3,0 0-7,0 0-10,0 0 0,0 0-6,0 0-1,0 0 4,0 0-3,0 0 3,0 0 2,0 0 1,0 0 0,0 0 0,0 0-3,0 0 9,0 0 0,0 0 6,0-1 3,0 0 4,0-1-4,3 1-13,0-1-15,-3 1-11,0-2-5,3 0-29,-3-2-41,6-1 15,-6-1 23,7-1 0,-4 1 3,6-2-19,-6-1 3,3-1 16,1 0 2,2-1 21,-3-2-4,3 0-18,1 0 27,-1-2-28,-3 2 1,3-1-1,-2-1 13,2 2-13,0-1 0,-3 3-2,4 0-9,-4 3-5,-3 3 16,3 0 0,-3 3 2,-3 1 2,0 0 18,0 2-3,0 0-3,0 0-14,3 0 0,-3 0-2,4 0-13,-4 0-9,0 0-10,0 0 4,0 0-1,0 4-9,0 0 38,0 2 2,0 1 0,0 2-2,0 0 0,0 1-12,0 2 10,0 0-1,0 2 3,0-1 0,0 3-11,0-1-18,0 3 4,0-1 9,0 1 14,0 1-1,0-1-29,-4 1 0,1 0 29,0-1-10,0 0 1,0 1 11,3-2-33,0 0 18,-3 2-9,0-2 9,3 1-13,0-1 3,0 0 24,-3-3-23,3 0-14,0-1 17,0 0 18,0-2-21,0-1 9,0-1 0,0-1 3,0 0-10,0-2-12,0 1 19,0-1 15,0-2-28,0 1 16,0-2-17,0 1 28,3-2-15,-3-2 1,0 1 3,0 0 11,0 0 2,0-1-2,0 1 2,0-1 0,0 0 3,0 0 13,0 0 3,0 0 1,0 0 12,0 0 0,0 0 0,0 0-3,0 0-3,0 0-10,0 0 0,0 0-13,-3 0 0,0 0 0,3 0 10,-3 0-11,3 0-1,0 0-1,0 0 0,-4 0 0,4 0 0,-6 0-1,6 0-1,-6 3-14,0-3-10,0 1-3,-1 0-3,1 0 29,0 1 1,-3 0 1,-1 1 1,1 0 16,0-1 0,3 2-3,3-3-10,-7 1-1,7-1 1,0 0 0,3-1-1,-3 1 0,3 1 1,0-2 10,0 0-11,0 1 11,0-1-10,0 0-2,0 0-1,3 0 0,-3 0-2,6 0-1,0 0-10,1 0 0,5 0 13,-3-1 3,10 1 26,-4 0-27,4-3 2,3 1 8,-1 0-12,1 1 30,-3-2-30,6 0 0,-7 2 2,4-1-2,-7-1-22,1 2-10,-4 0-7,-2 0-54,-1 0 10,-6 1-30,0-1-39,-3 1-48,0-1-92,0 1-107,0-1-132,0-3-150,-6 1 335,-7-3 253</inkml:trace>
        </inkml:traceGroup>
        <inkml:traceGroup>
          <inkml:annotationXML>
            <emma:emma xmlns:emma="http://www.w3.org/2003/04/emma" version="1.0">
              <emma:interpretation id="{C74DB147-B6D8-4AAC-86B7-0F1D531EEB48}" emma:medium="tactile" emma:mode="ink">
                <msink:context xmlns:msink="http://schemas.microsoft.com/ink/2010/main" type="inkWord" rotatedBoundingBox="4240,10353 5855,10366 5848,11126 4234,11113"/>
              </emma:interpretation>
              <emma:one-of disjunction-type="recognition" id="oneOf7">
                <emma:interpretation id="interp35" emma:lang="en-US" emma:confidence="0">
                  <emma:literal>Gen:</emma:literal>
                </emma:interpretation>
                <emma:interpretation id="interp36" emma:lang="en-US" emma:confidence="0">
                  <emma:literal>Gen.</emma:literal>
                </emma:interpretation>
                <emma:interpretation id="interp37" emma:lang="en-US" emma:confidence="0">
                  <emma:literal>Gin:</emma:literal>
                </emma:interpretation>
                <emma:interpretation id="interp38" emma:lang="en-US" emma:confidence="0">
                  <emma:literal>Gen</emma:literal>
                </emma:interpretation>
                <emma:interpretation id="interp39" emma:lang="en-US" emma:confidence="0">
                  <emma:literal>Geon:</emma:literal>
                </emma:interpretation>
              </emma:one-of>
            </emma:emma>
          </inkml:annotationXML>
          <inkml:trace contextRef="#ctx0" brushRef="#br0" timeOffset="20460">2008 45 199,'0'0'134,"0"0"-66,0 0-32,0 0 609,0 0-212,0 0-241,0 0-97,0 0-18,0 0 79,0 0 3,0 0-107,0-24 32,0 22 20,0 1 2,-3-1-9,-3-1-45,6 0-23,-3 1 77,0-1-45,0 0-16,-4 2 35,7 0-80,-3-1 3,0 1 39,0 0-16,-3 0-26,0 0 0,-1 1-13,-2 0 11,-3 0 0,2 0-18,-5 0 1,-4 0 0,1 4 6,-7 1-9,6 2 9,-2 3-3,-4 0 14,0 3-14,0 2 0,0 1 12,4 2-21,-4 1 25,6 2-20,-2 0 18,2 1 2,3 1 0,4-2 0,0 0 0,2-1 0,1-1 10,3-1-8,3 0 15,-3-2-16,6-1 0,0-1 15,0-1-16,0 0 0,0-1 0,6 1 16,3 0-16,-3-1-12,7-1 9,-1 0 3,0-3 3,4-2-2,3 1-1,-1-4-22,4 0 21,0-1-18,2-2-42,1 0 16,0 0-26,3 0-13,-3-3-48,-4-3-1,4 0-26,-3 0-81,-7 0-13,1 0-37,-1 0-26,-5 0-36,-4 1 111,0-1 29,0 1 43,-3 1 60</inkml:trace>
          <inkml:trace contextRef="#ctx0" brushRef="#br0" timeOffset="21740">1887 381 314,'0'0'72,"0"0"9,0 0 503,0 0-57,0 0-195,0 0-73,0 0-71,0 0-36,0 0-10,0-2-19,0 2-37,0 0-18,0 0-10,0 0-10,3 0-3,0 0-4,4-1-25,-1-1-16,3-1-25,7 0-1,-1 1 4,4-2 19,6 1 0,-4 0-10,1 0-15,0-1 2,2 0-6,-2 1-13,3 0-3,-3-1 19,-4 2-32,1-1-7,-4 1-9,-5-1 9,2 1 16,-3-1-29,-2 1-3,-1 1-10,-6 0 17,0 1 31,3 0 27,-3 0 16,0 0 3,0 0 2,0-1 33,0 1 4,0 0 3,0-1 4,0 1 2,0-1-6,0 1 20,0 0 28,-3 0 7,3 0-19,-3 0-24,3 0-12,-3 0-16,3 0-26,0 0 0,0 0-3,0 0-13,0 0-4,0 2 17,-4 1-16,-2 0 6,6 3 12,-6 0 0,3 1 1,-3 2 1,3 1 0,-4-1-1,7 1 0,-3 0 0,3-2-24,0 2 24,0-1 3,0-1 17,0 0-20,0-1 2,7-2-2,-1 1-15,3-3 0,0 1 15,4-2 26,-1-1-26,4 0 0,2-1 3,-2 0 28,5 0-31,-2-1-24,-3-3 22,2-2-8,-2-1-3,-1 0 0,-2 0-10,2 0 22,-6-1 0,-2 0-9,2 1 10,-6 0 39,0 0-16,-3 0-23,0 0-17,0 1-31,-6-1 31,0 0 17,-4 0 0,1 3-19,-6-2-1,-1 3-28,-2 1 19,-1 0-4,3 1 33,-2 1 20,5 0-1,-2 0-3,2 4 13,-2 0-3,-1 3 3,4 2-6,-3 2 28,2 0-25,1 3 16,2-1-42,1 1 0,0-2-12,6 2 12,-3-3 0,6 1 0,-4-1 3,4 0-1,0-1-1,0 1-1,0-1 35,0 0-33,4-1 0,5 1-2,-3-2-9,0-1 8,4 0 2,-1 0-2,3 0 1,1-1 0,-1-1 0,4-2 22,2 0-22,1-2-19,2-1 6,-2 0-19,3 0-42,0 0-4,-4 0-9,4-3-20,-4-1-35,4-2-43,-6 0-35,-1 0-73,-2-2-81,-4-4-118,-3 0-1</inkml:trace>
          <inkml:trace contextRef="#ctx0" brushRef="#br0" timeOffset="20790">1959 397 79,'0'0'134,"0"0"13,0 0 286,0 0-94,0 0-13,0 0-33,0 0-66,0 0-6,0 0-24,0 0-19,-4-18-33,4 18-23,0 0-16,0 0-13,0 0-16,0 0-23,0 0-22,0 1-29,0 1 1,0 0-4,0 1 0,0 0-13,0 3 13,0-2-1,0 4 1,0 0 3,0 1 12,0 2-14,0 1-1,4 0 1,-4 2 1,3 0-1,0 3 2,3-1 1,-3 2 12,0-1-16,0 1 1,0-3 10,0 2-11,1-1-2,-1-3 1,0 2 0,0-1 0,-3-2-34,3 1 3,0-2 6,0-1-15,-3-1-17,0 0-19,0-3 7,0 0-33,0-2-7,0-1-15,0 0-37,0-2-74,0 0-21,0 1-25,-9-2-21,6 0-130,-3 0-37,-1-8 46</inkml:trace>
          <inkml:trace contextRef="#ctx0" brushRef="#br0" timeOffset="22420">2529 314 192,'0'0'212,"0"0"-130,0 0 573,0 0-216,0 0-162,0 0-63,0 0-52,0 0-20,0 0 1,0 0-30,-6 0-33,6 0-19,0 0-3,0 0-13,0 1-16,0 1-19,0 0-10,0 2-26,0 1 26,0 2 0,3 4 36,0 1-17,-3 1-3,3 2-14,0 0 27,0 1-26,0-1 12,1 1-15,-4-3 0,3 1 0,0-1 10,0 0-8,-3 0-2,3-1 3,-3 2 10,0-3-13,0-1-1,3 0-35,-3-1 17,3-2-3,-3-2 19,0-3-29,3 0 3,-3-2 13,0 0 13,0 0 3,0 0 0,0 0 4,0 0 34,0 0 10,0-4 0,0-3-48,0-3-9,3-2 9,0-1-25,-3-3 24,4 0-11,2-1 9,-6 0 1,6-3-75,-3 0 64,3 1-29,-3-1-25,4 2 12,-4 1 54,6 2 1,-3 3-13,3 3-6,-2 1 19,2 2 53,0 1-20,-3 0-30,1 2-1,2 1 17,-3 0-19,7 0-1,-4 2-2,0 0 0,4 0-13,-4 0 16,3 4 25,-6 1 8,7 3 15,-1 0-16,-2 2-10,-1 1-19,0 1-3,4 0 0,-4 2 2,0-1 0,-3 1 20,1 0-21,-1 3 12,0-2-10,0 1-3,-3-1 0,4-2-1,-4-1-15,0-1 14,0-1-17,-3-1-16,0-2-10,0 0-4,0-2-18,0-1-23,0 0 31,0-1-21,0-2-40,0-1-77,0 0-63,0 0-71,0 0-60,0-3-78,3-7 61,6-3 80</inkml:trace>
          <inkml:trace contextRef="#ctx0" brushRef="#br0" timeOffset="22980">3093 584 114,'0'0'160,"0"0"-66,0 0-35,0 0 29,0 0 711,0 0-373,0 0-179,0 0-33,0 0-23,0 0 9,3 19-13,1-19-23,-1 0-42,0-1-36,0-3-32,0 0-54,-3-1-19,3 0 18,-3-2-69,3 1-71,-3 1-42,0-1-91,0 0-147,-3-1-382,-6 0-490,3 70 1293</inkml:trace>
          <inkml:trace contextRef="#ctx0" brushRef="#br0" timeOffset="22740">3131 234 405,'0'0'20,"0"0"495,0 0 266,0 0-362,0 0-124,0 0-50,0 0-29,0 0-17,0 0-33,0 0-42,6 4-32,-6-2-19,0-2-6,0 0-17,0 0-5,3 0-11,-3 0-13,0 0-21,3 0-31,-3 0-7,0 0-6,0 0-26,0 0-41,0 0-64,0 0-61,0 0-95,0 0-183,0 7 56,0 1 32,0 2-128,0 1-20,-3-47 369</inkml:trace>
        </inkml:traceGroup>
      </inkml:traceGroup>
    </inkml:traceGroup>
    <inkml:traceGroup>
      <inkml:annotationXML>
        <emma:emma xmlns:emma="http://www.w3.org/2003/04/emma" version="1.0">
          <emma:interpretation id="{978AF330-E79B-496E-AA3A-7009A7677218}" emma:medium="tactile" emma:mode="ink">
            <msink:context xmlns:msink="http://schemas.microsoft.com/ink/2010/main" type="paragraph" rotatedBoundingBox="4520,12060 16758,11921 16767,12769 4530,1290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3EA1F45B-6B67-437A-A2F4-AC0726BD1BAC}" emma:medium="tactile" emma:mode="ink">
              <msink:context xmlns:msink="http://schemas.microsoft.com/ink/2010/main" type="line" rotatedBoundingBox="4520,12060 16758,11921 16767,12769 4530,12908"/>
            </emma:interpretation>
          </emma:emma>
        </inkml:annotationXML>
        <inkml:traceGroup>
          <inkml:annotationXML>
            <emma:emma xmlns:emma="http://www.w3.org/2003/04/emma" version="1.0">
              <emma:interpretation id="{8929CB9B-898E-46DA-B4A4-A59B391A3492}" emma:medium="tactile" emma:mode="ink">
                <msink:context xmlns:msink="http://schemas.microsoft.com/ink/2010/main" type="inkWord" rotatedBoundingBox="4522,12268 6104,12250 6111,12856 4529,12874"/>
              </emma:interpretation>
              <emma:one-of disjunction-type="recognition" id="oneOf8">
                <emma:interpretation id="interp40" emma:lang="en-US" emma:confidence="0">
                  <emma:literal>Trait:</emma:literal>
                </emma:interpretation>
                <emma:interpretation id="interp41" emma:lang="en-US" emma:confidence="0">
                  <emma:literal>trait:</emma:literal>
                </emma:interpretation>
                <emma:interpretation id="interp42" emma:lang="en-US" emma:confidence="0">
                  <emma:literal>Trait!</emma:literal>
                </emma:interpretation>
                <emma:interpretation id="interp43" emma:lang="en-US" emma:confidence="0">
                  <emma:literal>trait!</emma:literal>
                </emma:interpretation>
                <emma:interpretation id="interp44" emma:lang="en-US" emma:confidence="0">
                  <emma:literal>Trait.</emma:literal>
                </emma:interpretation>
              </emma:one-of>
            </emma:emma>
          </inkml:annotationXML>
          <inkml:trace contextRef="#ctx0" brushRef="#br0" timeOffset="-5156.74">1831 1918 47,'0'0'156,"0"0"-71,0 0-56,0 0-9,0 0-4,0 0 7,0 0 3,0 0 0,0 0 114,0 0 164,0 0-135,0 0-61,0 0 9,0 0 10,-15-3-4,15 2-5,0 0-34,0 1-19,0 0 10,-3-1 9,3 0-9,0 0-30,0 1-3,0-3-6,0 2 23,0 1 12,0 0 0,0 0-13,0 0-3,0 0-6,0 0-4,0-1-10,0 1-6,0 0-9,0 0-7,0 0 0,0 0 6,0 0 7,0 0-4,0 0-22,3 0-9,0 0-30,0 0 3,-3 0-2,6 0-14,0 0 52,7 0 0,-4 0 1,7 0 17,2 0-15,-2 0-3,2 0 0,-2 0 9,3 0 14,-4 0-4,4 0-19,-1 0-9,-2 0-24,-1 0 31,-5 0-24,-1 0-6,3 0-29,-6 0 6,-2 0 0,2 0-4,-3 0-18,0 0-24,0 0-35,0 0-75,-3 0-72,0 0-56,0 0-61,0 0 67,0 0 20</inkml:trace>
          <inkml:trace contextRef="#ctx0" brushRef="#br0" timeOffset="-4706.74">1915 1906 26,'0'0'176,"0"0"-71,0 0-44,0 0 1,0 0-6,0 0 531,0 0-249,0 0-201,0 0-72,0 0 7,0 0 38,3 13 39,-3-12-38,3 0-63,-3-1-31,0 2-17,0-1-1,3 3-2,-3 1 1,7 1 2,-7 3 42,3 1-39,3 2 32,-6 3 11,6-1-37,-3 1 4,0 2-6,4-1 55,-4 1-60,0-1-2,0-1 0,3 1 0,-3-1-3,3-2 3,-6-1 0,7 1 14,-4-2-14,0 0 14,0-1-12,-3 1-4,0-2 5,6-2 14,-6 0-17,3 0-17,-3-3-63,0 1 44,0 0-6,0 0-17,0-2-86,0 2-24,0-1 71,0-1-110,0 1 91,0-1-20,-3-1-48,0-1-79,0-1-49,-3 0-56</inkml:trace>
          <inkml:trace contextRef="#ctx0" brushRef="#br0" timeOffset="-4136.74">2048 2159 159,'0'0'143,"0"0"-45,0 0-26,0 0 560,0 0-186,0 0-215,0 0-78,0 0-53,0 0-38,41 3 12,-38 0-22,0 0-13,3 0-37,-3 2 2,7 0 18,-4 1-20,3 1 24,-3 1-3,4-1-20,-1 1-1,-3-1 44,3 1-14,-2 3-7,-1-1-24,-3 0-2,0 0-15,0 0 12,0-1-41,-3 2 16,0-1-16,0 2 12,0-2 11,0 0-8,-3-2 30,-3-1 27,3-1-23,0-2 28,0-1-6,-1-2-10,4 0 10,-3-1 10,3 0 12,0 0 20,0 0 9,-3 0 1,3-1-7,-3-4-65,3-4-6,-3 0 0,3-3 0,0-1 0,0-1-58,0 0 58,0-1-1,6 0-2,0 1-10,1 0-26,-1 3 39,6-1 0,1-1-15,-4 3-46,0-1 58,4 3-17,-1-1-2,-3 2 21,1 2-12,-4 0-2,0 3 14,0 0-14,-3 2-37,0 0-10,1 0-25,-1 0-46,0 0-62,3 0-13,-3 0-228,0 2-42,0 0-8,0-2 164</inkml:trace>
          <inkml:trace contextRef="#ctx0" brushRef="#br0" timeOffset="-3086.73">2541 2299 260,'0'0'104,"0"0"-48,0 0-17,0 0 329,0 0 183,0 0-223,0 0-282,0 0 6,0 0 110,0 0-97,-3-26 23,-3 21-7,3 1 6,-3-1 7,3 2-93,-3-2-1,-1 2 132,1 0-67,3 2 13,0 0-59,0-1-17,0 2-2,0 0 0,0 0-15,-1 0-21,4 0-22,-6 0-16,3 3 16,-6 1 29,0 3 9,2 2-35,-2-1-3,0 2 58,3 0 29,-1 2-29,-2 0 7,3-1-8,3 1 1,-3-2 0,6 1 32,-4-1-32,1-1-13,0-2 13,3 1 0,0-1 1,0 0 7,0-1-8,3 0-2,4 0-53,-1-2 18,3 1 37,0-1 32,-2-1-29,2-2 20,0 0 3,4-1 10,-1 0 28,0 0-44,1-2 12,-1-4-22,1-1-7,-1-1-3,0-2 29,-2 0-3,-1-1-13,-3 0-4,-3-2 14,3 1-10,-6 1-13,0-1 0,0 1-10,0 1-1,0 1 11,0 1 2,0 4 0,0 0 0,0 2 11,0 1 38,-3 1-27,3 0-24,0 0-16,0 0 14,0 0-14,0 0-10,0 0-23,0 0-12,0 0-7,0 1 23,0 1 3,0 4 5,0 1 37,0 0 16,0 1-3,0 3 4,3-2-8,-3 1-6,4 0-3,-1-2 13,0 2-13,3-1 0,-3-1 3,3 0 16,0-1-6,1 0-13,2 0 0,0-3-1,4 1-1,-4-2 2,0 1 6,7-3 7,-7-1 26,3 0-4,1 0-35,-1 0 1,1-6 23,-4-1-22,0 0 11,1-3 10,-4 0 19,3-2-30,-3 0-12,-3-2 0,0 1-1,1-1-25,-4 1 24,0 0-24,0 1-7,0-1 21,0 2 12,-7 2 3,4 1 19,-3 2 7,3 2 4,0 1 38,0 3 3,3-1-10,0 0-12,-3 1-11,3 0-12,0 0-29,-3 0 0,3 0-25,0 0-8,0 0 1,0 0-22,0 2-11,0 2 4,0 1 9,0 2 52,0 1 0,0 2 3,0-1 13,0 2-3,0-1-13,0 1-1,0-1-2,0 1 3,0 0 0,0 0 12,0-1 8,0 0-20,0-1-42,3-2-55,0 0-23,3-2-25,-3 0 48,3 0-134,0-2 72,-2-1 6,5 0-94,-3-2-147,-3 0-72,3-3-4</inkml:trace>
          <inkml:trace contextRef="#ctx0" brushRef="#br0" timeOffset="-2816.73">2814 1968 313,'0'0'3,"0"0"656,0 0-122,0 0-312,0 0 31,0 0 13,0 0-55,0 0-56,0 0-36,0 0-15,-21-37-50,21 37-53,0 0-4,0 0-32,0 0-30,0 0-50,0 0-72,0 0-52,0 0-72,0 0-121,0 4-105,0 1 107,0 1 62,3-1 130,-6-25 235</inkml:trace>
          <inkml:trace contextRef="#ctx0" brushRef="#br0" timeOffset="-2306.74">2814 1968 163,'121'-22'248,"-121"21"391,0 0-60,0 0-260,0 1-73,0 0-9,0 0-37,0 0-39,0 0-33,0 0-44,0 0-43,0 0-15,0 0-10,3 0-16,-3 0-16,0 0-13,0 1-9,0 1-7,0 3 6,0 1 17,3 2 22,-3 3 16,0 2 0,0 3 29,0 4-43,0 1 17,0 1 17,0 2-6,0 0-30,0 1-23,-3 1 23,0 0 13,0-1-13,0 1-8,3-3 8,0 2 26,0-2-26,0-2-2,0 0-1,0-2-10,0-1 13,0-2 0,3-1-14,0-3-34,0-1 46,4-2-18,-4 0 1,3-2 0,-3 0-33,3-3 51,-3 1 1,0-1-58,0-1 29,1-2-10,-1 0 7,3-1-4,-3 0 36,3 0 26,0 0-26,1 0-2,2 0-46,0-2-27,4-4-50,-4-1-37,3-1-88,1 0-75,-7-2-107,0 0-165,0-2-42,-111 75 585</inkml:trace>
          <inkml:trace contextRef="#ctx0" brushRef="#br0" timeOffset="-2036.74">2861 2265 385,'0'0'1,"0"0"53,0 0 15,0 0 573,0 0-160,0 0-190,0 0-153,0 0-93,0 0-27,0 0 20,28 3 23,-13-3-43,1-2-3,-1 0 12,4 0-28,-4-2-16,4 1-35,-4-1-95,1 1-117,-1 0 81,-2-1-264,-1 0-89,-2-3-42</inkml:trace>
          <inkml:trace contextRef="#ctx0" brushRef="#br0" timeOffset="-1386.73">3338 2409 153,'0'0'163,"0"0"-101,0 0 7,0 0 244,0 0 355,0 0-356,0 0-130,0 0-23,0 0-23,0 0 19,13 21 39,-13-21-52,0 0-52,0 0-29,0 0-22,0-1-39,3-1-6,-3-2-33,0 0-71,0 0-80,0-1-62,0-1-221,0 0-312,-9-3-257,15 50 1041</inkml:trace>
          <inkml:trace contextRef="#ctx0" brushRef="#br0" timeOffset="-1656.74">3385 2090 333,'0'0'3,"0"0"118,0 0 524,0 0-79,0 0-179,0 0-92,0 0-82,0 0-55,0 0-23,0 0-19,9 0-33,-9 0-12,0-3-36,0 3 3,0-2-9,0 1-29,3-1 0,-3 1-3,0 1-23,0 0-25,0 0-58,0 0-51,0 0-53,0 0-90,0 0-119,0 1-186,0 4-50,-3 0 244,0 0 153,6-18 261</inkml:trace>
        </inkml:traceGroup>
        <inkml:traceGroup>
          <inkml:annotationXML>
            <emma:emma xmlns:emma="http://www.w3.org/2003/04/emma" version="1.0">
              <emma:interpretation id="{4C2E9914-E638-446D-8636-838E7B03D4A6}" emma:medium="tactile" emma:mode="ink">
                <msink:context xmlns:msink="http://schemas.microsoft.com/ink/2010/main" type="inkWord" rotatedBoundingBox="6953,12180 8582,12162 8590,12797 6960,12816"/>
              </emma:interpretation>
              <emma:one-of disjunction-type="recognition" id="oneOf9">
                <emma:interpretation id="interp45" emma:lang="en-US" emma:confidence="1">
                  <emma:literal>Round</emma:literal>
                </emma:interpretation>
                <emma:interpretation id="interp46" emma:lang="en-US" emma:confidence="0">
                  <emma:literal>Rosend</emma:literal>
                </emma:interpretation>
                <emma:interpretation id="interp47" emma:lang="en-US" emma:confidence="0">
                  <emma:literal>Rowed</emma:literal>
                </emma:interpretation>
                <emma:interpretation id="interp48" emma:lang="en-US" emma:confidence="0">
                  <emma:literal>Rowd</emma:literal>
                </emma:interpretation>
                <emma:interpretation id="interp49" emma:lang="en-US" emma:confidence="0">
                  <emma:literal>Rorind</emma:literal>
                </emma:interpretation>
              </emma:one-of>
            </emma:emma>
          </inkml:annotationXML>
          <inkml:trace contextRef="#ctx0" brushRef="#br0" timeOffset="1653.27">4312 2054 107,'0'0'140,"0"0"-65,0 0-52,0 0-20,0 0 16,0 0 7,0 0-3,0 0 0,0 0-3,0 0 257,0 0 0,0 0-114,3-3-59,-3 2-23,0 0-3,0 0 10,3 0-10,-3 0-13,0 0 0,0-1 17,0 1 5,0 0-5,0 0-8,0 1-9,0-2-20,3 1 14,-3 0 9,0-2 0,0 3 16,0-2-13,0-1-29,0 1-7,0 1-9,0 0 35,0 1 1,0 0-17,0 0-13,0 0-13,0 0 4,0 0-7,0 0-14,0 0-2,0 0-2,0 0 0,0 0-14,0 0-4,0 0 1,0 0-7,0 2-6,0 0-10,0 0-13,0 1 4,0 2-1,0 0 18,0 3 34,0 1 1,0 4 1,0-3-2,0 1 0,0 3 3,3-2-3,-3 1 0,0 1-3,0 1-23,0-1 20,0 0-7,0 1 9,0 1-15,0 0 0,0-3-33,0 0 52,0-1-1,0-1-2,0 1-43,-3-3 24,3 1 2,-3-1 7,0-2 0,0-1-3,3 0 14,0-2-14,-3 0 3,3 0 13,-3-1 16,3-1-16,0-1-29,0-1 26,-3 0-12,3 0 15,0 0 26,0 0 9,0 0 10,0 0 7,0 0 13,-3 0 9,-1-2-38,4-4-36,-3-1 28,0-2-28,0-1-2,0-1 1,0-2-1,0-1-1,0 0 2,0-1-15,3 0 14,-3-2-14,-1 1-7,1-2 20,3-2-4,0 1-6,0-1 13,0 0-41,0 0 38,0 0-13,0 0 16,3 0 23,1-1-23,-1 1 19,3 1-19,-3 1 39,3 2-39,-3 2 45,3 0-16,1 2 49,-1 1-65,0 1-7,0-2-6,0 3 3,4 1 39,-4 1-40,0 1-2,0 0 2,4 2-2,-4 0-1,0 0 0,3 3-31,-2-1 13,-1-1-7,3 3 10,-3 0-10,0 0-13,1 0-25,-1 0 6,0 0 32,0 5 9,0 2-28,1 2 45,-1 2 7,-3 0-7,0 0-11,0 3-18,-3 2 9,0 0-6,0 1-25,-3 0 2,-6 0 49,-4 0 6,4-1-6,-3 0-9,-1-1-8,-2 0 17,-1-2 26,1-2-26,-1 0 0,1-3-61,-1-2 61,1 0 1,2-3 0,1 1 1,3-2-2,-1 1-18,4-2 17,3 1 1,0-2 0,0 0 19,3 0 1,0 0 12,0 0-3,0 0-3,0 0-3,0 0-4,0 0 4,0 0-20,0 0 29,0 0 11,6 0-1,-6 0-42,3 0-14,-3 0-9,3 1-22,0 2-27,4-1 41,-1 4 31,0-2 39,3 3-39,4 1 3,-4 0-1,0 2 18,7 1 6,-4 2-24,4-2 1,-4 1-3,0 1 0,4-1 0,-4 1 26,4 1-24,-7-2 15,4 2-17,-4-2-19,0 1-33,0-2 17,1 1-53,-4-2-87,3 0 68,-3-1-182,1-1-30,-1-2-33,-3-2-36,0-3-20</inkml:trace>
          <inkml:trace contextRef="#ctx0" brushRef="#br0" timeOffset="5563.27">4690 2214 48,'0'0'202,"0"0"-127,0 0-46,0 0 7,0 0 3,0 0 0,0 0 548,0 0-238,0 0-193,0 0-59,3-2-61,-3 0 65,0 0 0,0-1-53,0 2 46,0 0 1,0 1-24,0-2-6,0 0-10,-3 1-4,0-1-31,0 1 15,0 1 14,0 0-17,0 0-22,0 0-10,3 0-42,-3 0 23,-1 0-4,1 0-29,0 0 23,-6 3-16,3 1 9,-4 1-9,1-1 45,0 3-1,3 0-3,-4 0 4,1 2 19,3 0-19,-4 0-1,7 0-25,-3-1 3,6 1 11,-3-2 11,0 2 1,3 1-13,0-1 13,0 1 13,0-1-13,0-2-2,6 1-40,-6-1 0,9 1-17,-2-2 57,-1 1-53,0-1 6,3 0-35,-2-2 42,5 0 29,0 0 9,-2-2-5,5-2 9,-5 0 0,2 0-26,3 0-9,-2-1 34,2-4-1,-2 1-15,-1-1 16,1 0-15,-7-1 16,3-1-1,0-1-5,-6 1 6,4 0 0,-7-2 0,3-1-13,-3 1-10,0-3 20,0 3-10,0-1-10,-3 1 23,3 0 2,-10-1 1,4 2 43,3 0-33,-6 1-11,3 0 0,-1 1 27,1 1 36,0 1 26,0 0-78,-4 1-13,7 0 20,-3 1-20,6 1 0,-6-2-1,3 2 1,0 0-26,0 1-20,-4 0 17,4 0 6,-3-1 21,6 1-1,-3 0-10,3 0 13,0 0 2,0 0 0,0-1-2,0 1-13,0 0-3,0 0-4,0 0-2,0 0 2,0 0 20,0 0 0,0 0 26,3 0-26,3 0-38,-6 0 32,7 0 6,2 0 42,0 0 26,0 0-13,4 0-22,-4 0-30,4 0 26,-7-2-12,3 1-14,3-1 16,1 1-2,-1 0-4,1-1-10,-4 1-3,0-1 0,1 0 22,-4 1-21,0 0 43,-3 0 8,0 0-13,0 1-23,0 0 0,-3 0 0,0 0 4,0-1-17,0 1-3,0 0-3,0 0-20,0 0-6,0 0 0,0 0 28,0 0 1,0 3 3,3 2 46,-3 1-1,0 0-6,4 0-6,-1 0-10,-3 1 16,0 1-26,0 0 10,0 0-13,0 1-10,0-1-3,3 1 0,-3-2 1,3 1 3,-3 1-2,0-1-2,0 0-24,0 0 24,3-1 2,0-1 0,0 0-1,-3 0 0,3-2-1,0 1 0,0-2-35,4 0-23,-1 1 56,0-1 2,0-2 13,0 2 29,4-1-29,-4-2 36,-3 0-48,6 0 15,-2 0 4,-1 0 22,0-2-41,3-3 21,-3-1 11,1 0-20,2-2-11,-9-1-2,9-2 26,-6-2 7,0 0-33,1-1 0,-4 1 15,3-1-15,-3 0-35,0 0 35,0 2 32,0 1-31,0 0 40,0 4-41,0-1 1,0 2 33,0 0-34,0 4 26,0-1-24,0 1-2,-3 2 32,3 0 0,0 0-9,0 0-7,0 0-13,0 0-3,0 0-2,0 0-24,0 0-3,0 0-25,0 1 2,0 1 4,0 1 6,0 1 29,0 2 13,0 3 13,0 0 0,0 2-11,6-1 21,-6 0-23,3 0-15,3 1 15,-3-1 0,0 3 0,3-2 0,1 0 20,-1 0-8,0-2-12,0 0-4,4 0-2,-1-1 4,0-1 2,4 1-33,-4-2-8,3-1 41,-2-1-20,2-2-9,0-1 13,-2-1-16,-1 0-1,0 0-9,1 0 16,-1-3-25,-3-3 5,3-1-9,-5-2 36,-1 1-72,3-3 26,-6 1-45,3-1 45,-3 1-46,3-2-6,-3 2 81,0-1-45,0 0 55,0 1 3,0-2-155,-3 3 178,0-2 36,0 3 16,0-1-22,3 2 129,-3 3-113,3-1 93,-4 3 30,4 0 13,0 1-52,0 1-49,0 0 3,-3 0 3,3 0-13,0 0-9,0 0-17,0-1-9,0 1-16,0 0-23,0 0 0,0 0-20,0 0-18,0 0-8,0 1-5,0 2 2,0 3 7,0 1 42,0 2 29,0 1 4,0-1-33,0 3 2,0-3 14,0 2-14,-3 1-1,3-2 2,0 1-3,0 0 3,0 0 0,0-2 0,0 0 13,0-1-14,0-2-2,0-2 1,0 0-1,0-2 12,0-2-12,0 1-13,0-1 10,0 0 2,0 0 1,0 0 1,0 0 12,0 0 26,0 0 22,0 0 13,3-1-6,0-5-14,4-1-54,-1-2 0,0-3-1,3-1 0,1-1 0,2 1-20,-3 0 17,1 1-28,2 2 32,-3 0-1,1 2-26,-1 1-11,0 3 22,1-1 3,-4 3 0,-3 0-32,3 1 22,-3 1 7,3 0 3,-6 0 11,3 0-21,1 0-12,-1 1-4,0 2 30,0-1 9,3 4 38,0 0-18,0-1 18,-2 3-5,-1 0 5,6 2-7,-6 1-31,0-1 0,0 0 2,0 1-2,0-1-36,-3 0 20,4 0-16,-1 1-13,-3-2-4,0 0-64,3 0 45,-3-1-10,3-1-77,-3-2-53,6 0-68,-6 0 0,6-2-190,0-2 0,-2-1 34</inkml:trace>
          <inkml:trace contextRef="#ctx0" brushRef="#br0" timeOffset="6373.27">5859 2282 203,'0'0'137,"0"0"-72,0 0-12,0 0 550,0 0-40,0 0-300,0 0-117,0 0-10,0 0 49,0 0 6,19-26-56,-19 20-48,-6 0-35,-1 0 6,1 0 22,0 1-77,0-2 16,-7 1 52,7 1-52,-3-1-19,0-1-11,-1 2 11,4 0 64,-3 2-60,-1 1-4,1-2-42,-3 3-29,-4 0 43,1 1 8,2 0 18,1 0-17,-4 0 6,4 1 11,-3 3-1,-1 0-23,4 3 10,-1 0 14,1 0 1,-1 2-12,4 0 0,0-1-3,6 0 16,-4 1-13,4-1 0,0 0 4,3 0-4,0 0 13,0 1-49,0-1 27,0-1-1,6 0-22,4 1 44,-4-1-34,6-2 15,-2 1 20,5-3-19,1 0 19,2-2-39,1-1-6,3 0 6,-4 0-25,1-1-4,-1-5 38,1-1-73,-3-2 57,-1 0 17,-3-2 29,4-1 3,-4-2 43,-5-2-23,2 1-23,-6-3 2,0 0-1,0-1 20,-3-2-1,0 0-4,0-2-16,0 1-39,-3-1 39,-3 0 55,0 0-16,-4 2-39,4 1 23,-3 0 58,3 2-43,-1 1 46,1 2-22,0 3 6,3 0 44,-3 4-15,3 2-75,0 1 78,-1 2-30,1 3-2,3-1-11,0 1-6,0 0-6,0 0 6,0 0-16,0 0-13,0 0-22,0 0-1,0 0-31,0 0-6,0 0-13,0 1-13,0 3-3,0 4 29,-3 2 38,3 3-10,-3 3 10,3 2 0,0 2 0,0 2-7,0 2 7,0 2 16,0 1-15,6 1-1,-6-1 19,7 0-19,-4 0-19,3-1-13,-3-1 31,3 0-25,-3-2-6,3-2-36,-2 1-28,-1-3-26,0 0-7,-3-2-23,6-1-71,-3-1-11,-3-2-91,3-2-108,3-5-98,-3-2-29</inkml:trace>
        </inkml:traceGroup>
        <inkml:traceGroup>
          <inkml:annotationXML>
            <emma:emma xmlns:emma="http://www.w3.org/2003/04/emma" version="1.0">
              <emma:interpretation id="{A5952AD9-26AB-4C42-A822-5ABD257F20EE}" emma:medium="tactile" emma:mode="ink">
                <msink:context xmlns:msink="http://schemas.microsoft.com/ink/2010/main" type="inkWord" rotatedBoundingBox="9573,12215 11219,12196 11226,12832 9580,12850"/>
              </emma:interpretation>
              <emma:one-of disjunction-type="recognition" id="oneOf10">
                <emma:interpretation id="interp50" emma:lang="en-US" emma:confidence="1">
                  <emma:literal>Round</emma:literal>
                </emma:interpretation>
                <emma:interpretation id="interp51" emma:lang="en-US" emma:confidence="0">
                  <emma:literal>Rosend</emma:literal>
                </emma:interpretation>
                <emma:interpretation id="interp52" emma:lang="en-US" emma:confidence="0">
                  <emma:literal>Rorend</emma:literal>
                </emma:interpretation>
                <emma:interpretation id="interp53" emma:lang="en-US" emma:confidence="0">
                  <emma:literal>Rowd</emma:literal>
                </emma:interpretation>
                <emma:interpretation id="interp54" emma:lang="en-US" emma:confidence="0">
                  <emma:literal>Rorind</emma:literal>
                </emma:interpretation>
              </emma:one-of>
            </emma:emma>
          </inkml:annotationXML>
          <inkml:trace contextRef="#ctx0" brushRef="#br0" timeOffset="9963.26">6938 1988 232,'0'0'140,"0"0"-140,0 0 13,0 0 6,0 0 1,0 0 296,0 0 75,0 0-205,0 0-95,0 0-6,0 0 32,0 0 13,0-2-16,0 2-43,0 0-26,0 0-12,0 0-1,0 0-6,0 0 0,0 0-6,0 0-4,0 0-13,0 0 10,0 0-11,0 1 1,0 0 1,0 2-2,0-2 1,0 2-2,0 0 12,0 0-12,0 1 48,0 2 19,0 1-49,0 0 14,0 1-4,0 1 10,0 2-1,0-1-34,0 1 41,0 0-10,0 1-18,0 1-17,0-2 2,0 3 7,0 0-8,3 0-1,0 1 3,-3 1 22,4 0-25,-4-1 13,0 0-13,6 1-1,-3-1 1,-3 2 3,0-2 14,3 0-17,0-2 2,-3 1-2,0-2 13,0-2-12,0 0 11,3-2-12,-3-2-17,0-1-8,3-2 8,-3-2-28,0 0 7,0-1 12,0 0-3,0 0 13,0 0 16,0 0 1,0 0 18,0 0 29,0 0-28,0-5-20,-6-3-3,3-1-68,0-3 58,-6 0 12,2-1-32,1-2-15,-3 0 9,-1 0-20,4-3 56,-3 1-58,0-1-1,2 1 59,-2-1-33,3-1 34,3 0-11,3 1-10,0 0 22,0 1 0,0 0-18,0 1 19,0-1 66,3 1-66,6 0 0,1 0 32,-1 1-12,0 2-20,4-1-3,-1 3 3,0 0-1,1 1 0,2 1-12,1-1 0,-4 2 12,4 0-31,2 1 32,1 4-1,-4-2-14,1 3 11,-1 1-9,-2 0-3,-1 1-3,-6 0-4,1 0-19,-1 4-4,-3 1 46,0 1 13,0 1-12,0 2-2,0 0-33,-3 3 8,0 2 25,0 0 1,-3 0 6,-3 2-6,-3 0-32,-1-1 32,-5 0 14,3 0-14,-1-3-10,-2 0-23,-4 0-2,4-3-43,-4 0 48,3-2 1,1-1 3,-4-1-3,7-1 6,0-2 10,-1-1 13,4-1-16,3 0 14,-1 0-19,1 0 19,3 0 4,-3 0 19,3 0 14,3 0-5,-3-3-13,0 1-15,3 0 35,0 2-8,0-3 20,0 2 10,0 0 6,0 0-13,0 1-35,0 0-17,0 0-26,0 0 6,0 0 9,3 0 11,0 4 35,3 2 46,0 1-6,0 1-30,4 0 11,-1 1-8,3 2 1,1 0-23,-4 1-25,7 1 28,-7 0-6,6 2-21,1 2-2,-1-2 0,1 0 3,-4 1 26,4 0-29,-1-2 0,-2 1 10,2 0 3,-5-2-11,-1 1-2,-3-2-52,3 1-51,1-3 28,-7-1-42,3 0 20,-6-3-88,6 1-4,-6-4-120,3 1-69,-3-4-46,0 0 26</inkml:trace>
          <inkml:trace contextRef="#ctx0" brushRef="#br0" timeOffset="13663.27">7357 2291 154,'0'0'118,"0"0"-60,0 0-12,0 0-33,0 0 13,0 0-9,0 0 12,0 0 395,0 0-219,3-12-114,-3 9-22,0 1-14,0 0 43,0 1 12,0 0 1,0 1-27,-3 0-25,3 0-1,-3 0 1,3-2-1,-3 2 1,-1-1-17,1 1-10,3-1-32,-6 1 1,3 0-2,0 0-10,-3 0 11,0 0-12,-1 0 14,1 0-4,0 2 4,-3 3 20,2 0-5,-2 2-14,0 1 10,3 2 32,-1-1-44,1 0 1,0 1 18,0-2 0,3 1-17,-3 0 11,6 0-11,0 0-2,-4 0-1,4 1 0,0-1-9,0-1 6,0 0-10,4-2-3,-1-1-29,3 1-7,3 0 39,0 0-33,4 0 4,-1-2 39,1 1-33,2-2-29,-2-2 3,2 1 17,-3-2 32,1 0-10,5 0-39,-8 0-12,5 0-43,-5-2 84,-1-3 10,0 1-9,1 0-11,-4-2-9,0 0-16,0-1 33,-3 0 34,-3 0 2,3-2 2,-3-1 17,0 1-1,0 0 38,0 0-55,-3 0 41,-3 0-29,0 0 47,0 0-41,-1-1 19,-2 1-37,0 0 11,3 1 20,-7 0-20,1 3-10,2 0 111,1 1-111,0 1 20,3 1-23,-4 0-3,1 0 1,3 1-11,-3 1-9,2 0-1,-2 0-3,3 0 25,-3 0-12,2 1 0,1 1 11,0 0-2,3 0 1,0 0 1,0-1-24,3-1-7,0 1-2,0-1-1,0 0-10,0 0-19,0 0 19,3 0 46,0 2 27,6-1-11,0 2 3,1-1 17,-1-2 10,7 0-30,-1 0-3,1 0 0,-1 0-13,1 0 0,-1 0-39,1-1 10,-1-2 12,1 1 4,-4-1 13,-3 0 3,4 1 0,-4-1 26,0 1 10,1-1 46,-4 0-43,-3 2-6,3 1 6,-6-1-9,0 1-1,3 0 1,-3 0 2,0 0-9,0 0-3,0 0 3,0 0 7,0 0 6,0 0-25,0 1-14,0 2 0,0 2 55,0 0 20,0 1-46,0 1 13,0 0-3,0-1-4,0 2-15,0 0 6,0-1 4,0 2-28,0 0-1,0 0 19,0 1-20,0-1-19,0 0 19,3 1 4,-3 0-4,3-1 3,-3 0-3,7-1 12,-4-1-12,-3-1 0,6 0 0,0 0 0,-3-2 1,7 2 15,-1-2-3,-3 0-13,3-1-1,-2 0-1,2-2 1,0 0-29,0 0 30,4-1 0,-1 0-17,1 0 15,-1-3-27,4-1 26,-4-1-30,0 0 14,-2-1 19,-1 0-1,0-1 10,1-1-9,-7-2 20,0-1 12,3 0-32,-3 0-3,-3-1 3,0 1 3,0-1-2,0 0 1,0-1 9,-3 0-11,-3 0 16,0 1-3,2 2-13,-2 0-22,0 2 22,3 0 2,0 3-2,0 0 0,0 2 30,3 2-4,-3 0 10,3-1 12,0 2-6,-4 0-19,4 0-23,0 0-1,0 0-25,0 0-3,0 0-7,0 2-3,0 1 36,0 2 3,0 2 1,0-1 2,0 1-3,0 1 0,0 2 0,0-1 21,0 1-18,0 1-1,4 0-1,-1 1 2,-3-1-3,3 0 0,3-1 10,-3 1-9,3 0 1,-6 0 14,10-2-4,-7 0-12,3-1-4,3 1-15,0-3 6,1 0-6,2-2 2,-3 0 17,-2-3-19,2 0 0,0-1-7,1 0 13,-1 0-20,0 0 20,4-1-9,-4-4-33,0 0 6,1-2 10,-4-2 16,3 0 7,-3-1 0,-3 0-28,0-1 42,4-1-52,-7 1 53,0 0-2,0-1-33,0-1 1,0 1 31,0-1 4,0 2 46,0 1-14,-3 0-30,-4 1 28,7 1 25,-3 2 19,0 3 30,0-1-7,3 2-58,-3 0 13,0 1 48,0 1-9,3 0-30,0 0-16,0 0-9,0 0-11,0 0-25,0 0-10,0 0-22,0 3-7,0 1 16,0 0 23,0 4 1,0 0 15,0 2 4,0 0-1,0 0-19,0 1 1,0 0 2,0-1-3,0 0 0,0 2 0,0-1 2,3 0 14,3 0-15,-6-1 0,0 0-1,3 0 1,0-2 2,0 0 7,0-2-10,1-1-45,-1-1 16,-3-2-1,3-1-2,0 0-7,-3-1 10,0 0 28,0 0 1,0 0 13,0 0 7,0 0 31,3-1-22,0-4-29,0-3-24,3-3 22,-3 1 4,4-2-6,2-1 4,0-1-13,1-1 13,-4 1-12,3 0 2,0 1-26,1-1-9,-4 2 44,3 2-64,0 0 30,-2 2 34,2 2-35,0 3 35,-3-2 1,4 4 0,-4 0 39,-3 0-38,6 1 33,-6 0-34,4 0-12,-4 0 8,0 0 4,3 0 11,-3 2-11,3 3 68,-3-1-26,4 3-41,-1 1-1,-3 1 13,0 1 6,3 1-19,-3-1 16,4 1-16,-7 0 0,0 0-18,0 1-8,0-1 0,0 1 1,0 0-21,0-3-47,0 0-18,0 0-15,0-2-20,3-3-75,0 1-120,-3-2-80,0-3-133,3 0 152</inkml:trace>
          <inkml:trace contextRef="#ctx0" brushRef="#br0" timeOffset="14163.26">8489 2353 159,'0'0'169,"0"0"-87,0 0-40,0 0-9,0 0 658,0 0-304,0 0-189,0 0-113,0 0 9,0 0 78,-13-41-58,7 34-1,3 0 0,-6 1 7,2-1-69,1 1-2,-3-1 21,0 1-41,-1-1-6,1 2 3,-3 0-10,2 1 9,-2 0-8,-1 2-16,1 1-1,3 1-4,-1 0 2,-2 0-14,0 0 16,-4 3 0,4 3 1,-1 0 0,-2 2 25,2-1-13,4 1-10,0 1-3,-1 1-1,4 1-12,0-1 10,3 0-10,-3 0 10,6 0-16,0-1 6,0 1-3,0-1 0,0 0-13,6 0 6,0 0-35,3-2 0,4-1 10,-1 0-23,1-1-17,-1-2 24,7-2-37,-4-1-54,1 0 54,2 0-25,-5 0-11,5-1-3,1-4-3,-4-2 13,-2-1-39,-1 0-20,1-3-26,-4 2 13,0-4 143,-3 2-55,1-2 55,-1-3-23,0 0-81,-3-2 83</inkml:trace>
          <inkml:trace contextRef="#ctx0" brushRef="#br0" timeOffset="14563.26">8482 2065 98,'0'0'173,"0"0"-72,0 0-98,0 0 92,-21-101-69,18 81 433,-1 0-231,1 3-143,0 3 52,-3 1 9,3 2 33,0 2 61,0 2-116,0 2 31,0-1-35,-1 3-29,1 1 18,0 0-2,3 2-14,0 0-38,0 0-23,0 0-13,0 0-2,0 0-1,0 0-16,0 0 0,0 0-23,0 3-6,0 1-3,-6 3 16,6 0 16,-3 4 13,0 1-12,3 3 12,-3 1 9,0 1-12,3 2 19,0 1-20,0 1-5,0 3 8,0-2-12,0 3 3,0-2 16,3 0-16,0 1 13,3-2 1,0 2-17,4-2 0,-7 0 2,3 0 0,0 1-2,3-1 4,-6-1 8,7-1-12,-7-2-37,3-2-17,-3-1 2,0 1-19,0-4-16,0 1-16,4-4 22,-7-1-22,3-4-26,0 1-50,0-2 53,-3 0-72,6-2-79,-3-1-100,0 0-76,0 0-46</inkml:trace>
        </inkml:traceGroup>
        <inkml:traceGroup>
          <inkml:annotationXML>
            <emma:emma xmlns:emma="http://www.w3.org/2003/04/emma" version="1.0">
              <emma:interpretation id="{2FB48791-70B1-41A7-A54C-E59BCA04DBCB}" emma:medium="tactile" emma:mode="ink">
                <msink:context xmlns:msink="http://schemas.microsoft.com/ink/2010/main" type="inkWord" rotatedBoundingBox="11652,12061 13382,12041 13391,12789 11661,12809"/>
              </emma:interpretation>
              <emma:one-of disjunction-type="recognition" id="oneOf11">
                <emma:interpretation id="interp55" emma:lang="en-US" emma:confidence="1">
                  <emma:literal>Round</emma:literal>
                </emma:interpretation>
                <emma:interpretation id="interp56" emma:lang="en-US" emma:confidence="0">
                  <emma:literal>Rounds</emma:literal>
                </emma:interpretation>
                <emma:interpretation id="interp57" emma:lang="en-US" emma:confidence="0">
                  <emma:literal>Roundy</emma:literal>
                </emma:interpretation>
                <emma:interpretation id="interp58" emma:lang="en-US" emma:confidence="0">
                  <emma:literal>Rand</emma:literal>
                </emma:interpretation>
                <emma:interpretation id="interp59" emma:lang="en-US" emma:confidence="0">
                  <emma:literal>Rind</emma:literal>
                </emma:interpretation>
              </emma:one-of>
            </emma:emma>
          </inkml:annotationXML>
          <inkml:trace contextRef="#ctx0" brushRef="#br0" timeOffset="17413.27">8991 1975 184,'0'0'140,"0"0"-111,0 0-9,0 0 6,0 0 13,0 0 284,0 0 84,0 0-260,0 0-102,0 0 1,0 0 29,0 0 35,6 0-2,-3 0-47,-3 0-28,0 1-14,0 1 20,0-1 0,3 3 4,-3-2 25,3 2-20,-3-1-28,0 1-18,3 0 27,1 1-6,-1 2 29,-3 0-10,3 3 16,0 0-38,0 1 25,-3 2-13,0-1-31,0 3 61,3-2-33,-3 3-26,0 0 10,0-1-10,0 2 9,0 0-11,3 1 10,-3 0-10,0 0 9,0 0-8,0-1-1,0 0 1,0-2 1,0 0 1,0 0-4,0-1 0,0 0 1,0-3 1,0 1-2,-3-2-42,3-3 26,-3 0-20,3-3 13,0-1-15,0-2 9,0 0 6,-3 0 0,3-1 23,-3 0 0,3 0 36,-3 0 12,3 0 7,0-6-55,-7-1-48,1-4 17,3-2 29,-6-1-13,6-1 15,-3-1-87,-1-1 51,4-1-28,0-1 47,0-1-9,3 0-16,-3 0-29,0-1 51,3-1 19,0-1-60,0 1 61,0 0 0,0 1 0,0 0-4,0-2 4,0 1 4,0 1 64,0 1-62,6 1 10,-3 1 17,0 1 19,0 1 29,4 2-45,-4 0 28,3 2-15,0 2-14,-3-1-18,3 2 25,4 1-10,-4 0 16,3 1-31,0 1-17,1 2 1,2-1 0,1 1-1,-4 1 3,6 1 3,-5 1-6,5 1-1,-6 0 0,10 0-2,-10 0 1,7 0-24,-7 3-16,0 3 3,1 1 17,-4 0 5,3 1-18,-6 2-49,1 0 80,-1 1-8,0 0-8,-3 2-22,0-1-13,0 3 39,-6-1 3,-4 2-10,-5 0 23,-1-2-29,1 0-36,-4-1 17,-3-1 47,1-2-1,-1-1-14,0-1 0,4-2-1,-1 0 17,0-1 0,10-2 21,-3 0-19,-1-3-1,7 0 22,0 0 9,0 0-29,3 0 22,0 0 5,-1 0 2,4 0-3,0 0-9,0 0-4,0 0 0,0 0 10,0 0 23,0 0-14,0 0-35,0 0-2,0 2-17,7 0-17,-4 1 20,0 0 13,3 1 3,3 3 24,1-1 14,-1 2-5,3 1-30,1 1 16,-1 2 4,4 0-21,-4 3 0,4-1 2,2 2-2,-2 1-1,-1 0 1,-6 0 11,10 0-2,-10 0-9,7 0-2,-1 1 0,-2-1 3,2 0-2,1-2-1,-4-1-18,1-1-15,-1-2-34,0 0-40,-5-1-20,2-2-9,-3 0-59,0-4-4,1 0-84,-4 0-95,3-1 6,-6-3 17</inkml:trace>
          <inkml:trace contextRef="#ctx0" brushRef="#br0" timeOffset="22003.27">9447 2192 207,'0'0'88,"0"0"-46,0 0-22,0 0 19,0 0-10,0 0-3,0 0 447,0 0-183,0 0-193,0 0-71,0 0 56,9-16 81,-9 15 6,3-1-111,-3 0-19,3-1 3,-3 1 17,0 0 6,0 1 13,0 0-4,0-1-22,0 1-50,3 0 43,-3 0 23,0 0 0,0 0-16,0 1-10,0-1 0,0 0 3,0-1-3,0 2 0,0 0-6,0 0-1,0 0-16,0 0-3,0 0-12,-3 0-3,3 0-1,-3 0-16,3 0-7,-3 0-16,3 0-6,0 0 10,-3 0-1,-3 3 4,3-1 29,-7 4 2,1 0 2,-3 1-2,2 1-27,1 0 27,0 0-19,2 0-9,1-1-22,0 1 5,3 0 45,-3 2 1,3 0-1,0-1 1,-1 3 12,1-3-12,3 2-18,0-1 17,0 1 1,0-1 3,0 2 0,10-1-3,-7 0-16,3-1-20,3-2 23,-3 2-35,4-1 22,2-1-26,1 1 52,-4-2-32,3-1 29,1-2-45,-1-2 46,0 2-21,-2-3-3,2 0 3,1-1 20,-4 0 3,0 0 0,0 0 11,-2-5-11,2 2-20,-6-3 19,3-1-15,0 0 16,-6-1 2,4-1-2,-4 0 0,0 1-3,0-2-91,0 0 94,0 0 43,0 0-23,0-1-20,-4 1-37,-5-1 37,3 2 30,-3-2-30,6 1-19,-7 1 18,4 0 1,-3 1 22,3 1-22,-4 0 23,1 3-30,0 0 7,-1 0-1,1 2-12,0-2-3,3 1 15,-4 2-25,7-1 26,-3 0 13,3 2-11,0 0-2,0 0-2,0 0 2,3 0 16,0 0-16,0 0-10,0 0-10,0 0 17,0 0 3,0 0 17,0 0 9,0 0-10,3 0-15,3 0 3,3 0 31,-3 0 1,7 0 7,-1 0-43,1 0-1,2 0-41,1 0 42,2-1-3,-5 0 16,-1 1-26,0-1 13,1-1-2,-4 0 1,-3-1-1,0 0 2,-2 1 13,2 1-9,-3-2-4,0 2 0,0 0 0,0 0 3,-3 1-3,3 0 0,-3-1 2,3 1 31,-3 0-4,0 0-7,0 0-2,0 0-7,0 0 3,0 0-14,0 0-2,0 0-2,0 0-21,0 0 10,0 1 10,0 2-20,0 1 23,0 2 26,3 0-6,1 0-20,-1 0 0,0 1 23,0 1 35,0 0-36,-3 1-5,3 1 2,0-1-16,-3 1-1,3-1-2,0 1 13,0 0 0,-3-1 11,4 3-22,-1-4-4,0 2 1,0-2 1,0-2 1,0 2 1,3-1-2,-6-2 15,7 2-14,-4-2 18,3 0-13,0 0-6,-3-3-19,6 1 3,-5-1 3,2-1 0,-3 0 13,3-1 15,0 0-14,0 0 22,1 0-7,2 0-13,-3-4 5,3-1-8,1-1 0,-1-1 20,-3 0-20,0-3 0,1 0-1,-4 0 0,0 0 2,0-2-14,-3 1-10,3-1-24,-3 0 46,0-1-24,0-1 19,0 2 6,0-1 14,0 2-14,0-1-16,0-1 16,-3 3 20,3 0-17,-3 2 10,0 5-3,3-1 29,0 3-37,0 1 46,0-1-3,0 0-22,0 1-10,0 0-10,0 0-3,0 0-1,0 0-18,0 0-10,0 0-13,0 0-10,0 0 10,0 2 16,0 3 26,0 0 47,0 2-47,0 1 0,0 0 0,0 1 4,0 0-1,3 0 16,0 0-15,0 2 30,0-1-33,0 0 10,3 0-10,-2 0 0,-1 0-1,3-1 2,0 1 0,0-1 18,0 0-17,1-1-3,2 0-10,-3-2-17,3-1 26,-2 0 1,2 0-35,-3-3-20,3 1-4,-5-1-34,5-1-11,-3-1-49,3 0-42,-6 0 10,4 0-17,2 0-97,-6 0-63,0-7 52,3-2-80</inkml:trace>
          <inkml:trace contextRef="#ctx0" brushRef="#br0" timeOffset="22633.26">9989 2196 242,'0'0'128,"0"0"-76,0 0 16,0 0 633,0 0-346,0 0-134,0 0-55,0 0-30,0 0 0,0 0-7,-9-7-12,9 7-36,0 0-23,0 0-13,0 0-16,0 0-26,0 0 10,0 0-13,0 0-22,0 1-7,0 4 29,0-1 3,0 1 0,0 3 49,6 1-17,-6 0 0,6 1-32,-3 1-2,1-1 1,2 0 14,-6 1-4,6-1-12,-6 1-1,6-2-3,-3 0 4,0 0-2,0-1-11,-3-2-22,4-1-7,-4 0 29,3-1-51,-3 0 44,3-1 18,-3-1-30,0 0-7,0-2 18,3 0 21,-3 0 3,0 0 13,3 0 23,0 0 9,-3-3 14,3-2-40,0-2-22,0-2-19,-3-1-1,3-1 17,4-1 3,-7 0-3,6 0-10,-3-2-6,3 1-1,0-2-6,-3 0-9,7 2 3,-4 0 19,3 3 13,-3 0-62,4 1 14,-1 4 35,-3 1 0,1 2 0,-1 2 13,0 0 19,-3 0 4,3 0-21,-3 3-1,4 1 35,-1 0-10,-3 2-23,3 1 49,3 0-50,-2 1 20,-1 1 30,0 2-29,0 0 2,0 0-11,-3 1-14,1 2-25,2-1 12,-6 1 0,3-2-10,0 1-19,-3-1-9,0 0 2,0 0-32,0 0-16,0-2-10,0 0-36,0-1 56,0-2-76,0-3-48,0 1-111,0-2-53,6-2-36,-3-1-6</inkml:trace>
          <inkml:trace contextRef="#ctx0" brushRef="#br0" timeOffset="23083.27">10554 2281 174,'0'0'147,"0"0"-63,0 0-15,0 0 462,0 0-46,0 0-205,0 0-143,0 0-27,0 0 33,0 0 35,-28-52-23,21 45-42,1 1-23,3-1-58,-6 0 49,3 0-36,-1 2-32,-2 0 13,0 3 2,3-1-15,-1 1-11,1 1 30,-3 0-28,3 1-4,-4 0 0,-2 0-13,0 4 10,-1 0-17,1 2-2,-4 0 19,7 2-13,0 1 14,-4 0-11,7 0 0,0 3 10,-3-2-20,6 0 22,-1-1 0,4 0-17,0 0 18,0 0 0,0-1 0,4 0-41,2-1-14,3 0 42,3 0-25,-2 0 12,2-2 10,4 0-42,-1 0 9,1-3-83,2 0 15,-2-2 52,-1 0-45,1 0 6,-1-2-19,-2-3-49,-1-1-27,0 0-90,-2-3-44,-4-3-32,3-1-3</inkml:trace>
          <inkml:trace contextRef="#ctx0" brushRef="#br0" timeOffset="23533.27">10566 1801 32,'0'0'228,"0"0"-143,0 0-1,0 0 92,0 0 525,0 0-379,0 0-140,-25-99-81,19 91 116,6 2-9,0 3 18,-3 2-46,0-1-83,3 1-13,0 1-17,0-1-16,0 1-12,0 0-14,0 0-25,0 0-16,0 0-19,0 1-16,0 3 9,0 2 0,0 2 42,0 2 39,-3 3-4,3 0-33,-3 3 11,3 1 6,0 2 17,0 0-36,0 1-10,0 2 10,0-1 19,3 3-19,0 0-9,0 0 5,0 2 4,0 0 0,3 2 0,-3 0 13,4 0 1,-7 0-12,6-1 11,-3-1-13,3-1-13,-3-1 12,3-2-24,-6-2 2,7-1-6,-4-2-9,-3 0 9,3-2-3,0-2-26,0 0-6,3-3-36,0 0 58,-2-2-52,2-3-25,0 1-46,0-2-17,0-1-32,4-2 45,-4-1-88,3 0-153,0 0-79,1-7-33</inkml:trace>
        </inkml:traceGroup>
        <inkml:traceGroup>
          <inkml:annotationXML>
            <emma:emma xmlns:emma="http://www.w3.org/2003/04/emma" version="1.0">
              <emma:interpretation id="{3087E899-7B15-4D18-890C-7B42499214B3}" emma:medium="tactile" emma:mode="ink">
                <msink:context xmlns:msink="http://schemas.microsoft.com/ink/2010/main" type="inkWord" rotatedBoundingBox="14118,11951 16758,11921 16766,12683 14127,12713"/>
              </emma:interpretation>
              <emma:one-of disjunction-type="recognition" id="oneOf12">
                <emma:interpretation id="interp60" emma:lang="en-US" emma:confidence="1">
                  <emma:literal>wrinkled</emma:literal>
                </emma:interpretation>
                <emma:interpretation id="interp61" emma:lang="en-US" emma:confidence="0">
                  <emma:literal>wink led</emma:literal>
                </emma:interpretation>
                <emma:interpretation id="interp62" emma:lang="en-US" emma:confidence="0">
                  <emma:literal>wink had</emma:literal>
                </emma:interpretation>
                <emma:interpretation id="interp63" emma:lang="en-US" emma:confidence="0">
                  <emma:literal>wink lad</emma:literal>
                </emma:interpretation>
                <emma:interpretation id="interp64" emma:lang="en-US" emma:confidence="0">
                  <emma:literal>wink ked</emma:literal>
                </emma:interpretation>
              </emma:one-of>
            </emma:emma>
          </inkml:annotationXML>
          <inkml:trace contextRef="#ctx0" brushRef="#br0" timeOffset="29423.27">11425 2070 123,'0'0'173,"0"0"-121,0 0-33,0 0 1,0 0 9,0 0 7,0 0 346,0 0-60,0 0-130,0 0-61,0 0-5,9-1 11,-9 1 3,0 0-23,0 0-27,0 0-9,0 0-19,0-1 12,0 0 11,0 1-14,0-2-23,0 0 20,0-1-26,0 1-41,0 0 38,0 0 15,0 1 1,0 1-10,0-1-6,0 1 0,0 0-1,0 0-6,0 0-3,0 0-10,0 0-3,0 0-13,0 0 10,0 0-12,0 0 3,0 0-4,0 0-3,0 2-22,0 0-7,0 1 0,-3 1-4,3 1 17,-3 1 4,0 3 15,0 1 0,3 0 0,0 1 0,-3 3 0,0-2 0,3 1 0,0-1 0,0-1 0,0 2-1,0-4 1,0 1-19,0-1-17,0-1 11,0-1-1,0 0-29,0 0 10,0-1-16,6 0-4,-6-2 7,6-1 55,-3 2-10,-3-3-13,3 0 7,3-1 18,1-1 0,-4 0 1,3 0 38,3 0 1,-3 0-10,4-1-10,-1-3-3,0-2-15,1 0-2,-4-1 3,3 0-1,0-2 1,-2 1 0,-1 0 29,-3-1-31,3 2 0,-3-1 0,-3 2 3,0-1-1,3 1-2,0 2 0,-3 1 0,0 0 2,4 1-1,-4 1 0,0 1 28,0 0-3,0 0-1,0 0-5,0 0-7,0 0 0,0 0-12,0 0-1,0 0-23,0 0-6,0 0 3,0 0-9,0 2 6,0 2 3,0 2 26,3 1 15,0 0-15,0 2 2,3 0 20,-3-2-21,3 2 14,1-2-13,2 2-2,0 0 15,0-1-15,1 0-26,5-1 0,-2-3 4,-1 1-7,4-2-7,2-1 33,-2-2-52,-1 0 52,-2 0 0,-1 0-23,0 0 16,-2-1 7,-1-3 6,0-1 17,-3-2 31,1 1-31,-4-3 9,-3 0-4,0-3-2,0 2 9,0-1-12,0-1-4,-3-1 0,-4 1 16,1 0-10,0 0-21,-3 1 1,-4 0-1,4 0 47,0 2-48,-4 0 16,4 2-16,-3 1 36,5 2-36,1 0 0,3 2 3,-3 0 23,3 1-26,3 1 0,0-1-4,0 1-12,0 0 3,0 0-12,0 0-46,0 0-48,0 0-20,0 0-16,0 0-37,0 0-45,0 0-78,0 0-88,0 0 67,0 0 43,0 0-92,0 0 238</inkml:trace>
          <inkml:trace contextRef="#ctx0" brushRef="#br0" timeOffset="30223.27">11955 2083 247,'0'0'130,"0"0"-48,0 0 625,0 0-206,0 0-212,0 0-71,0 0-50,0 0 23,0 0-1,-3-24-39,3 22-67,0 1-36,3 0 10,-3 0 9,3-1-6,0 1-10,0 0 3,-3 1-13,7-1-18,-4 1-23,3-1 0,3 1-13,1 0-6,2 0 0,0 0 0,-5 0 3,2 2 0,3 2 12,-6 0-15,4 1-9,-4-1 8,3 3 8,-6-1-30,0 1-9,1 2-10,-1 1-38,-3 1-30,0 0-6,0 1 35,0 2 0,-7-2-36,-2-1 32,0 1 4,3-5 67,-4 1-9,1-2 13,3 0 29,-3-4 0,5-1 2,1 0 30,0-1 7,0 0 26,3 0 16,0 0-36,0 0-22,0-3-10,0-4 0,0 0 39,6-1-21,-3-1-30,4 0 34,-1-1-34,3-1 15,-3 1-15,4-1 12,2-1-11,0 2-2,-2-1-2,2 2-25,1-1 27,-1 1 0,0 1-2,-2 0 2,5 0-2,-6 0 2,7 1 0,-7 0 16,1 1 32,-1 2-45,0 0-3,-6 2 55,0 1-19,0 0 22,-3 1 10,0 0-17,0 0-19,0 0-9,0 0-10,0 0-13,4 0 0,-4 0-16,3 2 6,-3 1 10,6 2 35,-3 2-22,3 1 7,-3 0-8,3 3 11,1-1 2,-4 0-21,3 2-4,-3-1 2,0 1 1,0 0-1,3 2 0,-2-3 15,-4 1-17,3 1-35,-3-1 9,3-1-9,-3 0-23,0 1 10,0-3-36,0 1 20,0-2-14,0-2 1,0 0-56,0-3-61,0 1-17,0-3-114,0 0-127,0-1-112,0 0 75</inkml:trace>
          <inkml:trace contextRef="#ctx0" brushRef="#br0" timeOffset="30503.27">12302 1853 435,'0'0'101,"0"0"534,0 0-146,0 0-213,0 0-23,0 0 19,0 0-85,0 0-71,0 0-55,-9-23-19,9 23-10,0 0-32,0 0-6,0 0-30,0 0-12,0 0-10,0 0-55,0 0-77,0 0-27,0 5-39,0 2 129,0 3-104,0 2-45,3 1-138,0-1-52,0 0 32,-12-83 407</inkml:trace>
          <inkml:trace contextRef="#ctx0" brushRef="#br0" timeOffset="31133.27">12395 2012 104,'0'0'222,"0"0"-111,0 0-46,0 0 734,0 0-276,0 0-244,0 0-110,0 0-23,0 0 15,0 0-9,0-1-43,0 1-51,0 0-23,3 0-16,-3 0-19,0 0-1,4 0-21,-4 3 3,0 2 2,3 1 17,3 2 2,-6 0 23,3 3-9,3 0 10,-6 1-9,3 0-15,0 2-4,1-1-17,-4 1 0,3 0-10,-3-1-19,3 0-17,-3 0 7,0-2 20,0-1-17,0-2 53,0-1-47,0-2 24,0-1-1,0-2-10,0-2 4,0 0 31,0 0 1,0 0 19,3 0 23,-3 0 23,3-1 15,0-2-8,0-3-72,3-2-22,1-2 22,-1-1 0,3-2 1,0-1 0,-2 1 1,2-1-2,0-1 10,0-1-12,1 1 2,2 0 0,-3 1 0,1 3 22,-1 1-21,0 2 17,-2 1-18,-1 3 0,0 3 12,-3 0 4,-3 1 26,3 0-16,-3 0-26,0 0-1,0 0-28,6 1 16,-3 2 13,1 3 12,2 3 20,0 0-19,0 2-10,0 1 10,1 1 3,-1 1-16,-3 0 0,3-1-19,0 1-1,-3-1-9,4 1-22,-4-1-17,0 1 17,3-1-20,-3 0-32,0-2-30,0-2 33,0 1-66,0-1-35,1-2-72,2-2-81,-6-2-89,3-3-27,3 0 94</inkml:trace>
          <inkml:trace contextRef="#ctx0" brushRef="#br0" timeOffset="31533.27">12817 1807 185,'0'0'326,"0"0"505,0 0-428,0 0-198,0 0 48,0 0-65,0 0 44,0 0-68,0 0 4,0 0-21,-9-86-73,9 85 2,0 1 20,0-1-7,0 1-25,0 0-33,0 0-29,0 0-2,0 0-15,0 0-17,0 2-16,0 3-12,0 2 9,0 5 51,0 3 0,0 1 17,3 3-17,0 1 0,0 0 2,0 3 1,0-2 13,3 2-3,-2-1-13,2 1-49,-3 1 33,-3 0-6,3 0-39,0-2-19,-3 1-3,3-2-13,0-1 9,-3-2-61,0 1-49,0-3 16,0-1-16,0-2-53,0-3-91,0-1-27,0-2-65,0-3 35,0-4 26</inkml:trace>
          <inkml:trace contextRef="#ctx0" brushRef="#br0" timeOffset="32023.27">13112 1992 303,'0'0'144,"0"0"-86,0 0 1057,0 0-778,0 0-80,0 0-73,0 0-55,0 0-6,0 0-20,0 0-32,-28-3-49,22 3-2,-4 0-20,1 3 0,-7 1 0,4 1-3,-3 2 1,-1 1 1,1 1 1,-4 2 3,3-1-3,-2 1 0,-1-1 0,4-2 0,-1 1 2,1-2-2,5-1 0,1 0-26,0-1 7,3 0-1,-4-2 4,7 0 3,0-1-3,0-1-3,0-1-4,3 0-18,0 0-8,0 0 14,0 0-1,0 1-6,0-1 7,0 0 12,0 0 21,3 0-11,0 1 0,0 2-3,0-2 16,7 3 3,-4 2 49,3 0-7,3-1-13,4 3-19,0-1-13,-1 1 0,4 1-2,-4-1-24,4-1-32,-4 1 42,4 1-71,-4 0 2,1-1 21,-1 1-47,1 0 24,-1-1-69,1 0 91,-1-1-39,1 0-127,-1 0-156,-2-1-57,-4-4 102,0 0 54</inkml:trace>
          <inkml:trace contextRef="#ctx0" brushRef="#br0" timeOffset="32463.27">13279 1798 282,'0'0'215,"0"0"417,0 0-134,0 0-209,0 0-10,0 0-29,0 0-24,0 0-53,0 0-31,0 0-40,-50-86 10,50 85-6,0 1-17,0 0-7,0 0-9,0 0-25,0 0-32,0 0-13,0 0-3,0 0-1,0 0-21,0 0-10,0 1-9,0 1-1,0 4-2,0 1 28,0 5 16,0 1 60,0 2-21,0 2-24,0 1-2,0 2-10,0 1 23,4 3-25,2-1-1,0 1-1,0 0-12,0 2 0,4-3-3,-1 2-22,-3-2 3,3 1-12,1-1 15,-4-1-13,0 1-34,4-2-17,-4-2-32,-3-1-1,0-1-57,0-2-8,-3-3-87,0-2-57,0 1-91,0-3-27,0-2-42,0-2-1</inkml:trace>
          <inkml:trace contextRef="#ctx0" brushRef="#br0" timeOffset="33803.25">13567 2038 138,'0'0'134,"0"0"16,0 0 515,0 0-89,0 0-242,0 0-120,0 0-61,0 0 8,0 0 23,0 0-62,-27-9-28,23 9-33,1 0-7,-3 0-9,3 0-16,-3 0-16,-3 3-10,-1 1-2,-2 0 11,-1 3-12,4 1-20,-3 0 19,2 1-1,1-1 1,0 1-1,3 1 1,-1-1-15,4-1-3,0 0 19,0 1-13,3-1 7,0-1-27,0 0-8,0-2-14,0 1 39,3-1-28,3 0 43,1-1-49,-1-1 27,0-3 4,3 1 3,4-1 14,-1 0 2,-3 0-32,4 0-26,-1-2 35,-2-4 20,2 1 1,0-1-35,-2-2 37,-4 1 32,0-1-28,-3 1 15,3 0 13,-3 0 7,-3 0-14,0 2 40,0 0-36,0 2 35,-6-1-22,3 1 16,-3 3-52,3-2 7,-3 1 6,-1 1-3,-2 0-15,0 0 2,0 0 20,-1 0-20,-2 4 13,3 2-16,-4 2-1,4 0-1,3 2 2,-7 0-1,4 2 1,0 1 3,2-2 13,1 0-16,6 0-1,-3 1-10,3-2 9,0 2-9,0-2-24,3 1 16,7 0-20,-1-1-25,3-1 39,4 0-1,-1-1-9,7-3-7,-3 1-10,2-3-57,1-2-1,3-1-32,0 0 3,-1 0-10,1 0-27,9-3 160,-3-1-143,0 0-134,0-3 46,0 2 6,0-4-7,0 0-6,-6-3 120,3 0-16,-6 0 39,3-1 56,-7 0 55,-2 0 111,-4 0 81,0-1 59,-2 2 134,-4 0-160,-3-1-10,0 1 32,0 0-4,-3 0 20,0 3-91,0-2-17,-6 2 10,-3 1-27,3-2-57,-4 2-36,1 0 16,3 1-10,-4 1-19,1 2 58,-3 2-36,2 0-6,-2 2-29,3-1 0,-7 1-3,1 0 6,-1 0-9,1 1-13,-1 5 0,1 0-2,-1 1 0,-5 2-1,2 0 3,0 2-13,4 1 10,-1-2-10,4 2 10,-1-1-10,1 1 12,6-1-1,-3 0-14,5 0 16,-2-1-26,6-1-15,0 0-26,0 0-17,0-1 4,3 0 26,4-1 6,2-1-10,3-3-13,1 1 10,2-2 12,4-1-15,3-1-43,-4 0-51,4 0-20,0-4-40,-7-4 43,4-3 9,-4-2 45,1-2 52,-1-3 68,-2-2 2,2-1 96,-6-4-6,4-1 23,-4-4-14,0-1-48,1-2 23,-4-1 26,-3 0 77,3 1-13,-6 1 13,0 0-59,-3 1 4,-3 1 15,-3 1 3,-1 2-19,1 1-4,0 2-32,-1 2 28,1 5-44,0 3 35,3 4-5,-1 3 11,4 1-42,0 4-25,3 1-7,0 1-22,0 0-15,0 0-16,0 0-12,0 0-16,0 0-15,-3 2-17,3 4-9,0 2 34,-3 3 32,3 2 19,-6 4-2,6 4 2,-3 1 0,3 3 0,-3 1 0,3 2 13,0 0-13,0 3-16,0 2 14,3 2 2,0 0-41,3 1 12,3-1 7,-3 1-13,4-3-15,-4 0-8,0-2-12,3-1-41,-2-3 15,-1-2-42,0-2-6,0-3-40,0-1-16,4-2-36,-7-2-49,3-2-43,-3-1-50,0-5-111,0-1 79,4-4 53</inkml:trace>
        </inkml:traceGroup>
      </inkml:traceGroup>
    </inkml:traceGroup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00:15.08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17A8640-ECB3-4F65-856C-494023CD8C2A}" emma:medium="tactile" emma:mode="ink">
          <msink:context xmlns:msink="http://schemas.microsoft.com/ink/2010/main" type="writingRegion" rotatedBoundingBox="18596,6498 25318,6504 25312,13212 18589,13205"/>
        </emma:interpretation>
      </emma:emma>
    </inkml:annotationXML>
    <inkml:traceGroup>
      <inkml:annotationXML>
        <emma:emma xmlns:emma="http://www.w3.org/2003/04/emma" version="1.0">
          <emma:interpretation id="{50480146-FA50-4404-BB6C-D2FC129515B6}" emma:medium="tactile" emma:mode="ink">
            <msink:context xmlns:msink="http://schemas.microsoft.com/ink/2010/main" type="paragraph" rotatedBoundingBox="18639,6531 24591,6503 24596,7654 18644,768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FD84BBD-DEBF-4FAC-88B8-5ADFCBA2B34D}" emma:medium="tactile" emma:mode="ink">
              <msink:context xmlns:msink="http://schemas.microsoft.com/ink/2010/main" type="line" rotatedBoundingBox="18639,6531 24591,6503 24596,7654 18644,7682"/>
            </emma:interpretation>
          </emma:emma>
        </inkml:annotationXML>
        <inkml:traceGroup>
          <inkml:annotationXML>
            <emma:emma xmlns:emma="http://www.w3.org/2003/04/emma" version="1.0">
              <emma:interpretation id="{20D5663C-DE0F-4EBA-B7A0-137860131C96}" emma:medium="tactile" emma:mode="ink">
                <msink:context xmlns:msink="http://schemas.microsoft.com/ink/2010/main" type="inkWord" rotatedBoundingBox="18640,6820 19928,6814 19930,7212 18642,7218"/>
              </emma:interpretation>
              <emma:one-of disjunction-type="recognition" id="oneOf0">
                <emma:interpretation id="interp0" emma:lang="en-US" emma:confidence="1">
                  <emma:literal>253</emma:literal>
                </emma:interpretation>
                <emma:interpretation id="interp1" emma:lang="en-US" emma:confidence="0">
                  <emma:literal>25-3</emma:literal>
                </emma:interpretation>
                <emma:interpretation id="interp2" emma:lang="en-US" emma:confidence="0">
                  <emma:literal>25}</emma:literal>
                </emma:interpretation>
                <emma:interpretation id="interp3" emma:lang="en-US" emma:confidence="0">
                  <emma:literal>25]</emma:literal>
                </emma:interpretation>
                <emma:interpretation id="interp4" emma:lang="en-US" emma:confidence="0">
                  <emma:literal>255</emma:literal>
                </emma:interpretation>
              </emma:one-of>
            </emma:emma>
          </inkml:annotationXML>
          <inkml:trace contextRef="#ctx0" brushRef="#br0">97 77 89,'0'0'121,"0"0"-43,0 0 2,0 0-80,0 0 0,0 0 2,0 0 24,0 0-4,0 0 47,0 0 351,0 0-188,-7-2-95,4 2-40,3 0 4,0 0 16,0 0 0,0 0-29,0 0-26,0 0 0,0 0 12,0 0 4,0 0 0,0 0-13,0 0-4,0 0-3,0 0 4,0-2-7,0 1-32,0-1 19,0 0 12,0-1-18,0 0 3,0 2-13,0 1 9,0-2 7,0-2-4,0 4-12,0-2-13,0-1-13,3-2-3,4 1-20,-4-1 23,3 1 3,0 0-3,3-1-54,1 1 12,-1-1 10,3 1 9,1 1-12,2 2-4,1-1 37,-1 0-1,7 2-33,-3 0 7,2 0 10,1 0 16,-3 0-29,-1 0-23,-2 4 13,-7 0 23,0 3-17,1 2 10,-4-1 0,-3 2-22,0 1 22,-3 2-7,0 1 33,0 0 0,-3 4-1,-6-2-21,-1 4 22,-5-2-3,-4 0-7,4-1-32,-10-2 41,3 1-20,-3-4 1,1 1-25,-4-1 43,0-1 2,3-1-10,0 0 10,3-3 0,1 0-13,2-3 0,7 0 13,-1-2 0,4-1 54,3 1-40,-4-2-14,10 1 0,0-1 20,-3 0 2,3 0 4,0 0 0,0 0 13,0 0 7,0 0-1,0 0-9,3 0-14,-3 0 1,7 0-1,-4 0-9,3 0-10,0 0-3,7 0-18,-4 0 16,10 0-12,-1-1 14,4-1-13,0 1 15,-1 1-2,4 0 0,0 0 23,0 0-23,0 0-10,-1 0 10,-2 0 0,0 0-12,-4 0 12,4 0 0,-6 0-31,-4 0-59,-3 0-34,-2 0-74,-1 0 3,-3 0-36,-3 0-114,0 0-52,0 0 18,0 0 63</inkml:trace>
          <inkml:trace contextRef="#ctx0" brushRef="#br0" timeOffset="682">562 37 230,'0'0'180,"0"0"-105,0 0 371,0 0-51,0 0-148,0 0-39,0 0-62,0 0-58,0 0 12,0 0 27,0 0-11,12-21-12,-12 21-17,0 0-13,0 0-3,0 0-3,0 0 3,0 0-26,0 0-26,0 0-19,0 0-29,-3 0 16,3 1 0,0 0-13,0 1-12,0-1-7,-6 4-7,3 0 23,-6 0 29,5 3 16,-2 0-16,0 0-13,-3 0-9,6-1 21,-4 0 0,7 0 0,-3-1-31,3-1 31,0 0-1,0-1-14,0 2 13,0-2-42,3 0-1,4 2 46,2-1 10,3 1 42,4-1-26,-1 0-1,1 0 4,3-1-25,-1 0 12,4 0-16,3-1 0,-4-2 0,4 5 0,-3-4-17,-3 2 0,-1 1 17,-2 0-19,-1 0-7,-6 1 7,1 0-36,-7 1-97,0 0 52,0 0 41,-3 0 8,0 0 21,0 2 11,0 0 18,0 0 1,-9-1 0,-1 1 3,-2 0 23,-3-1-7,-4-1-15,-3-2 67,1 1-70,-4-3-1,0 2-9,0-3 6,0 0-10,4-2 4,2 2 5,3-2-12,4 0 16,0 0-3,5 0-7,4 0-29,0 0-26,0 0 10,3-4-218,-3 1 49,3-3-216,0-1-111,-3-2 59</inkml:trace>
          <inkml:trace contextRef="#ctx0" brushRef="#br0" timeOffset="996">549 70 315,'0'0'95,"0"0"-63,0 0-6,0 0 261,0 0 244,0 0-205,0 0-164,0 0-35,0 0-4,4 0 23,-1 0-3,6 0-46,0 0-58,4 0-13,-4 0 3,7 0-26,-1-2-3,1 0 3,-1 1-3,4 1-3,-4-1 0,-2 1-10,2-2-78,-6 2-74,1 0-42,-4 0-17,0 0-36,0 0 6,1-1-219,2-2 92,-6-1-53</inkml:trace>
          <inkml:trace contextRef="#ctx0" brushRef="#br0" timeOffset="1723">953 26 14,'0'0'251,"0"0"-169,0 0-46,0 0 3,0 0 3,0 0 665,0 0-277,0 0-196,0 0-75,0 0-26,0 0-6,0 2 9,3-2-14,0-1-57,6-2-65,-3-1 16,4 0-32,2 0 13,1 1-23,5 0 3,-2 1-3,-1 0 7,4 0 19,-4 2-19,1 0 15,-1 0-25,-2 0 10,-4 0-13,-3 0-14,4 0 7,-7 2-12,0 2 21,-3 1-15,0 2-29,0 1 35,0 2-17,0 0 37,-6-1 17,-4 4 3,4-1-2,-6-1-40,-1 1-8,4-1 10,-3-2-52,-1 0 91,4-1-49,0-2 23,-1 0 4,4-2 22,3 0 13,-3-2-11,6-1-3,-3 0 1,3-1-3,0 0 3,0 0 13,0 0 7,0 0 9,0 0-3,0 0 0,0 0-3,3 0-23,0 0-20,3 0 20,6 3 32,1-1 13,2-1-32,4 0 10,3 2 42,-4 0-65,7-1-23,-6 2-32,-1 0 52,-2 0-17,-1 2-25,-5 1-4,2 1 26,-6 1-12,1-2-14,-1 2 48,-3-1-28,-3 1-24,0 0 53,0 0 13,0 3 10,-9-1 5,-4 0-26,-2 2 42,-1 0-25,-3-1-16,-2-2-3,-4 1 13,0-2 13,0-3-25,0 0 64,1-3-26,-1 2 6,6-3-16,-2-2 14,5 0-41,4 0 27,2 0 0,7 0 26,-3 0 4,6 0 18,0 0-77,0-2-45,0-4-127,0 0-10,3 1-13,3-2-185,0-3-86,4 0-157</inkml:trace>
        </inkml:traceGroup>
        <inkml:traceGroup>
          <inkml:annotationXML>
            <emma:emma xmlns:emma="http://www.w3.org/2003/04/emma" version="1.0">
              <emma:interpretation id="{FB30F33B-046C-45C1-8969-FEC32E5FD505}" emma:medium="tactile" emma:mode="ink">
                <msink:context xmlns:msink="http://schemas.microsoft.com/ink/2010/main" type="inkWord" rotatedBoundingBox="20298,6528 22722,6516 22727,7663 20303,7674"/>
              </emma:interpretation>
              <emma:one-of disjunction-type="recognition" id="oneOf1">
                <emma:interpretation id="interp5" emma:lang="en-US" emma:confidence="1">
                  <emma:literal>hybrids</emma:literal>
                </emma:interpretation>
                <emma:interpretation id="interp6" emma:lang="en-US" emma:confidence="0">
                  <emma:literal>hybrid,</emma:literal>
                </emma:interpretation>
                <emma:interpretation id="interp7" emma:lang="en-US" emma:confidence="0">
                  <emma:literal>Hybrids</emma:literal>
                </emma:interpretation>
                <emma:interpretation id="interp8" emma:lang="en-US" emma:confidence="0">
                  <emma:literal>hybrid.</emma:literal>
                </emma:interpretation>
                <emma:interpretation id="interp9" emma:lang="en-US" emma:confidence="0">
                  <emma:literal>hybrid;</emma:literal>
                </emma:interpretation>
              </emma:one-of>
            </emma:emma>
          </inkml:annotationXML>
          <inkml:trace contextRef="#ctx0" brushRef="#br0" timeOffset="2904">1657-111 214,'0'0'144,"0"0"-122,0 0 5,0 0 8,0 0 601,0 0-193,0 0-222,0 0-91,0 0-20,0 0 23,0 0 26,0-2-29,0 2-37,0 0-25,0 0-10,0 0-9,0 0-11,0 0-20,0 0-18,0 0-19,0 0-23,0 1-22,0 3-23,0 2 6,0 3 81,0 3 58,3 0-55,0 3 42,0 0 10,0 2-19,4 1-20,-4 0 16,3 2-6,0 0 0,0 1-26,1 0 0,-1 1-2,0 1 3,0-2-1,0 0 0,1-1 9,-4-1-9,0-2 0,0 1 0,-3-3 1,6 0 12,-3 0 3,-3-3-16,0-2-3,3-1-13,-3-2-7,0-2 7,0-2-13,0 0 13,0-2 3,0-1 13,0 0 1,0 0 19,0 0 9,0 0 9,0 0 24,0 0 15,0 0-7,3-4-2,-3-1-59,0-2-9,0-3-25,3-2 24,-3 1 2,4-2-2,-1 0 0,0-1-36,3 2 35,0-2 1,0 1-2,4 0-10,2 0 0,-3 2-29,7 1 39,-4 1-48,4 1 38,-1 2-13,-2 2 23,-1 1-29,4 1-7,-4 2 36,0 0 0,-2 0-13,2 0-1,1 0-2,-4 0-13,0 4-4,-3 1-9,4 2 45,-4 2 29,0 0 13,0 2-6,1 2-34,-1 0-2,-3 1-13,0-1 11,0 1-15,0-1-3,-3 2 20,0-1-13,3 0 12,-3-2 0,3-1-2,-3-2 0,0-1-43,0 0-8,3-1-5,-3-1 21,0-2 12,4-1-52,-1 1 7,0-2-39,3 0-27,0 1 17,4-3 16,2 0-97,0 0-27,4-3-245,-4-6-9,1-1 121</inkml:trace>
          <inkml:trace contextRef="#ctx0" brushRef="#br0" timeOffset="3470">2218 211 52,'0'0'261,"0"0"-179,0 0-20,0 0 570,0 0-137,0 0-187,0 0-100,0 0-62,0 0-23,-9-1 3,9 1-23,0 0-38,0 0-30,0 0-25,0 0-10,0 0-22,0 0-4,0 2-3,3 0 0,0 1 25,0 2-9,4 0 13,-1-1 0,3 3 2,1 0 23,2-1-12,3 2 7,1-1-18,-1-1-2,1 0-32,-4-2-10,7 0-71,-4-3 48,-5 2 0,2-3-35,-2 0-14,-1 0 40,0 0 45,-3 0 29,-3-4 13,4-2 22,-4 1 17,0-2-13,-3 0-23,3-2 33,-3 2 22,0 0-29,0 0 29,0 1 30,0 3 24,-3-1-38,3 2-12,-3 1 11,3 1 7,0 0-9,-3 0-33,3 0-25,0 0-25,0 0-1,0 0-29,0 0-22,0 2-17,-7 3 4,7 3 64,-6 1 23,0 4-7,0 3-16,0-2-16,3 3 15,-4 2 1,-2 1-12,6 1 12,-3 0 3,-1 4-3,1 0-1,0 2 1,0 2 13,-3-1-11,2 1-4,-2 1-35,0 1 15,-1-2-33,1 3 17,0-2-43,3-2-22,-1-1 19,1-3-13,3-4-23,-3-3 40,6-5-60,0 0-6,0-5-55,0-1 2,6-2-32,3-2 10,4-2-99,2-5-113,1-7 98</inkml:trace>
          <inkml:trace contextRef="#ctx0" brushRef="#br0" timeOffset="4250">2538-136 890,'0'0'78,"0"0"359,0 0-232,0 0 6,0 0 45,0 0 36,0 0-50,0 0-52,0 0-71,0 0-58,-19-74 29,19 70 9,-3 2-19,3 1 13,0 0 2,0 1-6,0 0-22,0 0-26,0 0-13,0 0-28,0 0-22,0 0-16,0 0-22,0 1-16,0 0-20,0 4-2,0 0-2,0 5 56,0 4 9,0 2 31,0 4 4,0 2 3,0 2-3,0 3-2,3 2 2,1 2 24,-1 2-23,0 0 0,0 0 18,3-1-16,-6 2 0,6-3-2,-3 0 2,0-2-3,1-3-43,-4-2-2,0-3-48,0-2 7,0-2-14,0-5-3,0 1 12,0-4 27,0-4 3,0 0 12,0-5-9,0 0 21,0 0 37,0 0 71,0 0 33,0 0-11,0-5-34,0-3-59,0-3-30,0-2-15,0-3 32,0 0-42,0 0 26,0-2 10,0 2-42,0-1-14,0 2 75,0-1 2,0 1 14,3 1-16,3 3 10,0 1-10,0 1 36,0 2 22,7 0-58,-1 3 68,4-1-68,-4 3 0,4 0-2,-1 2-14,1 0-26,2 0 25,-2 0 1,-1 0-16,-5 4-43,8 1 40,-8 4-1,-1 0 7,0 0 29,1 3 0,-4 0 2,0 3-2,-6 0-16,0-1 0,0 0-20,0 2 36,-6-2-2,-4 1-44,-5-2 33,-1 1-52,-5-4 16,-1 0-39,0-1 50,1-2 37,-1-3-34,0 0 35,7-1 26,5-2 0,1-1 39,0 0-14,2 0 1,7 0-52,-3 0-3,3-2-88,0-5-152,0-1 54,10-1-88,-1 0-176,6-2 163,1-2 39,-1-2 25</inkml:trace>
          <inkml:trace contextRef="#ctx0" brushRef="#br0" timeOffset="4868">2848 133 328,'0'0'108,"0"0"332,0 0 218,0 0-327,0 0-84,0 0-40,0 0-35,0 0-8,0 0-32,0 0-25,3-13-21,4 13-22,-4 0-32,3 0-3,3 0-3,7 0-26,-4 0-13,4 0 10,2 0-10,1 0 13,-1 0 9,1 3-9,-3 0-1,-4 3-12,3 1-3,-2-1 13,-4 2-36,1 0-6,-4 1-16,-3 0-45,0 1 39,-3-1-30,0 4 52,0-1-68,-9-1 55,-1 0-4,-2-2-19,-4 1 20,1-3 61,2 0 16,1-3-14,3 0 9,-1-3-11,4-1 23,3 0 22,-3 0 39,6 0 6,-3 0-15,0-2-49,3-3-25,0 0 54,0-2-39,0 0-14,3-3-2,3 0 3,0 0 19,4-1-19,2-2 58,0 2-61,4-1-50,-1 1 48,4 0-28,0 1 30,-4 1 0,1 0-1,2 1-11,-8 2 12,5 2 36,-6 1-20,1 1-15,-4 0 15,3 2 19,-9 0 14,6 0-27,-3 0-20,4 0-2,-7 0 0,6 0-1,0 4-1,0 1 2,4 0 27,-4 4 12,3 0-27,4 0-8,-4 0 9,3 2-10,-2-1 6,-1 0-9,0 3-3,4-1 1,-4 0-24,-3 0 4,-3-1-10,7 0-33,-7-1 11,0-1 15,-3 0-80,0 0 64,0-2-36,0 0-25,0-2-7,0-1-42,-3 0-40,0 0-49,-4-2 1,4-2-106,-6 0-9,3-2-75</inkml:trace>
          <inkml:trace contextRef="#ctx0" brushRef="#br0" timeOffset="5111">3267-38 716,'0'0'290,"0"0"504,0 0-375,0 0-283,0 0 29,0 0 90,0 0-47,0 0-86,0 0-58,0 0-19,0 0-10,0-23-14,0 23-21,0 0-22,0 0-32,3 0-49,0 0-44,-3 0-62,3 0-104,4 0-173,-1 4-25,3 4 88,3-1-50,-2 1-32,-63-12 481</inkml:trace>
          <inkml:trace contextRef="#ctx0" brushRef="#br0" timeOffset="5595">3757 176 262,'0'0'117,"0"0"-45,0 0 492,0 0 68,0 0-298,0 0-123,0 0-98,0 0 10,0 0-10,0 0-38,-3-26-40,-6 19 4,3 0 25,-4 1-64,4-1 1,-3 2 40,-1 0-22,-2 1-19,0 0 11,-1 1-11,-2 2-42,-1 0 42,1 1-1,-4 0-4,0 0 4,1 1-21,-1 4 22,1 2 0,2 2 0,4-1 7,-4 2-6,4 0-1,2-1-20,1 0 8,0 0-5,3 1 5,-1 0-8,4-2-22,0 2 0,3-1 10,0 1-7,0-2-3,3 1 20,4-2 9,5 1-18,0-2 31,1 0 0,2-2-7,4-1-19,3-1-3,-1 0-16,1-2-20,0 0-9,6 0 12,-3-5-3,-4-2-29,1-2-62,-3-1-42,-4-2-72,1 0 9,-4-4-13,0 1 14,-2-2-31,-4-5 119,-6 3 102</inkml:trace>
          <inkml:trace contextRef="#ctx0" brushRef="#br0" timeOffset="5951">3745-102 77,'0'0'170,"0"0"-43,0 0 316,0 0 4,-53-101-236,44 84-12,3 1 41,-1 4 10,1-1-36,3 3-75,-3 2-7,3 1-29,3 2 13,-3 0-10,3 3 13,0 1-36,0 1 0,0 0 0,0 0-7,0 0-19,0 0-25,0 0-13,0 0-3,0 0-3,0 0-13,0 0-18,0 0-24,0 1-18,0 2-23,0 2-19,3 3 10,0 3 47,0 4 28,0 4 17,3 2 22,-3 3-22,4 1-2,-1 1-19,-3 1 21,6 2 12,-3 2 8,-3 1 5,7 1-25,-7 0 13,0 0-12,0-1-1,3-1 0,-6-1-32,0-3-6,0-1-20,0-3-29,0-1-6,0-3-35,0 0 2,0-4-36,0-2 1,0 1-37,6-3-85,-2-3-12,2-1-54,-6-4-110,9-3-24</inkml:trace>
          <inkml:trace contextRef="#ctx0" brushRef="#br0" timeOffset="6501">4077 70 387,'0'0'68,"0"0"-41,0 0 647,0 0-225,0 0-231,0 0-94,0 0 15,0 0-64,0 0 22,-31-19-41,25 18-54,-4-1 22,4 2-24,-6 0 1,-1 0-17,4 0 32,-7 4-15,7-1-1,-3 4-19,-1 1 18,1 1 1,-1 1 0,4 0-12,0 0-11,-1 0-13,1 0 34,3-3-66,6 2 23,-3-2-23,3 1 0,0-1 6,0-3 59,0 4-30,6-4 33,3 2 46,1 0-27,2 0 69,7 0-56,-4 1-32,4-1-50,-4-2 48,1 0 4,2 0-15,-2 0 4,0 1-50,-4-1 27,0 2 16,-2-2-1,-7 0-9,3 1-35,-6-1 59,0 0-86,0 2 3,0-2 53,0 1 32,-6 3 55,-4-4 17,-2 3-11,-3-1 30,-7-2-62,0 0 20,-6-3 13,0 1-62,-3-1-20,0-1 18,0 0-43,-3 0-92,6 0 14,3-3-59,4 1-14,5-4-292,7-1-187</inkml:trace>
        </inkml:traceGroup>
        <inkml:traceGroup>
          <inkml:annotationXML>
            <emma:emma xmlns:emma="http://www.w3.org/2003/04/emma" version="1.0">
              <emma:interpretation id="{3C8C8A39-DC11-4F24-980C-DE7CA48A7293}" emma:medium="tactile" emma:mode="ink">
                <msink:context xmlns:msink="http://schemas.microsoft.com/ink/2010/main" type="inkWord" rotatedBoundingBox="23125,6510 24591,6503 24594,7220 23128,7227"/>
              </emma:interpretation>
              <emma:one-of disjunction-type="recognition" id="oneOf2">
                <emma:interpretation id="interp10" emma:lang="en-US" emma:confidence="1">
                  <emma:literal>seed</emma:literal>
                </emma:interpretation>
                <emma:interpretation id="interp11" emma:lang="en-US" emma:confidence="0">
                  <emma:literal>sad</emma:literal>
                </emma:interpretation>
                <emma:interpretation id="interp12" emma:lang="en-US" emma:confidence="0">
                  <emma:literal>sod</emma:literal>
                </emma:interpretation>
                <emma:interpretation id="interp13" emma:lang="en-US" emma:confidence="0">
                  <emma:literal>Seed</emma:literal>
                </emma:interpretation>
                <emma:interpretation id="interp14" emma:lang="en-US" emma:confidence="0">
                  <emma:literal>send</emma:literal>
                </emma:interpretation>
              </emma:one-of>
            </emma:emma>
          </inkml:annotationXML>
          <inkml:trace contextRef="#ctx0" brushRef="#br0" timeOffset="9027">4750 95 195,'0'0'140,"0"0"-111,0 0-16,0 0 13,0 0 10,0 0 388,0 0-98,0 0-189,0 0-82,0 0-16,0 0-13,-28-6 10,22 6 6,-7 0-19,4 0-10,0 0 78,-4 0-29,4 0-7,-3 4-29,2-1-7,-2 0 20,0-1-37,2 0 14,1 1-16,3 0-2,-4 1 2,1-1 9,3 0-9,3 1 0,-3-1-2,2 1-30,1 0 32,0-2 25,3 2 4,0-2-29,0-1-20,0 1-2,0-1-8,0 2 8,0-2-14,0 1 10,6 0 26,-2 1 0,5 1 55,-3-1 0,10 4 10,-4-1 29,4 0-16,-1 0-78,1 0 42,-1 0-35,-3 1 19,1 0-26,-1 0-62,-2-2 60,-4 2-43,-3-2 6,-3 1 3,0 0 4,0 1-33,0-2 22,0 1 15,-3 1 27,-3-3 2,-7 3 18,1 1 62,-7-3-26,1 1 7,-4-3-49,0 0 25,0-2-38,1-1 0,2 0 1,4 0-1,2 0-3,4 0 1,0 0 2,2 0 0,4 0 0,3 0-39,0 0-32,0 0-59,0 0-52,0-2-85,3-3-88,7 1-72,-1-3-140</inkml:trace>
          <inkml:trace contextRef="#ctx0" brushRef="#br0" timeOffset="9665">4979 143 242,'0'0'108,"0"0"-26,0 0-21,0 0 513,0 0-95,0 0-213,0 0-123,0 0-55,0 0-14,0 0-5,0 0-31,0 0-38,-9 7 2,3-4 16,6 0 11,-6 1-26,3-1-6,-4 3-10,4-2-10,3 2 23,-3-1 1,3 0-1,0 0-19,0-1-10,0 2 6,0-2-16,0 0 20,3 2 2,4-2 17,2-2 22,0 1 24,0 1-30,7-3-16,-4 1 0,4-2 13,-1 0-7,1 0-6,-7 0 0,7-2-2,-7-2 2,0 0-2,4-2-21,-7-2 17,0 2 6,0-1 48,-6 0 4,0 1-52,0 1-57,-3-1 57,-3 1 26,-3-1-26,-1 1-3,1 0-1,-3 2-50,-4-1 53,4 2 2,-1 2 35,-2 0 13,3 0-23,-4 0 3,4 3-3,-4 4 16,4 1-26,-7 1-13,7 2 23,-1 1 0,4-1-26,-3 1-2,5 0-34,-2-1 23,3 2 13,3-1 0,0 1-13,3-1 13,0-1-32,0 2 32,0-3-13,6 0 10,3 0 3,0 0 6,4-1 10,2 1 13,1-2-3,6-1-26,-4 0-1,7-3-25,0 0-19,3-1-23,-3-2-55,-1-1 3,4 0 16,0 0-94,0-2-183,-3-8-143,-3-4-154</inkml:trace>
          <inkml:trace contextRef="#ctx0" brushRef="#br0" timeOffset="10926">5414 103 223,'0'0'173,"0"0"-62,0 0 521,0 0-196,0 0-231,0 0-117,0 0-40,0 0 4,0 0 46,0 0-23,0 0-73,-90 20 16,81-13-15,-4 0 20,4 1 48,0 0-42,-1 0-6,4 0-20,3-1 10,-3 0-1,6-1-12,-3 1-4,3-2-21,0 2-17,0-1 40,0 0-14,3-2 13,3 0 6,3 0-3,1 0 39,-1-1-19,3 0-1,1-1 13,5-1-11,1-1-21,-4 0-1,4 0 1,-4 0 13,1-1 0,0-4 3,-7 1-13,0-1 16,-3-1 4,1-1-20,-4-1 52,0 2-55,-3-1 36,0 0-72,0 0 43,-6-1-7,-4 2 2,4 0 1,-3 0 13,3 3-3,-4 2-13,4-1 0,-3 2-23,-1 0 21,-5 0-11,2 0 13,1 4 20,-7 3-1,7 1-19,0 0 0,-1 2 23,1 1-22,3 0 0,-4 1-1,4-1-12,3 1-1,-1-1 11,1 2-14,3-3 0,3 1-7,0-1 4,0 2 17,0-2-11,9 1 10,1-2 3,-1 0 34,3-1-12,4-1 17,6-2-16,-4 0-23,7 0-22,6-1 20,0-2-40,-3-1-29,6-1 26,0 0-23,-3 0-26,3-5-13,-6-2-32,6-2 41,-6-4-145,3 1 135,-6 0-74,0-3-118,-3 3 150,-1-3-29,-5 4 137,-4-1 41,1 0 2,-7 1 53,-3 1 70,0 0 32,-3 1 115,0 1-53,0 0 16,0 0-13,-3 0-20,-3 1-62,0 2 23,3 0-20,-7 1-29,4-1-30,0 1-38,-7-1-32,4 2 19,-6 1-15,2-1-15,-2 3 23,-1 0 1,-2 0-10,-1 0-3,0 0-10,1 3 9,-1 2-12,4 0-23,-1 1 23,1 1 0,2 0-17,4 2 4,0 0-6,2 0-10,1-1-22,3 3 32,0-2-17,0 2-25,3-2-7,0 0 33,3 0-1,3 0-5,3-1 37,4 1-18,-1-1 2,7-2-12,0 0-10,2-2-45,4-3 3,0-1-20,0 0 16,0 0 17,-1-1-30,1-6-58,0-3-13,-3-1-30,-1-3 124,-2 0 58,-3-4 17,-1 0-29,-6-5 32,4 2 29,-7-4 10,0-2 13,0-2-52,-3-1-23,-3 0 23,0-1 121,0-1-119,0 1 50,0 0 81,0 2-19,-6 1 36,0 1-11,3 1 56,-3 2-47,3 3 20,-7 2-32,7 4 47,0 2-74,-3 4-3,3 2-48,3 3 2,-3 2 30,3 1-11,0 1-34,0 0-23,0 0-22,0 0-1,0 0-1,0 0-1,0 0-19,0 0-10,0 0-10,0 0-15,0 3-20,0 3-2,0 2 59,-6 5 19,2 2 1,1 4 1,0 3 15,0 3 6,0 2-22,3 1 0,-3 2 25,3 3-25,0 0 0,0 2 26,0 2-26,0-2 13,0-1-13,0 0 9,3-2-9,-3-1-51,6-3-10,-6-3-60,3 0 5,-3-2-6,0-1-62,0 0-104,-3-2-81,-3-3-138,-3-3-145,-1-3-7</inkml:trace>
        </inkml:traceGroup>
      </inkml:traceGroup>
    </inkml:traceGroup>
    <inkml:traceGroup>
      <inkml:annotationXML>
        <emma:emma xmlns:emma="http://www.w3.org/2003/04/emma" version="1.0">
          <emma:interpretation id="{3E408EEB-4F56-4EEA-AFA7-512D46035162}" emma:medium="tactile" emma:mode="ink">
            <msink:context xmlns:msink="http://schemas.microsoft.com/ink/2010/main" type="paragraph" rotatedBoundingBox="19683,7637 19685,8853 19300,8854 19298,7638" alignmentLevel="3"/>
          </emma:interpretation>
        </emma:emma>
      </inkml:annotationXML>
      <inkml:traceGroup>
        <inkml:annotationXML>
          <emma:emma xmlns:emma="http://www.w3.org/2003/04/emma" version="1.0">
            <emma:interpretation id="{60053EBC-4E00-4A7B-B230-6403B1ECEC41}" emma:medium="tactile" emma:mode="ink">
              <msink:context xmlns:msink="http://schemas.microsoft.com/ink/2010/main" type="line" rotatedBoundingBox="19683,7637 19685,8853 19300,8854 19298,7638"/>
            </emma:interpretation>
          </emma:emma>
        </inkml:annotationXML>
        <inkml:traceGroup>
          <inkml:annotationXML>
            <emma:emma xmlns:emma="http://www.w3.org/2003/04/emma" version="1.0">
              <emma:interpretation id="{64E0E717-B4E2-4E92-9244-3CCCB831E777}" emma:medium="tactile" emma:mode="ink">
                <msink:context xmlns:msink="http://schemas.microsoft.com/ink/2010/main" type="inkWord" rotatedBoundingBox="19683,7637 19685,8853 19300,8854 19298,7638"/>
              </emma:interpretation>
              <emma:one-of disjunction-type="recognition" id="oneOf3">
                <emma:interpretation id="interp15" emma:lang="en-US" emma:confidence="1">
                  <emma:literal>I,</emma:literal>
                </emma:interpretation>
                <emma:interpretation id="interp16" emma:lang="en-US" emma:confidence="0">
                  <emma:literal>I..</emma:literal>
                </emma:interpretation>
                <emma:interpretation id="interp17" emma:lang="en-US" emma:confidence="0">
                  <emma:literal>1,</emma:literal>
                </emma:interpretation>
                <emma:interpretation id="interp18" emma:lang="en-US" emma:confidence="0">
                  <emma:literal>I.</emma:literal>
                </emma:interpretation>
                <emma:interpretation id="interp19" emma:lang="en-US" emma:confidence="0">
                  <emma:literal>t,</emma:literal>
                </emma:interpretation>
              </emma:one-of>
            </emma:emma>
          </inkml:annotationXML>
          <inkml:trace contextRef="#ctx0" brushRef="#br0" timeOffset="15507">822 861 187,'0'0'147,"0"0"-118,0 0 17,0 0-7,0 0 629,0 0-248,0 0-238,0 0-49,0 0-22,0 0-66,0-19 88,0 16-36,0 0-55,0 1 33,0-1-1,0 1 7,0 1-13,0 1-4,0-1-12,0 1 0,0 0-1,0-2-3,0-1-12,0 3-23,0-1-1,0 1 20,0 0 13,0 0 0,0 0-9,0 0-8,0-1-2,0 1-4,0 0-6,0 0-3,0 0-13,0 0-13,0 0-12,0 0-10,0 0-17,0 0-15,0 0-23,0 0-3,0 2-1,0 4 24,0 3 21,0 3 49,0 1-11,0 2 11,0 3 20,0-2-17,0 2-2,0-2 57,0 3-55,0-1 23,0 4 0,0-1-7,0 1-6,0 3-10,-3-4 1,3 2-4,0-1 2,-3 1 17,3-4-18,0 1-1,0 0-22,0 1 3,-3-1 19,3 0 1,0 0-1,-3 2 0,3-2-2,0 0 2,-3-1-19,3 1 17,0-1-24,0 0 26,-3 0 0,3-2-2,0 1 0,0 0 1,0-2 1,-3 1 19,3 0-18,0-2-1,0 0-3,0-1-15,0 0 17,0-1-2,0-2 3,0 0 0,0-2 0,0 1-19,0-2 19,0 0-2,0-1 2,0 1 0,0-1 0,0-2-12,-3 2 12,3-1 3,0 0-1,0 0 13,-3-1-15,3 1 0,0-1 9,-4 1-9,4-1 0,-3 1 0,3 1-3,0-2 2,0 2-1,-3 0 2,0 0 0,3 0 10,-3 2-10,3-1-2,-3-1 2,0-1 0,3-1 1,0 1 0,0 0 0,0-1 1,0 0-4,0-3-19,0 1 2,0 0-23,0-2-23,0 2 36,0-1-26,0 1-71,0-2 29,0 1 42,0 0 32,0-2-68,0 2-68,0-2-36,0 0 13,0 0 19,0 0 17,0 0-7,0-2-141,-3-7-270,6 10 374</inkml:trace>
          <inkml:trace contextRef="#ctx0" brushRef="#br0" timeOffset="15948">658 1814 198,'0'0'176,"0"0"-101,0 0-26,0 0 639,0 0-256,0 0-162,0 0-121,0 0-64,0 0-4,0 0-13,0 0-26,9 7-42,-6-6-1,-3 1-2,7 2 3,-4-1 48,6 1 1,-3 1-30,4 0-16,-1-1-2,3 2 12,-2-1-1,2 2-12,-3-1-2,4-2 1,-4 0 0,0 2-10,-2 0 11,-4-1 0,6 0-33,-3-1-45,-3-1-42,3 1-13,-6-1-29,4 0-75,-1-2-10,-3 0-170,0-1-88,0 0 51</inkml:trace>
          <inkml:trace contextRef="#ctx0" brushRef="#br0" timeOffset="16443">1043 1785 258,'0'0'156,"0"0"-94,0 0 303,0 0 156,0 0-133,0 0-122,0 0-97,0 0-56,0 0-6,0 0-7,0 0-42,0 0-19,0 2-7,0-2-3,0 0-3,0 0-1,0 0-5,0 1-4,0 1-13,0-1 9,0 0-12,-6 2-16,2 1 16,-2 0 1,-3 3 15,0 0-3,-1 0-10,-2 2-2,-1-2 1,1 4 11,0-2-13,-1 2-1,1-2-1,3 0-14,-4 1 13,1-2-1,2 2 3,1 0-14,3 0 14,-3-3-14,-1 2 12,4-1 3,0-1-2,3 0 2,-3 0-3,2 0-17,4-3-28,-3 0-20,0 1-16,3 2 20,0-3-30,0 0-23,0 0-38,0-1-95,0 2 16,0-1-75,0-2-154,0-1-20</inkml:trace>
        </inkml:traceGroup>
      </inkml:traceGroup>
    </inkml:traceGroup>
    <inkml:traceGroup>
      <inkml:annotationXML>
        <emma:emma xmlns:emma="http://www.w3.org/2003/04/emma" version="1.0">
          <emma:interpretation id="{21EAEFB1-C1F1-407A-95BA-6CC17C684287}" emma:medium="tactile" emma:mode="ink">
            <msink:context xmlns:msink="http://schemas.microsoft.com/ink/2010/main" type="paragraph" rotatedBoundingBox="18611,9266 23526,9329 23515,10128 18601,1006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1F2F4E2-7F05-43A3-8707-CE3BD5AC48ED}" emma:medium="tactile" emma:mode="ink">
              <msink:context xmlns:msink="http://schemas.microsoft.com/ink/2010/main" type="line" rotatedBoundingBox="18611,9266 23526,9329 23515,10128 18601,10064"/>
            </emma:interpretation>
          </emma:emma>
        </inkml:annotationXML>
        <inkml:traceGroup>
          <inkml:annotationXML>
            <emma:emma xmlns:emma="http://www.w3.org/2003/04/emma" version="1.0">
              <emma:interpretation id="{50667F96-D09A-4551-8968-1A51793CE766}" emma:medium="tactile" emma:mode="ink">
                <msink:context xmlns:msink="http://schemas.microsoft.com/ink/2010/main" type="inkWord" rotatedBoundingBox="18608,9525 20745,9553 20739,10092 18601,10064"/>
              </emma:interpretation>
              <emma:one-of disjunction-type="recognition" id="oneOf4">
                <emma:interpretation id="interp20" emma:lang="en-US" emma:confidence="1">
                  <emma:literal>7324</emma:literal>
                </emma:interpretation>
                <emma:interpretation id="interp21" emma:lang="en-US" emma:confidence="0">
                  <emma:literal>7-324</emma:literal>
                </emma:interpretation>
                <emma:interpretation id="interp22" emma:lang="en-US" emma:confidence="0">
                  <emma:literal>7.324</emma:literal>
                </emma:interpretation>
                <emma:interpretation id="interp23" emma:lang="en-US" emma:confidence="0">
                  <emma:literal>7024</emma:literal>
                </emma:interpretation>
                <emma:interpretation id="interp24" emma:lang="en-US" emma:confidence="0">
                  <emma:literal>€324</emma:literal>
                </emma:interpretation>
              </emma:one-of>
            </emma:emma>
          </inkml:annotationXML>
          <inkml:trace contextRef="#ctx0" brushRef="#br0" timeOffset="22386">-21 2729 218,'0'0'147,"0"0"-146,0 0 1,0 0 31,0 0 3,0 0 414,0 0-98,0 0-183,0 0-68,0 0-10,0 0 23,0-6 16,0 6-17,0 0-28,-3-1-24,3 1-12,0 0 9,-4 0 1,1-1 12,3 1 3,0 0-12,0-2-7,0 0-1,-3 2-2,3 0-3,0 0-8,0 0-2,0 0-7,0 0-6,0 0-4,0 0 1,0 0-10,0 0-10,0 0 10,0 0-12,0 0-1,0 0 0,0 0-1,0 0 1,0 0 0,0 0 0,0 0-1,3 0-18,-3 0 6,7 0-3,-4 0 16,6 2 1,-3-2 41,10 2-7,2-2 23,1 1-42,6-1-6,3 1-10,0 0-1,0 0 0,-4 2 1,1-2 0,6 0 0,-6 1-15,0-1-1,-3 1-13,-4-1 7,-2-1 21,-1 0-12,-6 0-10,1 0 1,-4 0-1,-3 0 23,-3 0 20,0 0 15,0 0 4,0 0-1,0 0-3,0 0-3,0 0 0,0 0-6,0 0 0,0 0-7,0 0-16,0-1-2,0-1 12,0 2 0,0 0 6,0 0 6,0 0-5,0 0-8,0 0-11,0 0 3,0 0 12,0 0-14,0 0-2,0 0-23,0 0-9,-3 0-9,3 2-4,0-1-12,0 1-4,-3 0-4,0 2 21,3 2 42,-3 2 1,0 1-2,-1 1-10,4 3 11,-6 0-14,3 2 16,3 1 23,-6 1-23,3 3 0,-3 0 10,-1-1-9,4 3 0,-3-3 3,-3 4-1,6-1-3,-3 1 2,2-1 1,4-3-1,-3 0-2,0-1-10,3-1 10,0-1 1,-3-1 1,3-1 14,0 0-2,-3-3-14,3 0-3,0-1 3,0-2-1,0 0-14,0-2-24,0 0 13,0-3-9,0 0-33,0 0 1,0-1-75,0 1 22,0-1-80,0 0 2,0-2-65,0 0-111,0 0-53,0 0 10,0-11 22</inkml:trace>
          <inkml:trace contextRef="#ctx0" brushRef="#br0" timeOffset="22714">180 3019 183,'0'0'163,"0"0"-79,0 0-31,0 0 328,0 0 85,0 0-144,0 0-137,0 0-68,0 0-3,0 0 15,0 6 20,3-6-10,4 0-29,-1 0-52,3 0-32,0 0 16,7 0-40,-4-2 14,7 0 1,3 0-17,-4 0-3,7-1-13,-3 1 15,-4-1-41,7 1-29,-6-2-71,-4 0-46,4 1-32,-7-1-1,-2 1-166,2-3-163,-6-2-108</inkml:trace>
          <inkml:trace contextRef="#ctx0" brushRef="#br0" timeOffset="23696">736 2797 205,'0'0'131,"0"0"-63,0 0-19,0 0 251,0 0 238,0 0-219,0 0-176,0 0-72,0 0 36,0 0 30,-16-13 15,13 12-74,0 1 19,3-1 13,0-1-20,0 0 4,-3 0-30,3 0-12,0-2-17,0 1 49,0-1-30,0 0-31,0 0-11,0-1 4,0 4-12,3-2 34,6-1-12,-3 1-26,4-3-52,2 3-8,4 1 18,-1-1 13,4 1 0,2 2 10,-2 0-17,0 0 23,-4 0-9,1 0-7,-1 3 13,-2 1-20,-4-1 4,0 4-16,-6 1 6,4-3 13,-4 4-16,-3 0 9,3 3-22,-3-1 32,0 2 13,0 3-13,-6-2 25,-4 0-12,-2 0-16,-1-1-36,-2 2 65,-1-3-19,1 2-7,-1-3 23,1-2-52,2 0 51,4-2-15,-3-3 19,6 1 3,-1-3 17,1 0-20,6-1-33,0 1 18,0-2 15,0 2 33,0-2 9,0 0-23,0 0-18,0 0 0,0 0 3,3 0-2,0 0 0,7 0 30,-1 0 27,6 2 5,-2 0-62,2 1 44,1 0-46,-1-1-20,4 3 17,-3 0-49,2 1 7,-2 1 32,-4 1-3,0 1-16,4 0 29,-7 3-26,4-2 10,-4 2-7,0 2 0,-6-2 3,1 2-42,2-1 36,-6 1 26,0 0-48,-6 1 50,-4-1-40,1-1 40,-10-1-51,4-2 36,-4 1 32,-3-4 13,1 0-13,-1-2 17,-3-2 25,0-1 1,1-2 86,-4 0-115,6 0 21,0 0-21,-3 0-11,7-1 10,2-2 10,1-2 22,5 2-6,4-2 7,3 1-62,0-1-10,0 0-16,3-2-48,0 2 16,0-1-111,0 0-3,3 1-116,3-2-135,4-3-350,2 0 196</inkml:trace>
          <inkml:trace contextRef="#ctx0" brushRef="#br0" timeOffset="25124">1052 2857 10,'0'0'189,"0"0"-78,0 0-82,0 0-16,0 0 3,0 0 7,0 0 0,0 0-3,0 0-1,0 0 330,3 1-95,-3-1-78,0 0-39,0 0-7,0 0 10,0 0-3,0 0-24,0 0-28,0 0-14,0 0 4,0 0-4,0 0-6,0 0 3,0 0-4,0 0 4,0 0-3,0 0-23,0-1-22,0-2-18,0 0 38,0 3 22,0 0-14,0-2-3,0 2-13,0-1-13,0-2-19,0 0 13,3 1-6,-3-1 25,3 0-13,4 0 7,-4 2-25,3-5 1,3 3 10,-3-1-10,4 0 44,5 1-46,1-2-26,2 1 23,1 1-23,3 1 7,-1 0 6,4 0 1,0 2 8,-3 0-9,-1 0-6,4 0 17,-6 0-14,3 0 3,-7 1-10,1 2-9,-7 1 0,0-1-3,-6 4-39,4-1 41,-7 1-5,3 1 2,0 2 36,-3 1-16,0 1-4,0 2-12,-3 0 10,-4 0-24,-5 2 43,0 1-3,-4-2-7,-6 2-7,4-3 17,-7 3-10,0-2 13,3-2 0,-2 0-3,2-2 3,6 0 3,-2-2-2,2-1-1,7-2-36,0-1 20,-1-1-19,10-1 19,-6-2 13,6 1 0,0 1 1,0-2 2,0-1 2,0 1-2,0-1 0,0 0 0,0 0 2,0 0 11,6 1 16,1 0 39,-1 0-22,6 1 12,1-1-10,2 1-22,4-2-10,2 1-12,4-1 14,0 0-17,3 0-2,-3 0-2,6 0-1,-3 0-18,0 0 22,3 0 0,-3 0-20,-1-1 20,-5 1 0,3 0-1,-3-2-31,-4 1-3,-5 0-14,-1 1-38,-3-1-33,-2 0 3,-4 0-49,0 0-19,-3 1-49,0-4-105,0 1-263,-3-4 73</inkml:trace>
          <inkml:trace contextRef="#ctx0" brushRef="#br0" timeOffset="25693">1880 2793 405,'0'0'20,"0"0"81,0 0 1006,0 0-903,0 0-41,0 0 57,0 0-6,0 0-27,0 0-42,0 0-52,13-11-35,-13 11 6,0 0 7,0 0-24,0 0-47,0 0-35,0 0-1,0 1-5,0 2-17,-6 2-6,-1 1 44,-2 2 20,-3 3 3,-4 1 16,1-1-19,-4 1 0,0 1-3,4-2-17,-1 0 1,1 1 16,-1-1-23,4-1 7,0-1 16,2-1-33,1-2 14,6-1-17,-3-1 37,6 0-37,0-2-25,0-1-17,0-1 3,0 0 26,0 1 23,0 0 7,0 1 22,0 0 14,6 0 44,0-2-9,3 2 2,1-1-12,2 1-4,4 0-15,2-2 24,4 0-43,-4 0 14,10 1 1,-3-1-16,0 0-1,3 0-21,0 0-8,-3 0-34,0 0 63,-1 0-1,-2 0-27,-3 0-23,-1 0 0,-5 0-6,-4-1-16,0 1-79,-2-4-77,-7 2-46,3-1-79,-3-4-349,0-2 155</inkml:trace>
          <inkml:trace contextRef="#ctx0" brushRef="#br0" timeOffset="26085">1868 2735 215,'0'0'212,"0"0"241,0 0 163,0 0-278,0 0-69,0 0-39,0 0-49,0 0-16,0 0-23,0 0-49,-3-3-29,3 3 0,0 0-12,0 0-24,0 0-15,0 0 0,0 0-13,0 1-13,0-1-16,0 3-6,0 1 3,0 2 26,0 1 6,0 4 29,0 1-4,0 1-9,0 1-13,3 3 17,0 0-19,-3 1 0,3 1 27,3 0-26,-3 2-2,4 1 0,-1-1 0,0 2 11,-3-4-10,6 3 21,-5-2-19,-1-2-3,3 0-26,-3-1-28,-3-1-29,3-1-36,0-1-52,-3 0 17,0-2-115,0 1 7,0-2-183,0-3-47,-3-4-182</inkml:trace>
        </inkml:traceGroup>
        <inkml:traceGroup>
          <inkml:annotationXML>
            <emma:emma xmlns:emma="http://www.w3.org/2003/04/emma" version="1.0">
              <emma:interpretation id="{16257594-C203-41EA-85DE-8066CE6F9B9F}" emma:medium="tactile" emma:mode="ink">
                <msink:context xmlns:msink="http://schemas.microsoft.com/ink/2010/main" type="inkWord" rotatedBoundingBox="21323,9301 23526,9329 23517,10027 21314,9998"/>
              </emma:interpretation>
              <emma:one-of disjunction-type="recognition" id="oneOf5">
                <emma:interpretation id="interp25" emma:lang="en-US" emma:confidence="1">
                  <emma:literal>seeds</emma:literal>
                </emma:interpretation>
                <emma:interpretation id="interp26" emma:lang="en-US" emma:confidence="0">
                  <emma:literal>Seeds</emma:literal>
                </emma:interpretation>
                <emma:interpretation id="interp27" emma:lang="en-US" emma:confidence="0">
                  <emma:literal>seed</emma:literal>
                </emma:interpretation>
                <emma:interpretation id="interp28" emma:lang="en-US" emma:confidence="0">
                  <emma:literal>scads</emma:literal>
                </emma:interpretation>
                <emma:interpretation id="interp29" emma:lang="en-US" emma:confidence="0">
                  <emma:literal>speeds</emma:literal>
                </emma:interpretation>
              </emma:one-of>
            </emma:emma>
          </inkml:annotationXML>
          <inkml:trace contextRef="#ctx0" brushRef="#br0" timeOffset="27258">3013 2909 285,'0'0'120,"0"0"-58,0 0 56,0 0 677,0 0-353,0 0-263,0 0-108,0 0 17,0 0 44,0 0 17,6-21-39,-6 19-62,-3 1-15,0-1 25,0 2 3,-4-2-32,1 0-29,0 1-13,-6-1-32,2 2 16,-5 0-19,-4 0 6,4 0-3,-10 0 22,6 0 7,-3 2-20,1 3 20,-1 0 16,3 1-3,-2 1-10,-1 0-6,6-1 15,1 1 2,3-1-14,2-1-13,1 2 29,3 0-2,3-4-2,3 2 1,-3-1-23,3 0 4,0 0 2,0-1 11,0 1 9,6 1 16,3 0 13,3-1 36,4 2-20,-1 0-6,4 0 9,3 0-32,-4-1 4,7 1-20,0 1 2,0 0 0,0 1-2,-4 0-12,1-1-7,-6 1 17,-1 0-11,-2 1-20,-4-1 14,-3 0-65,0-1-46,-3-1-15,-3 0 21,0 0 69,0 0 36,-9 1 19,0 0 35,-4-1-22,-2-1 59,-7 1-50,3-3-5,-5 0 28,-1-2-43,0 0 11,0-1 26,4 0-3,-1 0-35,6 0-1,-2-1 23,8-2 6,1 1 0,3 0-16,3-2-13,0 2-33,3-2-57,0 0-105,0 0-39,6-1 39,0 1-221,3-2-112,1 1-7</inkml:trace>
          <inkml:trace contextRef="#ctx0" brushRef="#br0" timeOffset="27974">3282 2989 199,'0'0'196,"0"0"312,0 0 98,0 0-336,0 0-108,0 0-3,0 0-65,0 0 0,0 0-42,0 0-7,-47-11-25,38 11-19,3 0 9,0 0-7,-4 0-2,4 2 16,0 2-17,-3-1-3,9 1-23,-7-1 10,4 1-7,3-1-22,0 1-1,0 0 24,0 0-27,0-1 30,0 2 16,3-1-14,4 0 14,2 1 3,0-1 23,7-1-4,-4-2-19,4 0-3,-4-1 3,7 0 48,-4 0-28,1 0-1,-4 0-19,4-3-35,-4-2 35,0 0 26,-2 0-23,-1 0 23,-3 0-10,3-2 32,-5 1-35,-1 1 54,-3 1-66,0-2 21,0 4 17,-3-2 6,-4 0-19,1 1-26,-3 0-16,0 0 16,-1 2 0,-2 0 2,3 0 4,-7 1 7,-3 0 23,4 0-4,-4 4 6,4 3-18,-4 0-18,4 3 0,2-1-2,1 1-2,3 0-1,-4 0 3,7 0 13,0 2-11,-4-2 0,10 1-1,-6-1-1,3 0 3,3-1-2,0 1-1,0-1-3,0-1 3,9 0 0,-2 0 1,5-1 12,0-1 10,1 1 2,9-2 7,-1 0-21,4-1-9,6-1-4,-3-1 1,3-1-41,3 0-16,3-1-42,-3 0-32,1 0-91,-1 0 3,-3-3-79,-3-4-157,-1-2-176,-8-2 19</inkml:trace>
          <inkml:trace contextRef="#ctx0" brushRef="#br0" timeOffset="28589">3868 2948 320,'0'0'91,"0"0"-45,0 0-4,0 0 636,0 0-265,0 0-198,0 0-108,0 0-16,0 0 29,-53-7 19,41 7-32,-1 0-39,-2 0 9,2 0 4,-2 0-32,-1 0-17,1 3-3,-1 1-27,4 1-2,3 1-13,-1 0 13,1-1 12,3 1-12,0-1-23,3 1-2,-1 0-11,1-2-3,3 1-16,0 0-3,0 0 23,0-1-20,7 1 32,2 2 23,0-3 38,10 1-37,-4 0 24,7-2-25,0-1-38,3 0 38,-1-2 0,1 0-26,-3 0-35,0 0-59,2-3 74,-5-3 14,0 0 6,-7 0 26,-3-1 2,1-1 63,-7 1-10,0 1-26,-3-1-6,0-1-21,-6 0 31,-4 1-33,1 1 55,-3-1-55,-1 1 0,-2 2-7,-4 0 7,4 2 0,-7 1 23,3 1-20,1 0 65,-1 0-45,4 4-4,-4 3 23,0 2-10,1-1-3,2 2-25,1 0-1,2 2 0,4-3-3,0 2-32,6-1 30,-4 1-19,4-1-18,0 1 36,3 0-13,0-1 3,0 0 11,3 0-15,7-1 15,-1 1-8,3-1 10,4 0 3,5 0-3,1-2-36,3-2-35,0 0 68,6-1-55,3-2-39,0 0-82,0-1 20,3-1-127,1 0-75,-1 0 15,3-2-42,-6-5-6</inkml:trace>
          <inkml:trace contextRef="#ctx0" brushRef="#br0" timeOffset="29261">4494 3045 179,'0'0'186,"0"0"-160,0 0 46,0 0 485,0 0 62,0 0-301,0 0-87,0 0-73,0 0 7,0 0-10,16-38 38,-23 34-106,1 1-68,0-3 7,-3 3 3,-1-2-13,-5 1-16,3 0-11,-7 1 8,-3 2 2,1-2 1,-7 2 0,3 0 2,0 1 20,0 0 7,4 0-16,-1 0-10,0 4-3,3 1 1,1 2-1,2 0-6,4 1-10,0-1-10,2 1-9,4 1-23,3 1 7,-3-1 12,6 2-9,0-2 6,0 2 17,0-2-11,3 0 7,6 1 3,4-2 25,-1 2 1,3-2 0,4-1-10,0-2-20,2-1-8,1-2 2,0-1-6,0-1 0,-1 0 20,-2 0 20,3-4-11,-4-3 13,-2-5 29,-1 0-4,1-1-5,-1-4-4,1-2-16,-1-2-3,1 0 3,-4-3 3,4 0-1,-7-2-4,0-1 1,4-1-1,-7 1-24,0-2 26,-3 1 13,0 0 32,-3 0-29,0 0 94,0 0-62,0 0-9,-6 0 57,0 1 20,0 2-113,-1 2 122,1 4 10,-3 5-75,3 2 23,6 6-3,-7 2-4,4 2-38,3 1-8,0 1-30,0 0-15,0 0-17,0 0-9,0 0-20,0 0-21,0 3-11,-3 4 10,-3 5 58,-3 2 25,3 4 10,-1 1 32,4 4-42,-3 0-2,3 2 2,3 1 16,0 1-14,0 0-1,0 2 0,0 0 0,0-1-1,0 3-27,3-2-21,3 0-9,-3 0-43,0 0-12,1-4-65,2 1-58,-6-2-44,0-2-26,3-2-42,-3-5-139,0-1-90,0-7 94</inkml:trace>
          <inkml:trace contextRef="#ctx0" brushRef="#br0" timeOffset="29779">4876 2934 380,'0'0'102,"0"0"-60,0 0 766,0 0-470,0 0-146,0 0 45,0 0-65,0 0-20,0 0-7,0 0-12,-7-28-50,7 26 36,-6 0-16,6 0-55,-6 0-48,0-1-3,-4 1-50,1 1 51,-3 1-34,2 0-6,-5 0 1,-1 0 2,1 0 0,-1 3 1,-2 3 18,2-1 9,1 3 9,2 1-9,-2-1-2,6 1 11,-1-1-27,1 0-13,6 0-13,0-2 0,3 0-16,0 1-4,0-2 11,0 2-4,6 0 68,3 1 2,4 0-2,-1-1 0,7 1 0,2-1 0,-2 1-52,0-1 7,2-1 41,-2 0-64,-4 0 0,-2-1 0,2 0 66,-8 1 2,2-1-36,0 1 10,-3-1-29,-3 1-16,-3 1-46,4 1-30,-4-1 33,0 1 78,0 1 36,-7-1 1,1 0 16,-6 0-17,-1 0 2,-5-3-2,-4 1 0,-6 0-49,3-2-91,-9-1-75,0-3-248,-3 0 52</inkml:trace>
        </inkml:traceGroup>
      </inkml:traceGroup>
    </inkml:traceGroup>
    <inkml:traceGroup>
      <inkml:annotationXML>
        <emma:emma xmlns:emma="http://www.w3.org/2003/04/emma" version="1.0">
          <emma:interpretation id="{8A776932-24A7-4685-A1F0-EBB6A55A9255}" emma:medium="tactile" emma:mode="ink">
            <msink:context xmlns:msink="http://schemas.microsoft.com/ink/2010/main" type="paragraph" rotatedBoundingBox="18977,11107 19552,10540 19783,10775 19208,1134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A4A01A1-3551-4A5D-97A1-55249BDCCD05}" emma:medium="tactile" emma:mode="ink">
              <msink:context xmlns:msink="http://schemas.microsoft.com/ink/2010/main" type="line" rotatedBoundingBox="18977,11107 19552,10540 19783,10775 19208,11342"/>
            </emma:interpretation>
          </emma:emma>
        </inkml:annotationXML>
        <inkml:traceGroup>
          <inkml:annotationXML>
            <emma:emma xmlns:emma="http://www.w3.org/2003/04/emma" version="1.0">
              <emma:interpretation id="{6C12061E-D903-4006-A381-5024B44AAB63}" emma:medium="tactile" emma:mode="ink">
                <msink:context xmlns:msink="http://schemas.microsoft.com/ink/2010/main" type="inkWord" rotatedBoundingBox="18977,11107 19552,10540 19783,10775 19208,11342"/>
              </emma:interpretation>
              <emma:one-of disjunction-type="recognition" id="oneOf6">
                <emma:interpretation id="interp30" emma:lang="en-US" emma:confidence="1">
                  <emma:literal>x</emma:literal>
                </emma:interpretation>
                <emma:interpretation id="interp31" emma:lang="en-US" emma:confidence="0">
                  <emma:literal>¢</emma:literal>
                </emma:interpretation>
                <emma:interpretation id="interp32" emma:lang="en-US" emma:confidence="0">
                  <emma:literal>4</emma:literal>
                </emma:interpretation>
                <emma:interpretation id="interp33" emma:lang="en-US" emma:confidence="0">
                  <emma:literal>X</emma:literal>
                </emma:interpretation>
                <emma:interpretation id="interp34" emma:lang="en-US" emma:confidence="0">
                  <emma:literal>K</emma:literal>
                </emma:interpretation>
              </emma:one-of>
            </emma:emma>
          </inkml:annotationXML>
          <inkml:trace contextRef="#ctx0" brushRef="#br0" timeOffset="42973">507 4121 13,'0'0'196,"0"0"-37,0 0-80,0 0-50,0 0 431,0 0-27,0 0-182,0 0-144,0 0-52,0 0 0,0 4 0,0-3-9,0-1-44,0 2-2,0 0-16,0 1 16,0-1 30,0 3 12,0 1 91,0 1-103,-3 0 21,3 1 4,-4 1-25,1 1-14,0 1 3,-3 1 4,3-1-23,-3 2 13,0 0-10,-1-1 23,1 1-13,0-1-10,0 0-1,3-2 1,-4 0 9,4-2-11,0-1-2,0 0-9,0-1 10,0-1 1,3-1-1,-3 0 1,0-2 18,3 2-19,-3-2 2,3-1-1,0 1 0,0-2 1,0 1-1,0-1 1,0 0 11,0 0-10,0 0-1,0 0 0,0 0 0,0 0 0,0 0 2,0 0 9,0 0 6,0 0 4,0 0-7,0 0 3,0 0-3,0 0 4,0 0 2,0 0 1,0 0-7,0 0 3,3 0 1,-3 0-8,3-2-8,0 1-4,3-1-32,0 1-10,1-3 16,-1 2 10,6 0 12,-3-2-21,4 3 2,2-1 20,1 0-23,2 1 25,1 0-19,3 0 19,0 0-2,-1 0 3,1-1 3,3 1-3,-4 0-158,4-2-49,0 1-66,-6-1-104,-1-5-301,-5-2-36</inkml:trace>
          <inkml:trace contextRef="#ctx0" brushRef="#br0" timeOffset="42292">984 3806 66,'0'0'245,"0"0"-206,0 0-16,0 0 3,0 0 7,0 0 628,0 0-322,0 0-160,0 0-59,0 0-13,0 0 23,0-8 23,0 8-24,0 0-28,0 0-14,0 0-6,0 0-13,0 0-4,0-1-3,0 1-3,0 0 0,0 0-9,0 0-1,0 0-7,0 0-5,0 0-4,0 0-10,0 0 1,0 0-4,0 0-16,0 0 0,0 0-3,0 0-1,0 0-21,0 0-7,0 0-6,0 0-4,0 1 7,0 0 0,-3 4-7,-3 0 20,0 3 19,-7 2 3,1 2 13,3 2-16,-7 2 0,1 2 0,2 0-2,-5 1-14,2 1 16,-6 2 0,7-1 13,-7-1-11,0 0-3,4 0 2,-4-2 8,4 1-9,-4 0-3,0-1-1,7 0-50,-4-1 15,4 0 36,-4-3-10,3 0-32,4-1 13,0 0 19,-1-3 0,1 1 10,2-2-20,4 0-9,-3-1 6,6-3 13,-3-1-3,3 0-20,-4-1-9,7 0 0,-3-1-7,0-1-19,3 2-10,0-2 23,0 0 16,-3-1-4,3 0-25,0 1-27,0-1-35,0 0-16,0 0-24,0 0-51,0 0-66,0 0-56,3-1 59,3-6-6,-12 12 284</inkml:trace>
        </inkml:traceGroup>
      </inkml:traceGroup>
    </inkml:traceGroup>
    <inkml:traceGroup>
      <inkml:annotationXML>
        <emma:emma xmlns:emma="http://www.w3.org/2003/04/emma" version="1.0">
          <emma:interpretation id="{E8FF2FB1-AC06-4831-AD60-46FAD7B85D89}" emma:medium="tactile" emma:mode="ink">
            <msink:context xmlns:msink="http://schemas.microsoft.com/ink/2010/main" type="paragraph" rotatedBoundingBox="18589,11720 24219,11688 24222,12213 18592,122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BA7055D-A7B1-4ED2-B389-9E6B7B5C89B9}" emma:medium="tactile" emma:mode="ink">
              <msink:context xmlns:msink="http://schemas.microsoft.com/ink/2010/main" type="line" rotatedBoundingBox="18589,11720 24219,11688 24222,12213 18592,12245"/>
            </emma:interpretation>
          </emma:emma>
        </inkml:annotationXML>
        <inkml:traceGroup>
          <inkml:annotationXML>
            <emma:emma xmlns:emma="http://www.w3.org/2003/04/emma" version="1.0">
              <emma:interpretation id="{70A2D9FC-D159-4DA3-8836-35AA1EF8B705}" emma:medium="tactile" emma:mode="ink">
                <msink:context xmlns:msink="http://schemas.microsoft.com/ink/2010/main" type="inkWord" rotatedBoundingBox="18589,11720 20353,11710 20356,12235 18592,12245"/>
              </emma:interpretation>
              <emma:one-of disjunction-type="recognition" id="oneOf7">
                <emma:interpretation id="interp35" emma:lang="en-US" emma:confidence="1">
                  <emma:literal>5474</emma:literal>
                </emma:interpretation>
                <emma:interpretation id="interp36" emma:lang="en-US" emma:confidence="0">
                  <emma:literal>547-4</emma:literal>
                </emma:interpretation>
                <emma:interpretation id="interp37" emma:lang="en-US" emma:confidence="0">
                  <emma:literal>5-474</emma:literal>
                </emma:interpretation>
                <emma:interpretation id="interp38" emma:lang="en-US" emma:confidence="0">
                  <emma:literal>3-474</emma:literal>
                </emma:interpretation>
                <emma:interpretation id="interp39" emma:lang="en-US" emma:confidence="0">
                  <emma:literal>547.4</emma:literal>
                </emma:interpretation>
              </emma:one-of>
            </emma:emma>
          </inkml:annotationXML>
          <inkml:trace contextRef="#ctx0" brushRef="#br0" timeOffset="49297">32 4913 261,'0'0'114,"0"0"-98,0 0 4,0 0-4,0 0 17,0 0 557,0 0-291,0 0-185,0 0-52,0 0 3,0 0 39,0-11 23,0 11-20,0 0-39,0 0-16,0 0 10,0 0-4,0 0-3,0 0 0,0 0-9,0 0-14,0 0 0,0 0-9,0 0-3,0 0-8,0 0-8,0 0-1,0 0-1,0 0 1,0 0-3,0 0 0,0 0-3,0 0-10,0 0-3,0 0-13,0 0-4,0 0-2,0 0 6,0 0 18,-6 0 11,6 2 2,-6 1 8,3 0-10,0 1-26,-4-1 24,7 2 2,-9-2-13,6 1 13,0 1 0,-3-1-1,3 2-28,0-3 28,-1 2 1,1-1 0,3 1-15,-3-2-7,3 1 22,0-1 2,0 0-2,0 1 29,0-1-27,0 1 24,0 0-26,3-1 1,0 1 32,4-1-14,5 2 30,0-2 6,4 2-4,3-1-2,-1-1-17,7 2-19,-3-2 10,3 1-20,-1-1-3,-2 2-26,3-1 23,-7 2 3,4-2-23,-6 3 4,-1 0-20,-2-1 7,-4 1 19,-3 0-16,0-2-13,-6 2-26,0 0-7,0 1-42,0 0 33,0 2 68,-9-1-43,0 1 44,-4 0 15,1-1 23,-7-1-20,1 1 33,-1-2 3,-6-2-16,0 1-20,1-3 29,-1-1-6,0-1-6,3-1-1,1 0-18,2 0 15,3 0 22,1 0-37,3 0 31,2-1-16,4-1 3,0 1 10,6-1-29,-3 0-19,0 1-13,0-3-17,3 2-61,0 0 45,0-2-159,0 2 29,0-3-108,0-2-280,0 0-46</inkml:trace>
          <inkml:trace contextRef="#ctx0" brushRef="#br0" timeOffset="49677">100 4923 178,'0'0'176,"0"0"-91,0 0-42,0 0 364,0 0 78,0 0-208,0 0-134,0 0-29,0 0-7,0 0 10,0 0-11,28 1-12,-15-1 0,-1 0-61,4 0 8,-1 0 1,1 0 42,2 0-45,-2 0-37,2 0-2,1 0 0,-3 0 0,-1 0-26,-3 0 24,1 0-18,-4 0 7,0 0-61,-2 0-65,-4 0 6,3 0-13,-3 0-19,3 0 6,-6 1-62,0 0-98,3 0-79,-3-1-9,0 0 9</inkml:trace>
          <inkml:trace contextRef="#ctx0" brushRef="#br0" timeOffset="50326">714 4919 213,'0'0'140,"0"0"-97,0 0-14,0 0 20,0 0 707,0 0-294,0 0-267,0 0-104,0 0-3,4 3 22,-4-3 16,0 0-29,0 1-42,0 0-26,0 0-16,0 1-12,-4 0-1,-2 2 0,0 0 3,0 3 17,-7 2 9,4 0-14,-6 0-15,-1 1 0,4 1 6,-7 2 7,4-1-9,-4 1-4,-3-3 0,7 2-12,-1-2 11,1 1-1,2-2-1,-2 1 1,2-1-11,1-2 0,3 1-19,-4 0 16,7-2-23,0-1 4,-3 0 12,6-3-22,-4 0 19,7 0 6,0 0 1,0-1-7,0-1 3,0 0 21,0 0 1,0 0-15,0 0-3,0 0 19,0 0 0,0 0 12,0 0-8,7 0 9,-1 0-11,3 0 46,3 0-6,4 0-9,3 0-7,2 0-13,-2 0-13,6 0 0,-7 0 0,7 0 0,-6 0-12,6 0 11,-7 0 2,1 0 11,2 0-12,-5 0-13,3 0 13,-4 0 0,-3 0-18,1 1-4,-1-1-72,1 0 32,-4 0-54,0 0-14,-3 0-46,1 0-54,-1 0-28,-6 0-64,0-2-170,0-4 33</inkml:trace>
          <inkml:trace contextRef="#ctx0" brushRef="#br0" timeOffset="50722">674 4928 51,'0'0'176,"0"0"-3,0 0-75,0 0 671,0 0-343,0 0-137,0 0-84,0 0-53,0 0-10,0 0 0,0 0-32,-6-3-68,6 3-40,0 0-1,0 0-1,0 0-2,0 0-24,0 1-6,0 1-4,0 1-12,0 2 12,0 2 36,0 1 50,0 3-49,0 3 15,0-1 0,0 3 0,0 1-15,0-1 22,0 3-22,0-3 15,0 3-16,0 0 12,0-1-11,0 1 30,0-1-31,0-1-1,-3-1-15,3 0 3,0-1-13,0-2-25,0 0 6,0-2-39,0 0-52,-3-2 10,3 0-49,0-1-56,0-1-29,0-2-81,0-1-119,0-3 1,0-1 101</inkml:trace>
          <inkml:trace contextRef="#ctx0" brushRef="#br0" timeOffset="52048">866 4936 133,'0'0'189,"0"0"-150,0 0-13,0 0 0,0 0 20,0 0 514,0 0-195,0 0-166,0 0-56,0 0-7,0 0 1,0 0 8,0 0-25,0-1-35,0 0-14,0 1-7,0 0 1,0 0 3,0 0-1,0 0-5,0 0-17,0 0-3,0 0-4,0 0-6,3 0 7,-3 0 9,10 0 0,-4-1-26,3-1-22,7 1-12,-1-1-14,4 1 13,3-1 11,-1 1-14,1 0 15,0 1 0,3 0-2,-4 0-1,1 0 2,-3 0-1,-1 0 2,-5-1 1,2 1-3,-3 0 1,-5 0 2,-1 0 2,-3-2 0,0 2 1,-3 0 16,3-1-3,-3 1 0,0 0 4,0-1 2,0 1-9,0 0 3,0 0 0,0 0-3,0 0-11,0 0 11,0 0 9,0 0-19,0 0 10,0 0-13,0 0-2,-3 0 0,3 0 0,-3 0-2,3 0-21,-3 1-10,3 2-17,-6 0-18,3 3 25,-4 0 45,-2 4 13,0 1-10,3 1-3,-1 0-15,1 2 3,0-1 12,0 2 2,-4 0-1,1 0 2,3 1-3,0 0-13,0-1 13,-1 1 0,1 0 0,0-1 0,0 0 0,3 1 0,0-1 0,-1-2-2,4 1-21,-3-3 7,3 1 3,-3-2-6,3 0 17,0-3-27,0 1-39,0-2-3,0 1 42,0-2-90,0 1-4,0-1-26,0-1-22,0 1-102,0-2-49,0-2 26,-3 0-89,0-1 72,3 0-42</inkml:trace>
          <inkml:trace contextRef="#ctx0" brushRef="#br0" timeOffset="52388">962 5133 224,'0'0'111,"0"0"-62,0 0-4,0 0 4,0 0 649,0 0-373,0 0-198,0 0-20,0 0 10,0 0 20,0 0-24,0 0-32,0 0-9,0 10-11,4-9 4,2-1 13,0 0 2,3 0 1,7 0-33,-1 0 17,4 0-33,3 0-10,-1 0-19,1 0-2,0 0-1,-4 0-33,1 0-15,0 0-42,-7-1-17,-3 0-15,1 0-24,-4 1-78,-6 0-78,0-1-140,0-3-119,0 1-9</inkml:trace>
          <inkml:trace contextRef="#ctx0" brushRef="#br0" timeOffset="53038">1536 4946 184,'0'0'205,"0"0"-104,0 0 567,0 0-225,0 0-150,0 0-102,0 0-58,0 0-10,0 0 26,0 0-17,0 0-42,0 0-12,0-2-1,0 2-19,0 0-23,0 0-16,0 0-17,0 0-1,0 0-1,0 2-19,0 1-13,-6 0 6,0 3 26,-4 1 16,-2 2 7,0 2-22,-4 2 0,-3-1 17,1 1-18,-1 0 0,1-1 0,-1 0-16,0 0 13,1-2 2,-1 2-15,7-3 15,-4 0-25,4-3-12,3 0 21,-1-1 14,7 0-26,-3-1 4,3-1-1,0-2-16,3 0-6,0-1 9,0 0 10,0 0 0,0 0-3,0 0-4,0 0 17,0 0 15,0 0 2,0 0 0,0 0-1,0 0 0,6 0 3,0 0 9,4 1 40,2 0-14,3 0 7,1 1-16,3-1-25,-4-1 0,10 1 25,-7-1 3,7 0-26,0 0 10,0 0-11,0 1 0,3-1 24,-4 0-25,1 0 15,-3 0-16,0 0-1,-1 0 0,-2 0-1,-4 0 1,-2 0-73,-7 0-29,3 0 74,-6 0-30,1 0 18,-4 0-21,0 0-16,0-2-32,0 1-81,3-2-160,0 0 26,0 0-193,-3-2-102</inkml:trace>
          <inkml:trace contextRef="#ctx0" brushRef="#br0" timeOffset="53424">1601 4951 302,'0'0'91,"0"0"-22,0 0 638,0 0-215,0 0-190,0 0-91,0 0-53,0 0-19,0 0 7,0 0-24,0 0-38,0 0-33,-6-5-12,6 5 3,0 0-4,0 0-19,0 0-19,0 1 0,0 2-25,0-2-14,0 2 4,0 2 35,0 0 3,0 3 0,0 2 10,0 0-12,-3 3 31,3 0-29,-3 1 0,0 0 0,3 1 0,0 2-6,0 0 6,0 2 10,0 0-10,0 0-2,0 2 1,0 1 24,0-1-26,0 2-2,0-1-69,0 1-51,0-2-45,0 2-62,0-2 8,0 0-148,-6-2-139,-4-2-205,4-5 93</inkml:trace>
        </inkml:traceGroup>
        <inkml:traceGroup>
          <inkml:annotationXML>
            <emma:emma xmlns:emma="http://www.w3.org/2003/04/emma" version="1.0">
              <emma:interpretation id="{E9B01604-8369-4198-8DBD-DA272267C4D0}" emma:medium="tactile" emma:mode="ink">
                <msink:context xmlns:msink="http://schemas.microsoft.com/ink/2010/main" type="inkWord" rotatedBoundingBox="22396,11700 24219,11690 24222,12096 22399,12107"/>
              </emma:interpretation>
              <emma:one-of disjunction-type="recognition" id="oneOf8">
                <emma:interpretation id="interp40" emma:lang="en-US" emma:confidence="1">
                  <emma:literal>1850</emma:literal>
                </emma:interpretation>
                <emma:interpretation id="interp41" emma:lang="en-US" emma:confidence="1">
                  <emma:literal>18 50</emma:literal>
                </emma:interpretation>
                <emma:interpretation id="interp42" emma:lang="en-US" emma:confidence="0">
                  <emma:literal>1 850</emma:literal>
                </emma:interpretation>
                <emma:interpretation id="interp43" emma:lang="en-US" emma:confidence="0">
                  <emma:literal>^ 850</emma:literal>
                </emma:interpretation>
                <emma:interpretation id="interp44" emma:lang="en-US" emma:confidence="0">
                  <emma:literal>' 850</emma:literal>
                </emma:interpretation>
              </emma:one-of>
            </emma:emma>
          </inkml:annotationXML>
          <inkml:trace contextRef="#ctx0" brushRef="#br0" timeOffset="64952">3756 5085 96,'0'0'163,"0"0"-92,0 0-51,0 0-4,0 0 23,0 0-19,0 0 9,0 0 353,0 0-37,0 0-117,0 0-49,3 3-13,-3-3-10,0 0-13,0 0-27,0 0-31,0 0-14,3 0-3,-3 0 6,4 0-3,-4 0-10,3-2-28,0-3-32,0 3 18,0-4 42,0 3-58,3-3-3,0 1 19,1-3 77,-1 0-67,3-1 7,0 0-33,-2-1-3,2-1 45,0-2-45,-3 0 34,4 0-33,-1 2 27,0 0-27,1-1 15,-4 1-16,3 1-19,-3 1 19,-3 3 13,4 0 0,-4 1 9,-3 3-9,0 2 22,0 0-9,0 0-10,0 0-13,0 0-1,0 0 1,0 0 26,0 0-27,0 0-2,0 0-16,0 0-16,0 0-13,0 1-12,0 3-1,0 0-13,0 2 20,0 2 37,0 3 14,0 0 13,0 3-13,0 0 2,0 2-3,0-1 1,0 2 0,0-1 0,0 1 2,0 0 11,0 0-10,0 0-4,0-2 2,0-1 13,0 0-13,0-2 1,0 1 11,0-1-13,0-3-33,0 1-83,0-1 103,0-2-77,0-1 6,0 0-71,0-2 32,0 1-36,0-1-42,0 0-33,0-1-91,0-1-7,0-2-76,0 0-91</inkml:trace>
          <inkml:trace contextRef="#ctx0" brushRef="#br0" timeOffset="65845">4321 5092 221,'0'0'143,"0"0"-100,0 0-14,0 0 13,0 0 620,0 0-229,0 0-280,0 0-108,0 0 85,0 0-39,24-16-20,-21 11 30,-3-2-39,4 2-40,-1-2 30,-3 0 16,3 0 15,0-1-82,0-3 1,-3 0-2,0 0 0,0-1 27,0-1-26,0 3-1,0-1 20,0 3 34,-6-1-15,3 3-19,-4 1-4,4 0 29,-3 3 16,3 0-61,-3-2-6,0 3-1,3-1-6,-7 0-12,-5 0-46,2 2 9,-2 0 61,-4 0-44,4 0 29,-4 1-29,0 3 41,1 1-15,2-1 0,-2 2-14,2 1 4,7 0 29,0 0-10,2 1 10,-2 0-16,6 0 15,-3 0-2,6-1-17,0 1 1,0-1 16,0 1 1,0 0 2,0-1 0,6 0 15,3 2 7,4-1 40,-1 0-27,7-1-2,-1 1-7,4-1-17,0-1 4,0 1-6,-1-1 19,1 0-25,3-1-1,-4-1 0,4 1-3,-3 2-6,3-3 8,-7 2-22,1-1-3,-4 2 25,-5 0-15,-1 0-23,-3-1-29,0 1-58,-2 0-23,-4 1 58,0 0 29,0 1 24,0 0 38,0 2 3,-10-2-2,1 2 1,-3-2 1,-4 0-3,-3-1-25,1-1 25,-4-3 0,0 1-13,-2-3-10,2-2 23,0 0-2,1 0 6,-1 0-4,3-1 26,1-4 22,2 0-9,4-1-19,-1-2 35,4 0-26,3 0-13,3-1 10,0-1 57,3 0-83,0 1-29,0-2 29,6 1-3,3 0-7,0 0 1,7-1-34,-1 0-44,1 2 48,3 0 16,-1 0-91,1 3 14,-1-1-1,1 1-10,0-1-104,-4 2-185,-3-3-141,1-1 209</inkml:trace>
          <inkml:trace contextRef="#ctx0" brushRef="#br0" timeOffset="67552">4761 4890 160,'0'0'186,"0"0"-167,0 0-6,0 0 13,0 0 7,0 0 182,0 0 202,0 0-166,0 0-101,0 0-17,0 0 10,0 0 7,0 0-17,0 0-23,0 0-13,0 0 7,9 5 6,-9-5 3,0 0-7,0 0-12,0 0-27,0 0-5,0 0-21,0 0 1,0 0 0,0 0-4,0 0-36,0 0-2,0 1-19,0-1-13,0 1-7,-3 0-15,0 0-20,0 1 0,0 0 3,0 1 71,-4 1-1,4 2-12,-3-2 13,3 2-2,-3-1 2,3 0 0,-3 1-3,6-2-11,-4 1 12,4 0-9,-3 0-15,3-2 0,0 3-19,0-3-23,0 2 46,0 0-1,7 1 10,-1 0 13,3 0 26,0 0-3,7 1-21,-1 0 25,4-1-27,0 1 0,-1 0 15,4-2-15,0 2-9,-4-2 8,1-1 0,-1 1-38,-2 0 17,2 0 18,-8-2-22,2 2 7,-6-3-13,-3 2-20,-3-1-13,0 0-39,0 1-74,0 0 175,0-1-62,0 3 45,-6-2 14,-3 1 4,0 0 4,-4 0 103,1-2-73,-7 2-31,1-2 48,-4-1-7,-3 0-41,3-1 26,-5-1-27,5 0-48,0 0 46,0 0-31,7 0-9,3 0-13,2 0 53,4 0-60,3 0-13,3 0-35,-3-1-33,3-1-43,0-1-276,0-2 41,0-2-67</inkml:trace>
          <inkml:trace contextRef="#ctx0" brushRef="#br0" timeOffset="67896">4786 4932 50,'0'0'228,"0"0"-110,0 0-50,0 0-22,0 0 619,0 0-232,0 0-212,0 0-95,0 0-6,0 0 23,0 0-1,0 0-51,31 0-14,-16 0-41,1-1-11,2 1-25,4-1 0,-3 1 2,2-1-2,1 1 0,0 0-1,2-1 1,-2 0 0,0 0-1,-4 1 1,1-1-49,0 0-90,-7 1 0,0-1-29,1 1 22,-4 0-56,-3 0-227,4 0 67,-4-1-6,-3-2-23</inkml:trace>
          <inkml:trace contextRef="#ctx0" brushRef="#br0" timeOffset="68395">5362 4902 274,'0'0'75,"0"0"-23,0 0-6,0 0 202,0 0 338,0 0-277,0 0-159,0 0-33,0 0 22,0 0-2,0 0-14,-28 4-39,22 0-10,-6 2 17,3 0-14,-4 0-28,4 1-46,-4 1 36,1 0-4,3 2-33,-4 0 30,1 1-19,3 2 16,2-1-29,-2 0 0,0 2 16,3-1-3,3 0-12,-4-1-1,7-1-18,0 1 18,0-2-26,0 0 13,0-1-19,3 1-10,7-1 39,2 1-13,-3 0 15,7-2 1,3 1 0,-1-2-13,4-1-6,-4-2-43,4-1 46,0 0-13,0-3-9,2 0 38,-2 0 0,0 0-48,3-5 48,-4 0 18,1-4-17,-7 1 47,4-4 10,-7 1-42,1-2 3,-4-2-6,-6 0 39,0 0-13,-3 0-23,0-1-13,-3 2 42,-6-1-26,-3 0 20,-1 2-39,-2-1-39,-4 3-15,-3 1 37,1 1 16,-4 2-86,3 2 0,-6-1 16,3 5-61,1 1-11,-1 0-136,3 0-124,-3 0-307,4 0-4</inkml:trace>
        </inkml:traceGroup>
      </inkml:traceGroup>
    </inkml:traceGroup>
    <inkml:traceGroup>
      <inkml:annotationXML>
        <emma:emma xmlns:emma="http://www.w3.org/2003/04/emma" version="1.0">
          <emma:interpretation id="{8B2D6730-54A7-4265-A648-BCAE43C8A3BE}" emma:medium="tactile" emma:mode="ink">
            <msink:context xmlns:msink="http://schemas.microsoft.com/ink/2010/main" type="paragraph" rotatedBoundingBox="18653,12480 25313,12487 25312,13212 18652,1320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E7FF28C-1A23-4A3A-BCE8-7272967D3969}" emma:medium="tactile" emma:mode="ink">
              <msink:context xmlns:msink="http://schemas.microsoft.com/ink/2010/main" type="line" rotatedBoundingBox="18653,12480 25313,12487 25312,13212 18652,13206"/>
            </emma:interpretation>
          </emma:emma>
        </inkml:annotationXML>
        <inkml:traceGroup>
          <inkml:annotationXML>
            <emma:emma xmlns:emma="http://www.w3.org/2003/04/emma" version="1.0">
              <emma:interpretation id="{8D6D195B-8D4D-4BB8-AA83-AF109BDE5A5F}" emma:medium="tactile" emma:mode="ink">
                <msink:context xmlns:msink="http://schemas.microsoft.com/ink/2010/main" type="inkWord" rotatedBoundingBox="18653,12580 20777,12582 20777,13190 18652,13189"/>
              </emma:interpretation>
              <emma:one-of disjunction-type="recognition" id="oneOf9">
                <emma:interpretation id="interp45" emma:lang="en-US" emma:confidence="1">
                  <emma:literal>Round</emma:literal>
                </emma:interpretation>
                <emma:interpretation id="interp46" emma:lang="en-US" emma:confidence="0">
                  <emma:literal>Roved</emma:literal>
                </emma:interpretation>
                <emma:interpretation id="interp47" emma:lang="en-US" emma:confidence="0">
                  <emma:literal>Rand</emma:literal>
                </emma:interpretation>
                <emma:interpretation id="interp48" emma:lang="en-US" emma:confidence="0">
                  <emma:literal>Raind</emma:literal>
                </emma:interpretation>
                <emma:interpretation id="interp49" emma:lang="en-US" emma:confidence="0">
                  <emma:literal>Rosend</emma:literal>
                </emma:interpretation>
              </emma:one-of>
            </emma:emma>
          </inkml:annotationXML>
          <inkml:trace contextRef="#ctx0" brushRef="#br0" timeOffset="56580">60 6002 207,'0'0'176,"0"0"-92,0 0 549,0 0-233,0 0-130,0 0-91,0 0-46,0 0-13,0 0 3,0 0-10,0 0-32,0-7-20,0 7-6,0 0 0,0 0-4,0 0-6,0 0-9,0 0-7,0 0-16,0 0-13,0 0-3,0 2-22,0-1-7,0 1-10,-3 0-13,3 3-6,0 3 61,0 2 1,0 1 1,0 2 27,0 1-29,0 1 17,0 0-16,0 1-1,0 0 0,0 1 0,0 0 0,0 1 11,3-1 1,-3 0-11,3-2-2,-3 1 2,0-1-2,0-3 2,3 0 17,-3 0-16,0-2 11,0-2-13,0-3 0,0 0-19,0-4 16,0 0-14,0 0 1,0-1 13,0 0 2,0 0 1,0 0 16,0 0 13,0 0 10,0 0 35,0-3 6,0-3-3,-3-2-77,0-2 0,0-3-86,-3-3 44,-3-1 19,2-2-28,1-1-10,3-1 41,-3-1-54,3-1 13,0 0-26,0-2-4,3 1 39,0 1 17,0 0-23,6 0 25,0 1 7,0 1-35,3 0 61,1 0-20,-1 1 40,3 2-22,1 0 4,-4 0 35,4 2 8,-1 2-10,0 1-22,1 3 5,-1 1-16,4 1-1,-7 3-1,7 1-26,-4 1 13,0 2 13,4 1 9,-4 0-9,4 0-13,-4 0-14,4 4 25,-4 2-35,4 2 4,-4 0-12,0 2-39,1 0 38,-7 2 7,3 2 23,-3-1-33,-2 2 49,-4 0 17,0-1 31,0 2 14,-7 0-49,-5-1-13,-4 0 0,-2-1 55,-4-2-55,0-1-34,1-2 30,-4 0 4,0-2 14,0-2-11,4-1 17,-1-2 6,3-1-26,1-1-8,2 1 8,1-1 4,2 0 35,1 0-20,9 0-16,-3 0 33,2 0-4,4 0 33,-3-1-7,3 1-16,0 0 26,0 0 32,0 0-19,0 0-23,0 0-6,3-1-43,1 1-9,-4 0-2,0 0-14,3 0-13,-3 0 7,3 0-1,0 1-19,3 1 7,-3 3 1,3 1 33,4 1 1,2 0-19,0 4 19,-2 0-13,5 1 13,-2 3 17,2-1-17,1 2 1,-1 0 1,1 1 2,-1-1-4,-2-1 1,2 1 2,-2 0-3,-1-2-42,-3-1-49,4-2-6,-4 0-32,0-2 74,1-1-124,-1-1-16,0-2-81,-3-1-151,1-3-42,-1-1-43</inkml:trace>
          <inkml:trace contextRef="#ctx0" brushRef="#br0" timeOffset="58292">525 6116 196,'0'0'199,"0"0"-98,0 0 590,0 0-197,0 0-211,0 0-101,0 0-76,0 0-18,0 0-4,0 0-45,-15 3-38,12 1 2,0 0 9,-1 1-11,-2 1 24,0 3 26,0 1 4,0 0-16,-1 1-16,1 0 18,3-1-12,0 2-27,0-1-2,3-1-11,0 0 11,0 0 3,0-1 10,3 0-13,3 0 45,4-1 3,-1 0-12,-3 0-11,10-2 11,-4 0 5,3 0-25,-2-4 13,-1 1-13,7-2-13,-4 0-1,-2-1 0,-1 0 17,4 0 3,-7-2-9,3-3-10,-2-1 23,-4-1-25,0-1 11,0-1-12,-3-1-2,-3-1-30,0 0-36,0-2-9,0 0 4,-3-1 47,-6 2-16,0 0 7,-1-1-27,-2 2-2,-3 1 38,2 1 7,-2 1 6,-1 1-13,1 3 23,2-1-20,1 2 7,2 1 14,-2 1-21,6-2-2,0 3 22,3 0 1,3 0-33,0 0 35,0 0 0,0 0-32,0 0-6,0 0 2,0 0 0,3 0 1,3 0 35,0 3 10,3-2 45,1 2-7,2-1-3,4 0 7,-1 0 0,4-1-52,-4 0 35,4-1-33,-1 0 0,1 0 9,0 0-7,-4 0-3,1 0 24,-4-1-23,4-2 30,-7 0-19,-3 0 16,0-1 25,-3 1-15,0 1-7,1 0-30,-4-1 18,3 2-4,-3 1 19,0 0 7,0 0-7,0 0-9,0 0 9,0 0 4,0 0-20,0 0-19,0 0-16,0 0-10,0 0 4,0 1-7,0 2-16,0 0-6,0 0 2,0 3 49,0 2 4,0 2-2,0-1 0,0 2 11,0-1-12,0 1 0,3 1 13,0-1-13,6 1 20,0 1-1,1-3-17,-1 1 10,7-3 12,-4 1-25,3-1-10,1-2-16,-1-2-6,1-1-16,-1-1 3,1-2 12,-1 0 14,4 0 19,-3 0-3,-1-2-8,1-3 11,-4-2 0,0-2-19,-2-2 17,-1 0 4,0-3-4,-2-1-40,-4 1-1,0-2 41,0 0-32,-3 0 21,0 1-90,0 0 71,0 1 29,0 1-1,0 3 4,0 2 26,-3 1-7,3 3 65,-3 2 36,3 1-46,0 1-3,0 0-23,0 0-29,0 0-17,0 0 0,0 0-2,0 0-16,0 0-9,0 0-14,0 2-3,0 2-3,0 0 13,0 2 30,0 2 1,0 1-2,0 1 3,0 2 32,0 1-32,0 0 3,3-1 0,0 1 10,3 0-13,0-1 2,4 1 1,-4-1 26,3-1-25,3 0 21,-2-2-2,5 0-23,-2-2-15,2-1-11,-2-2-3,2 0-19,1-2-10,2-1-7,-2-1 62,2 0-32,1 0-20,-1 0-23,-2-4 1,-4-3 21,4-1-37,-7-2-1,0 0 6,-2-4 85,-7 0-46,6-2-84,-6 0 0,0-1-17,0 2 20,0 1 65,-3-1 65,0 3 52,-4 3-39,4 0 146,-3 2-58,3 0 39,-3 3 45,6 0 3,-3 0-52,0 3 10,3 0-37,0 1-18,-3 0-11,3 0-25,0 0-29,0 0-7,0 0-18,0 0-1,0 0-29,0 3-16,0 1 45,-4 2 10,1 2-10,0 2-9,-3 2 9,6 0 39,-3 0-36,3 2-2,-3-1 0,3 2 1,0 0 18,0-1-18,0 0 0,0-1-2,0-2 0,0 2 12,0-4-12,3 0 3,0-2-3,-3-2 0,0-1-15,6-2-27,-3-1 20,-3-1-17,0 0 8,3 0 31,1 0 22,-1 0 20,3-3 39,3-3-11,0-1-39,7-3-31,3-1 0,-4-2 0,1 0 0,2-1-35,-2 0 3,2-1-7,1 1-64,0 0 36,-1 2 28,-2 3 7,-4 1 19,0 1 11,-2 3 0,-1 0-18,-3 2 17,0 1 3,-2 1 16,-1 0-14,0 0-2,0 0-16,-3 1 14,3 3 2,0 1 29,3 2 26,-3 2-54,0 0 0,1 1 1,2 1 0,-3-1-2,3 3 13,-6-1-13,6 1 2,-3 0-2,0-1-16,1-2-32,-1 0-17,3-1-22,-6 0-23,6-1-23,-3-1-32,6 0-130,-2-3-47,2 0-107,6-3-125,-2-1 175</inkml:trace>
          <inkml:trace contextRef="#ctx0" brushRef="#br0" timeOffset="59003">2100 6226 342,'0'0'101,"0"0"-55,0 0 599,0 0-202,0 0-267,0 0 54,0 0-54,0 0 28,0 0-69,0 0-28,-21-55 12,15 48-54,2 0 28,-5 0-48,0 0 25,0 0-22,2 1-12,-2 0-36,0 1 1,-4 1 44,1-2-45,0 3-13,-1 1 0,-2 0 12,2 1-2,-2 1-26,-1 0 10,4 0 17,-4 0-24,-2 2 23,2 3-8,1 2 9,-1 0-9,1 0 11,5 1 2,1 1-1,0 1 3,6-1-4,0 2-23,-1-2 20,4 1-41,0 0 43,0 0-24,7 0-3,5-1-5,0 1 33,7-1 20,0-3-20,-1 0-73,7-2 53,-3-1-79,3-2 99,-4-1 0,4 0-23,-3 0 21,-4 0-63,1-3 23,-3-4-13,2-2 20,-9-1-1,4-2-15,-4-3 51,0-2-52,1 0 51,-4-2-35,0-1-19,0-1-7,-3 0 1,1-2 12,-4-1 25,0 3 24,0-3 3,0 2 35,0-1-34,0-1-4,-4 1 129,1-1-35,-3 3-6,3 2 57,-3 2-90,3 4 58,0 1 29,0 3-78,3 4 13,-4 1 10,4 2 9,0 1-33,0 1-31,0 0-21,0 0-11,0 0-19,0 0-10,0 0-28,0 5-20,-3 1 6,0 2 68,3 4 3,-6 1 23,3 2 18,-3 2-28,3 4-10,-4 0 16,4 3 1,-3 0-18,6 0-2,-3 2 0,3-3 13,0 2-13,0 0-2,0 1 2,0-1 0,3 1 3,0-2 16,3 1-19,-2 0-1,2-3-118,0 2-3,3-2-71,-3-2-71,4 0-47,-1-5-134,-3-3-176,4-5-464</inkml:trace>
        </inkml:traceGroup>
        <inkml:traceGroup>
          <inkml:annotationXML>
            <emma:emma xmlns:emma="http://www.w3.org/2003/04/emma" version="1.0">
              <emma:interpretation id="{4A159646-3239-4598-BECC-0374650FA403}" emma:medium="tactile" emma:mode="ink">
                <msink:context xmlns:msink="http://schemas.microsoft.com/ink/2010/main" type="inkWord" rotatedBoundingBox="22618,12484 25313,12487 25312,13212 22617,13209"/>
              </emma:interpretation>
              <emma:one-of disjunction-type="recognition" id="oneOf10">
                <emma:interpretation id="interp50" emma:lang="en-US" emma:confidence="1">
                  <emma:literal>wrinkled</emma:literal>
                </emma:interpretation>
                <emma:interpretation id="interp51" emma:lang="en-US" emma:confidence="0">
                  <emma:literal>w tinkled</emma:literal>
                </emma:interpretation>
                <emma:interpretation id="interp52" emma:lang="en-US" emma:confidence="0">
                  <emma:literal>wind led</emma:literal>
                </emma:interpretation>
                <emma:interpretation id="interp53" emma:lang="en-US" emma:confidence="0">
                  <emma:literal>w winkled</emma:literal>
                </emma:interpretation>
                <emma:interpretation id="interp54" emma:lang="en-US" emma:confidence="0">
                  <emma:literal>wink led</emma:literal>
                </emma:interpretation>
              </emma:one-of>
            </emma:emma>
          </inkml:annotationXML>
          <inkml:trace contextRef="#ctx0" brushRef="#br0" timeOffset="70540">4001 6115 351,'0'0'153,"0"0"-149,0 0 713,0 0-311,0 0-155,0 0-60,0 0-48,0 0-10,0 0-1,0 0-22,0 0-36,0-12-22,0 12-11,0 0-5,0 0-10,0 0-23,0 0-3,0 0-11,0 0-18,0 0 0,0 1-9,0 1-7,0 1-1,0 4 27,0 0 19,-3 1-3,-3 1 3,6 1 0,-6 1-4,6 0 2,-3 1 1,-1 1 2,1 0 0,3 0 0,0-1 3,0-1-4,0 2 22,0-4-22,0 0 12,0 0-12,0-3 0,7 0-32,-4-1 2,3-1 28,3-2 2,-3 1 0,4-2 1,-1-1 28,0 0 16,7 0 6,-7 0-28,3-2 22,1-4-16,2-2-13,-2-2-3,-1 1-12,1-1 36,-4 0-37,0-2 0,0 0-19,-2 2 19,-1-1 0,-3 1-6,0-1 6,0 4 0,-3 1 1,0 3 5,0 0 7,0 3-6,0 0 38,0 0-13,0 0-18,0 0-14,0 0-29,0 0 26,0 0-17,0 0-9,0 0-6,0 0-7,0 0-3,0 1 0,0 1-6,0-1 5,0 1 8,0 2 10,3 2 28,3 2 25,4 0 4,-1-1-25,4 0 15,-1 1 4,3 0-23,1-2-23,3-1 4,-4 0-18,4-2 37,-1-2 0,-2 1 2,-1-2 24,4 0-23,-4 0 20,-2 0-20,-1-5 7,-3-1 19,1 1-26,-4-2 23,0-1-23,-3 0 36,0-2-38,0 0-1,-3 0 0,0 0-1,0-3 4,-3 2-3,-3-1 39,-3-1 12,0 1-44,-4 1 21,4 0-56,-4-2 15,-2 4 13,3-2 0,-7 3-81,3 0 46,-2 1-36,5 2 35,1 0 36,3 3-22,3 0 12,2 1-25,1 1 2,3 0-12,0 0-7,0 0-77,0 0-127,0 0-115,3 3-84,1 3 295,2-2-146,3 0-14,3-3-83</inkml:trace>
          <inkml:trace contextRef="#ctx0" brushRef="#br0" timeOffset="71275">4593 6039 380,'0'0'79,"0"0"-53,0 0 349,0 0 354,0 0-274,0 0-167,0 0-103,0 0-24,0 0-6,0 0-11,7 2-45,-7-2-38,3 0-10,0 1-28,0-1-23,-3 1-13,3 0-13,3 1-12,0 1-7,1 1-3,2 0 6,-3 2 4,0 1 38,4 3 1,-4 0-1,0 2-45,-3 1 16,3 0-25,-6 0 21,0 0-57,0 1 29,0 0 6,-6-1-13,-3-1-6,3-1 58,-7 1-88,4-3 46,-4 0-7,4-4 20,3 0 2,0-4 41,0 0-12,-1-1 14,7 0 38,0 0 24,-3 0 6,3 0-10,0 0-58,0-2-61,0-4 41,0-1 7,6-2-6,1-1-20,2 0-13,3-1 36,1 1-23,-1-1 7,4-1 6,-4 3 3,4 0 7,2 1 15,-2 2 1,-4 1 32,1 0-29,2 0 53,-3 2 41,1-1-68,-1 1 75,-2 1-43,-4-1 4,3 2 25,0 1-22,-2 0-19,-1 0 18,-3 0-15,0 0-10,-3 0 3,3 0-16,0 0-27,-3 0-1,3 0 15,0 2-3,4 3 0,-4-2-12,3 3 37,-3 0-9,3 1-26,-3 4 23,3-2-24,1 2 22,-4 0-24,3 0-3,-3 2 1,3-2 0,-3 0-30,-3 1 32,3-1-16,1 0 3,-4-1-19,0 0-48,0-2-14,0 0 69,0 0-53,0-3-89,0 0-37,3-1-7,-3 0-110,3-2-1,0-2-76,0 0-162,0-3 88</inkml:trace>
          <inkml:trace contextRef="#ctx0" brushRef="#br0" timeOffset="71519">4947 5945 446,'0'0'287,"0"0"623,0 0-591,0 0-144,0 0 48,0 0 49,0 0-82,0 0-68,0 0-64,0 0-42,-16-15-16,16 15-32,0 0-20,0 0-51,0 0-96,3 0-102,1 1-65,5 5-34,-3 1-69,0 1-85,0-1 72,-24-21 422</inkml:trace>
          <inkml:trace contextRef="#ctx0" brushRef="#br0" timeOffset="72100">5034 6109 257,'0'0'110,"0"0"-41,0 0 6,0 0 986,0 0-662,0 0-191,0 0-65,0 0-1,0 0 32,0 0 0,3 4-55,0-2-52,-3-1-34,0-1-33,0 1-14,0 1-15,0 1-19,0-1-7,0 3 34,0 2 21,0 1 1,3 3 31,0 1-30,0 1 1,-3 1 10,6-1-12,-3 2 2,1-3-3,-1 0 0,-3 0-48,3-4-19,0-1 18,0-2 11,-3-2-4,0 1 16,3-2 13,-3-2-3,0 0 13,3 0 1,-3 0 2,3 0 25,-3 0 37,6-3 25,-2-3-84,2-2 14,0-2-17,-3 0 0,6-3 11,-2 1-11,2-2-15,0 0-11,-3-1 3,7 0-31,-4 1 11,0 1 41,1 1-32,-1 3 15,-3 3 19,0 2-3,-2 1 3,-1 2 58,0 0 0,0 1-36,0 0-22,-3 0 0,3 0-29,0 0 23,0 5 6,3 2 64,-2 0 4,2 3-10,0 0-33,0 2-24,0 2 12,1 0-13,2 1-16,-6 1 5,3 1 9,-6-2-12,3 1-11,0 0-7,-3-1-20,0 0-35,0-1-16,0-2-20,0-1-42,0-2-16,0-2-24,3-2-81,-3-2-72,4-1-3,-1-2-37,6 0-26</inkml:trace>
          <inkml:trace contextRef="#ctx0" brushRef="#br0" timeOffset="72865">5731 6096 212,'0'0'192,"0"0"447,0 0 38,0 0-313,0 0-128,0 0-67,0 0-63,0 0-28,0 0-33,0 0-45,-15 0-20,6 3 20,-7 3 26,-3 0-24,1 1 34,-4 1-34,-3 1 1,0-1-3,4 1 0,-1 0-12,3-1 9,4 0 3,-1-3 1,7 1-1,0-2-2,3 1-11,3-3 10,-1 0-20,1 1-22,3-2-23,0 0-12,0-1 28,0 1 17,0-1 5,0 2 1,7-1 29,-4 2 4,3 0 76,3 0-18,0 2-17,4-2-10,-1 3 14,4-1-46,2 1 20,-2 1-4,6-1-19,-1-1 0,-5 1-1,6-1-1,-4 1-17,1-1-36,-4-2-45,4 1-7,-4 0-52,1-1-32,-4-1-65,4-2-83,-7 0-289,3 0 25</inkml:trace>
          <inkml:trace contextRef="#ctx0" brushRef="#br0" timeOffset="72456">5514 5862 919,'0'0'30,"0"0"1040,0 0-888,0 0-8,0 0 43,0 0-1,0 0-65,0 0-58,0 0-72,0 0-21,-9-11-16,9 13-16,0 2-16,0 3-3,-3 2 51,0 2 15,0 4-14,3 2-1,-3 1 38,3 2-35,-4 0 17,4 2-17,0-1-3,0 3 2,0-2 1,0 3-3,0-2 2,0 1 18,0 0-17,0-2-3,-3 0-51,3-2-7,0-2-109,0-1 41,0-2-42,0-2-46,0-3 14,0-1-148,0-2-95,0-5 66,3-2-67,4 0 20</inkml:trace>
          <inkml:trace contextRef="#ctx0" brushRef="#br0" timeOffset="73242">6035 5831 421,'0'0'505,"0"0"120,0 0-407,0 0-4,0 0 75,0 0-34,0 0 3,0 0-94,0 0-23,0 0-32,-40-82-16,40 82-7,0 0-29,0 0-22,0 0-20,0 0-15,0 0-23,0 3-18,0 0-16,-3 4-4,0 0 42,0 3 19,-1 3 32,1 3-6,0 2-14,0 2-8,0 0 21,0 3-23,3-1-1,-3 2 11,3 0-11,0 2 14,0-1-13,0 0-2,0 2 0,0-2-22,3-1-33,0 2 1,-3-2-26,0-1-3,0-2-74,0-1-52,0-3-94,0-2 57,0-3-91,0-2-76,0-4-115,0-4-3,0-2 133</inkml:trace>
          <inkml:trace contextRef="#ctx0" brushRef="#br0" timeOffset="74383">6138 6074 352,'0'0'20,"0"0"94,0 0 863,0 0-573,0 0-116,0 0-45,0 0-75,0 0-48,0 0-27,-13-1-38,13 1-55,0 1-29,-3 2-16,0 2 25,-3 0 7,0 1 26,-1 2 8,1 0-21,0 0-4,3 1 1,0 0-13,3-1 0,0 1-3,0 0-7,0 0-26,6-1 10,0-2 41,3 0 1,1 0-26,2-3 17,4 2-20,-1-4 58,1 0-20,-1-1-9,-2 0-22,2 0 2,-3-1 8,1-5-24,-4-1 36,0 1 0,-2-1 0,-4-1 23,0-1 15,-3 0-38,0 0-80,0 2 80,-9-1 35,2 1-35,-2 1 20,0-1-20,-4 3 12,1 1-12,0 2 0,-1 0 58,1 1-4,-1 0-54,-2 0 23,2 3 12,1 3-18,0 1-15,-1 1 14,4 2-16,0 0 16,-1 2 3,4 0-19,0 0-13,3 0 11,3 1-11,0 0 12,0 0-18,0-1 17,6-1-1,3 1 0,7 0 3,-1-1-3,4 0-10,0-2 12,5 0-34,1-1-23,0-2 32,3 0-48,0-2 19,3-1-13,-3 0 22,3-3-41,0 0 12,-3 0-22,3-3 23,-4-4 31,-2-2-25,0-1-7,-6-2 49,-4 0-3,4-2-3,-7 0 9,-2 0 46,-4-1-4,0 0-19,-6 0 42,0-1-29,0 3 88,0 1 68,-3 0-91,-3 2 45,-4 1 97,1 1-85,3 2-18,-3 0-47,-4 0 14,1 2-62,-1 0-19,1 2 32,-7 0-33,4 1-2,-4 1 32,4 0-32,-4 0-3,4 4 3,-4 1 0,7 2 0,-4-1-14,4 2 14,-1 1-2,4 0-14,0 2-16,-1 0 9,7 0-31,-3-1 31,6 0-22,0 1-10,0-2 7,0 3-23,9-4 16,4 2 42,2-3-51,1 0 9,5-2-36,-2-1-45,6-3-26,-3-1 32,-1 0-101,4 0-16,0-4-72,-3-5 94,-4-1 3,4-5 98,-3-1 79,-4-4 45,-3-1 53,1-3 87,-1-1-35,-6-1 5,1-2 63,-4-2-82,0 0 46,-3-2-16,0 1 12,0-2 75,-3 0-107,-3 3 71,-4 1 19,1 2-13,3 2-19,-4 3 44,1 0-20,3 4-116,0 2 14,3 4 21,-4 4 3,7 4 4,-3 1-36,3 3-16,0 0-38,0 0-19,0 0-1,0 0-24,0 0-26,0 3-26,0 2-15,-3 5 47,0 3 45,0 4 20,-3 3-8,3 4-11,0 0 0,0 4 15,3 3 4,-4 2-20,-2 2 3,6 2-3,-6 1 1,3 0 1,3-1 14,-6 0-10,3 1-6,-4-2-76,4 1-46,-6-1-86,3-1-49,-7-2-131,4-2-63,0-4-105,-4-5-490</inkml:trace>
        </inkml:traceGroup>
      </inkml:traceGroup>
    </inkml:traceGroup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02:36.228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BC2C5B9-AE33-4E0D-87E8-C483E3F89B60}" emma:medium="tactile" emma:mode="ink">
          <msink:context xmlns:msink="http://schemas.microsoft.com/ink/2010/main" type="inkDrawing" rotatedBoundingBox="17605,6805 17949,18656 17740,18662 17395,6812" shapeName="Other"/>
        </emma:interpretation>
      </emma:emma>
    </inkml:annotationXML>
    <inkml:trace contextRef="#ctx0" brushRef="#br0">98-3 53,'0'0'167,"0"0"-119,0 0-2,0 0 19,0 0 1,0 0 113,0 0 264,0 0-189,0 0-114,0 0-52,0 0-10,0 0 10,0 0 13,0 0 6,-4-3-20,4 3-12,0 0-10,0 0-13,0 0-4,0 0-12,0 0 3,0 0-10,0 0-6,0 0-7,0 0-15,0 0 0,0 0-1,0 0-1,0 0-2,0 0-14,0 0 14,0 0-16,0 0 3,0 0-4,0 0-3,0 0 1,0 2 7,0 0 15,0 2 1,0-1 0,0 1 12,0 1 0,0 1-10,0-1 10,0 1-10,0 0-2,0-1 15,0 1-12,0-1 25,0 1-27,0-1 11,0-1-12,0 3 28,4-2-29,-1 0 2,-3 1 14,0-1-13,3 2 14,-3-1-17,0-1-2,3 0-20,-3-1 22,3 1 0,-3-1-3,0 2-15,0-1 18,3 0 13,-3-2-13,0 2-4,0-1 2,0 0 2,3-1-3,-3 0 0,0 2 1,0-2 2,3 2 0,-3-3 0,0 1 0,0 0 0,0-1 1,0 2 0,0 0-1,0 0-2,3 1 0,-3-1 1,0 0 1,3 1 1,-3 0 2,0 0-3,0 1-1,0-1-1,0 0 2,0 0-10,4 0 10,-4 1 1,0-2-1,3 2-1,-3 1 1,0-2 2,0 2-2,0-1 3,0 1-2,3 0-1,-3-1-2,0 2 0,0 0 2,0-1-2,0 0 2,0 1-1,0-1 1,0 1-3,0-1 3,3 0 0,-3 1 1,3-1-1,-3 1 2,0 0-15,0 2 26,0-1-13,0 0 13,0 1-3,0-2-10,0 0-1,0 1-13,0 1 14,0-1 0,0 2-15,0-1 15,0 1 23,-6 1-22,6-2 0,0 1-1,-3-1 13,0 2-13,-1 0-7,1-1 7,0 0 1,0 2 2,0-2-3,0-1 0,3 0-4,-3 0-28,0 2 32,0-2 1,0 1 0,-1 0 12,4-1-10,-3-1-2,0 1 3,0 0-2,0-1-2,3-1 14,-3-1-14,0 0 0,3 1-1,-3-1 1,3-1-3,-3 2 3,0-1 0,3-1 0,0 0 0,0 0-20,-4 1 19,4-2 1,-3 2 0,3 0 0,0 1 2,0 0 0,0-1 2,-3 0-2,3 1 14,-3-2-16,3 1 0,-3 0 1,3 0-1,0 2 1,-3 1 19,0-1-20,0-1-2,3 1-20,-3-1 20,3 0-24,-3 1 26,3 1 13,-4-1-12,4 1-1,0-1-13,-3-1 13,3 2 15,-3 0-15,3-2 0,0 2 0,0-1 0,-3 0 0,3 1-1,-3-1 1,0 0-1,3 0 0,0 0 1,0-2 0,-3 3 2,3 0-1,-3-1-1,3 1 0,-3-1-2,3 3 2,0-4 1,0 2-1,0 0 0,0-2-3,0 2 0,0-1 3,0 0 3,0 1-3,0-1-1,0 0-1,0 1 2,0-2 10,0 2-10,0-1-2,0 0 2,0 1-3,0-1 3,0-1 0,0 1 1,0 0-1,0 0 1,0 0-1,0 2 0,0-2-3,0 1 1,0-1 0,0 1 1,0 0-1,3 0 1,-3 1 0,3-1 1,-3 0 0,0 1 0,3 1 0,-3-1 2,0 2 18,0 0-20,0-1-1,0-1-12,0 2 0,0 0 13,0-1 0,0 2-5,3-2 5,-3 1 2,0-1 1,3 2-3,-3-1 2,3 1-2,-3-1 0,0 2 0,0 0 0,0 0 1,0 0 10,0-1-11,0 0-15,0-1 15,0 2 3,0-2-3,0 1-2,0-1-1,0 0 2,0 1 0,0 0-1,0-1 2,0 2 2,0 0-1,0-2 2,0 2-1,0-1 1,0 0 3,0 0-6,0 1 0,0-1 0,-3-1 3,3 1-3,-3-1 1,0 1 7,3-1-7,0 1-2,0 0 0,0 0 1,-3 0 16,3 0 46,-3 0-59,3 1-2,-3-1 0,3 0 9,0 1-10,0-1 0,-3 1-3,-1 0 0,4-1 2,0 1-19,0 1 20,0-3 0,0 2 0,0-2 0,0 1 19,0-1-18,0 2-1,0-1-6,0 1 5,0 0 1,0 0 2,0 1-1,0-1 0,0 2-1,0-2 0,0 1-19,0-1 17,0-1 2,0 2 16,0 0-16,0-1 9,0 0-25,0 1 16,0 0 0,0-2 4,0 2 8,0-1-12,4-1-3,-4 2 3,0-2 3,3 1-3,-3 1-3,0 0 3,0-1 11,0-1-11,0 1 0,0-1 0,0 2-10,0-1 10,0 2 0,0-2-2,0 0 2,0 2 0,0-1 0,3-1 0,-3 1-2,0 0 2,0 0-10,0-1 10,0 0-1,0 1-2,3-1-10,-3 0 11,0 1 2,0-1 0,3 0 0,-3 2 0,0-1 10,0-1-8,0 1 9,0 0-11,3 0-10,-3 2 10,3-2 2,-3 1 1,3 0-1,-3 1-2,0-2 0,0 2-1,0-1 0,3 1-15,-3-1 16,3 1 21,-3-1-21,0 1-2,4 0 1,-1 0 1,-3 1 0,3 1 0,-3 0 1,3 1-1,0-1-4,-3 0 4,3-1 0,-3 0-1,3 0-2,-3 0 3,3 1-1,0 0 1,-3 0 6,0-1-4,0 0-2,3 0-1,1 1 0,-4 0 1,0 0 0,3-1 0,-3 1-2,0-2-14,3 2 16,-3-2 3,0 1 10,3-1-13,-3 0 0,3 2-2,-3-1-14,3 0 16,0 1 22,-3-1 4,3 1-26,0-1-8,0 1 8,-3-1 1,4 0 1,-1 0 0,-3 0-2,3 1 0,3-3 12,-6 0-6,3 2 7,0-2-13,0 2 0,0 1 0,0-2-1,-3 1 8,4 0-7,2 0 16,-6 1-16,0 0-2,6 1-1,-3 0 3,-3-1-1,3 2 4,0-1 7,0 0-10,-3 2 0,3-3-1,1 1-1,-4 0 2,3 0-16,-3-1 16,3 2 0,-3-2 0,3 0 0,-3 1-1,3-1 1,0 1 1,-3-2 2,3 1-3,-3 0 1,0 0-3,0-1-5,0-1 7,3 1 1,0-2-1,-3 0 9,0 0-11,0-1 4,3 3-1,1-2 3,-1 0-1,-3 0-3,0-1 14,0 1-14,0 0 0,3 1-1,-3-1-2,0 1 3,3-3 3,-3 1-3,3 0 0,-3 1 0,0 0 0,0-2-2,3 2 2,-3-1 3,3 1-2,0 0-1,-3-2 2,0 2-2,3-1 1,-3 2-1,0-1-8,3 1 5,-3-1 4,0 1-1,0-1 17,0 1-17,4-2 1,-4 1 6,0 0-6,0 0-2,0 1 0,0-1-1,0 2 2,0 0 0,0-1 0,0 1 0,0 1 3,0 0 13,0-2-16,0 1 0,0-1 14,0 1-14,0-2-3,0 0 3,0-1-1,0 0 0,0 0 1,0 0 1,0 2 1,0-1-2,0 1 1,0-3 18,0 3-19,0-2 0,0 2 8,0-1-8,0 1-1,0-1 0,0 1-1,0 1-18,0-2 17,0 2 2,-4-1 0,4 0 1,-3 0 27,3 0-26,-3 0-2,3 1 2,0 0-2,-3 0-1,0-1 0,3 1 2,-3 1 2,3 0-1,0 0 11,0-2-12,0 1-13,0 0 13,0 0 3,-3 0-1,3-1 1,0 2 1,0-1-4,0-2 3,0 0 10,0 0-13,0 0 0,0 0-3,0 0 2,0-1 1,0 1-2,0-1 2,0 2-1,0-1 1,0 1 0,0 0 0,0-1 0,0 0 0,0 0 13,0 1-13,0-1-1,0 1 1,0 0-2,0-1 1,0 1 1,3 0 1,-3 0-1,0 1 0,0 1 12,0 0-12,0 2 16,0-1-12,3 0-4,-3 0 0,3 0-1,0-1 2,-3 0-1,0 1 0,0 0-3,0 0 2,0 1 1,3 0 2,-3 0-2,0-1 0,0 0-1,0 2-18,3 0 19,-3-1 2,0 1 11,0 0-13,4-1 3,-4 1 7,6 1-10,-6-3-1,0 3 1,0-3 10,3 1-10,0 0-19,-3-1 19,3 2 17,-3 0-17,3-1-2,-3 2 0,3 0 2,0 1 3,-3-2-3,3 2-3,-3-1 3,4-1 12,-4 1-12,0 1-12,3-2 12,-3 2 0,3 0-11,-3-2 11,0 2 0,3 0 2,-3 1 14,0 0-15,0 1 0,3-2-1,-3 0 0,3 0 0,-3 1 0,0-1 0,3 0 0,-3 2 7,0-1-9,0 1 4,3 0-2,-3-1 16,0 1-16,0 0 0,3-1-2,-3 0 1,0 0 2,0 1 6,0 0-7,0 1-3,0-1 3,0 1 13,3 0-13,-3-1-2,0 0 2,4 0 1,-4-2-1,0 1 1,0-2 7,3 1-8,-3-2-2,0 1 2,0-1 0,3 0 0,-3 1 0,0-1 0,3-1-2,-3 1 2,0-2 1,3 0-1,-3-1 3,0 1 15,3-1-18,-3-1-3,3 0 3,-3 0 0,3 1-14,-3 0 13,0 0 1,0 1 22,0 0-22,0-2-14,3 1 12,-3-1 4,3 0-2,-3-1 0,0 1 1,0 1 2,0 1-3,4-1 4,-4 1 5,0-1-9,0 1-13,0 0 13,0 0 13,0-1-13,0 0-1,0 1-14,0 1 14,0 0 2,0 1-1,0-1 1,0 1 12,0-1-12,0 0 0,0 1-1,0 0 0,0-1-2,0 3-1,0-1 0,0 0-13,0 1 16,0 0 13,0 1-12,0-2 0,-4 1-1,4 1 0,0-1 0,0 1-1,0 0 0,0 1 1,0 0 6,0 1-6,0-1-3,0 0 1,0-1 2,0-1 1,0 1-1,0-1 3,0 2 16,0-3-16,0 0 9,4 1-11,-1-1 0,0-1 0,-3 0-1,0-3 4,3 1-4,0-1 0,0 0 0,-3-1-1,0-2 2,6 2-1,-3-2 0,0 0 0,-3-2-3,4 2 2,-4-1 1,3-1 13,0-1-13,0 0-2,-3-1-16,0 0 17,3 0 2,-3-1 13,3 0-13,-3-2-2,0 0 2,3 0-1,-3-3 0,0 2-1,0-1-12,0-2 11,0 2 2,0-2 1,0 0-1,0-1-2,0 1 1,0-2 2,0 1 0,3 0-1,-3 0 3,0-1-1,0 1-2,0-2 0,0 1-1,0 0-1,0-1-17,0 2 17,0-2 2,0 2 1,0-1 2,0 1-2,0 0 0,0 1 0,0 0 10,0-1-11,0 1 0,0 0 0,0 0-13,0 1 12,0 1 1,0-1-2,0-1-9,0 1 8,0 1 6,0-1 0,0 1-3,0-2 0,0 2-3,0 0 2,0-1 1,0 0 14,0 0-14,0 0-2,0 1 2,3 0-2,-3 0 2,0 0 1,0 0-1,0-2 0,0 2 1,0-1 0,0 2-1,0 0 0,0 0-1,0-1-3,0 1-8,0 1 11,0 0 1,0 1 1,0-1 9,0 2-10,0-2 0,0 0 0,4 1 2,-4-1 1,0 2-2,0-3-2,0 0-2,0 0 3,0 0 0,0 1 3,0-1-2,0 1 0,0-1-1,0-1 0,0 0 1,0-1-1,0 0 0,0 1-1,0-1 0,0-2-15,0 1 16,0 0 1,0-3-1,0 1 0,0-1 0,0 0-2,0 1-19,0-1-5,0-1 24,3 0-20,-3 1 9,0-2 10,0 1-10,0-1 10,0 0-10,0-1 0,0 1 0,0-1-3,0 0-4,0 0-6,0 0-6,0 0-7,0 0-12,0 0-11,0 0-12,0 0-7,0 1 0,0 0 19,0 2 17,0 0-1,0 1 17,0 0-36,3 2 0,-3-3 0,0 2-58,0 0-85,0-1 35,0-1-74,0 2-30,0-2-56,0 0 137,0-1-20,-3-52 216</inkml:trace>
  </inkml:traceGroup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01:17.77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68B61FC3-70D0-49B5-A4D0-0D76AE22BCA4}" emma:medium="tactile" emma:mode="ink">
          <msink:context xmlns:msink="http://schemas.microsoft.com/ink/2010/main" type="writingRegion" rotatedBoundingBox="22014,10641 22804,10641 22804,11397 22014,11397"/>
        </emma:interpretation>
      </emma:emma>
    </inkml:annotationXML>
    <inkml:traceGroup>
      <inkml:annotationXML>
        <emma:emma xmlns:emma="http://www.w3.org/2003/04/emma" version="1.0">
          <emma:interpretation id="{AA0BC2E0-31C3-48BC-9084-7A7145C37DDF}" emma:medium="tactile" emma:mode="ink">
            <msink:context xmlns:msink="http://schemas.microsoft.com/ink/2010/main" type="paragraph" rotatedBoundingBox="22014,10641 22804,10641 22804,11397 22014,113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9ADFB92-3045-4CE9-B23C-8493D0DDC3D6}" emma:medium="tactile" emma:mode="ink">
              <msink:context xmlns:msink="http://schemas.microsoft.com/ink/2010/main" type="line" rotatedBoundingBox="22014,10641 22804,10641 22804,11397 22014,11397"/>
            </emma:interpretation>
          </emma:emma>
        </inkml:annotationXML>
        <inkml:traceGroup>
          <inkml:annotationXML>
            <emma:emma xmlns:emma="http://www.w3.org/2003/04/emma" version="1.0">
              <emma:interpretation id="{88EA69A7-0764-47CB-BFEB-12F3092F6D82}" emma:medium="tactile" emma:mode="ink">
                <msink:context xmlns:msink="http://schemas.microsoft.com/ink/2010/main" type="inkWord" rotatedBoundingBox="22014,10641 22804,10641 22804,11397 22014,11397"/>
              </emma:interpretation>
              <emma:one-of disjunction-type="recognition" id="oneOf0">
                <emma:interpretation id="interp0" emma:lang="en-US" emma:confidence="0">
                  <emma:literal>1,</emma:literal>
                </emma:interpretation>
                <emma:interpretation id="interp1" emma:lang="en-US" emma:confidence="0">
                  <emma:literal>I,</emma:literal>
                </emma:interpretation>
                <emma:interpretation id="interp2" emma:lang="en-US" emma:confidence="0">
                  <emma:literal>I.</emma:literal>
                </emma:interpretation>
                <emma:interpretation id="interp3" emma:lang="en-US" emma:confidence="0">
                  <emma:literal>a,</emma:literal>
                </emma:interpretation>
                <emma:interpretation id="interp4" emma:lang="en-US" emma:confidence="0">
                  <emma:literal>1.</emma:literal>
                </emma:interpretation>
              </emma:one-of>
            </emma:emma>
          </inkml:annotationXML>
          <inkml:trace contextRef="#ctx0" brushRef="#br0">3372 3831 184,'0'0'208,"0"0"-149,0 0-39,0 0 557,0 0-291,0 0-159,0 0-32,0 0 2,0 0 10,0 0-6,3-8-26,-3 8-27,0 0-2,0 0 9,0 0 10,0 0-4,0 0-2,0 0-7,0 0-10,0 0-4,0 0 1,0 0 0,0 0 0,0 0 6,0 0 0,0 0 0,0 0 0,0 0-3,0 0-3,0 0-4,0 0 1,0 0-7,0 0-7,0 0-3,0 0-16,0 0-3,0 0-3,0 0-25,0 0-5,0 0-5,0 0-10,3 1 6,-3 1 6,0-2 7,0 2 7,6 3 22,-6-1 0,9 3 42,-2 1-1,-1 1-2,3 2 0,0 1-10,4-1-4,-1 2-22,1 1 29,2 2-11,4 0-21,-4 2-3,4 2 3,6 0 26,-4 1-7,4 0-17,-3 2-1,3-1 2,-1-1-1,1 1 27,0 0-29,-6-1-14,6-1 14,-10 0 23,10 0-23,-7-1-18,1 0 18,0 0 0,-1-1 0,1-1 0,-1-1 0,-2-2-3,-1 0 2,-2-3-2,-4 1 3,4-3-19,-4 1 17,0-1-24,0-1-16,-2 0-22,-4 0 22,3-2-45,-3-1 36,0 1-49,0-2 29,3 1-10,-2-1-3,2 0-26,-6-1-20,6-2-36,-3 3-71,0-3-26,0 0-53,0-1-62,-3 0-40,0-1 126</inkml:trace>
          <inkml:trace contextRef="#ctx0" brushRef="#br0" timeOffset="381">3803 4483 203,'0'0'134,"0"0"-105,0 0-9,0 0 9,0 0 23,0 0 594,0 0-278,0 0-183,0 0-78,0 3-29,0-3 7,0 0 12,0 0-26,3 0-38,-3 0-20,6 2 3,-3-1 23,6 1 13,4 0-30,-1 0-5,7 2-15,-4-2-4,1 1 1,2 1 1,-2-3-7,-1 2 7,1 0-107,-4-1-84,4 1-49,-4-2-27,4 0-13,-10-1-160,3 0-52</inkml:trace>
          <inkml:trace contextRef="#ctx0" brushRef="#br0" timeOffset="711">4162 4381 345,'0'0'58,"0"0"-19,0 0 10,0 0 457,0 0-2,0 0-166,0 0-146,0 0-79,0 0-19,0 0-6,-3 3-23,3-2-36,0 0-29,0 1-15,0 2-8,0-2 10,-3 3 13,0 1 3,-3 4 68,3 1-68,-3-1-2,-4 1 0,4 2 0,-3 0 31,3 2-30,-4-2-4,1 2-82,0-1-32,-1 1-92,1-2-78,0-1-289,-4-3-250</inkml:trace>
        </inkml:traceGroup>
      </inkml:traceGroup>
    </inkml:traceGroup>
  </inkml:traceGroup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02:53.014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949B171-0CF1-4B4C-9E14-D385BDF250D6}" emma:medium="tactile" emma:mode="ink">
          <msink:context xmlns:msink="http://schemas.microsoft.com/ink/2010/main" type="inkDrawing" rotatedBoundingBox="18681,13365 23095,13603 23005,15277 18591,15039" hotPoints="22857,13571 22961,14830 18791,15176 18687,13916" semanticType="enclosure" shapeName="Rectangle">
            <msink:sourceLink direction="with" ref="{95AA78A3-F1C7-4AF1-B7E1-C3F186A7E71B}"/>
          </msink:context>
        </emma:interpretation>
      </emma:emma>
    </inkml:annotationXML>
    <inkml:trace contextRef="#ctx0" brushRef="#br0">0 304 172,'0'0'78,"0"0"-23,0 0-25,0 0-4,0 0 26,0 0 238,0 0 46,0 0-134,0 0-98,0 0-36,12-5 20,-12 5 3,0 0 0,0 0-19,0 0-27,0 0-12,0 0-10,3 0-1,-3 0-5,0 0-1,0 0 0,0 0-13,0 0 1,0 0-1,0 0-2,0 0-1,0 0-3,6 0-20,-6 0 23,10 0 26,-4 0 6,3 0 30,0 0-23,4 0-23,-1 0-15,4 0 38,2 0-19,1 0 2,-4 0-18,10 0 28,-6 0-30,6 0-1,-7-1-1,7-2 0,-6 1 15,2 0-12,4-1-3,0-1-2,3 1 1,0 0-2,3 0 1,-3 0-14,0 1 15,-1 2-41,1-1 42,0-1-3,0 1 1,0-1 1,3 1 1,-3-1 0,3-1-3,0 2 3,0-1 3,3 0-2,-3 0-1,3 0-1,-3-1 0,-3 1 0,6 0 1,0-2-2,-3 2-1,0 0 1,0-2-28,0 3 28,-3-2-12,0 0 14,3 0 0,-6 1 0,3 0 0,3 1-1,-6-2-22,3 1 22,-4 1-15,1-1 14,0-1-27,0 1 3,0 2 10,3-1 15,-4 0 0,7-1 1,-3-1 14,-3 3-10,0-2-3,3 0 1,-3 0-2,3 1 3,-4-2 10,4 0-13,0 2-24,-3-3 24,3 2 0,0-1 0,0-1-1,-3 1-3,2 0 4,-2 2 19,3-2-19,-6 0-3,3 2-8,-1-3 9,-5 2-12,3 1 13,-4-2 1,4 2 0,0-1 1,-1 1 15,1 0-16,3 0-3,0-1 1,3 1-5,0 0 5,-1-1 2,1 0-3,3 0 2,4 1 1,-4-1 0,3-1 0,0 1 0,0 0 12,0 0-12,-3-1 0,0 2-3,-3 0-18,3-2 21,-6 2 16,3-2-6,-4 0-10,4 2 0,-3-1 1,-3 0 1,3 0-2,-4 1 2,1-1-3,3 0 2,-7-1-2,4 1 3,3 0-4,0 0 1,-4 0-15,1 0 15,0 0 2,0 1 1,-7-1-2,4-1-13,-1 2 13,1 0 13,-1-1-1,-2 0-11,3-1-1,-1 3 1,1-1-1,3-1 0,-4 1-1,4-1-1,0 0 2,2 1-13,1-1 13,0 1 21,0-1-21,-4 2 0,4-1 1,-3-2-14,3 1 13,-4 1 0,1-1 0,3 1 7,0-2-6,-7 3-2,7-2 2,-3 1-1,0-1 0,-1 0-3,1 1-16,3-1 1,-3 1 18,-1-1 24,1 1-22,0 1-2,-4-3 1,1 2 0,-7 0-1,4 0-2,-1 1 2,1-1 20,-1 1-20,-2-1 0,2 1 2,4-1-2,-7 1 0,1 0-1,-1 0-1,-3 0 1,-3-1 2,1-2 14,-7 2-14,6 1 15,-6 0 4,0 0 2,0 0 1,3-1-4,-3 1-2,0 0 2,0 0-3,0 0-3,3 0-9,0 0-4,0 0-11,0 0-15,0-1 6,1 1 17,-4-1 3,3 1 16,-3-1 10,3 0-6,0 1-18,0 0 24,-3 0-4,0 0-18,0 0 25,0 0-7,0 0-2,0 0-4,0 0-13,0 0 13,0 0-16,0 0-3,0 0-19,0 0-4,0 0 6,0 0 4,0 0 0,0 0 15,0 0 0,0 0-1,0 0-21,0 0-19,0 0-4,0 1-9,0 2 55,0 2 36,0 0-34,0 3 56,0 0-12,0 1-43,0-1-3,0 2-3,0 0 3,0 1 2,0-1 36,0 3-38,0-3-16,0 1-1,0 0 17,0-2 29,0 2-29,0-2-51,3 0 12,-3 1-2,0-1 41,3 2 0,0 0 26,-3 2 6,0-1 10,0 2-39,0-1-3,0-1 0,0 1-3,3-2-23,-3 1 26,4 1-14,-4-2 14,0 1 0,0 2 4,0-2-6,0 2 4,0-1-4,0 3 4,0-2-2,0 2 3,0-1-3,3 0 1,-3-1-2,3 2 1,0-2-13,0 2 10,3 0 3,-3 1 77,3-1-77,1 2 10,-4-3-10,3 2 0,-6 0 0,3-1-36,0-2 36,0 2-3,-3-1 6,0 1-6,3-1 13,0 1-10,-3-1 3,4 0-1,-4 0-2,0 1 2,0-2 31,0 1-33,0-1 1,0-1-1,0 2 3,0-2 4,0 2 5,0-2-12,0 2 46,0-1-30,0 1-3,3 0 15,-3-2-27,3 2 40,-3-2-40,3 1-1,0-1-16,0 2 15,-3-3-1,0 2-28,3-2 30,0 1 1,0-1-1,-3 0 0,0 1 0,3-2-4,1-1 4,-1 1 0,-3-1-2,3-1-4,0 0 2,-3 0 8,0 0-4,0 0 0,6 0 1,-6 0 0,3 2-1,-3-1-22,3 0 22,0-2 10,0 2-10,-3-1-2,0 0 2,4 0 19,-4 0-19,3-1 0,-3-1-26,0-1 26,3 1 12,0-3-12,-3 1-1,3 0 1,-3-2-1,0 1-16,0 0 16,0-1 2,0-1-2,0 0 1,0 0-3,0 0 0,3 0-10,-3 1 11,0-1 1,0 0 1,0 0-16,0-1-6,0 3 21,0-1 0,0-2 1,0 1-2,0 0-17,0 0-4,0 0 22,0 0 0,0 0-30,0 0-8,0 1 39,0-1 0,0 3-7,0-2 7,0 0-1,0 0-17,0 0 18,0-1 0,0 1 0,0-2 0,0 1-2,0-1-1,0-1 2,0 0 1,0 0 2,0 0 15,0 0-6,0 0-11,0 0-39,0 0-26,0 0-20,0 0-38,-3 0-43,0 0-100,-3-4-138,-7-6-362,38 24 508</inkml:trace>
    <inkml:trace contextRef="#ctx0" brushRef="#br0" timeOffset="2449">148 1458 78,'0'0'176,"0"0"-97,0 0-17,0 0-14,0 0-12,0 0 356,0 0-31,0 0-198,0 0-111,0 0-23,0 0 10,4 0 39,2 2 20,0-1 9,3-1-26,4 1-29,-1-1 13,7 0-42,-4 0-22,4 0 51,2 0-35,1 0-14,3 0-2,0-4 15,0 2-6,-1 0-10,4-1 0,0 0-13,0 1 29,3-1 23,-3 1-7,6 0-32,-6 1 0,3-1 45,3 2-45,0-1-6,3 1 3,4-1 5,-4 0-4,3 1 1,1 0 1,-1 0 3,3 0-3,1 0 2,-1 0 40,1 0-26,-4 0-15,0 0 0,4 0-1,-4 0 0,0 0 0,4 0 4,-1 0 35,3-2-26,1 1-11,3 0 27,-4 1-10,4-1-16,2 0 0,-2 0-2,3 0-1,-1 0 0,1-1 13,-3 1 0,3-1-13,-1 0-1,-2 1 1,-1 1 0,1-1 0,0 1 2,2 0-1,-2-3 1,0 2-2,-1-1 1,-2 1 0,-1 0 0,7 0 11,-3-1-12,-1 1-23,4 0 21,-4 1 2,4-1 14,-6 1-12,-1-1-4,1 0 2,-4 1-22,1 0 18,-1-1 4,0 0-16,4-1 15,-4 1 0,4 0 1,-1 0 0,-2 0 1,-4 0-2,3 0-29,-2 0 29,-4 1-41,3-3 42,-6 2-17,4 0-18,-1-1 35,-3 1-2,0 0-22,-6-2-12,-3 2-38,0 0 32,-4 0-1,-2-1 43,-1 1 2,-2-1-2,-7 2-3,4 0 1,-1-1 2,-3 0 16,4 0-16,-1-1 0,-3 1 7,7 0-7,-1 1-16,1 0 15,3 0 1,-1 0 0,1 0 24,2-2-24,-2 2-19,0-1 18,-1 1 1,-2-1 0,-1 0 12,-2 0-11,-1 0 1,-3 0 5,1-2-4,-4 2-3,0-1 21,-3 2-20,3-1 1,-2 0 14,2 0-16,0 0-16,0-1-1,0 1 15,1 1 1,-1-1-15,3 0-1,-3 0 17,4-1 0,-4 1-13,0-1-31,3 1 44,-9-1 0,3 1 0,0 0-48,-3 1-14,4-1-13,-4 0 1,0-1-24,0 2-55,0-1-52,0 0-29,0 0 9,0 1-17,-4-3-48,1-1 65</inkml:trace>
  </inkml:traceGroup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03:08.346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663309D-343C-4D97-AC19-36D2AE4B7A73}" emma:medium="tactile" emma:mode="ink">
          <msink:context xmlns:msink="http://schemas.microsoft.com/ink/2010/main" type="writingRegion" rotatedBoundingBox="23352,13891 25044,14037 24980,14773 23288,14628"/>
        </emma:interpretation>
      </emma:emma>
    </inkml:annotationXML>
    <inkml:traceGroup>
      <inkml:annotationXML>
        <emma:emma xmlns:emma="http://www.w3.org/2003/04/emma" version="1.0">
          <emma:interpretation id="{9DC9BF89-D929-499A-861F-AD2195C4D387}" emma:medium="tactile" emma:mode="ink">
            <msink:context xmlns:msink="http://schemas.microsoft.com/ink/2010/main" type="paragraph" rotatedBoundingBox="23352,13891 25044,14037 24980,14773 23288,1462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BE1136B-C3EA-4086-B1C5-8F0407BDADA5}" emma:medium="tactile" emma:mode="ink">
              <msink:context xmlns:msink="http://schemas.microsoft.com/ink/2010/main" type="line" rotatedBoundingBox="23352,13891 25044,14037 24980,14773 23288,14628"/>
            </emma:interpretation>
          </emma:emma>
        </inkml:annotationXML>
        <inkml:traceGroup>
          <inkml:annotationXML>
            <emma:emma xmlns:emma="http://www.w3.org/2003/04/emma" version="1.0">
              <emma:interpretation id="{AB9D3DCD-C1EF-4A0E-AA07-A7C13212404B}" emma:medium="tactile" emma:mode="ink">
                <msink:context xmlns:msink="http://schemas.microsoft.com/ink/2010/main" type="inkWord" rotatedBoundingBox="23352,13891 25044,14037 24980,14773 23288,14628"/>
              </emma:interpretation>
              <emma:one-of disjunction-type="recognition" id="oneOf0">
                <emma:interpretation id="interp0" emma:lang="en-US" emma:confidence="0">
                  <emma:literal>Ratio</emma:literal>
                </emma:interpretation>
                <emma:interpretation id="interp1" emma:lang="en-US" emma:confidence="0">
                  <emma:literal>Radio</emma:literal>
                </emma:interpretation>
                <emma:interpretation id="interp2" emma:lang="en-US" emma:confidence="0">
                  <emma:literal>Ratios</emma:literal>
                </emma:interpretation>
                <emma:interpretation id="interp3" emma:lang="en-US" emma:confidence="0">
                  <emma:literal>Raito</emma:literal>
                </emma:interpretation>
                <emma:interpretation id="interp4" emma:lang="en-US" emma:confidence="0">
                  <emma:literal>Rato</emma:literal>
                </emma:interpretation>
              </emma:one-of>
            </emma:emma>
          </inkml:annotationXML>
          <inkml:trace contextRef="#ctx0" brushRef="#br0">38 211 99,'0'0'179,"0"0"-68,0 0-7,0 0 343,0 0 81,0 0-223,0 0-107,0 0-42,0 0 0,-16-22-17,16 21 6,0 0-35,0 1-20,0 0-16,0 0-19,0 0-30,0 0-25,0 0-35,0 0-49,0 2-38,0 7 64,0 3 58,0 5 13,0 2 13,0 4-29,0 2 6,0 1-3,0 0 58,0 1-58,6-1 29,-3-1-2,4-2-27,-7 0-17,6-2 17,0-3-2,-3 0-12,-3-3 12,3-4-37,-3-2 37,0-1-17,3-2-58,-3-2 61,0-1 13,0-3 3,0 0 20,0 0 41,0 0 32,0 0 23,0-4-3,-3-4-101,-3-3 8,0-3-17,0-3-3,-1 1-1,4-4-2,-3 0-20,3-1 42,-3-3-19,3 1 0,0-3-38,-1-1 37,4 0-44,0-1-6,0 1 28,0 1-6,0 2 11,0 1 18,0 0 10,0 2-10,0 0 0,7 1-13,2 0-13,0 3 13,1 0 23,2 4-10,0 1 1,1 2 0,-1 2-2,1 3 1,-1-1-36,3 4 20,-5 1-16,2 0-3,1 1 2,-4 0 8,0 0-11,0 4 13,1 4 21,2 2 2,-3 1 15,1 3 34,-4 1-26,0 1-23,0 2-9,-3 3 9,1 0 0,-4 0-5,0 0 3,0-1 2,-4 0-2,-5-2-45,-3 0 46,-1-2 0,-2-3-41,-1 0 40,-2-2 2,-1-3-39,1-1 39,-1-3 9,3-1-9,1-1-1,3-1-2,-1-1 2,7 0 1,0 0 10,0 0 29,6 0-1,0 0 1,0 0 3,0 0-7,0 0-25,0 0-10,0 0-16,0 0-16,0 1 19,0 0 10,0 0-17,6 0-18,-6 4-30,9-1 55,0 4 12,4 2 1,-1-1 29,1 3-7,-1 0 4,7 0-13,-4 3 19,1 0-12,5 0-1,-2 2-18,-1-1-1,4 1-3,0-2 0,-4 0-23,1 0-52,3-2-15,-7 1-56,1-1-39,-4-3-85,1 0-32,-4-3-63,0-1-65,-3-5-66</inkml:trace>
          <inkml:trace contextRef="#ctx0" brushRef="#br0" timeOffset="652">704 487 125,'0'0'199,"0"0"-78,0 0-24,0 0 663,0 0-406,0 0-165,0 0-7,0 0-88,0 0 71,0 0 26,-6-43-133,3 37 10,-3 0 25,-1-1-6,1 0-26,-6-1-28,-1-1 21,-2 0-35,3 1-19,-7 0-13,0 1-3,-2 1-19,-4 2-23,3 1 16,-3 2 39,4 1 1,-1 0-46,3 1 9,4 6 39,-1 1-32,7 1 9,-3 2-9,2 0 31,4 1-22,0 1-2,3 0 8,0 0 14,3 0-35,0 1 38,0-2 49,6 2-49,3-2-2,4-1-11,-1 0-7,0-3 8,4-1-14,-1-1 22,1-3-31,-1 1 9,4-3 24,-3 0-35,-1-1 35,-3 0 1,4 0 0,-4-3 0,1-3 1,-4 0-11,3-2 11,-2 2 52,-1-3-29,0 1-23,-2-1 9,-1 0-9,0 0 2,-6 1 53,6 0-3,-3 1-52,-3 1 3,0 0 20,3 0-10,-3 3 9,0 0 17,0 1 13,0 1-17,0 1-24,0 0-11,0 0-29,3 0-23,-3 0-38,4 0-20,2 5 110,3 0 23,0 2 9,1 1 0,2 0-30,0-1-2,4 1 23,-4 1 0,4-3-23,-1 2-33,1-2-28,-1-2 0,4 1-24,-4-3-8,1-1-11,-1-1-29,-2 0-49,2 0-13,4 0-33,-3-2 23,-1-4-221,-3-2 126,4-2-46,-4-1 197</inkml:trace>
          <inkml:trace contextRef="#ctx0" brushRef="#br0" timeOffset="1424">788 358 179,'0'0'209,"0"0"-95,0 0 541,0 0-147,0 0-173,0 0-128,0 0-84,0 0-39,0 0-29,0 0-6,62-12-17,-40 10-13,-1 0-18,1-2 1,3 2 9,0-2-1,-1 0-9,1 0-1,0-1 11,-3 2-10,-1-3-1,1 3 1,-6-1 1,-4 0 0,-3 2 8,1 0-7,-7 0 26,0 2-13,-3 0 10,3 0 3,-3 0-26,0 0-3,0 0-25,0 0 5,3 6 20,0 2 78,3 1-43,1 1-6,-1 1-26,0 3 16,0 0-16,-3 1-3,3-1 0,-2 1 2,-1 0-5,0-1-1,0 1-12,3 0-8,-3-1 22,-3-1-32,6-1-21,-6-3-12,3-1-14,1-1 26,-1-2-48,-3 0 6,3-2-26,-3-1-17,3-1-94,0 0-52,-3-1-13,3 0 38,0-2 33,0-7-140,3-2-3</inkml:trace>
          <inkml:trace contextRef="#ctx0" brushRef="#br0" timeOffset="981">1036 179 62,'0'0'209,"0"0"-66,0 0 7,0 0 453,-28-121-147,19 99-326,-1 0 74,-2 2 20,0 2-46,2 3 81,4 3-124,0 2 0,3 4-3,0 3 2,3 2-19,0 0-48,0 1-43,0 0-24,0 0-42,0 0-34,0 1-14,-3 8 7,0 3 83,-4 6 70,4 2-25,-3 2-19,3 3-4,0-2-19,3 3 16,0 0-18,0 1-1,0 1 2,0 1 9,6 1-11,3 1-35,-2-1 34,-1 2 1,3-2-1,0-2-79,-2-1-9,2-3 34,-6-3-86,3 0 12,0-2-32,-3-4-1,-3 0-80,0-3 11,0 0-120,0-5-59,0-1 55,-3-4-79,-3-2 53</inkml:trace>
          <inkml:trace contextRef="#ctx0" brushRef="#br0" timeOffset="1634">1253 146 93,'0'0'353,"0"0"647,0 0-707,0 0-79,0 0-42,0 0-20,0 0-29,0 0-55,0 0-68,-6-10-26,6 10-55,0 0-32,0 0-65,0 0-121,3 1 16,3 3 26,0 3 16,4-1-222,-4-1 56,-31-18 287</inkml:trace>
          <inkml:trace contextRef="#ctx0" brushRef="#br0" timeOffset="2126">1492 335 142,'0'0'160,"0"0"-69,0 0-45,0 0 215,0 0 495,0 0-350,0 0-192,0 0-39,0 0-45,0 0-20,-10 0-17,7 0-38,3 0-51,-6 0-4,3 0-13,-6 3 13,-4 4 48,4 1-16,0 2-29,-4 0 16,4 2-18,-3 1-2,5 0 10,1 1-11,0 1 2,3 1-13,0 1 1,3 0 12,0-1 0,0 0 0,0-2-2,3 0-33,6-2 35,4 1-3,-1-1 3,4-2-2,2 0-34,1-1 33,-1-2-17,1-2-44,0-2 12,-1-1 52,1-2 0,-4 0-32,4 0 29,-4-3 3,-2-4 1,2-1 15,-5-2-10,-1 0 20,0-3 0,-3 0 17,-3-1-41,1 1-4,-4-1 4,0 0-15,0-1 10,-10 0-24,-2 2 25,-4-2-51,1 3 39,-7 1 12,4 1-51,-4 1 28,0 3-73,0 1-21,4 3-160,-4 0-99,-3 2-240,4 0-106</inkml:trace>
        </inkml:traceGroup>
      </inkml:traceGroup>
    </inkml:traceGroup>
  </inkml:traceGroup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29:48.540"/>
    </inkml:context>
    <inkml:brush xml:id="br0">
      <inkml:brushProperty name="width" value="0.13333" units="cm"/>
      <inkml:brushProperty name="height" value="0.13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4B00CD48-943B-417E-92B5-0095E50F2583}" emma:medium="tactile" emma:mode="ink">
          <msink:context xmlns:msink="http://schemas.microsoft.com/ink/2010/main" type="writingRegion" rotatedBoundingBox="13614,14863 17615,14937 17580,16849 13578,16776"/>
        </emma:interpretation>
      </emma:emma>
    </inkml:annotationXML>
    <inkml:traceGroup>
      <inkml:annotationXML>
        <emma:emma xmlns:emma="http://www.w3.org/2003/04/emma" version="1.0">
          <emma:interpretation id="{15A5311E-DD8C-4489-BCEF-4FDD02579F63}" emma:medium="tactile" emma:mode="ink">
            <msink:context xmlns:msink="http://schemas.microsoft.com/ink/2010/main" type="paragraph" rotatedBoundingBox="14223,14782 15952,14929 15890,15658 14161,1551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67EBE10-F498-40F3-BA07-D798CB55C442}" emma:medium="tactile" emma:mode="ink">
              <msink:context xmlns:msink="http://schemas.microsoft.com/ink/2010/main" type="line" rotatedBoundingBox="14223,14782 15952,14929 15890,15658 14161,15510"/>
            </emma:interpretation>
          </emma:emma>
        </inkml:annotationXML>
        <inkml:traceGroup>
          <inkml:annotationXML>
            <emma:emma xmlns:emma="http://www.w3.org/2003/04/emma" version="1.0">
              <emma:interpretation id="{05E8110B-00A6-481D-B20A-69B4599EEF7D}" emma:medium="tactile" emma:mode="ink">
                <msink:context xmlns:msink="http://schemas.microsoft.com/ink/2010/main" type="inkWord" rotatedBoundingBox="14223,14782 15952,14929 15890,15658 14161,15510"/>
              </emma:interpretation>
              <emma:one-of disjunction-type="recognition" id="oneOf0">
                <emma:interpretation id="interp0" emma:lang="en-US" emma:confidence="1">
                  <emma:literal>Trait</emma:literal>
                </emma:interpretation>
                <emma:interpretation id="interp1" emma:lang="en-US" emma:confidence="0">
                  <emma:literal>Traits</emma:literal>
                </emma:interpretation>
                <emma:interpretation id="interp2" emma:lang="en-US" emma:confidence="0">
                  <emma:literal>trait</emma:literal>
                </emma:interpretation>
                <emma:interpretation id="interp3" emma:lang="en-US" emma:confidence="0">
                  <emma:literal>traits</emma:literal>
                </emma:interpretation>
                <emma:interpretation id="interp4" emma:lang="en-US" emma:confidence="0">
                  <emma:literal>Traitor</emma:literal>
                </emma:interpretation>
              </emma:one-of>
            </emma:emma>
          </inkml:annotationXML>
          <inkml:trace contextRef="#ctx0" brushRef="#br0">37 16 34,'0'0'23,"0"0"9,0 0-3,0 0-6,0 0-6,0 0 9,0 0-3,0 0-4,0 0 72,0 0 281,-21 1-147,21-1-75,0 1-46,0-1 0,0 1 17,0-1 2,-3 0-31,3 0-50,-4 1 3,1 0 30,3-1 6,0 2-3,0-2-6,-3 1-1,3 0 10,-3-1-16,3 1-20,0-1 10,0 1 10,0 1-13,0-1-10,0 0-10,0-1 4,0 0-4,0 0-3,0 0-3,0 2-7,0-2 1,0 0 2,0 0-3,0 0-3,0 0 1,0 0 5,6 0-6,-6 0-3,7 0-11,-1 1 24,3 0 16,3 1 0,1-1-30,6-1 4,-1 0 20,4 0-23,3 0-12,-1 0 20,4 0-21,0-1 0,-3-3-1,0 0-33,0 1 30,-7 0-56,4-1 5,-3 3 10,-4-1 9,-6 0-9,4 0 20,-4 2 2,-6-1-3,0 1-6,0 0-10,0 0-3,-3-1-10,0 1-10,0 0-9,0-1-20,0 1-36,0 0-35,0 0-27,-3 0-29,0-1-29,-3 0-53,3 0-62,-6-2-50,-1 2 327,-2-1 23</inkml:trace>
          <inkml:trace contextRef="#ctx0" brushRef="#br0" timeOffset="452">130 90 43,'0'0'98,"0"0"-49,0 0 13,0 0 600,0 0-203,0 0-250,0 0-115,0 0-26,0 0 46,0 16 58,0-14-55,0-1-56,4 2 4,-4 1 29,3 0 9,0 1-9,0 2-13,-3-1-1,3 2-15,0 1-20,0 0 9,-3 1 1,3 2-7,0-1-22,-3 2-1,7 1-12,-4-1-10,-3 3 0,3 0-2,0 1 14,-3 2-3,3-1-12,0 1-1,-3-1 0,3 0-2,0-2 3,-3 1-1,0-2-2,0 1-10,0-4-10,3 1 22,-3-3-24,3-1-23,-3-2-17,0-2-8,0 0-30,0-2-10,0 0-20,4-1-48,-4-2-49,3 1-56,-3-1-52,0 0-75,3 0-50,-3-7 120,0-2 242,3 0 65</inkml:trace>
          <inkml:trace contextRef="#ctx0" brushRef="#br0" timeOffset="1017">344 287 25,'0'0'49,"0"0"72,0 0 936,0 0-716,0 0-84,0 0-33,0 0-29,0 0-24,0 0-9,0 0-24,0-2-44,0 2-11,0 0-6,0 0-13,3 0-3,-3 0-16,4 0-16,-1 1-29,-3 1-26,3 0-19,3 2 45,-3 1 7,6 1 37,1 2-41,-1 1 0,0 2-1,1 0-2,-1 2-18,-3 1 18,0 1 3,0 0-3,-2 1-16,-1 1-32,-3-2-29,0 2 10,0-2 6,0 0 3,-7-2-3,4-2-13,-3-1 13,3-3 19,-3-1 13,3-3 25,3-1 4,-3-1 0,3-1 45,0 0 20,0-1 6,0-5-25,0-3-44,0-2-2,0-3 26,0-1-23,6-2 23,3-3 5,-3 0-31,4-1 0,-1 0 0,3-2 1,1 2 44,-4-1-45,3 3-21,1 1-2,-1 4 4,1 1 17,-4 4 2,-3 1 0,4 3 0,-4 0-15,0 4 11,0-1 2,0 1-27,-3 1 10,1 0 0,-1 0-23,0 0-6,0 0-14,0 0-57,3 2-14,-3 3-35,3-1-101,-2 2-112,2-2-139,-3 0-90,0 1 359,0 0 179</inkml:trace>
          <inkml:trace contextRef="#ctx0" brushRef="#br0" timeOffset="2062">902 353 71,'0'0'124,"0"0"440,0 0 103,0 0-309,0 0-153,0 0-53,0 0-16,0 0-6,0 0-20,0 0-23,0-22-26,0 17 4,0-2-1,-3 1-9,-3-1-1,0 1-2,3 1 2,-3 0-9,-4 0-45,1 1 0,-3 1 0,2 2 3,-2 1-3,0 0 1,-4 0 0,1 6 12,-1 2-10,-6 2 36,4 1-38,-1 2 9,4 1-10,-1 4-65,4 1-21,-1 1 12,4 0-39,3-2-228,3-3 341,-7-3 0,10-2-13,-3 1-88,0 1 30,3-1 6,0 0 43,0-1 21,3 0-38,4-2-88,5 0 14,0-1 83,4-2 1,-1-1-36,1-2-13,2-1 16,-2-1-22,-1 0 19,4 0-4,-3-3 1,-4-3-4,3 0-19,1-2 23,-7-1-1,7 0-15,-7-2-14,0 0-3,1-1 36,-1 0-27,-6-2 17,0 2 49,0-2 6,0 2 20,-3 0 2,0 0 50,0 1-19,0 1 94,0 2-7,0 1 14,-3 2 0,0 1 84,3 1-13,0 2-82,-3 0-19,0 0-6,3 1-14,0 0 1,0 0-4,0 0-29,0 0-17,0 0-9,0 0-26,0 0-3,0 0-29,0 0-17,0 1 4,0 5 45,0 2 60,0 2-8,0 2-16,3 0-6,0-1-28,-3 2 12,3-1-14,0 1-1,0 0 1,4-2 0,-4-1 2,3 0-2,0-1-13,0 0-26,4-2-6,-4 0 43,3-1-34,1-2 1,-1-1-27,3-1 23,-2-2-16,2 0 54,0 0-12,1-3 0,-1-5 11,1-2-1,-1-1 2,0-3-18,-2 0 19,2-3 3,-3 1 20,1-2 0,-1 0-20,-3-1 13,3 0-15,-2 0-1,-4 0 42,3 3-13,-3 0-25,-3 3 54,0 2 26,0 0-19,0 5 6,3 1-6,-3 3 55,0 1-17,0 1-13,0 0-12,0 0-11,0 0-15,0 0-43,0 1-9,0 2-35,0 4 35,0 2 19,0 3-3,0 1-14,0 0 10,0 1-12,0-1 0,0 2 2,3-1 15,3-1-17,-2 0-2,2 0-30,0-1-29,0-2 23,0 3-17,1-3-13,5 1 0,-6-2-3,3 1-3,4-2-20,-1-1 17,-2-3-4,-1-1-39,3-1-23,-2-2-16,2 0-72,-6 0-101,3-2-98,1-5-92,-4-3 349,0 1 85</inkml:trace>
          <inkml:trace contextRef="#ctx0" brushRef="#br0" timeOffset="2338">1200-2 161,'0'0'466,"0"0"583,0 0-838,0 0-62,0 0 30,0 0-4,0 0-33,0 0-58,0 0-84,0 0-33,0 0-28,-9-5 6,9 5-13,0 0-61,0 0-75,0 0 6,0 3-53,0 0-139,0 1-174,3 0 52,0-2 427,0 0 19</inkml:trace>
          <inkml:trace contextRef="#ctx0" brushRef="#br0" timeOffset="2848">1395-39 323,'0'0'16,"0"0"538,0 0-26,0 0-222,0 0-69,0 0-16,0 0 2,0 0-16,0 0 8,0 0-38,0 0-1,7-62-10,-7 62-23,0 1-64,0 0-44,0 1-22,-3-2 3,3 1-4,-4 2-12,4 0-11,0 4-15,0 2 26,0 3 23,0 4-23,0 1 3,0 4 0,4-1 0,-1 3-3,-3 0 2,3 2-1,0 0 0,6 2 0,-6-1-1,4 1-23,-1 0-9,0 1-15,0 0 6,0-1-4,4 0-34,-7-1-14,3-2 7,0 0 19,-3-2 26,3-2-40,-2-3 8,-1-1-27,0-3 36,-3-2-1,3-1 14,0-2 22,-3-2-59,0-3 1,0 1 26,0-3 3,3 0 12,-3-1-12,0 0-13,3 0 6,-3 0 16,3 0 20,3-2 0,1-4-4,2-1 4,0-3-52,4 0-52,-1 0-46,0-1-3,4-2-11,-7 2-64,7 1 22,-7-2-39,3-1 14,1 1 217,-4-2 4,-3 1-12</inkml:trace>
          <inkml:trace contextRef="#ctx0" brushRef="#br0" timeOffset="3130">1439 237 323,'0'0'336,"0"0"602,0 0-668,0 0-134,0 0 29,0 0 7,0 0-14,0 0-32,0 0-42,0 0-20,22 12 17,-7-12 31,4 0-15,-4 0-53,10-3-40,-3 0 8,-1-1-11,4 0-1,0-1-37,-3 1-56,-1 0-71,-5-1-55,3 0-23,-10 0-102,-3 0-224,-3-1-486,0 0 712</inkml:trace>
        </inkml:traceGroup>
      </inkml:traceGroup>
    </inkml:traceGroup>
    <inkml:traceGroup>
      <inkml:annotationXML>
        <emma:emma xmlns:emma="http://www.w3.org/2003/04/emma" version="1.0">
          <emma:interpretation id="{A3E9FA9B-01D8-4E20-94F2-929D33EC90C7}" emma:medium="tactile" emma:mode="ink">
            <msink:context xmlns:msink="http://schemas.microsoft.com/ink/2010/main" type="paragraph" rotatedBoundingBox="13599,15639 17601,15712 17580,16849 13578,1677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843BAC8-538A-4813-974F-BA1533B105C5}" emma:medium="tactile" emma:mode="ink">
              <msink:context xmlns:msink="http://schemas.microsoft.com/ink/2010/main" type="line" rotatedBoundingBox="13599,15639 17601,15712 17580,16849 13578,16776"/>
            </emma:interpretation>
          </emma:emma>
        </inkml:annotationXML>
        <inkml:traceGroup>
          <inkml:annotationXML>
            <emma:emma xmlns:emma="http://www.w3.org/2003/04/emma" version="1.0">
              <emma:interpretation id="{9A5D9761-B00D-4957-B19A-E041CE64EC38}" emma:medium="tactile" emma:mode="ink">
                <msink:context xmlns:msink="http://schemas.microsoft.com/ink/2010/main" type="inkWord" rotatedBoundingBox="13599,15639 17601,15712 17580,16849 13578,16776"/>
              </emma:interpretation>
              <emma:one-of disjunction-type="recognition" id="oneOf1">
                <emma:interpretation id="interp5" emma:lang="en-US" emma:confidence="1">
                  <emma:literal>Reappears</emma:literal>
                </emma:interpretation>
                <emma:interpretation id="interp6" emma:lang="en-US" emma:confidence="1">
                  <emma:literal>v Reappears</emma:literal>
                </emma:interpretation>
                <emma:interpretation id="interp7" emma:lang="en-US" emma:confidence="1">
                  <emma:literal>Reap pears</emma:literal>
                </emma:interpretation>
                <emma:interpretation id="interp8" emma:lang="en-US" emma:confidence="0">
                  <emma:literal>Rea spears</emma:literal>
                </emma:interpretation>
                <emma:interpretation id="interp9" emma:lang="en-US" emma:confidence="0">
                  <emma:literal>Rea pears</emma:literal>
                </emma:interpretation>
              </emma:one-of>
            </emma:emma>
          </inkml:annotationXML>
          <inkml:trace contextRef="#ctx0" brushRef="#br0" timeOffset="7244">118 1142 150,'0'0'574,"0"0"87,0 0-485,0 0-36,0 0 16,0 0 29,0 0 6,0 0-55,0 0-52,0 0-35,-15-38 9,15 38 6,0 0 10,0 0-9,0 0-17,0 0-16,0 2-16,-4 0-14,4 0-2,0 0-16,0 3-12,0 1 28,0 2 13,0 4 3,0 1-13,0 2 0,0 2-2,0 2 1,0 1 0,0 0 0,0 3-1,0-1-1,0 0 0,0 0 11,0 0-11,0-2 0,0-1-1,4-1-28,-4-1 3,0-3-9,0 0-13,0-3 32,0-2-10,3-2 0,-3-3-6,0 0 6,0-2 23,0-2 3,0 0 15,0 0 24,0 0 22,0 0 19,0 0 4,0-8-42,-3-3-42,-1-3-20,-2 0-6,6-4 26,-6-1 0,3-2 16,0-1-13,-3-1-3,6-1 0,-7-2-16,4-1 16,0 0-20,0 1-15,3 0 19,0 1 3,0 3-6,0-1 6,0 3 13,0 0 1,0 1 19,3 2-20,3 1 0,1 2 16,2 0-14,0 1 11,1 1-10,-1 3-3,3 1 0,1 2-13,2 0-7,-2 2 20,2 0 0,4 2 0,-4 1-12,1 1-5,-1 0 16,-2 0 1,-1 3-16,0 6-3,1 1 19,-4 0 12,-3 4-11,-3-1 2,4 3 11,-7 1-14,0 1-2,0 1-1,-4 1-62,-8-1 17,0 1 22,-4 0 7,1-3-4,-1 0-6,-2-3 27,-1-1-17,-3-1-4,4-3 10,-1 0 12,4-2 1,-1-2 2,1 1 0,2-4 14,1 0 1,2-2-16,4 0 15,0 0-3,0 0-10,6 0 26,-3 0-10,0 0 4,-1 0-22,4 0 0,0-1 28,0 0 0,0 0-17,0 0-12,0 1-13,0 0-6,0 0 3,0 0 3,7 0-13,-1 1 26,3 3 32,4 2 20,-4 1-4,6 1-16,1 1 4,3 3-14,-4-1-3,4 3-4,-1-1-15,4 2 0,-3 1 4,-1-2 21,4 1-25,-4 1 0,1-2-54,-3 1-30,-1-2 4,-3 0-8,1-2 14,-1 0-7,-2 1-45,-4-3-7,3-2-19,-6 0-82,0-1-49,0-4-78,-3 0-24,3-2-58,1 0 299,-4 0 40,3-4 68</inkml:trace>
          <inkml:trace contextRef="#ctx0" brushRef="#br0" timeOffset="7858">524 1273 234,'0'0'58,"0"0"-51,0 0 772,0 0-330,0 0-224,0 0-37,0 0-35,0 0-11,0 0 1,0 0-46,0 0-55,-49-3-23,42 8 7,1 1 16,0 2-20,-3-1-2,2 2-7,4 0-11,0 0 11,0 1-10,0-1-1,0 2 0,3-2-1,0 0-1,0 0 0,0-1-21,0-1 8,3-3-23,3 1-6,0-1 23,1-2-16,5 1 21,0-2 14,1-1 0,-1 0 0,7 0-16,-4 0 16,1-5 0,-1-2-10,-2 0-6,2-2 16,-2-1 2,-1 0 11,-3 0 9,-2 0 7,-4 0-6,0 2 9,-3-2-9,0 2-1,0 2-22,-3-1 1,-7 1 12,4 2-12,-3-1 45,0 3-31,-1 0-15,-5 1-26,2 1-3,-2 0 29,-1 2 11,-2 4 21,-4 3 6,3 2-5,4 0-14,-4 4 10,4 1 0,-1 1-3,7 1-24,0-2 13,3 2-15,-1-2-1,7 1 1,0-2 15,0-1 6,0-1-21,0-1-3,10-2-26,-1-1 16,3 0-29,4-1 23,2-1-13,4-1-10,3-1-29,0-3 10,3-2-26,0 0-4,3 0-35,0-1-10,-3-5-26,6-1-59,-6-1-46,3-1-65,-7 0-36,1-4-69,0-1 183,-6 0 211,2 0 1,-2 1 4</inkml:trace>
          <inkml:trace contextRef="#ctx0" brushRef="#br0" timeOffset="8440">999 1341 102,'0'0'82,"0"0"-20,0 0-13,0 0 766,0 0-396,0 0-197,0 0-86,0 0 4,0 0 67,-7-51-42,1 46-32,3 0-62,-6 0 38,3 2-28,-1 0 12,-2 1 16,0 1-22,-4 1-1,4-1-44,-6 1-30,2 0 14,-5 0 0,2 0-1,-3 5-6,1 0-17,2 3-2,1 1 3,-4 0-3,7 4-13,-1-1 0,1 1 10,3 3-10,-1-2 12,4 2-25,3-3 26,3 0-1,0-1-18,0 0-6,0-3-23,0 0 9,3-1-12,3-1-10,4-2-3,2 0 13,1-2-4,5-1 32,-2-2-15,-1 0-4,4 0-9,-4 0 12,4-5 7,-4-1-10,4-1 6,-4-2 7,1-1 29,-4-1 16,4-1-14,-7-1 0,1-1 2,-1 0-1,0 1 10,-3-1-12,1 0-1,-1 2 0,-3 3 0,0 3 26,-3 0 12,3 3 17,-3 2 32,0-1 7,0 2 5,0 0-9,0 0-29,0 0-20,0 0-27,0 0-14,0 0-28,0 0-14,0 4-13,3-1 55,-3 4 4,6 1 12,-3 2-3,4-1 12,-1 1-23,0-1-1,-3 1 2,6 0 13,1-2-16,-1 1-36,-3 0-5,4-2-17,2-2-71,0-1 39,1 0-10,-1-1-19,4-2 16,-1-1-43,1 0-42,2 0-72,1-4-48,-1-4-21,-2-2-193,-1-2 72,-2-3 340,-1-2 61</inkml:trace>
          <inkml:trace contextRef="#ctx0" brushRef="#br0" timeOffset="8844">1309 1005 136,'0'0'29,"0"0"271,0 0 731,0 0-761,0 0-59,0 0 13,-56-104-27,50 96 29,-1 2 16,1 4-59,3 2-1,3 0-23,-3 0-60,3 0-32,0 0-26,0 1-13,0 3-28,0-1-10,0 4 0,-3 2 10,3 4 32,0 4-7,0 2-12,0 3-12,0-1 9,0 4-7,0-2-2,0 3 14,6 0-11,0 1-4,-3 1 2,7 3 1,-7 1-2,0 0-1,3 1-33,-3 0 5,0 1-1,0 1-6,1-1-12,-1 1-13,0 0 6,0-2-4,3-2-9,0-1-9,-3-3 6,4-3-10,-4 0-10,-3-3-10,0-2-6,0-2 0,0-3-23,0-1 25,0-4 4,0-2-16,0-2-50,0-3 14,0-2 9,0 0 26,0-2 16,-3-8-182,3-3-53,0-4 85,0-4-127,0-3 221,0-3 89,0-3 32</inkml:trace>
          <inkml:trace contextRef="#ctx0" brushRef="#br0" timeOffset="9205">1275 1189 308,'0'0'437,"0"0"555,0 0-791,0 0-55,0 0 42,0 0-10,0 0-4,0 0-19,0 0-84,0 0-71,15-10 0,4 9 32,-4 1-3,10-3-28,-3 1 2,2 1-2,1 0-1,-3 1 0,0 0-2,-1 0-20,-5 0 2,3 5-9,-4 2 3,-3 0-9,-2 1-10,-4 0-23,-3 2 1,-3 0 25,0 1 22,-3 0 4,-6 3 3,-10-2 0,4 1-19,-10-1-7,3-1-13,-3 0-3,-3-3 4,0 1-17,4-2-7,2-2 7,0-1 6,7-2 40,-1 0-14,7-2-19,6 0-43,0 0-35,3-3-179,0-4-89,0-3 3,6-2 62,6-4 248,1 0 36</inkml:trace>
          <inkml:trace contextRef="#ctx0" brushRef="#br0" timeOffset="14416">-608 897 164,'0'0'776,"0"0"-164,0 0-420,0 0-72,0 0 4,0 0 22,0 0-7,0 0-35,0 0-62,4-16-29,-4 16 6,0 0 23,0 0 19,0 0 1,0 0-11,0 1-15,0 1-20,0-1 0,0 4 3,0-1 23,0 4 16,0 2 3,3 0-19,-3 3-7,3-1-9,0 3 3,0 0-10,-3 1-6,6 0-12,-3 0 0,-3 0 15,3-2-16,0 2-16,-3-2 0,4 1 16,-1-2 0,0 0 16,0-2-16,0-3 1,0-1-2,-3-2 1,6-1-29,-3-3 13,-3-1 16,7 0 32,2 0 61,0-9 50,16-5-69,3-5-55,9-5-17,0-4 12,4-3-14,2-1-45,-3 0-15,4-2-17,-4-1-44,0-1-40,-2-1-54,-1 1-5,-3-1-109,0 1-311,-6 0-546,-3 0 899</inkml:trace>
          <inkml:trace contextRef="#ctx0" brushRef="#br0" timeOffset="9671">1634 944 353,'0'0'79,"0"0"909,0 0-705,0 0-56,0 0-19,0 0 48,0 0-7,0 0-2,0 0-25,-25-35-63,22 35-31,3 0-7,0 0-20,0 0-25,0 1-32,0 1-33,0 3-11,0 4 0,0 3 12,0 4 35,0 4 4,0 2-13,0 3-20,0-1 14,0 0-10,0 1-7,3 0-14,-3 2 2,0 0 8,0 3-11,4 1 0,-4 2 1,0 1 1,0 2-1,0 1 2,0-1-3,3-1-25,-3 1-12,0-2 15,3 0 3,0-2-25,0-1-10,0-2 10,3-2-19,-3-3 9,0-1-28,4-2 12,-4-1-38,0-5-19,-3 0 9,0-4 15,0-3-16,0-1-3,0-5-19,0 0-2,0-1-15,0-1-26,0 0 28,0-1 0,-3-8-163,3-3 17,0-5-83,0-5-12,0-5 106,0-4 229,3-1 0</inkml:trace>
          <inkml:trace contextRef="#ctx0" brushRef="#br0" timeOffset="10050">1647 1236 115,'0'0'352,"0"0"637,0 0-690,0 0-65,0 0-27,0 0-25,0 0-11,0 0-10,0 0-35,0 0-39,-3-19-30,9 18-12,3 0 13,3 0-1,4-1 4,3 0-32,5-1-26,-2 2-1,0 0 11,3 1-13,-7 0 0,4 0 0,-4 5-35,1 3 16,0 0-48,-7 1 19,4 1 25,-7 1-15,0 1-30,-9 0-5,0 3 31,0 0 0,0 1 6,-9 1 17,-7 1-20,-2-1 7,-4 0 30,0-3-30,1 0-4,-1-3 17,0-1-4,-3-2 7,4-2-13,-1-1 3,7-1 10,-1-2-3,4-2-10,-1 0 13,4 0-30,6 0-51,-3-2 6,6-3-48,0-2-134,0-1-81,3-2-112,9-1-88,-3-2 352,7-2 65</inkml:trace>
          <inkml:trace contextRef="#ctx0" brushRef="#br0" timeOffset="11254">2112 1187 324,'0'0'81,"0"0"467,0 0 126,0 0-385,0 0-62,0 0-42,0 0-27,0 0 20,0 0-33,0 0-52,-34-7-54,24 7-1,1 5 10,-3 1 16,-1 1-16,4 1-32,0 3-3,-4-1 3,4 1 0,0 1-15,2-1-1,4 0-2,0-1-1,3 0-20,0-1 22,0 0-21,0-1-32,0-1 9,6-1-13,4-2-3,2 0 13,4-2-29,-1-2 25,4 0-48,-1 0 20,4 0 60,-3-7-44,-1 0-11,-2-1 14,-1-2 16,1 2 41,-4-3 3,-3 0 1,-2-2 1,2 0 1,-6 2 17,0 0 10,0 0-3,-3 2-13,0 0 19,-3 1 1,-3 3 54,-3 1-26,-1 1-22,-5 2-4,-1 1-3,-2 0-3,2 0 39,-9 3 38,7 5 19,-4 1-22,4 4-7,-1 1-10,3 1-26,-2 2-9,9 1-13,-4 0-9,4 0-26,6 2 9,-3-1-11,6 0 0,0-1-1,0 1 0,6-2 16,3 0-16,0-2-20,4-2-9,-1 1 4,4-4-1,-1 0-22,1-2-9,2-2-7,1 1 29,6-3-86,-7-2 25,7-2-7,-6 0-29,5 0 23,-2-5-1,0-1 13,3-3 13,3 0 19,-4-3-55,1 0-58,-3-2-52,3 0 44,-7-1-22,1 1-17,0-2-52,-1 0 66,1 1 28,-1 1 101,1 0 82,-4 1 134,1 1-134,-7 0 13,1 1-6,-7-1 172,0 0 114,0 1 13,-3 0-26,0 2-39,0-2-27,0 2-23,0-3-3,0 4-43,0 0 0,-3-1-13,0 1-13,0 0 22,-7 3 2,4 1-18,-3-1-24,3 2-15,-7 0-23,4 1-9,-7 2-10,1 0-41,-1 0 0,1 0 26,-1 3-17,-2 3-12,2 2-1,1 4-2,-1 0-19,1 1 20,2 3-13,-2 0 14,9 2 1,-4-2-12,1 2 8,6-3-11,3 2-29,0-1-1,0 0 1,0-1-4,3 0-21,3-1 2,4-2-22,-1-2-13,0-1-39,7-1 22,-4-2-3,0-2 3,1-3-16,2 0 31,-2-1 7,-1 0 13,4 0 49,-4-4-4,4-4-23,-1-1-3,1 0 10,-4-3 13,3-1 29,-5-1 13,2-1 3,-3-2 12,1 0-13,-1 0-2,-3 0 16,0 1 36,-2 0 3,-1 2 32,0 4 20,-3 3 19,0 2 13,0 3-16,0 1 2,0 1 13,0 0-9,0 0-14,0 0-48,0 0-67,0 2-23,0 2-2,0 4 25,0 2 35,0 3-6,3-1 12,-3 1-16,3 1-25,0 1 2,0-1 0,-3 0-2,0 0 0,3 1-19,-3 0-10,3-2 0,0 1 1,1-2-36,-1 0-51,3 0-1,0-2-25,0-1-30,4-1 3,-4-2 16,0-1-68,-3-3-56,6-1-85,-2-1-36,-1 0-105,0-5 127,3-3 274,1-4 59</inkml:trace>
          <inkml:trace contextRef="#ctx0" brushRef="#br0" timeOffset="11758">2828 1089 330,'0'0'1027,"0"0"-348,0 0-377,0 0-82,0 0 60,0 0 79,0 0-44,0 0-103,0 0-111,0 0-54,0-18-6,0 20-16,0 0-25,0 3-25,3 1 25,3 3 22,1 0 3,-1 3-22,3-1 0,-3 1-3,4 2 4,-4 2-2,0-2-2,3 2-17,-3 2-27,-6-1 10,7 2-20,-7-3-6,0 2-16,0-3-25,0 2-19,-7-1-43,1 0-44,3-2-5,-3-1 19,0-3 12,3-2 49,0-3 2,-1-2 43,4-1 19,0-2 68,0 0 67,0 0 10,0-3-47,0-5 31,0-4-3,0-1 59,0-2-8,4-1-34,2-1-5,0-3-28,3-1 36,-3-2-8,4-2-38,2 0 10,1 1-42,-1 2 0,0 0 26,1 5 38,-1 3-16,-3 1-23,1 3 1,-1 4-26,-3 0 2,0 2 12,-2 2-14,2 0-20,-3 1-5,0 0 6,3 1-10,-6 0-45,6 0-70,4 0-43,-7 0-6,3 0-30,0 6-62,-3 0-79,0 0-89,0 0-110,1-2 103,2 0 356,3 0 25</inkml:trace>
          <inkml:trace contextRef="#ctx0" brushRef="#br0" timeOffset="12304">3377 1099 161,'0'0'26,"0"0"662,0 0-24,0 0-397,0 0-30,0 0-36,0 0 45,0 0-20,0 0-72,0 0-35,-34-71-10,28 70-1,2-3-2,-2 3-30,0 0-3,0 0-22,0 0-6,-4 1-4,1 0-16,-3 0 7,2 0-17,-2 3-15,-4 3-4,7 1-11,-6 2 11,-1 2-11,1 0 13,-1 3 1,1 1 0,2 0-11,-2 0-3,2 0 15,-2 0 1,5 0-1,4-2-3,0 1-26,3-3-9,3 1-6,0-1-7,0-1-6,0-1-10,3-2 16,6 1-32,4-2 25,2 0 26,-2-3-38,2 1-14,4-1-9,-1-2 9,1 1 14,3-1 8,-4 0-12,1 0-19,0 1 21,-4 0 11,1 1 19,-4 1 19,3 0 4,1 3 12,-4 0 7,-2-1 0,-4 2-126,0 0 33,-3 0 93,-3 1 19,0 0-19,0 2-3,0 1 3,-6 1 13,-3 0 32,-1 2 1,-2-3 9,-4 1-6,4-1 6,-3-1 13,-1-2-7,-3 1 17,4-2-4,-4-1 3,1-1 4,2-2-33,-6 0-9,7-3-26,-4 0-2,1-1-11,-4 0-112,3 0-101,-2-6-104,-1-4-248,-3-2-628,-3-3 896</inkml:trace>
        </inkml:traceGroup>
      </inkml:traceGroup>
    </inkml:traceGroup>
  </inkml:traceGroup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02:40.15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  <inkml:brush xml:id="br1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A0ECB39-A388-4923-9BA1-DDFEE8B4149C}" emma:medium="tactile" emma:mode="ink">
          <msink:context xmlns:msink="http://schemas.microsoft.com/ink/2010/main" type="writingRegion" rotatedBoundingBox="18594,13966 24762,13771 24903,18230 18735,18425"/>
        </emma:interpretation>
      </emma:emma>
    </inkml:annotationXML>
    <inkml:traceGroup>
      <inkml:annotationXML>
        <emma:emma xmlns:emma="http://www.w3.org/2003/04/emma" version="1.0">
          <emma:interpretation id="{43C1BA49-4970-4CA0-B859-8FEEF010E603}" emma:medium="tactile" emma:mode="ink">
            <msink:context xmlns:msink="http://schemas.microsoft.com/ink/2010/main" type="paragraph" rotatedBoundingBox="18649,13964 22522,13985 22517,14987 18644,149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5AA78A3-F1C7-4AF1-B7E1-C3F186A7E71B}" emma:medium="tactile" emma:mode="ink">
              <msink:context xmlns:msink="http://schemas.microsoft.com/ink/2010/main" type="line" rotatedBoundingBox="18649,13964 22522,13985 22517,14987 18644,14967">
                <msink:destinationLink direction="with" ref="{2949B171-0CF1-4B4C-9E14-D385BDF250D6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4CBC6AA3-FE55-4220-BD47-37AF743CA84A}" emma:medium="tactile" emma:mode="ink">
                <msink:context xmlns:msink="http://schemas.microsoft.com/ink/2010/main" type="inkWord" rotatedBoundingBox="18649,13964 22522,13985 22517,14987 18644,14967"/>
              </emma:interpretation>
              <emma:one-of disjunction-type="recognition" id="oneOf0">
                <emma:interpretation id="interp0" emma:lang="en-US" emma:confidence="0">
                  <emma:literal>12.96:</emma:literal>
                </emma:interpretation>
                <emma:interpretation id="interp1" emma:lang="en-US" emma:confidence="0">
                  <emma:literal>12.96: 1</emma:literal>
                </emma:interpretation>
                <emma:interpretation id="interp2" emma:lang="en-US" emma:confidence="0">
                  <emma:literal>12.96 :1</emma:literal>
                </emma:interpretation>
                <emma:interpretation id="interp3" emma:lang="en-US" emma:confidence="0">
                  <emma:literal>12.96: [</emma:literal>
                </emma:interpretation>
                <emma:interpretation id="interp4" emma:lang="en-US" emma:confidence="0">
                  <emma:literal>12.96 :</emma:literal>
                </emma:interpretation>
              </emma:one-of>
            </emma:emma>
          </inkml:annotationXML>
          <inkml:trace contextRef="#ctx0" brushRef="#br0">262 7433 185,'0'0'98,"0"0"-56,0 0 13,0 0 17,0 0 251,0 0 114,0 0-252,0 0-77,0 0-30,0 0 9,0 0-2,0 0 19,0 0 3,0 0-36,-3-17 4,3 16 0,0-1-7,0 0-23,-3-1-16,3 2 20,-4-1 25,4 2 4,0-1-14,0-2-12,0 0-10,0 1-10,0-2 3,0 2-32,0-2 20,0 0 16,0-1-36,0-1 13,4 0-16,-1 0 0,0-1 13,6 1-14,-3 0 1,4 0-3,2 0-20,0 1 10,1-1 12,-1 2-2,4 0 0,-4 0-20,4 1 4,-1 0 18,4 2 1,-7 0-4,0 1-28,4 0-10,-7 0 30,1 0-24,-1 2-3,-3 1 17,3 2-4,-2-1-26,-4 2 4,3 2 20,-6 1 28,6 0 0,-3 4-116,-3 0 65,0 1-37,0 1 39,0 2-6,-3 0 42,-6 3-29,-4 0 40,-2 1 4,-4 0-1,1 1-1,-4 1-1,-3-2-12,3-2 13,1-2-42,-1 0 42,0-1 13,7-2-13,-4 0 0,4-1 0,-4 0-10,7-2 23,-1-1-8,1 0-5,3-2-13,2 0 10,1-3 3,3-1-9,3-2 9,-3-1 16,3 2-14,0-3-1,0 0 0,0 0 19,0 0 2,0 0 8,0 0 12,3 0-7,3 0-5,4 0 5,2-3-6,0 0-26,4 0 16,-1-2-19,4 1 13,0 0-12,-1 0-1,4-2-2,-7 2 1,7 0 0,0 0-2,-7 0 3,7 2 10,-3 1 3,-4 0 10,1 1-23,-4 0-11,4-1 9,-4 1-14,0 0 13,-2 0-13,-1 0 15,0 0-1,1 0 2,-1 0 9,-6 0-9,3 0-1,-3 0-1,0 0-22,4 0-34,-4 0-43,-3 1-6,6 0-10,-6-1-45,0 1-37,6 0-22,-3-1-27,-3 0-42,0 0-29,3 0 54</inkml:trace>
          <inkml:trace contextRef="#ctx0" brushRef="#br0" timeOffset="1072">826 7552 57,'0'0'163,"0"0"-118,0 0-6,0 0 14,0 0 5,0 0 4,0 0 342,0 0-104,0 0-144,0 0-58,0 0 6,0 0 26,0 0 13,0 0-16,0 0-39,0 0-30,0 0-6,0 0 0,0 0-7,0 0-6,0 0-10,0 0-6,0 0-20,0 0-3,0 1-23,0 0-19,0-1-13,0 1 3,0 0 0,0 1 10,0 1 42,0 0 20,0 1-20,0-1-12,0-1 11,0 0 2,0 0-1,0 0 3,0-1-3,0 0 0,0 0 11,0 0-9,0-1 1,0 1 27,0-1-5,0 0 5,0 0 2,0 0 0,0 0-6,0 0-26,0 0 0,0 0 0,0 0 14,0 0 28,0 0 17,0-1-4,0-3-55,0 0 3,0-2-3,0 1 2,0 2 11,0-1-11,3 1 11,-3 1-12,0 0-2,0 1-17,0 1-24,0 0-7,0 0-19,0 0-9,0 0-11,0 0-22,0 0-46,0 0-42,0 0-59,0 0-124,0 0-105,0 0 85,0 1 265</inkml:trace>
          <inkml:trace contextRef="#ctx0" brushRef="#br0" timeOffset="2145">1372 7416 191,'0'0'114,"0"0"-32,0 0-23,0 0 208,0 0 150,0 0-205,0 0-111,0 0 68,0 0-26,0 0-20,-10-52 49,7 47-120,-6-2 42,9-1-16,-6 1 26,3 2-49,-3-1-4,2 2 49,-2-2-58,3 3 58,-3-2-99,0-1-1,0 2 0,-1-1 29,1 1 4,0 2-30,3-2 19,-3 2 12,-4 0-34,1 1-74,-3-1 28,2 2 34,-2 0-8,6 0 7,-4 0-25,1 0-4,0 1 3,-4 4 38,1 1-1,3 1-15,-4 0 17,4 0 0,0 3 0,6 0-33,-4-2 31,7 1 2,-3 0-1,0 0-15,3-1 13,0 0-10,0 0-23,0-1 14,6-1-11,4 2 30,-1-1 6,3 1 13,4-2-6,-1-2-9,4 0-2,0-2-11,-4-1-14,4-1 4,-4 0-4,1 0-3,-1-2-62,-2-3 62,2-2-17,-2 1 28,-4-2 17,-3 0 0,3-1-25,-6-1 26,1 1 32,-1-1-19,-3 0-26,0 0 30,0 0-17,0 4 26,-3 0 29,-4 1-29,7 1 97,-3 2-59,0 1-28,0-1 74,3 2-36,0 0-29,0 0-10,0 0-12,0 0-21,0 0-2,0 0-22,0 0-14,0 0 4,0 0-4,0 4-6,-3-1 17,3 3 21,-3 1-15,0 2 18,3 0 1,0 1 11,0 0-9,0 0-2,0 1 16,0 0 5,3 1-21,3 0 0,-6 1 0,9 0 13,-2 0-10,-1 1 13,-3-1-13,6 2-3,0-2-5,-2 1 5,-1 1 0,0-2-20,0 1 4,4 0 16,-7-1-19,0-2-46,-3 0-9,0-1 6,0 0 45,0-1 20,0 0-23,0-1 26,0-1-13,-6 1-19,-4-1 31,1-1 2,-7 1 11,4-1 7,-3-1 4,-4-1-4,0 0-17,-2-2 1,5 0 20,-6-1-22,1-1 28,5 0-28,-2 0 25,-1 0-13,4 0-11,-1-1 15,7-3-17,3 0-7,-4 1-6,10-1-3,-6 2-20,3-3-100,3 1 36,0-2 9,0 0-61,0 0-21,0 0-103,6-1-144,0 1 16,1-2-85</inkml:trace>
          <inkml:trace contextRef="#ctx0" brushRef="#br0" timeOffset="2931">1806 7289 191,'0'0'196,"0"0"-105,0 0 343,0 0 77,0 0-296,0 0-53,0 0 14,0 0-17,0 0 25,0 0-15,-16-32-69,16 30-42,0 2 6,-3-1 10,0 1 3,0 0-15,3 0-11,-3 0-22,0 0-27,0 0-2,-3 0-2,-1 0-2,-5 0-8,3 2 8,-7 3-8,4 2 12,-4 1 12,1 3 1,-1 2-13,-2 1 2,-1 2-1,4 0 14,-1 2-11,1 0 11,2-1-14,4 2-1,-4-2 0,7 1-3,0 0-17,0-1 18,6 1 2,-6-1-1,6 0 0,0-1-1,0-1-24,3 1 4,3-3-1,3 0-34,4-1 53,2 0-18,1-1 9,5-2 3,-2 0-6,6-1 15,0-2 0,-1 0-1,1-1-14,3-3-7,0-1-12,-3-1 22,0 0-51,-4 0 51,4-3-4,-9-2-2,2-1 6,-2 1 13,-7-2 0,0-1 3,-2-1 26,-7 1-9,0-1-14,0-1 7,0 1 35,-7 0-12,-2-1 6,-3 1-40,-4 0 20,-6 0-19,1 1 19,-1 1-21,-3 1-1,0 1 0,1 2-13,2 2 10,0 1-13,4 0-7,2 0-2,1 0 12,-1 2-23,4 2-5,2 1-18,1 1-34,3 0-59,0 2-101,3 0-153,3-2-134,0-2-216</inkml:trace>
          <inkml:trace contextRef="#ctx0" brushRef="#br0" timeOffset="14247">11 7153 11,'0'0'173,"0"0"-79,0 0-19,0 0-10,0 0-12,0 0 605,0 0-316,0 0-166,0 0-66,3-6-9,-3 6 12,0 0 4,0 0-23,0 0-29,0 0-16,0 0-23,0 0-10,0 0 0,0 0 0,0 0 4,0 0-18,0 0-1,0 0-1,0 0-13,0 0 0,0 0-3,0 0-4,0 0-6,0 0-12,0 0-11,0 2 7,0 3 42,0 2 0,0 1 48,0 3-48,0-1 7,0 2-7,-3 2 23,-1-1-10,4 2 6,0 0-19,0-1 0,0 2 0,0 2 61,0 0-9,0 1-49,0 1 17,0 1-1,0 0-18,4 1 3,-1 1 25,0-1-29,-3 0-10,0-1 10,3 0 3,0 2 36,0-2-38,-3-2-1,0-1 0,3 1 3,0-3-3,-3 1-1,6 1-19,-2-2 20,-4 1 34,3-1-34,0-1-3,-3-1-23,3 0 0,-3 1 26,0 0 1,3-1 20,0 1-21,-3-2-16,0 1-26,0-1 42,3 0 3,-3-1-3,3 1-16,-3-1 15,0 0 1,0 1 28,0-2-28,3 1-2,-3 1 2,3-3-10,-3 1 10,4 0 0,-4-1 1,0 0 0,0-1-1,3 0 1,-3 2 15,0-3-16,3 0-13,0-1-3,-3 0 3,3-1 13,-3-2-2,0 1-11,0-2 13,0 0-1,3 2-3,0-3 4,-3 1 0,3 0-1,-3-1-48,0 0-19,3 0-10,-3-2 17,0 3-27,3-1 1,-3 0-47,0-2-35,4 1-9,-4 0 41,3-1-10,-3 0-38,0 0-57,0 0-110,0 0 20,-13-11 248</inkml:trace>
          <inkml:trace contextRef="#ctx0" brushRef="#br0" timeOffset="6204">2742 7388 164,'0'0'127,"0"0"-52,0 0-16,0 0 9,0 0 695,0 0-333,0 0-216,0 0-100,0 0-17,0 0 39,16-17-3,-13 15-62,-3-3-23,0 3 59,3-1-10,-3 0-10,3 1-46,-3 1 11,3 0-1,-3-1 13,0 1-9,0-3-26,0 2-13,0 1 13,0 0-4,0 0-2,0 1-7,0 0-14,0 0 1,0 0-1,0 0 11,0 0-11,0-2-1,0 1 0,0 0-1,0 1-2,0 0-17,0 0-29,0 0-48,0 0-45,0 0-46,3 0-52,-3 0-55,3-2-161,-3 0-244,3 1-68,-12 8 499</inkml:trace>
          <inkml:trace contextRef="#ctx0" brushRef="#br0" timeOffset="6636">2814 7753 101,'0'0'137,"0"0"-85,0 0 17,0 0-7,0 0 16,0 0 684,0 0-400,0 0-203,0 0-58,15 12-1,-15-12 24,0 0 51,0 0-10,0 0-36,0 0-29,0 0-4,0 0-5,0 0 2,0 0-13,0 0-6,3 0-26,0-4-45,-3 1-3,3 0 2,0-1-1,-3 0 12,0 0 12,4 1-25,-4 0-22,0-2-7,3 1 10,0-1-16,0 1-49,-3 0-44,3 0-23,-3-1-10,3 2-27,0-2-133,-3 0-153,0-2-47,3-1-518</inkml:trace>
          <inkml:trace contextRef="#ctx0" brushRef="#br0" timeOffset="8340">3564 7506 158,'0'0'156,"0"0"-81,0 0-19,0 0-24,0 0 662,0 0-277,0 0-196,0 0-78,0 0-16,0 0 5,6 0 14,-6 0-7,0-1-32,0 1-17,0-1-9,0-1-24,3-1-5,-3 0-1,3-2-3,0 0-48,-3-1 13,7 1 16,-4-2 13,0 0-42,0 0 1,3 1 31,0-3-29,1 0 15,2-2-17,-3 1 1,0 0 1,4 0-3,-4-1 16,0 0 12,0-1-28,-3 0 19,0 3-19,0-1 17,1 2-14,-1 2 26,-3 2-25,3 0 24,-3 2 4,0 1-6,0 0 6,0 0 6,0 1-3,0 0-7,0 0-2,0 0-14,0 0-12,0 0-16,0 0-10,0 0-6,0 0-3,0 0-3,0 0-6,0 0 9,0 0-10,0 0 0,0 1-3,0 1 3,0 2 0,0 1 4,0 2 40,0 4-1,0 2-11,0 2 13,0 2 1,-3 1 1,3 0-4,0 1 15,0-1-16,0 2 3,0-1 0,0 0 9,0 0-7,0 0-4,0 0-4,0-1 6,0-1 6,3-1-5,-3-1-1,3-1-23,0-1 23,-3-1 19,3 0-17,0-3-2,0 1-10,-3-2 10,3 1-16,-3-2 16,3-1-32,-3 0 16,0-1-22,4-2 36,-4 1-37,0 0 0,0 0-2,0 0 21,0-1-15,0 2 12,0-1-9,0-1-13,0 0 9,3 0 17,-3-1-23,0-1 3,0 2 7,0-2 30,0 1-11,0-2 12,0 2 1,3-1-16,-3 1-1,0-1 1,0 0 3,0-1 10,0 0-7,0 1 9,0 0 1,0 0-26,3-1-6,-3 1-4,0-1-9,0 0 0,0 0 3,0 0 12,0 0 8,0 0 21,0 0-2,0 0-13,0 0 15,-3 0-1,-3 0 2,-4 0 40,1 0-17,0 1-20,-4 0-3,1 1 2,3-1-5,-4 0 3,4 1-16,0-1-4,-1 0-9,4-1 26,0 2 1,3-1 1,-7 0-2,10 0-19,0 0-8,0-1 11,0 1 6,0-1-3,0 0 3,0 0-7,0 0 7,0 1 13,0 2 35,0-1 43,0-1-77,0 1 0,0-1 0,0 1 19,0-1-18,0 0 0,4 0 34,2 0 22,0 0 29,6 0 17,4 0-42,-1-1-37,4 0-24,0 0 52,2 0-53,1-4-19,0 0-4,-1-1 23,-2 1-1,6 1 2,-7 0-2,-5-1-40,2 1 6,-2 0-56,-7 0-26,-3 1-9,0 1-36,-3 0-128,0-1-94,0-2-167,-3 0-6</inkml:trace>
        </inkml:traceGroup>
      </inkml:traceGroup>
    </inkml:traceGroup>
    <inkml:traceGroup>
      <inkml:annotationXML>
        <emma:emma xmlns:emma="http://www.w3.org/2003/04/emma" version="1.0">
          <emma:interpretation id="{2D7CED38-ED64-40DD-9A4A-CA7962014CA3}" emma:medium="tactile" emma:mode="ink">
            <msink:context xmlns:msink="http://schemas.microsoft.com/ink/2010/main" type="paragraph" rotatedBoundingBox="18845,15326 24805,15137 24827,15815 18866,160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33AC884-DB60-4402-AD36-BF66489DD273}" emma:medium="tactile" emma:mode="ink">
              <msink:context xmlns:msink="http://schemas.microsoft.com/ink/2010/main" type="line" rotatedBoundingBox="18845,15326 24805,15137 24827,15815 18866,16003"/>
            </emma:interpretation>
          </emma:emma>
        </inkml:annotationXML>
        <inkml:traceGroup>
          <inkml:annotationXML>
            <emma:emma xmlns:emma="http://www.w3.org/2003/04/emma" version="1.0">
              <emma:interpretation id="{1220987A-6738-47C7-AC68-C2D916B25138}" emma:medium="tactile" emma:mode="ink">
                <msink:context xmlns:msink="http://schemas.microsoft.com/ink/2010/main" type="inkWord" rotatedBoundingBox="18858,15319 21565,15328 21563,15997 18855,15988"/>
              </emma:interpretation>
              <emma:one-of disjunction-type="recognition" id="oneOf1">
                <emma:interpretation id="interp5" emma:lang="en-US" emma:confidence="1">
                  <emma:literal>Round:</emma:literal>
                </emma:interpretation>
                <emma:interpretation id="interp6" emma:lang="en-US" emma:confidence="1">
                  <emma:literal>Round :</emma:literal>
                </emma:interpretation>
                <emma:interpretation id="interp7" emma:lang="en-US" emma:confidence="0">
                  <emma:literal>Rounds :</emma:literal>
                </emma:interpretation>
                <emma:interpretation id="interp8" emma:lang="en-US" emma:confidence="0">
                  <emma:literal>Roundy :</emma:literal>
                </emma:interpretation>
                <emma:interpretation id="interp9" emma:lang="en-US" emma:confidence="0">
                  <emma:literal>•hound :</emma:literal>
                </emma:interpretation>
              </emma:one-of>
            </emma:emma>
          </inkml:annotationXML>
          <inkml:trace contextRef="#ctx0" brushRef="#br0" timeOffset="17848">277 8787 83,'0'0'215,"0"0"-62,0 0 43,0 0 315,0 0-237,0 0-105,0 0-36,0 0 17,0 0 15,0 0-6,0-38-36,0 37-19,0 0-1,0 1-3,0 0-16,0 0-26,0 0-29,0 0-29,0 0-29,0 0-19,0 0-7,0 0-19,0 0-23,0 4-19,0 4 54,0 2 62,0 4-2,3 1-6,4 3 5,-4 1 6,3 2 17,0-1-19,-3 1 44,3 0-43,1 0-2,-1-1-2,0 0-17,0-3 6,-3 0 11,3-3 2,-6-1 30,7-1-30,-4-1-3,-3-1 3,3-3 0,0 0 0,-3-3-23,0-1-32,0-2 35,0-1 17,0 0 3,0 0 20,0 0 12,0 0 23,0 0 29,0-4-26,0-3-58,0-3 0,-3-4-1,0-1-18,-3-4 3,-1-1-7,1 0 22,0-2 1,0-2-29,0 0 6,-4-1 4,4-1 17,0-1 2,-3 1-23,2 0 36,1 1-26,0 0-3,0 2 16,3 1 0,0 1-23,-1 0 23,4 0 13,0 2 3,0 1-16,7 3 2,2 1 34,0 2-34,1 2 14,-1 1-16,3 2-1,4 1-30,2 1 31,-2 1 42,6 0-42,-7 1-19,4 3 15,-1 0 4,-2 0-42,2 3 23,-2 2-17,-1 4 17,-5 1-29,2 2 47,-3 0-43,-2 3 12,-4-1-20,0 2 52,-3 3 0,0 0-39,-6 0 39,-4 2 0,-2-1-7,-4 0 5,-2 0-39,-7 1 41,3-3 0,1 0-19,-1-3 19,-6-1-4,9-3 6,-2-1-2,-1-2 1,3-2-1,1-1 22,2-1-5,7-2-15,0 0-3,-1-2 2,7 0 46,3 1-5,0-1 10,0 0-3,0 0-17,0 0-28,0 0 34,0 0-25,0 0-12,3 0 48,0-1 32,4 0-75,-4-1-6,3 1-3,3 1-27,1 0 30,-1 0 1,3 0 0,1 4 17,2 2 5,1 1-23,-1 0-19,4 2 19,-4 3 0,4 1 35,-1 2-12,4 4-17,-3-1 10,2 1-16,-2 0-22,-3 1-11,2-2 31,-2-1-49,-1 0-21,1-1 50,-4-3-82,4 1-22,-7-3 28,6-1-96,-5-1-161,-1-2 36,0-3-46,1-2-111,-4-2 189</inkml:trace>
          <inkml:trace contextRef="#ctx0" brushRef="#br0" timeOffset="18951">764 8946 432,'0'0'68,"0"0"-16,0 0 733,0 0-358,0 0-164,0 0-85,0 0-61,0 0-27,0 0-16,0 0-67,-12-4-7,5 5-52,4 3 39,-6 1-6,3 3-7,-3 1 3,-1 1 23,1 0 36,3 1-7,-4 1-26,4-1 23,3 0-10,-3 2-16,3-3-19,3 1 16,0-2 0,0 1-17,0-2-3,6 0 23,-3-1 7,6-2 22,1 2-39,-4-2 30,6-1-30,4 1 10,-4-4-48,4 1 37,-1-2 9,1 0 4,-1 0-2,4-5 29,-7-3-6,1-3-7,-1 0 0,0 0 13,-2-3 6,-4 2-35,-6-1 36,3 0-36,-3 0-58,0-1 58,0 2-26,-6-1 0,-3 2-39,-4-1 65,-2 1-25,-1 0-18,-2 1-25,-1 2 56,0 3-37,-2-1-6,2 2 40,4 0 14,-4 1 0,3 1-41,4 1 41,3-1-11,3 2 0,2-1 8,1 1-9,3 0-6,0 0-17,0 0-3,0 0 7,0 0-33,7 0 39,2 0 26,0 3 45,10 0 4,-1-2 6,4 0-53,0 0 24,3-1-24,-4 0 24,1 0-26,0 0 0,-1 0-1,1 0-34,0 0 12,-4 0 20,-2-2 3,-1 1 23,-2-1-23,-1-1 0,-3 2 4,-5 1 51,2 0-3,-6 0-13,0 0-17,0 0 1,0 0 9,0 0 1,0 0-33,0 0 0,0 0-52,0 4 28,0 0 22,0 3 1,3 1 1,0 1 18,0 1-5,-3 1 7,3 2 15,0-1-31,0 0-4,0 0 19,4 0-6,-4-2-13,3 1 23,0-1-23,0-1 3,1-1 20,2-1-7,-3-1-16,3-1 3,-2 1 46,2-2-30,0 0-6,-3-2-13,4-1-45,-4-1 45,3 0 3,1 0 23,2-1 13,-3-5-36,4-1-3,-4-1 0,3-1 17,-5-2 25,2-1-23,-6 0-17,3-1-2,-3-1 0,-3 0-54,0 0 34,0 0-28,0 1 12,0 0 20,0 3-14,-3 0 30,-3 2 3,6 3 42,-3 1-41,0 2 5,3 1 53,0 1-20,0 0-39,0 0 0,0 0 0,0 0-3,0 0-29,0 0-29,0 0-3,0 0-11,0 4 21,0 2 34,0 1 17,0 2 36,0 1-23,6 0 23,-3 1-36,3-1 25,4 0-25,-4 1 4,0 0-4,3-3 29,1 1-10,-1-1-19,0-2-16,4 0 14,-1 0-105,-3-1 75,4-3-49,-1 2-4,-3-3 17,7 0-19,-7-1-92,4 0 23,-1 0-186,-3-2-121,1-4 23,-7-3 112</inkml:trace>
          <inkml:trace contextRef="#ctx0" brushRef="#br0" timeOffset="19657">1437 8818 88,'0'0'202,"0"0"-140,0 0-16,0 0 16,0 0 267,0 0 231,0 0-257,0 0-140,0 0-43,0 0-3,0 0 9,0-4-16,0 4-48,0 0-62,0 0-1,0 3-42,0 3 43,0 2 30,3 2-5,0 0-25,-3 1 72,3 1-57,0 0-14,3 0 69,-2 2-67,-1-1 13,0 2-15,0 1 13,0-2-12,0 2 22,0-3 10,0 1-34,0-3-2,0-1 1,1 2 1,-1-5-2,-3-1 2,3-1 1,0-1-1,-3-3-16,0 0 16,0 1 2,0-2 21,0 0 3,0 0 6,0 0 19,0 0 1,0 0 6,3 0 3,0-4 13,0-3-26,0-1-48,4-4 0,-1 0-45,3-3 22,-3 0 20,0 0-93,1-1 54,2 1 0,0 3 20,-3 2-11,1 1 21,-1 2-14,0 3-10,3-1 1,-2 3 19,-4 1 0,0 1 16,0 0 0,3 0-22,-3 0-13,6 0 35,-2 2 25,-1 4-24,0 1 48,0 0-27,4 2-22,-4 1-25,-3 1 24,3 0-19,0-1-6,-3 0 4,4 1-7,-4-1-29,3 2-7,-6-1-81,6 0 39,-3 1-78,6-2-39,-2 0-114,2-3 9,3-2 9,1-2-133,-4-3 188</inkml:trace>
          <inkml:trace contextRef="#ctx0" brushRef="#br0" timeOffset="20361">2144 8978 223,'0'0'147,"0"0"-17,0 0 245,0 0 221,0 0-333,0 0-81,0 0-19,0 0-105,0 0 52,0 0 23,-44-75-62,32 68 40,0 1-111,-4 1 0,4 1 0,-4 0-26,1 3 26,-1 0 13,-2 0 6,5 1-19,-2 0 1,2 0 19,-2 5 12,-1 1-21,4 2-9,-1 1 15,1 0-1,3 2-10,-1-1-6,1 1-1,3 1-22,0 0 23,3 0-1,3 1-22,-3-3 22,3-1-11,0 0-3,0-2 14,0 0-43,3 2 18,6-2 26,-3 0 11,7-1-11,2-1-52,1-1 30,2-1-1,-2-3-22,2 0 9,4 0 1,-3 0-4,2-7-26,1 0 49,-6-3 13,2-1 1,-5-3 2,-1-2 35,0-2-35,-2-3 0,-1-1 41,-3-2-2,0 0-7,-3-1 4,-3-2-35,0 0-2,0 0-21,0 1-12,-3 1 33,-6 1-24,0 2 25,-1 1 51,-2-1-32,0 3 39,-1 0-45,-2 1 13,2 3-7,4 1 72,0 4 44,6 2-64,-4 3 23,7 2 2,0 2-35,0 1-28,0 0-33,0 0-58,0 0-22,0 3 6,0 5 58,0 3 16,0 4 29,0 2-10,0 1-17,4 1 14,2 0-15,0 1-1,0 2 0,0 1 2,1 0 9,2 3-11,0 0 0,-3-1-19,4 1 19,-4 0 0,0 0 6,0-2-6,0 1-18,4-2-36,-1 1-17,0-3-52,-2-1-41,-1-3 12,-3 0-39,3-4-43,-3 1-137,0-4-32,0-2-129,-3-3 63</inkml:trace>
          <inkml:trace contextRef="#ctx0" brushRef="#br0" timeOffset="20756">2841 8779 437,'0'0'46,"0"0"977,0 0-744,0 0-68,0 0 10,0 0-7,0 0 5,0 0-16,0 0-81,-6-38-13,6 36-16,0-2 6,0 3-32,0-2 12,0 1-31,0-1-7,0 1-41,0 1-25,0-1 24,0 2-24,0 0-51,0 0-51,0 0-49,3 0-88,0 0-110,4 4-69,-1 3-9,0 1-274,-3 0 15,-31-30 600</inkml:trace>
          <inkml:trace contextRef="#ctx0" brushRef="#br0" timeOffset="20973">2869 9055 154,'0'0'144,"0"0"-40,0 0-19,0 0 254,0 0 348,0 0-248,0 0-163,0 0-92,0 0-58,0 0-35,0 0-27,16-3-64,-10-1-56,0-1-105,1 2-114,2-3-102,-3 0-413,-3-2-32,-56 43 610</inkml:trace>
        </inkml:traceGroup>
        <inkml:traceGroup>
          <inkml:annotationXML>
            <emma:emma xmlns:emma="http://www.w3.org/2003/04/emma" version="1.0">
              <emma:interpretation id="{ED966E7D-F9C2-48C6-AB4D-EAB1456D18E1}" emma:medium="tactile" emma:mode="ink">
                <msink:context xmlns:msink="http://schemas.microsoft.com/ink/2010/main" type="inkWord" rotatedBoundingBox="22230,15242 24806,15161 24826,15783 22249,15865"/>
              </emma:interpretation>
              <emma:one-of disjunction-type="recognition" id="oneOf2">
                <emma:interpretation id="interp10" emma:lang="en-US" emma:confidence="0">
                  <emma:literal>wrinkled</emma:literal>
                </emma:interpretation>
                <emma:interpretation id="interp11" emma:lang="en-US" emma:confidence="0">
                  <emma:literal>wind led</emma:literal>
                </emma:interpretation>
                <emma:interpretation id="interp12" emma:lang="en-US" emma:confidence="0">
                  <emma:literal>wink led</emma:literal>
                </emma:interpretation>
                <emma:interpretation id="interp13" emma:lang="en-US" emma:confidence="0">
                  <emma:literal>winkled</emma:literal>
                </emma:interpretation>
                <emma:interpretation id="interp14" emma:lang="en-US" emma:confidence="0">
                  <emma:literal>Wink led</emma:literal>
                </emma:interpretation>
              </emma:one-of>
            </emma:emma>
          </inkml:annotationXML>
          <inkml:trace contextRef="#ctx0" brushRef="#br0" timeOffset="23207">3604 8768 401,'0'0'114,"0"0"-62,0 0 548,0 0-330,0 0-42,0 0 29,0 0-76,0 0-96,0 0 9,0 0 32,0 0-7,6-32-19,-6 32-13,0 0-12,0-1-5,0 1-5,0 0-14,0 0-13,0 0-15,0 0-23,0 0-27,0 0-27,0 0-20,0 0-16,0 1 0,0 5 25,0 1 23,0 3 20,0 2 22,0 4 22,-3 0-21,0 2-1,3 0-1,0-1-2,0-1 3,0 0 6,0-1-6,0-2-31,0 0 31,6-2 39,-2 1-37,2-2 0,-3-2-2,3-1 3,-6-2-6,6-2 6,-3-1 10,0-1 13,1-1 10,-1 0-1,3 0 13,0 0 7,0 0-3,4-1 5,-1-4-25,0-3 0,4 0-29,-4-3 22,-3-1 4,3 0-29,-2-1 16,-1 0 6,-3 2-22,0 1 0,0 2 13,0 1 0,-3 2-13,0 1-2,0 2 2,0 1 0,0 1-2,0 0-11,0 0 11,0 0-14,0 0-19,0 0-10,0 0-19,0 0-7,0 0 3,3 0 17,0 5 15,4 0 35,-1 2 1,6-1 10,-2 2-9,2 0 1,3 0 14,1 0 4,3 1-4,-4-1 3,4-2-17,-1 1-2,-2-1-10,2-2-3,1 0 13,-7-2-2,4-2 2,-1 0 13,-2 0-13,-7 0 4,6-1 25,1-4-26,-4 0 10,0-1 19,-2-1 0,-4-2 19,0 1-51,-3-2 16,0-1-16,0-1-48,0-1 47,-3 0 1,-4-2-25,-2 2-1,-3 0 25,2 2-28,-2 0-36,3 3 45,-7 1 18,4 2-25,-1 0-18,4 3 10,0 1-11,6 0 1,-3 1-19,6 0-63,0 0-77,0 0-65,0 0-79,0 2-13,0 1 97,0 2-42,0-2 48,0-1-35</inkml:trace>
          <inkml:trace contextRef="#ctx0" brushRef="#br0" timeOffset="23855">4119 8743 223,'0'0'156,"0"0"-74,0 0 276,0 0 300,0 0-254,0 0-216,0 0-39,0 0 3,0 0-10,0 0-22,19-17-17,-13 15-61,3 0 0,-3 0-4,4 0-15,-1 1-7,0 1-15,4 0-1,-1 0-36,-3 0 1,1 0 13,2 3-4,-6 3-16,4 0 13,-4 2 10,0 0 15,0 2-18,0 0-17,1 1 4,-4 1-33,0 1 29,-3 1-55,0 0 4,0-1 90,0 0-91,0-1 0,0-3-16,0-1 107,0-2-35,0-2-11,0 0 7,0-1 29,0-3 10,0 0 62,0 0 29,0 0 0,0 0-4,0 0-6,0 0-19,0-1-36,6-6-26,0-1-26,3-2-16,1 0 13,2-2 25,1-1 1,-1 0-28,3 0 30,-2 2 1,2 0 0,-5 2 10,2 0-10,0 2 0,1 0 17,-1 3 15,-6-1 20,4 4 9,-7-1-3,3 2 10,-6 0 0,0 0-16,3 0-30,-3 0-22,3 0-14,0 0 14,0 3 11,4 3 21,-1 1 7,-3 1-22,3 0-17,0 0-13,1 3-11,-4 0 24,6-1 2,-6 3-2,3-1 0,-3-1-45,4 0-1,-7 0-54,6 1 16,-6-2 4,3-2-76,0 0-45,-3-1-52,3-1 51,-3 0-126,0-3-119,0-3-45,0 0 194</inkml:trace>
          <inkml:trace contextRef="#ctx0" brushRef="#br0" timeOffset="24091">4460 8536 367,'0'0'1,"0"0"787,0 0-316,0 0-212,0 0-16,0 0-73,0 0-54,0 0-17,0 0-48,0 0-52,-15-22-72,15 22-41,0 0-39,3 0-33,3 2 65,0 4 0,6 1-195,-2 2 51,-1 3-169,3-2 45,1 0 127,-69-44 112</inkml:trace>
          <inkml:trace contextRef="#ctx0" brushRef="#br0" timeOffset="24647">4674 8720 183,'0'0'133,"0"0"-38,0 0-46,0 0 6,0 0 682,0 0-379,0 0-218,0 0-69,0 0-13,0 0 14,0 0 16,0 21-24,3-14 30,-3 2-9,3 2-47,0-1-18,0 1-19,4 2 1,-4 1-2,3 0 1,0 1 2,0 1 1,1 0 9,-1-2 2,-3-1-15,3 0-16,-3-1-30,3-2 24,-6-2-11,3-2-28,-3 0 59,0-4-1,4 1-3,-4-2 6,0-1 55,0 0 23,0 0 3,0 0 9,0 0 4,3-4-4,-3-4-42,6-1-48,-6-3 0,6 0 4,-3-1-4,3 0-36,-3-2 23,4 1 26,2-1-4,-3-1-9,0 3-52,1 0 51,-1 2-34,0 2-14,3 4 49,-3 0 9,1 2-8,-1 0 17,-3 1-18,3 1-1,-3 0 1,0 1 3,0 0 0,1 0-3,-1 0-32,-3 0 0,6 5 32,-3 2 42,6 1-20,-6 2-22,4 1 0,-1 2-25,3-1 24,-3 2-28,0-2 6,1 0 10,-1 0-74,3 0 67,-3-1-51,-3 0-23,4-1-136,-7-1-56,9-2-10,-6-2-91,3-3-112,-6-2 72</inkml:trace>
          <inkml:trace contextRef="#ctx0" brushRef="#br0" timeOffset="25411">5251 8689 111,'0'0'166,"0"0"20,0 0 430,0 0-69,0 0-209,0 0-127,0 0-101,0 0-65,0 0-25,0 0-4,-16 6-15,4 1 13,-4 1-12,1 2 23,-4 1-25,1-1 0,-4 3 32,3-1-16,-2-1-13,2 0-5,3 0 2,1-1-22,-1-1 6,4-1-17,3 0-54,-1-3 25,4-1 43,6 0-46,-3-1-13,3-3-42,0 1 0,0 1 6,0 1 111,0-2 3,3 3 49,0 1 9,7-1 17,-1 3 6,3-1-32,4 0 5,-1 2-53,4-1 21,0 1 25,5 0-46,-2-2 18,3 3-19,-3-2-33,2 0 33,1 0-13,-3-1-94,-3 0 13,2 0-55,1-1-33,-7 2-4,4-4-166,-3-1-58,-4-2 12,-3 0 148</inkml:trace>
          <inkml:trace contextRef="#ctx0" brushRef="#br0" timeOffset="24990">5006 8414 649,'0'0'156,"0"0"515,0 0-342,0 0-102,0 0-10,0 0-19,0 0-66,0 0-71,0 0-51,0 0-7,-13-1 7,13 10 16,0 3-23,0 0 94,0 3-72,0-1-2,3 2-22,1 2 15,-1-1-14,0 3-1,0 1-1,3 1-2,-3 2-1,0 0 1,0 2 2,0 1-2,-3 1-2,4-1-47,-4 0-1,0 0-44,0-1-69,0-1 58,3-3-100,-3-1-26,3-3-5,-3-3-48,3-3-141,-3-3-48,3-4 132</inkml:trace>
          <inkml:trace contextRef="#ctx0" brushRef="#br0" timeOffset="25783">5452 8427 39,'0'0'111,"0"0"1004,0 0-666,0 0-274,0 0 0,0 0 111,0 0-21,0 0-79,0 0-73,0 0-59,-28-21-28,28 21-23,0 0-3,0 1-22,0 4 19,0 3 3,0 1 65,0 3-43,0 2 58,0 1-38,0 3-20,0-1 20,3 1-20,7 2 4,-1 0-4,-3 3-22,7 0-12,-4 2 12,3 0 14,-2 1-14,-4-1-22,0 1-52,0 1-44,0 0 3,1 0-1,-4-1-22,3-2-30,-3-3-32,0-3-69,0-1-62,-3-3 48,3-4-88,-3-2-46,3-4-37</inkml:trace>
          <inkml:trace contextRef="#ctx0" brushRef="#br0" timeOffset="26866">5623 8703 184,'0'0'257,"0"0"438,0 0-119,0 0-265,0 0-135,0 0-66,0 0-46,0 0 1,0 0-65,0 0-13,-31 3 13,28 4 13,-7 0 12,7 0-25,0 0-15,0 1 14,3 1 0,-3 0-16,3 0 17,0 1 0,0 0 0,0-1-10,0 0-29,6-1-32,0-2-4,1-2 73,2 0 2,0-2 0,1-1 13,5-1-11,-6 0 34,7 0-33,-4-3-3,1-5-26,-1 0 10,-3-1 13,-2 0 3,2 0 18,-9 1-17,3-2 82,-3 3-60,0-1-7,0 1-13,-3 2 36,-3 1-20,-1 1 27,-2 2-46,3-1-42,-6 2 42,2 0 19,-2 0-3,-4 0 16,4 5-12,0 3 35,-4 2 0,7 0-30,-7 3 14,7-1-10,0 2-23,2-1-6,4 2 0,0 1 10,3-1-10,0 0-16,0 0-10,9-2 10,1 0 3,2-2-45,4-1 58,2 0-1,7-2-9,0-1-31,0-3 18,6 0-19,0-2-100,0-2 45,3 0-65,0 0-46,-3-3-42,0-3-14,0-2 10,-6-2 68,6 1-38,-6-4 38,-4 0 104,1-1-133,-3 0 104,-4-2 78,-2-1-35,-1 3 43,-3 1 25,-6 1 84,0 2 59,-3 1 147,0 0 95,-3 1-40,-3 0-81,-6 1-36,2 0-37,1 2-51,-3-1 3,-1 2-46,-2-1 0,2 2 0,-2 1-49,-4 0 4,-2 2 16,2 0-10,-6 0 3,0 0-10,4 7-32,-1 0 26,-3 3 0,10 0-29,-4 1-16,0 1-2,7 1 0,0 1-1,2-1-23,7 2 23,0-1-32,3 0 6,0-2-7,0-1-5,6-2-11,7 0 49,2 0-13,4-2 13,3 0-36,2-3-16,4 0 13,0-2-64,-3-2-11,6 0-45,-3 0 20,-6-6-89,6-1 46,-7-4 3,1-2 32,-3-3 76,-4-2 74,1-4 52,-7-2 52,0-2-29,-3-2 3,1-1 7,-4-2 19,-3 0-39,0-2 32,0 2-80,0-2 67,-10 2 30,-5 0-24,2 3 14,-2 2 25,-1 2-25,1 2 38,-4 3-26,4 4-33,6 1 39,-4 4 7,7 3-27,0 3-10,3 1-25,3 3-16,0 0-51,0 0-18,0 0-23,0 1-23,0 6 9,0 3 55,0 5 0,0 3 25,3 2-2,0 2-20,3 2 5,3 2-7,1 2 12,-1 0-11,3 2-4,-2 0-12,2 2 14,0 0-1,-2 2-25,-4 0-73,0-1 0,0 2-62,1 0-77,-7 0-43,0-1-85,0-5-261,0-2-430</inkml:trace>
        </inkml:traceGroup>
      </inkml:traceGroup>
    </inkml:traceGroup>
    <inkml:traceGroup>
      <inkml:annotationXML>
        <emma:emma xmlns:emma="http://www.w3.org/2003/04/emma" version="1.0">
          <emma:interpretation id="{5608FBD3-AC0F-4C6F-8735-F2B31676C2D9}" emma:medium="tactile" emma:mode="ink">
            <msink:context xmlns:msink="http://schemas.microsoft.com/ink/2010/main" type="paragraph" rotatedBoundingBox="19109,16412 23761,16243 23809,17563 19157,1773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FACE89A-F753-4B8C-AE4F-0CDB86671F47}" emma:medium="tactile" emma:mode="ink">
              <msink:context xmlns:msink="http://schemas.microsoft.com/ink/2010/main" type="line" rotatedBoundingBox="19109,16412 23761,16243 23809,17563 19157,17732"/>
            </emma:interpretation>
          </emma:emma>
        </inkml:annotationXML>
        <inkml:traceGroup>
          <inkml:annotationXML>
            <emma:emma xmlns:emma="http://www.w3.org/2003/04/emma" version="1.0">
              <emma:interpretation id="{B29E5D1B-72F7-4AD5-B695-DDB9B6B298C3}" emma:medium="tactile" emma:mode="ink">
                <msink:context xmlns:msink="http://schemas.microsoft.com/ink/2010/main" type="inkWord" rotatedBoundingBox="19109,16412 22058,16305 22082,16967 19133,17074"/>
              </emma:interpretation>
              <emma:one-of disjunction-type="recognition" id="oneOf3">
                <emma:interpretation id="interp15" emma:lang="en-US" emma:confidence="1">
                  <emma:literal>counted</emma:literal>
                </emma:interpretation>
                <emma:interpretation id="interp16" emma:lang="en-US" emma:confidence="0">
                  <emma:literal>cover bed</emma:literal>
                </emma:interpretation>
                <emma:interpretation id="interp17" emma:lang="en-US" emma:confidence="0">
                  <emma:literal>cover fed</emma:literal>
                </emma:interpretation>
                <emma:interpretation id="interp18" emma:lang="en-US" emma:confidence="0">
                  <emma:literal>cover Fed</emma:literal>
                </emma:interpretation>
                <emma:interpretation id="interp19" emma:lang="en-US" emma:confidence="0">
                  <emma:literal>cover red</emma:literal>
                </emma:interpretation>
              </emma:one-of>
            </emma:emma>
          </inkml:annotationXML>
          <inkml:trace contextRef="#ctx0" brushRef="#br1" timeOffset="-142710.39">721 9864 285,'0'0'78,"0"0"101,0 0 173,0 0-104,0 0-53,0 0-22,0 0-4,0 0-13,0 0 3,0 0-13,0 0-36,0 0-9,0 0 5,0 0 7,12-41 4,-12 41-2,0 0-5,0 0-4,0 0 3,-3 0-7,0 0-6,0 0-4,0 0-13,0 0 1,0 0-4,-1 0-10,4 0 0,-3 0-9,-3 1-13,3 1-16,-3-1-12,0 1-16,3-2-78,-4 2 78,4-2 82,0 0-33,0 0-49,3 0-16,-3 0 4,-3-2-4,6 2 1,-3-2 2,0 1-6,-1 1 7,-2 0-4,0 0 0,-3 0 16,-7 2 24,-2 5-24,5 2-2,-2 3-48,2-1 50,1 3 30,6-2-30,-4 3-6,1-2-16,0 2-3,3-2 9,-1 2 15,4-1 0,0 0-1,0-1-17,3 1 6,0-2 10,0 1-13,0-1 14,0-1-20,0 1 6,6-3-9,0 0-13,1 0 16,2 0-26,0-2-31,4 0 38,-4-1 9,6 1 0,1-3 3,-1 1 14,4-2-11,0-2-25,-1 0-23,4-1-57,-3 0 25,2 0 20,-2 0-46,3-1-49,-1-2-13,-5 0 0,2 1-7,1-1-72,-3-1-33,2-1-88,-2-1 19,-1-1-33,-6 0 281,4-1 62</inkml:trace>
          <inkml:trace contextRef="#ctx0" brushRef="#br1" timeOffset="-141010.39">1074 9968 358,'0'0'2,"0"0"210,0 0 417,0 0-219,0 0-196,0 0-71,0 0 3,0 0 13,0 0-10,0 0-36,0 0-42,0 0-23,0 0 1,-46-7-11,39 7 4,1 3 3,-3 1-3,0 3 0,2-1 0,-2 3-4,3 0-22,3-1 7,-3 1 5,3 1-25,-4-1 25,4 1 1,-3 0-6,3 2-20,3 0-1,0-1 11,0 0-1,0 0-12,0-1-19,0-2-9,9 0-4,1 0-4,-1-2-9,0-1 0,7 1 23,-1-2 19,4-1-33,-1-2-25,4-1 7,3 0-1,-3-1 0,-1-6 0,-2 0 20,0-1-4,-4 0 7,-3 1 12,1-2 19,-4 0-1,0 0-20,-2-3 22,-7 2 4,0 0-2,0 0-4,0 0-15,-7 0-51,-5 0 67,0 0 1,2 1-2,-2 0-37,0 1 39,-4 1 38,-3 0-38,1 1-23,-1 2-3,-2 1 24,2-1 0,3 2 2,1-1 29,2 0 3,4 2-12,3 1-1,3 0-3,-3 0-13,6 0 9,0 0-12,0 0-22,0 0-17,6 0-7,0 0 25,6 0 21,1 0 16,2 1 10,1 3-26,6-2 3,-1-1-3,4-1 0,0 0-77,0 0-1,0 0 16,-4-1 17,1-2 12,0 0-9,-4 2 23,1-2 16,-4 0 0,-2-1 1,-1 2 1,-3 1 1,-2-1-1,-4 2 1,-3 0 26,0 0 6,0 0 11,0 0 2,3 0-13,-3 0 30,3 4 22,-3 2 7,3 2-17,-3 1-6,0-1-10,0 2-19,3 1-17,0-1-20,0 1 14,-3 0-16,7 1 1,-1-1 1,-3 0 0,6 0-1,-3 1-1,1-1 0,-1-1 11,0 0-11,6 0 0,-2-2-3,-1 0-45,3-1 9,-5-3 10,2 0 3,0-2 14,0-2 11,-2 0-32,2 0 4,0 0 3,-2-2-3,2-4 13,0-1-7,0-2 23,1-1 17,-4-2 2,3-1 0,-3-1-19,1-1 0,-4-3-1,0 0-32,0 0 31,-3-1-67,0 3 67,0 3-37,0 3 39,0 2 16,0 4 3,-6 2 36,6 1 0,-6 1 3,2 0-9,1 0-14,0 0-15,3 0-20,0 0-11,0 4-15,0 1 26,0 2 17,0 2-4,0 0 16,3 2-25,0 0 12,7 1-16,-7-1 12,3 0-12,3-1-3,-2 0-32,5-1-1,0 0-9,-2 0 6,5-1-12,-2-1 6,2 0 3,-3-2-17,4 0 24,-1-2-14,1-1-25,-1-2 15,4 0-19,-3 0 4,2-1 6,-2-6-20,2 1-3,-2-2 6,-4-2-25,1-1 45,-4-1 22,0 0 23,0-2 20,-2 0 0,-7 1-7,3-1-29,-3 0 36,0 1 3,0-1 62,0 2 0,-6 2-65,-1 0 130,4 2 3,-3 2-42,0 3 20,3-1 9,-3 3-23,6 0 7,-7 1 9,7 0-13,-3 0-35,3 0-23,0 1-20,-3 3-2,0 0 15,3 4 10,-3 0-13,0 1-6,0-1-13,3 2-12,0 0 18,0 2-3,0 1-12,0-2 9,0 1-13,0 1-13,0-2-3,0 0-10,6 0-19,-3 1 19,-3-2-9,6-2-36,-3 1 3,0-2-13,1-3 23,-1-2-33,0-1 7,0-1 23,0 0 48,3 0 13,-3 0 58,0 0 0,-3-4-37,3-4-21,4-2-1,-4 0-19,3-1 7,-3-2 10,3 2-13,0-3 15,1 1-28,-4-3-4,6 2-19,-3-1-13,1 0-25,-1 4 60,0 0 1,3 2 27,-3 1-21,4 2 7,-1 3 16,-3 1 23,4-1 16,-4 3-4,3 0 4,-3 0 0,4 0 7,-1 0-4,0 0-13,0 5 7,-2 2 12,5 0-44,-6 1 8,0 3-12,-2-1 13,2 2-10,-3 0 13,0 1-14,0-1 21,-3 1-23,3-1-1,-3 0-12,0 1 10,3-2-13,0 0 13,0-1-42,4 0-14,-7-3 11,6 0-7,-3-3-36,3 0 26,0-3-39,4-1 19,-1 0-2,0 0-89,1 0-75,5-7-52,-3-1 52,4-2-45,-4-2 77,1-2 157,2 0 20,-5 0 8</inkml:trace>
          <inkml:trace contextRef="#ctx0" brushRef="#br1" timeOffset="-140630.39">2380 9660 122,'0'0'202,"0"0"117,0 0 200,0 0-243,0 0-64,0 0-27,0 0-49,0 0 7,0 0 32,0 0-39,0 0-20,-75-86-28,75 86-37,0 0-22,0 0-6,0 0-7,0 0-16,0 2-10,0 5 10,0 1 64,0 4 14,0 2-27,3 1-3,3 4-9,-2-1 2,2 1 1,0 2-26,3 0 10,-3 3-14,4-2-12,-4 3 13,3 1-11,-3-3 1,1 3 0,2-4-3,-6-1 0,0-1-1,6-1-38,-5 0 26,2-3-22,-3 2-22,3-3 5,-3-3-22,0-2-19,0-2 32,0-2-61,1-2 28,-4-1-32,3-1 3,0-2-23,0 0-13,-3 0 0,6 0-39,-3-4-20,0-2-88,0-2-111,-3-5 87,0 0 66,4-3 215</inkml:trace>
          <inkml:trace contextRef="#ctx0" brushRef="#br1" timeOffset="-139200.38">2367 9811 293,'0'0'53,"0"0"243,0 0 310,0 0-270,0 0-138,0 0-75,0 0-35,0 0-17,0 0 7,0 0 7,0 0 5,-34 20-32,40-15-19,7 1-26,2-1-13,1-3 0,-1 0 10,7 0 9,0-2-19,6 0-51,-1 0-11,1 0-16,3 0-2,-3-4-2,0 1 1,0-1 26,-3 0 13,0 1 6,-1-2 17,-2 3 18,0-2 1,-4 1 1,-5 1 2,-7 0 10,0 2 3,-6 0-13,0 0 66,0 0-8,-9 0-15,0 5-27,-1 2 117,1-1-52,-3 2-25,-4 0-24,7 3-9,-7-2-6,7 3-1,0-2-16,-1 0 10,4-1-12,0 0 12,3-1-10,0 0 13,0-2-13,3-1-2,0 0 15,0-1-15,0 0 9,9-1-10,-3-2-39,7 1 7,-1-2 9,0 0 10,7 0 13,-3 0-39,2 0-13,1-2-32,-1-4 13,1 1 26,-4-3 6,-2 0 10,-1 0 12,-2-1 14,-1 1 3,-3 0 28,-3 0-5,0 1 22,-3-1 1,-3 1-7,-6 1-4,0 2 1,-4 1-1,1 0-15,-7 2 22,1 1-3,-4 0 6,0 0 39,0 6-7,1 3-9,-1 1-7,3-1-9,4 3-7,-1 1-7,1-1 10,6 2-19,-1-1-16,4 2-12,6-1 21,0 0-2,0 0-18,0 0-2,0-2-15,3 1 2,10-3-22,-4 1-4,6-2 1,4 0-36,-3-1 19,5-1-3,1-1 7,3-1 28,0-1-29,-1-2-15,1-1-53,6-1 23,-3 0 0,0 0-3,3-2 48,-3-4-42,-3-1 42,0 0 3,-4-1 29,1 2-1,-7-1 21,1-2 2,-1 1 1,-2-1 10,2 1 36,-5 1 32,-1 1 0,0 0-3,-3-1-16,4 2 9,-7-1 16,0 1-12,0 0 12,0 2-10,-3-2-15,0 2-4,0-1 9,0 0 4,-3-1-7,0 0-25,-3-1-7,-4-1 25,4 1-41,0 0-14,-3 0-1,-1 1 40,-2 0-38,3 2 17,-7 0-18,7 1 0,-7 2-1,1 0-1,3 0 2,-4 0 11,1 0-11,5 6 0,-2 1-1,3 1 2,-4 0-3,7 3 13,-3-1-11,2 2-1,1 1 0,3-1 0,0 0-1,3 0 0,0 0-10,0-1-32,9-1-2,1-1-30,-1 0 6,6-2 7,-2 0-9,2-2-1,4 0-23,-4-1 27,1-1-1,6-2-26,-4-1-16,1 0-6,-1 0 15,4-5 10,-3-1 0,-4-2 30,4-1 28,-4-3 33,1 0 1,-7-4 35,4 0 42,-4 0 3,3-3 23,-6-2 0,1-1-43,-1-2-30,-6-2-30,3-2-2,0 0-9,-3-2-29,0 1 0,0-1-3,0 1 39,-6 2-20,0 0 22,-1 1 1,1 1 4,3 3-2,-3 1-1,3 2 41,0 2 39,0 2 0,0 3 20,-1 3-37,1 2 14,0 2 9,3 2-23,-3 3 17,3-1-4,0 0-32,0 1-20,0 0-15,0 0-10,0 0-26,0 0-12,-3 3-4,0 7 42,0 4 0,0 2 16,0 4 19,0 0-3,-1 2-16,1 1-3,3-2 7,0 1-18,0-1 14,0 0-3,0 0-10,0 2 0,0 0-3,3 1 2,4 1-1,-4 1 2,0-1 10,0-1-12,3-1-1,-3 1-25,3-2-20,-2 0-10,2-2-6,-3-2-3,0 0-10,3-3-23,-3 0 4,7 0 9,-4-2-23,0 0 29,3-3-38,4-2-14,-7-1-16,9-2 81,-2-2-143,-1-1-104,1-2-69,-1 0 68,0 0-4,-2-4 105,-1-3 118</inkml:trace>
        </inkml:traceGroup>
        <inkml:traceGroup>
          <inkml:annotationXML>
            <emma:emma xmlns:emma="http://www.w3.org/2003/04/emma" version="1.0">
              <emma:interpretation id="{78164F71-8EE2-48EC-997B-F4466B415AF3}" emma:medium="tactile" emma:mode="ink">
                <msink:context xmlns:msink="http://schemas.microsoft.com/ink/2010/main" type="inkWord" rotatedBoundingBox="23178,16450 23768,16429 23809,17563 23220,17584"/>
              </emma:interpretation>
              <emma:one-of disjunction-type="recognition" id="oneOf4">
                <emma:interpretation id="interp20" emma:lang="en-US" emma:confidence="0">
                  <emma:literal>or</emma:literal>
                </emma:interpretation>
                <emma:interpretation id="interp21" emma:lang="en-US" emma:confidence="0">
                  <emma:literal>a</emma:literal>
                </emma:interpretation>
                <emma:interpretation id="interp22" emma:lang="en-US" emma:confidence="0">
                  <emma:literal>for</emma:literal>
                </emma:interpretation>
                <emma:interpretation id="interp23" emma:lang="en-US" emma:confidence="0">
                  <emma:literal>on</emma:literal>
                </emma:interpretation>
                <emma:interpretation id="interp24" emma:lang="en-US" emma:confidence="0">
                  <emma:literal>an</emma:literal>
                </emma:interpretation>
              </emma:one-of>
            </emma:emma>
          </inkml:annotationXML>
          <inkml:trace contextRef="#ctx0" brushRef="#br1" timeOffset="-129060.38">4578 10767 68,'0'0'79,"0"0"-40,0 0 16,0 0-12,0 0 677,0 0-183,0 0-276,0 0-112,0 0-16,0 0-29,0 0 12,0 0-6,6-9-68,-3 1-38,-3 0 47,3-2 7,0 0 0,1-2 13,-1-1 13,0-1-81,3-2 23,-3 0-13,6-3 26,-2-2-14,-1-2-9,6-1 13,1-1-12,5-1-15,1-3 44,6-2-46,-1-3 1,-2 0-1,3-4 17,-3-2-15,-1-2-4,-2-4-22,0 0-5,-4-3 7,-3-1-1,-2 2 22,-4-3 1,0 3 14,-3-1 12,-3 4-13,0 5 3,0 3 70,-6 5-51,-3 5-19,-1 5 4,1 5-4,3 2 16,0 5-23,0 4 4,-1 2-13,7 2 0,-3 2-29,3 0-19,0 0-19,0 0-7,-6 0 4,0 7 50,0 3 20,-4 1 0,-2 1 0,3 1-19,-4-1 18,1-1-57,3 0-16,2 0 7,-2-3 8,0 2 24,3-2-10,2-1-10,-2-1-10,6-1 36,-3-1-3,0-2-1,0-1-22,3 1 4,0-2 12,0 0 19,0 1 17,0-1 3,0 0 1,0 0 25,0 0-3,0 0-7,0 0-13,0 0 20,0 0 3,0 0-4,0 0 3,0 0-25,0-5-26,0 2 10,0-2-3,0-1-10,0 1 13,0-1 16,0 2 0,0-2 3,0 1-3,0 0-1,0 1-1,-3-2 2,3 3 0,-3-1 4,3 0 12,-3 1-16,3 0 58,0 1-19,0 0-37,0 2 27,0-1-6,0 1-7,0 0-15,0 0 1,0 0-2,-3 0 0,-1 0-13,1 0-3,-3 1 16,-3 2 0,-1 2 11,4 1-8,-6 3 33,-1 1-36,4 2 19,0 1-16,0 2 17,2-1 2,-2 2-19,0-1 33,-1-1-34,4 1 3,3-1-5,0-2-4,0-1-15,3-3-26,0-1 29,0-2-10,0-2-3,0 0 25,0-2 2,0 0 2,0-1 39,3 0 26,0 0 22,3-1-29,1-6-35,5-2-23,0-1 0,4 0-17,-1-1 14,1-1 3,-1 0 0,-2 0 0,5 0 14,-2-2-14,-1 1-26,4-2 1,3 0 21,-4 0 1,1 1-32,0 2-4,-1 0-3,1 4 42,-7 0-32,4 4 6,-4 1-33,0 3 24,1 0 15,-4 0-15,-3 0 35,4 4 47,-1 1-27,-3-1 22,3 2-13,-2 1-6,2 1-21,-3 1-2,0 1 29,1 2-27,-1 0 11,0 3-13,-3-1-7,3 0 7,-3 1 3,4 1 9,-1-1 5,-3 0-17,3 0-17,-3-2-28,3 0-58,1-2 19,-4 0-17,6-1-25,-6-1-131,3-2-75,0-3-150,4-1-147,-4-3 359,0 0 199</inkml:trace>
        </inkml:traceGroup>
      </inkml:traceGroup>
    </inkml:traceGroup>
    <inkml:traceGroup>
      <inkml:annotationXML>
        <emma:emma xmlns:emma="http://www.w3.org/2003/04/emma" version="1.0">
          <emma:interpretation id="{3085175B-2EEA-4AE8-BB4D-934533E2FE90}" emma:medium="tactile" emma:mode="ink">
            <msink:context xmlns:msink="http://schemas.microsoft.com/ink/2010/main" type="paragraph" rotatedBoundingBox="18714,17532 23676,17430 23694,18271 18731,1837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F8E1CE4-10EB-4B07-B2F9-1F94265A4733}" emma:medium="tactile" emma:mode="ink">
              <msink:context xmlns:msink="http://schemas.microsoft.com/ink/2010/main" type="line" rotatedBoundingBox="18714,17532 23676,17430 23694,18271 18731,18373"/>
            </emma:interpretation>
          </emma:emma>
        </inkml:annotationXML>
        <inkml:traceGroup>
          <inkml:annotationXML>
            <emma:emma xmlns:emma="http://www.w3.org/2003/04/emma" version="1.0">
              <emma:interpretation id="{08A68D91-B31E-43EC-9474-908D78C472A4}" emma:medium="tactile" emma:mode="ink">
                <msink:context xmlns:msink="http://schemas.microsoft.com/ink/2010/main" type="inkWord" rotatedBoundingBox="18714,17532 23676,17430 23694,18271 18731,18373"/>
              </emma:interpretation>
              <emma:one-of disjunction-type="recognition" id="oneOf5">
                <emma:interpretation id="interp25" emma:lang="en-US" emma:confidence="1">
                  <emma:literal>observations</emma:literal>
                </emma:interpretation>
                <emma:interpretation id="interp26" emma:lang="en-US" emma:confidence="0">
                  <emma:literal>observation S</emma:literal>
                </emma:interpretation>
                <emma:interpretation id="interp27" emma:lang="en-US" emma:confidence="0">
                  <emma:literal>observation s</emma:literal>
                </emma:interpretation>
                <emma:interpretation id="interp28" emma:lang="en-US" emma:confidence="0">
                  <emma:literal>observation 5</emma:literal>
                </emma:interpretation>
                <emma:interpretation id="interp29" emma:lang="en-US" emma:confidence="0">
                  <emma:literal>observation &amp;</emma:literal>
                </emma:interpretation>
              </emma:one-of>
            </emma:emma>
          </inkml:annotationXML>
          <inkml:trace contextRef="#ctx0" brushRef="#br1" timeOffset="-136870.38">364 11049 160,'0'0'62,"0"0"-62,0 0-97,0 0 97,0 0 121,0 0 527,0 0-351,0 0-245,0 0-36,0 0 23,0 0 114,0 0 7,0 0-27,-118 22-55,109-17-23,-3 0-22,2 0 22,-2 1 0,6 0-3,-4-1-23,4 2 0,-3 1-27,3 1 40,-4 1-26,1 1 58,0 2-45,-1 1 17,1 2 48,0-1-49,0 3 19,2-2-44,4 0 15,0 2 17,0-2-51,3 0 31,0-1-12,0 0 15,9 1-22,1-3-13,2 1-1,4-2-10,2 0 9,7-1 2,-3-1-19,9-3-1,-3-1-34,6-2 2,-6-3 3,3-1 20,-3 0-3,-7-3 0,4-4-7,-3-1 36,-1-2-36,-5-2 39,-1 0 26,-5-1-26,2-1 13,-6 1 19,4-2 10,-10-1-42,0-1-12,0 1 12,0 0 1,-10-1-1,1 3 0,-6 1 0,-1-1-2,-3 5 2,1-1-1,-1 2-18,-2 3 19,-1 0 0,0 2 29,0-1-7,4 3 4,-4 1-4,7 0-21,-4 0-1,7 0 0,-1 1-13,1 2 10,6-1-17,-1 2-28,4 0-72,0 0-77,3 3-8,0-1-84,0-2-85,10 0-118,-4-1-30,3-3 330,-3 0 120</inkml:trace>
          <inkml:trace contextRef="#ctx0" brushRef="#br1" timeOffset="-136090.38">721 10952 59,'0'0'1213,"0"0"-777,0 0-306,0 0-29,0 0 81,0 0 48,0 0-11,0 0-44,0 0-34,0 0-29,0 0-9,0-24-4,0 24-19,0 0-26,0 0-19,0 0-35,0 0-2,0 0-17,0 0-19,0 5-20,0 3 58,0 4 13,0 2 38,0 5-9,0-1-27,0 2 8,0 1-21,0 1 1,3 1-3,0 0-2,3 1 2,0 2 0,1-3 15,-1 2-15,3-1-35,-3-2-26,0 0 10,1-3-29,-1-1 23,-3-3 9,0-1-7,0-3 7,-3-3-13,0-1 13,3-3 16,-3-2 29,0 0-1,0-2 4,3 0 13,-3 0 36,0 0 18,0 0-3,0-3-26,0-3-38,0-3-33,0-2 17,0-1-3,0 0 6,0-2 13,0 1 0,0-2-29,0 1-15,0 0 31,3 1-48,7 1 38,-4 1-19,3 2 26,1 0 15,5 2-31,-3 2 0,4 0-1,-1 3 8,4 1 2,0 1 21,2 0 2,-5 1-2,6 6 2,-1 2-4,-5-1 4,2 3 0,-2-1-2,-1 2-15,-5 0 17,-1 0 1,0-1 12,-6 2-13,-3-1-16,0 0 13,0 1 3,-3-1-13,-9 1 29,-7-1-13,1 0-3,-7-1 2,0 0 14,-3-1-14,0-1 10,0-3-8,0 0-1,4-2 0,-4-1 17,9 0-18,1-3 14,5 0-3,1 0 12,6 0 1,-1 0-9,7-3-17,0-2-99,0 0-69,0-1-10,10-1-95,2 1-29,7-1-143,-1-1-60,7 1 74,0-1 223,3-1 146</inkml:trace>
          <inkml:trace contextRef="#ctx0" brushRef="#br1" timeOffset="-135550.38">1468 11240 209,'0'0'78,"0"0"173,0 0 469,0 0-394,0 0-118,0 0-65,0 0-49,0 0 23,0 0-1,0 0-35,0 0-29,-65-51-10,56 48 6,-4 2 1,1 1-7,-4 0-3,-2 0-7,2 0 10,-2 3-17,2 1-2,4 2 3,-4 0-24,1 1 1,5 1 0,1 0 17,0 1-20,3-1-1,2 1-15,4-1 3,0 0-10,0-1-12,0 0-10,4 0 22,8 0 13,3-2 10,7 1 0,6 1-26,-3-3-15,6 0-1,0 0-20,0-2-2,0 3-14,-3-1-23,-3 1 4,2 1-10,-8 0 33,0 0-8,-4-1 40,-2 2-3,-7 2 28,-3-1-5,-3 2-4,0 0-7,0 0 33,-16 0 51,1-1 4,-4 3-19,-2-2 0,-4 0 3,0-1 35,-6 0-25,6-1 6,-6-3 13,3 1-3,0-2-23,0 0-9,7-1 6,-1-3-4,3 1 1,7-1-14,3 0-9,3 0 7,2 0 6,1-2-26,3-2-29,0-1-91,0 0-81,3-3 19,7-1-130,2 0-127,4-1-122,2-1 186,1 0 209,-4 4 91</inkml:trace>
          <inkml:trace contextRef="#ctx0" brushRef="#br1" timeOffset="-134920.39">1790 11242 46,'0'0'120,"0"0"37,0 0 498,0 0-238,0 0-183,0 0-58,0 0-7,0 0-33,0 0-10,0 0-22,0 0-26,-108 3-14,99 0 1,2 2-36,4 1-10,-3 0 7,3 0-10,0 1-3,0-1 16,3 1-29,0 0-13,0 0 10,0-2-20,3 1-6,3-1 16,3 1-25,1-2 15,5 0 22,4-2-22,3 0-54,-4-1 22,7-1-36,-6 0-12,2 0 5,-2 0 11,-1-4-7,1-2 22,-3 1-6,-1-1 20,-3-1 40,1 0 18,-4-1 23,-3-1 3,-3 1-3,1-2 39,-4 0-14,0 2-9,0-1 36,-7 1-33,1 1 10,-6 1-52,-1 2 0,-2 2 0,-1 2 32,1 0 17,-4 0 26,4 5 6,-4 3-10,1 1 13,2-1 16,4 2-26,-4 1-19,4 2 0,-1-2-1,4 3-31,0-2 22,6 1-43,-4 1 34,7 0-17,0 1-6,0-1-12,0 0 0,4-1 1,2-1-2,6-1-12,1 0 11,-1-1-1,0-2-30,7 0 13,3 0-1,-1-1-22,4-3-16,0 2-22,3-4-36,3 1-4,-6-2 10,6-1-87,-3 0 12,-4-1-13,4-4-98,-3-2-105,0 0-68,-3-3 143,-4 0 156,1-4 121</inkml:trace>
          <inkml:trace contextRef="#ctx0" brushRef="#br1" timeOffset="-134430.38">2166 11177 13,'0'0'147,"0"0"384,0 0 176,0 0-414,0 0-117,0 0-8,0 0-6,0 0-6,0 0-40,0 0-48,0 0-68,-13 3 3,19 2 30,-2 1 28,5 0 10,-3-1-36,-3 2-12,3 0-7,4-1 3,-4 3 0,0 0 1,0 3 6,0-1-10,4 0-16,-4 2 1,-3 1 2,0 0-3,0-1-13,-3 1-26,3-1 17,-3 1-20,0-3-32,0 0 10,0 0-17,0-3 26,0-1-10,0-4 20,0 1 32,0-3 10,-3-1 3,3 0 40,0 0 44,0 0 26,0-1-27,0-6-47,0-1-35,0-3 50,0-2 1,0-1-17,0-1 7,0 1-42,6-2-2,4-1-1,-1-2 3,0 0-16,1 0-7,5-1-9,-6 1-7,7 5-22,-4-1-3,4 4 32,-7 3-23,4 1 9,-1 4 4,0 0 10,1 2-3,-4 0 9,0 1 25,1 0-38,-1 0-87,-3 0-59,0 1-59,4 2-146,-4 0-121,-3 1-93,3-2 406,-6 0 145</inkml:trace>
          <inkml:trace contextRef="#ctx0" brushRef="#br1" timeOffset="-133930.38">2541 11178 368,'0'0'69,"0"0"557,0 0-79,0 0-287,0 0-7,0 0 9,0 0-20,0 0-39,0 0-48,0 0-59,0 0-39,-13-12-12,13 14-13,0 1-6,0 0-26,0 4 44,7 2 7,-1 1-25,0 1-1,3 2-23,1-1 10,-1 3-11,0-1 1,7 1 0,-4-1-2,1 0 0,-1-1 0,3 1-2,1-2-26,-4-1-33,1 0-6,-4-1-6,0-2-27,1-3 27,-4-1 5,-3-3 22,0 0 46,-3-1 42,3 0 32,-3 0-4,6-2-34,-3-7-20,1-1-16,2-3-16,-6 0 16,3-1 0,3 1 0,-6-2 1,6 0-1,0-1-12,-2-1 11,5-1 1,-3 0-16,3-2 15,1 0-15,-4 1-64,3 2 22,-3 3 19,1 1-25,-1 4 9,0 3 23,0 2-16,0 2-46,4 0 33,-1 2 6,-3 0 26,0 0-26,4 0-45,-4 4-20,3 4 19,-3 1-35,4 1-33,-1-1-140,0 1-7,1-1-13,-1 0-29,3 0 35,1-2 271,-1 0 19</inkml:trace>
          <inkml:trace contextRef="#ctx0" brushRef="#br1" timeOffset="-133000.38">3183 11236 46,'0'0'94,"0"0"-16,0 0-32,0 0 26,0 0 665,0 0-321,0 0-237,0 0-42,0 0 35,18-26 10,-21 21-46,-3-1-17,-3 1-57,-4 0-20,4 0 45,-7 0-39,4 0 17,-3 2 12,2-2-16,1 3-16,-4-1-10,4 0 1,-4 2-4,1 1-16,2 0-3,1 0-12,-3 0 2,-1 7 19,4 1 17,-4 1-39,4 2-1,-4 2 0,7 0 1,0 0-3,2 1-26,1-1-7,3 0-28,3 0 13,0 1 16,0-2-17,9 1-3,1-1-38,-1-3-10,3-1-17,1 0-6,2-3-16,4 0 9,-4-1-20,4-1-6,-3-2 0,-1-1 6,4 0-4,-7-2 37,4-4 12,-4-1 24,0 0 52,1-2 32,-4-2 26,0 0 33,-2-2 48,-4 1 30,6-1 10,-9 0-43,6-1-13,-3 0-29,0 0-13,0 1-4,-3 2 7,0 2 58,0 2-38,0 4 15,0 2 30,0 1-3,0 0-43,0 0-26,0 0-26,0 0-6,0 4-13,0 3 26,4 1 55,-1 1-20,0 1-28,0-1-17,0 2 0,0-1-3,3 1-12,4 1 2,-4-1 16,3 0-19,0-2-26,1 1-44,2-2 15,0 0-39,1-2-9,2 0-24,1-3 20,-4-1-16,4-1-7,-4-1-13,1 0 13,-1-3 26,0-4 3,1-2 4,-4-2 87,0-2 10,1-1 32,-4-2 37,0-3 22,-3 0 49,3-3-46,-2 0 23,-4-2-29,0-2 16,0-3 22,0-1-106,0-2 15,0-2 30,0 1-17,0-1 11,-7-1 15,4 1 39,-6 3-3,3-1 12,-4 4-9,1 0 2,0 1-22,-4 4-29,4 2 22,0 4 26,3 5 8,-1 3-31,1 2-7,3 4-18,0 1-14,3 1-19,0 1-31,0 0-11,0 0-43,0 4-18,0 6 72,-3 6 6,3 3 19,-3 4-21,0 1 18,3 2-20,0 2-2,0 2-1,6-1 0,3 0-2,4 2-9,-1 0-10,0 1-19,1 0-26,-1 0-9,4-1-19,-7-1-39,0 1-29,-2-2-55,2-1 80,-6-2-49,0-1 10,3-2-27,-3-3-20,-3-1-3,7-4 2,-4-1-84,0-4-59,0-1 16,3-5 58,-3 0 161,6-4 119,-2 0 11,2 0-26</inkml:trace>
          <inkml:trace contextRef="#ctx0" brushRef="#br1" timeOffset="-132520.38">3431 11048 312,'0'0'36,"0"0"560,0 0-205,0 0-231,0 0 12,0 0 4,0 0-4,0 0-23,0 0-23,0 0 7,0 0-14,25 36-38,-10-33-32,7 0-20,3-3-27,-1 1 1,4 0 0,0-1-3,-3 0 0,6 0-42,-3 0-16,0-2-3,-3-1-13,-1-1 15,-2 1 11,-3-1 3,-1 3 28,-5-1 14,-1 2-20,-6 0 1,-3 0 12,1 0 10,-1 0 39,-3 5 29,0 4 32,0 1-13,0 1-12,0 0-17,-3 1-7,-1 2-22,1 0-13,-3 1 16,6 1-15,-3 0-15,-3 2 0,6-2 0,0 1-1,-3 0-2,3-2-24,0 1-23,0-1-26,0-1-13,0-2-4,0-1-18,3-1 8,-3-2-12,3-2-36,0-2-17,-3-1-58,3-3-144,-3 0-68,6 0-106,-6-9 350,3 1 133</inkml:trace>
          <inkml:trace contextRef="#ctx0" brushRef="#br1" timeOffset="-132290.38">3725 10888 780,'0'0'4,"0"0"1006,0 0-828,0 0 9,0 0 13,0 0 29,0 0-43,0 0-87,0 0-103,0 0-110,0 0-28,0 0 6,16-13 54,-1 17-97,-2 3-126,2 0-210,1 0-261,2 1 212,-5 0 472,-119-36 56</inkml:trace>
          <inkml:trace contextRef="#ctx0" brushRef="#br1" timeOffset="-131120.39">4063 11100 173,'0'0'130,"0"0"594,0 0-190,0 0-280,0 0-69,0 0-4,0 0-9,0 0 15,0 0-54,0 0-50,0 0-15,0 0 0,-56 55 5,50-44 4,0 2-48,3 0 19,-3 2-25,6-1-4,-3 1-18,3 0-1,-3-1-32,3 1-7,0-1-12,0 0-16,0-1-13,3 1-11,0-1-12,6-1-13,0-3-29,1 0 16,5-3-24,-2 0 7,-1 0-9,3-4-57,1 0-19,-4-2-16,4 0 42,-7 0 16,7-1-20,-7-5 56,3 0 29,1-3 52,-4 0 72,0-2 53,-2 1 42,-1-2 192,-3 0-26,0-3-92,-3 0 17,0 1-37,0-3-38,0 0-10,-3 2-10,-10-1-89,-2 0 60,-7 0 9,4 1-6,-7 2-19,0 2 74,6 1 26,-2 2-33,2 3-52,4 1-18,2 1-27,-2 2 19,5 0 17,1 1-13,0 0-14,3 0-21,-1 2 9,1 2-13,3 1 0,-3-1-4,6 0-54,-3 1 3,3-1-12,0 1-1,0 0-10,9 0 52,4-2-13,-1 1 0,7-2-32,-1-1-43,4-1-41,0 0-5,-1 0-15,4 0-30,-6-3-17,2-1 4,-2-2 48,0 1 73,2-1 60,-2 2 37,-4-2 13,1 0 10,-4 2 12,4 0 63,-7 3 39,-3-1 10,1 2-10,-4 0 12,0 0-25,-3 0-26,3 3 25,-3 4-38,0 0 38,3 2-3,-3 1-26,0 1-35,0 0 2,0 1-35,0-1-9,0 3-16,0-1 18,-3 2-17,3-1-2,-3-1 13,3 1-12,-3-2 15,3 1-16,0 0-36,0-1-23,0-2 24,0 1-7,0-4-62,-3 1 10,3-2 32,0-2 7,-4 0 9,4-1 34,0-1 12,0-2 33,0 0 38,0 0 33,0 0-16,0 0-20,0-4-32,0-3-33,0-1 10,0-1 48,0-2 20,0 0-48,0-2 51,7 1 45,-4-4-48,3 0-49,3-1 23,4-2-17,-1 0-9,-3 0-9,7 0-20,-7 1-9,7 0 9,-4 5 1,0 0 12,-2 3 2,2 2-14,1 3 11,-1 2 7,3 1 29,1 2 23,-1 0-36,-2 0-3,-1 0-3,-2 5 10,2 1-7,0 3 0,-2 2-16,5 2 22,-6 1 35,1 1-12,-1 1-48,0 0 15,1-2-25,-4 2 8,0-1-11,-3-2-13,3 2-12,-3-2-4,-3 1-15,0-2-14,0 1 26,0-1 16,0-1-64,0 0 0,0 1-22,4-2-4,-1 0-17,-3-3-19,0-1-45,0 1 35,3-4-49,0 1-30,3-4-172,0 0-115,0 0-114,4-5 495,-4 1 75</inkml:trace>
          <inkml:trace contextRef="#ctx0" brushRef="#br1" timeOffset="-130570.39">5037 11093 183,'0'0'94,"0"0"1169,0 0-947,0 0-164,0 0 59,0 0 32,0 0-33,0 0-24,0 0-64,0 0-35,0 0-36,0 0 7,-81-40 2,72 40-9,-3 0-15,2 0-5,-5 0 27,2 3-17,-2 3-16,-4 1 7,4 0-13,-1 3-18,-2 0 2,2-1 10,7 2-13,-4-2-32,1 0 10,9 0-29,-3-1-9,6-1-7,0 1-6,0 0-39,0-1 28,9 0 20,3-1 7,7 0 5,0 0-9,2 0-84,4 0-61,-3-2 5,3 1-36,-4 0 20,1 0-17,-6 1-43,2-2 3,-2 2 89,-7 0 87,6 1 39,-5-1-29,-4 1 49,-3 0 38,0 0-23,0 1 24,-3 1 88,0 1-13,0 0 29,-6 2-55,0 0 23,-3-1-13,-1 1-30,1-2 17,-3-1 32,-4 0 29,1 0 30,-1-2 16,-3 0-23,-2-2-6,2 0-33,-6 1 3,7-2-16,-4 0-30,3-1-12,4-1-36,3 0 0,-4-2-42,7 0-101,-1 0-75,4 0-179,-3-1-248,0-6 146,6-2 392</inkml:trace>
        </inkml:traceGroup>
      </inkml:traceGroup>
    </inkml:traceGroup>
  </inkml:traceGroup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0:25.403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7B204DEC-6983-4DC7-89A4-750A18036A01}" emma:medium="tactile" emma:mode="ink">
          <msink:context xmlns:msink="http://schemas.microsoft.com/ink/2010/main" type="writingRegion" rotatedBoundingBox="8509,4974 17454,5069 17442,6152 8498,6057"/>
        </emma:interpretation>
      </emma:emma>
    </inkml:annotationXML>
    <inkml:traceGroup>
      <inkml:annotationXML>
        <emma:emma xmlns:emma="http://www.w3.org/2003/04/emma" version="1.0">
          <emma:interpretation id="{C8A13D02-C8A3-415D-BEC5-9DB1440B4FBD}" emma:medium="tactile" emma:mode="ink">
            <msink:context xmlns:msink="http://schemas.microsoft.com/ink/2010/main" type="paragraph" rotatedBoundingBox="8509,4974 17454,5069 17442,6152 8498,60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6972457-B58F-4865-99A8-BA903FCF8ADF}" emma:medium="tactile" emma:mode="ink">
              <msink:context xmlns:msink="http://schemas.microsoft.com/ink/2010/main" type="line" rotatedBoundingBox="8509,4974 17454,5069 17442,6152 8498,6057"/>
            </emma:interpretation>
          </emma:emma>
        </inkml:annotationXML>
        <inkml:traceGroup>
          <inkml:annotationXML>
            <emma:emma xmlns:emma="http://www.w3.org/2003/04/emma" version="1.0">
              <emma:interpretation id="{25459F48-D915-4859-A904-6F7C3AB065C8}" emma:medium="tactile" emma:mode="ink">
                <msink:context xmlns:msink="http://schemas.microsoft.com/ink/2010/main" type="inkWord" rotatedBoundingBox="13708,5422 15305,5439 15301,5821 13704,5804"/>
              </emma:interpretation>
              <emma:one-of disjunction-type="recognition" id="oneOf0">
                <emma:interpretation id="interp0" emma:lang="en-US" emma:confidence="0">
                  <emma:literal>SEE</emma:literal>
                </emma:interpretation>
                <emma:interpretation id="interp1" emma:lang="en-US" emma:confidence="0">
                  <emma:literal>SELF</emma:literal>
                </emma:interpretation>
                <emma:interpretation id="interp2" emma:lang="en-US" emma:confidence="0">
                  <emma:literal>SERF</emma:literal>
                </emma:interpretation>
                <emma:interpretation id="interp3" emma:lang="en-US" emma:confidence="0">
                  <emma:literal>SERI</emma:literal>
                </emma:interpretation>
                <emma:interpretation id="interp4" emma:lang="en-US" emma:confidence="0">
                  <emma:literal>•ELI</emma:literal>
                </emma:interpretation>
              </emma:one-of>
            </emma:emma>
          </inkml:annotationXML>
          <inkml:trace contextRef="#ctx0" brushRef="#br0">6856-7542 76,'0'0'101,"0"0"-45,0 0 325,0 0 219,0 0-239,0 0-159,0 0-79,0 0-26,0 0 20,0 0-3,0 0-27,0 0-22,-5 0-23,5 0-42,5 0-28,3 0-24,4-4 3,9 2 1,2-3 32,1 2 3,4-1-62,-4-1-64,5 1-14,-6 2-136,1-1 32,1-1-147,-6-3-157,2 2 245,-9-1 312,-297 60-14</inkml:trace>
          <inkml:trace contextRef="#ctx0" brushRef="#br0" timeOffset="657">7441-7633 107,'0'0'39,"0"0"-20,0 0 17,0 0 0,0 0 603,0 0-95,0 0-216,0 0-107,0 0-52,0 0-1,0 0 26,4 0-16,0 0-36,-4 0-30,0 0-19,0 0-9,0 0-5,0 0-12,0 0-22,0 0-19,0 0-26,0 1-11,0 3-24,0-2-13,0 0-13,5 3-6,-5 0-3,0 4 9,4 4 54,0 3 7,3 4 24,1 1-22,-4 4 9,0 2 8,9 0 3,-13 3-22,8 0 13,-5 3-13,1-3-3,0 4 2,-4-6 1,4 3 0,0-3 0,0-2-1,-4-1 1,5-4-13,-5 0 10,4-4-10,0-3-9,-4 0-7,0-5 9,0 0-34,0-4 19,0 4-4,0-7 7,0 2-10,0-4-13,0 1 7,0-1 12,0 0 14,0 0 18,0 0 3,0 0 1,0 0 3,0 0 19,0 0 4,0 0-3,0 0-1,0 0-3,0 0-2,0 0-15,0 0 11,0 0-1,4-1 1,-4 1-9,4 0-1,-4 0-3,0 0 0,3-2-13,1 0-3,4 0-10,5-3-6,-1 0 3,3 3 13,6-2 14,-2 1-11,2-3 10,2 3-16,2-1 19,-1 1-26,-4-3-35,0 3-39,4-1-23,-8 2-23,0-1-32,-4-3-79,1 5-26,-2-3-101,-11 0-43,0-3-17,0-2 294,-4 2 135</inkml:trace>
          <inkml:trace contextRef="#ctx0" brushRef="#br0" timeOffset="1465">7769-7555 61,'0'0'189,"0"0"-160,0 0 633,0 0-186,0 0-112,0 0-111,0 0-78,0 0-23,0 0-22,0 0-33,0 0-46,0 0-41,0 0-10,37-19-26,-17 15 23,0-3 0,0 2-10,4 1-13,0-5 13,1 5-3,2-1 13,-3 0-1,1-1-34,2 3-11,-2 1-119,-10-2 16,2 3 9,-5 1-120,-5 0-105,1 0-32,-8 0-164,0 0 238,0 0 255</inkml:trace>
          <inkml:trace contextRef="#ctx0" brushRef="#br0" timeOffset="1150">7794-7601 308,'0'0'91,"0"0"-91,0 0 1016,0 0-685,0 0-71,0 0-43,0 0-52,0 0-9,0 0-18,0 0-41,0 0-23,0 0-26,0 0-9,0-2-7,0 2-3,0 0-7,0 0-20,0 0-2,0 0-19,0 0-10,0 2-19,0 3-7,0-1-3,0 3 39,0 5 19,0 5 36,0-1-15,4 7-21,0 2 0,-4 0 27,0 3-8,4 5-6,-1 1-13,3 1 1,-6 1 0,7 0 0,-3-2-1,-4 0-19,4 0-7,0-6-29,-4-1 20,4-4-39,0-1-16,-4-4 45,0-4 3,0-3-36,4-2-25,-4-4-8,0 2-54,0-3 3,0-2-79,0-2-55,0 0-23,0 0-46,0-2 42,0-13 56,-4-4 169,0 3 96</inkml:trace>
          <inkml:trace contextRef="#ctx0" brushRef="#br0" timeOffset="1728">7826-7319 86,'0'0'62,"0"0"-30,0 0 1,0 0-31,0 0 715,0 0-453,0 0-195,0 0 51,0 0 1,0 0-17,33 38 10,-26-36 9,5-1-16,5-1-58,2 0-20,2 0-28,6 0 11,1 0-12,1-1-97,-2-5-124,1-3-20,1 0-143,-6-3-301,-2-4 284</inkml:trace>
          <inkml:trace contextRef="#ctx0" brushRef="#br0" timeOffset="-283">6884-7265 125,'0'0'42,"0"0"-22,0 0 26,0 0 91,0 0 589,0 0-351,0 0-209,0 0-56,0 0-22,0 0 39,0 0 28,0 0-28,0 14-46,0-14-42,4 0-13,5 0-14,-2 0-10,9 0-2,1 0 0,2-7-2,2 0-85,-2 0-68,2 0-1,-6 1-29,1-1-72,-3 0-95,-2-4-42,1 2-118,-8-3 271,-4-3 189,-184 110 41</inkml:trace>
          <inkml:trace contextRef="#ctx0" brushRef="#br0" timeOffset="-583">6820-7483 245,'0'0'65,"0"0"-65,0 0 1023,0 0-720,0 0-34,0 0-9,0 0-56,0 0-46,0 0-16,0 0-29,0 0-10,0-20-10,0 20-13,0 0-6,0 0-7,0 0-3,0 0-13,0 0-16,0 0-16,0 0-19,0 0-1,0 0-28,0 0-6,0 0-16,0 4-13,0-1-6,0 1-4,0 1 7,0 4 38,0 5 26,0 4-17,4 2 20,0 3 25,0 2-25,-4 2-5,4 0 2,0 0 3,0 3 0,-1 0 22,1-1-22,-4 0 2,9-1-2,-5-1 13,0-4-11,4 1 9,-8-3-11,0-3-38,0 0 12,4-4-45,0-3 52,0-6-23,-4 4 7,0-5 12,0-1 20,0 1-26,0-2-6,0-2-1,0 0 13,0 0 7,0 0 3,3 0-3,-3 0 3,6 0 10,-6 0 1,7 0 2,-3-2 11,8-2 24,5-1-12,-2 1-11,5-3-12,4 2-1,-3-6-1,2 4-14,6-2-10,-6 0-12,1-2-14,1 2-6,-2 2-29,-2 0-4,-2 0-32,2 2 13,-9-4-1,-1 5-25,2-5-37,-5 4-28,-4-4-112,-4-2-163,0 0 20,-4-3 332,-8 3 88</inkml:trace>
          <inkml:trace contextRef="#ctx0" brushRef="#br0" timeOffset="-1245">6507-7601 73,'0'0'65,"0"0"-62,0 0-1,0 0 64,0 0 318,0 0 73,0 0-184,0 0-120,0 0-55,0 0-4,0 0 46,28-9 9,-28 9-38,5 0-24,-5-2-12,0 2 6,0 0 0,0 0-1,0 0-2,0 0-7,0 0-10,0 0-9,0 0-10,0 0-7,0 0 10,0 0 0,0 0-13,0 0-6,-5 0-25,1 0-1,-4 0-48,-8 0-16,0 0-14,-4 0 14,-4 2 12,-4 5 17,4 2 19,-8-2-20,-1 6 17,2-1 6,-1-1 12,3 3-19,1-1-9,1-1 10,2 1 3,10-3-3,-2 1-7,5 0 0,1-4 10,6-2-10,-3 4 3,4-3 0,0 3-3,4-4-16,0 2-29,0 0-36,0-1-23,4 1 20,4-2 110,5 6 17,2-2 9,6 2-3,6-3 52,1 1 2,5-3-60,-5 1-17,7 0 0,1 0 0,-3 0 16,7 1 5,-4-1-21,4 2-2,-8-2 1,1 3-1,-6-1-17,-7 2-1,-4 0 7,-3 0-3,-5 1-17,-1 1 1,-7-1-82,0-1 17,0 3 6,0 0-20,0-1 79,-3 3 32,-5 0 48,-9-2-45,1-3 29,0 2 8,-4-1-37,0-1 37,-8-2 12,0 0-30,-8 0-5,7-4-16,-2 0 34,-1-1-32,3 0 35,6-1-37,-1-3 4,3 0 8,5 0-6,5 0 22,3 0-26,-1 0 39,-3 0-3,12 0-6,-4-3-33,1 3-10,3-2-88,0 2-41,0-2-37,0 2-87,0-5-105,0-1-135,0-3 177,0 0 229,3 2 77</inkml:trace>
        </inkml:traceGroup>
        <inkml:traceGroup>
          <inkml:annotationXML>
            <emma:emma xmlns:emma="http://www.w3.org/2003/04/emma" version="1.0">
              <emma:interpretation id="{7F4F1EF7-10AD-4DEB-AE91-FF430FFA0609}" emma:medium="tactile" emma:mode="ink">
                <msink:context xmlns:msink="http://schemas.microsoft.com/ink/2010/main" type="inkWord" rotatedBoundingBox="15462,5340 17451,5361 17446,5825 15457,5803"/>
              </emma:interpretation>
              <emma:one-of disjunction-type="recognition" id="oneOf1">
                <emma:interpretation id="interp5" emma:lang="en-US" emma:confidence="0">
                  <emma:literal>cross</emma:literal>
                </emma:interpretation>
                <emma:interpretation id="interp6" emma:lang="en-US" emma:confidence="0">
                  <emma:literal>(Ross</emma:literal>
                </emma:interpretation>
                <emma:interpretation id="interp7" emma:lang="en-US" emma:confidence="0">
                  <emma:literal>Cross</emma:literal>
                </emma:interpretation>
                <emma:interpretation id="interp8" emma:lang="en-US" emma:confidence="0">
                  <emma:literal>[Ross</emma:literal>
                </emma:interpretation>
                <emma:interpretation id="interp9" emma:lang="en-US" emma:confidence="0">
                  <emma:literal>gross</emma:literal>
                </emma:interpretation>
              </emma:one-of>
            </emma:emma>
          </inkml:annotationXML>
          <inkml:trace contextRef="#ctx0" brushRef="#br0" timeOffset="3523">8960-7514 180,'0'0'163,"0"0"287,0 0 326,0 0-406,0 0-104,0 0-30,0 0-58,0 0-14,0 0-29,0 0-45,0 0-39,-8-10-15,8 10-20,0 3-16,0-1-16,0 2-29,0 1-16,0 0-7,0 6 24,0 2 44,0 1 19,0 2-17,0 4-4,0-1-6,4 3 8,0 3 14,0-2-14,5 2 0,-5 0 13,0 0-11,0 2-1,0-4 14,-1 2-15,1-3-25,0-3-43,0-1 0,-4-4-2,5-3-8,-5-4-12,8 0 32,-8-3-13,0-2 12,0-2 21,0 0 38,0 0 17,0 0 12,0 0 29,0-4 20,0-6-30,0-3-48,0-3-3,0-4-7,-8 1 10,3-6 0,-3 0-3,4-4-36,-7-5-6,3 0 16,4-2 13,-5-3-23,9 1 0,0 1-35,-4-1 74,4 4 0,0 2 3,0 0-3,0 3 26,4 4-24,0 0 50,9 6-30,-1-1-18,-1 4 25,6 2-29,-5-1-7,3 5-12,-2 1 6,3 2-23,0 3-3,-4 2 36,0 2-23,-1 0 4,2 0 9,-5 0-7,4 0-12,-3 9-1,-2 0 20,-3 2 10,8 3-10,-8 4 13,4 0 7,-3 2 6,3 5-26,-8-2 13,0 4-63,0 1 61,0-1-54,-8 2 36,-5-3-16,1 1 4,1-2 9,-10-3-19,-4 1 22,6-3-38,-2-4 45,-2 0-23,-2-4 33,6-5-21,-2 4 24,6-7 25,3-1-24,3-1 14,-2-2-14,7 0 29,0 0 15,4 0 10,0 0 10,0 0-13,0 0-26,0 0 13,0 0 3,0 0-32,4 0-10,0 0-36,7 0 10,2 0 26,3 0 10,-1 0 49,2 4-36,2 5-21,-2-2 16,6 2 37,-2 0-39,-5 0 4,4 1-14,-4 3-4,1-1-1,-6 3 1,5 1 21,1-2-23,-6 4 1,5-2 18,-3-2-16,-2 1 6,1 1-9,5-2-1,-6 0-57,1 1-10,1-5-58,-1 3-56,-5-3-59,1-2-87,1-3-109,-5-5-85,0 0 271</inkml:trace>
          <inkml:trace contextRef="#ctx0" brushRef="#br0" timeOffset="4124">9538-7512 3,'0'0'483,"0"0"517,0 0-853,0 0 51,0 0 71,0 0-49,0 0-68,0 0-6,0 0-24,0 0-22,0 0-23,-32-19-16,32 19-19,0 0-17,-4 0-25,4 0 0,-4 0-35,0 5-3,0 4 25,-5 2 12,1 3-18,-3 4-7,3 0 26,-5 5-13,9 0 10,-3 0 1,3 1-18,0-1 2,4 2 17,0 2-14,0-4 14,0-2-18,0 4 3,8-5-7,3 3-77,6-5 55,-2 0-19,6-6-43,-1 3 105,0-6-79,7 0 65,-6-6-26,11-1 9,-8-2 31,8 0-27,-4 0-16,-3-4-4,-2-6 7,-2-3 26,2-3 14,-6-2 2,-1 2 3,-5-3 52,2-1-32,-9-2 38,-4 1-59,0-1 34,0-3 9,0 4-9,-13-2-5,1 3-30,-3-1-2,-2 1 3,-2 0 40,2 2-42,-6 2-29,-2 4 29,6-1 0,-6 3 26,1 4-26,4-3-29,-1 6 13,2-1 3,-2 2-6,6 1-1,-1 1 1,-4 0-7,4 0 10,3 0-14,-2 0 1,3 5-107,-1 0-7,9 1-126,0 1-40,1-2-85,3 2-11,0-5 8,0 0 263,0 0 98</inkml:trace>
          <inkml:trace contextRef="#ctx0" brushRef="#br0" timeOffset="4765">10344-7603 237,'0'0'13,"0"0"-13,0 0 593,0 0-29,0 0-278,0 0-42,0 0-85,0 0 9,0 0-6,0 0-75,-33-63 13,26 58-25,-1 2 18,0-3-41,-1 3-7,1 1-17,4 0-11,-3 2 0,-1 0-17,-5 0-32,1 0 6,1 0 3,-6 0-6,1 5 7,-3 6 3,-6 0-7,5 1-6,0 4 4,0 1 27,4 2-21,-3-1 22,6-2 16,1 2-16,0-4-25,3 1 12,9-5-87,0 3 12,0-1 33,0-1-55,9 2 49,7-3 61,-1 1 1,10-2 31,-4 0 1,6 0-17,1-2 12,5-2-28,-10 1-13,9 1 10,-3-4-13,-6 3-1,2 1-9,-5 0-6,0 0 16,-4 0-20,0 2 23,-1-3-9,-5 3-24,-3 0-22,-3 0-19,-4-2-53,0 5 29,0-1 30,0 1-22,-4 1 103,-9 3 52,-6 2-3,-6-4 9,-2 2-45,-5-1 17,0-1-28,-1-2 0,1-1 21,1-2 26,-1-2 25,3-1 1,1-3-20,4-1-19,0 0-10,8-2-4,3 0-9,6 0-10,3 0-3,4 0-29,-4 0-94,4 0-46,0-6-62,0-4-221,12-5-285,0-1 460,8 0 251</inkml:trace>
          <inkml:trace contextRef="#ctx0" brushRef="#br0" timeOffset="5366">10769-7573 57,'0'0'156,"0"0"-110,0 0 996,0 0-802,0 0-9,0 0 0,0 0-186,0 0 104,0 0 75,0 0-89,0 0-112,0 0 67,0 0 4,-53-55-27,49 50-5,0 3-24,-4 0-9,5 0 9,-5 2-31,4 0-7,-9 0-36,1 0-5,-3 0 9,-2 6 19,-2 3-19,-2 1-4,2 3 23,-2 3-3,5 4-6,-4-1 20,8 1-11,0 0-10,0-3 21,4 3-43,8-2-16,-4 0-4,4-4-6,0 4 16,0-4-6,4-3 2,4 0 37,4-4 22,4 4 0,1-1 21,2-2-20,6 2 40,-2-1-39,9-2 10,-3 0-8,3 2 15,-5-1-19,6 0-10,-5 1-15,-5 0-31,2 0 31,-1 2 5,-4 2-9,1-1-62,-10-1 13,1 1 20,-4 1-7,-8 1-10,5 2-48,-5-2 6,0 3 32,0 0 85,-5 0 20,-3-1 48,-4 1 4,-9-4-17,-2 0-16,2-3 29,-6 1 0,-1-2-22,-1 0-12,-3-2-32,5 0 0,-5-2 14,7-1-16,-2-2-31,6 3-168,2-5-129,-2 0-190,2-5-180,2-8 477</inkml:trace>
          <inkml:trace contextRef="#ctx0" brushRef="#br0" timeOffset="2600">8612-7540 86,'0'0'42,"0"0"-29,0 0 36,0 0 222,0 0 286,0 0-221,0 0-151,0 0-61,0 0-10,0 0 25,0 0-12,0 0-40,0 0 1,0 0 9,44-16-3,-44 14-7,0 2-9,0-2-11,4 0-25,-4 0-3,0-1 16,4 1-17,-4-2 14,0 3 6,0 1 3,0-2-13,0 2 13,0-2-1,0 2 4,0 0-3,0 0-7,0 0-12,0 0-20,-4 0-20,0 0-2,4 0-13,-7 0-12,1 0-7,-5 0 0,3 0-13,-13 5-3,6 3 23,-10 1-4,6 1 10,-6 1-3,6 3-10,-2 1 12,2-1 7,-2 4-6,9 0 16,-8-1-10,4 3-3,8 0 0,-3-2-3,-2 3 17,9-3 0,0 3 1,0 3-16,4-5 14,0 3 3,0-3-25,0-1-36,4 0 44,4 2-18,5-4 16,-2-2 18,1 1-11,9-1 12,-2-2 0,6-3 16,-6 2 10,10-4-26,-1 0-13,-5-1-32,6-6-16,-1 0-39,-1 0-65,-2 0-62,0-2-61,-10-9-223,6-1-127,-10-6 18,-3 3 483</inkml:trace>
        </inkml:traceGroup>
      </inkml:traceGroup>
    </inkml:traceGroup>
  </inkml:traceGroup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7:45.714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3DC6C6CB-9A68-450C-B65C-44C1903DA0C2}" emma:medium="tactile" emma:mode="ink">
          <msink:context xmlns:msink="http://schemas.microsoft.com/ink/2010/main" type="inkDrawing" rotatedBoundingBox="20177,10280 21853,11587 21812,11639 20137,10331" semanticType="callout" shapeName="Other">
            <msink:sourceLink direction="with" ref="{21901A50-BB18-4E30-AF51-94FD7DBDD39B}"/>
            <msink:sourceLink direction="with" ref="{9F88B468-3369-4BCA-A73E-219DBFD95265}"/>
          </msink:context>
        </emma:interpretation>
      </emma:emma>
    </inkml:annotationXML>
    <inkml:trace contextRef="#ctx0" brushRef="#br0">12538-2835 259,'0'0'84,"0"0"-64,0 0-4,0 0 141,0 0 478,0 0-293,0 0-176,0 0-75,0 0-3,0-6 22,0 4 14,0 2-17,0 0-30,0 0 20,0 0 4,0-1-14,0 1-10,0-1-12,0 0-7,0 1-4,0-1-9,0 1-6,0 0-7,0 0-9,0 0-11,0 0 1,0 0-11,0 0-1,0 0 2,0 0-2,0 0-1,3 0-1,-3 0-2,3 1-13,-3 0 4,3 0 8,-3 0-21,0-1-14,3 5 7,3-1 6,1 3 13,2 3 13,3 3 31,4 1-8,2 2 12,4 3-35,3 1 2,3 2 31,3 1-21,3 2 2,0 2-12,3 0-2,0 0 0,1 2 1,2 1 11,0 0 1,1-1-12,-4 3 0,3-2-1,-3 1-2,0 0 1,1-1-12,-1 1 12,3-1 0,-3 0 0,1 2-18,-4-2 17,3 1 2,-3-2-13,0 1 12,-3 0-1,0-1-2,-3-2 3,3-1 0,-3-2-1,-3 0-14,3-4-3,-4 0 19,-2-1 2,3-1 0,-6 1 1,2-2 0,1 0 0,-3-2-1,-1 0-2,1-2 1,3 1 14,-4-2-15,4 0 12,-7-2-12,4 1 0,-4-1-26,4 0 26,-3-1 2,-1 0-2,7 1-30,-1 0 30,-2 0 0,3-2 1,-4 0 1,-2 0-2,-4-1-1,-6-1-28,4-1-22,-4 0-7,-3-2-10,0 0-25,0-2 9,-3 1 32,0-1 20,3 1-43,-3-1-9,0-1 13,0 0 16,0 0 19,0 0 10,0 0 10,0 0 15,0 0 0,0 0 0,0 0-22,0-1-22,0-2-14,-3 1-58,0-2-166,-3-1-199,0-2-62,3-2 107,24 40 373</inkml:trace>
  </inkml:traceGroup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7:35.789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488811A3-29F8-4E5C-A114-EB8614A49F91}" emma:medium="tactile" emma:mode="ink">
          <msink:context xmlns:msink="http://schemas.microsoft.com/ink/2010/main" type="inkDrawing" rotatedBoundingBox="17484,11718 17868,11767 17838,12000 17453,11950" semanticType="callout" shapeName="Other">
            <msink:sourceLink direction="with" ref="{F4D648D4-19B5-4110-92EF-EED5A317CA37}"/>
          </msink:context>
        </emma:interpretation>
      </emma:emma>
    </inkml:annotationXML>
    <inkml:trace contextRef="#ctx0" brushRef="#br0">0 0 104,'0'0'186,"0"0"-124,0 0 580,0 0-195,0 0-168,0 0-107,0 0-55,0 0 0,0 0 9,0 0-25,0 0-40,0 0-32,9 4-9,-9-3-4,0 0 0,0 0-3,0 0-13,0 0 1,3 1 14,-3 3 53,3-1-13,0 3-13,4 1-7,-4 1-16,0 0 20,3 2-23,-6 1 7,6-1-21,-3 2 0,-3 0 24,3 0-25,-3-1 0,0 0-1,0-2-18,0 1 18,0-1-1,0 1 1,0-1-11,0-1 11,0-2 0,0 0-1,0-2-2,0-1 1,0-2 0,0 1 2,0-1 1,0-2 0,0 1-1,0-1 3,0 0-3,0 1 0,0-1-16,0 0-1,3 0 17,-3 0 2,4 0 26,-1 0-5,0-1-10,0 0 0,0 0 9,-3 0 10,6-3 4,0 2-11,1-2-9,2-1-16,3-1 0,4 1-3,-1-2-16,1 0 18,-1-1-12,4 2 11,-4-1-1,7 0-13,0 1 13,-1 1-32,1-2-29,-6 2-20,2-1-22,-2 1-23,-4 0-56,-3 3-2,-2-2-89,-1 1-137,-6-1-131,0-1-144,0-2 462</inkml:trace>
  </inkml:traceGroup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7:35.104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FE4D7ABB-1A46-425E-A274-246C84EFD6E6}" emma:medium="tactile" emma:mode="ink">
          <msink:context xmlns:msink="http://schemas.microsoft.com/ink/2010/main" type="inkDrawing" rotatedBoundingBox="17577,11883 18282,10295 18344,10322 17639,11910" semanticType="callout" shapeName="Other">
            <msink:sourceLink direction="with" ref="{47D628EB-FE44-4FB3-BE5E-17DE44249FDA}"/>
            <msink:sourceLink direction="with" ref="{F4D648D4-19B5-4110-92EF-EED5A317CA37}"/>
          </msink:context>
        </emma:interpretation>
      </emma:emma>
    </inkml:annotationXML>
    <inkml:trace contextRef="#ctx0" brushRef="#br0">828-1401 68,'0'0'219,"0"0"-199,0 0-7,0 0-11,0 0 21,0 0 593,0 0-245,0 0-218,0 0-88,0 0 0,0 0 42,0 0 30,0 0-10,0 0-40,0 0-35,3-5-3,-3 5 12,0 0 7,0 0 3,0-1 1,0 1-8,0-1-6,0 1 0,0 0 10,0 0 6,0 0-3,0 0-7,0 0-12,0 0-8,0 0-8,0 0-4,0 0-3,0 0-4,0 0-6,0 0-16,0 0-1,0 0-2,0 0-1,0 0-3,0 0-15,0 0 3,0 2-3,0 2-3,0-1 2,-7 4 20,4 2-2,-3 1-11,0 5-12,0 1 25,-4 3 17,-2 2-16,3 2-1,-7 2 1,7 2-1,-7 1 16,1 0-16,3 1 0,-4-1-3,1 0 2,2 0 1,-2 1 2,2 2 1,-2 1-1,-1 1-2,4-1-3,-1 1 0,-2 0 1,6 0 1,-7-1 1,7 0-1,-4 0 1,1 1-1,3-2 1,-4 1 2,1-1-2,3-1 10,-4 2-10,1-3-1,-1 3-12,1-3 11,3-1-7,-1 0 9,1-2 0,0 0 0,3-4-2,-4-1-12,1-1 11,3-2 5,-4-2-2,7-1 12,-3-1 0,3-2-12,0-2-2,-3 0 1,3-2 0,0 1 1,-4-1 1,7-1 1,-3 0 0,0-2-2,0 2 1,0-1 3,0-1 15,3 1-19,-3-2-1,0 1-9,0 1 10,-1 0 1,-2 1 0,0 2 0,3 2-1,-3 0 0,-4 2 0,1 0-2,-6 1-11,5 2 11,1-1-1,-3 0-16,-1 1 3,4-2-4,-3 1 4,2-3 0,1 0 15,3-1-15,0-3 15,-1 1-2,4-4 1,0 1-11,0-3 10,3-1-23,0 0 4,0-1 5,0 0-8,0-1 2,0 0-6,0 0-16,0 0 0,0 0 10,0 0-30,0 0-6,0 0-7,0 0-9,0-1-26,0-1-36,0 1-30,3-1-32,-3 0-23,0 1-40,0-4-48,0-1-109,0-3 53,-3 38 341</inkml:trace>
  </inkml:traceGroup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7:46.567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F2CF55BA-B6E0-426A-90CA-B679D29B8E00}" emma:medium="tactile" emma:mode="ink">
          <msink:context xmlns:msink="http://schemas.microsoft.com/ink/2010/main" type="inkDrawing" rotatedBoundingBox="21752,11692 21931,11419 21948,11429 21769,11702" semanticType="callout" shapeName="Other">
            <msink:sourceLink direction="with" ref="{6EE90253-E005-4263-A936-303A443B7388}"/>
            <msink:sourceLink direction="with" ref="{9F88B468-3369-4BCA-A73E-219DBFD95265}"/>
          </msink:context>
        </emma:interpretation>
      </emma:emma>
    </inkml:annotationXML>
    <inkml:trace contextRef="#ctx0" brushRef="#br0">14317-1718 161,'0'0'186,"0"0"511,0 0-199,0 0-195,0 0-73,0 0-48,0 0-17,0 0 6,0 0-23,0 0-41,-6-6-21,6 6-18,0 0-7,0 0-10,0 0-10,0 0-2,0 0-14,0 0-12,0 0-13,0 2-1,0 0-21,0 1-14,0 3 8,0-1 27,-9 3 1,6 2 0,-3 2-1,-1 1-2,-2 1 2,0 3 1,-4-1-1,1 2-9,3 0-61,-4 1-31,1-1-37,-4 2-41,7-2-62,-6-2-150,-1-1-112,4-4-515,-1-2 540</inkml:trace>
  </inkml:traceGroup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7:46.157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6EE90253-E005-4263-A936-303A443B7388}" emma:medium="tactile" emma:mode="ink">
          <msink:context xmlns:msink="http://schemas.microsoft.com/ink/2010/main" type="inkDrawing" rotatedBoundingBox="21471,11615 21757,11644 21755,11661 21469,11632" shapeName="Other">
            <msink:destinationLink direction="with" ref="{F2CF55BA-B6E0-426A-90CA-B679D29B8E00}"/>
          </msink:context>
        </emma:interpretation>
      </emma:emma>
    </inkml:annotationXML>
    <inkml:trace contextRef="#ctx0" brushRef="#br0">13846-1531 228,'0'0'65,"0"0"-9,0 0-10,0 0 16,0 0 400,0 0 14,0 0-235,0 0-131,0 0-35,0 0 0,22 13 9,-19-11 7,0 0-3,3-2 22,0 1-16,4 0-46,-4 0-9,6 1 29,-2 0-7,2 0-35,1-1 3,-1 1-28,0 0 2,4-2 10,-4 1-13,4 0-1,-1 2 1,-5-2 2,5 0-2,-6-1-32,4 0-23,-4 0-32,0 0-42,1 0-46,-4 0-10,0 1-130,0-1-89,-3 0-143,0 0-17</inkml:trace>
  </inkml:traceGroup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43:54.049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271AAB1-6E4C-450F-BEB7-A00B9D27441B}" emma:medium="tactile" emma:mode="ink">
          <msink:context xmlns:msink="http://schemas.microsoft.com/ink/2010/main" type="writingRegion" rotatedBoundingBox="21316,15905 21834,15905 21834,16371 21316,16371"/>
        </emma:interpretation>
      </emma:emma>
    </inkml:annotationXML>
    <inkml:traceGroup>
      <inkml:annotationXML>
        <emma:emma xmlns:emma="http://www.w3.org/2003/04/emma" version="1.0">
          <emma:interpretation id="{91B6F410-7BBF-41AF-A6C3-15019B456381}" emma:medium="tactile" emma:mode="ink">
            <msink:context xmlns:msink="http://schemas.microsoft.com/ink/2010/main" type="paragraph" rotatedBoundingBox="21316,15905 21834,15905 21834,16371 21316,163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55A6A81-47F8-4E47-897E-2B779AC3D310}" emma:medium="tactile" emma:mode="ink">
              <msink:context xmlns:msink="http://schemas.microsoft.com/ink/2010/main" type="line" rotatedBoundingBox="21316,15905 21834,15905 21834,16371 21316,16371"/>
            </emma:interpretation>
          </emma:emma>
        </inkml:annotationXML>
        <inkml:traceGroup>
          <inkml:annotationXML>
            <emma:emma xmlns:emma="http://www.w3.org/2003/04/emma" version="1.0">
              <emma:interpretation id="{F134B852-71A2-4BFD-932F-5FA898468DE3}" emma:medium="tactile" emma:mode="ink">
                <msink:context xmlns:msink="http://schemas.microsoft.com/ink/2010/main" type="inkWord" rotatedBoundingBox="21316,15905 21834,15905 21834,16371 21316,16371"/>
              </emma:interpretation>
              <emma:one-of disjunction-type="recognition" id="oneOf0">
                <emma:interpretation id="interp0" emma:lang="en-US" emma:confidence="1">
                  <emma:literal>•</emma:literal>
                </emma:interpretation>
                <emma:interpretation id="interp1" emma:lang="en-US" emma:confidence="0">
                  <emma:literal>9</emma:literal>
                </emma:interpretation>
                <emma:interpretation id="interp2" emma:lang="en-US" emma:confidence="0">
                  <emma:literal>a</emma:literal>
                </emma:interpretation>
                <emma:interpretation id="interp3" emma:lang="en-US" emma:confidence="0">
                  <emma:literal>.</emma:literal>
                </emma:interpretation>
                <emma:interpretation id="interp4" emma:lang="en-US" emma:confidence="0">
                  <emma:literal>n</emma:literal>
                </emma:interpretation>
              </emma:one-of>
            </emma:emma>
          </inkml:annotationXML>
          <inkml:trace contextRef="#ctx0" brushRef="#br0">258 447 108,'0'0'143,"0"0"-22,0 0-66,0 0-12,0 0 380,0 0-94,0 0-189,0 0-65,0 0 55,0 0 85,6 19 38,-6-19-48,0 0-79,0 0-39,0 0-13,0-4-6,0-3 3,0-1-32,0-2 25,0 0-48,0-3 4,0 0 47,-3-1-22,0-1-42,-1-1 0,-2 1 16,3-1-7,0-2-12,0 1-2,-3-2 2,3 0 4,-4-3-3,7 2-1,-3-1-17,0 0 5,0 2 11,3 4-8,-3 1 7,3 3 3,-3 2-2,3 1 1,-3 2 0,0 0 0,0 1-2,3 1-1,-7-1 2,7 1-15,-3 0 12,0 2 1,0 0-13,3 1 13,-3 1-16,3-2 15,0 2 2,-3-1 1,3 1-1,0 0-1,-3 0-13,3 0 12,-6 0-21,2 0-7,-5 0 9,6 0 4,-3 0-4,0 0-9,-1 1 30,-2 3-14,3 0 14,0 1-1,-4-2-13,4 2 3,0-2 10,-3 2 3,3-2 13,-1 1-13,1 0 1,0-1-1,3 2 0,-3-3-9,-1 1 9,4 1 0,0-3 16,-3 2-16,3 0-26,0 0 22,3 0-12,-3 1 16,0-1 16,0 3-16,-1-2-1,4 2-1,-3-1 2,0-1 7,3-1-7,0 1-4,0-2 1,0 0 3,0-1 13,-3 0-12,3-1 2,0 0 20,0 0 3,0 0 0,0 0-7,0 0 4,0 0 22,0 0 13,3-2-4,3-3-54,-2-1-3,5-3-10,0 0 13,0-1 7,4-1-7,-4 0-3,7 0-9,-4-1 10,0 0 0,1 2-20,-1-1 2,1 2-12,-1 1 9,0 0 21,4 3-16,-4-1-4,4 1 9,-4 3 0,-2 0 10,-1 1-23,0 0 25,-3 1 0,1 0 1,-1 0 0,0 0 0,3 2 32,1 4-9,-1 3-20,6 0 19,-5 2-20,5 1 33,-5 3-35,2 1 19,0-1-17,4 1-2,-1 1 0,-2-2-9,-1-1-36,1 1-7,-4-2-3,3 0-48,1-2-110,-4-3-11,0-2-107,4-3-203,-4-3-244</inkml:trace>
        </inkml:traceGroup>
      </inkml:traceGroup>
    </inkml:traceGroup>
  </inkml:traceGroup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0:09.261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E7BEEDB4-4169-4FD9-B9AA-64D5AB908873}" emma:medium="tactile" emma:mode="ink">
          <msink:context xmlns:msink="http://schemas.microsoft.com/ink/2010/main" type="writingRegion" rotatedBoundingBox="10054,6256 10836,6256 10836,7031 10054,7031"/>
        </emma:interpretation>
      </emma:emma>
    </inkml:annotationXML>
    <inkml:traceGroup>
      <inkml:annotationXML>
        <emma:emma xmlns:emma="http://www.w3.org/2003/04/emma" version="1.0">
          <emma:interpretation id="{A47523B5-AFAD-4C01-8B14-C9197E974D1B}" emma:medium="tactile" emma:mode="ink">
            <msink:context xmlns:msink="http://schemas.microsoft.com/ink/2010/main" type="paragraph" rotatedBoundingBox="10054,6256 10836,6256 10836,7031 10054,70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8B88D04-0CCE-4F1E-88FF-2FD8F41CB06D}" emma:medium="tactile" emma:mode="ink">
              <msink:context xmlns:msink="http://schemas.microsoft.com/ink/2010/main" type="line" rotatedBoundingBox="10054,6256 10836,6256 10836,7031 10054,7031"/>
            </emma:interpretation>
          </emma:emma>
        </inkml:annotationXML>
        <inkml:traceGroup>
          <inkml:annotationXML>
            <emma:emma xmlns:emma="http://www.w3.org/2003/04/emma" version="1.0">
              <emma:interpretation id="{3719F3B0-C9AE-4347-AEFE-AEBFD80525F4}" emma:medium="tactile" emma:mode="ink">
                <msink:context xmlns:msink="http://schemas.microsoft.com/ink/2010/main" type="inkWord" rotatedBoundingBox="10054,6256 10836,6256 10836,7031 10054,7031"/>
              </emma:interpretation>
              <emma:one-of disjunction-type="recognition" id="oneOf0">
                <emma:interpretation id="interp0" emma:lang="en-US" emma:confidence="0">
                  <emma:literal>x</emma:literal>
                </emma:interpretation>
                <emma:interpretation id="interp1" emma:lang="en-US" emma:confidence="0">
                  <emma:literal>X</emma:literal>
                </emma:interpretation>
                <emma:interpretation id="interp2" emma:lang="en-US" emma:confidence="0">
                  <emma:literal>+</emma:literal>
                </emma:interpretation>
                <emma:interpretation id="interp3" emma:lang="en-US" emma:confidence="0">
                  <emma:literal>*</emma:literal>
                </emma:interpretation>
                <emma:interpretation id="interp4" emma:lang="en-US" emma:confidence="0">
                  <emma:literal>3</emma:literal>
                </emma:interpretation>
              </emma:one-of>
            </emma:emma>
          </inkml:annotationXML>
          <inkml:trace contextRef="#ctx0" brushRef="#br0">2429-6808 134,'0'0'23,"0"0"-22,0 0 15,0 0 13,0 0 7,0 0 183,0 0 227,0 0-234,0 0-134,0 0-35,0 0 12,0 0 20,0-14-4,0 12 17,0 2-6,0-1-17,0 0-17,0 0-9,0 1 46,0 0 9,0 0-13,0 0-19,0 0-17,0-1-3,0 0 0,0 1 4,0 0-1,0 0-3,0 0 0,0 0-3,0 0 0,0 0-4,0 0 1,0 0-4,0 0 0,0 0 1,0 0 2,0 0-3,0 0-6,0 0 0,0 0 0,0 0-4,0 0 1,0 0-4,0 0-3,0 0-3,0 0 0,0 0-11,0 0 1,0 0-2,0 1-1,0-1-1,0 1-12,0-1 1,0 0-5,0 0-2,0 0-10,0 0-6,0 0-1,0 1 1,0 0-4,0 1 4,4 2 19,2-1 13,0 3 5,0-2-2,3 2 0,1 1 1,-1 0 1,0 0 10,1 2-11,-1-2-2,0 3 1,1-1 0,2 0 2,0 2-2,-2-1-1,2 3-13,1-1 14,-1 2 18,0-1-18,1 2 0,-1-2 15,4 2-15,-1-3-2,1 2 2,-1-2 1,1 0 18,-1 2-15,4-1-4,-1 2 19,1 0-18,3-1-1,-4 1 13,4-2-10,-3 1-3,2 0 23,-2 0-20,3-1 19,-1 0-9,-5-2-11,2 2-1,-2-2-2,3 0-1,-7-1-23,0 0 22,4 0 3,-7-2-13,4 1 13,-4 0-2,3-1 2,-2 0 4,-4-1-3,3 0-1,0-2 0,-2 2-13,2-3 12,-3 2 1,0-1-36,0 0 17,-2-2 0,2 1-14,-3-1 1,3 1 0,-3-2-26,0 0-26,0 0-52,0-2 16,1 0-17,-1 0-18,0 0-37,-3 0-55,3 0-46,-3-1-76,0-4-35,0-2 124,-3 0 223</inkml:trace>
          <inkml:trace contextRef="#ctx0" brushRef="#br0" timeOffset="712">3109-6888 150,'0'0'103,"0"0"-103,0 0 0,0 0 113,0 0 288,0 0-45,0 0-125,0 0-101,0 0-45,0 0 9,0 0 46,0 0 9,3-2-26,-3 2-19,0 0-10,0 0-7,0 1-6,0 0-3,0 0-4,0 0-9,0 0-4,-3 3-10,3-1-19,-7 3-6,-2 0-13,-3 2-12,2 4 28,-5-2 0,2 2-13,-2 2 10,-1 1 9,1 2-16,-4 1-6,1 3 13,-1 0-13,0 1 19,-5 1-29,5 2 13,-6-1-16,7 3 2,-7 0-2,3 3 0,0-1 13,1 0-12,2 0 0,-3-1-1,1-2 0,5-1 0,-2 0 1,-1-2-1,4-1-19,-1-1 18,1-1 0,-1 0-2,4-3 1,-4-1-10,7 0 8,3-3 1,-4-1-16,1-1-5,3-2 22,3-2-8,0-3 6,-1 0-15,1-1-19,0-1 2,0-1 14,3 0 9,0 1-3,0-2-16,0 0-16,0 0-1,0 1-5,0-1-5,0 2 1,0-2-29,0 2 10,0 0-20,0 0-20,0-1-6,0-1-36,0 0-52,0 0-37,0 0-41,0 0-28,0 0-51,0 0 107,-9 0 128,3 0 67,6 0 50</inkml:trace>
        </inkml:traceGroup>
      </inkml:traceGroup>
    </inkml:traceGroup>
  </inkml:traceGroup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5:26.936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1CFF80A3-898F-4725-8444-4F7E75262249}" emma:medium="tactile" emma:mode="ink">
          <msink:context xmlns:msink="http://schemas.microsoft.com/ink/2010/main" type="writingRegion" rotatedBoundingBox="15615,6416 23050,6114 23096,7245 15661,7547"/>
        </emma:interpretation>
      </emma:emma>
    </inkml:annotationXML>
    <inkml:traceGroup>
      <inkml:annotationXML>
        <emma:emma xmlns:emma="http://www.w3.org/2003/04/emma" version="1.0">
          <emma:interpretation id="{E7D4F8D7-2CE0-4A9B-B8C5-60E2BEC12260}" emma:medium="tactile" emma:mode="ink">
            <msink:context xmlns:msink="http://schemas.microsoft.com/ink/2010/main" type="paragraph" rotatedBoundingBox="15615,6416 23050,6114 23096,7245 15661,754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2D30A31-6F22-4C45-B0E1-5686491A9664}" emma:medium="tactile" emma:mode="ink">
              <msink:context xmlns:msink="http://schemas.microsoft.com/ink/2010/main" type="line" rotatedBoundingBox="15615,6416 23050,6114 23096,7245 15661,7547"/>
            </emma:interpretation>
          </emma:emma>
        </inkml:annotationXML>
        <inkml:traceGroup>
          <inkml:annotationXML>
            <emma:emma xmlns:emma="http://www.w3.org/2003/04/emma" version="1.0">
              <emma:interpretation id="{F906940D-FA39-4D7C-AA0D-3635D2BA1074}" emma:medium="tactile" emma:mode="ink">
                <msink:context xmlns:msink="http://schemas.microsoft.com/ink/2010/main" type="inkWord" rotatedBoundingBox="15628,6739 17227,6674 17246,7139 15647,7204"/>
              </emma:interpretation>
              <emma:one-of disjunction-type="recognition" id="oneOf0">
                <emma:interpretation id="interp0" emma:lang="en-US" emma:confidence="1">
                  <emma:literal>258</emma:literal>
                </emma:interpretation>
                <emma:interpretation id="interp1" emma:lang="en-US" emma:confidence="0">
                  <emma:literal>25-8</emma:literal>
                </emma:interpretation>
                <emma:interpretation id="interp2" emma:lang="en-US" emma:confidence="0">
                  <emma:literal>Z58</emma:literal>
                </emma:interpretation>
                <emma:interpretation id="interp3" emma:lang="en-US" emma:confidence="0">
                  <emma:literal>358</emma:literal>
                </emma:interpretation>
                <emma:interpretation id="interp4" emma:lang="en-US" emma:confidence="0">
                  <emma:literal>758</emma:literal>
                </emma:interpretation>
              </emma:one-of>
            </emma:emma>
          </inkml:annotationXML>
          <inkml:trace contextRef="#ctx0" brushRef="#br0">8048-6339 51,'0'0'49,"0"0"-7,0 0 11,0 0 155,0 0-172,0 0-36,0 0-117,0 0 117,0 0 792,0 0-502,0 0-176,-9-16-72,9 14 33,-3 1 94,3-1 16,-4 0-98,4 0-61,0 0 13,0 1 26,0 1 13,0-1-1,0 1-9,0 0-16,0 0 0,0-2 6,0 2-6,0 0-4,0 0-9,0 0-4,0 0-6,0 0 0,0 0 3,0 0 7,0-1 2,0 0 1,0 1 0,0-1 6,0 1-19,0 0 0,0 0-14,0-1-12,0 1-1,0 0-2,0 0-3,4-2-17,-1 0-5,3-2-14,3 0-28,4-1 9,-1 1 29,7-2-3,-4 3-13,4-1 23,-4 2-1,4 0 1,-4 1 19,4 0-29,-1 0 16,1 1-3,-3 0-23,-4 0 16,0 5-29,-2 3 33,-4 0-14,0 3 16,0 0 17,-3 3-11,-3 1 2,0 2-24,0 0-29,-6 1 65,-3 1 13,0-1 36,-7 1-28,1 0-20,-1 0-2,-3-4 0,1 1-21,-1-2 22,4-2-10,-7-1 7,3-1 6,4-1-3,-4-1 26,7-2-25,-4-2-1,7 0 2,-3 0-2,6-2 17,-4 0-15,4 0 11,3-2-13,3 1 0,0-1-16,0 0-6,0 1 9,0-1 12,0 0 1,0 0 22,3 0-22,3 0-14,0 0-21,1 0 21,5 0 14,0 0 25,4 0 43,3 0-26,5 0-42,1-1 19,0-2-19,6 1 0,-3 0 0,3 0 0,0 0-1,-3-2-54,0 2-23,-4 0-35,-5 0-36,0 0-59,-4 1-88,-6 1-16,-2 0-141,-4 0-72,-3-2 261</inkml:trace>
          <inkml:trace contextRef="#ctx0" brushRef="#br0" timeOffset="694">8696-6397 46,'0'0'179,"0"0"-84,0 0 322,0 0 0,0 0-150,0 0-62,0 0-65,0 0 12,0 0-2,0 0-8,22-37-2,-22 37-14,0 0-7,0 0-9,0 0 2,0 0-2,-3 0-27,-1 0-15,-2 0-14,3 0-22,0 0-32,0 0 0,-3 0-32,-4 0-42,1 2 7,-6 1 6,-4 1 29,7 2 30,-4 2-37,1-1 26,-1 0-4,4 2 15,2-2-15,1 0-2,3 0 19,3-1-62,3 0 21,0 0-18,0-1 14,9 1 26,7 0 12,-1 0 7,4 0 0,6 0 75,-4-2-75,4 0 22,3 0-21,-3-1 25,3 1-26,3-1-9,-7-1 9,1 3-30,0-2-2,-6 1 16,2 1-3,-5 1-1,-1-1-31,-2 2 18,-4 0-35,-3 1 10,1 1-23,-4-1 4,-3 3-47,0-1 33,0 1 88,0-2-32,-7 3 35,1-3 22,-6 1 37,-1 0-11,-2 1 11,-4-2-27,-6 1-29,4 0 1,-4-2 18,-3-1 19,3-1-40,0-1-2,1-3-19,2 1 17,6-1-36,-2-1 10,9-1-23,-1 0-13,4 0 19,0 0-15,3 0-138,-3 0-87,6-3-157,-4-4-69,1-3 59</inkml:trace>
          <inkml:trace contextRef="#ctx0" brushRef="#br0" timeOffset="1010">8730-6370 258,'0'0'42,"0"0"-42,0 0 531,0 0-39,0 0-222,0 0-107,0 0-10,0 0-27,0 0-6,0 0 13,65 0-46,-46-2-41,-1 0-28,-2 0-17,2-2-2,1 2 0,3-1 0,-4 1-25,1-1 25,-3 1-48,2 1-96,-2 0-43,-4 1-43,0-1-123,1-1-102,-7-1-111,0 0 179</inkml:trace>
          <inkml:trace contextRef="#ctx0" brushRef="#br0" timeOffset="1803">9546-6310 137,'0'0'20,"0"0"28,0 0 54,0 0 579,0 0-160,0 0-225,0 0-137,0 0-29,0 0-52,0 0-7,0 0 55,3-20-42,-3 15-26,0 1-19,-7-1 35,-2 1-25,0-2 12,0 0-58,2-1 16,-2 0 1,0 0-20,-4 1 0,1 0-23,3 2 10,-4 0 12,1 2-44,-4-2 26,-2 3-26,-1 1 3,4 0 38,-7 0-44,3 0 47,1 3-22,-1 1-12,0 2 19,4-1 12,-1 1-51,1 0 52,-1 0-12,4 2 15,-3-1 0,8-1-28,-2-1-14,6 1 10,0 0-30,0 0 1,3 1 61,0 1 22,0-2 11,9 2-13,3-1-18,4 0 32,3-2-8,2 2 45,1-1-55,3-2 49,0 2-63,2 0 0,1-2 24,3 1-26,-3-1-2,-3 2-2,0-1-8,0 1 8,-4 1-53,-2-1 56,0 3-24,-1 0-30,-5 0 8,-1 2 46,-3-1-31,-2 1 10,-4 0-75,0 2 25,0-1 46,-3 0 4,0 0 22,0-1 0,-9 0 1,2-1 19,-2 0 16,-6-1-20,2 1 13,-2-1 0,-4-2-16,-3-1 33,4-3-27,-4 0 20,0-2-7,-2 0-28,2-1 25,0 0 3,0-1-3,1-5 0,-1-1-12,6 0-14,-2 0 29,9-1 17,-1-1-33,4-1 10,3-1-26,3 0-52,0-2-19,3-2 45,9-1-120,1 0 91,9 0 33,-1-1-17,4 2-13,0 1 19,3 2-28,-3 2-82,-1 0 68,-2 2-113,-3 0 5,2 0-159,-5 1-225,-7-2 111</inkml:trace>
        </inkml:traceGroup>
        <inkml:traceGroup>
          <inkml:annotationXML>
            <emma:emma xmlns:emma="http://www.w3.org/2003/04/emma" version="1.0">
              <emma:interpretation id="{C8284EDD-2F48-4D17-A8E2-39F5FE769496}" emma:medium="tactile" emma:mode="ink">
                <msink:context xmlns:msink="http://schemas.microsoft.com/ink/2010/main" type="inkWord" rotatedBoundingBox="17868,6325 20309,6226 20355,7356 17914,7456"/>
              </emma:interpretation>
              <emma:one-of disjunction-type="recognition" id="oneOf1">
                <emma:interpretation id="interp5" emma:lang="en-US" emma:confidence="1">
                  <emma:literal>hybrid</emma:literal>
                </emma:interpretation>
                <emma:interpretation id="interp6" emma:lang="en-US" emma:confidence="0">
                  <emma:literal>hybrids</emma:literal>
                </emma:interpretation>
                <emma:interpretation id="interp7" emma:lang="en-US" emma:confidence="0">
                  <emma:literal>herbing</emma:literal>
                </emma:interpretation>
                <emma:interpretation id="interp8" emma:lang="en-US" emma:confidence="0">
                  <emma:literal>herbed</emma:literal>
                </emma:interpretation>
                <emma:interpretation id="interp9" emma:lang="en-US" emma:confidence="0">
                  <emma:literal>hybind</emma:literal>
                </emma:interpretation>
              </emma:one-of>
            </emma:emma>
          </inkml:annotationXML>
          <inkml:trace contextRef="#ctx0" brushRef="#br0" timeOffset="5320">10293-6621 205,'0'0'20,"0"0"-20,0 0 766,0 0-476,0 0-72,0 0 16,0 0-16,0 0 9,0 0-104,0 0-23,0 0-32,9-17-13,-9 17-6,0 0-4,0 0-16,0 0-11,0 0-18,0 0-39,0 0-28,0 2-14,-3 5 13,3 1 68,-3 3 1,3 1 2,-3 4-3,3 0 0,-3 1 26,3 1-25,-3 3-1,0 0 0,3 3 0,0 1 10,0 0 11,0 2-21,0 0-2,0 0 2,0 0 15,-4-1-15,1-1-51,0 0 51,3-4 0,0 0 1,0-1-3,0-3-9,0-2 11,0-1-2,0-2-18,0-1 19,0-2-11,0-2-7,0-1 9,0-3-12,0-2 12,0-1 9,0 1 2,3-1 1,0 0 30,-3 0 4,0 0 3,4 0 9,-4 0 17,3 0 3,0-1 6,0-4-61,-3-2-13,0-2-25,0-3 24,3-1 2,0 0-14,0-1 13,0 0-45,3-1 45,1 0-3,-1 2-26,3-1 16,0 1 12,1 2-32,5 2 33,-5 0-16,5 1-10,-3 2-12,1 0 34,-4 2 1,4 2-13,-4 1-7,-3 1 1,0 0 6,0 0-14,-2 0 5,5 2-18,0 4 43,0 1 36,1 0-35,-1 1 67,0 2-18,1-1-48,-1 3 76,0 1-52,1 0-26,-1 1 42,0 0-19,0 1 3,1-1-24,-1-2-2,0-1-3,1 0 3,-4 0 0,0-2 1,0-3 21,4 1-6,-4-2-3,-3-1-9,3-2 8,-3 1-12,3-3-16,-3 0 1,4 0 14,-4 0 2,3 0-14,3-3-25,-3-2-37,7-2 14,-4-1-68,4-2 48,-4-3-156,0-1 140,1 0-85,-1-1-13,-3-3 3,0 2-82,-6-1 137,3 1 85,-3 2 16,0 0 36,0 2 43,-3 2 149,0 2 13,0 2-10,-3 2 36,0-1-133,-1 3 103,1 0-3,3 2-46,-3 0-23,6 0-19,0 0-45,-3 0-53,3 0-10,0 0-2,0 0-29,0 0-26,0 0-26,0 0-13,0 3 94,0 3 20,0 0 38,0 2-3,0 0-23,0 0-30,3 1 60,3 0 14,0 0-75,4 1 14,-1-1 4,0 0-19,1 1-6,-1-2-10,3 0-3,1 0 19,2-1 0,-2-2-11,2 1 9,1-3 2,2 1-57,-2-4 57,-1 1-30,1-1-31,2 0 3,-2 0-10,-1 0-22,1-1 22,-4-6-13,7-1-17,-10-1 24,3-1 35,-2 1-26,-7-2 65,3-1 0,-6 2-36,0-1 36,0 2 2,0 0 41,0 1 28,0 3-13,0 0 24,0 2 41,0 2 26,-6 0-7,6 1-13,-3 0-20,0 0-16,0 0-16,3 0-13,-4 0-19,1 0-45,3 1-59,-3 3-9,3 3 26,-9 0 42,9 4 49,-6 0-27,0 3 17,2 0-23,-5 3 0,3-1 22,3 1-20,-3-1-17,-1 1 0,4 1 6,-3 0-7,0 2 0,3 0 0,-6 1 0,2 2-1,1 0 1,0 1-20,0 1 20,-4-2 2,4 1-2,3-2-45,-3-1-52,3-1-5,0-2-24,3-1-9,0-2-36,0-1-33,0-2-33,0-3-42,3-1-167,0-4 39,3-2-79,0-2 112</inkml:trace>
          <inkml:trace contextRef="#ctx0" brushRef="#br0" timeOffset="6119">11322-6526 818,'0'0'170,"0"0"331,0 0-331,0 0 31,0 0-19,0 0 77,0 0-36,0 0-81,0 0 22,0 0-48,0 0-36,-40-75 32,37 71 19,3 2-45,0-1 19,-3 1-13,3 1 13,0 0-7,0 1-20,0 0-18,0 0-13,0 0-12,0 0-22,0 0-13,0 0-28,0 0-13,0 0-18,0 0-17,0 1-18,0 3-14,0 3-13,0 3 74,3 4 44,0 4-1,0 2 4,0 3 7,0 0-7,3 2-23,-6 0 23,7 1-3,-4 1-6,3 0 8,-6 1 1,3-1-16,0-1-35,-3-1-16,3-3-13,-3 1 45,0-2-39,0-2 4,0-2 21,0-2 24,0-2-30,0-3 10,0-2 16,0-1-84,0-4 111,0 0 2,0-2 0,0-1 38,0 0 46,0 0 15,0 0 4,0 0-29,0-2-45,0-5-17,0-3-14,0-2 2,0-1-57,0-3 44,0 0-35,0 0 16,0 0 19,0-1-26,3 2 14,0 2 21,4 2 4,-1-1-13,0 4 13,3 1-16,-2 1 16,2 0-13,6 3 13,-2 0-41,2 1 2,4 1-3,-1 1 39,1 0-39,0 0 13,-1 1 3,-5 5-6,5 1 2,-5 1 28,-1 0-25,0 1 27,-2 2-2,-4-1-14,0 1 15,-3 2-52,-3-1 7,0 0 14,0 2-43,-6-2-12,-3-1 87,-7 0 16,1-1 13,-4-2 30,-3-1-30,-5 0 10,2-2-39,0-1-29,0-2 25,3-1-22,4-1-12,2 0 8,4 0 8,3 0-24,6-2 46,-1-2-107,4-2-13,0 1-159,7-2-186,5-2-86,4-1 78,-1-2 285,-3 1 188</inkml:trace>
          <inkml:trace contextRef="#ctx0" brushRef="#br0" timeOffset="6730">11645-6381 178,'0'0'600,"0"0"140,0 0-334,0 0-124,0 0-101,0 0-97,0 0-25,0 0 15,0 0-26,0 0-46,0 0 1,0 0 19,80-5-21,-64 5-1,-4 1-29,4 3-6,2 3 22,-5 0 9,-1 2 3,4 2 1,-7-1-16,0 3-42,-9-1-48,0 1-8,0 1 27,0-1-4,0 1 33,-9-3 32,3 0 0,0-1 23,-1-1 3,-2-2 19,3-1-9,0-3 6,-1 1 0,4-4 43,3 1-1,0-1 10,0 0 10,0 0-19,0-1-59,0-4-87,7 1-14,2-3 40,0 0-69,7-2 33,-1-1 45,4-1 35,-1-2-48,7 0-3,-3-1-10,3-1-13,-4 1-39,4-1 13,-9 3 114,8 2 3,-8 1 49,-4 3-10,1 2 49,-7 2 91,0 1-16,-6-1 12,0 2-10,0 0-45,0 0-32,0 0-33,0 0-55,0 0-26,0 5-19,0 0 45,0 3 25,0 3-5,3 0 12,4 2 30,-7 0-30,6 0-31,0 1 2,0-1-1,0 1 19,-3-1-19,4-1-4,-4 1 2,0-1-75,0-1-15,3-1 32,-3-3-78,0 0-33,0-1-13,4-2-114,-7-2-10,3-2-107,-3 0-60,0-6 150</inkml:trace>
          <inkml:trace contextRef="#ctx0" brushRef="#br0" timeOffset="6957">11973-6578 310,'0'0'186,"0"0"913,0 0-703,0 0-150,0 0-58,0 0-46,0 0-32,0 0-55,0 0-55,10-7-107,-10 7-35,3 0-16,0 0-63,6 0 11,0 1-15,-2 4-172,5 0-127,0-1-53,-2 1 406,-85-18 171</inkml:trace>
          <inkml:trace contextRef="#ctx0" brushRef="#br0" timeOffset="7704">12609-6361 63,'0'0'121,"0"0"-53,0 0 275,0 0 468,0 0-366,0 0-256,0 0-40,0 0 13,0 0 35,0 0-36,-3-23 13,-3 20-68,3 0 6,-4-1-26,-2-1-67,0 1-19,0-1 0,-1 0-6,1 1 6,-4 1-38,-5 1-20,2 1 33,-2-1 11,2 2 14,-2 0 0,-4 0-18,3 4 18,-2 3 0,-1 0 12,3 2-12,4 1-20,-1-2 19,7 2-31,3-1 6,0 1-15,3 0-6,-1 1 45,4 0-35,0 0-8,0 1-26,7-1 3,5 0 43,4-2 5,2 1 7,1-1 12,2-1-34,4-2 22,0-3-3,0-2-36,3-1-19,-3 0 3,-1 0 0,1-5-6,-3-5-20,0-1 6,-4-2 26,4-3-86,-10-1 148,4-4 0,-4-2 26,-2 0 6,-4-4-32,0-1 20,-6-3-4,0-1 0,0-2-16,0-1-15,-6 1 15,-4-1 17,-2 2 12,-3-1 19,-1 1 46,-3 2-51,4 2-4,-4 2 132,4 4-54,-1 2-1,1 3-7,5 4-6,1 2 7,6 4 50,-3 4-26,6 1-31,0 3-36,0 0-32,0 0-35,0 0-28,0 0-36,0 0-28,0 1-10,0 5 18,0 2 84,0 3 16,0 4 16,0 1 10,3 3-26,3 1 38,-3 0-15,3 5 8,1-1-18,2 3-10,0 1-19,-2 2 0,2 1-16,0 2 16,0 0-2,-2 0 0,-4 0-65,3-1-16,-3-1-29,3-2 16,-3 1-20,0-2-51,1-1 12,2-3-72,-3-1-58,0-3-98,0-3-73,0-6-140,0-2 48</inkml:trace>
        </inkml:traceGroup>
        <inkml:traceGroup>
          <inkml:annotationXML>
            <emma:emma xmlns:emma="http://www.w3.org/2003/04/emma" version="1.0">
              <emma:interpretation id="{D4BE3C92-D0CB-4227-ABC9-A7B2782B7DD7}" emma:medium="tactile" emma:mode="ink">
                <msink:context xmlns:msink="http://schemas.microsoft.com/ink/2010/main" type="inkWord" rotatedBoundingBox="20689,6276 23053,6180 23083,6911 20719,7007"/>
              </emma:interpretation>
              <emma:one-of disjunction-type="recognition" id="oneOf2">
                <emma:interpretation id="interp10" emma:lang="en-US" emma:confidence="1">
                  <emma:literal>seeds</emma:literal>
                </emma:interpretation>
                <emma:interpretation id="interp11" emma:lang="en-US" emma:confidence="0">
                  <emma:literal>Seeds</emma:literal>
                </emma:interpretation>
                <emma:interpretation id="interp12" emma:lang="en-US" emma:confidence="0">
                  <emma:literal>seed</emma:literal>
                </emma:interpretation>
                <emma:interpretation id="interp13" emma:lang="en-US" emma:confidence="0">
                  <emma:literal>Seed</emma:literal>
                </emma:interpretation>
                <emma:interpretation id="interp14" emma:lang="en-US" emma:confidence="0">
                  <emma:literal>Needs</emma:literal>
                </emma:interpretation>
              </emma:one-of>
            </emma:emma>
          </inkml:annotationXML>
          <inkml:trace contextRef="#ctx0" brushRef="#br0" timeOffset="8478">13493-6495 125,'0'0'85,"0"0"-17,0 0 451,0 0-66,0 0-161,0 0-126,0 0 68,0 0-3,0 0-37,0 0-62,0 0-57,-19-31-74,16 28 73,0 1-45,-3-1 39,0 1-56,-7 0-12,4 1-20,-7-2-19,-2 2 39,-1 1-1,-6 0 0,0 0-34,-2 0 19,-4 4 13,3 1-49,0 2 52,3 2-2,0-1-25,3 1 25,7 1-23,-1-2 23,7 0-54,0 0 17,3-3-26,3 1 49,3 1-42,0-2 38,3 0-28,9 0-23,0 1 71,4 0 77,3-2-5,2 1-11,1 0-48,3-1 26,0-1-27,2 3-11,-2-2 7,3 1-8,-3-1 0,-3 1 0,-1 0-2,-5 1-20,-1 0-17,-2 0-29,-4 0 19,-3 1 7,-6-1-10,7 1 49,-7 2-97,0-1-14,0 2 75,-7-1 3,1-1 23,-6 1 13,-4 0 69,-6-1-53,-2-1 3,-4 0-6,0-2 7,-3-2-20,3 0 20,-3-2-18,6 0 16,-3-1 4,7 0 11,2 0-33,7 0 0,-1 0 16,4-4 4,3 1-20,6 1-38,0-1-131,0 0-136,6-1-37,3-1-20,4-2-303,-1 0 414</inkml:trace>
          <inkml:trace contextRef="#ctx0" brushRef="#br0" timeOffset="9158">13821-6448 90,'0'0'105,"0"0"41,0 0 219,0 0 251,0 0-303,0 0-167,0 0 3,0 0 10,0 0-16,0 0-36,0 0-26,-37-10-55,34 9-10,-6 1-3,3-2 29,-4 2-10,4 0-14,-3 0-17,3 0-2,-1 0 1,1 2-29,0 1-13,3-1 7,-3 2 15,3-1-12,-1 0 16,4 1-46,-3 0 62,3-2-1,0 2-18,0-2 6,0 1-4,3 1 14,4 0-20,2 0 6,0 0 17,4-2 36,-4 1 35,6-1 17,4-2-69,-3 0 45,5 0-63,-2 0 21,-1 0-22,-2-5-32,-4 1 13,4-2-18,-4 0 35,-2 1 4,-1-1 14,-6 3 3,0 0 46,-3 1-33,0-1 26,0 0-41,-3 2 8,-6-2-12,-1 2 32,1 0-45,0 0-19,-4 0-49,-2 1 26,-4 0-12,1 0 54,-7 1 3,3 5-3,0 2 1,1 2-1,-1-1 2,7 3-2,-1-1 0,1 1-2,2 0-40,7-1 42,0-1 0,3 3-69,3-3 67,0 1-32,0-1 21,9 1-71,3-2 84,4 1 0,-1 0-13,7-3 33,3 2 30,3-2-50,3-2-38,0-1-69,0-3-20,3 0 1,0-1-1,-3 0-100,-3-1-53,3-4-104,-3-3 48,-6-1-36,-4-4 121</inkml:trace>
          <inkml:trace contextRef="#ctx0" brushRef="#br0" timeOffset="9729">14311-6493 145,'0'0'75,"0"0"-7,0 0 558,0 0-85,0 0-288,0 0-67,0 0-112,0 0 4,0 0 16,0 0-42,-87 27 3,81-23-39,-3 2-15,3 1 48,3-2-49,-4 0-13,7 0 13,-3 1-36,0 0 36,3-2 1,0 1 2,0-1 31,0 0-33,0-1-2,6-1 2,1 1-17,-1 0 35,0 0 4,3-1 13,4 0 48,-1-2-29,4 0-26,-1 0-8,4 0-21,-4-1-22,-2-4-46,-1 0 36,0 1 32,1-2 3,-7 0-3,0 0 0,1 0 33,-4 1-17,-3-1 13,0 1 10,0 0-45,0 2 32,-3-2-26,-7 3 51,1-2 25,0 2-76,-7 1-38,1 0-59,-4 1 41,0 0 56,-2 0 74,2 2-51,-3 5-23,4 0-1,-1 1 1,4 2-3,2-1-10,1 2-16,3 0 29,-1 0-36,7 0-6,-3 0 39,6-1-7,0 0-25,0 2 12,9 0-32,4-2 6,-1 1-19,7-1 68,2-1 0,4 0-19,3-2-23,9-2-52,-3 0-10,4-3-91,-1-1-32,-6-1-76,6 0 6,3-3-9,1-5 94,2 0-117,0-2 219,-2-2 110</inkml:trace>
          <inkml:trace contextRef="#ctx0" brushRef="#br0" timeOffset="10341">14894-6431 55,'0'0'180,"0"0"-4,0 0 809,0 0-819,0 0 36,0 0 103,0 0-179,0 0 56,0 0-47,0 0-28,-56-63-85,44 59 33,-4 1-53,1 0 63,-4 0-4,1 2 0,-1 1-42,-3 0 26,1 0 13,-1 1-26,-3 4-9,7 0-23,-4 3 0,3 1-2,-2 1 1,5-1 0,1 0-12,-1 1-31,7 0 41,3 0-22,-4-1-30,7 0 14,3 1-1,0-2-29,0 1 0,0 0-23,3-1 1,10 1 38,-1 1 13,4-2 42,2-1 19,7 0-16,0-1-3,3-5-74,3 0 9,-3-1-48,3 0-36,-3-7-20,-4-2 55,1-3-12,0-3 25,-6-1 101,-1-3-88,-2-3 86,2-2 4,-2 0 48,-4-3 47,-2-3-51,-1 0 12,-6-2-58,-3 0 20,0-1-7,0 2 58,-3-2 27,-6 4-10,-1 0-7,-2 2 110,-1 1-110,-2 1 13,-1 1-10,7 3 25,-3 3-41,6 5 16,-1 4 19,7 2 22,0 2-74,-3 5-47,3-1-4,0 1-65,0 0-21,0 0-40,0 2-32,-3 5 113,0 4 45,0 1 33,-3 3 9,6 1 48,-7 3-87,7 0 42,0 1 0,-3 0-26,3 1-15,0 2 12,0 2-3,0 1-13,0 2 1,0 2-1,0-1-13,0 1 11,0 2 2,3-1-65,4 1 4,-1-2-55,0 1 26,0-2-98,4-1 52,-1-3 39,-3-1-156,3-4 12,1-3-74,-4-3-37,0-4-202,0-4 159</inkml:trace>
          <inkml:trace contextRef="#ctx0" brushRef="#br0" timeOffset="10886">15325-6553 317,'0'0'13,"0"0"0,0 0 1026,0 0-717,0 0-43,0 0-55,0 0-56,0 0 39,0 0-84,0 0-58,0 0-63,-34-27-2,31 25 45,-3 1-45,-4-1-1,4 2 1,-6 0-29,3 0-4,-4 0 31,4 0-15,-4 0-6,1 1-31,0 4 12,-1 2 42,4 0-29,-3 0 29,-1 0-17,7 2-34,0-1 38,3 1-26,-4-1-3,4 0-32,3-1 74,0 1-36,0-2-3,7 1-13,-1 1 1,3-1 51,3 0 26,4 0-25,-4 0 50,7 0-9,3 0-23,-1 1-19,4-2-33,-3 2 14,0 0-13,-1-1-14,1 1 20,-3 0 10,-4 0-36,4 1 20,-4-1 29,-2 1-1,-1 0-41,-3 0-78,-6 0 9,-3 1 0,0 0 98,0-2-43,-3 0 59,-3 1 26,-6-2 108,2 0-40,-5 0-55,-4-1 42,-5 0-13,-1-3 16,-3 1-32,-3-2-22,0 0-27,3 0 13,-3 0-16,6-2-84,-3 1-72,6-1-127,-2 0-348,5 0-158</inkml:trace>
        </inkml:traceGroup>
      </inkml:traceGroup>
    </inkml:traceGroup>
  </inkml:traceGroup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5:45.985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CE07E784-FFDE-4B33-BEB5-0F483A15A892}" emma:medium="tactile" emma:mode="ink">
          <msink:context xmlns:msink="http://schemas.microsoft.com/ink/2010/main" type="writingRegion" rotatedBoundingBox="16599,8877 23490,8734 23574,12767 16683,12909"/>
        </emma:interpretation>
      </emma:emma>
    </inkml:annotationXML>
    <inkml:traceGroup>
      <inkml:annotationXML>
        <emma:emma xmlns:emma="http://www.w3.org/2003/04/emma" version="1.0">
          <emma:interpretation id="{1728C06C-A15A-4A0A-8554-8EE78C97C171}" emma:medium="tactile" emma:mode="ink">
            <msink:context xmlns:msink="http://schemas.microsoft.com/ink/2010/main" type="paragraph" rotatedBoundingBox="16600,8872 22170,8762 22183,9449 16613,955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C16172B-9B59-4784-B021-7D4E4367966D}" emma:medium="tactile" emma:mode="ink">
              <msink:context xmlns:msink="http://schemas.microsoft.com/ink/2010/main" type="line" rotatedBoundingBox="16600,8872 22170,8762 22183,9449 16613,9559"/>
            </emma:interpretation>
          </emma:emma>
        </inkml:annotationXML>
        <inkml:traceGroup>
          <inkml:annotationXML>
            <emma:emma xmlns:emma="http://www.w3.org/2003/04/emma" version="1.0">
              <emma:interpretation id="{47D628EB-FE44-4FB3-BE5E-17DE44249FDA}" emma:medium="tactile" emma:mode="ink">
                <msink:context xmlns:msink="http://schemas.microsoft.com/ink/2010/main" type="inkWord" rotatedBoundingBox="16603,9058 18822,9014 18832,9515 16613,9559">
                  <msink:destinationLink direction="with" ref="{FE4D7ABB-1A46-425E-A274-246C84EFD6E6}"/>
                </msink:context>
              </emma:interpretation>
              <emma:one-of disjunction-type="recognition" id="oneOf0">
                <emma:interpretation id="interp0" emma:lang="en-US" emma:confidence="1">
                  <emma:literal>8023</emma:literal>
                </emma:interpretation>
                <emma:interpretation id="interp1" emma:lang="en-US" emma:confidence="0">
                  <emma:literal>802}</emma:literal>
                </emma:interpretation>
                <emma:interpretation id="interp2" emma:lang="en-US" emma:confidence="0">
                  <emma:literal>802]</emma:literal>
                </emma:interpretation>
                <emma:interpretation id="interp3" emma:lang="en-US" emma:confidence="0">
                  <emma:literal>8003</emma:literal>
                </emma:interpretation>
                <emma:interpretation id="interp4" emma:lang="en-US" emma:confidence="0">
                  <emma:literal>{023</emma:literal>
                </emma:interpretation>
              </emma:one-of>
            </emma:emma>
          </inkml:annotationXML>
          <inkml:trace contextRef="#ctx0" brushRef="#br0">9381-3916 72,'3'-4'166,"4"1"-107,-4 0-23,0 1 717,-3-1-356,0 0-257,0-1-23,0 1-46,0-2 105,0 1 12,0-1-78,0 0-78,0 0 59,0 2-36,0-2 16,0 2-13,0-2 58,0 0-45,0 0-42,-6 1 26,2-2 6,-2 2 0,0-1-23,0 1 4,0-1-13,-1-1-28,-2 1-1,0-2 0,-1 0-2,1 0 0,0 1-33,-4 0 35,4-1-2,-6 2-27,2 0-6,-2 1 6,-1 2-11,-2-1 39,2 2 1,-2 1-12,-1 0-14,0 0-6,1 0-1,2 0-2,1 5 32,2-1-16,-2 1-23,6 0 19,-4 0-6,1 0 7,2 2-17,1 0 0,3 1 3,0 0 33,0-1-36,2 0 36,1 0-48,0 1 28,3-3-9,0 2-24,0 0 53,0-2-40,0 0 21,3 1 22,4 0-20,-1 1 17,3 0 3,3 1 0,-2 1 16,5 1 17,4-2 5,3 2 4,5-1-39,-2 0 29,3 0 0,3-1-29,-6 0-3,0 1 2,0 0-2,-1 1-54,-5-1 34,-4 1 17,1-1-36,-4 1-13,-5 0 51,2 1-47,-9 0-36,0 0-131,0 2 141,0 0-1,-9 0 72,-1 1-1,-2-2 4,-1 2 59,-2-2-36,-4 0 22,-2-1-45,2-3-3,-3-1 0,1-2 3,2-2 9,-3-3 17,4 1-6,-7-1 9,6 0-26,1 0 20,-1 0 6,4-1 20,2-5 9,-2 2-22,5-3-20,1-1 23,6-1-13,0 0-26,3-3 16,0 0-16,0-2-45,6-1 12,3 2-12,1 1 39,5-1 6,1 1 19,2 1-19,-2-1 0,9 2-3,-7 0-10,7 1 13,-6 0-2,5-1-11,-5 1 12,3-1-107,-4 0-28,1 3-10,0-1-108,-7-1-127,0 0-101,-2 1 16,-4-1 320</inkml:trace>
          <inkml:trace contextRef="#ctx0" brushRef="#br0" timeOffset="952">9840-3937 98,'0'0'59,"0"0"-7,0 0 6,0 0 148,0 0 556,0 0-345,0 0-222,0 0-65,0 0 6,0 0 20,0 0 12,0 0-42,-3-1-68,0 1-42,3 0 10,-3 0 13,0 0-1,3 0-15,-3 0-1,-4 0-21,4 0-1,-6 0-25,0 0 22,-1 1 2,1 4-10,-3 0-5,-1 1 13,4 1-19,-7 1 22,4 1 0,-3 2 16,5-1-14,-2 2-2,3 2 0,-1 0-1,4 2-2,-3-1-23,6 0 24,-7-1-21,10 1 23,-3-2-13,0 1 12,3-1-18,0-1-5,0 2 22,6-3-47,4-1 23,-1 0 6,0 1 18,4-1 0,2-1 2,4 0 29,-1-3 10,7 0 13,-3-3-51,3 1 2,0-3-3,2-1-29,-2 0 29,0 0 0,0 0 0,0-4-28,-1-1 9,1-2 19,-6-1-17,3-2 15,-7 0 2,1-2-1,-4-1 1,0-1 20,-5 0-19,-1 0 15,0 0-16,-3-1 0,-3-1-20,0 0 20,0 0 0,-6-1 13,-3 1-13,-4 0-29,-2-1 29,-1 3 23,-2 0 28,2 1-34,-3 1-17,4 3-1,-4 0-1,4 1-19,-4 1 2,1 3-30,2-1-3,1 4 14,-1 0 5,1 1-44,5 0-46,-2 0-26,3 2-36,-1 3-75,4-2-89,3 2-12,0-3-187,3 0 186,0-2 361</inkml:trace>
          <inkml:trace contextRef="#ctx0" brushRef="#br0" timeOffset="1863">10336-3950 111,'0'0'68,"0"0"-32,0 0 20,0 0-1,0 0 519,0 0-222,0 0-180,0 0-19,0 0-6,0 0-8,0 0 7,-18 1-29,18-1-36,-3 0-3,3 0 0,0 0-1,-4-1-3,4 0-6,0-1-6,0 1-11,0 1-9,0-2-10,-3-1-29,3 1 20,0-1 22,0 0-6,0 0 6,0 0 25,0 1-25,3-3-26,4 3 1,-7-2 5,3 1-24,0-1 25,0 0-25,6-1-1,-3 0-44,7 1-7,-1-1 9,7 1 7,-7 0 19,4 1-16,2 1 9,-2 2 1,-1 0 6,4 0 15,-4 0-32,1 0 8,-4 0-20,1 5 12,-4 0-8,-3 1-14,0 2-3,-2 0 16,-1 4 42,0 0 19,-3 4-19,0 1-16,-6 0 0,-4 2-17,-2 0 33,-7 1 13,1 0-13,-4 0-19,0 0-4,-3-3 4,1-1 19,-1 0 0,3-2-10,0-2 10,1-2 1,2-1-1,7-2-17,-1-1 4,4-2-10,9-1 11,-3 0-24,3-3 0,0 0 21,0 0 15,0 0 1,3 0 0,3 0 2,4 0-3,-4 0 3,3 0 36,3 0 51,4 0 17,6 0-46,-1 0-35,4 0 19,0 0-45,3 0 3,-3-1 0,3-3-2,-1 2-1,-2-1-13,0-1 10,0 2-59,-7 0-28,1-1-46,-3 2-10,-7 0-29,0 0-36,0-1-46,1 0-120,-4-3-252,0-1 149,-3 0 414</inkml:trace>
          <inkml:trace contextRef="#ctx0" brushRef="#br0" timeOffset="2590">10789-4013 214,'0'0'176,"0"0"326,0 0-3,0 0-246,0 0-61,0 0 19,0 0-39,0 0-130,0 0 113,0 0-16,0 0-46,0 0-92,0 0 49,22-71-14,-16 65 25,0 3-22,3-2-17,1 2-2,-1-1-20,6 2 0,1 0-29,-1 0 3,4 2-13,0 0 20,-4 0 3,1 0 13,2 0-14,-5 0-34,-1 3 19,-3 1-43,1 1 43,-1 1-7,-3 1 14,0 0 23,-3 2-27,-3 3-39,0 0-22,0 3-23,-9 1 100,-3 1-72,-1 0 85,-2-1 0,-1-2-75,1-1 75,2-2 0,-2-3-11,-1 0 11,4-2 16,3-1-14,-1 0-1,4-3 19,0 0-19,6-1-1,0 0 0,0-1 2,0 2 27,0-2-6,3 0-23,3 0 0,4 0-62,2 0 62,0 0 55,4 0-38,-1 0-16,7 0 2,0 0-3,0 0 0,-4 0-23,1 0 23,2 0-26,-2 2 20,-3 2 4,2 0-41,-5 2-18,-1 1 44,0 2-18,-2 1 6,-1-1 9,-3 2 27,0 1-20,-6-1 16,0 1-6,0 1-59,-3 1 39,-6-1 23,-3 1 10,-7 0 32,0-2 19,-2 1-60,-4-3 14,-3 0 24,3-1-37,0-2 47,4-2-49,-1 0 1,3-1 51,1-1-17,2-1-22,4-1 13,6-1-12,-4 0-14,4 0-48,3 0-50,-3 0-28,3-3-112,-7-3-256,10-1-298</inkml:trace>
        </inkml:traceGroup>
        <inkml:traceGroup>
          <inkml:annotationXML>
            <emma:emma xmlns:emma="http://www.w3.org/2003/04/emma" version="1.0">
              <emma:interpretation id="{21901A50-BB18-4E30-AF51-94FD7DBDD39B}" emma:medium="tactile" emma:mode="ink">
                <msink:context xmlns:msink="http://schemas.microsoft.com/ink/2010/main" type="inkWord" rotatedBoundingBox="19809,8809 22170,8762 22182,9412 19822,9459">
                  <msink:destinationLink direction="with" ref="{3DC6C6CB-9A68-450C-B65C-44C1903DA0C2}"/>
                </msink:context>
              </emma:interpretation>
              <emma:one-of disjunction-type="recognition" id="oneOf1">
                <emma:interpretation id="interp5" emma:lang="en-US" emma:confidence="1">
                  <emma:literal>seeds</emma:literal>
                </emma:interpretation>
                <emma:interpretation id="interp6" emma:lang="en-US" emma:confidence="0">
                  <emma:literal>seed</emma:literal>
                </emma:interpretation>
                <emma:interpretation id="interp7" emma:lang="en-US" emma:confidence="0">
                  <emma:literal>Seeds</emma:literal>
                </emma:interpretation>
                <emma:interpretation id="interp8" emma:lang="en-US" emma:confidence="0">
                  <emma:literal>seedy</emma:literal>
                </emma:interpretation>
                <emma:interpretation id="interp9" emma:lang="en-US" emma:confidence="0">
                  <emma:literal>speeds</emma:literal>
                </emma:interpretation>
              </emma:one-of>
            </emma:emma>
          </inkml:annotationXML>
          <inkml:trace contextRef="#ctx0" brushRef="#br0" timeOffset="4912">12451-3960 53,'0'0'92,"0"0"-27,0 0-16,0 0 6,0 0 581,0 0-161,0 0-257,0 0-127,0 0-3,0 0 13,0 0 38,0 0-2,0 0-53,0 0-33,12-24 24,-12 22 9,0 1 6,0-1-6,0 1-26,0 0-9,0-1 2,0 1 13,0 0-6,-3-1 13,-3 1-14,6 1-18,-9-1-17,6 0-22,-4-1-32,1 1-13,-3 0-9,-7-2 15,7 3-22,-6 0 16,-1 0 26,1 0-10,-4 0 3,3 3 7,-2 0 0,2 3-7,4-2 10,-4 1 16,4 0-19,0 1-20,2 1 10,1-2-13,6 1 23,0-2-17,0 2 0,3-3-15,-3 2-24,3-1 7,0 1-9,0-2 28,3 2 46,6-1-52,-3 1 55,4-2 9,-1 2 37,3 0 28,1 2-22,5 0-26,1 0 15,3-1-40,-1 0-1,1-1 0,0 2-3,-1 0 3,-2 0 0,3-1-26,-7 2-19,-2 0 3,-1 0 38,-6 0-34,0 0 2,-3 0 0,-3-2-100,0 2 6,0-1 78,-3 0 52,-6 0 26,0-1 29,-4 1 36,1 0-19,-4 0-33,-2-3 45,-4 1-32,-3-2-26,4 0-13,-4-2-13,0-1 29,0 0-27,7 0-2,2 0 0,1 0 13,5-1-13,1-2 0,3 1-47,3-1-47,0 0 4,3 1-30,0-2-56,0 1-237,0-3-111,0 3-34,0-1 269</inkml:trace>
          <inkml:trace contextRef="#ctx0" brushRef="#br0" timeOffset="5613">12792-3931 199,'0'0'23,"0"0"35,0 0 344,0 0 265,0 0-325,0 0-95,0 0-65,0 0-46,0 0-7,0 0-32,0 0-58,-19-5-26,19 5 0,0 0 3,0 0-6,0 0-10,-6 0-36,3 0-3,-3 3 20,-3 1 6,2 1-26,1 0 37,0 1-1,0 0-23,6-1-19,-3 1 41,0-1-12,3 1-19,0-1 22,3 0-62,3-2 23,3 3 52,0-3 26,1 1-25,5-1 61,1 0 22,-1-2-32,7-1-23,-3 0-28,2 0 19,-2 0-20,-1-3-3,1-1 3,-3-2 0,-1-1 0,1-1-29,-4 2 26,-3-2 3,-2 0 18,-7 1-18,3-1-6,-3 2-7,0-1-23,0 1-15,-10 1 51,1 0 9,0 2 14,-7-2-23,4 3-7,-4 0-6,1 1-22,-1 1 35,-2 0 58,-1 0-42,4 2 13,-1 2-27,-3 3-2,4 1 1,-4 1 22,4 1-23,-1 2 0,4 0 20,-4 0-20,7 0 0,3 2-3,-3-2 3,6 2 19,-1-1-19,4 0 0,0-2-2,0 0-31,0 2 8,7-3 21,2 0-9,0-1 13,4 1-3,2-2 6,4-1 26,-1-2-25,10 0-8,-3-2-8,0-2-60,3-1 14,0 0-110,0 0-4,-1 0-40,5-7-162,-8 0-56,4-5-163</inkml:trace>
          <inkml:trace contextRef="#ctx0" brushRef="#br0" timeOffset="6225">13328-3991 178,'0'0'160,"0"0"-160,0 0 91,0 0 623,0 0-284,0 0-190,0 0-119,0 0 8,0 0-5,0 0-34,0 0-28,-65 1-30,59 2 7,-3 1-18,-1 1-19,4-1-1,-3 3 18,0 0-19,2-1-31,4 1 30,-3 0-1,3-1-31,0 0 20,3 1 12,0-2-18,0 0-10,0 0-49,6 0 33,0 0 25,4-2-22,-1 3 42,-3-4 0,3 1-23,7-1 53,-1-1-30,7 0 64,-3-1-61,2 0-3,1 0-56,0-3-8,-4-1-18,-2-2 50,-1 0 29,-2-1 2,-1-1-17,-5 1 18,-4 2 52,-3-2 23,0 0-75,0 1-62,0 0 62,-10-1 30,4 2-5,-6 0 14,2 2-19,-2 1-17,3 2-3,-4 0 33,1 0-17,-4 0 0,1 2 26,-4 4 10,4 2-20,-4 0-3,4 0-13,-4 1 4,7 1-18,-4 1 25,4 0-27,-1 2-16,7-2-4,3 0 4,3 1 15,0-1 1,0-1-26,0-1-38,6 1 60,4-2-28,2 0 32,3 0 36,4 1 9,6-3-35,6 0-10,0 0-49,6-3-100,-3-1 22,7-1 4,-4-1-46,3 0-166,-3 0-17,0-1-48,1-6-21,-4 0 210,0-5 211</inkml:trace>
          <inkml:trace contextRef="#ctx0" brushRef="#br0" timeOffset="6853">13945-3912 49,'0'0'196,"0"0"-115,0 0-80,0 0 433,0 0 191,0 0-293,0 0-147,0 0-61,0 0 83,-6-38-9,0 34-40,-3 0-42,-1 1-116,-2-1 2,3 1 4,-4-1 33,-2 2-36,-4 1 1,4 1 12,-7 0-16,0 0-8,1 0 8,-1 2 1,0 3-1,4 2 0,2 0-1,-3 1-21,4 1 18,-1 1-15,7-1 6,-3 2-16,6 0 26,2-1-49,1 0-15,3 0 15,0-2-22,7 2-20,2-1 26,3-1 55,1 1 13,2-1 32,7-2-32,3-1-6,-1-1-59,4-2-22,0-1-8,-3-1 24,0 0-72,0-1 7,-4-6 22,-2-1 6,3-1 108,-7-3 33,-2-3 58,-1-2-65,-3-2 10,1-2 58,-4-1-61,-3-4-30,3-1 46,-3-1-22,3-1-27,-6-1-16,7 0-30,-4 0 46,0 0 1,-3 0 35,3 2-23,-3 1-10,0 1 95,0 3 96,-6 1-51,3 4-24,-4 4 4,1 3 61,3 4-39,-3 2-17,3 3 4,0 1-33,0 0-35,0 1-32,-1 0-32,4 0-34,-3 0-21,3 0-2,0 2-10,-3 5-1,0 1 36,0 4 31,-3 2 1,3 1 2,-3 3-2,6 0-12,0 4 12,0 0 16,0 2-16,0 1 0,3 0-36,3 1 35,-3 0-18,0 1-13,0-1-7,3 1-31,1-1 8,-1 1-54,0-2 10,-6-2-91,3 0-11,0-2 27,-3-1-63,0-1-52,0-1-4,0-3-81,0-4-40,0-4 129</inkml:trace>
          <inkml:trace contextRef="#ctx0" brushRef="#br0" timeOffset="7459">14531-4005 83,'0'0'58,"0"0"73,0 0 322,0 0 277,0 0-392,0 0-95,0 0-38,0 0-76,0 0 4,0 0 38,0 0-10,0-41-49,-6 37-38,0 1-36,0 0 10,0 1-32,-4-2-16,4 3-12,-3-1-24,-4 0 1,-2 1 3,-1 1-29,-2 0 0,-1 0 29,-2 1 0,2 4 9,-3 1-6,4 2 26,-7 1 1,6 1-1,1-1-26,-1 2 6,7-1 22,-4-1 1,7 0-42,-1-2-3,10 0 0,-3 0-4,0-1 1,3-1-62,0-2-6,3 2 38,0-1 52,7 0-30,-4 0 54,0-1 4,0 2 30,4-2 7,2 2 3,0-2-16,4 1-10,3 0-14,2-1 8,4 2-10,0-2 0,0 1-1,3 0-12,-7 1-26,4 0 10,-3 0 10,-7 1-11,1 0-12,-4 0-10,1 0 26,-7 0-51,0 1 21,0-2-12,-6 1 19,0 0 1,0-1-8,0 1 1,-9 0 45,0 1 10,-10-1 147,0 2-99,-5-1 30,-4-1-31,-3 1-45,-6-2-4,2-2-13,-5 0 13,3-1-77,0 0 1,3 0-46,3-1-71,0-1-173,6 0-320,0-1 326</inkml:trace>
        </inkml:traceGroup>
      </inkml:traceGroup>
    </inkml:traceGroup>
    <inkml:traceGroup>
      <inkml:annotationXML>
        <emma:emma xmlns:emma="http://www.w3.org/2003/04/emma" version="1.0">
          <emma:interpretation id="{9FDCB5C1-EAAC-4237-A435-62632BAB26A6}" emma:medium="tactile" emma:mode="ink">
            <msink:context xmlns:msink="http://schemas.microsoft.com/ink/2010/main" type="paragraph" rotatedBoundingBox="17498,12264 23561,12138 23574,12767 17511,1289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C370E1A-B257-4519-A16E-9AB4A1C90306}" emma:medium="tactile" emma:mode="ink">
              <msink:context xmlns:msink="http://schemas.microsoft.com/ink/2010/main" type="line" rotatedBoundingBox="17498,12264 23561,12138 23574,12767 17511,12892"/>
            </emma:interpretation>
          </emma:emma>
        </inkml:annotationXML>
        <inkml:traceGroup>
          <inkml:annotationXML>
            <emma:emma xmlns:emma="http://www.w3.org/2003/04/emma" version="1.0">
              <emma:interpretation id="{F4D648D4-19B5-4110-92EF-EED5A317CA37}" emma:medium="tactile" emma:mode="ink">
                <msink:context xmlns:msink="http://schemas.microsoft.com/ink/2010/main" type="inkWord" rotatedBoundingBox="17498,12264 19683,12218 19696,12847 17511,12892">
                  <msink:destinationLink direction="with" ref="{488811A3-29F8-4E5C-A114-EB8614A49F91}"/>
                  <msink:destinationLink direction="with" ref="{FE4D7ABB-1A46-425E-A274-246C84EFD6E6}"/>
                </msink:context>
              </emma:interpretation>
              <emma:one-of disjunction-type="recognition" id="oneOf2">
                <emma:interpretation id="interp10" emma:lang="en-US" emma:confidence="1">
                  <emma:literal>6022</emma:literal>
                </emma:interpretation>
                <emma:interpretation id="interp11" emma:lang="en-US" emma:confidence="0">
                  <emma:literal>602?</emma:literal>
                </emma:interpretation>
                <emma:interpretation id="interp12" emma:lang="en-US" emma:confidence="0">
                  <emma:literal>6027</emma:literal>
                </emma:interpretation>
                <emma:interpretation id="interp13" emma:lang="en-US" emma:confidence="0">
                  <emma:literal>0022</emma:literal>
                </emma:interpretation>
                <emma:interpretation id="interp14" emma:lang="en-US" emma:confidence="0">
                  <emma:literal>6002</emma:literal>
                </emma:interpretation>
              </emma:one-of>
            </emma:emma>
          </inkml:annotationXML>
          <inkml:trace contextRef="#ctx0" brushRef="#br0" timeOffset="114375">10200-778 212,'0'0'75,"0"0"-52,0 0 6,0 0 248,0 0 297,0 0-340,0 0-113,0 0-33,0 0 81,0 0 32,0 0-52,0 0-87,9-27-11,-9 27 50,0 0 18,0 0-12,0 0-23,0 0-13,0 0-7,0 0-9,0 0 3,0 0-1,0 0-12,0 0 0,0 0-10,0 0 1,0 0-17,0 0-19,0 0-3,-3 0-13,0 0 3,-3 0 0,-1 4-22,-8 0-13,-1 3 12,1 1 7,-1 3 10,-2-1 0,-1 3 0,1 1 17,-1 2 2,-3 0 0,4 2-39,2-1 23,-2 2-7,5 1 23,1 0-1,-4 1-2,7 1 3,-3 0 3,2 0 10,1-1-13,0-1-3,6-1 0,0-1 3,3 1-29,0-2-7,0 0 24,6-1 9,0 1-16,6-3 16,1 0-49,5-1 4,1 0 3,3-3 9,2 1 16,-5-3 20,6-1 0,-7-3-10,4-1-3,-3-2 13,-1-1-1,-2 0 1,2 0-10,-2-3 7,-1-2 4,-2-1-1,-4 0 4,0-1 38,-5 0-23,-1 0 10,0-2 6,-3 0-12,0 0 0,0 1 9,-6-1 16,2 3-47,-5-1 1,-3 1-1,2 0 16,-5 1-17,-4 2-3,4-2-26,-4 3 10,4 1 3,-1 0-7,-2 1 11,5 0-14,-2 0 10,-1 0-7,4 0 7,-1 3-20,7-1 17,-3 3-17,0-2-67,6 1-65,-4 1-56,4 0-91,3 0-53,-3 0-124,3-2-104</inkml:trace>
          <inkml:trace contextRef="#ctx0" brushRef="#br0" timeOffset="115086">10646-709 338,'0'0'140,"0"0"623,0 0-353,0 0-196,0 0-3,0 0 19,0 0-65,0 0-3,0 0-20,0 0-59,-12-19-22,12 19 13,-3 0 9,3 0-19,0 0-35,-3 0-27,-4 1-2,4 2 0,-3 0-19,-3 1 6,0 2-3,-4 0 4,4 3-1,-4 0 11,1 3-21,3-1 9,-4 2 13,1 2 1,0 1 0,-1 2-13,4-1 13,0 1-1,-1 0-14,4-1 15,3 0 0,0 0-15,0 2 15,3-2 3,0 1-3,3 0-30,3-1 28,3 0-43,4-1 41,-1-2-47,4-2 22,-1-2-19,1-1 19,-1-1 3,4-3 23,-4-1-23,1-3 26,2-1 0,1 0-3,-4 0 3,1-1 1,-1-6 18,1-3 1,-1 0-4,1-3-3,0 1-11,-4-3-1,-6-1 41,0-1-39,-3-1 16,1-3 17,-4 1-8,0 0-2,-4-2-16,-2 2-10,-3-1-1,0 2 1,-4 0 0,-2 3 3,-1 2 19,4 3-22,-7 1 0,4 2 10,-4 1-10,0 3-1,4 1-34,-4 1-4,7 2 13,0 0 1,-1 0-11,4 0 11,6 0-69,0 0-93,0 2-75,3 3-69,0 1-59,0-1 110,6 2-159,6-2-28,1-2 113</inkml:trace>
          <inkml:trace contextRef="#ctx0" brushRef="#br0" timeOffset="115778">11083-730 451,'0'0'3,"0"0"200,0 0 588,0 0-436,0 0-125,0 0-55,0 0 7,0 0-21,0 0-6,0 0-49,0-48-41,0 44 34,0 1-32,0-1 17,0 2-5,0-2-37,0 1 22,0 1-13,0-2-49,0 2 49,0 0-3,4-1-17,-1 0-2,3 0-26,0-1-3,3 0-27,4 0-2,-1-2-6,7 0 3,-4 1 10,1 1 0,-1 1 3,-2 2 6,2 0-9,-2 1-1,-1 0-6,-3 0 29,4 1-3,-4 4-51,-3 2 25,4 2-35,-4 1 29,0 4-20,-6 4-25,3 2 19,-3 1 42,0 4-33,-9 0 30,-4 0-68,-2 0 71,-4 1 19,1-1-3,-4 0 16,3-3-13,-2 0 0,2-3 15,3-1-14,-2-2-1,2-3 0,7 1 0,0-2-19,3-3-1,-4-1 17,10-1-17,-3-3 18,-3-1-11,6 1-1,0-1 14,0-1 42,0 0 6,0 0-32,6 0-15,0 0 3,4-1 60,-1 1 7,3 0-20,4-2-3,2 0-25,-2 0-20,6 0 10,-1 0-10,1-2-1,0 0-2,0-2-2,-4 0-17,1-1 16,-1 1-45,1 0 15,-7-2-21,4 3-11,-7-1-44,4 0-20,-7 1 0,3-1-40,-3 1-58,0-3-62,1 0-98,-1-1-102,0-2-111,-3-1 357</inkml:trace>
          <inkml:trace contextRef="#ctx0" brushRef="#br0" timeOffset="116349">11632-799 252,'0'0'30,"0"0"188,0 0 600,0 0-424,0 0-164,0 0 7,0 0-7,0 0-30,0 0-35,-25-54-62,25 49-23,0 1-13,0 0 13,4-1-16,2-1-16,3 1-48,0-1 0,4-1-3,-1 2 0,4-2-29,2 4 16,-2-1-3,2 1-10,1 1 13,-3 0 3,2 2-13,-2 0-6,-1 0 13,4 0 3,-7 6-6,1 0-20,-4 0-13,3 2 1,-2 1-14,-4 4 16,0 1 1,-3 1-4,-3 4 16,0 1-3,-3 3 7,-6 2-17,-10 2 51,4 0 1,-7 1-2,0-3 2,7 0 18,-7-1-18,6-3-2,1 0 2,-1-2-1,4-4-10,6-2 9,-3 0 2,2-3 26,7 0-26,0-2 58,0-1-10,0-2-15,0-2-7,10 0 6,-4 0-6,3 0 15,4-1 5,-1-1-5,7-1-21,-1 0-1,4 0-19,0 0 0,-1-4-13,4-3-29,3 1 20,0 0 20,0-3-69,-3 1-42,-4-1-19,1-1-53,-7 1-84,-2 0-180,-4-2-254,-3-1-47</inkml:trace>
        </inkml:traceGroup>
        <inkml:traceGroup>
          <inkml:annotationXML>
            <emma:emma xmlns:emma="http://www.w3.org/2003/04/emma" version="1.0">
              <emma:interpretation id="{9F88B468-3369-4BCA-A73E-219DBFD95265}" emma:medium="tactile" emma:mode="ink">
                <msink:context xmlns:msink="http://schemas.microsoft.com/ink/2010/main" type="inkWord" rotatedBoundingBox="21838,12213 23561,12178 23573,12732 21849,12768">
                  <msink:destinationLink direction="with" ref="{F2CF55BA-B6E0-426A-90CA-B679D29B8E00}"/>
                  <msink:destinationLink direction="with" ref="{3DC6C6CB-9A68-450C-B65C-44C1903DA0C2}"/>
                </msink:context>
              </emma:interpretation>
              <emma:one-of disjunction-type="recognition" id="oneOf3">
                <emma:interpretation id="interp15" emma:lang="en-US" emma:confidence="0">
                  <emma:literal>2003</emma:literal>
                </emma:interpretation>
                <emma:interpretation id="interp16" emma:lang="en-US" emma:confidence="0">
                  <emma:literal>2001</emma:literal>
                </emma:interpretation>
                <emma:interpretation id="interp17" emma:lang="en-US" emma:confidence="0">
                  <emma:literal>203</emma:literal>
                </emma:interpretation>
                <emma:interpretation id="interp18" emma:lang="en-US" emma:confidence="0">
                  <emma:literal>200}</emma:literal>
                </emma:interpretation>
                <emma:interpretation id="interp19" emma:lang="en-US" emma:confidence="0">
                  <emma:literal>201</emma:literal>
                </emma:interpretation>
              </emma:one-of>
            </emma:emma>
          </inkml:annotationXML>
          <inkml:trace contextRef="#ctx0" brushRef="#br0" timeOffset="126278">14252-802 227,'0'0'88,"0"0"-75,0 0-9,0 0 31,0 0 311,0 0 175,0 0-416,0 0-47,0 0 56,0 0 13,3-16 32,-3 13-13,-3 1-39,3 0-48,0 1-40,-3 0 69,3-1 12,-3-1-19,0 3-10,3-2-3,0 1-3,0-1-1,0 1-16,0-1-3,0 1 4,0-1-36,0-1 12,-3-1 20,3 1-3,-3 0-26,3 0 29,0-1-16,0 1-26,0 0 7,0-1 9,0 1 13,0-1-32,0 1 2,0-1 11,6 0 13,-6 0-23,9 1-3,1 0-19,-1-3-29,6 3 19,1-2 3,3 1 13,-4 1-9,7 0-20,0 2 29,-7 0 10,10 1 0,-7 0-26,-2 0 6,-1 0-2,-2 1-1,-7 3-3,6 1 13,-2 2-16,-1-1-29,-3 3-11,4 1 21,-4 2-1,0 2-22,-3 2 12,-3 2 20,0 1 0,0 2 29,-3 1 13,-13 1-26,4 1 26,-7-1 23,1 0-23,-4-1 29,0-2-27,1 0 2,-1-2 21,0-1-22,4-1-2,-1-2 0,0 1-1,4-2 0,-1 1 1,1-3-1,6-1 0,-1-1-16,1-1 6,3-1-9,3-1 16,-3 0-35,6-2 34,0-1-15,-4 0-1,4 1 20,0-2 17,0 0 28,0 0 29,0-1-28,4 0-20,5 1 9,-3 0 59,3 0-10,7 0-16,2-1-17,1 0-16,3-1-12,-4 0-7,7 0 9,-3 0-24,0 0-2,2-2 1,1-2-15,-6 1 14,-1-1-27,-5 1-37,2 1-22,-5 1-26,-7 0 0,3-2 16,-6 2 0,0 0-36,0 1-32,0-1-59,3 1-79,-3-1-52,0-1-65,0-2-47</inkml:trace>
          <inkml:trace contextRef="#ctx0" brushRef="#br0" timeOffset="127088">14869-765 258,'0'0'97,"0"0"-70,0 0-5,0 0 458,0 0 38,0 0-206,0 0-147,0 0-51,0 0 22,0 0 26,4-4 3,-4 4-32,0 0-33,0 0-20,0 0-15,0 0-14,0 1-19,0 0-13,0 1-19,0-1-12,0 3-8,-4 1-5,-2 2 25,-3 1 20,0 3-20,-7 1-1,4 0-15,-1 1-16,1-1 19,-1 2 12,4-2-16,0 1 14,0 2-14,2-1-2,4-1 17,-3 1 2,3-2-1,3 0-15,0 0-7,0-1 22,0 0-2,0-1-17,0 0-37,6-1 24,3-1 11,1 1 2,-1-2 20,3 0 9,1-3-9,-4 0-7,7-2 7,-4-1 3,4-1-1,-4 0 1,4 0-3,-4-1 1,3-5 1,-2-2 14,-1 0-14,1-2-2,-4 0 17,3-3-16,-2 0-1,-4-1 0,3-1 6,-6 0-6,3 0-1,-2 0-63,-1 0 64,-3 1 9,0 1-9,0 3 26,-3-1 3,-7 2-13,1 1-16,0 0-12,-1 3 10,-2-2 2,3 1-3,-1 2-39,-2-2 13,3 3-7,-1 0 7,1 1-16,3 2-87,3 0 25,-3 0-52,2 0-78,4 0-75,0 0-56,0 3 3,0 0-163,0-2 286</inkml:trace>
          <inkml:trace contextRef="#ctx0" brushRef="#br0" timeOffset="127647">15331-800 134,'0'0'221,"0"0"334,0 0 96,0 0-329,0 0-89,0 0 4,0 0-5,0 0-32,0 0-58,0 0-62,-6-6-42,6 6 7,0 0 0,0 0-19,0 0-23,0 0-3,-3 1-16,0 2-16,-3 1-3,-3 4 6,-4 1 26,4 2 1,-4 2-2,1 0-25,3 1 27,-1 0-30,1 1 31,3-1 1,-3 3 0,2-2-1,4 2-12,0 0 11,3-3-1,0 1 0,0-1-61,6 1-49,1-1 61,5-2-35,3 0 45,1-2-3,3 1 0,2-2-58,1-2 35,0-1-7,3-4-28,-7-2 18,7 0 20,-6 0 36,2-4 0,-2-4-49,-4-2 3,1 0 75,-4 0 0,-6-3 43,-2 1 28,-1-3-71,-3 1-19,0-1 19,0-1 33,0 2-32,-10-1-1,-2 0 2,0 3 34,-1 0 142,-2 0-165,2 3 20,-2 0-10,-1 0-4,-2 3-19,2 1-39,1 1 39,-1 2-42,4 1-7,-1 1 33,1 0-62,3 0-61,6 0-115,-1 1-120,1 2-95,3 0 45,0-2 78</inkml:trace>
          <inkml:trace contextRef="#ctx0" brushRef="#br0" timeOffset="128493">15781-769 193,'0'0'177,"0"0"-109,0 0 447,0 0 143,0 0-226,0 0-166,0 0-85,0 0-10,0 0-1,0 0-25,0 0-46,0 0-57,0-2 12,0-2-22,3-1 10,0-1-10,0 1-3,-3-2-17,0-1-12,3 0 38,1-2 22,-4 0-59,6-2 20,-3-1-21,0 0 0,3-1 10,-3 1 15,3 0-25,1 1 1,-7 1-3,6 1 3,-3 1-1,0 3 32,-3 3 22,0 2-23,0-1 7,0 2-15,3 0-1,-3 0-6,0 0-13,0 0-3,0 0-19,0 0-16,0 0-16,0 2-12,0 0-13,0 2-7,0 3 26,0 2 37,0 2 19,0 2 0,0 0-12,0 2 13,0-1 0,0 2 0,0 0 0,0 2-16,0 0 16,0 3-2,3 1-11,-3 0 13,3 0 0,0 0-22,-3-1-10,4 0 0,2-1-19,-6-1 10,3-1 15,3 1-9,-3-2 22,0 1 0,0-3-25,4-2-17,-4 1 10,0-1 26,0-2-20,-3-2-25,0 0-4,0-2 39,0-1-16,0-1-30,0-1-5,0-1 54,0-2-10,0 1-25,0 1-1,0-2-16,0 0 30,0 0 45,-3 0-30,-3-1-9,2 1 42,1-1 33,-3 1 10,-3 0-14,3-1 3,-4 1-12,1 0-4,0-1-5,-1 0-9,4 0-4,-3 0 4,0 0 15,-1 0-16,1 0-1,3 0 65,3 0 26,-3 0-30,2 0-19,1 0-39,0 0 17,3 0-7,-3 0 16,3 0-27,0 0-2,0 0-2,0 0-15,0 1-2,0-1 19,0 1-1,3 1-1,3 0-8,4 0 10,5 0 49,1-2-13,2 0-36,4 0-35,0 0-117,-1 0 6,1-1-64,-6-5-222,-1-2-249,-6-2-147,-204 27 717</inkml:trace>
        </inkml:traceGroup>
      </inkml:traceGroup>
    </inkml:traceGroup>
  </inkml:traceGroup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3:55.200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0ABC31E3-757A-4908-99F0-FA1D95240D08}" emma:medium="tactile" emma:mode="ink">
          <msink:context xmlns:msink="http://schemas.microsoft.com/ink/2010/main" type="writingRegion" rotatedBoundingBox="4047,12026 8686,11808 8729,12703 4089,12922"/>
        </emma:interpretation>
      </emma:emma>
    </inkml:annotationXML>
    <inkml:traceGroup>
      <inkml:annotationXML>
        <emma:emma xmlns:emma="http://www.w3.org/2003/04/emma" version="1.0">
          <emma:interpretation id="{A764BBA8-21D1-48E0-8124-75ADD6D93EA6}" emma:medium="tactile" emma:mode="ink">
            <msink:context xmlns:msink="http://schemas.microsoft.com/ink/2010/main" type="paragraph" rotatedBoundingBox="4047,12026 8686,11808 8729,12703 4089,1292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C607E7C-65FB-4830-A86F-2D8866744E43}" emma:medium="tactile" emma:mode="ink">
              <msink:context xmlns:msink="http://schemas.microsoft.com/ink/2010/main" type="line" rotatedBoundingBox="4047,12026 8686,11808 8729,12703 4089,12922"/>
            </emma:interpretation>
          </emma:emma>
        </inkml:annotationXML>
        <inkml:traceGroup>
          <inkml:annotationXML>
            <emma:emma xmlns:emma="http://www.w3.org/2003/04/emma" version="1.0">
              <emma:interpretation id="{9A543147-605E-43AF-A02F-794505599709}" emma:medium="tactile" emma:mode="ink">
                <msink:context xmlns:msink="http://schemas.microsoft.com/ink/2010/main" type="inkWord" rotatedBoundingBox="4047,12026 4792,11991 4822,12622 4076,12657"/>
              </emma:interpretation>
              <emma:one-of disjunction-type="recognition" id="oneOf0">
                <emma:interpretation id="interp0" emma:lang="en-US" emma:confidence="0">
                  <emma:literal>FL</emma:literal>
                </emma:interpretation>
                <emma:interpretation id="interp1" emma:lang="en-US" emma:confidence="0">
                  <emma:literal>FI</emma:literal>
                </emma:interpretation>
                <emma:interpretation id="interp2" emma:lang="en-US" emma:confidence="0">
                  <emma:literal>Es</emma:literal>
                </emma:interpretation>
                <emma:interpretation id="interp3" emma:lang="en-US" emma:confidence="0">
                  <emma:literal>EI</emma:literal>
                </emma:interpretation>
                <emma:interpretation id="interp4" emma:lang="en-US" emma:confidence="0">
                  <emma:literal>FT</emma:literal>
                </emma:interpretation>
              </emma:one-of>
            </emma:emma>
          </inkml:annotationXML>
          <inkml:trace contextRef="#ctx0" brushRef="#br0">-3471-1078 91,'0'0'72,"0"0"-72,0 0 0,0 0 22,0 0 4,0 0 466,0 0-153,0 0-186,0 0-26,0 0 26,0 0 7,0 0-24,0 0-38,0-16-27,-3 14 13,3 0 20,0-1-10,-3 0-61,3 2 28,0-1 62,0-1-45,0 1-43,0 1 14,0-1 15,0 0-16,0 2 4,0-1-4,0 1 0,0 0-6,0 0-3,0 0-10,0 0-7,0 0-3,0 0-15,0 0-1,0 0-1,0 0-2,3 2-13,-3 0-9,0 1-4,0 3 13,0 1 13,0 2 0,0 3 13,0 3 25,0 0-34,0 2 21,0 2-5,0 1-18,0-1-1,0 0-2,0 0 4,0 1 13,0 1-14,0 0-2,-3 0 15,3 1-15,0-1 0,0-1 0,-3 1 1,3 0 9,0-2-10,0-1-1,0-1-3,0-4 4,0 0-2,0-2-30,0-2 32,0 0 0,0-4-1,0 0-31,0-2-6,0 0-7,0-1 25,0-1-8,0-1-14,0 0-7,-4 0-5,4 0-14,0 0 0,-3 0 1,3-1 8,0-1 11,0-2-4,0 0-12,0-2-72,0-4-153,0-1-43,0-5-81,0-2-167,0-2 113,0-4 362,3 140 105</inkml:trace>
          <inkml:trace contextRef="#ctx0" brushRef="#br0" timeOffset="372">-3511-1093 185,'0'0'29,"0"0"-6,0 0-23,0 0 973,0 0-611,0 0-125,0 0-68,0 0-13,0 0-1,0 0-12,9-5-34,-3 1-15,3 2-13,-6 0-27,4-2-25,-1 2 7,3 0-4,7-1-29,2 0 16,1 0 10,6 1 0,3-2-10,0 2-19,-1 1-6,8 1-45,-1 0-1,0 2-3,-6 3-73,-10-1 128,-8-3 0,-1-1-16,0 0-110,0 0 19,-2 0 20,-1 0 25,-3 0-64,-3 0-140,0 0-131,-6 0-117,-4 0-210,-5-1 535</inkml:trace>
          <inkml:trace contextRef="#ctx0" brushRef="#br0" timeOffset="859">-3564-827 40,'0'0'46,"0"0"-27,0 0 1,0 0 22,0 0 311,0 0 201,0 0-359,0 0-130,0 0 13,0 0 36,0 0 26,0 0 3,15 19-39,-12-19-23,1 0 4,2 0 18,0 0-9,3 0-36,1 0-15,2 0-14,0 0-7,4 0-18,-4 0 9,4 0-13,-1 0-4,1-2 2,2 1 2,-2-1 0,3 0-25,-4 0-46,1 1-39,-4-3-68,0 1 28,-2 1-57,-1-2-50,0 1-118,1-2-117,-4-1 81,-6-1 248,0 3 163</inkml:trace>
          <inkml:trace contextRef="#ctx0" brushRef="#br0" timeOffset="2089">-2963-818 58,'0'0'42,"0"0"-22,0 0 42,0 0 427,0 0 172,0 0-297,0 0-185,0 0-43,0 0 20,0 0 13,0 0-21,0 0-22,0 0-45,0-7-33,0 3 23,0-1-26,0-1 3,0 0 13,0 0 26,0 0-62,3 1 36,1-2-45,-1-1 3,0-1 26,0 0-42,0-1-3,0 1 32,0-1-32,3-2-9,-2-1 9,2 1 1,0-2 2,-3 1-3,3 2 0,0 0-3,1 0 3,-1 1 0,-3 0-2,3 2 2,-3 1 0,0 1 12,0 1-8,1-1-5,-1 1 1,-3 0-3,3 0 3,-3 0 0,3 2 0,0-1 0,-3 1 0,0 2 0,0 0 20,0 1 2,3 0-9,-3 0-11,0 0-1,0 0 1,0 0 0,0 0-2,0 0-1,0 0-12,0 0-12,0 0-26,-3 1-20,3 3-15,-6 2 19,6 2 25,0 3 26,0 4 26,0 3-10,0-1 0,0 2-4,0 0 2,0 1 2,0 0 13,0 2-12,0-2-1,0 1-6,3 0 2,0 0-56,-3 0 5,3 1 35,0-2-25,-3 0 20,3 0-11,-3 0 14,0-1-7,0-1-16,0-2 15,0-2 29,0 0-34,0-2 16,0 0 17,0 0-75,0-2 74,0 0-75,0-2 65,0 0-6,0-2 3,-3 0-59,3 0 56,-3-1-43,0 0-32,3-2 52,-3 0 19,0-1-48,0 0-14,0-1 33,-1 1 21,1-2 31,0 1 78,0-1-42,0 0-7,-3 0-3,6 0-7,-6 0-2,3 0-15,-4 0-2,1 0 1,-3 0-1,3 0 2,-1 0-2,-2 1-1,3 1-15,-3-1 12,5-1 4,-2 0 2,0 1-2,6-1-2,-3 0 0,0 0 0,0 1-1,3-1 1,0 0-2,0 0 2,0 0 1,0 0 0,0 0 0,0 0-1,0 0 0,0 0 0,0 0 0,6 0-30,-3 0-23,3 0 13,0 0 3,4 0 39,-1 0 9,4 0 24,2 0-15,1 0-18,2-3-65,-2 0-52,-4 0 42,0-1-87,4 0-70,-10 0-93,0-2-204,1-1 246,-7 0 248</inkml:trace>
        </inkml:traceGroup>
        <inkml:traceGroup>
          <inkml:annotationXML>
            <emma:emma xmlns:emma="http://www.w3.org/2003/04/emma" version="1.0">
              <emma:interpretation id="{D7E1CC32-8731-4E44-B335-E99A4EED434E}" emma:medium="tactile" emma:mode="ink">
                <msink:context xmlns:msink="http://schemas.microsoft.com/ink/2010/main" type="inkWord" rotatedBoundingBox="5202,12038 6689,11968 6728,12797 5242,12867"/>
              </emma:interpretation>
              <emma:one-of disjunction-type="recognition" id="oneOf1">
                <emma:interpretation id="interp5" emma:lang="en-US" emma:confidence="1">
                  <emma:literal>Gen:</emma:literal>
                </emma:interpretation>
                <emma:interpretation id="interp6" emma:lang="en-US" emma:confidence="0">
                  <emma:literal>fen:</emma:literal>
                </emma:interpretation>
                <emma:interpretation id="interp7" emma:lang="en-US" emma:confidence="0">
                  <emma:literal>ten:</emma:literal>
                </emma:interpretation>
                <emma:interpretation id="interp8" emma:lang="en-US" emma:confidence="0">
                  <emma:literal>den:</emma:literal>
                </emma:interpretation>
                <emma:interpretation id="interp9" emma:lang="en-US" emma:confidence="0">
                  <emma:literal>Gen.</emma:literal>
                </emma:interpretation>
              </emma:one-of>
            </emma:emma>
          </inkml:annotationXML>
          <inkml:trace contextRef="#ctx0" brushRef="#br0" timeOffset="3224">-1989-1112 135,'0'0'3,"0"0"17,0 0 19,0 0 691,0 0-404,0 0-173,0 0-65,0 0 74,0 0 30,0 0-23,0 0-56,0 0-83,0 0-11,-34-14 1,28 14-20,-4 1 1,-2 3 18,-4 2 7,1 1-13,-1 0-13,-2 2 2,-1 2-2,-2 0 13,-1 2 23,3 1-18,-2 2-18,-1 2 0,0 1 1,0 1-1,1 2 12,5 1-11,-2 1 17,5-2-6,1 2-12,-1-1 0,4 1 28,3 0-27,0-2 0,3 0-1,3 0-9,0-2-4,0-1 0,0-2-7,3 1-28,6-2 47,3-2-51,1 0 49,2-2-17,1-2-35,-1-1 29,4 0 26,0-2 1,-1-2 16,4-2-17,-4-1-43,1-2 12,0 0 30,-1 0-37,1-3-17,-4-5-13,1 0 22,-4-2 11,1 0-47,-1-1 76,-6-2 6,0 1 0,1 1-23,-7-1-3,0 1 26,0 1 20,0 2 12,0 1-31,0 2 129,-7 4-7,4-2 14,0 3-11,0 0-35,3 0-36,0 0-26,0 0-7,0 0-9,0 3-13,0 0-13,0 2 13,0 1 10,0 4 29,0 2-7,-3 1-6,3 3-7,0 0-19,0-1 2,0 1-2,0 2 3,0-1-3,0 1 2,0 2 7,3-1-9,-3-1 0,3 2-2,0-2 2,-3 1 1,3-2-1,4 0-3,-7-2-45,3-1-10,0-3-23,0-2-36,3 0-25,-3-2-14,0-2 23,0-3-26,1 1-62,-1-3-40,0 0-51,-3 0 93,0-6 125,0-3-278,0-3 176,0-5 156,0-1 40</inkml:trace>
          <inkml:trace contextRef="#ctx0" brushRef="#br0" timeOffset="4004">-2138-691 27,'0'0'163,"0"0"-58,0 0 716,0 0-401,0 0-186,0 0-29,0 0-14,0 0-16,0 0-33,0 0-71,16-3-51,-13 3-1,3-2 7,0 1-26,7-2-23,5-1-19,1 0 26,2 1 3,4-2-22,3 0-40,0 1-38,0-1-26,0 1 9,0 0-16,3-2 23,-6 0-63,-4-1-25,1 0-46,-3 0 123,-7 0-58,0 1 9,-2 0 10,-4 0 115,0 2-50,-6-1 108,0 3 123,0-1 53,0 2-39,0 0 19,0 1 27,-3 0-20,-3 0-10,3 0-7,0 0-48,-4 0-36,4 0-30,0 1 4,-3 2 16,0 0-26,-3 2 36,-1 0-11,4 1-12,-3 0 20,-1 0-30,1 2-3,3 1-3,-3-1 33,2 1-56,1-1 0,3 1-2,-3 0 2,3-1-1,0 0-12,3-1 9,0-2-9,0 2 12,0-2-34,3 1 31,3-1 1,0-1-10,7 1-13,-1-2-9,4 0 35,2-2 32,1 1-1,-1-2-31,1 0-26,-4 0-48,7-5 19,0-1-33,-7 0 36,4-2 19,-7 0-9,1 0 19,-4 0 14,-3 0 9,-3 2 22,-3-2 11,0 1-32,0 1 80,-3 1-9,-3-1-46,-3 3 94,-1-1-29,1 4-13,-3 0-78,-1 0-4,-2 0 4,-1 0 4,1 0 21,-1 3 17,-2 2-29,-1 4 30,1 1-8,2 0-32,-3 2 46,7 0-18,0-2-31,-4 2-2,7 0 1,3 0-11,-1 1-3,4 0 15,0-2 0,3 1-41,0 0 18,0-2 17,10 1-75,-1-1 65,3 1-39,1-2 51,8 0-73,1-3 12,0 0 42,-1-1 4,4-2-92,3-2-51,0-1-89,0 0-110,3-1-37,-3-7-62,-3-1 219,0-3 239,-1-1 2</inkml:trace>
          <inkml:trace contextRef="#ctx0" brushRef="#br0" timeOffset="4639">-1456-836 155,'0'0'46,"0"0"-46,0 0 649,0 0-248,0 0-151,0 0-87,0 0-69,0 0-13,0 0 43,0 0 15,-31 38-54,31-29-14,-6 1 13,3-1-45,3 2-23,-6 0 10,6 1 10,0 1-17,-3 0-2,3 1-15,-3 0 6,0-1 8,3 2-10,0 0-6,0-1-9,0 0 8,0-1-35,0 1 20,0-2 13,3 0-7,0 0-38,0-3 12,-3 0-6,0-1-10,3-3 7,0 0 12,-3-2-25,0-2-23,0-1 35,0 0 46,0 0 29,0 0 16,0 0 36,0-2 23,3-4-30,-3-2-72,0-2 27,0-1-27,0-2-2,0-1 22,0-1-57,3-1 28,0-2-45,-3-2 7,10 1 0,-7 0-33,3-1 49,3 0-30,4 2 56,-1 2 3,4 2 53,-4 3-51,0 4 57,1 1-58,-1-1 37,-3 4 7,4-1-10,-7 3 11,0-1-45,4 2 28,-7 0-29,3 0-10,0 0 10,3 0 15,1 3-15,-4 2 0,3 1 10,0 2-8,-2 0 27,-1 3-16,0 1 6,0 0-19,4 2 0,-7-1 8,3 1-8,-6-1-1,6 1 0,0-1-10,-3-1 9,4 0-38,-4-1-5,0-1-46,-3-1 49,3-1-136,0-2 71,0-3-137,-3 0-42,3-2-33,-3-1 3,0 0-232,3-2 401,0-7 84</inkml:trace>
          <inkml:trace contextRef="#ctx0" brushRef="#br0" timeOffset="5151">-969-546 223,'0'0'460,"0"0"339,0 0-503,0 0-118,0 0 72,0 0-7,0 0-33,0 0-40,0 0-57,0 0-33,0 0-19,3 15-42,0-15-19,0-3-54,1-1-65,-1 0-35,-3 0-40,0-2-106,0 0-415,0-3-711,-16 30 1286</inkml:trace>
          <inkml:trace contextRef="#ctx0" brushRef="#br0" timeOffset="4906">-956-966 54,'0'0'183,"0"0"254,0 0 280,0 0-399,0 0-90,0 0 12,0 0-43,0 0-41,0 0-50,0 0-93,15 11-13,-12-11-36,-3 0 1,3 0-23,0 0-75,0 0-67,-3 0-8,4 1-149,-4 1-125,0 0-271,0 0 459,0 1 201,-31-24 93</inkml:trace>
        </inkml:traceGroup>
      </inkml:traceGroup>
    </inkml:traceGroup>
  </inkml:traceGroup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0:34.714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CAD96998-2A99-45E3-AC8F-CC4073F63072}" emma:medium="tactile" emma:mode="ink">
          <msink:context xmlns:msink="http://schemas.microsoft.com/ink/2010/main" type="writingRegion" rotatedBoundingBox="4265,6373 6891,6258 6933,7210 4307,7325"/>
        </emma:interpretation>
      </emma:emma>
    </inkml:annotationXML>
    <inkml:traceGroup>
      <inkml:annotationXML>
        <emma:emma xmlns:emma="http://www.w3.org/2003/04/emma" version="1.0">
          <emma:interpretation id="{8020BECC-51B5-4002-A865-BC91EEF20A09}" emma:medium="tactile" emma:mode="ink">
            <msink:context xmlns:msink="http://schemas.microsoft.com/ink/2010/main" type="paragraph" rotatedBoundingBox="4265,6373 6891,6258 6933,7210 4307,73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61B30CD-FA81-44DD-BA56-05B21DBDDABF}" emma:medium="tactile" emma:mode="ink">
              <msink:context xmlns:msink="http://schemas.microsoft.com/ink/2010/main" type="line" rotatedBoundingBox="4265,6373 6891,6258 6933,7210 4307,7325"/>
            </emma:interpretation>
          </emma:emma>
        </inkml:annotationXML>
        <inkml:traceGroup>
          <inkml:annotationXML>
            <emma:emma xmlns:emma="http://www.w3.org/2003/04/emma" version="1.0">
              <emma:interpretation id="{FDA6AE35-3D30-4F9D-9AB6-60C4B4193828}" emma:medium="tactile" emma:mode="ink">
                <msink:context xmlns:msink="http://schemas.microsoft.com/ink/2010/main" type="inkWord" rotatedBoundingBox="4265,6373 6891,6258 6933,7210 4307,7325"/>
              </emma:interpretation>
              <emma:one-of disjunction-type="recognition" id="oneOf0">
                <emma:interpretation id="interp0" emma:lang="en-US" emma:confidence="1">
                  <emma:literal>Hybrid:</emma:literal>
                </emma:interpretation>
                <emma:interpretation id="interp1" emma:lang="en-US" emma:confidence="0">
                  <emma:literal>Hybrid. o</emma:literal>
                </emma:interpretation>
                <emma:interpretation id="interp2" emma:lang="en-US" emma:confidence="0">
                  <emma:literal>Hybrid. 8</emma:literal>
                </emma:interpretation>
                <emma:interpretation id="interp3" emma:lang="en-US" emma:confidence="0">
                  <emma:literal>Hybrid. Z</emma:literal>
                </emma:interpretation>
                <emma:interpretation id="interp4" emma:lang="en-US" emma:confidence="0">
                  <emma:literal>Hybrid. 0</emma:literal>
                </emma:interpretation>
              </emma:one-of>
            </emma:emma>
          </inkml:annotationXML>
          <inkml:trace contextRef="#ctx0" brushRef="#br0">-3347-6599 70,'0'0'3,"0"0"59,0 0-23,0 0 222,0 0 293,0 0-176,0 0-176,0 0-66,0 0 1,0 0 28,0 0-25,0 0-30,0 0-16,12-9-7,-12 9-3,0 0-7,0 0-2,0 0-4,0 0-1,0 0-2,0 0-1,0 0 1,0 0-4,0 0 0,0 0-7,0 0-9,0 0 0,0 0-3,0 0-10,0 0-7,0 0-9,0 0-6,0 0-11,0 0 0,0 1 1,0 0-2,0 0-1,0 1-1,0-1-28,0 1-12,0-1-17,0 0-12,0 3-3,0-2-7,0 5 3,0 0 51,0 5 11,0 0 15,0 3 2,3 0-1,1 2 2,-1 0-3,0 1-12,0-1 9,-3 3 6,6-1-6,-3 0 20,-3 3-8,3-2 14,0 1-23,-3 0 0,0 0 15,3-1-15,1-3-24,-1 0 22,-3-2-12,3-1 14,0-1 29,0-1-29,-3-2-16,0 0 16,0-2 26,3-1-25,0 0-1,-3-3-7,0 1-57,0-2-7,0-2 4,0 3-7,0-3 29,0 1-36,0-2-16,0 1-32,0-1-20,0 0-13,0 0-29,0 0-27,0 0-10,0-1-71,-6-5-92,0-1-255,-4 0 558,32 24 63</inkml:trace>
          <inkml:trace contextRef="#ctx0" brushRef="#br0" timeOffset="340">-3338-6286 86,'0'0'91,"0"0"-61,0 0 12,0 0 206,0 0 312,0 0-266,0 0-158,0 0-28,0 0-30,0 0 26,0 0 19,3 6-39,0-6-22,4 0 6,-1 0-3,6 0-13,1 0-7,5 0 26,1 0-28,3 0 5,-1 0-25,4-3 8,0 0-30,0-2 11,-1 1-12,1-1 0,-6 0-1,3 1-3,-7 1-21,-3 2-27,-2-3-35,-4 2-30,3 1 4,-6-1-11,0 0-9,-3-1-16,7 1-46,-4-1-63,-3-2-123,0 1-43,0-3 92,0-2 224,0 1 106</inkml:trace>
          <inkml:trace contextRef="#ctx0" brushRef="#br0" timeOffset="749">-3006-6529 64,'0'0'16,"0"0"92,0 0 336,0 0 178,0 0-336,0 0-48,0 0-34,0 0 20,0 0-59,0 0 26,-22-76-17,19 74-26,3 0-10,0 0-39,0 1 4,0 0 2,0 1-13,0 0-16,0 0-18,-3 0-11,3 0-22,0 0-14,0 0-11,0 0-29,0 1-9,0 0-12,0 1-23,0 1-20,0 2 7,0 0 29,0 6 44,0 1 13,3 3 39,0 1-3,0 2-34,0 3 33,1-1-34,-1 0 1,6 1 15,-9 0-16,9 1-1,-9 1 2,6-1 7,-6-1-9,7 0-35,-4-1-23,-3-3-25,6-1 19,-3-2-29,-3-1 7,3-2-11,-3-2-35,6-2-39,-6-2-26,3 0 9,1-2-59,-4-1-94,3-2 113,0 0-133,-3 0-66,3-4 65,-3-6 192,3 0 167</inkml:trace>
          <inkml:trace contextRef="#ctx0" brushRef="#br0" timeOffset="1093">-2941-6324 66,'0'0'118,"0"0"-50,0 0 509,0 0 45,0 0-209,0 0-185,0 0-99,0 0-16,0 0 7,0 0-36,0 1-46,0 1-38,0-1-36,0 0-9,3 4 16,0-2 26,4 1 2,-1 2 1,3 1 0,0 0 29,7 0 10,-1 1-38,1 0 37,2-1-12,1 1-13,0-1-11,-1-2 14,4 1-13,-7-1-1,4-1-2,-3-1-23,-1-1-41,-3 1-24,4-2-86,-7 0 38,1 0-46,2-1 62,-3 0-43,-3 0-94,4 0-91,-4 0-40,0-5-95,-6-1 324,0-2 113</inkml:trace>
          <inkml:trace contextRef="#ctx0" brushRef="#br0" timeOffset="1422">-2566-6323 40,'0'0'36,"0"0"88,0 0 411,0 0 185,0 0-268,0 0-167,0 0-97,0 0-36,0 0-7,0 0-10,0 0-42,0 0-28,0 4-21,0-2-21,0 2-20,0 1 23,-9 2 3,3 2-26,0 1 0,-4 2-2,4 0 2,-3 2-1,-1 1 12,1 3-14,0 0 0,0 2 15,-1 1 0,1 0-15,-3 1 0,-1 0 1,4 0 2,0 1 1,-1-1-4,1 0-42,0-1-28,-1-1 2,4-1-57,0-1 22,6-2-23,-3-4-3,0 0-23,3-2 10,0-3-89,0 1-19,0-3-94,0-2 21,0-1-172,6-2 58,-6 0 368,0-2 16</inkml:trace>
          <inkml:trace contextRef="#ctx0" brushRef="#br0" timeOffset="2327">-2377-6536 421,'0'0'472,"0"0"186,0 0-489,0 0 75,0 0-20,0 0 28,0 0-26,0 0-58,0 0-37,0 0-34,0 0 24,0 0-22,-37-53 0,37 50 6,0 2 6,0-3 9,-3 2-63,0-1-1,3-1 20,0 1-13,-3 0-1,3 0-20,0 0 5,0 2 9,0 1-3,0 0-12,0 0-13,0 0-10,0 0-5,0 0-10,0 0-3,0 0-2,0 0-20,0 0-6,0 0-9,0 0-7,0 0-9,0 0-19,0 0-20,0 2-11,0 4-8,0 4 48,3 3 39,3 5 24,0 5 1,1 2 28,-1 0-29,0 4-1,3 0-3,-2 0-8,-1 1 5,0 2-27,0-3-27,0 0 49,-3-1-29,1-3-29,-1-1 28,0-2 11,0-3-39,-3-2 38,3-1-16,-3-4 10,3 0-30,-3-4 30,3-2 12,-3-1-31,0-3-30,3-2 13,-3 1 23,0-1 22,0 0 26,0 0 3,0 0 19,0 0 23,0 0 28,0-1 14,0-3-20,0-3-64,0-1-55,0-2 36,0-3-26,-3 0 16,0-2 29,0 2-57,0-2 29,3 3 27,0-2 2,0 2 34,0 1-21,0-1-12,0 2-4,9 1-12,0 0-4,4 0 17,-1 0-17,7 3-2,-1 0-22,7 1 23,-3 2-3,3 2-7,-4 0 6,4 1 22,-3 0-22,-3 0-6,-1 5 10,-2 2-20,-4 1 17,0 1-24,-5 0 27,-1 2-20,-3 2 30,-3-1 9,0 2 2,0 0-1,-6 1 11,-13 0 7,4-1-19,-7 0 1,0-2 21,-6 1-22,0-2 2,1-1 24,-4-2-23,3-2-2,3 0 12,0-4-13,3 2-1,7-3 1,2-1 3,7 0-3,0 0-39,0 0-12,3 0-37,0-4 1,3 1-88,0-3-101,0-1-183,6-3-143,3-1 54,7-2 424,-7 3 51</inkml:trace>
          <inkml:trace contextRef="#ctx0" brushRef="#br0" timeOffset="2994">-2045-6388 54,'0'0'186,"0"0"202,0 0 231,0 0-215,0 0-125,0 0-90,0 0-47,0 0-3,0 0-16,0 0-39,0 0-16,0 0-36,62 0-19,-46 1 13,-1 1-14,7 2-9,-3 0 22,-1 1 8,1 1-33,-4 2 0,-2 1-11,-1 0-2,-3 0-13,1 2-3,-4 0 28,-3 2-44,0 0-65,-3 1 85,0-1-37,0 2 36,-3-2-29,-6 0 30,-1-1 8,4-1-2,-3-2-7,0-2 26,-1-3 0,7-1 3,0-1 33,0-2 6,0 0 3,3 0 13,0 0 10,0 0 6,0 0-28,-3-2-46,3-5-62,0-2 59,0-2 3,0-1 0,9 0-74,-3-1 32,7-2 29,2-1-26,1 0 39,-1 1 14,4-1-14,-4 1-35,1 2-27,2 2 61,-2 0-22,2 2 23,-5 3 30,-1-1 5,1 2 1,-1 2 2,-3 0 8,-2 2 5,-1-1-15,-3 1 3,0 1-4,-3 0-19,6 0-16,-6 0 0,3 0 0,3 4 16,1 1-15,-1 2 19,0 1-18,3 1-1,-2 2 1,-1 0 30,0 1-32,0 0-1,0 3 1,1-1-1,2 1-18,-6 0 15,3-2-41,-3-1-9,0 0 28,-3-2-65,0 0 20,0-1-32,0-1-7,0-1-23,0-4-32,0-1-98,0-2-99,0 0 73,0 0-109,-3-1-65,-3-7 306,3 0 125</inkml:trace>
          <inkml:trace contextRef="#ctx0" brushRef="#br0" timeOffset="3254">-1663-6571 28,'0'0'692,"0"0"341,0 0-780,0 0 6,0 0-13,0 0-75,0 0-52,0 0-28,0 0-82,0 0-9,-13-7-61,16 7-32,0 0-17,4 0 4,2 0-30,3 0-23,1 4-68,2 1-81,1 3-89,-1 1-7,-2-1-43,2 3 66,4 0 309,-146-60 72</inkml:trace>
          <inkml:trace contextRef="#ctx0" brushRef="#br0" timeOffset="4131">-1130-6326 95,'0'0'104,"0"0"-68,0 0 629,0 0-121,0 0-287,0 0-82,0 0-58,0 0 23,0 0 18,0 0 14,0 0-46,-44-40-7,38 35-13,0 0-9,0 0-7,0 1-7,3 0-19,-4 1-26,-2 1-9,3-2-10,0 3-3,-1-1-16,1 2-2,-3 0 0,-7 0-49,7 0 3,-6 2 6,-1 4 10,4 1 30,-4 2-14,7 1-10,-7 0 24,7 1-14,-3 1 0,2 1 0,1 0 15,3 0-12,0-1 13,0-1 0,2 1-25,1-3 21,3 1-9,0-1 11,0-1 2,0-1-25,0 0-69,7-1 46,-4 1 16,6-3-65,0 0 78,4-1 19,-1-1 0,4-2 0,-1 0 3,7 0-3,-4-3-29,7-4-13,-6-2-19,6 0-39,-1-3-36,-2-2 3,3 1 9,-7-3 40,1 0-43,0-2 10,-7 0 17,1-3 28,-4 1-26,-3-1-45,-6 1-33,0-1 33,0-1-7,0-1 150,0 0-2,-6 0 25,-7-1-14,-2 1 66,3 1 179,-1-1-156,-2 2 120,-4 0 7,7-2-30,-4 3-23,4 1-20,-1 0 4,1 1 44,-1 1-87,1 0 35,3 1-26,-1 3-10,1 0-3,3 3-22,-3 0-1,-1 3 12,10 2-5,-3 1 33,0 1-31,0 2-54,3 1 6,0 0 0,0 0-15,0 0-21,0 0-11,0 0-25,0 0-25,0 0-23,0 0-24,0 6-17,0 1 9,0 6 105,3 5 19,0 2-6,0 3 12,7 3-25,-4 1 3,3 2 7,0 2-10,1 1 0,2 1 3,1 2-3,2 0 0,-6 1 0,4-1 0,-1-1 0,-3 0-29,1-1-50,-4-1 34,3-2-31,-6-2-7,0 0 22,1-1-28,-1-3 15,0-1-22,-3-2 12,3-3-67,-3-2-1,0-2-7,0-2 33,0-4-29,0 0 5,3-2-61,0-2-23,0-2 19,3-1-32,-2-1-73,2 0-26,3-6 95,3-3 196,1-3 18</inkml:trace>
          <inkml:trace contextRef="#ctx0" brushRef="#br0" timeOffset="4757">-786-6189 90,'0'0'69,"0"0"6,0 0 225,0 0 189,0 0-196,0 0 48,0 0-64,0 0-86,0 0 3,0 0 13,0 0-32,0 0-18,9 20-22,-9-20-26,0-1-61,0-4-26,3 2-22,-3-2 0,0 1-22,0-1-148,0 1-13,0-1-65,0 0-147,-3-1-232,-3-2-642,3 0 1011,12 67 258</inkml:trace>
          <inkml:trace contextRef="#ctx0" brushRef="#br0" timeOffset="4516">-736-6542 299,'0'0'388,"0"0"349,0 0-343,0 0-154,0 0 16,0 0-10,0 0-40,0 0-39,0 0-48,0 0-36,-10-11-9,10 9-17,0 0-15,0 1-41,0-2 1,0 1 0,0 1-2,3 0-25,-3 1-22,4 0-33,-1 0-55,0 0-70,-3 0-95,6 0-53,-3 4-17,0 5-40,0 3-36,-3 0-49,0 3 116,0-1 318,-28-79 54</inkml:trace>
        </inkml:traceGroup>
      </inkml:traceGroup>
    </inkml:traceGroup>
  </inkml:traceGroup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5:40.111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0B857361-6F9B-4554-B883-FD41C66D1693}" emma:medium="tactile" emma:mode="ink">
          <msink:context xmlns:msink="http://schemas.microsoft.com/ink/2010/main" type="writingRegion" rotatedBoundingBox="7701,7839 16876,7684 16895,8821 7721,8976"/>
        </emma:interpretation>
      </emma:emma>
    </inkml:annotationXML>
    <inkml:traceGroup>
      <inkml:annotationXML>
        <emma:emma xmlns:emma="http://www.w3.org/2003/04/emma" version="1.0">
          <emma:interpretation id="{8C950009-F599-49BB-890B-C4A17D440C2F}" emma:medium="tactile" emma:mode="ink">
            <msink:context xmlns:msink="http://schemas.microsoft.com/ink/2010/main" type="paragraph" rotatedBoundingBox="7701,7839 16876,7684 16895,8821 7721,897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1EA1C03-96AF-4E1B-AD3E-05FFEAD5125A}" emma:medium="tactile" emma:mode="ink">
              <msink:context xmlns:msink="http://schemas.microsoft.com/ink/2010/main" type="line" rotatedBoundingBox="7701,7839 16876,7684 16895,8821 7721,8976"/>
            </emma:interpretation>
          </emma:emma>
        </inkml:annotationXML>
        <inkml:traceGroup>
          <inkml:annotationXML>
            <emma:emma xmlns:emma="http://www.w3.org/2003/04/emma" version="1.0">
              <emma:interpretation id="{D5173D9A-39E3-4DB3-851A-EF852DC23A2A}" emma:medium="tactile" emma:mode="ink">
                <msink:context xmlns:msink="http://schemas.microsoft.com/ink/2010/main" type="inkWord" rotatedBoundingBox="16445,7692 16876,7684 16891,8539 16460,8547"/>
              </emma:interpretation>
              <emma:one-of disjunction-type="recognition" id="oneOf0">
                <emma:interpretation id="interp0" emma:lang="en-US" emma:confidence="0">
                  <emma:literal>1,</emma:literal>
                </emma:interpretation>
                <emma:interpretation id="interp1" emma:lang="en-US" emma:confidence="0">
                  <emma:literal>I,</emma:literal>
                </emma:interpretation>
                <emma:interpretation id="interp2" emma:lang="en-US" emma:confidence="0">
                  <emma:literal>t,</emma:literal>
                </emma:interpretation>
                <emma:interpretation id="interp3" emma:lang="en-US" emma:confidence="0">
                  <emma:literal>I.</emma:literal>
                </emma:interpretation>
                <emma:interpretation id="interp4" emma:lang="en-US" emma:confidence="0">
                  <emma:literal>k,</emma:literal>
                </emma:interpretation>
              </emma:one-of>
            </emma:emma>
          </inkml:annotationXML>
          <inkml:trace contextRef="#ctx0" brushRef="#br0">9009-5447 3,'0'0'43,"0"0"-21,0 0-5,0 0-4,0 0-11,0 0 11,0 0 10,0 0-7,0 0 0,0 0-12,0 0 9,0 0 13,0 0-7,0 0 1,0-3 9,0 3 95,0 0 105,0 0-66,0 0-40,0-1-12,0 1 0,0-1 13,0 0-1,0 0-12,0 1-20,0 0-3,0 0-7,0 0 0,0 0-3,0 0-6,0 0-7,0 0-7,0 0-6,0 0 6,0 0 1,0-1-4,0 1 0,0 0 0,0 0-7,0 0 4,0-1-4,0 1 1,0 0-1,0 0 0,0 0-3,0-1-3,0 1-3,0 0-7,0 0-3,0 0-7,0 0-6,0 0 0,0 0-3,0 0-13,0 0-1,0 0-21,0 0-11,0 0-5,0 0-13,0 0-11,0 0-8,0 0-11,0 3-22,0 0 6,0 2 16,0 2 78,0 2 3,0 2 68,-3 2-23,3 1-23,-3 3 59,3 0-23,-3-1-42,3 2 20,0 0-17,-3 0-3,0-1-16,3-1-17,0 0 17,0-3 0,0 1 2,-3-1 15,3 1-17,-4 0-32,4 0 32,0 0 0,0 1 0,0-1 0,0 1 0,0-1-1,0 2 2,0-1 25,0 1-23,0-1 7,0 0-7,0 2-3,0-3 17,0 2-15,0-1 0,0 0-2,0 0 0,0-2 0,0 2-11,0-2 10,4 1 2,-4 0 1,0-1-2,3 0 0,-3-2-1,0 2 1,0-2 0,0 0-1,3-1 1,0 0 0,-3 0-1,0-3 1,3 1-1,-3-1-3,3-1-8,-3-1-5,0 0-18,0-2 22,3 0-29,-3 0-13,0-2-13,0 1 30,3-1-14,0 0 16,-3-1-9,3 1-23,-3-1-10,0 0 7,0 0 22,0 0 20,4 0 6,-4 0-25,3 0-69,-3 0-52,0-1-36,0-3-85,0-3-287,0-1 49,0 0 465,-7 36 63</inkml:trace>
          <inkml:trace contextRef="#ctx0" brushRef="#br0" timeOffset="430">8832-4784 307,'0'0'3,"0"0"-3,0 0 606,0 0-55,0 0-216,0 0-105,0 0-65,0 0-32,0 0 0,0 0-14,0 0-38,0 0-36,0 0-22,3 0-1,-3 0-3,4 0-2,-4 0-1,0 0-16,0 1 0,3 0-16,-3 2-17,6 1-5,-3 0 38,3 2 22,0 1 23,1-1-32,2 4-13,0-1 1,1 0 19,-1 1-20,0-1 0,4-1 0,-4 0-17,3 0 15,-2-1-59,-1-1 13,0 1-68,0-2-23,-2 0 0,-1-1-46,3 0-75,-3 0-97,-3-1-14,4-3-190,-7 0 36</inkml:trace>
          <inkml:trace contextRef="#ctx0" brushRef="#br0" timeOffset="891">9254-4798 46,'0'0'78,"0"0"13,0 0-26,0 0-32,0 0 766,0 0-373,0 0-224,0 0-105,0 0-16,0 0 27,0 0 34,0 0-15,9 10-37,-9-9-22,0 0-7,-3 1-6,0 0-9,0 1-17,0-1-27,0 2-1,0 1-1,0 2 32,0 1-32,-7 0 2,4 1 50,0 1-51,-3 0 47,-4 1-9,4-1-14,0 1-5,-4-3-1,1 1-6,-1 0 0,1-1-13,3-1 19,-7 0-19,7-1-13,-7 0-45,10-3 4,3 2-59,-3-3-48,6 1-50,0 0-48,0 0-33,0-1-242,9-2-130,-3 0 93</inkml:trace>
        </inkml:traceGroup>
      </inkml:traceGroup>
    </inkml:traceGroup>
  </inkml:traceGroup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5:13.250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  <inkml:brush xml:id="br1">
      <inkml:brushProperty name="width" value="0.13333" units="cm"/>
      <inkml:brushProperty name="height" value="0.13333" units="cm"/>
      <inkml:brushProperty name="color" value="#ED1C24"/>
      <inkml:brushProperty name="fitToCurve" value="1"/>
    </inkml:brush>
    <inkml:brush xml:id="br2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A133435-D252-46E1-9D1D-08AD3C15262A}" emma:medium="tactile" emma:mode="ink">
          <msink:context xmlns:msink="http://schemas.microsoft.com/ink/2010/main" type="writingRegion" rotatedBoundingBox="3863,13097 24958,12848 25018,17881 3922,18130"/>
        </emma:interpretation>
      </emma:emma>
    </inkml:annotationXML>
    <inkml:traceGroup>
      <inkml:annotationXML>
        <emma:emma xmlns:emma="http://www.w3.org/2003/04/emma" version="1.0">
          <emma:interpretation id="{1CE33198-7293-4F0F-8E75-BCEB6DC52D4E}" emma:medium="tactile" emma:mode="ink">
            <msink:context xmlns:msink="http://schemas.microsoft.com/ink/2010/main" type="paragraph" rotatedBoundingBox="3863,13097 24401,12854 24417,14259 3880,1450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782B52E-3AFF-40FE-AE12-88BAE306D509}" emma:medium="tactile" emma:mode="ink">
              <msink:context xmlns:msink="http://schemas.microsoft.com/ink/2010/main" type="line" rotatedBoundingBox="3863,13097 24401,12854 24417,14259 3880,14502"/>
            </emma:interpretation>
          </emma:emma>
        </inkml:annotationXML>
        <inkml:traceGroup>
          <inkml:annotationXML>
            <emma:emma xmlns:emma="http://www.w3.org/2003/04/emma" version="1.0">
              <emma:interpretation id="{02A18971-0A4F-4D67-B87E-B5EA0A20A8AD}" emma:medium="tactile" emma:mode="ink">
                <msink:context xmlns:msink="http://schemas.microsoft.com/ink/2010/main" type="inkWord" rotatedBoundingBox="3866,13366 6600,13334 6608,13962 3874,13994"/>
              </emma:interpretation>
              <emma:one-of disjunction-type="recognition" id="oneOf0">
                <emma:interpretation id="interp0" emma:lang="en-US" emma:confidence="0">
                  <emma:literal>Trait:</emma:literal>
                </emma:interpretation>
                <emma:interpretation id="interp1" emma:lang="en-US" emma:confidence="0">
                  <emma:literal>Trait</emma:literal>
                </emma:interpretation>
                <emma:interpretation id="interp2" emma:lang="en-US" emma:confidence="0">
                  <emma:literal>trait:</emma:literal>
                </emma:interpretation>
                <emma:interpretation id="interp3" emma:lang="en-US" emma:confidence="0">
                  <emma:literal>Trait!</emma:literal>
                </emma:interpretation>
                <emma:interpretation id="interp4" emma:lang="en-US" emma:confidence="0">
                  <emma:literal>Traits:</emma:literal>
                </emma:interpretation>
              </emma:one-of>
            </emma:emma>
          </inkml:annotationXML>
          <inkml:trace contextRef="#ctx0" brushRef="#br0">-2017 279 72,'0'0'1338,"0"0"-928,0 0-196,0 0 3,0 0 32,0 0-39,0 0-36,0 0-55,0 0-89,0 0-30,0 0-42,-6-21-29,6 21-25,0 0-78,0 0-71,0 0-112,6 0-36,7 1 3,-4 4-132,3-3-84,-6 1 469,-46 7 137</inkml:trace>
          <inkml:trace contextRef="#ctx0" brushRef="#br0" timeOffset="681">-1800 452 72,'0'0'221,"0"0"-9,0 0 538,0 0-405,0 0-150,0 0-16,0 0-20,0 0-20,0 0-42,0 0-68,0 0 0,28 3 13,-9-3-42,5-5 1,4 0-1,0-1 0,3 0-55,-3 1-35,3-1-72,-3 2-26,-3-1-66,0 1-116,-7-1-191,1 0-81,-4-1 494</inkml:trace>
          <inkml:trace contextRef="#ctx0" brushRef="#br0" timeOffset="423">-1778 266 12,'0'0'274,"0"0"6,0 0 453,0 0-407,0 0-105,0 0 26,0 0 21,0 0-67,0 0-14,0 0 3,0 0 2,9-69-23,-9 69-35,0 0-39,0 1-32,0 2-28,-3-1-35,3-1-14,0 1-28,0 3-8,0 0-4,0 3 54,0 5 0,3 1 1,0 2 24,3 3 3,1 1-27,-1 1-1,0 0 3,0 3-3,4-1 0,-4 1 35,3 1-34,0 0-2,-2 1-8,2 0-6,0 0 11,-3 0-43,4 0 31,-1-1-35,3-2-32,-2-1 39,-1-1-91,-3-3 46,3-1 25,1-4-16,-1-2-49,-3-4 65,4 0 2,-4-5 1,0-1 29,3-1-1,1 0 33,-1 0 0,3-3-53,4-4-15,-4-4-55,1-1-75,2-3-3,-2-1-105,-1-1-172,-3-3-167,1-1 175</inkml:trace>
          <inkml:trace contextRef="#ctx0" brushRef="#br0" timeOffset="968">-1090 344 180,'0'0'222,"0"0"938,0 0-825,0 0-111,0 0 41,0 0-68,0 0 26,0 0-37,0 0-35,0 0-43,6-24-6,-6 24-16,0-1-48,0 0-38,0 1-9,0-1-10,0 1-39,0-2-56,4 2-46,-1 0-68,3 0-29,0 3-8,3 4-40,1 4-58,-1 1-194,-3 1 3,-3 0 94,3 0 332,-68-82 128</inkml:trace>
          <inkml:trace contextRef="#ctx0" brushRef="#br0" timeOffset="1202">-1031 654 239,'0'0'157,"0"0"534,0 0-249,0 0-217,0 0-4,0 0-1,0 0-6,0 0 25,0 0-30,0 0-35,0 0-18,-3 20-22,3-20-9,0 0-30,0 0-22,0 0-36,0-2-37,3-2-51,0-1-66,0 2-90,-3-3-59,0 1-87,0 0-246,-6-4-810,-3 0 760,15 57 649</inkml:trace>
          <inkml:trace contextRef="#ctx0" brushRef="#br0" timeOffset="-2064">-3722 476 36,'0'0'39,"0"0"13,0 0-16,0 0 0,0 0-13,0 0 267,0 0-3,0 0-157,0 0-19,0 0 13,0 0 0,0 0-37,0 0-34,0 0 70,0 0 7,0 0-19,0 0-40,0 0 20,0 0 3,0 0-32,-19-34 13,19 32-8,-3-1-11,0 1-5,0-1-9,3 0-3,0 2 32,-3-2 0,3 1-9,-3 1 15,3 1-3,0 0-6,0 0-17,0 0-9,0 0-4,0 0-12,0 0-4,0 0-6,0 0-14,0 0 0,0 0-2,0 0-3,0 0 0,3 0 3,3 0 1,3 0 22,7 0-21,-1 0 41,1 0-42,9 0-1,-1 0 2,4-2 0,0-1-2,3-2-3,3 1-19,7-2 22,-4 2 1,3-1 12,-3-1 13,4 1-26,-7-1-13,0 1-13,-3 0-9,-6 0-3,-4 2-17,-5 1-3,-4 0-28,-2 2-5,-7 0-15,-3 0 3,0 0-13,0 0-30,0 0-36,0 0-22,-3 1-46,-4 2 38,4 1-123,-9 1 77,6 1 95,-4-2 30,-2 0-115,3-2 20,2-2 179,-2 0 39</inkml:trace>
          <inkml:trace contextRef="#ctx0" brushRef="#br0" timeOffset="-1649">-3431 448 16,'0'0'235,"0"0"-179,0 0-37,0 0 37,0 0 172,0 0-228,0 0 0,0 0 838,0 0-646,0 0-192,0 0-26,-28 41 26,28-40 88,0 0 26,0 2-62,0 0-33,0 2 20,0 1 16,3 2 17,0-1-4,4 1-7,-4 1-57,3 3 31,3-2 23,-3 2-6,1 2-32,-1 0-4,0 1-32,3-1 32,-2 2-8,2-1-8,-3 2 0,0-1 0,1 0 0,-4 0 4,0-1 7,0-1-11,0 0-68,0-2 65,0-1 0,0 0-58,-3-2-4,0-2-55,0-1 71,0-1-35,0-1-33,0-2 0,0-1-78,0-1-85,0 0-13,3 0 19,0 0 26,4-6 7,-4-5 69,3-2 172</inkml:trace>
          <inkml:trace contextRef="#ctx0" brushRef="#br0" timeOffset="-1146">-3204 598 114,'0'0'179,"0"0"-104,0 0 542,0 0-77,0 0-228,0 0-107,0 0-50,0 0-25,0 0-10,0 0-27,0 0-38,9-8-39,-6 8-14,0 0-2,3 3 0,0-1-2,4 2-30,-1 0 29,7 0 3,-4 2 11,3 1 27,-2 1-18,-1 2 2,1 0-9,-4 3-13,0-1-30,1 2 4,-4 0-29,0 1 0,0 1-22,-6-1 25,3 0-13,-3 0 1,0-1 5,0 0 24,0-2 35,0-3-1,0-2 1,0-3-2,0-3-2,0 1 4,0-2 62,0 0 29,0 0 9,0-2 10,0-4-45,0-2-65,0-5 0,0-1-22,0-2 22,3-2 0,4-1-13,-1 0-3,0 0 16,3 0-20,1 0 1,-1 2-33,0 1 33,4 3 17,-4 3-53,3 2 19,-2 2 36,2 1-1,-6 2-10,4 1-21,-4 0-20,-3 2 33,3 0-7,-3 0-59,6 0-51,-2 0-62,2 3-69,0 1-61,4 1-60,-1-3-140,-3-1 270,1-1 258</inkml:trace>
          <inkml:trace contextRef="#ctx0" brushRef="#br0" timeOffset="-235">-2389 644 36,'0'0'182,"0"0"-38,0 0 586,0 0-222,0 0-271,0 0-16,0 0-52,0 0 18,0 0 17,0 0-56,0 0-35,-6-79-14,3 72-12,-7 1-26,4-1-20,0 1-38,-3 2 32,3 0-22,-1 3-10,1 0-6,-3 1-22,3 0-7,-4 0-32,1 2-7,-3 5 13,-4 0 30,1 3-4,-4 2-4,3 2 7,-2 2 27,2-1-17,1 1 6,2 1 12,1-1 0,0-2-1,-1 2-16,7-2 6,-3-1 15,6 1-3,-4-2 0,7 0-22,0 1-32,0-3-8,0-1-18,0-1 2,7-3 49,2 0 29,0-2 0,7-1 42,-4-2 7,4 0-11,-1 0-12,4-6 6,2-3-32,-2-3-13,0-1-16,-1-2 28,1 1-5,-4-2-10,1-1 1,-4 1 15,-2-1 0,-1 2-18,0 0 17,-9 2 1,0 0 21,3 5-18,-3 2-3,0 0 16,0 4 16,0 1 33,0 1 32,0 0-23,0 0-44,0 0-30,0 0-55,0 0-19,0 0-3,0 2 2,3 3 27,-3 2 22,4 2 20,2 0 6,0 2 3,-3 1 13,6-1-16,1 0 36,-1-1-33,3 0-1,4-1 32,-4 2-33,7-3-2,-4-1-17,4 0 15,3-1-29,-4-3 15,4-1-15,-3-1-10,2-1 20,-2 0-27,-1-2 36,-2-5-10,-1-2-1,1-1 24,-4-2 2,4-2 20,-7-2-9,0-1-9,1-2-1,-7-1 10,3 1 9,-6 1-12,0-1-10,0 3-76,0 2 75,-3 3 2,-3 4 67,3 0 16,-4 4-59,7 0 17,0 3 36,0 0-7,0 0-65,0 0-6,0 0-74,0 3-16,0 3 26,0 3 64,0 0 58,0 4-25,0 0-31,4 0 14,2 0 10,-3 0-4,3 0-20,0 1-2,1-2-10,-1-1 10,0 3 26,3-4-10,-3 0-16,4 1-24,-1-2-57,-3-2 46,4 0-69,-1-2 27,0 0 2,0-2-44,1-2 2,-1-1-7,3 0-67,-2-3-151,2-8-150,-3-5-137</inkml:trace>
        </inkml:traceGroup>
      </inkml:traceGroup>
    </inkml:traceGroup>
    <inkml:traceGroup>
      <inkml:annotationXML>
        <emma:emma xmlns:emma="http://www.w3.org/2003/04/emma" version="1.0">
          <emma:interpretation id="{05911488-7263-46EF-AA27-12F807797FEB}" emma:medium="tactile" emma:mode="ink">
            <msink:context xmlns:msink="http://schemas.microsoft.com/ink/2010/main" type="paragraph" rotatedBoundingBox="18247,14465 24941,14133 25007,15458 18313,15790" alignmentLevel="3"/>
          </emma:interpretation>
        </emma:emma>
      </inkml:annotationXML>
      <inkml:traceGroup>
        <inkml:annotationXML>
          <emma:emma xmlns:emma="http://www.w3.org/2003/04/emma" version="1.0">
            <emma:interpretation id="{F8C8489D-C23E-4986-B703-6EFB00B579B4}" emma:medium="tactile" emma:mode="ink">
              <msink:context xmlns:msink="http://schemas.microsoft.com/ink/2010/main" type="line" rotatedBoundingBox="18247,14465 24941,14133 25007,15458 18313,15790"/>
            </emma:interpretation>
          </emma:emma>
        </inkml:annotationXML>
        <inkml:traceGroup>
          <inkml:annotationXML>
            <emma:emma xmlns:emma="http://www.w3.org/2003/04/emma" version="1.0">
              <emma:interpretation id="{DA6EBA20-7F54-417B-AEDC-382DBDE7E102}" emma:medium="tactile" emma:mode="ink">
                <msink:context xmlns:msink="http://schemas.microsoft.com/ink/2010/main" type="inkWord" rotatedBoundingBox="18247,14465 24941,14133 25007,15458 18313,15790"/>
              </emma:interpretation>
              <emma:one-of disjunction-type="recognition" id="oneOf1">
                <emma:interpretation id="interp5" emma:lang="en-US" emma:confidence="0">
                  <emma:literal>3-01:1Ranl'0f</emma:literal>
                </emma:interpretation>
                <emma:interpretation id="interp6" emma:lang="en-US" emma:confidence="0">
                  <emma:literal>3-01:1Ranl'0J</emma:literal>
                </emma:interpretation>
                <emma:interpretation id="interp7" emma:lang="en-US" emma:confidence="0">
                  <emma:literal>3-01:1Ranl^0f</emma:literal>
                </emma:interpretation>
                <emma:interpretation id="interp8" emma:lang="en-US" emma:confidence="0">
                  <emma:literal>3-01:1Ranl^0J</emma:literal>
                </emma:interpretation>
                <emma:interpretation id="interp9" emma:lang="en-US" emma:confidence="0">
                  <emma:literal>30Derato</emma:literal>
                </emma:interpretation>
              </emma:one-of>
            </emma:emma>
          </inkml:annotationXML>
          <inkml:trace contextRef="#ctx0" brushRef="#br0" timeOffset="173249">11195 1763 348,'0'0'88,"0"0"-72,0 0 561,0 0-339,0 0-49,0 0-30,0 0-9,0 0-20,0 0-4,0 0 23,0 0-87,-3-42 35,0 39-10,3-1-41,0 1 31,0 1 14,0 0-1,0-1-13,0 1-19,0-1-32,0 0 19,0 0 22,0 1-20,0-2-46,3 0-2,6-1-18,1 1 0,-1-2 6,10 1 3,-4 0-28,7 2 15,-4 0 4,1 0-7,-4 3 25,-2 0-1,2 0-27,-5 0-10,2 0-6,-6 4 26,4 1 6,-4 3-45,0 1 42,0 1-29,-3 1 26,-3 1-14,0 1-2,0 1 6,0 1-16,-9 0 45,3 1 1,-7 0 5,4-2-3,-3 0-5,2-2 4,-2-1 7,3 1-7,-1-2 9,4-2-11,0-2-2,0 0-2,6-1-8,0-1 10,-3-2-14,3 2 3,0-2-16,0-1 10,0 2 18,0 1-28,0-2-39,3 2 68,3-1 14,3 1-14,1 0 22,2-1 11,0 2-30,4-1 23,2 1-7,-2 1-19,3 1-3,-4 0-10,1 0 0,-4 0-13,3 1-3,-5 1-10,-4 0-13,3-1-16,-9 2-9,3 0 15,-3-1 4,0 3 58,0-1 0,-6 0 58,-3 0-16,-4 0-9,-5 0-14,5-2 46,-5-2-30,-1 1-2,1-2 28,-4 0-9,3-1-19,1-3 22,-4 1-17,3-2-5,4-1 18,-1 0-6,4 0 7,3 0-20,-1 0 7,4-1-7,-3-3 26,9 2-26,-6-1-32,6 0-1,0 1-1,-3-1-72,3 1-23,0-1-19,0 2-3,0 0-30,0 1-33,0-1-28,3 0-76,3-3-157,3 0 26,1-2-111,-1 0 295</inkml:trace>
          <inkml:trace contextRef="#ctx0" brushRef="#br0" timeOffset="174006">11896 1844 250,'0'0'88,"0"0"-55,0 0 16,0 0-20,0 0 802,0 0-379,0 0-250,0 0-99,0 0 1,0 0 26,0 9-1,0-8-45,0-1-29,0 1-13,0 0 0,0 0-13,0 0-6,0 1-4,0 1 7,0 0 9,0 1 4,0 0-13,-3 0-23,0-1-3,3 1 13,-3 0-12,3 0 0,0-1-1,0-1-16,0-1 0,0 0 3,0 0 11,0-1 1,0 0 1,0 0 0,0 0 16,0 0-3,0 0-13,0 0 1,0 0 15,0 0 3,0 0 10,0 0 3,0 0 7,0 0 2,0 0 4,0-1 3,0 0 0,0-1 0,0 0-11,0 0-37,0-1 0,0 1 0,0-1 0,0 1-19,0 1-9,0 0-14,0 1-9,0 0-10,0 0-16,0 0-36,0 0-44,0 0-56,0 0-62,0 0-112,0 0-156,0 0-154,0-1 195,0 4 445</inkml:trace>
          <inkml:trace contextRef="#ctx0" brushRef="#br0" timeOffset="174819">12274 1704 222,'0'0'140,"0"0"-94,0 0-4,0 0 747,0 0-415,0 0-263,0 0 19,0 0 58,0 0-3,0 0-24,-15-14-41,15 14-36,0 0-13,0 0 0,0 0-13,0 0-16,0 0-10,0 0-19,0 0-12,0 0-1,0 0-20,-3 1-12,-1 2-3,-2 3-1,-3-1 36,0 4-1,-1 1-14,1 1-10,-3 1 18,-1 0 7,4 3 0,-3 1 0,2-2-26,-2 2 25,6-2 0,-4 0-1,7 1-1,-3 0-36,3-1 39,-3 2 12,6-3-12,0 1-29,0-1-29,3-1 3,6-1-36,4 0-51,-1-3 116,3 1 4,1-2-27,3-2 0,-4-1 46,7-2-36,-1-2 26,-2 0-49,0 0-9,2-2 69,-5-4-112,2-2 92,-2-1-1,-1 0 23,-2-3 68,-1 2-32,-2-2-17,-1 0 33,-6 1 20,3 0 9,-3-2-26,-3 2-3,0-1 51,0-1-9,0 1 26,-3-2-46,-3 2-55,-3 0 10,-1-1 16,-2 1 33,0 0-33,2 3-13,-2 1-31,-1 1-1,4 2-3,-3 1-10,2 3 13,-2 0-48,3 1-10,3 0 6,-4 0 20,4 0-4,3 1-57,0 3-147,-3 1-64,6 2-54,0-2-55,0 1-108,0-2-1</inkml:trace>
          <inkml:trace contextRef="#ctx0" brushRef="#br0" timeOffset="175686">12656 1741 337,'0'0'13,"0"0"65,0 0 287,0 0 349,0 0-308,0 0-124,0 0-68,0 0-56,0 0-9,0 0-11,0 0-29,0 0-13,0 0-9,3 0 2,-3 0-15,0 0 8,3-2-24,-3-1-23,0-2-23,0 0-8,3 0 27,-3 1-18,0-3-12,3 0 1,0-1 9,0-1-8,-3 0 32,3 0-34,3-1 21,-2 1-22,-1-2-14,3 1 13,-3-1 0,3 2 1,-3 1 2,0 1-2,0 0-2,-3 2 2,4 1-2,-1 1-8,-3 3 10,0-1 0,0 1-1,0 0-24,0 0-10,0 0-12,0 0-4,0 0-10,0 0-6,0 3 4,0 4 40,0 2 10,3 2 1,-3 3 12,0-1 0,0 3-1,3 0-3,-3-1 3,3 3-10,-3-1 10,3 2-11,-3-1-4,3 1 3,0-1-22,0 2-7,0-4 7,1 2 12,2-1-28,-3 0-13,0-1 6,3 1 55,-3-1-71,0-2 32,0 1-13,1-2-29,-1-1 4,-3-1 34,0-2-18,3-2-11,-3-1 40,0-1-76,0-1 79,0 1 0,0-3-4,0 1 10,0-1-26,0 0 3,0-1 14,-3 0 15,3 0 20,-10 1 22,7-2-3,-3 3 17,-3-2-23,3 0-10,-1 0 7,-2 0 6,0 0-16,-1 0 1,1 0-1,0 1 85,3-2-46,-4 1-17,4-1 40,-3 0-30,9 1 14,-3-1 25,-3 0-16,6 0-13,0 1-3,0-1-10,0 0-4,0 0-23,0 0-2,0 0-4,0 0 1,0 0 3,0 0-13,6 0-13,-3 0-16,3 0 4,0 0 36,4 0 2,2 0 0,0-1-25,4-1-60,-1-2 14,1 1-49,-1-2-32,1 0-105,-4-1-143,1-2-138,-4-1-110,-167 52 528</inkml:trace>
          <inkml:trace contextRef="#ctx0" brushRef="#br0" timeOffset="176199">13580 1637 443,'0'0'128,"0"0"533,0 0-218,0 0-255,0 0 91,0 0-58,0 0 27,0 0-70,0 0-69,0 0-3,0-45-23,0 41 23,0 0-7,0 1-20,0-2 4,0 3-29,0-1-13,0-1-15,0 3-1,0-1-3,0 1-9,0 0-13,0 0-3,3 1-20,-3 0 4,0 0-12,0 0-45,0 0-48,0 0-36,0 0-38,0 0-56,0 2-118,0 3 16,0 4 93,3 2-78,-3 2 8,0-1-188,0 1 71,-3-78 339</inkml:trace>
          <inkml:trace contextRef="#ctx0" brushRef="#br0" timeOffset="176469">13648 1980 218,'0'0'111,"0"0"-23,0 0 13,0 0 1032,0 0-704,0 0-115,0 0-85,0 0-55,0 0 0,3 7-14,-3-7-55,0-3-44,0 0-13,0-1-13,0-1-7,3 0-28,-3 0-16,0-1-3,0 2-44,0-1-11,0 1-22,0 1-105,0 0-47,0-1-111,3-3-371,0-1-399,-12 71 656</inkml:trace>
          <inkml:trace contextRef="#ctx0" brushRef="#br0" timeOffset="177514">14637 1765 467,'0'0'26,"0"0"4,0 0 966,0 0-623,0 0-93,0 0-38,0 0-48,0 0-26,0 0-14,6 2-22,-3-2-40,-3 0-41,0-2-25,3-2 3,-3 0 3,0 0-32,3-1 32,-3 0 10,3-1-40,-3-1 9,0-1 8,4-1-13,-4 0-5,3-2-1,0 1 19,-3-2-19,3-1-27,0 0 26,0-2 0,0 1 1,0-1 0,0 0 0,0 1-16,1 2 15,-4 1-1,3 3-1,-3 3 3,0 1 0,0 3 1,0 0 3,0 1-2,0 0 0,0 0 0,0 0 1,0 0 0,0 0-1,0 0-2,3 0-15,-3 0-14,0 0-16,0 1-9,0 4 6,0 3 13,0 0 22,0 5 13,0 1 13,0 2-13,0 1-2,0 1 1,0 1 1,0 2 4,0-1-4,0 1-57,0 0 28,0 1-16,3 0 13,0 0-16,0-1 19,0-2 6,3-1-12,-3-1-10,4-1-3,-4 0-4,0-1 7,0 0 44,3-1-64,-3-1 14,-3-1 9,3 0 6,0-2-25,1-2-36,-4-1 39,0-1 19,0-2 16,0 0-55,0-1-22,0 0 87,0-1 11,0-1 2,0 0-4,0-1-6,0 0 10,0 0 22,0 0-6,0 0-13,0 0-2,0 0 21,-7 0 4,1 0-22,-3 0 18,-4 0-15,4 1-7,-6 1 0,-1 0-2,1 1-15,-1-2 17,1 3 0,-4-1 82,4 1-11,-1 0-3,1-1-33,5 0 11,-2 2-26,6-3-20,-1 1-2,1 1 2,3-3-1,3 1-12,0-1-6,0-1-1,0 1 20,6 0 2,4 1 1,5 0 133,7-1-74,3-1-11,3 0-48,3 0-3,-4 0-22,1 0-20,-3-4-7,3-1-9,-3 1-13,-3-2-65,-1 0-6,-2 0-69,-4-1-118,-5-1-97,-4 1-402</inkml:trace>
          <inkml:trace contextRef="#ctx0" brushRef="#br0" timeOffset="183245">15493 1656 124,'0'0'199,"0"0"-150,0 0-33,0 0 30,0 0 475,0 0-26,0 0-309,0 0-121,0 0 71,0 0-6,-7-46 71,7 42-45,0-1-49,0 3 28,0-2 13,0 3-32,0-1-42,0 1-3,0 1 9,0 0-6,0 0-7,0 0-22,0 0-10,0 0-25,0 0-10,0 0-25,0 0-14,0 3-18,0 2-33,0 1 10,4 5 77,-1 3 3,0 4 0,3 2 1,-3 2 0,3 0 12,-3 3-13,4 0-1,-1 1 1,-3-1-12,0 2 11,0-2 2,3-1 0,-6-1-1,3 0 2,-3-2 12,0-2-14,0-2-1,0-3-15,0-3-35,0-3 12,0-1-5,0-2 43,0-4-23,0 1-18,0-2 18,0 0 24,0 0 39,0 0 12,0 0 20,-3 0 19,-3-4 16,-3-4-60,3-3-46,-4-2 0,1-3 0,-3-2 19,5-1 6,1-3-24,3 0-2,0-4-14,3-1-71,0-2 41,0-4-3,0 0-7,0 1 1,0 0-1,6 1 22,0 0 31,4 2-22,-4 1 24,3 1 0,0 3 13,-2 1 6,2 3-9,-3 3-7,3 1 52,1 3-55,-1 1 6,0 5-6,1 0 0,-1 1-31,3 3-1,1 0-29,-1 2 48,4 1 10,-1 0-16,1 0-17,-1 7 4,-2-1-23,2 2 33,1 3 20,-1 0 0,-2 3-1,2 1-19,-6 2 19,-2 1-19,-1 0 2,-3 1 7,-3 1-41,0 0 21,-6 0 17,-4 0-75,-8-2 40,2-1 31,-2 0 20,-7-1-13,3-2 12,0-1 0,-2-3 1,2-1 17,3-4-17,1 0 33,2-2-20,1-1 13,5-1-10,1-1 16,0 1-9,6-1-7,0 0 7,-1 0 15,4 0 1,0 0-10,0 0-26,0 0 14,0 0 5,0 0 4,0 0 3,0 1-16,0 0 0,0 1-13,7 0-2,-4 2-1,3 0 1,6 3 2,-5 3 38,8 0-8,-3 3-28,4-1 6,-1 0-8,1 1-1,-1 0-1,1 3 2,3 0 17,-1-2-17,1 3-7,-1-1-6,-2 0 13,3 2 11,-4-4-11,4 2-12,-4-1-39,1-3-59,2-1-29,-2-2-45,-1 0-27,-2-1-85,-1-1-146,0-4-79,1-2-86</inkml:trace>
          <inkml:trace contextRef="#ctx0" brushRef="#br0" timeOffset="183867">16153 1944 123,'0'0'166,"0"0"-19,0 0 192,0 0 299,0 0-348,0 0-98,0 0 9,0 0-59,0 0-80,0 0 122,-34-91-90,25 78-59,-1 0-3,4 1-31,-3 0 56,0 2-12,2 2-16,4 3-16,-3 1 22,0 2-35,3 1-23,-7 0-44,1 1 3,-3 0 12,-1 2 13,-2 5 0,-1 3-9,4 1 48,-4 2-13,1 0 0,3 1 0,2 0 11,1 1 2,3-1-2,0 1-19,-1 0 19,7-3 4,0 0-4,0 0-9,0-1 10,10-2-21,-1 1-1,0-1 23,4-3 3,-1-1 30,0-1-14,1-2 33,2-1-52,1-1 32,-4 0-13,1 0 11,2-1-27,-2-4 13,2-1 3,-6-2 14,4-2-33,-1-1-17,-6 0 14,4 0 3,-1-1 0,-3 0 37,3 0-37,-2 1-3,-1 1 3,0 0 3,-3 2 13,0 1-15,-3 4 15,3-1-3,0 3 13,-3 1 6,0 0-32,0 0-22,4 0-19,-4 0-27,0 0-19,6 3 3,-3 3 51,0 2 33,3 0 30,0 1-14,4 2 7,-1-1-21,0 2 16,1 0 4,2-1-22,-3 0-55,4 0-38,2 0-21,1-1-28,-1-4-46,1 0-11,-1-3-103,-2-2-30,2-1-206,-6 0 127</inkml:trace>
          <inkml:trace contextRef="#ctx0" brushRef="#br0" timeOffset="184663">16438 1723 299,'0'0'1,"0"0"487,0 0 150,0 0-390,0 0-83,0 0 40,0 0-14,0 0-22,0 0-69,0 0-74,28 13 3,-3-13 6,0 0 1,9 0-33,-3 0-1,0 0-1,0-1-2,3-3-23,-3 1-27,-3-1 15,0 0-25,0 1 38,-6-2 10,-4 3 11,-2 0-8,-4-1 9,-3 2 1,-2 1 0,-4 0 0,0 0 13,-3 0 13,3 0-11,-3 0-15,0 4 0,0 1 3,0 2 23,0 2 23,0 0-20,3 1-13,-3 3-13,0 0 20,0 2-10,0 2-10,3-3-2,-3 2-1,3 0 1,-3-1-1,3-1 19,0 1-18,0-2-1,-3-1-53,0-1-67,0-3 1,4 0-72,-1-1 45,0-2-117,-3-2-186,0-3 15,0 0-188</inkml:trace>
          <inkml:trace contextRef="#ctx0" brushRef="#br0" timeOffset="184249">16485 1420 330,'0'0'359,"0"0"564,0 0-686,0 0-16,0 0 64,0 0-36,0 0-20,0 0-72,0 0-64,0 0-36,-28-45-25,28 45-32,0 0 0,0 0-35,0 3-22,0 2-17,0 4 74,-3 3 6,0 2-4,0 2 31,0 5-31,3 1 0,0 2 36,0 2-22,0 1 10,0 1-26,0 1-1,3 1 0,6 1 1,-3 0-13,0 0 13,1 0-1,2-1 1,0 0 0,-3-3-52,4-3-13,-1 0-21,-3-4-14,3-1-16,-2-3 7,2-1-11,0-4-9,1-2 38,-4-1-39,3-3-28,0-2 50,1-2-5,-1-1-109,3 0-103,-2-6-157,-1-6-115</inkml:trace>
          <inkml:trace contextRef="#ctx0" brushRef="#br0" timeOffset="184883">16860 1452 599,'0'0'300,"0"0"166,0 0-37,0 0-267,0 0-77,0 0-63,0 0-22,0 0-52,0 0-87,3-1-85,6 7 181,1 2-97,2 1-78,-3 2-101,4-1-95,-1 1-39</inkml:trace>
          <inkml:trace contextRef="#ctx0" brushRef="#br0" timeOffset="185362">17148 1698 159,'0'0'254,"0"0"440,0 0-59,0 0-291,0 0-98,0 0-61,0 0-47,0 0-38,0 0-32,0 0-68,-9-1 0,9 5-13,-6-1 11,0 4 2,0 1 0,-1 0-4,1 2-9,0 0 9,3 1-13,-3 2 17,2 1 29,1 0-29,0 2 7,0-1-7,3 0-2,0 0 0,0 0 2,0 0 4,0 1 12,6-2-16,1 0-45,2-2-33,3-1 40,-2 2-24,5-5 33,1 0-3,-1-3 19,4-2-35,-1-1 32,1-2-17,0 0-12,2-2-16,-2-4-53,-4-3 59,1-1 55,-4-3-26,-2-1 7,-1-1 19,-3-2 53,0-1-21,-6 0-9,0-1 3,0 1-23,-3-1 84,-6 0-83,-4 0 47,-5 3-51,-1 0-19,-2 3 16,-1 2 2,-3 3-80,-3 2 79,0 3-79,3 1 29,-6 2 16,3 0-178,4 5-258,-4 2-274,3-2 66</inkml:trace>
          <inkml:trace contextRef="#ctx0" brushRef="#br0" timeOffset="181471">10721 1510 98,'0'0'150,"0"0"-88,0 0-33,0 0-3,0 0 10,0 0 6,0 0 542,0 0-242,0 0-157,0 0-51,0 3-7,0-3 9,0 0-3,0 0-32,0 0-27,0 0-6,0 0 0,0 0-7,0 0-6,0 0-6,0 1-11,0-1-5,0 0-7,0 0-4,0 0 4,0 0 0,0 1-7,3-1-16,3 2-3,3-1 1,1 0 0,5 0 41,4-1-23,6 0-16,-1 0 22,7 0-24,3 0 3,4 0 12,-4 0-3,6-5-11,-3 2 0,7-3 11,2 2-13,-2-1 0,5 0 0,4-1 2,-3-1 1,2 0 20,1 1-20,3-1-3,-4 0 2,4 1 17,0 0-19,3-1-13,0 2 12,3-1 1,-3 0 12,3 1-12,0-2 3,-6 1-1,3 1-1,-10-1 2,1 2-1,-1-2 1,-2 2-2,-1-1 0,-2 0-1,-1 0 2,4 2-2,-4-3 13,7 3-11,-4-2-2,4 0 0,0-1 0,-1 0-1,-2 2 0,2-1-2,-5 1 3,5-1 1,-2 0-1,2-1 0,-2 1-3,3 1 3,-7-1-12,3 0 11,-5 1 1,-1-1 0,-3 1 1,0 0 0,-2-1 0,2 0-1,3 0 0,-6 1-1,7-1-1,-4 1 1,3-1-2,-6 0 3,0 1-3,0 0 2,-3 2 1,3-3 0,1 3 0,-4-1 1,3 0 8,0-1-9,-3 1-19,0 0 19,-6 1-1,-1 0-12,-5-2 11,0 2 1,-4-1-2,1-1 2,2 2-10,-2-1 10,2 0 1,-2 0 0,6 1 0,-4-2-2,1 2 0,2-1 1,-2-1 0,6 2-2,-3 0 0,2 0 3,1 0-22,0 1 21,0-1 0,-3 1-1,-4 0-1,-5 0 2,-1 0-1,-3 0 2,1 1 2,-4-2 14,3 2-16,0-1 0,-2 1 2,2 0-2,0-1 0,0 0-1,7 0-12,-1 0 11,4-1 0,0 0 0,5 1-2,1 1-12,0 0 16,0 0-3,-7 0-7,-5 0 9,-1 0 1,-2 0-10,-4 0 10,3 0 1,-6 0 12,3 0-12,-2 0-1,2 0 1,0 0 1,0 0 0,0 0-2,1 0 0,2 0 0,-3 0 1,3 0 0,1 0 0,2 0-1,0 0-1,-2 0-8,5 0 6,-5 0 3,-1 0-1,-3 0-1,0 0-10,-3 0 12,4 0 13,-4 0-11,-3 0 14,6 0-12,-6 0 12,0-1-3,0 1-10,0 0 19,0 0-9,3 0 3,0 0-13,-3 0 0,3 0-2,-3 0 1,0 0 11,0 0-12,0 0 2,0 0 16,0 0-16,0 0 1,0 0 8,0 0-12,0 0-1,0 0-1,0 0-1,0 0-10,0 0 0,0 0 11,0 0 0,0 0 1,0 0-2,0 0-10,0 0 10,0 0-1,0 0 1,0 0-10,0 0 10,0 0-13,0 2 16,3 3 10,3 2 48,-2 0-14,-1 3-5,6 1-26,-6 0-11,3 1 10,0 2-11,-2 0 17,2 2-18,0 1 0,0 1 0,0 0 0,-3-1 1,4 0 1,-7 0-2,3-2 0,0 1 0,-3 0 0,0 0-13,0 1 13,3-2 20,-3 1-20,0 1 0,0 0-13,0 1 13,0 2 0,0-1 11,0 0-9,-3 0-1,3 2-1,-3-1-4,0-1 2,0 1 1,-1-1 1,1 0 0,3 2 0,-3-2 0,0 0-3,3 1-8,-3-1 11,3 2 1,0-3-1,0-2-17,-3 1 17,3 0 1,-3-2-1,3 2-1,-3-1-2,3 0 1,0 1-11,0 0 13,-3 0 0,3 0 1,0 0 1,0 0-2,0 0 4,0 0-1,0 1-1,0 3-1,0-3 12,0-2-12,0 1-1,0-1-16,0-2 16,0 0 12,0 0-12,0-1-13,0 1 13,0-2 0,0-1 0,0-1-1,0-2-31,0 1 12,0-2-5,0 0 24,0-2-35,0 0 23,0-2 10,0 1-16,0-2 0,0 0 6,0 0-6,0-2-4,0 0-3,0 0 7,0 0 6,0 0 0,0 0 0,0 0 1,0 0-1,0 0 11,0 1-11,0-1 10,0 0 2,0 1-1,0-1-11,0 0 11,0 0-11,0 0 1,0 0-1,0 0-7,0 0-2,0 0-4,0 0-6,0 0-1,0 0 7,0 0 10,0 0 0,0 0 14,0 0 1,0 0-2,-3 0 3,-4 0 3,-2 2 39,0 0-13,-1-1-26,-5 0 23,3 2-7,-7-1-17,-3 0 0,4 0 9,-4-1-8,-3 0-3,0 2 0,-3-3 0,1 1 0,-5 0 0,-2 0 2,0 0 1,-3 0-2,-3 0-1,-1 1 0,-2-1 0,-7 1-6,1 0-17,-1-1 10,4 1-6,-1 1 19,4-2 0,2 2 13,1 1 12,0-1-24,0 1 38,-4-1-36,4 0-1,0 0 33,-1 0-34,1-1 31,0 1-3,2 1-25,-2-1 12,-3 0-16,-1 1 19,-2 1-6,2-1 0,-2 0 0,-1 0-11,4-1-1,-4 1 9,4-1-7,0 0-2,-1 2 18,-2-1-18,2 1 0,1 0-1,-1 0 2,1 1-2,3-1 0,-4-1 1,4 0 2,0 1 16,2-1-17,-2 1 0,3 0 1,-3 0-2,6-2 1,-7 2 1,4-3-2,0 2 1,0-1-2,3 1 3,-1-2 0,1 1 0,-3-1 0,0-1 12,3 1-15,0 2 0,0-3 2,3 1-2,-4 0 1,-2-1-1,0 2-2,0-1 2,-3 1 0,2-1 0,-2 2 3,0-2-2,2 0 11,1 1-12,0-1-3,-3 0 0,6 0 1,-4 1 1,1-2 0,3 1 2,0 0-1,0-1 3,3 0 1,-3 1-2,0-1 1,3 0 0,0 0 10,-3-1-1,6 1-12,-3 0-1,6-1-1,-6 1 2,3 0 0,0 1 1,0-1-1,3-1 0,-3 1 1,4 0-1,-1 1 0,0-1 0,3 0 2,-3 1-1,7-1 2,-1 1 23,1-1-24,5 0-2,-2-1 2,-1 0 0,4 0 0,-4 0 11,7 0-11,0 0 11,-1 0-10,1 0 1,0-1 18,-4 0-22,4-1-1,0 0 0,0 0 1,-1 0-1,-2 0 1,6 1-1,-4 0-2,4-2-1,-3 2 4,3 0 13,-1 0-12,1 0-1,0 0 0,3-2 1,-6 2 1,2 1 0,1-2 14,0 1-16,0 0-3,3 0 2,-4-1 1,1 1 4,3-1-2,0 1 11,0-1-1,3 1 11,0 0 2,-3-2-9,0 0-3,3 2-10,-3-3 0,3 1 10,0-1-11,0 0-2,0 0 1,-3-2 3,3 2-1,0-2 16,-4 1-19,4-2-3,0 1 3,0-1-13,0 1 26,0-1-23,0-1 10,0 2-29,0-2 29,0 2 10,0-1-10,0-1-18,0 0 17,0 0 2,0 0 11,0 1 7,0-1-19,0 1-13,0-2 13,0-1-19,4 1 19,-4 0 22,0-2-22,0 0-9,0 0 9,3-1 2,-3-2 1,0 1-3,0-1 2,0-1 0,0-1-2,0-1 0,0-1-16,0-1 16,0 0 23,0 0-7,0-2-14,0 1-1,0 0 0,0 1 21,3 0-3,-3-2-19,3 2-20,0-1 20,-3 0-2,0-1 4,3 1-4,0 2 2,-3 0 0,3 3 0,-3 0 16,6 3-16,-6-2-3,0 2 2,4 0-15,-1 1 16,-3 1 21,0 1-20,3 1-1,-3 0-2,0 3-28,0 0 30,0 1 38,0-1-38,0 2-11,3-1-2,-3 1 11,0-1 2,0 0-2,0 1 2,0 2 0,0-3 12,3 2-12,-3 0-14,0-2 14,0 2 1,0-1 1,3 1-1,-3 0 0,0 0 12,0 0-3,0 0-10,0 1-3,0-2 0,0 0-7,3 2 10,-3-4 2,0 2-2,3-1-12,-3-1 12,0 0 0,3 1-11,1-3 9,-1 1 2,-3 1 0,3-1-1,-3 2 1,3-1 15,-3 2-15,3-1-23,-3 0 23,3 0 0,-3-1-19,3 1 17,-3-1 1,0 0 1,3 0-41,-3 0 37,3 0-53,0 2 57,-3-1 12,0 1-12,4 0 0,-4 1-33,0 0 32,0 1 0,0 1 0,0-1-18,0 1-23,0 0-15,0 0-4,0 0-13,0 0-13,0 0-13,0 0-13,3-1-7,-3 1 10,3-2-3,0 0-7,3-1-62,0 1-36,0-3-26,1 0-94,-1-2-141,-3-3-89,-46 47 540</inkml:trace>
        </inkml:traceGroup>
      </inkml:traceGroup>
    </inkml:traceGroup>
    <inkml:traceGroup>
      <inkml:annotationXML>
        <emma:emma xmlns:emma="http://www.w3.org/2003/04/emma" version="1.0">
          <emma:interpretation id="{3A81255C-3E6C-4142-AAB7-ABA395C5F2FD}" emma:medium="tactile" emma:mode="ink">
            <msink:context xmlns:msink="http://schemas.microsoft.com/ink/2010/main" type="paragraph" rotatedBoundingBox="14292,16382 16161,16286 16192,16906 14323,1700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18F0B9F4-D6EF-4381-97E7-1A47308E2A19}" emma:medium="tactile" emma:mode="ink">
              <msink:context xmlns:msink="http://schemas.microsoft.com/ink/2010/main" type="line" rotatedBoundingBox="14292,16382 16161,16286 16192,16906 14323,17002"/>
            </emma:interpretation>
          </emma:emma>
        </inkml:annotationXML>
        <inkml:traceGroup>
          <inkml:annotationXML>
            <emma:emma xmlns:emma="http://www.w3.org/2003/04/emma" version="1.0">
              <emma:interpretation id="{836F5B61-CE31-4AE8-BF9B-F0FAA2B4A4D6}" emma:medium="tactile" emma:mode="ink">
                <msink:context xmlns:msink="http://schemas.microsoft.com/ink/2010/main" type="inkWord" rotatedBoundingBox="14292,16382 16161,16286 16192,16906 14323,17002"/>
              </emma:interpretation>
              <emma:one-of disjunction-type="recognition" id="oneOf2">
                <emma:interpretation id="interp10" emma:lang="en-US" emma:confidence="1">
                  <emma:literal>Trait</emma:literal>
                </emma:interpretation>
                <emma:interpretation id="interp11" emma:lang="en-US" emma:confidence="0">
                  <emma:literal>Trail I</emma:literal>
                </emma:interpretation>
                <emma:interpretation id="interp12" emma:lang="en-US" emma:confidence="0">
                  <emma:literal>Trae I</emma:literal>
                </emma:interpretation>
                <emma:interpretation id="interp13" emma:lang="en-US" emma:confidence="0">
                  <emma:literal>Trai I</emma:literal>
                </emma:interpretation>
                <emma:interpretation id="interp14" emma:lang="en-US" emma:confidence="0">
                  <emma:literal>trail I</emma:literal>
                </emma:interpretation>
              </emma:one-of>
            </emma:emma>
          </inkml:annotationXML>
          <inkml:trace contextRef="#ctx0" brushRef="#br1" timeOffset="51268.54">6677 3430 159,'0'0'117,"0"0"-61,0 0-21,0 0 396,0 0-197,0 0-221,0 0-13,0 0 0,0 0 588,0 0-384,0 0-155,13 0-49,-13 0-25,0 0 25,0 0 140,0 0-14,0 0-67,0 0-34,0 0 24,0 1 29,0 0 6,0-1 3,0 1-22,0-1-20,-3 1-13,3-1-12,0 1 2,0-1 4,0 0 0,0 0-7,0 0-17,0 1 1,0-1 10,0 0 0,0 0 3,0 0 13,0 0 13,0 0 3,0 0-13,3 0-6,3-1-14,-6-1 8,9-1-1,1-3 5,5-3-24,7-1-22,3-4 22,3 0-1,6-2 1,0 0-13,3 0-3,0 2 0,0-1 14,1 3-1,-1 2 3,-3 0 0,-3 2-1,-6 2-44,-4 2-52,-2-1-35,-7 4-32,-2 1-17,-4 0-23,-3 0-46,-3 3-52,0 2-17,0 1-36,-3 0-124,-6 0 120,-1-1 260</inkml:trace>
          <inkml:trace contextRef="#ctx0" brushRef="#br1" timeOffset="51699.54">6839 3463 324,'0'0'39,"0"0"-13,0 0 639,0 0-186,0 0-252,0 0-41,0 0-8,0 0 10,0 0-10,0 0-36,0 0-55,9-10-26,-9 10-13,0 0-9,0 0-39,0 1 0,6 3 0,-3 1 32,3 3 42,1 2-36,-4 0 17,6 4-23,-6 2-7,0 0 1,3 4 0,-2-1-7,2 1-7,-3 1-8,0 1-4,0-1 12,-3-1-9,3 1-2,-3-1-1,0 1-2,0-2-21,0-2-18,0-1 9,0-4-13,0-1-13,0-3-41,0 0 34,0-3-41,0-1-74,0-2-21,0-1-32,0-1-23,0 0-37,0 0 0,0-3 0,0-6-264,0-3 140</inkml:trace>
          <inkml:trace contextRef="#ctx0" brushRef="#br1" timeOffset="52212.54">7037 3590 275,'0'0'52,"0"0"-6,0 0 743,0 0-409,0 0-142,0 0-17,0 0-14,0 0 0,0 0-39,0 0-48,0 0-46,0 0-3,12-14 12,-12 14-22,0 0-29,7 0-19,-4 0-13,3 2 13,-3 1 80,6 3-23,-2 1-45,2 1-23,0 2 1,1 0-1,-1 1-2,-3 2 0,0 1-32,0 0-6,-2 0-1,-1 1 17,-3 1-13,3-1-13,-3-1 15,0-1 1,0-1 7,0-3-23,0-3 28,-3-1-22,3-3 26,-3-1 16,3-1 36,0 0 15,0 0 13,0 0-19,0-3-3,0-4-42,0-3-19,0-4 3,0-1-10,6-3 25,-3-1-25,6-2-3,-6 1 17,7-1 8,-4 1-41,6 0 7,-3 3 18,1 2-18,5 1 19,-5 4-4,-1 2-9,3 4 16,-2 0-4,-4 2-2,0 1-4,0 1-16,0 0-42,-3 0-39,7 0-19,-1 1 32,0 4-4,4 0-32,-1 2-140,4-1-154,-7-2-22,3 1-60,-2-1 372</inkml:trace>
          <inkml:trace contextRef="#ctx0" brushRef="#br1" timeOffset="53172.54">7642 3626 54,'0'0'248,"0"0"385,0 0-249,0 0-150,0 0-39,0 0-29,0 0 3,0 0-10,0 0-85,0 0-9,0 0 6,-13-86-42,7 79 10,0 1-4,0 2 27,-4-1-36,1 3 15,0 1-21,0 1 28,-4 0-35,1 0-13,-1 0-61,1 2 19,-7 5 23,4 1-4,-4 3 7,1 1-23,-1 3 16,3 1 22,1 1 1,-1 0 0,7-1-9,0 0 9,3-1 0,-4-2 0,7 2 1,0-1-1,3-1 1,0 0-2,0-2-20,0-2-8,3 0 3,3-2-6,1-1 3,2 0 10,-3-2 19,3-1-36,4-2 36,-1-1 29,-2 0-27,5 0 37,1-3-13,-1-3-26,-3-3-6,4-2 2,-1 0 4,-2-1 0,2-1 13,-5 0 7,2-2-17,1 2 26,-4-1-29,-3 2 2,0 0 24,0 1-26,1 1-2,-7 3 2,3 0 0,0 3 14,0 1 12,-3 2 35,0 1-9,0 0-14,0 0-15,0 0-1,0 0 1,0 0-13,0 0-10,0 0-51,0 1-1,0 5 30,0 1 22,3 3 68,0 1-56,3 0 1,1 0 13,-1 2-8,-3-1-18,3-1-1,0 0 1,4 0 0,2-2 0,-3-2-19,4 1-39,2-2 19,1 0 4,-1-3 9,1-2-10,-1-1 33,1 0-11,-1 0 14,4-6 2,-4-3 0,1-1 0,-7-3 1,7-1 29,-7-1-19,0-3-10,-3 0 20,-3-2-23,4 0 16,-7 0 0,0-1-16,0 1-22,0 1-33,-3 3 10,-4 1 3,1 5 40,0 3 2,-3 2 2,2 3 65,4 1 1,-3 1 19,3 0-13,3 0-35,-3 0-37,3 0-2,0 0-1,0 3-28,0 2-19,-3 1 48,3 3 35,0 0 0,0 2-2,0 0 8,0 0-15,0 2 9,0-2 17,0 1-41,0 1-11,0 0-2,6 2 0,-6-2 2,6 1-16,-3-2 0,4 1-3,-1-2-4,0-2-9,0 1-3,3-2 0,1-3-14,-4 0-15,3-3 41,1-1 21,-1-1-62,6 0-1,-5 0-28,5-5-82,-2-3-81,-1-1-127,-3-2-144,-6-3-282,1 3 456</inkml:trace>
          <inkml:trace contextRef="#ctx0" brushRef="#br1" timeOffset="53427.54">7915 3298 290,'0'0'392,"0"0"630,0 0-889,0 0-35,0 0 93,0 0 52,0 0-46,0 0-97,0 0-100,0 0-28,0 0-27,0 0-3,-13-20-32,13 20-78,0 0-85,0 0-88,3 0-40,3 0-23,1 0-147,-4 0 293,3 0 180,-18 20 77</inkml:trace>
          <inkml:trace contextRef="#ctx0" brushRef="#br1" timeOffset="54088.54">8150 3418 221,'0'0'1213,"0"0"-940,0 0-149,0 0 19,0 0 68,0 0-17,0 0-29,0 0-85,0 0-64,0 0-16,0 6 1,10-8 9,8-3 32,4 0 0,9-4 9,3 0-38,3-4-13,0 1-74,1 1-32,-4-2-88,0 2-71,-3 1-96,-3-1-234,-3 0-210,-10 1 459</inkml:trace>
          <inkml:trace contextRef="#ctx0" brushRef="#br1" timeOffset="53846.54">8156 3206 295,'0'0'104,"0"0"613,0 0-336,0 0-170,0 0-16,0 0 32,0 0 7,0 0-47,0 0-42,4-46-22,-4 46-14,0 0-3,0 0-4,3 0-25,-3 0-10,0 0-19,0 0-26,0 0-20,0 2-2,0-1-1,0 3 1,3 1 0,-3 3 45,6 2-23,-3 2 7,3 3-4,-6 2 7,3 0-19,0 3-12,-3 2 2,0 4 16,0 1 0,0 5-17,0 0-2,0 3 1,-6 0-1,3 0-35,-3-2-16,6-3 29,0-1-10,0-2 4,0-3-23,0-4-10,0-3-9,6-3-7,0-3 32,1-3 26,2-3-23,-3-3 26,3 1-12,1-3 24,5 0-4,4-1 7,-4-7-37,7-1-32,0-3-56,-4-1-25,4-2-79,-3 1-52,-4-2-85,1-1-215,-7-3-168,-3 0 374</inkml:trace>
        </inkml:traceGroup>
      </inkml:traceGroup>
    </inkml:traceGroup>
    <inkml:traceGroup>
      <inkml:annotationXML>
        <emma:emma xmlns:emma="http://www.w3.org/2003/04/emma" version="1.0">
          <emma:interpretation id="{9B271AE1-1996-4AE9-B2B2-6443E8B90D6D}" emma:medium="tactile" emma:mode="ink">
            <msink:context xmlns:msink="http://schemas.microsoft.com/ink/2010/main" type="paragraph" rotatedBoundingBox="14458,17098 24408,15931 24532,16988 14582,1815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67E8ED1-3F0B-4DAB-9D92-38372879AFCE}" emma:medium="tactile" emma:mode="ink">
              <msink:context xmlns:msink="http://schemas.microsoft.com/ink/2010/main" type="line" rotatedBoundingBox="14458,17098 24408,15931 24532,16988 14582,18155"/>
            </emma:interpretation>
          </emma:emma>
        </inkml:annotationXML>
        <inkml:traceGroup>
          <inkml:annotationXML>
            <emma:emma xmlns:emma="http://www.w3.org/2003/04/emma" version="1.0">
              <emma:interpretation id="{71BC5E1E-E66B-4801-BEA9-42260AA3CA3B}" emma:medium="tactile" emma:mode="ink">
                <msink:context xmlns:msink="http://schemas.microsoft.com/ink/2010/main" type="inkWord" rotatedBoundingBox="14470,17199 18060,16778 18173,17734 14582,18155"/>
              </emma:interpretation>
              <emma:one-of disjunction-type="recognition" id="oneOf3">
                <emma:interpretation id="interp15" emma:lang="en-US" emma:confidence="1">
                  <emma:literal>Reappears</emma:literal>
                </emma:interpretation>
                <emma:interpretation id="interp16" emma:lang="en-US" emma:confidence="0">
                  <emma:literal>reappears</emma:literal>
                </emma:interpretation>
                <emma:interpretation id="interp17" emma:lang="en-US" emma:confidence="0">
                  <emma:literal>Reappear</emma:literal>
                </emma:interpretation>
                <emma:interpretation id="interp18" emma:lang="en-US" emma:confidence="0">
                  <emma:literal>reappear</emma:literal>
                </emma:interpretation>
                <emma:interpretation id="interp19" emma:lang="en-US" emma:confidence="0">
                  <emma:literal>Reapers</emma:literal>
                </emma:interpretation>
              </emma:one-of>
            </emma:emma>
          </inkml:annotationXML>
          <inkml:trace contextRef="#ctx0" brushRef="#br1" timeOffset="55564.54">6941 4369 142,'0'0'59,"0"0"19,0 0 4,0 0 612,0 0-306,0 0-141,0 0-111,0 0-9,0 0 32,0 0 13,0 0-40,15-27-51,-15 27-19,0 0-1,0 0-13,0 0-22,0 0-24,0 3-1,4 3 0,-4 2 43,3 3 27,0 2-26,-3 5 3,3 0-12,-3 2-11,0 3-2,0 0-21,0 1 11,0 0-10,0 1-3,0-2-1,0 1 1,0-3 2,0-1-1,0-4-1,0 0 0,0-5-1,0-1-21,0-3 2,0-3 20,0-2 1,0-1-1,0-1 4,0 0 18,0 0-3,0 0 23,0-2 9,0-6-22,0-2-29,-3-6-38,-3-2 15,2-5 23,-2-3-22,3-1 3,-3-3-20,0-1-15,3-2-14,0-2 17,-4 1-30,7 0 27,0 1-14,0 1 26,0 2 21,10 2 19,-1 2 2,3 0 0,1 1 30,2 3-30,-2-1 0,2 4 14,1 0 25,2 5-13,-5 1-26,2 3-26,-2 2 7,2 4-1,-6 3 20,4 1-16,-7 0 7,3 1 9,-2 5 16,-1 5-15,-3 1 18,0 4-17,-3 2 34,0 3-35,0 3 2,-6 0-3,-7 3-39,1 2 4,-4 0-49,-5-2 61,2 1 23,-3-1-19,1-1-30,-1 0-2,0-4-1,4-1 39,-1-4-10,7-3 20,-1-3 1,4-4 0,3-4-2,3-1 2,0-2 2,3 0-1,0 0-42,0 0 19,0 0 24,3 0 33,3 0 15,-6 0-2,3 0-17,-3 0 0,3 0-13,0 0-16,0 0 1,3 0 65,1 2 21,2 2-6,3 2-39,1 0 6,-1 3-13,4 0-12,-1 0 25,4 3-19,2-1 3,-2 1-29,3 2 22,-4 0-22,4 1 7,-3 0-10,2-1 0,4 1-1,-3 0-15,-3-1-55,2 0-25,-2-2 31,-1 0-32,-5-1-9,-1-3-49,1-1-27,-4-2-32,-3-2-52,0-2-119,4-1-58,-7 0-75,3-5 231,-6-4 274</inkml:trace>
          <inkml:trace contextRef="#ctx0" brushRef="#br1" timeOffset="56652.54">7443 4466 247,'0'0'228,"0"0"871,0 0-823,0 0-146,0 0 49,0 0 15,0 0-16,0 0-46,0 0-61,0 0-52,0 0-16,0 0 17,-37 4 2,34 3-9,-3 2-10,3 1 10,-4 0-10,1 1 17,3-2-20,0-1 2,3 0 0,0 0 0,0-2 1,0 0 4,0-1-7,6-2-36,0-1-5,1-1 15,-1 2 10,0-3-13,3 0 29,7 0 3,-4 0 32,4-7 1,-1-2-20,1 0-3,2-3 0,-2-1-1,-1 1-9,-2-1 13,-1 0-14,-2-1-1,-1 3 2,-9 0 26,3 3-6,-3 2-1,0 4-19,0 1-2,-6 0 37,-4 1-37,-2 0 33,0 0-34,-4 0-45,1 7 3,-1 0 42,-3 4 0,-2 1 2,2 2 31,1 0-14,-4 2-19,6 0 3,4-1 16,0 2 1,2 0-19,4 0-1,0 0 0,6 1 1,0-2-1,0-2 0,6 0-26,0-2-19,7-2-16,2 0 39,1-2 18,8-2-25,1-4 7,6-1 3,3-1-30,1 0-34,5-8-17,-3-1 12,0-2-25,4-1-3,-4-3 9,3 0-7,-6-1 7,0-2 36,-3 0 22,-3-2 23,-3-1 26,-3 0 0,-1-2-1,-2 0-15,-3-1 5,-1 3 9,-6 0 2,1 3 0,-1 3 26,-6 2 32,0 2 40,-3 2 28,0 1-42,0 1 20,-3 1-29,-9 1 6,2 3 9,1-1-3,-6 1 20,2 2-53,-2 0-28,-1 0-10,-3 4 16,1 2 4,-1 4 2,1 2-5,-7 2-11,6 1-9,1 2 6,-4 0-3,6 1 0,1-1-16,-1 1-2,4-3 2,3 2 2,3-1-1,2-2 15,1-1-16,3 1-10,0-3-13,3-2 1,4 0-1,-1-2-44,3-2 31,4 0 17,-1-3-16,0-1 35,4-1 0,2 0 2,1-3-2,3-6-19,-1-1 16,1-1-35,3-1-14,-3-3 7,-1 1 14,-5-2 31,3-2 2,-4 1 21,-3-2-10,-5 1-11,2 1 14,-3 3-13,-3 1-1,0 2 24,0 4-10,-3 3-15,0 3 44,0 1 29,0 0-6,0 0-20,0 0-6,0 0-1,0 0-9,0 0-32,0 2-21,0 3-5,0 1 26,0 3 13,0 0 0,4 1-10,-1 1 23,0 1-13,0 0-13,0-1 2,3 0-1,0-1 0,1-3-1,2 1 0,0-2-32,0 0-3,4-2-10,-1-2 29,4-1-13,2-1-3,1 0-4,3-3-18,-4-4-49,4-2-30,-3-3-73,5-2-24,-8-1-49,-1-3-53,1 0-49,-4-4-105,-6-2 10,-2-3 297,-4-4 179</inkml:trace>
          <inkml:trace contextRef="#ctx0" brushRef="#br1" timeOffset="57032.54">8327 4045 224,'0'0'111,"0"0"394,0 0 212,0 0-357,0 0-100,0 0-30,0 0-46,0 0 48,0 0-46,0 0-13,-62-60-26,62 60-42,0 0-38,0 2-26,0-2-13,0 3-28,0 1-1,0 2 1,0 4 38,0 2 54,3 5-26,3 1 7,-3 2-32,4 4 9,-1 0-16,0 3-32,0 1 11,0 2-13,4 2 3,-4 1 0,-3 1-1,3 2 0,-3 1 2,0 0-4,0 2-10,1-1-27,2-1 18,-6-3-19,6 0-3,-6-2-3,3-3-3,0-1-7,0-1-19,0-1 16,4-4-22,-7-2-7,3-4-3,0-4 13,-3-1-27,0-3-2,0-2-11,0-3-12,0-2-14,3-1-20,-3 0 30,0 0 35,0-3-10,0-7-169,0-3-36,-3-4-75,0-2-17,0-4-72,-7-4 189,4-3 279,3-1 8</inkml:trace>
          <inkml:trace contextRef="#ctx0" brushRef="#br1" timeOffset="57363.54">8352 4300 310,'0'0'72,"0"0"645,0 0-245,0 0-245,0 0-42,0 0 0,0 0 35,0 0 0,0 0-59,0 0-71,-10-70-51,20 68-4,-1 0 0,7-4-32,8-1 9,4 1 4,6-2-13,1 1-3,-1 0 0,-3 2-3,0 2-19,-3 1 20,-4 2-1,-2 0-10,-3 0-22,-7 6 9,0 2 0,-8 1-16,-1 0 4,-3 3-4,-3 1 26,-7 1 1,-5 3 15,-4 0 26,-3 0-25,-2 0-1,-1-2 1,0 1-3,0-2 0,4-2-20,-1-1 3,3-2-10,7-1-23,-1-3-19,7-3-26,0-2-32,6 0-30,0-2-130,3-8-309,6-2-178,4-5 342,-1-2 366</inkml:trace>
          <inkml:trace contextRef="#ctx0" brushRef="#br1" timeOffset="57772.54">8749 3871 45,'0'0'1513,"0"0"-1250,0 0-71,0 0 51,0 0 54,0 0-52,0 0 19,0 0-38,0 0-73,0 0-54,-34-37-26,34 37-23,0 0-24,0 2-26,0 1-11,0 5 11,3 3 38,0 3 9,3 4 0,0 3-12,-3 1 3,3 3-7,1 2-6,-1 2-3,0 3 0,3 2-21,-2 3 2,-4 3 1,6 1-2,-9 0 1,6 1-3,-6 1-40,3-3-10,-3 0 9,0-1 3,0-3 4,0-1-23,0-4 13,0-3-26,0-1 23,0-3-17,0-2-18,0-2-11,0-4-6,0 0 10,0-3-7,0-3 22,0-4-41,0-1-72,-3-3-13,0-1-56,0-1-23,0 0 36,-3-5-112,-1-8-313,-2-3 97,-3-4 467</inkml:trace>
          <inkml:trace contextRef="#ctx0" brushRef="#br1" timeOffset="58143.54">8755 4167 92,'0'0'82,"0"0"563,0 0-65,0 0-316,0 0-40,0 0-49,0 0-6,0 0-23,0 0-7,0 0-52,9-91-42,0 84 0,10 0-6,3 0 25,-1 0-12,7-2-17,3 2-22,0 1-10,0 2 0,-3 3 13,3 1-16,-3 0-2,-3 0-1,-3 3-20,-1 5-9,-5 3-19,-7 1-30,1 3 7,-4 2 16,-6 1-16,0 1-7,-3 1-3,-10 0 39,-2-1 16,-1 1-4,-5-1 14,-1 1-10,0-2 6,-3-3 23,4 0-20,-4-4 4,6-1-26,1-2 13,2-3 26,4-2-17,2-3-16,4 0-51,0 0-43,6-4-117,0-4-199,0-4-170,9-1 215,7-3 342</inkml:trace>
          <inkml:trace contextRef="#ctx0" brushRef="#br1" timeOffset="59218.54">9328 4002 92,'0'0'287,"0"0"896,0 0-955,0 0-59,0 0 54,0 0 1,0 0-14,0 0-30,0 0-141,0 0-14,-58-5 8,45 12 8,4 1 1,0 1-16,-4 0-25,4 2-1,0-1 2,5 1 14,-2 0-16,3-1 0,3 0-2,0 0-11,0-1-26,0-1 7,9 0-16,-2-1-42,2-3 32,0 1 26,7-3 22,-4-2 9,4 0 1,2 0-38,1-2-11,-1-6 4,-2-1-3,3-1 18,-4 0 28,1-2 2,-4 0 1,0-2 0,1 0 19,-7 0-4,-3 1 23,0-1-4,-3 3-19,0 2-15,0 1 19,-3 2 2,-6 3-2,0 3 31,-4 0-12,-2 0-39,-1 1 0,-2 7 21,-4 2 50,-3 4-23,3 3-3,1 1 0,-1 1 0,3 2-13,7 1-3,-1 0-16,4-2 6,6 1-6,0-2-10,3-3-3,0 0-26,3-2-15,3-1-17,4-1 10,2 0 0,-3-4 13,7 0 2,2-2 8,4-2 5,-3-3-12,5-1-19,4 0-36,-3 0 16,0-5-33,3-3-15,3-2-4,-6-1 19,0-2 36,2-3 16,1-1 19,-3 0 21,0-2 9,-3 0 3,-4-2 3,-2-1 9,2 0 21,-5 0 6,-1 2-7,-6 2-6,-3 1 26,1 3 3,-4 0-3,0 2 16,0 2-23,0 1 27,-10 2-18,1 1-2,-3 2 16,2 0-29,-5 1 19,5 2 31,-2-1-88,0 2 1,-4 0 24,4 0 9,-1 0 4,1 4-7,-4 4-29,7 1 10,-3 2 3,2 2-3,-2 2-10,0 1 0,5 1 10,1 1-13,0-1-2,6 1-27,0-1 0,0 0-13,0-3-3,3 0-22,3-4-1,4 0 4,-1-3-17,0 0 20,4-1 2,-1-2-28,0-2 32,1-2-19,2 0 28,-2 0 7,-1-2 0,1-6 1,-1 0 5,0-1 21,1-3 12,-4 0 3,0-2 20,-2-2-21,2-2 18,0 1 19,-3-1-13,-3 2-25,1 2 38,-1 1-17,-3 2-18,0 3 47,3 3 27,-3 1 3,0 3 6,0 1-19,0 0-16,0 0-10,0 0-10,3 3-32,0 3 0,0 1 58,3 1 13,-3 2-52,0 1 26,7 1-7,-7 1-18,3-1-19,3 0 0,-6 2-1,4-1 1,-1 0 0,0-1 0,-3-1-1,3 0-26,1-1 1,-4-1-20,0-1-13,3-2-10,-3 1-9,3-4-39,1 1-10,-4-3-59,3-1-35,3 0-73,-3 0-113,1-5-145,-1-5-55,0-3 475,-3-2 104</inkml:trace>
          <inkml:trace contextRef="#ctx0" brushRef="#br1" timeOffset="60087.54">9946 3803 555,'0'0'160,"0"0"847,0 0-769,0 0-41,0 0 50,0 0 24,0 0-20,0 0-65,0 0-94,0 0-76,-19-16-12,19 19 15,0 1-19,0 2 0,3 1 59,0 3-14,3 1-16,1 1-10,2 0-9,-3 1-10,0 0 0,0 2 2,4 1-2,-4 0 0,0 0-38,0 1-25,-3-1 2,-3 0-13,4-2-34,-4 2-8,0-3 10,0-1-16,0-2-4,0-1 26,0-2 29,0-2 9,-4-3 36,4 0 26,0-2 72,0 0 31,0 0-29,0-6-41,0-4 2,0-1 1,0-4 2,0-2 20,0 0-13,0-1-33,4-1-11,-1-2 11,0-2-12,3 0 0,-3-1-2,9-1-14,-2 4-4,2 0 18,1 2-31,-1 4 31,0 1-25,1 2 27,-4 4 9,3 0-9,-2 1-13,-1 2-3,0-1-1,1 3-31,-1 0-55,3 0-26,1 1-10,-1 1-23,1 1 9,2 0 4,-3 0-4,1 0 33,-4 0 35,7 0 4,-7 0 12,0 0 30,-2 0 39,-1 0 0,0 0 4,-3 0 80,3-1 59,-3 0 17,0-1-14,-3 0-16,4 0-4,-1 1 4,0-1 0,-3-1 2,0 2 26,0 1-6,0 0-14,0 0-6,-10 0 2,7 0-13,-3 0-3,0 0-41,0 1-27,-4 4-50,-2 0-6,-3 4 5,-1 3 1,-3 1-1,4 3 0,2 1-1,1 1 2,0 0 0,2-1 0,4 0 0,0-2 0,6 1-2,0 0-27,0-3-16,0-1-28,6-3 3,10-3 0,-4 0 6,4-2-3,2 0 22,1-2 7,-1 0 2,4 1-34,-3-2-17,2 1 0,1 1 4,0 2-1,3-1 80,-7 1-25,-2-1-119,-1 2-46,-5 1 106,-4 2 88,-3 0-39,-3 0 36,0 3-172,0-1 116,-9 1 59,-4 1 55,1 0-54,-4 1 29,1 1-1,-4-1-28,1 1 31,-7-2-32,3 0 16,0-1-15,-2-1 14,-4-1-15,3 1-32,0-3-114,0-1-234,0-3-216,1-3-138,-1-1 593</inkml:trace>
        </inkml:traceGroup>
        <inkml:traceGroup>
          <inkml:annotationXML>
            <emma:emma xmlns:emma="http://www.w3.org/2003/04/emma" version="1.0">
              <emma:interpretation id="{BE39815A-D797-463F-9DBB-4FCADA12C4F2}" emma:medium="tactile" emma:mode="ink">
                <msink:context xmlns:msink="http://schemas.microsoft.com/ink/2010/main" type="inkWord" rotatedBoundingBox="19805,16471 24408,15931 24508,16788 19905,17328"/>
              </emma:interpretation>
              <emma:one-of disjunction-type="recognition" id="oneOf4">
                <emma:interpretation id="interp20" emma:lang="en-US" emma:confidence="1">
                  <emma:literal>observations</emma:literal>
                </emma:interpretation>
                <emma:interpretation id="interp21" emma:lang="en-US" emma:confidence="1">
                  <emma:literal>observation S</emma:literal>
                </emma:interpretation>
                <emma:interpretation id="interp22" emma:lang="en-US" emma:confidence="0">
                  <emma:literal>Observation S</emma:literal>
                </emma:interpretation>
                <emma:interpretation id="interp23" emma:lang="en-US" emma:confidence="0">
                  <emma:literal>observations S</emma:literal>
                </emma:interpretation>
                <emma:interpretation id="interp24" emma:lang="en-US" emma:confidence="0">
                  <emma:literal>Observations S</emma:literal>
                </emma:interpretation>
              </emma:one-of>
            </emma:emma>
          </inkml:annotationXML>
          <inkml:trace contextRef="#ctx0" brushRef="#br2" timeOffset="-3466.92">12445 3747 99,'0'0'156,"0"0"-107,0 0-19,0 0-1,0 0 4,0 0 55,0 0 397,0 0-315,0 0-56,0 0-52,0 0 9,0 0 69,0 0 10,0 0-36,0 0-46,0 0-6,0 0 9,0 0-19,71-97 0,-71 93 13,0 2 6,0-2 23,0 2-23,0 2 39,0 0-20,0 0-25,0 0-14,0 0-6,0 0 10,-3 0-3,0 1-4,-3 2-3,-4-1-7,-2 3-36,-1 0 2,-2 2-4,3 1-4,-4 2 4,1 2 10,-1 2-8,1 0 16,-4 3-18,3 0-6,-2 1 6,2 1 1,1 0 26,2 0-27,1-1-13,3-1-11,6 1 24,-4-3 0,7 0-20,0-1 20,0-2 0,7 1 2,2-3-2,3 0 0,4-2-35,-1 0-10,7-3-6,0 0-23,3-3 22,-1-2 7,1 0-23,-3-4 23,0-4 42,-1 0 3,-5-3-3,-1-1-26,-2 0 29,-4-2 19,-3 1-16,0-1 33,-2 0-27,-4-2 24,0 1-8,0 1-21,0-1 12,0 2-14,-7 0 24,4 1-4,-6 2 1,0-1-20,-1 2 23,-2 2-13,3 0-13,-4 3-2,1-1-1,2 1 3,1 1-13,0 0 11,-4 2 2,4 1-2,-3 0-11,-1 0 13,4 0-2,0 1-8,-1 2 10,1 0 1,3-1-1,6 0-28,0-1-5,0 0 17,0-1 3,0 2-3,0-2 13,3 0-10,3 0 13,7 0 52,-1 0 2,4 0-18,8-2-14,-2-5-22,3-1-22,0-2-23,-1-2 16,1 1-26,-3-1 29,-3-1 24,-1 2-14,-2 0 16,2 2 3,-8-1 29,2 2 7,-6 1-26,0 0 0,-2 1-13,-1 2 19,-3 2 36,0 0-29,0 2 12,0 0 4,0 0-7,0 0-12,0 0-20,0 0-2,0 0 1,0 0 10,0 1-12,0 2 0,0 3 0,0 1 48,0 3-32,0 2 32,0 2-22,0 1 0,3 0-14,-3 2 4,6 0-16,-6 1-17,0-1 17,3 2 23,0-1-23,0 0-3,-3 1-16,3 1 19,0 0 1,4-2 25,-4 1-26,3-1 0,0-1 0,0-2-1,1-3-10,-4-2-30,3-2 15,-3-2-32,0-1 20,0-2 12,-3-2-9,0-1-4,0 0 7,3 0 0,-3 0 13,0 0 8,0 0 11,3-1 13,-3-4-13,0 0-3,0-3-23,3-1 24,1 0-24,-4-3 26,3 3 3,-3-2-1,0 0-2,0-1-16,6-1 16,-3 0 0,6-1 0,-3 3-48,4 0 9,5-1 39,-5 1-1,8 2 1,-5 1-6,2 2 6,-3 1 26,4 2-4,-4 1-6,4 0 0,-4 2 0,1 0-13,-1 0-2,1 2 11,-4 4-12,0 4 0,4 1 17,-4 0-17,-3 2-4,0 2-12,0 1 16,-6 1 0,0 0 23,0 1-20,0 0-1,0-2-2,-3-1 0,-3-3-8,-6 1 8,-1-4 12,-2 0-10,2-2 0,1 0 11,-4-1-13,4-3 3,-3 1 26,2-2-29,1-1-12,-4 0 11,7-1-2,0 0 2,-1 0-19,4 0-70,-3-1 29,6-2-4,-3-2-38,6-1-39,0 2-72,0-2-59,0 1-208,9-3-112,0-3-33</inkml:trace>
          <inkml:trace contextRef="#ctx0" brushRef="#br2" timeOffset="-2936.92">13300 3699 258,'0'0'182,"0"0"454,0 0-284,0 0-138,0 0-32,0 0-39,0 0 6,0 0 0,0 0-42,0 0-42,0 0-10,-18-18 9,12 18 11,3 0 5,-4 0 1,1 0-10,0 2-36,-6 2-13,-1 1 7,-2 1-6,5 1 9,-5 2-3,6-2-13,-4 2 9,4-1-24,3-1 0,-1 1 3,4-1-4,3-2-2,0 1-18,0-2 18,0 2-20,0 1 22,7 0 1,2-1 47,3 0-48,1-3-3,2 1 2,1-1 1,2 0-36,1 0-2,3 0-23,-4 0 10,-2 1-20,-1-1 29,4 2 16,-7 1-32,1 0 23,-7 2 12,0 0-6,0-1-6,-6 3-6,0 0 41,0 3 13,0 0 6,-3-2-19,-9 1 26,-1 0-24,1 0 11,-7 0-13,1-2 19,2 0-17,-6-1-2,1-1 2,5-2-1,-2 0-1,2-1-1,7-1-1,-4-1 2,7-1-42,0-1-16,6-1-32,0 0-46,0 0-68,0 0-52,0-6-157,6-1-128,0-4-82</inkml:trace>
          <inkml:trace contextRef="#ctx0" brushRef="#br2" timeOffset="-1846.92">13518 3718 264,'0'0'157,"0"0"-24,0 0 620,0 0-463,0 0-89,0 0-6,0 0-16,0 0-14,0 0-36,0 0-35,-35-3-30,35 3 10,-3 0-9,-3 2-20,0 1 3,0 2-3,3 0-6,-7 1-4,10 1-3,-6 0-6,6-1-14,-6 1-10,3-1-1,3 0-1,0-1-16,0 2-4,0-2 7,0 0 13,6 0 4,3 0-4,1-3 0,8 1-64,-2-1-20,-1-2 23,4 0-10,-4 0 16,7-7-12,-6 0-11,2-3 62,-2 0-13,-1-1 29,1-2 13,-4 0 21,-3-1-33,-2 1 37,-1-2 4,-3 4-39,0-1 17,-3 4 9,0 0-10,0 1 10,0 1-13,-6 2-16,-4 2 3,1 1-3,-3 1 2,-1 0 63,-2 0 9,-4 1-32,4 5-1,-4 3-12,-3 4 10,4 1 15,-1 4 48,1 0-47,2 3-39,1 0 19,-1 1-34,7 0 21,-4 2-18,4-1-4,0-1-2,6-1 0,0-1 1,-1-1-1,4-2-14,4 0 1,5-2 14,6-2 0,7-3-50,0-1 3,6-3-16,0-3-16,3-3 0,0 0-29,0 0-4,0-8-13,-3-3 26,-1 0-10,1-3 20,-3 0-11,-3-1 14,0 0-24,-7 0 37,4-2-46,-10 0-20,6-3 6,-5 1-41,-4 0 22,3-1 6,-9 2 26,3 0 24,-3 3 90,0 0 7,0 1 49,0 2 13,-6 2 10,0 0 84,3 1 10,-3 0 16,-1 1-9,4 0-4,-3 1 35,6 2-13,-6-1-38,6 2-8,0-2-9,0 4-14,0-2 0,0 2-10,0-1-6,0 1-1,0 0 1,0 1-11,3 1-22,0 0-19,-3 0-13,6 0-12,-3 0-26,7 0 13,-1 1-14,0 3 20,1 0-22,-1 3-24,3 1 24,-2 2 0,-1 2-12,-3 1 12,4 3 6,-4-1-4,0 1-2,0 2-1,0 0-65,-3 0-13,4 2 6,-7-3-13,3 0 12,-3-1 1,0-4 15,3-3 17,-3-4-1,0-2 42,0-3 49,0 0 60,0 0-16,0-8-43,0-2-50,0-4 4,0-3-4,3-4 10,-3 0-8,6 0-4,-6-1-1,9 2 1,-2-2 2,-1-1-2,0 0-1,0 2-32,4-1 22,-1 2 10,-3 1-29,3 2-3,1 3 33,-1 0-2,-3 4-31,0 3-3,-3 2 9,7 3 0,-7-1-3,0 2-6,0 0-26,0 1-58,0 0-39,-3 0-13,3 0-27,0 5-9,1-1-53,-1 3-20,0 2-49,-3-1-105,3 2-87,0-1 242</inkml:trace>
          <inkml:trace contextRef="#ctx0" brushRef="#br2" timeOffset="-1396.92">14209 3612 292,'0'0'124,"0"0"-3,0 0 1076,0 0-943,0 0-73,0 0-3,0 0 36,0 0 18,0 0-36,-9-17-42,9 17-33,0 0-6,0 0 6,0 0-7,0 0-38,0 0-39,0 2-18,0 3 13,3 3 34,3 0-6,3 4-29,1 0 4,-1 1-33,-3 1 10,6 0-10,-2 0-2,2-1-25,-3 1 24,1 1-24,2-1 13,-3 4-7,4-2 3,-4-1-31,4 0 3,-4-3-22,3 0 34,1-3-25,-4-4 13,-3 0 15,0-4 29,1-1 28,-4 0 16,3-4-6,0-5-10,3-4-24,1-2 15,-4-3 12,3-1-29,1-2 17,-1 1-19,-3-3-18,3 2 16,4-3 0,-7 1 2,3-1-13,-3 0 11,1 3-29,-4-2-1,3 3-15,-3 2 2,3 2 14,-3 4 12,0 3-7,1 2-12,-1 3-25,0 0-11,-3 3-15,0 0-32,0 1-43,0 0-67,3 0-92,-3 0-131,3 1-43,0 4-70,3 0-29,-3 1 299</inkml:trace>
          <inkml:trace contextRef="#ctx0" brushRef="#br2" timeOffset="-466.92">14869 3569 277,'0'0'186,"0"0"293,0 0 91,0 0-290,0 0-76,0 0-35,0 0-1,0 0 26,0 0-32,0 0-66,-24-66-18,21 64-1,-4 0 22,-2 1 16,-3 1-41,-1 0-4,-2 0-9,-1 5-61,4 4 0,-4 0-243,4-2 243,-1 0 153,4-1-153,-3 1-16,-1 4-12,1 2-1,-4 3 29,1 0 0,3 3 2,-1 0 14,4-1-15,3-1-1,6 0-1,-3 0-2,3-2-23,0 0-12,3-3-7,0 1-3,3-2 6,3-3-19,-3 1 20,4-2-24,2-1-12,1-2 35,-7-3-12,6-1 1,-3 0 51,1-2-9,2-4-12,-3-3 7,4-2-16,-1-1 10,-2-3 22,-1 0 29,0-2-29,0-1 0,-2 0-12,-1 0-1,3-1-4,0 3-28,-2-1 42,-1 4 3,-3 2 2,0 4 37,3 1 19,-6 1 16,0 4 10,0 0 13,0 1-20,0 0-23,0 0-25,0 0-9,3 0-18,1 0-2,-1 2-14,-3 3 14,6 2 32,-3 2-3,3 0-28,0 1 1,-3 0 15,7 0-16,-4-1 15,0 1-14,7-2 2,-7 0-4,3 0 0,3-3-26,1 1-6,-4-4 6,7-1 10,-4-1 13,4 0 3,2 0 35,-2-3-6,-1-5-26,-2-3 17,-1-3 5,-3 0 4,1-6-26,-4-2 0,-3-4 17,3-3 8,-6-2 17,0-2-7,0-1-6,0-1-19,0-1-11,0 0 49,0-2-49,0 1-2,3-1-6,-3 2-7,0 2 13,0 3 19,0 4 39,-3 3-26,-6 4-29,3 2 64,-4 2-25,1 5 14,3 2-2,0 2 10,2 3-39,-2 1-10,3 3 11,3 0-16,0 0-10,0 0-22,0 0-3,0 0-7,0 0-2,0 3-17,0 5-6,0 6 57,0 3 35,-3 5-10,3 3 4,0 3-1,0 1-28,0 3 22,6 2-9,4 0-11,-1 1-1,3 4-1,1-1 0,-1 2-10,4 3-6,-4 0 3,3 1-41,1 0-9,-1-2-3,-2-2 11,2-4-53,1-3 16,-7-6-7,7-3-13,-7-4 19,0-5-10,-3-5-61,-2-4-91,-4-4-7,0-2-30,0 0 51,0-2-6,0-11-362,0-1-27</inkml:trace>
          <inkml:trace contextRef="#ctx0" brushRef="#br2" timeOffset="-46.92">15059 3464 618,'0'0'144,"0"0"958,0 0-803,0 0-111,0 0-1,0 0 39,0 0-14,0 0-49,0 0-51,0 0-48,-4 13-19,11-13 6,5 0-1,7 0-11,5-3-14,4-3-3,3-1-19,0-1 10,3-3-11,-3 1-2,-3 0 0,3 1 0,-3 1 0,-3 0-2,-3 3-1,0-2-10,-7 4 10,-3 1-16,-2 2 0,-1 0 18,0 0 1,-2 0 16,-1 5 22,3 3-16,-3 2-3,0 2-18,1 2 0,-4 3-1,3 0 0,0 3-19,-3 1 16,0 2 1,0 0-24,1 1 11,-4-2-27,3-1-15,3-1-29,-6-1-19,6-3-16,-3-3 40,0-2-31,0-6-4,-3-1-38,0-3-40,0-1 20,0 0 47,0-6-9,0-5-208,-6-4 2,3-2-49,-3-3 29,3-1 49,0-6 36</inkml:trace>
          <inkml:trace contextRef="#ctx0" brushRef="#br2" timeOffset="143.08">15468 3246 299,'0'0'440,"0"0"624,0 0-827,0 0-17,0 0 0,0 0-4,0 0-3,0 0-56,0 0-55,0 0-41,-9-42-32,9 42-29,0 0-7,0 0-38,0 0-47,0 0-78,0 0-68,9 2-30,0 6-91,-3-1-226,7 2-442,2 0 560,-58-2 467</inkml:trace>
          <inkml:trace contextRef="#ctx0" brushRef="#br2" timeOffset="1123.08">15862 3347 386,'0'0'202,"0"0"847,0 0-799,0 0-55,0 0 15,0 0-16,0 0-32,0 0-43,0 0-48,-56 0-16,50 8 6,-1 1 12,-5 2 11,3 1-27,-4 2-19,1 0 10,3 2-28,-4-1-4,4 1 0,0 2 5,2-2-21,1 2 0,0 0 3,3-1 13,0 0-16,3-1-1,0-1-12,0-1-38,3-1-3,9-2 12,-6-2-3,4-4 14,5-1 5,-2-2-35,2-2 29,1 0 13,2 0-13,4-7-10,-3-2 0,-1-1 0,-2-3 16,-1-3 17,-2-1 9,2-2 13,-9-1 0,4-2-10,-4 1-3,-3-2 16,0 2-14,-3-1-2,0-1-32,-3 3 6,-3 2 14,-4 1 12,-2 3 0,-3 3-14,-4 2-15,-3 4 29,1 0 0,-1 3 7,-3 2 35,6 0-20,4 0-4,-1 0-18,4 4-16,3 1-9,-1 1 2,4-1 10,3 2 13,0-1 0,3 0-47,0-2 46,0 0 1,6 0-2,3-2 2,4 0 9,6-2 20,2 0 4,-2 0 2,6-2-19,-1-4-4,1 1-11,0-2 0,0-1 1,-3 0 0,-1 0-1,-2 0-1,3 0-1,-4 1-2,-5 1 2,-1 1-2,0 2 2,-2 2 1,-4 1 11,0 0-9,0 0 0,0 7 43,1 1-10,2 2 55,-3 2-42,0 2-19,4 1 0,-4 1 3,0 3-19,0-1-1,0 1-12,-2 0-19,2 2-10,-3-1 13,0 0-12,0-1-24,-3-4-15,3-1-7,-3-2 22,0-6 7,0-1 16,0-4 29,0-1 46,0 0 21,0 0 1,0-3-1,0-6-57,0-1-9,0-4-1,3-3 3,-3-1-3,3 0-2,0-1-21,1 0-2,-4 0 25,6 1-16,-3 0-20,6-2-12,-3 1-16,4 1 31,-1-1-24,0 0 24,-2 5 1,2 0 19,0 4 13,-3 2 7,4 4 67,-7 0-16,3 3-16,0 0 3,0 1-20,1 0 7,2 0-9,-3 5-1,3 1-18,1 3 18,-1 2 23,0 0 3,1 3-29,-4 3-18,3 0 3,-3 2-3,0 0-1,1-1-26,-1 2-3,0 0-25,0 0 2,7 0-28,-4 0 35,3-2-58,1-2-87,-1-1 18,4-3 1,-4-2-53,4-2-98,-4-4 0,0-3-137,4-1-109,-4-4 290</inkml:trace>
          <inkml:trace contextRef="#ctx0" brushRef="#br2" timeOffset="1523.08">16668 3381 234,'0'0'143,"0"0"-91,0 0 30,25-103 426,-16 74-175,-3 2-177,-3 3 3,0 3 7,0 4 35,-3 5 42,0 3-23,0 2-49,0 2-23,0 2 10,-3 1-43,0 1-22,0 1-7,0 0-9,0 0-30,-6 0-47,-4 2-16,1 5 0,-4 2 3,1 4 11,2 2 2,-2 0 1,6 3 1,-1-2-1,4 2 2,3-3-3,3 1-23,0-2 4,0 0-4,3-1 1,3 0 0,4-2 3,5 1-3,1-3 21,2-1-17,1 0 2,6-1-6,-4 0-10,1-1 29,0 0-20,-4-1-57,1 1 6,-4 1 23,4 1-1,-10-1-9,1 2-3,-1 0 25,-6 1-6,0 2-3,-3-1 25,0 2-25,0-1 48,-9 1 0,-4 0 2,-2-1 30,-4 0-19,-2-2-13,-4 0 16,0-1-16,-6-1-45,0-2-78,-3 0-74,0-1-92,-7-2-130,4-3-262,0 0-37</inkml:trace>
        </inkml:traceGroup>
      </inkml:traceGroup>
    </inkml:traceGroup>
  </inkml:traceGroup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30T08:46:53.988"/>
    </inkml:context>
    <inkml:brush xml:id="br0">
      <inkml:brushProperty name="width" value="0.06667" units="cm"/>
      <inkml:brushProperty name="height" value="0.06667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827DFC98-BCB5-44A1-9ECF-618CA1FB48EB}" emma:medium="tactile" emma:mode="ink">
          <msink:context xmlns:msink="http://schemas.microsoft.com/ink/2010/main" type="writingRegion" rotatedBoundingBox="17432,13214 25125,12953 25162,14029 17468,14289"/>
        </emma:interpretation>
      </emma:emma>
    </inkml:annotationXML>
    <inkml:traceGroup>
      <inkml:annotationXML>
        <emma:emma xmlns:emma="http://www.w3.org/2003/04/emma" version="1.0">
          <emma:interpretation id="{B92B132A-F950-40E4-AE05-6206B160B88A}" emma:medium="tactile" emma:mode="ink">
            <msink:context xmlns:msink="http://schemas.microsoft.com/ink/2010/main" type="paragraph" rotatedBoundingBox="17432,13214 25125,12953 25162,14029 17468,1428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B96EC40-9890-4712-A5BB-3F756478CAFB}" emma:medium="tactile" emma:mode="ink">
              <msink:context xmlns:msink="http://schemas.microsoft.com/ink/2010/main" type="line" rotatedBoundingBox="17431,13214 25125,12953 25162,14029 17468,14289"/>
            </emma:interpretation>
          </emma:emma>
        </inkml:annotationXML>
        <inkml:traceGroup>
          <inkml:annotationXML>
            <emma:emma xmlns:emma="http://www.w3.org/2003/04/emma" version="1.0">
              <emma:interpretation id="{D4DB2375-C539-47A5-87D3-7BCD3C1E9DE8}" emma:medium="tactile" emma:mode="ink">
                <msink:context xmlns:msink="http://schemas.microsoft.com/ink/2010/main" type="inkWord" rotatedBoundingBox="17435,13174 21046,13501 20964,14411 17353,14084"/>
              </emma:interpretation>
              <emma:one-of disjunction-type="recognition" id="oneOf0">
                <emma:interpretation id="interp0" emma:lang="en-US" emma:confidence="0">
                  <emma:literal>Yellow</emma:literal>
                </emma:interpretation>
                <emma:interpretation id="interp1" emma:lang="en-US" emma:confidence="0">
                  <emma:literal>-yellow</emma:literal>
                </emma:interpretation>
                <emma:interpretation id="interp2" emma:lang="en-US" emma:confidence="0">
                  <emma:literal>yellow</emma:literal>
                </emma:interpretation>
                <emma:interpretation id="interp3" emma:lang="en-US" emma:confidence="0">
                  <emma:literal>-Yellow</emma:literal>
                </emma:interpretation>
                <emma:interpretation id="interp4" emma:lang="en-US" emma:confidence="0">
                  <emma:literal>Fellow</emma:literal>
                </emma:interpretation>
              </emma:one-of>
            </emma:emma>
          </inkml:annotationXML>
          <inkml:trace contextRef="#ctx0" brushRef="#br0">571 98 167,'0'0'134,"0"0"-95,0 0 7,0 0-20,0 0 290,0 0 108,0 0-209,0 0-88,0 0-39,0 0-7,0 0 16,0 0 30,0 0-4,0 0-22,0 0-23,0-31-13,0 30 3,0 1 3,0 0-3,0 0-1,0 0-8,0 0-11,0 0-3,0 0 0,0 0-3,0 0 0,0 0-3,0 0-7,0 0-10,0 0 4,0 0-4,0 0 1,0 0-4,0 0-3,0 1-3,10 2 3,-5 0 3,4 4-3,1 0 26,0 1-40,5 3 20,-1-1 10,1 2-30,-1-1 2,1 0 18,0 0-6,-1 0-16,1 3 0,0 1 26,9 1 9,-9 3-18,9-4-17,-4 0-35,-1-1 31,-4-1 1,-1-2 3,1 2 0,-5-3 0,4 1 0,-4 0 16,0 0-15,0-2-1,0 2 0,-1-5 0,-4 1 0,5-3-16,-10 1-3,5-2-10,0 0 1,0 0 5,-5-3-6,0 0-3,0 0 0,0 0-6,0 0-7,0 0 0,0 0-9,0 0-4,0 0-4,0 0-8,0-3-37,0-1-38,0-2-59,0 1-62,-5-2-91,-5 1-197,0-5-68,5 2 243,35 60 326</inkml:trace>
          <inkml:trace contextRef="#ctx0" brushRef="#br0" timeOffset="501">1030 140 88,'0'0'75,"0"0"104,0 0 379,0 0-60,0 0-218,0 0-72,0 0-30,0 0-9,0 0-27,0 0-12,0 0-11,-15-22-6,15 22-26,0 0-16,0 0-7,0 0-6,0 0-1,0 0 7,0 0-6,0 0-10,0 0-4,0 0-5,0 0-11,0 2-2,0-1-4,0 3-6,0 0-3,0 2 6,0 3 22,-5 2-12,0 2-17,-4 5 14,4 6-23,-5 2 29,10 3-1,-10 1-9,5 3-22,-4 2 4,4-2 21,-5-1-25,0 4-10,5 1 10,-5-3 23,1 5-23,-1-2 0,0 1 0,0 1 0,-4-1-13,4-1 0,0 0 1,-4-5-17,4-3 13,0-7-15,10-2 12,-10-5-38,10-2-17,-5-5-5,5-1-4,0-6 0,0 2-13,0-3-23,0 0-19,0 0-16,0 0-37,0 0-19,0 0-30,0 0-23,0 0-43,0-7-68,0-3-135,0 0 76,5-3 286,-10 50 147</inkml:trace>
          <inkml:trace contextRef="#ctx0" brushRef="#br0" timeOffset="1298">1298 586 182,'0'0'117,"0"0"-68,0 0-10,0 0 7,0 0 527,0 0-140,0 0-182,0 0-98,0 0-20,0 0 0,5-7 0,-5 7-7,0 0-13,0 0-29,0 0-26,0 0-16,0 0 0,0 0-3,0 0-20,-5 0-19,-5 2 1,10 3 0,-9 2 18,4 3-3,-5-1 4,-5 1-17,10 0-3,-4-2-12,4 1 3,0 2 9,5-1 1,0-3-1,0 0 0,0-2-26,0-1 15,0-1 11,5 1 0,5-1-19,9-2-36,-4 1 4,14-2 5,-5 0-25,6 0-3,4-2-17,-5-7-6,0-2 16,1 1-16,-1-2 6,-10 1 52,1 0 26,-5 1 13,-11 1 4,1-2 9,-5 2 19,0 0 17,0-1-1,-5 5 46,-4-2 23,-6 0-33,-4 3-26,-1 0-54,1 2-2,-6 2 40,1 0 9,-1 0 7,1 0-22,-5 6 0,9-2 2,-9 1-2,9 2-4,-4 0 0,4 3-3,1-1 13,4 1-26,1 1-13,-1 0 42,5 3-3,-4-1-41,9 2 0,-5 3 0,5-1 1,5 2 0,-5 0-1,5 0 12,0 2 6,0-3-19,0 0 10,10 0-11,5-3 2,4 0-2,1-2-12,4-2-35,5-1-13,5-2 3,-4-2 16,9-2-3,-10-4-19,5 0 19,0 0 22,1 0 8,-1-4 14,0-6-21,-5 2-42,-4-2 9,4 1-6,-5 0-7,-4 0-7,-1 2-25,-4-1-49,0 2-46,-6-1-65,-4 2-72,5-2-46,-5 3 9,0-2 95,-5 1 59,0-1 212</inkml:trace>
          <inkml:trace contextRef="#ctx0" brushRef="#br0" timeOffset="2040">1776 186 48,'0'0'134,"0"0"-59,0 0-30,0 0-19,0 0 17,0 0 9,0 0 440,0 0-88,0 0-170,-9-17-39,9 12 0,0 3-6,0-2-15,0 1-25,0-1-20,0 1-29,0-1-26,0 2 1,0-1-5,0 1-6,0 2-9,0 0-4,0 0-6,0 0-7,0 0-2,0 0-1,0 0-7,0 0-15,0 2-11,0 3 2,0 6 34,0 2 3,0 3-3,0 5 4,0 1-29,0 4-10,0 1 32,0 2-16,0 1-16,14 2-1,-4 3-1,0-2-2,-1 3-20,1-2 21,0-2 13,5 1-12,-10-2-1,4-3 2,-4 1 4,0-2-6,-5-1-19,5-1 19,-5 0 0,0-1-35,0 1 32,0-4-58,0-2 46,0-1-11,0-5-6,0-3-9,0-6-7,0 0 10,0-1-4,0-3-3,0 0-6,5 0-16,0 0-17,0 0-12,-1 0-33,1-5-45,10-4-92,0 0-136,-6-2-177,6-4-131,0-3 250,-1-3 374,-121 109 86</inkml:trace>
          <inkml:trace contextRef="#ctx0" brushRef="#br0" timeOffset="2480">2172 209 165,'0'0'49,"0"0"88,0 0-33,0 0 574,0 0-284,0 0-160,0 0-55,0 0 0,0 0-1,0 0-20,-44-54-9,44 54-7,0-2-20,0 2-23,0 0-15,0 0-7,0 0 3,0 0-1,0 0-5,-5 0-20,5 0-10,0 8-25,-5 1 13,0 7 22,0 4 0,0 1-10,0 5-6,5 0 3,-5 3-9,5-2-14,0 5 8,0-1-23,0 5 16,0-6-19,5 4-2,5-5-17,-5 7 16,5-6 3,-5 7 2,4-1-1,1 1-1,-5 0 0,10 0-29,-10 0 14,4-3 2,1-3-9,5-3-10,-10-3-31,4-6 16,-9-2-20,10-6-12,-5 0-20,0-6-35,0 1-22,-5-6-69,0 0-52,0 0-37,0 0-56,0-3-52,0-8-155,0-3 16,0-4 248,0-2 310</inkml:trace>
          <inkml:trace contextRef="#ctx0" brushRef="#br0" timeOffset="3796">2455 616 364,'0'0'33,"0"0"29,0 0 723,0 0-339,0 0-212,0 0-46,0 0 0,0 0 0,0 0-17,-25-26-20,25 26-26,-5 0-25,5 0-20,0 0-16,0 0-3,0 0-14,0 0-15,-5 0-19,5 7 3,-9 4 19,4 3 6,-5 0-9,0 4-19,1 1-13,-1-3 0,10 5 1,-5-1-1,0 0 0,5-1-3,0 1-10,0-2 13,0 0-25,5-1 9,10-5-19,-6 0-19,11-1-1,-1-3-15,6-2 0,-1-5 25,1-1-16,4 0 6,-5 0-21,5-7-8,-4-4 0,-1-2 4,6-1 31,-16-1-15,6-2-7,-6-2 58,-4 1 13,-5 1 19,-5-1 4,0-1 19,0 2 12,-10-1 5,-4 3-43,-1 0 35,0 3 10,1 1-19,-6 2-29,1 1 19,-1 1-6,1 3-24,4 1 10,-5 3-12,6-2-2,-1 2 2,1 0 12,4 0-12,0 0-4,5 0 1,0 0 1,5 0-1,0 0-16,0 0-1,0 0-2,0 0-10,0 0 3,10 0 0,0 0 3,0 0 26,9 0 13,1 0-13,4 0-1,5 0-12,1 0-19,4 0-4,-5-6 1,5 1 24,0 1 11,-9-5 1,9 4 2,-10-1-2,1 1-1,-1 1 1,-4 0-1,-6 1 36,-9 3-1,5 0 7,-10 0-10,5 0-6,-5 0-13,0 0 0,0 3 13,0 5 9,0-3-14,0 4-19,0 0 25,0 2-7,5 2-19,-5 0 15,4 0-4,-4 0-10,5 1-1,0 0 9,0-2-10,-5 3 0,5-2 1,5-1-1,-10-1-1,9 0-2,-4 0-7,-5 0 10,0-3 0,5 0 13,0-1-9,-5 0-3,0-3 15,5 0-16,0 0-1,-5-2-3,0-1-12,5-1-6,-5 0-1,5 0 7,4 0 14,-4-1 2,5-6 1,0-1 12,4-3-13,6-3 1,-5-4 13,-1-2 2,1 0-13,-5-2 10,-1 2-12,1 2-1,5-1-5,-10 4 4,0 6 2,-1 0 17,-4 3 21,0 4-4,0 0-3,0 2 0,0 0 3,0 0 0,0 0 0,0 0-9,0 0-13,0 4-13,0 2-4,0 3 4,0 2 13,0 3 3,0 4-15,0-3 0,5 0-2,0 2-8,0-2 9,5 0 0,0 1-16,4-3-23,-4 2 1,10-1 0,-6-4 3,1 0 3,4-3 0,6 0-17,-6-6 1,1-1 7,-6 0 5,6 0-12,4-1 0,-9-9 12,4 3 1,1 0 6,-5-2 0,-1 2 10,1-4 6,-5-1 13,4 1 0,-4 0 19,-10-2 23,0 2-7,5-1-22,-5 1 0,0-1 16,0 2-10,0-4 33,0 1-33,-5-1 20,0 0-39,0 0 22,-9-2 6,14 2-27,-15 2 27,10-3 7,-5 2-6,1 1 19,-1 0-29,5 2-3,-5-1 3,5 2 13,-4 3-9,9 1-4,-10 2-6,10 0-11,-5 3 1,5 0 8,0 0-11,0 0-29,0 0-6,0 0-7,0 0-6,0 0-9,0 0-8,0 0 1,0 0 16,0 0-3,0 6-43,0-1-35,0 1-39,0 0-94,0-1-66,-5-1-120,5 1-204,-5-3 59,0-2 456,20-39 128</inkml:trace>
        </inkml:traceGroup>
        <inkml:traceGroup>
          <inkml:annotationXML>
            <emma:emma xmlns:emma="http://www.w3.org/2003/04/emma" version="1.0">
              <emma:interpretation id="{EBAC1015-63C5-4BBD-9ED5-FA595C4EED42}" emma:medium="tactile" emma:mode="ink">
                <msink:context xmlns:msink="http://schemas.microsoft.com/ink/2010/main" type="inkWord" rotatedBoundingBox="22243,13171 25129,13073 25158,13910 22271,14007"/>
              </emma:interpretation>
              <emma:one-of disjunction-type="recognition" id="oneOf1">
                <emma:interpretation id="interp5" emma:lang="en-US" emma:confidence="0">
                  <emma:literal>Green</emma:literal>
                </emma:interpretation>
                <emma:interpretation id="interp6" emma:lang="en-US" emma:confidence="0">
                  <emma:literal>green</emma:literal>
                </emma:interpretation>
                <emma:interpretation id="interp7" emma:lang="en-US" emma:confidence="0">
                  <emma:literal>Careen</emma:literal>
                </emma:interpretation>
                <emma:interpretation id="interp8" emma:lang="en-US" emma:confidence="0">
                  <emma:literal>careen</emma:literal>
                </emma:interpretation>
                <emma:interpretation id="interp9" emma:lang="en-US" emma:confidence="0">
                  <emma:literal>[preen</emma:literal>
                </emma:interpretation>
              </emma:one-of>
            </emma:emma>
          </inkml:annotationXML>
          <inkml:trace contextRef="#ctx0" brushRef="#br0" timeOffset="5823">5407 48 157,'0'0'130,"0"0"-81,0 0-10,0 0 3,0 0 314,0 0 172,0 0-284,0 0-166,0 0 0,0 0 32,34-40 17,-34 35-20,5 1 3,-5 1-13,0-1-29,0 3-16,0-3 0,0 2 6,0 1 13,0-2-9,0 2-8,-5-1-18,0 0-1,0-1-6,-5-3 0,6 4 3,-6-4-3,5 3 10,-5 1 3,0 0-7,-4-1-13,-1 2-21,-9-3 0,9 4-1,-9 0 4,-6 0 18,6 0-19,-5 0 17,0 4-17,-1 3 8,-4 4-9,5 1 12,0 1 2,-1 2-16,6 1 0,-5 2 0,-1 4 1,6 1 2,-1 5-2,6-1-2,4 2 1,6 1-2,-6-1-13,15 5 15,-5-5 6,0 3 10,5-2-16,0-1 13,5-2-13,5-2 0,4-3-16,6-3-3,-5 0-20,9-4 7,0-1 29,6-3-36,-1-4-9,0-2 20,5-3-18,5-2 1,-4 0-16,4 0-52,-10 0-29,5-7 3,-10 1-22,1 0-34,-11 0-49,6 1-81,-5-4-82,-6 3-33,1-4 65,0 2 179</inkml:trace>
          <inkml:trace contextRef="#ctx0" brushRef="#br0" timeOffset="8183">5256 334 393,'0'0'92,"0"0"-76,0 0 734,0 0-360,0 0-221,0 0-32,0 0 15,0 0-9,0 0-27,-5 0-22,5 0-23,5 0-16,4 1 39,1 2-11,5-2-15,4 1-10,1-1-33,4-1 4,5 0 3,-4 0-6,4 0-13,0 0-13,-4 0 2,4 0 0,-5 0 0,1 0-1,-1-3-1,-4 2-12,-1-2 8,-4 3 1,0 0 1,-6 0 0,1-1 0,-5 1 0,10-2-11,-15 1 11,9-2-1,-4 3 0,-5 0-10,0 0-3,0 0 0,0 0-9,0 0-1,0 0 15,0 0 11,5 0 20,0 4 2,0 3-3,-5 0-17,10 7 14,-10 1-3,9 3-9,-4 0 8,-5-1-12,5 3-2,5-4 0,-10 3 2,5 3 0,0-1 13,-5-1-10,5 0-3,-1-4-3,1-1 2,-5-1-22,0-3 11,0 0-4,0-4 16,0 0-4,0-2-21,0-3 2,0-1 4,0 3 17,0-4 2,0 0 13,0 0-1,0 0 17,0 0-3,0-12-26,0 1 0,0-6 17,0-1-17,0-4-19,0 2-13,0-4 32,5 3-3,10 1-39,-5 4 26,4 1 16,1 1 0,0 2 1,-1-1 0,1 2 1,-1 3 0,1-1-2,5-2-2,-1 2-24,-4 0 13,4 2-3,1-1 14,-6 2-1,1 1-10,-5 2 12,-5 0-2,0 3 2,-1 0 1,-4 0-1,0 0-1,0 0-1,0 0-13,0 0-3,0 0-4,0 0 23,0 0 25,0 7 7,0 1-12,0 3-8,0 2 4,0-2-14,5 1-2,-5-3-4,5 2 4,-5-2 4,5 0 15,-5 2-16,10-4 0,-5 1 10,5-1-12,-6-1-1,6-2 3,0-1 10,5-1 10,-6 0-1,6 0-22,0-2-2,-1 0-17,1 0 16,4 0 1,1-4-2,-5-4-12,-1 1 3,6-1 1,-6-3 8,1 1 1,-5-1 2,0 3 1,-6-4 1,1 0 6,-5-2-7,0 1 0,0 4 1,0-1 43,-5 2-44,1 1-19,-6 3 18,0 0 0,0 1-2,-4 3-10,4 0 11,-5 0 2,-4 0 22,-1 3 4,-4 2 3,4 5-3,1 1-7,-1 1 7,10 3-4,-4-2 4,4 0-26,0 3 13,5 0-10,1-1 10,-6 3 6,10 0-17,0 0 11,0 0 9,0-2-3,0-1-19,0 0-12,10-4 10,-6 4 2,11-2 3,5 0 22,-6 0-25,11-2-11,-1 1-9,5-5-18,5-2 6,1-2-13,9-3-13,-5 0 4,0 0-1,-5 0 0,5-4 1,-5-3-11,5-1 14,-10 0 25,5-3 6,-4 0 20,-6-3 4,5 2-2,-14-1 13,9-3-14,-9-1 1,5 1 40,-6-5-19,-4-1-17,0-1-6,0 1-1,-1-1 1,-4 3 13,0 0 10,0 3-20,-5 0-2,0 0 31,0 5-31,-5-1 47,0 2-6,-5 3-16,6 1 16,-6 3-26,0 3 25,5-1-2,-5 2-37,5 0-2,-9 0-2,4 0 0,0 0 2,-4 0 14,-1 5 8,0 3 4,1 1-4,-1 5 4,5 1-7,-4 2 10,-1 1-10,0-1 7,6 1-14,4 3-12,-5-3-1,10-2 0,0 1 1,0-2-1,0 1 1,0-1 1,0 2 12,10-2-13,-5 0 0,4-4 0,6-3-19,0 3 3,9 1-16,1-6 10,-6 2-4,5-2-13,6-2-9,-6-1-6,5-3-7,6 0-7,-6 0 4,5 0-4,0 0 17,5-9-17,-10 2 0,6-6 26,-6 2 16,0-2-6,-4 1-4,-6-3 9,1-2 27,-6-2 2,-4-1 17,5-2-19,-10-2-23,4 0 23,-4-4 7,0 4-7,-5-4-3,0 2 3,0 1 16,0 3 48,0 2 7,0 5 20,-5 4-23,0 1-23,5 5 16,-9-1 3,4 3 1,5-1-11,-5 3-15,5-2 2,0 3-2,0 0-7,0 0-10,0 0-20,0 0-2,0 3-2,0 4-1,0 1 3,0 4 21,0 2 5,0 4-4,0 2 10,0 0-6,0 2-13,0-3-11,0 0 17,5 0-18,4-1 0,-4 1-1,0 2 0,0-2 27,0 3-27,0-1-4,0-5 3,0 1-15,-1-2 4,-4-4 11,5-2-15,-5-2 12,0-1-18,0-5 6,0 0 14,0-1 1,0 0 0,0 0 0,5 0 1,-5 0-1,0-4-1,0-4-11,0-3 11,0-1 2,0-7 2,10-3-2,-5-6-1,5 1 0,-1-4 1,6-1 0,-5 1-26,4 4 13,1 2 13,0 3 1,-1 4 3,6 2-3,-6 2 2,6-1-1,4 4 1,1-1-2,-1 2-1,1 1 13,-6 4-13,1 1 0,-1 2-16,-4 2 14,-1 0-1,-4 0-20,5 0 4,-10 4 17,0 7 2,-1 4 19,1 5 6,0 4-25,-5 3-1,0 1 1,0 2 20,0-1-20,0-1-1,0-3-69,0-2 5,0-1-40,0-4-30,5-3-65,-5-2-94,5-4-141,-5-5-271,5-4-359,-5 0 961</inkml:trace>
          <inkml:trace contextRef="#ctx0" brushRef="#br0" timeOffset="6170">5421 411 118,'0'0'137,"0"0"-13,0 0-75,0 0 740,0 0-372,0 0-190,0 0-35,0 0-24,0 0 10,0 0-13,-29-62-10,29 59-26,0 3-23,0 0-23,0 0-16,0 0 0,0 0-6,0 0-10,0 0-22,0 4-26,0 3-1,0 5 36,5 1 4,5 3-17,-5 3-22,4 1-2,-4 3 0,5-1 1,0 0-1,-10 0-1,10 0 1,-10 0-2,0 0 1,0 2-3,0-6-9,0 2-17,0-1-15,0-3 25,0 1-26,0-4-9,0 0-14,0 0 11,0-6-1,0 2-19,0-5-13,0 3 0,0-6-22,-5-1-27,5 0-36,0 0-32,0 0-36,0 0-21,-5-8-58,5 1-134,0-4-39,0-2 191,-5 0 237</inkml:trace>
        </inkml:traceGroup>
      </inkml:traceGroup>
    </inkml:traceGroup>
  </inkml:traceGroup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0:09.261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1CC5E2D0-C556-4F9C-8C82-283B78ACAADC}" emma:medium="tactile" emma:mode="ink">
          <msink:context xmlns:msink="http://schemas.microsoft.com/ink/2010/main" type="inkDrawing"/>
        </emma:interpretation>
      </emma:emma>
    </inkml:annotationXML>
    <inkml:trace contextRef="#ctx0" brushRef="#br0">2429-6808 134,'0'0'23,"0"0"-22,0 0 15,0 0 13,0 0 7,0 0 183,0 0 227,0 0-234,0 0-134,0 0-35,0 0 12,0 0 20,0-14-4,0 12 17,0 2-6,0-1-17,0 0-17,0 0-9,0 1 46,0 0 9,0 0-13,0 0-19,0 0-17,0-1-3,0 0 0,0 1 4,0 0-1,0 0-3,0 0 0,0 0-3,0 0 0,0 0-4,0 0 1,0 0-4,0 0 0,0 0 1,0 0 2,0 0-3,0 0-6,0 0 0,0 0 0,0 0-4,0 0 1,0 0-4,0 0-3,0 0-3,0 0 0,0 0-11,0 0 1,0 0-2,0 1-1,0-1-1,0 1-12,0-1 1,0 0-5,0 0-2,0 0-10,0 0-6,0 0-1,0 1 1,0 0-4,0 1 4,4 2 19,2-1 13,0 3 5,0-2-2,3 2 0,1 1 1,-1 0 1,0 0 10,1 2-11,-1-2-2,0 3 1,1-1 0,2 0 2,0 2-2,-2-1-1,2 3-13,1-1 14,-1 2 18,0-1-18,1 2 0,-1-2 15,4 2-15,-1-3-2,1 2 2,-1-2 1,1 0 18,-1 2-15,4-1-4,-1 2 19,1 0-18,3-1-1,-4 1 13,4-2-10,-3 1-3,2 0 23,-2 0-20,3-1 19,-1 0-9,-5-2-11,2 2-1,-2-2-2,3 0-1,-7-1-23,0 0 22,4 0 3,-7-2-13,4 1 13,-4 0-2,3-1 2,-2 0 4,-4-1-3,3 0-1,0-2 0,-2 2-13,2-3 12,-3 2 1,0-1-36,0 0 17,-2-2 0,2 1-14,-3-1 1,3 1 0,-3-2-26,0 0-26,0 0-52,0-2 16,1 0-17,-1 0-18,0 0-37,-3 0-55,3 0-46,-3-1-76,0-4-35,0-2 124,-3 0 223</inkml:trace>
    <inkml:trace contextRef="#ctx0" brushRef="#br0" timeOffset="712">3109-6888 150,'0'0'103,"0"0"-103,0 0 0,0 0 113,0 0 288,0 0-45,0 0-125,0 0-101,0 0-45,0 0 9,0 0 46,0 0 9,3-2-26,-3 2-19,0 0-10,0 0-7,0 1-6,0 0-3,0 0-4,0 0-9,0 0-4,-3 3-10,3-1-19,-7 3-6,-2 0-13,-3 2-12,2 4 28,-5-2 0,2 2-13,-2 2 10,-1 1 9,1 2-16,-4 1-6,1 3 13,-1 0-13,0 1 19,-5 1-29,5 2 13,-6-1-16,7 3 2,-7 0-2,3 3 0,0-1 13,1 0-12,2 0 0,-3-1-1,1-2 0,5-1 0,-2 0 1,-1-2-1,4-1-19,-1-1 18,1-1 0,-1 0-2,4-3 1,-4-1-10,7 0 8,3-3 1,-4-1-16,1-1-5,3-2 22,3-2-8,0-3 6,-1 0-15,1-1-19,0-1 2,0-1 14,3 0 9,0 1-3,0-2-16,0 0-16,0 0-1,0 1-5,0-1-5,0 2 1,0-2-29,0 2 10,0 0-20,0 0-20,0-1-6,0-1-36,0 0-52,0 0-37,0 0-41,0 0-28,0 0-51,0 0 107,-9 0 128,3 0 67,6 0 50</inkml:trace>
  </inkml:traceGroup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3:55.200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FBA52C03-28BB-4A51-9177-6B0B67AC73E9}" emma:medium="tactile" emma:mode="ink">
          <msink:context xmlns:msink="http://schemas.microsoft.com/ink/2010/main" type="inkDrawing"/>
        </emma:interpretation>
      </emma:emma>
    </inkml:annotationXML>
    <inkml:trace contextRef="#ctx0" brushRef="#br0">-3471-1078 91,'0'0'72,"0"0"-72,0 0 0,0 0 22,0 0 4,0 0 466,0 0-153,0 0-186,0 0-26,0 0 26,0 0 7,0 0-24,0 0-38,0-16-27,-3 14 13,3 0 20,0-1-10,-3 0-61,3 2 28,0-1 62,0-1-45,0 1-43,0 1 14,0-1 15,0 0-16,0 2 4,0-1-4,0 1 0,0 0-6,0 0-3,0 0-10,0 0-7,0 0-3,0 0-15,0 0-1,0 0-1,0 0-2,3 2-13,-3 0-9,0 1-4,0 3 13,0 1 13,0 2 0,0 3 13,0 3 25,0 0-34,0 2 21,0 2-5,0 1-18,0-1-1,0 0-2,0 0 4,0 1 13,0 1-14,0 0-2,-3 0 15,3 1-15,0-1 0,0-1 0,-3 1 1,3 0 9,0-2-10,0-1-1,0-1-3,0-4 4,0 0-2,0-2-30,0-2 32,0 0 0,0-4-1,0 0-31,0-2-6,0 0-7,0-1 25,0-1-8,0-1-14,0 0-7,-4 0-5,4 0-14,0 0 0,-3 0 1,3-1 8,0-1 11,0-2-4,0 0-12,0-2-72,0-4-153,0-1-43,0-5-81,0-2-167,0-2 113,0-4 362,3 140 105</inkml:trace>
    <inkml:trace contextRef="#ctx0" brushRef="#br0" timeOffset="372">-3511-1093 185,'0'0'29,"0"0"-6,0 0-23,0 0 973,0 0-611,0 0-125,0 0-68,0 0-13,0 0-1,0 0-12,9-5-34,-3 1-15,3 2-13,-6 0-27,4-2-25,-1 2 7,3 0-4,7-1-29,2 0 16,1 0 10,6 1 0,3-2-10,0 2-19,-1 1-6,8 1-45,-1 0-1,0 2-3,-6 3-73,-10-1 128,-8-3 0,-1-1-16,0 0-110,0 0 19,-2 0 20,-1 0 25,-3 0-64,-3 0-140,0 0-131,-6 0-117,-4 0-210,-5-1 535</inkml:trace>
    <inkml:trace contextRef="#ctx0" brushRef="#br0" timeOffset="859">-3564-827 40,'0'0'46,"0"0"-27,0 0 1,0 0 22,0 0 311,0 0 201,0 0-359,0 0-130,0 0 13,0 0 36,0 0 26,0 0 3,15 19-39,-12-19-23,1 0 4,2 0 18,0 0-9,3 0-36,1 0-15,2 0-14,0 0-7,4 0-18,-4 0 9,4 0-13,-1 0-4,1-2 2,2 1 2,-2-1 0,3 0-25,-4 0-46,1 1-39,-4-3-68,0 1 28,-2 1-57,-1-2-50,0 1-118,1-2-117,-4-1 81,-6-1 248,0 3 163</inkml:trace>
    <inkml:trace contextRef="#ctx0" brushRef="#br0" timeOffset="2089">-2963-818 58,'0'0'42,"0"0"-22,0 0 42,0 0 427,0 0 172,0 0-297,0 0-185,0 0-43,0 0 20,0 0 13,0 0-21,0 0-22,0 0-45,0-7-33,0 3 23,0-1-26,0-1 3,0 0 13,0 0 26,0 0-62,3 1 36,1-2-45,-1-1 3,0-1 26,0 0-42,0-1-3,0 1 32,0-1-32,3-2-9,-2-1 9,2 1 1,0-2 2,-3 1-3,3 2 0,0 0-3,1 0 3,-1 1 0,-3 0-2,3 2 2,-3 1 0,0 1 12,0 1-8,1-1-5,-1 1 1,-3 0-3,3 0 3,-3 0 0,3 2 0,0-1 0,-3 1 0,0 2 0,0 0 20,0 1 2,3 0-9,-3 0-11,0 0-1,0 0 1,0 0 0,0 0-2,0 0-1,0 0-12,0 0-12,0 0-26,-3 1-20,3 3-15,-6 2 19,6 2 25,0 3 26,0 4 26,0 3-10,0-1 0,0 2-4,0 0 2,0 1 2,0 0 13,0 2-12,0-2-1,0 1-6,3 0 2,0 0-56,-3 0 5,3 1 35,0-2-25,-3 0 20,3 0-11,-3 0 14,0-1-7,0-1-16,0-2 15,0-2 29,0 0-34,0-2 16,0 0 17,0 0-75,0-2 74,0 0-75,0-2 65,0 0-6,0-2 3,-3 0-59,3 0 56,-3-1-43,0 0-32,3-2 52,-3 0 19,0-1-48,0 0-14,0-1 33,-1 1 21,1-2 31,0 1 78,0-1-42,0 0-7,-3 0-3,6 0-7,-6 0-2,3 0-15,-4 0-2,1 0 1,-3 0-1,3 0 2,-1 0-2,-2 1-1,3 1-15,-3-1 12,5-1 4,-2 0 2,0 1-2,6-1-2,-3 0 0,0 0 0,0 1-1,3-1 1,0 0-2,0 0 2,0 0 1,0 0 0,0 0 0,0 0-1,0 0 0,0 0 0,0 0 0,6 0-30,-3 0-23,3 0 13,0 0 3,4 0 39,-1 0 9,4 0 24,2 0-15,1 0-18,2-3-65,-2 0-52,-4 0 42,0-1-87,4 0-70,-10 0-93,0-2-204,1-1 246,-7 0 248</inkml:trace>
    <inkml:trace contextRef="#ctx0" brushRef="#br0" timeOffset="3224">-1989-1112 135,'0'0'3,"0"0"17,0 0 19,0 0 691,0 0-404,0 0-173,0 0-65,0 0 74,0 0 30,0 0-23,0 0-56,0 0-83,0 0-11,-34-14 1,28 14-20,-4 1 1,-2 3 18,-4 2 7,1 1-13,-1 0-13,-2 2 2,-1 2-2,-2 0 13,-1 2 23,3 1-18,-2 2-18,-1 2 0,0 1 1,0 1-1,1 2 12,5 1-11,-2 1 17,5-2-6,1 2-12,-1-1 0,4 1 28,3 0-27,0-2 0,3 0-1,3 0-9,0-2-4,0-1 0,0-2-7,3 1-28,6-2 47,3-2-51,1 0 49,2-2-17,1-2-35,-1-1 29,4 0 26,0-2 1,-1-2 16,4-2-17,-4-1-43,1-2 12,0 0 30,-1 0-37,1-3-17,-4-5-13,1 0 22,-4-2 11,1 0-47,-1-1 76,-6-2 6,0 1 0,1 1-23,-7-1-3,0 1 26,0 1 20,0 2 12,0 1-31,0 2 129,-7 4-7,4-2 14,0 3-11,0 0-35,3 0-36,0 0-26,0 0-7,0 0-9,0 3-13,0 0-13,0 2 13,0 1 10,0 4 29,0 2-7,-3 1-6,3 3-7,0 0-19,0-1 2,0 1-2,0 2 3,0-1-3,0 1 2,0 2 7,3-1-9,-3-1 0,3 2-2,0-2 2,-3 1 1,3-2-1,4 0-3,-7-2-45,3-1-10,0-3-23,0-2-36,3 0-25,-3-2-14,0-2 23,0-3-26,1 1-62,-1-3-40,0 0-51,-3 0 93,0-6 125,0-3-278,0-3 176,0-5 156,0-1 40</inkml:trace>
    <inkml:trace contextRef="#ctx0" brushRef="#br0" timeOffset="4004">-2138-691 27,'0'0'163,"0"0"-58,0 0 716,0 0-401,0 0-186,0 0-29,0 0-14,0 0-16,0 0-33,0 0-71,16-3-51,-13 3-1,3-2 7,0 1-26,7-2-23,5-1-19,1 0 26,2 1 3,4-2-22,3 0-40,0 1-38,0-1-26,0 1 9,0 0-16,3-2 23,-6 0-63,-4-1-25,1 0-46,-3 0 123,-7 0-58,0 1 9,-2 0 10,-4 0 115,0 2-50,-6-1 108,0 3 123,0-1 53,0 2-39,0 0 19,0 1 27,-3 0-20,-3 0-10,3 0-7,0 0-48,-4 0-36,4 0-30,0 1 4,-3 2 16,0 0-26,-3 2 36,-1 0-11,4 1-12,-3 0 20,-1 0-30,1 2-3,3 1-3,-3-1 33,2 1-56,1-1 0,3 1-2,-3 0 2,3-1-1,0 0-12,3-1 9,0-2-9,0 2 12,0-2-34,3 1 31,3-1 1,0-1-10,7 1-13,-1-2-9,4 0 35,2-2 32,1 1-1,-1-2-31,1 0-26,-4 0-48,7-5 19,0-1-33,-7 0 36,4-2 19,-7 0-9,1 0 19,-4 0 14,-3 0 9,-3 2 22,-3-2 11,0 1-32,0 1 80,-3 1-9,-3-1-46,-3 3 94,-1-1-29,1 4-13,-3 0-78,-1 0-4,-2 0 4,-1 0 4,1 0 21,-1 3 17,-2 2-29,-1 4 30,1 1-8,2 0-32,-3 2 46,7 0-18,0-2-31,-4 2-2,7 0 1,3 0-11,-1 1-3,4 0 15,0-2 0,3 1-41,0 0 18,0-2 17,10 1-75,-1-1 65,3 1-39,1-2 51,8 0-73,1-3 12,0 0 42,-1-1 4,4-2-92,3-2-51,0-1-89,0 0-110,3-1-37,-3-7-62,-3-1 219,0-3 239,-1-1 2</inkml:trace>
    <inkml:trace contextRef="#ctx0" brushRef="#br0" timeOffset="4639">-1456-836 155,'0'0'46,"0"0"-46,0 0 649,0 0-248,0 0-151,0 0-87,0 0-69,0 0-13,0 0 43,0 0 15,-31 38-54,31-29-14,-6 1 13,3-1-45,3 2-23,-6 0 10,6 1 10,0 1-17,-3 0-2,3 1-15,-3 0 6,0-1 8,3 2-10,0 0-6,0-1-9,0 0 8,0-1-35,0 1 20,0-2 13,3 0-7,0 0-38,0-3 12,-3 0-6,0-1-10,3-3 7,0 0 12,-3-2-25,0-2-23,0-1 35,0 0 46,0 0 29,0 0 16,0 0 36,0-2 23,3-4-30,-3-2-72,0-2 27,0-1-27,0-2-2,0-1 22,0-1-57,3-1 28,0-2-45,-3-2 7,10 1 0,-7 0-33,3-1 49,3 0-30,4 2 56,-1 2 3,4 2 53,-4 3-51,0 4 57,1 1-58,-1-1 37,-3 4 7,4-1-10,-7 3 11,0-1-45,4 2 28,-7 0-29,3 0-10,0 0 10,3 0 15,1 3-15,-4 2 0,3 1 10,0 2-8,-2 0 27,-1 3-16,0 1 6,0 0-19,4 2 0,-7-1 8,3 1-8,-6-1-1,6 1 0,0-1-10,-3-1 9,4 0-38,-4-1-5,0-1-46,-3-1 49,3-1-136,0-2 71,0-3-137,-3 0-42,3-2-33,-3-1 3,0 0-232,3-2 401,0-7 84</inkml:trace>
    <inkml:trace contextRef="#ctx0" brushRef="#br0" timeOffset="5151">-969-546 223,'0'0'460,"0"0"339,0 0-503,0 0-118,0 0 72,0 0-7,0 0-33,0 0-40,0 0-57,0 0-33,0 0-19,3 15-42,0-15-19,0-3-54,1-1-65,-1 0-35,-3 0-40,0-2-106,0 0-415,0-3-711,-16 30 1286</inkml:trace>
    <inkml:trace contextRef="#ctx0" brushRef="#br0" timeOffset="4906">-956-966 54,'0'0'183,"0"0"254,0 0 280,0 0-399,0 0-90,0 0 12,0 0-43,0 0-41,0 0-50,0 0-93,15 11-13,-12-11-36,-3 0 1,3 0-23,0 0-75,0 0-67,-3 0-8,4 1-149,-4 1-125,0 0-271,0 0 459,0 1 201,-31-24 93</inkml:trace>
  </inkml:traceGroup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0:34.714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EE6F7DE5-5F25-4A4F-B7A0-4CC943CFF044}" emma:medium="tactile" emma:mode="ink">
          <msink:context xmlns:msink="http://schemas.microsoft.com/ink/2010/main" type="inkDrawing"/>
        </emma:interpretation>
      </emma:emma>
    </inkml:annotationXML>
    <inkml:trace contextRef="#ctx0" brushRef="#br0">-3347-6599 70,'0'0'3,"0"0"59,0 0-23,0 0 222,0 0 293,0 0-176,0 0-176,0 0-66,0 0 1,0 0 28,0 0-25,0 0-30,0 0-16,12-9-7,-12 9-3,0 0-7,0 0-2,0 0-4,0 0-1,0 0-2,0 0-1,0 0 1,0 0-4,0 0 0,0 0-7,0 0-9,0 0 0,0 0-3,0 0-10,0 0-7,0 0-9,0 0-6,0 0-11,0 0 0,0 1 1,0 0-2,0 0-1,0 1-1,0-1-28,0 1-12,0-1-17,0 0-12,0 3-3,0-2-7,0 5 3,0 0 51,0 5 11,0 0 15,0 3 2,3 0-1,1 2 2,-1 0-3,0 1-12,0-1 9,-3 3 6,6-1-6,-3 0 20,-3 3-8,3-2 14,0 1-23,-3 0 0,0 0 15,3-1-15,1-3-24,-1 0 22,-3-2-12,3-1 14,0-1 29,0-1-29,-3-2-16,0 0 16,0-2 26,3-1-25,0 0-1,-3-3-7,0 1-57,0-2-7,0-2 4,0 3-7,0-3 29,0 1-36,0-2-16,0 1-32,0-1-20,0 0-13,0 0-29,0 0-27,0 0-10,0-1-71,-6-5-92,0-1-255,-4 0 558,32 24 63</inkml:trace>
    <inkml:trace contextRef="#ctx0" brushRef="#br0" timeOffset="340">-3338-6286 86,'0'0'91,"0"0"-61,0 0 12,0 0 206,0 0 312,0 0-266,0 0-158,0 0-28,0 0-30,0 0 26,0 0 19,3 6-39,0-6-22,4 0 6,-1 0-3,6 0-13,1 0-7,5 0 26,1 0-28,3 0 5,-1 0-25,4-3 8,0 0-30,0-2 11,-1 1-12,1-1 0,-6 0-1,3 1-3,-7 1-21,-3 2-27,-2-3-35,-4 2-30,3 1 4,-6-1-11,0 0-9,-3-1-16,7 1-46,-4-1-63,-3-2-123,0 1-43,0-3 92,0-2 224,0 1 106</inkml:trace>
    <inkml:trace contextRef="#ctx0" brushRef="#br0" timeOffset="749">-3006-6529 64,'0'0'16,"0"0"92,0 0 336,0 0 178,0 0-336,0 0-48,0 0-34,0 0 20,0 0-59,0 0 26,-22-76-17,19 74-26,3 0-10,0 0-39,0 1 4,0 0 2,0 1-13,0 0-16,0 0-18,-3 0-11,3 0-22,0 0-14,0 0-11,0 0-29,0 1-9,0 0-12,0 1-23,0 1-20,0 2 7,0 0 29,0 6 44,0 1 13,3 3 39,0 1-3,0 2-34,0 3 33,1-1-34,-1 0 1,6 1 15,-9 0-16,9 1-1,-9 1 2,6-1 7,-6-1-9,7 0-35,-4-1-23,-3-3-25,6-1 19,-3-2-29,-3-1 7,3-2-11,-3-2-35,6-2-39,-6-2-26,3 0 9,1-2-59,-4-1-94,3-2 113,0 0-133,-3 0-66,3-4 65,-3-6 192,3 0 167</inkml:trace>
    <inkml:trace contextRef="#ctx0" brushRef="#br0" timeOffset="1093">-2941-6324 66,'0'0'118,"0"0"-50,0 0 509,0 0 45,0 0-209,0 0-185,0 0-99,0 0-16,0 0 7,0 0-36,0 1-46,0 1-38,0-1-36,0 0-9,3 4 16,0-2 26,4 1 2,-1 2 1,3 1 0,0 0 29,7 0 10,-1 1-38,1 0 37,2-1-12,1 1-13,0-1-11,-1-2 14,4 1-13,-7-1-1,4-1-2,-3-1-23,-1-1-41,-3 1-24,4-2-86,-7 0 38,1 0-46,2-1 62,-3 0-43,-3 0-94,4 0-91,-4 0-40,0-5-95,-6-1 324,0-2 113</inkml:trace>
    <inkml:trace contextRef="#ctx0" brushRef="#br0" timeOffset="1422">-2566-6323 40,'0'0'36,"0"0"88,0 0 411,0 0 185,0 0-268,0 0-167,0 0-97,0 0-36,0 0-7,0 0-10,0 0-42,0 0-28,0 4-21,0-2-21,0 2-20,0 1 23,-9 2 3,3 2-26,0 1 0,-4 2-2,4 0 2,-3 2-1,-1 1 12,1 3-14,0 0 0,0 2 15,-1 1 0,1 0-15,-3 1 0,-1 0 1,4 0 2,0 1 1,-1-1-4,1 0-42,0-1-28,-1-1 2,4-1-57,0-1 22,6-2-23,-3-4-3,0 0-23,3-2 10,0-3-89,0 1-19,0-3-94,0-2 21,0-1-172,6-2 58,-6 0 368,0-2 16</inkml:trace>
    <inkml:trace contextRef="#ctx0" brushRef="#br0" timeOffset="2327">-2377-6536 421,'0'0'472,"0"0"186,0 0-489,0 0 75,0 0-20,0 0 28,0 0-26,0 0-58,0 0-37,0 0-34,0 0 24,0 0-22,-37-53 0,37 50 6,0 2 6,0-3 9,-3 2-63,0-1-1,3-1 20,0 1-13,-3 0-1,3 0-20,0 0 5,0 2 9,0 1-3,0 0-12,0 0-13,0 0-10,0 0-5,0 0-10,0 0-3,0 0-2,0 0-20,0 0-6,0 0-9,0 0-7,0 0-9,0 0-19,0 0-20,0 2-11,0 4-8,0 4 48,3 3 39,3 5 24,0 5 1,1 2 28,-1 0-29,0 4-1,3 0-3,-2 0-8,-1 1 5,0 2-27,0-3-27,0 0 49,-3-1-29,1-3-29,-1-1 28,0-2 11,0-3-39,-3-2 38,3-1-16,-3-4 10,3 0-30,-3-4 30,3-2 12,-3-1-31,0-3-30,3-2 13,-3 1 23,0-1 22,0 0 26,0 0 3,0 0 19,0 0 23,0 0 28,0-1 14,0-3-20,0-3-64,0-1-55,0-2 36,0-3-26,-3 0 16,0-2 29,0 2-57,0-2 29,3 3 27,0-2 2,0 2 34,0 1-21,0-1-12,0 2-4,9 1-12,0 0-4,4 0 17,-1 0-17,7 3-2,-1 0-22,7 1 23,-3 2-3,3 2-7,-4 0 6,4 1 22,-3 0-22,-3 0-6,-1 5 10,-2 2-20,-4 1 17,0 1-24,-5 0 27,-1 2-20,-3 2 30,-3-1 9,0 2 2,0 0-1,-6 1 11,-13 0 7,4-1-19,-7 0 1,0-2 21,-6 1-22,0-2 2,1-1 24,-4-2-23,3-2-2,3 0 12,0-4-13,3 2-1,7-3 1,2-1 3,7 0-3,0 0-39,0 0-12,3 0-37,0-4 1,3 1-88,0-3-101,0-1-183,6-3-143,3-1 54,7-2 424,-7 3 51</inkml:trace>
    <inkml:trace contextRef="#ctx0" brushRef="#br0" timeOffset="2994">-2045-6388 54,'0'0'186,"0"0"202,0 0 231,0 0-215,0 0-125,0 0-90,0 0-47,0 0-3,0 0-16,0 0-39,0 0-16,0 0-36,62 0-19,-46 1 13,-1 1-14,7 2-9,-3 0 22,-1 1 8,1 1-33,-4 2 0,-2 1-11,-1 0-2,-3 0-13,1 2-3,-4 0 28,-3 2-44,0 0-65,-3 1 85,0-1-37,0 2 36,-3-2-29,-6 0 30,-1-1 8,4-1-2,-3-2-7,0-2 26,-1-3 0,7-1 3,0-1 33,0-2 6,0 0 3,3 0 13,0 0 10,0 0 6,0 0-28,-3-2-46,3-5-62,0-2 59,0-2 3,0-1 0,9 0-74,-3-1 32,7-2 29,2-1-26,1 0 39,-1 1 14,4-1-14,-4 1-35,1 2-27,2 2 61,-2 0-22,2 2 23,-5 3 30,-1-1 5,1 2 1,-1 2 2,-3 0 8,-2 2 5,-1-1-15,-3 1 3,0 1-4,-3 0-19,6 0-16,-6 0 0,3 0 0,3 4 16,1 1-15,-1 2 19,0 1-18,3 1-1,-2 2 1,-1 0 30,0 1-32,0 0-1,0 3 1,1-1-1,2 1-18,-6 0 15,3-2-41,-3-1-9,0 0 28,-3-2-65,0 0 20,0-1-32,0-1-7,0-1-23,0-4-32,0-1-98,0-2-99,0 0 73,0 0-109,-3-1-65,-3-7 306,3 0 125</inkml:trace>
    <inkml:trace contextRef="#ctx0" brushRef="#br0" timeOffset="3254">-1663-6571 28,'0'0'692,"0"0"341,0 0-780,0 0 6,0 0-13,0 0-75,0 0-52,0 0-28,0 0-82,0 0-9,-13-7-61,16 7-32,0 0-17,4 0 4,2 0-30,3 0-23,1 4-68,2 1-81,1 3-89,-1 1-7,-2-1-43,2 3 66,4 0 309,-146-60 72</inkml:trace>
    <inkml:trace contextRef="#ctx0" brushRef="#br0" timeOffset="4131">-1130-6326 95,'0'0'104,"0"0"-68,0 0 629,0 0-121,0 0-287,0 0-82,0 0-58,0 0 23,0 0 18,0 0 14,0 0-46,-44-40-7,38 35-13,0 0-9,0 0-7,0 1-7,3 0-19,-4 1-26,-2 1-9,3-2-10,0 3-3,-1-1-16,1 2-2,-3 0 0,-7 0-49,7 0 3,-6 2 6,-1 4 10,4 1 30,-4 2-14,7 1-10,-7 0 24,7 1-14,-3 1 0,2 1 0,1 0 15,3 0-12,0-1 13,0-1 0,2 1-25,1-3 21,3 1-9,0-1 11,0-1 2,0-1-25,0 0-69,7-1 46,-4 1 16,6-3-65,0 0 78,4-1 19,-1-1 0,4-2 0,-1 0 3,7 0-3,-4-3-29,7-4-13,-6-2-19,6 0-39,-1-3-36,-2-2 3,3 1 9,-7-3 40,1 0-43,0-2 10,-7 0 17,1-3 28,-4 1-26,-3-1-45,-6 1-33,0-1 33,0-1-7,0-1 150,0 0-2,-6 0 25,-7-1-14,-2 1 66,3 1 179,-1-1-156,-2 2 120,-4 0 7,7-2-30,-4 3-23,4 1-20,-1 0 4,1 1 44,-1 1-87,1 0 35,3 1-26,-1 3-10,1 0-3,3 3-22,-3 0-1,-1 3 12,10 2-5,-3 1 33,0 1-31,0 2-54,3 1 6,0 0 0,0 0-15,0 0-21,0 0-11,0 0-25,0 0-25,0 0-23,0 0-24,0 6-17,0 1 9,0 6 105,3 5 19,0 2-6,0 3 12,7 3-25,-4 1 3,3 2 7,0 2-10,1 1 0,2 1 3,1 2-3,2 0 0,-6 1 0,4-1 0,-1-1 0,-3 0-29,1-1-50,-4-1 34,3-2-31,-6-2-7,0 0 22,1-1-28,-1-3 15,0-1-22,-3-2 12,3-3-67,-3-2-1,0-2-7,0-2 33,0-4-29,0 0 5,3-2-61,0-2-23,0-2 19,3-1-32,-2-1-73,2 0-26,3-6 95,3-3 196,1-3 18</inkml:trace>
    <inkml:trace contextRef="#ctx0" brushRef="#br0" timeOffset="4757">-786-6189 90,'0'0'69,"0"0"6,0 0 225,0 0 189,0 0-196,0 0 48,0 0-64,0 0-86,0 0 3,0 0 13,0 0-32,0 0-18,9 20-22,-9-20-26,0-1-61,0-4-26,3 2-22,-3-2 0,0 1-22,0-1-148,0 1-13,0-1-65,0 0-147,-3-1-232,-3-2-642,3 0 1011,12 67 258</inkml:trace>
    <inkml:trace contextRef="#ctx0" brushRef="#br0" timeOffset="4516">-736-6542 299,'0'0'388,"0"0"349,0 0-343,0 0-154,0 0 16,0 0-10,0 0-40,0 0-39,0 0-48,0 0-36,-10-11-9,10 9-17,0 0-15,0 1-41,0-2 1,0 1 0,0 1-2,3 0-25,-3 1-22,4 0-33,-1 0-55,0 0-70,-3 0-95,6 0-53,-3 4-17,0 5-40,0 3-36,-3 0-49,0 3 116,0-1 318,-28-79 54</inkml:trace>
  </inkml:traceGroup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5:13.250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  <inkml:brush xml:id="br1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0948C98-B4DD-4390-9075-38CD8EF9EF02}" emma:medium="tactile" emma:mode="ink">
          <msink:context xmlns:msink="http://schemas.microsoft.com/ink/2010/main" type="inkDrawing" rotatedBoundingBox="4690,10017 25055,14728 23836,19997 3471,15286" semanticType="callout" shapeName="Other"/>
        </emma:interpretation>
      </emma:emma>
    </inkml:annotationXML>
    <inkml:trace contextRef="#ctx0" brushRef="#br0">-2017 279 72,'0'0'1338,"0"0"-928,0 0-196,0 0 3,0 0 32,0 0-39,0 0-36,0 0-55,0 0-89,0 0-30,0 0-42,-6-21-29,6 21-25,0 0-78,0 0-71,0 0-112,6 0-36,7 1 3,-4 4-132,3-3-84,-6 1 469,-46 7 137</inkml:trace>
    <inkml:trace contextRef="#ctx0" brushRef="#br0" timeOffset="681">-1800 452 72,'0'0'221,"0"0"-9,0 0 538,0 0-405,0 0-150,0 0-16,0 0-20,0 0-20,0 0-42,0 0-68,0 0 0,28 3 13,-9-3-42,5-5 1,4 0-1,0-1 0,3 0-55,-3 1-35,3-1-72,-3 2-26,-3-1-66,0 1-116,-7-1-191,1 0-81,-4-1 494</inkml:trace>
    <inkml:trace contextRef="#ctx0" brushRef="#br0" timeOffset="423">-1778 266 12,'0'0'274,"0"0"6,0 0 453,0 0-407,0 0-105,0 0 26,0 0 21,0 0-67,0 0-14,0 0 3,0 0 2,9-69-23,-9 69-35,0 0-39,0 1-32,0 2-28,-3-1-35,3-1-14,0 1-28,0 3-8,0 0-4,0 3 54,0 5 0,3 1 1,0 2 24,3 3 3,1 1-27,-1 1-1,0 0 3,0 3-3,4-1 0,-4 1 35,3 1-34,0 0-2,-2 1-8,2 0-6,0 0 11,-3 0-43,4 0 31,-1-1-35,3-2-32,-2-1 39,-1-1-91,-3-3 46,3-1 25,1-4-16,-1-2-49,-3-4 65,4 0 2,-4-5 1,0-1 29,3-1-1,1 0 33,-1 0 0,3-3-53,4-4-15,-4-4-55,1-1-75,2-3-3,-2-1-105,-1-1-172,-3-3-167,1-1 175</inkml:trace>
    <inkml:trace contextRef="#ctx0" brushRef="#br0" timeOffset="968">-1090 344 180,'0'0'222,"0"0"938,0 0-825,0 0-111,0 0 41,0 0-68,0 0 26,0 0-37,0 0-35,0 0-43,6-24-6,-6 24-16,0-1-48,0 0-38,0 1-9,0-1-10,0 1-39,0-2-56,4 2-46,-1 0-68,3 0-29,0 3-8,3 4-40,1 4-58,-1 1-194,-3 1 3,-3 0 94,3 0 332,-68-82 128</inkml:trace>
    <inkml:trace contextRef="#ctx0" brushRef="#br0" timeOffset="1202">-1031 654 239,'0'0'157,"0"0"534,0 0-249,0 0-217,0 0-4,0 0-1,0 0-6,0 0 25,0 0-30,0 0-35,0 0-18,-3 20-22,3-20-9,0 0-30,0 0-22,0 0-36,0-2-37,3-2-51,0-1-66,0 2-90,-3-3-59,0 1-87,0 0-246,-6-4-810,-3 0 760,15 57 649</inkml:trace>
    <inkml:trace contextRef="#ctx0" brushRef="#br0" timeOffset="-2064">-3722 476 36,'0'0'39,"0"0"13,0 0-16,0 0 0,0 0-13,0 0 267,0 0-3,0 0-157,0 0-19,0 0 13,0 0 0,0 0-37,0 0-34,0 0 70,0 0 7,0 0-19,0 0-40,0 0 20,0 0 3,0 0-32,-19-34 13,19 32-8,-3-1-11,0 1-5,0-1-9,3 0-3,0 2 32,-3-2 0,3 1-9,-3 1 15,3 1-3,0 0-6,0 0-17,0 0-9,0 0-4,0 0-12,0 0-4,0 0-6,0 0-14,0 0 0,0 0-2,0 0-3,0 0 0,3 0 3,3 0 1,3 0 22,7 0-21,-1 0 41,1 0-42,9 0-1,-1 0 2,4-2 0,0-1-2,3-2-3,3 1-19,7-2 22,-4 2 1,3-1 12,-3-1 13,4 1-26,-7-1-13,0 1-13,-3 0-9,-6 0-3,-4 2-17,-5 1-3,-4 0-28,-2 2-5,-7 0-15,-3 0 3,0 0-13,0 0-30,0 0-36,0 0-22,-3 1-46,-4 2 38,4 1-123,-9 1 77,6 1 95,-4-2 30,-2 0-115,3-2 20,2-2 179,-2 0 39</inkml:trace>
    <inkml:trace contextRef="#ctx0" brushRef="#br0" timeOffset="-1649">-3431 448 16,'0'0'235,"0"0"-179,0 0-37,0 0 37,0 0 172,0 0-228,0 0 0,0 0 838,0 0-646,0 0-192,0 0-26,-28 41 26,28-40 88,0 0 26,0 2-62,0 0-33,0 2 20,0 1 16,3 2 17,0-1-4,4 1-7,-4 1-57,3 3 31,3-2 23,-3 2-6,1 2-32,-1 0-4,0 1-32,3-1 32,-2 2-8,2-1-8,-3 2 0,0-1 0,1 0 0,-4 0 4,0-1 7,0-1-11,0 0-68,0-2 65,0-1 0,0 0-58,-3-2-4,0-2-55,0-1 71,0-1-35,0-1-33,0-2 0,0-1-78,0-1-85,0 0-13,3 0 19,0 0 26,4-6 7,-4-5 69,3-2 172</inkml:trace>
    <inkml:trace contextRef="#ctx0" brushRef="#br0" timeOffset="-1146">-3204 598 114,'0'0'179,"0"0"-104,0 0 542,0 0-77,0 0-228,0 0-107,0 0-50,0 0-25,0 0-10,0 0-27,0 0-38,9-8-39,-6 8-14,0 0-2,3 3 0,0-1-2,4 2-30,-1 0 29,7 0 3,-4 2 11,3 1 27,-2 1-18,-1 2 2,1 0-9,-4 3-13,0-1-30,1 2 4,-4 0-29,0 1 0,0 1-22,-6-1 25,3 0-13,-3 0 1,0-1 5,0 0 24,0-2 35,0-3-1,0-2 1,0-3-2,0-3-2,0 1 4,0-2 62,0 0 29,0 0 9,0-2 10,0-4-45,0-2-65,0-5 0,0-1-22,0-2 22,3-2 0,4-1-13,-1 0-3,0 0 16,3 0-20,1 0 1,-1 2-33,0 1 33,4 3 17,-4 3-53,3 2 19,-2 2 36,2 1-1,-6 2-10,4 1-21,-4 0-20,-3 2 33,3 0-7,-3 0-59,6 0-51,-2 0-62,2 3-69,0 1-61,4 1-60,-1-3-140,-3-1 270,1-1 258</inkml:trace>
    <inkml:trace contextRef="#ctx0" brushRef="#br0" timeOffset="-235">-2389 644 36,'0'0'182,"0"0"-38,0 0 586,0 0-222,0 0-271,0 0-16,0 0-52,0 0 18,0 0 17,0 0-56,0 0-35,-6-79-14,3 72-12,-7 1-26,4-1-20,0 1-38,-3 2 32,3 0-22,-1 3-10,1 0-6,-3 1-22,3 0-7,-4 0-32,1 2-7,-3 5 13,-4 0 30,1 3-4,-4 2-4,3 2 7,-2 2 27,2-1-17,1 1 6,2 1 12,1-1 0,0-2-1,-1 2-16,7-2 6,-3-1 15,6 1-3,-4-2 0,7 0-22,0 1-32,0-3-8,0-1-18,0-1 2,7-3 49,2 0 29,0-2 0,7-1 42,-4-2 7,4 0-11,-1 0-12,4-6 6,2-3-32,-2-3-13,0-1-16,-1-2 28,1 1-5,-4-2-10,1-1 1,-4 1 15,-2-1 0,-1 2-18,0 0 17,-9 2 1,0 0 21,3 5-18,-3 2-3,0 0 16,0 4 16,0 1 33,0 1 32,0 0-23,0 0-44,0 0-30,0 0-55,0 0-19,0 0-3,0 2 2,3 3 27,-3 2 22,4 2 20,2 0 6,0 2 3,-3 1 13,6-1-16,1 0 36,-1-1-33,3 0-1,4-1 32,-4 2-33,7-3-2,-4-1-17,4 0 15,3-1-29,-4-3 15,4-1-15,-3-1-10,2-1 20,-2 0-27,-1-2 36,-2-5-10,-1-2-1,1-1 24,-4-2 2,4-2 20,-7-2-9,0-1-9,1-2-1,-7-1 10,3 1 9,-6 1-12,0-1-10,0 3-76,0 2 75,-3 3 2,-3 4 67,3 0 16,-4 4-59,7 0 17,0 3 36,0 0-7,0 0-65,0 0-6,0 0-74,0 3-16,0 3 26,0 3 64,0 0 58,0 4-25,0 0-31,4 0 14,2 0 10,-3 0-4,3 0-20,0 1-2,1-2-10,-1-1 10,0 3 26,3-4-10,-3 0-16,4 1-24,-1-2-57,-3-2 46,4 0-69,-1-2 27,0 0 2,0-2-44,1-2 2,-1-1-7,3 0-67,-2-3-151,2-8-150,-3-5-137</inkml:trace>
    <inkml:trace contextRef="#ctx0" brushRef="#br0" timeOffset="-69810">42 218 13,'0'0'42,"0"0"11,0 0-27,0 0-25,0 0 22,0 0 309,0 0 206,0 0-248,0 0-157,0 0-32,0 0 33,0 0 25,0 0 3,0 0-35,0 0-46,6-8-20,-9 8-12,3 0 9,0 0 7,0 0-4,0-1-9,0 1-10,0 0-7,0 0-15,0 0-7,0 0-12,0 0-1,0 0 0,0 0-4,0 0-21,0 0 2,0 0 0,0 0-2,0 1-11,0 0-6,0 0 0,0 2 10,-3 2 32,3-1 1,0 4 12,-3 1 5,0 2-17,3 0 14,-3 1-12,3 3 12,0 0-13,0 3 16,0 0-18,0 3 0,0-1 22,0 0-22,0 0 0,3 2 18,0-1-4,0 1-12,-3 1-2,3-2 0,0 0-17,-3-3 14,3-2 3,-3-1 0,3 0-16,0-4 0,-3 1-6,0-4 20,4-1-17,-4-1 9,0-4 9,0-1 1,0 0 0,0-1 32,0 0 16,0 0 17,0 0 9,0 0-3,0-4-10,0-3-35,0-3-26,-4-3-2,-2 0-72,3-4 13,0 0 39,0-1-27,-6-1 36,2 0-48,4-3 35,-3 0-16,0 1 39,3-2-20,0-1-61,0 1 55,0-1 27,3 1-56,0-2 16,0 0 38,0 1-12,0 1 7,6-1 9,-3 4 1,0 0 0,3-1 2,0 4 23,-3 0-24,4 1-1,-4 0 22,0 2 18,0 0-41,0 2 0,3 2 80,0 1-79,-2 1 57,2 1-32,3 1-26,-3 2 0,0-1-26,4 3 10,-1-1-4,3 1-6,-2 2-19,2 0 19,1 0-9,2 0 34,1 0-29,-1 3 5,4 1 5,-4 4-25,-2 1 16,2 1 12,-2 2 15,-1 2-43,-3 0 32,-3 1 0,4 2-10,-7-1-35,0 1 4,0-1 52,-3-2 2,0 0-16,-6-1-16,-3 0 30,-4-3 2,-2 0-1,-4-2 1,-3 1 2,1-2 17,-4-1 4,0-1-23,0-1 10,0-1-10,1-1-46,8-1-12,1 0-1,-1-1-32,4 0-68,5 0-10,4 0-128,3-1-3,0-4-202,0 0 290</inkml:trace>
    <inkml:trace contextRef="#ctx0" brushRef="#br0" timeOffset="-69008">228 548 143,'0'0'89,"0"0"641,0 0-212,0 0-300,0 0-101,0 0 6,0 0 16,0 0 27,0 0-11,0 0-90,0 0-23,0 0 74,-9-32-19,9 29-62,0 2 39,0 0-6,-3 1 15,3 0-12,0 0-26,0 0-20,0 0-9,0 0-13,0 0-3,0 0-1,0 0-24,0 0-20,0 1-10,0 0-12,0 3-10,0 0 16,0 3 29,0 1 32,0 1 0,0 3 0,0-2-36,0 3 36,0 0 2,3 0 43,3-1-42,0 0-3,0 0-4,1 0 1,5-3-19,-3 1-81,4-2 41,-1-1 36,0-1-67,1 0 57,-1-3 34,-2 0 2,-1-2 0,0-1 3,0 0 30,-2 0-11,5 0 1,-3-6-1,1-1-21,2-2 22,-6-1 19,4 0-42,-1-1-2,-3-3-27,0 1 17,-3-1 11,4 0 0,-4 0-2,-3 1-33,0-1 1,0 1-12,0 4 47,0 1 23,0 2 29,0 3-10,0 2-1,0 1 11,-3 0-7,3 0-19,-4 0-26,4 0-23,0 0-25,0 0-23,0 2 3,0 3 39,0 1 29,0 3 26,0 3-7,0-2-2,0 1-4,4 2-13,-1 0 0,0 0-3,0 1 6,0-2 11,6 1 2,-9-2-16,6 1-12,4-1 11,-7 0 1,3 0-26,0-2 10,-3 1-75,4-1-12,2-1-23,-6-3-46,3 0-43,0-2-38,-3 1-167,4-3 195,-4-1-368,0 0 303</inkml:trace>
    <inkml:trace contextRef="#ctx0" brushRef="#br0" timeOffset="-68509">591 464 49,'0'0'23,"0"0"78,0 0 570,0 0-182,0 0-202,0 0-83,0 0-77,0 0-23,0 0 0,0 0-11,0 0-57,0 0-16,83 26-4,-67-20 3,-7 1 1,4 1 9,2-1-16,-2 3 62,-1 0-73,-3 1 9,1 1-8,-1 1-3,-3-1-10,-3 1-15,0 1-40,0-1-32,-3-1 6,0-1 23,0 0 0,0-2 55,0-3-6,0 0-7,0-2-65,0-1 75,-3-2-30,3-1 46,-3 0 10,3 0 71,-3 0 20,0 0 9,0-4-13,0-1-72,-3-3-24,-1-1-1,4 0 0,-3-2 0,6-1-19,0 1-20,0-2 38,0 0-29,0 0 11,0-1 0,6 2-40,4-2 27,2 3-92,-3 1 92,4 1 32,2 2-20,1-1-9,-1 2-13,4-1-10,-4 1-52,4 2-46,-4-1-74,-2 0-268,-1 1 97,-2-1 105,-1-1 176</inkml:trace>
    <inkml:trace contextRef="#ctx0" brushRef="#br0" timeOffset="-67755">997 538 73,'0'0'163,"0"0"-163,0 0 743,0 0-414,0 0-91,0 0-20,0 0-20,0 0-20,0 0-71,0 0-36,0 0-29,53-52 36,-38 49-78,1 0 0,5 0-25,1 0 25,0 1 0,-4 1-25,4 0 22,0 1-35,-4 0 37,1 0-33,0 0 1,-4 2 33,-2 3-16,2 0-10,-6 2 4,1 1-24,-4 2-9,-3 1-23,-3 2-35,0 0-37,0 0 79,-9 1 71,-4-1 24,1 0-24,-7-2-103,4 1 54,-7-4 33,0 0 15,1-1 1,-1-3-39,0-2-23,4 0-26,2-2-26,-3 0 0,10 0-137,0 0-176,3-7 78,6-3 236</inkml:trace>
    <inkml:trace contextRef="#ctx0" brushRef="#br0" timeOffset="-68117">1056 429 76,'0'0'36,"0"0"19,0 0-32,0 0 365,0 0 36,0 0-297,0 0-19,0 0-11,0 0 141,0 0 32,0 0-108,0 0-97,-9 69 39,9-59 35,-4 0-49,4 1-86,0 1 47,0 1 14,0 1-33,0 2-3,0 0-9,0 2 48,0 0-68,0 2 0,0 2 1,0 1 2,0 0-3,0 2 19,0-1-20,0 2 1,0-1-16,0 2 15,0-3 1,0 0-3,0 0-17,-3-3-18,0-2-50,3-1 14,-3-1-16,0-1-43,0-4 55,3-2-39,0-3 4,-3-1 25,3-2-29,0-1 3,0-3-19,-3 0-62,3 0 48,-6-1 88,2-5 10,-5-6-257,3-1-193,0-4 323,0-2 144,-1-4 25</inkml:trace>
    <inkml:trace contextRef="#ctx0" brushRef="#br0" timeOffset="-67308">1248 35 249,'0'0'196,"0"0"900,0 0-826,0 0-91,0 0 19,0 0-7,0 0-49,0 0-48,0 0-36,0 0-58,6 5 0,1-2-13,-1 3 10,3 3 3,0 1 25,1 1 14,-1 2-7,0 1 20,1 2 2,-1 2 11,0 0-63,0 1 30,1 1-17,-1 2-14,0-1 32,1 3-32,-4-2 1,0 4-2,3-1 0,-2 0-13,-4-1 13,0 0-2,0-1 1,0 0-21,0 1 6,-3-1-13,3 0 0,-3 0 28,0-1-25,0-3 10,0-1-19,0 0-20,0-4-42,0 1 10,0-1-42,0-3 29,3-2-46,0-2-61,-3-3-50,3-1 29,4 1-68,-4-3-141,3-1 72,-3 0 39,3-1 236,0-6 90</inkml:trace>
    <inkml:trace contextRef="#ctx0" brushRef="#br0" timeOffset="-66725">1639 468 190,'0'0'0,"0"0"0,0 0 385,0 0 296,0 0-261,0 0-167,0 0-97,0 0-46,0 0-26,0 0-37,0 0-47,-9 9-26,5-4 26,1 0 41,0 1-15,3 1-26,0 1-4,0 0 4,0-1 1,0 1 44,0 1-26,0 0-19,0-1-1,6-1-25,1-1-11,-1-1 36,3 0-37,4-1-69,-1 0 84,-3-1 23,7-2 52,-7-1-50,7 0 11,-4 0 0,0-2-12,4-4-1,-7-1-1,0 1-1,1-2 4,-7-1 14,0 0-3,6-2 13,-9 0-13,0 1-13,0 1-9,0 0-10,0 1 38,-9 2 7,3 0-9,-7 2 34,7 1-38,-3 1-13,-4 1 0,1 1 0,0 0 26,-4 0-23,4 0 20,-7 3 3,4 3-23,-4 2 29,7 1 13,-1 2-28,1 1 2,-1 1-18,4 0 18,3 1-2,0-1 2,3 2 23,3-2 6,0 2-35,0 0-13,0-1 0,6 1-1,3-2-15,3 1-16,7-3 19,0 2-42,6-3 53,-1 1-30,4-1-14,0-2 4,3-2-29,-6-2-42,9-2 26,-3-2-98,-3 0-62,3 0-169,-6-7-63,-4-3-267,-8-2 563</inkml:trace>
    <inkml:trace contextRef="#ctx0" brushRef="#br0" timeOffset="-63789">3136 465 134,'0'0'283,"0"0"741,0 0-657,0 0-88,0 0-84,0 0-82,0 0-6,0 0-7,0 0-26,0 0-29,0 0-16,50 0-28,-41 0 15,4 2-14,-4 3 21,0 0-23,4 2 0,-4 1 0,0 0 29,-2 2-29,-1-1-23,0 3-3,0 1-19,-3 0 10,0 1-52,-3-2-7,0 0 26,0 0 43,0 0-24,0-2 10,0-1-39,0 0-45,0-2 110,-3-3-39,3-1 50,-3-2-40,3 0-16,0-1 58,0 0 65,-3 0 38,3 0 11,-3-3-7,3-3-79,0-2-28,0-1-29,0-1 29,0-1-17,0-1 17,6 0 0,0-1-48,1-2 6,2-1-10,3 0 33,1 2-43,2-1-6,-2 2-10,2 4 58,-3 0 18,7 3-50,-7 2 4,1-1 31,-4 3-2,1-1-14,-4 1-77,3 1-43,-6 1-186,3-1-55,-6-1-101,3 0 273,-3 1 162</inkml:trace>
    <inkml:trace contextRef="#ctx0" brushRef="#br0" timeOffset="-63042">3561 492 203,'0'0'72,"0"0"42,0 0 398,0 0-216,0 0-32,0 0-108,0 0 46,0 0-124,0 0-33,0 0-28,0 0-16,0 0-1,112-43 16,-100 43-3,4 0-10,-1 0 10,-5 0 3,2 1-16,0 5 0,-2-2-22,-1 3-27,0 0 10,-3 2 39,1-1 32,-1 3-32,-3-1-23,-3 2-20,0 0-28,0 1-23,-9 0 94,-4-1-36,1 0 23,-7 0-173,-2-2 185,-4 0-60,3-1 38,-6-3-108,0-2-93,3-1 25,4-3-59,2 0-68,1 0 124,8 0 200,7-7-40</inkml:trace>
    <inkml:trace contextRef="#ctx0" brushRef="#br0" timeOffset="-63390">3567 448 34,'0'0'114,"0"0"-52,0 0 450,0 0 208,0 0-372,0 0-209,0 0-93,0 0-11,0 0 14,0 0 9,0 0 56,4 42-46,-4-34 65,0 3-4,3 1-71,0 3 19,0 1-41,0-1 22,3 4-13,-6 1-16,6 0-26,-6 2 15,3 3-17,1 2 14,-4 1 1,0 1-16,0 4-2,0-2-14,0 2 13,0-1-42,0-1 13,0-2-4,0-1-31,0 1-27,0-2 23,-4 0-13,1-1-68,3-2 13,-6-4-10,6-2-30,-6-4-26,6-4 33,-3-2-62,3-5 41,0-2-38,-3-1-23,3 0 71,0-6 20,0-7 33,-3-4 117,0-2-33,3-2 22</inkml:trace>
    <inkml:trace contextRef="#ctx0" brushRef="#br0" timeOffset="-62640">3766 85 195,'0'0'534,"0"0"-42,0 0-111,0 0-202,0 0-17,0 0-3,0 0-52,0 0-65,0 0 4,0 0-14,0 0-3,12 45 29,-6-32-45,1 3-10,-1 0 22,0 1 17,0 2-19,0 0-20,1 2-1,-1 1-2,0 2 0,0 1 0,-3 1 7,4 1-23,-4 0 16,0 0 0,0 1 17,-3 0-17,0 1-1,0 0-54,0-1-13,0-1 52,0-3-110,0 1 38,0-4-29,0 0 10,3-2-39,3-3-13,-3-2-134,0-2 150,7-2-92,-4-5-25,0 0-112,0-5 131,1 0 198</inkml:trace>
    <inkml:trace contextRef="#ctx0" brushRef="#br0" timeOffset="-62095">4085 538 151,'0'0'78,"0"0"896,0 0-600,0 0-156,0 0-111,0 0-68,0 0-10,0 0-19,0 0-10,0 0-42,0 0 39,-31 20-7,28-13-3,-3 2-10,0 0 8,3 0 14,-4-1 2,7 1 12,0 0-13,0-1-49,0-1-29,7-2 56,-1 0 5,3-1-90,0-2 49,7 1 31,-4-1 27,4-2 85,-1 0-85,4 0-23,-4 0-42,-2-2-39,-1-3 78,4-2-85,-4 0-12,-3 0 100,-2-1-6,-1-1 29,-3 2 6,-3-1 36,0 2-25,0 0 84,-6 0 3,-4 1-65,1 0 71,0 2 73,-4 2-144,1 0-26,0 1 13,-4 0 19,1 0 46,-1 1 6,-2 3-64,5 3 3,-2 1-4,2 1 43,-2 1-30,2 2-22,4 1-7,0 0 6,3 0 14,2 0-23,4-1 23,0 2-11,0-1-22,0 1-6,4-1-17,5 0-38,0-1 41,7-1-28,2 0-23,1 0-3,6-2 25,-1-1 33,7-3-84,-3-2 39,3-1-69,3-2-110,-6 0-154,3-1-169,-3-8 113,-6 2 287</inkml:trace>
    <inkml:trace contextRef="#ctx0" brushRef="#br0" timeOffset="-64977">2622 141 225,'0'0'0,"0"0"0,0 0 750,0 0-356,0 0-189,0 0-36,0 0 16,0 0-13,0 0 13,0 0-36,0 0-39,0 0-30,0 0-6,0 0-16,-6-26-9,6 26-24,0 0-25,0 0-9,0 1-36,0 5-36,0 1 30,0 3 51,0 4 29,-4 3-29,1 3 13,3 1-12,-3 0 24,0 1-12,0 0-13,3 2 0,0 0-8,0 1 8,0 0 19,0-3-18,0 0 0,0-1 1,0-1-1,0 0-1,0-3 0,0-2 0,0-1 0,0-2-54,0-3 2,0-1 7,0-3 0,0 0 45,0-4-42,0 0-7,0-1 36,0 0 13,0 0 29,0 0 7,0 0 19,0-1 19,0-6 0,0-1-67,0-4-7,0-1-17,0-4-15,0-1-6,0-3-14,0 0-3,0-2 0,0-1-3,0-3 57,0 0-67,0-1 6,0 0 24,-3 1 21,0 0-12,0 1-27,3-1 56,0 1 13,0 0-13,0 1-28,0 2 28,0 0 52,0 1-33,6 1-17,-3 2-1,6-1 21,-2 3 36,2 0-38,0 2-40,0 0 21,1 3-1,2 0 13,-3 5 10,1 1-23,-1 4-6,0 1-30,1 1-13,-4 0 17,3 0-7,0 3-19,4 4 32,-1 1 10,1 3 16,-1 1-4,4 2 27,-4 1-13,0 3 9,-2 2-6,-1 0 7,-3 2-20,-3 0-36,-3-1 7,0 1 0,0 1 25,-9-2-15,-3 0-30,-1-2 49,-5-2 1,2-2-1,-3 0-58,4-4-14,-4 0 11,1-2 15,-1-2 46,7-1-1,-4 0-29,1-3-74,2 0-114,1-1-4,3-2 33,6 0-166,-4 0-4,7 0 160,0 0 145</inkml:trace>
    <inkml:trace contextRef="#ctx0" brushRef="#br0" timeOffset="-64289">2811 483 28,'0'0'92,"0"0"-40,0 0-3,0 0 779,0 0-356,0 0-235,0 0-100,0 0-21,0 0 34,0 0-1,0 0-52,0 0-52,12 13-27,-12-11-18,0 0-29,-3 1 4,3 1 24,0 0 0,0 3-20,0 2 21,0 1 13,0-1 0,0 2-13,0-2-1,0 1-1,0 0-14,6-1 16,-3 2 16,1-2-16,-1 0 0,6-2 0,-6-1 16,3-1-16,4-1-36,-4-2 35,0 1 2,0-1 18,3-1-6,-2-1 16,2 0 7,0 0-17,4 0 10,-4-6-9,0 0 2,7-2-22,-7-1 0,4-3 16,-1 0-14,-3 1-2,-3-2 23,4 0-22,-4-1-2,-3 0-20,3-1-2,-3 2-6,-3 1-32,0 0 59,0 4 0,0 0 2,0 3 49,0 2 12,0 1-16,-6 2 17,6 0-11,-3 0-12,3 0-39,0 0-10,0 0-35,0 0 0,0 0 3,0 4-22,0-1 12,0 3 29,0 2 23,0 2 8,0 0-7,0 2-1,0 0 2,3 1-2,0-1 0,0 1-2,4-2-1,-4 1 3,3-1 0,-3 1 0,3 0-10,0-1-113,-3 1-16,4-2-120,-1-1 70,-3-2 40,0 0-118,3-1-55,-3 1-37,0-4-26,-3-1 92,0-2 270</inkml:trace>
    <inkml:trace contextRef="#ctx0" brushRef="#br0" timeOffset="-60666">4603 212 61,'0'0'231,"0"0"369,0 0-271,0 0-88,0 0-26,0 0-43,0 0 49,0 0-30,0 0-55,0 0-65,0 0-26,-3-25-9,3 25-36,0 3-3,0 3-23,0 2 26,0 2 3,0 3 55,0 2-45,-3 2 10,0 3 3,3 2-24,0 1 11,0 1-10,0 2 10,0-1-12,0-1 0,0 2-1,0 1 0,0 0-1,3-1 2,0-1-1,-3 0 2,0-1-2,3 0 0,-3-4-47,3 2 46,0-3 2,-3 1 15,0-3-3,0-2-26,0 0-19,0-4 29,0-1-77,0-3 18,0 0 1,0-3 6,3-1 13,-3-1-46,0-2 27,0 0 61,0 0 31,0 0 34,0-1 39,0-6-1,0-1-61,0-4-31,0-3-11,0-2-20,0-2 19,-3-2-31,-3-4 32,3-1-2,-3-2-24,3-2-29,-4-3-3,4 0 3,-3-1 22,3 0-18,0 0-11,0 0 0,0 0 43,3-1-62,0 0 81,0 1 35,3 2-33,3-2 20,3 3-20,-2 2-1,-1 1 28,3 3 29,-3 3-14,4 2-43,-1 3 44,-3 2 23,3 4 45,-2 2-81,-1 3-3,3 1 46,-6 2-75,6 1-71,1 2 19,-4 0-6,3 0-27,1 5 40,-1 4 0,0 2 9,7 4 36,-7 0-42,3 3 42,-5 0 41,5 2 4,-6 1-45,-3 0-63,4 1 62,-4 1-50,-3 2 18,0-2 30,0 1-68,0-1-7,0-1 55,-10-1-35,-2 0 9,-1-3-91,-2-2 62,-1-1-143,-2-3 110,2 0 33,1-3-27,-1-1-25,4-2-124,0-2-30,2-2 7,4-2 225,3 0 42</inkml:trace>
    <inkml:trace contextRef="#ctx0" brushRef="#br0" timeOffset="-60031">4811 571 12,'0'0'134,"0"0"-98,0 0 528,0 0 97,0 0-323,0 0-156,0 0-49,0 0-6,0 0-17,0 0-62,0 0-48,0 21 0,0-14 10,0 0 22,-3 0 10,3 4-42,-3-2-2,3 3 2,0-1 2,0 3-2,0-2 0,0 2 7,6-1-7,-3 1 0,3-1 0,3-2 0,-2 1 19,2-2-19,0-1 0,1 0-19,2-2-30,0 0 49,1-3-13,-1 0 11,-3-3 4,1 0 16,-4-1 33,3 0-12,-3-1 0,1-6 3,2 0 29,0-3-71,1-2-13,-4-1 13,3-1-2,-3 1 8,0-1-6,1 0 0,-4 0-1,0 2-15,0-2 2,-3 1 14,0 0 10,0 1-10,0 2 0,-6 1 31,6 1-5,0 2 0,-3 3-23,3-1 42,-3 4 19,3 0-19,0 0-31,0 0-14,0 0-22,0 0-10,0 0-14,0 1-24,0 2-14,0 0-3,0 4 41,0 2 46,3 2-3,0 2 6,0 0-3,3 2 3,0 1-3,4-1 12,-4 1-15,3 0 3,-3 0-26,0-2-67,4 1-92,-4 0-97,0-2 116,0-1-143,-3 1-52,-3-5-92,0-2-4,0-1 310,0-3 143</inkml:trace>
    <inkml:trace contextRef="#ctx0" brushRef="#br0" timeOffset="-59581">5139 548 38,'0'0'222,"0"0"-17,0 0 616,0 0-391,0 0-144,0 0-62,0 0-56,0 0-16,0 0-23,0 0-58,0 0-71,0 0 0,19 2-33,-10 0 1,1 1-6,2 1 5,0 3 4,-2 1 7,-1 3-14,3-1 36,-2 4 9,-1-1-9,0 2-42,1 1-29,-7 0-39,0-2-69,-3 1 56,0-3 55,0 0-29,0-2-30,0-3-98,-3 0 131,0-3-46,-3 0 29,2-3 108,4-1 6,-6 0 82,3 0 75,0-1-73,-3-5-57,3-2-14,0 1-10,-4-3-6,4-1-26,3 1 13,0-2 13,0 1 0,0-2-19,0 0 19,6-2-36,1 1-84,2-2 71,3 0-195,1 0 107,-1 1-157,7 0-12,-4 0 130,1 3 97,2 1 49,-5 1 30</inkml:trace>
    <inkml:trace contextRef="#ctx0" brushRef="#br0" timeOffset="-59204">5487 477 89,'0'0'0,"0"0"39,0 0 105,0 0 612,0 0-398,0 0-133,0 0-134,0 0 39,0 0 84,0 0-58,0 0-46,-16 81 10,16-68-59,0 0-13,0 2 10,0 2-6,0 0 0,6 1-17,-2 1-10,2 0-25,0 0 0,-3 2-2,3 2-2,-3 1 4,7 1 1,-10 0-1,6 2 0,-6-1-16,6 0 17,-3-2-2,0 0-84,0-1 7,0 0-12,1 0 9,2-2-19,-3-1 12,0 0-45,3-1-29,-3-4-13,0 1-47,4-2 4,-4-3-6,0-2 22,-3-4-141,0 0-6,0-4 252,0-1 28,0 0 43</inkml:trace>
    <inkml:trace contextRef="#ctx0" brushRef="#br0" timeOffset="-58849">5549 544 71,'0'0'264,"0"0"489,0 0-437,0 0-79,0 0 0,0 0-71,0 0 3,0 0-1,0 0-71,0 0-97,0 0-33,0 0 10,52-37-6,-39 37-17,-1 0 8,1 0 8,-4 3 1,0 1-26,4 4 16,-1 1 4,-6 1 15,0 2-2,1 0-14,-7 3 13,0-1-38,0 2-21,0 0 50,-10 0-30,-5-1-29,-1 1 29,-2-1 4,-1-3 22,-6-3-49,4 0 14,-1-3-11,-3-2-100,0-3-40,4-1-133,-1 0-39,6 0 263,7-7 117</inkml:trace>
    <inkml:trace contextRef="#ctx0" brushRef="#br0" timeOffset="-58480">5586 68 235,'0'0'473,"0"0"-177,0 0 14,0 0-187,0 0-61,0 0-29,0 0-7,0 0 149,0 0 4,0 0-143,0 0-23,0 0 48,22 120-22,-16-96 42,-3 2-45,3 0 0,3 0-20,-2 1-16,-1 1-35,0 0 35,0 1 16,4-1-16,-4 1 4,0 2-8,-3-1-12,3 0 16,-3 0 0,4-1-15,-4 0-8,-3-2-41,0 0-50,0-1 26,0-1-84,0-2-114,3 0 58,0-3-150,-3-3-26,0-5 61,0-2 263,3-5 80</inkml:trace>
    <inkml:trace contextRef="#ctx0" brushRef="#br0" timeOffset="-57928">5874 566 139,'0'0'65,"0"0"-65,0 0 483,0 0-37,0 0-247,0 0-118,0 0-55,0 0 17,0 0 90,0 0 0,0 0-97,0 0-36,-71 95 23,68-85 3,3 0 36,0 0-62,0-1-5,6-1 3,7-1-51,-7 0 8,9-1 2,-2-1 11,2-2-62,4-1 94,-4-1 0,1-1-4,2 0-41,-2 0-24,-1-1-31,1-4-24,-4-2 62,1-1 59,-4 0 2,-3 0 1,0-2 19,-3 1 46,-3 0-48,0 1 57,0 0 1,-6 1-23,-3 0 39,-3 0 1,2 3 73,1-2-139,-3 5-26,-1 0 26,4 1 13,0 0-6,-7 0 2,4 2-18,-1 5 18,-2 2 17,2 2 26,-2 0-33,9 2-45,-4 0 26,1 1 19,3-1-22,3 2 6,3-1 20,0 1-38,0-1-11,3 1-46,6 1 33,4 0-19,-1-2-7,7 0-19,2-2-30,1 0-12,3 0 38,0-2-16,2-3 10,1-3-7,-3-1-103,6-1-70,-3-2-208,3 0-163,-3-7 410</inkml:trace>
    <inkml:trace contextRef="#ctx0" brushRef="#br0" timeOffset="-55520">7859 278 457,'0'0'423,"0"0"320,0 0-431,0 0-53,0 0-19,0 0-47,0 0-44,0 0-53,0 0-86,0 0-10,0 0-45,3-11-3,-3 11-33,3-1-58,0 0-74,-3 1-114,3 0-180,0-1-203,0-2 81,4 2 475,-32 19 125</inkml:trace>
    <inkml:trace contextRef="#ctx0" brushRef="#br0" timeOffset="-54281">8005 527 167,'0'0'101,"0"0"118,0 0 211,0 0-192,0 0 36,0 0-34,0 0-38,0 0-30,0 0-65,0 0-78,0 0 20,21 21 22,-8-19 3,2 0 14,4 0-30,6-1-36,-1 0-21,1-1-1,6 0 4,0 0-4,0 0-75,-6-2 11,0-2 38,-4 0-29,1-1 55,-3 1 10,-1-2-10,-2 1 0,-4-1 6,1 0 7,-7 1 23,3 0-1,-6 2-32,0 0 9,-3 1-11,0 1 18,0 0 42,0 1 7,0 0-7,0 0-22,0 0-10,-3 0-8,0 0-21,3 0-45,0 0-19,0 2 9,0 2 3,-3 0 10,3 3 32,0 0 10,0 0 4,0 2 12,0 1-16,0-1 3,0 1-1,0-1 1,3 1 15,3-1-18,-3-1-49,10-1 27,-4-1-37,4-1 24,-4-2-17,3 1 50,1-2-9,-4-1 11,3-1 39,-2 0-23,2 0-16,-3-1-78,1-5 78,-7-1-3,6 1 6,-9-2-3,3 0 0,-3-1-3,0 0-3,0 1 6,-3-1 1,-6 0 80,3 0-68,-7 2-10,1-1-3,-1 3 0,-2 1 0,-1 1 36,-2 3-17,2 0 7,-2 0 51,-1 0-22,-3 2-6,4 5-14,-1 2-6,-3 1 0,4 3-13,2-1-14,1 1 46,2 3-47,1-1 1,6 1 20,0 0-18,-1 1 44,7 1-48,0 1-14,0-2 12,4 1-24,5 1 24,3-1-17,7-1 17,3 1-10,-1-1-53,4-2 1,0-2 22,0-1 26,3-2-30,0-3 14,-4-2-29,1-1-4,0-2-48,-3-2 6,-1 0-36,-2 0-61,3-7-56,-4 0-89,-2-3-12,-4-4-132,1-1 232,-7 2 168</inkml:trace>
    <inkml:trace contextRef="#ctx0" brushRef="#br0" timeOffset="-55037">8147 175 29,'0'0'59,"0"0"1187,0 0-914,0 0-69,0 0-13,0 0 25,0 0-71,0 0-40,-34-98 12,28 90-57,3 1-14,0 3 1,0 0 5,-1 1-16,1 1-22,3 1-19,0 1-19,0 0-35,0 0 0,0 0-22,0 0-16,0 0-26,0 6-24,0 2 39,0 5 49,-3 5 22,3 4 0,-3 2 1,0 3-11,3 2-11,0 1 1,0 3-2,0 1 0,0 1-35,0 2 12,0 0 7,0 0-57,0 2 10,0 0-1,0-1-13,0-1-29,0-1 29,0-2-25,0-3-1,0-2-10,3-2-16,0-3 45,0-2-26,4-3-45,-1-3-33,-3-3 58,3-4 3,0-3-39,-3 0 88,7-4-49,-4 1-98,-3-3 23,3 0-166,3 0 104,-2-6 32,-1-4 213,-3-1-42</inkml:trace>
    <inkml:trace contextRef="#ctx0" brushRef="#br0" timeOffset="-56723">6677 449 60,'0'0'127,"0"0"-94,0 0 254,0 0 400,0 0-264,0 0-179,0 0-56,0 0-26,0 0 0,0 0-7,0 0-25,10-9-14,-10 9-7,0 0-6,0 0-10,0 0-20,0 0-44,0 0-29,0 0-1,0 1-15,-3 1-16,0 2-29,-1 2 26,-2 3 12,0 1 21,-3 3 1,3 3 0,-1 1-21,1 1 21,0 0-33,0 1 34,-1 0 4,7-1-4,-6 0-7,6 0-6,0-3-35,0-2-3,0 0-20,0-3 7,0-1 35,6-1 6,1-2 21,-1-2-56,0-1 19,3-2-13,-2-1 52,2 0 13,0 0 29,1 0 10,2-2-17,0-4-18,4 0 15,-4-2-32,1-3-1,-4 1-2,3 0 3,-2 1 2,2-1-2,-6 1-36,4-2 36,-7 2 2,3 0 2,-6 1 11,3 1-14,-3 3 30,0 0-9,0 2 14,0 2 31,0 0 4,0 0-13,0 0-13,0 0-23,0 0-22,0 0-2,0 0-27,0 0-16,0 0-22,0 4-1,0 0 30,0 3 38,3 2 1,0 1 15,3 0-15,4 0 0,-1 0 14,0 1-12,4 1 10,-1-2-26,4 1-35,2-3-13,1 1 13,-1-2 18,1-2 30,-4 1-25,1-4 22,-4-1-3,7-1 6,-7 0 13,1 0 6,-1 0-17,1-4 15,-4-3 28,0-2-32,-3-1 19,4 0-29,-4-2 23,0-2-25,-3-1-1,0 1-12,-3-3-14,0 2-19,0-3 13,-3 1 16,-3-1-7,-3 0 7,-1 1-6,1 1 22,-3 0 19,2 4-19,1 1-3,3 2 2,3 5-2,-3 0 2,2 1-1,4 3-37,0 0-138,0 0-154,0 0-159,0 0-9,0 6-9,0-2 100,10 1 320</inkml:trace>
    <inkml:trace contextRef="#ctx0" brushRef="#br0" timeOffset="-55774">7313 148 1486,'0'0'218,"0"0"-36,0 0 65,0 0 54,0 0-53,0 0-67,0 0-40,0 0-29,0 0-29,0 0-38,0 0-26,0 0-19,0 0-26,-34-41-28,34 46 16,-3 4 38,-3 3 19,3 4-6,-4 2-1,4 2 43,0 3-7,3-1-25,-3 3-21,3 0 22,0 1-24,0 1-3,3 2-8,0 0 10,3 0-13,1-1 13,-1 3-14,0-3-14,-3 1-25,6-2 9,-5 1-22,2-1 13,0-1-4,-3-2 3,0-2-54,0-3 45,-3-1-72,3-4 72,0-1-17,-3-4 29,0-2-12,0-2 38,4-3-10,-4-2 36,0 0 0,0 0 71,0 0 42,0-2-3,0-3-35,0-2-21,0-2-51,0-1 0,0-1 22,0-3 20,0 0-31,3-2-14,3-2-38,0-1 18,0 0 20,7 0-19,-4 2 6,6 0-22,-2 2 19,-1 3-7,4 2 22,-7 2 1,3 1 44,-2 3-43,-1 1 0,0 2-1,1 0-29,-7 1 10,6 0 3,-3 0 16,-3 0-2,4 1-27,-1 4 29,-3 3 16,3 2 48,0 2-25,1 1-4,-1 1-33,3 1-2,-3 1-8,0-1 7,1 1-27,-1-1 28,3 0 0,-3 0-23,4 0 20,-4-3-29,0 0-20,3 0 10,1-3 20,2-1-11,-3-3-60,4 1 70,-4-4-45,7 0 52,-4-1 16,0-1-1,1 0 1,-1 0 16,1 0-13,-4-5 0,3-3-3,-2-2 0,-4-2 41,0 0-2,0-2-39,0-1-1,-3-2-1,4 0 0,-7-1-11,3-1 10,-3 2-23,0 1 0,0 2 26,0 4 61,-3 1 20,0 3-52,3 3 68,-4 2-13,4 1-39,0 0-45,0 0 0,0 0-61,0 2-33,0 2 1,0 3 67,0 3 23,0 1 3,0 2 24,7 1-23,-4 1-1,3 1 4,3 0 12,1-2-16,-1 0-23,-3 0-90,6-2 29,1-2-159,-1 0 22,1-2 52,-1-3-166,0-1-7,1-2-66,-7-2 4</inkml:trace>
    <inkml:trace contextRef="#ctx0" brushRef="#br0" timeOffset="184883">16860 1452 599,'0'0'300,"0"0"166,0 0-37,0 0-267,0 0-77,0 0-63,0 0-22,0 0-52,0 0-87,3-1-85,6 7 181,1 2-97,2 1-78,-3 2-101,4-1-95,-1 1-39</inkml:trace>
    <inkml:trace contextRef="#ctx0" brushRef="#br0" timeOffset="185362">17148 1698 159,'0'0'254,"0"0"440,0 0-59,0 0-291,0 0-98,0 0-61,0 0-47,0 0-38,0 0-32,0 0-68,-9-1 0,9 5-13,-6-1 11,0 4 2,0 1 0,-1 0-4,1 2-9,0 0 9,3 1-13,-3 2 17,2 1 29,1 0-29,0 2 7,0-1-7,3 0-2,0 0 0,0 0 2,0 0 4,0 1 12,6-2-16,1 0-45,2-2-33,3-1 40,-2 2-24,5-5 33,1 0-3,-1-3 19,4-2-35,-1-1 32,1-2-17,0 0-12,2-2-16,-2-4-53,-4-3 59,1-1 55,-4-3-26,-2-1 7,-1-1 19,-3-2 53,0-1-21,-6 0-9,0-1 3,0 1-23,-3-1 84,-6 0-83,-4 0 47,-5 3-51,-1 0-19,-2 3 16,-1 2 2,-3 3-80,-3 2 79,0 3-79,3 1 29,-6 2 16,3 0-178,4 5-258,-4 2-274,3-2 66</inkml:trace>
    <inkml:trace contextRef="#ctx0" brushRef="#br1" timeOffset="51268.54">6677 3430 159,'0'0'117,"0"0"-61,0 0-21,0 0 396,0 0-197,0 0-221,0 0-13,0 0 0,0 0 588,0 0-384,0 0-155,13 0-49,-13 0-25,0 0 25,0 0 140,0 0-14,0 0-67,0 0-34,0 0 24,0 1 29,0 0 6,0-1 3,0 1-22,0-1-20,-3 1-13,3-1-12,0 1 2,0-1 4,0 0 0,0 0-7,0 0-17,0 1 1,0-1 10,0 0 0,0 0 3,0 0 13,0 0 13,0 0 3,0 0-13,3 0-6,3-1-14,-6-1 8,9-1-1,1-3 5,5-3-24,7-1-22,3-4 22,3 0-1,6-2 1,0 0-13,3 0-3,0 2 0,0-1 14,1 3-1,-1 2 3,-3 0 0,-3 2-1,-6 2-44,-4 2-52,-2-1-35,-7 4-32,-2 1-17,-4 0-23,-3 0-46,-3 3-52,0 2-17,0 1-36,-3 0-124,-6 0 120,-1-1 260</inkml:trace>
    <inkml:trace contextRef="#ctx0" brushRef="#br1" timeOffset="51699.54">6839 3463 324,'0'0'39,"0"0"-13,0 0 639,0 0-186,0 0-252,0 0-41,0 0-8,0 0 10,0 0-10,0 0-36,0 0-55,9-10-26,-9 10-13,0 0-9,0 0-39,0 1 0,6 3 0,-3 1 32,3 3 42,1 2-36,-4 0 17,6 4-23,-6 2-7,0 0 1,3 4 0,-2-1-7,2 1-7,-3 1-8,0 1-4,0-1 12,-3-1-9,3 1-2,-3-1-1,0 1-2,0-2-21,0-2-18,0-1 9,0-4-13,0-1-13,0-3-41,0 0 34,0-3-41,0-1-74,0-2-21,0-1-32,0-1-23,0 0-37,0 0 0,0-3 0,0-6-264,0-3 140</inkml:trace>
    <inkml:trace contextRef="#ctx0" brushRef="#br1" timeOffset="52212.54">7037 3590 275,'0'0'52,"0"0"-6,0 0 743,0 0-409,0 0-142,0 0-17,0 0-14,0 0 0,0 0-39,0 0-48,0 0-46,0 0-3,12-14 12,-12 14-22,0 0-29,7 0-19,-4 0-13,3 2 13,-3 1 80,6 3-23,-2 1-45,2 1-23,0 2 1,1 0-1,-1 1-2,-3 2 0,0 1-32,0 0-6,-2 0-1,-1 1 17,-3 1-13,3-1-13,-3-1 15,0-1 1,0-1 7,0-3-23,0-3 28,-3-1-22,3-3 26,-3-1 16,3-1 36,0 0 15,0 0 13,0 0-19,0-3-3,0-4-42,0-3-19,0-4 3,0-1-10,6-3 25,-3-1-25,6-2-3,-6 1 17,7-1 8,-4 1-41,6 0 7,-3 3 18,1 2-18,5 1 19,-5 4-4,-1 2-9,3 4 16,-2 0-4,-4 2-2,0 1-4,0 1-16,0 0-42,-3 0-39,7 0-19,-1 1 32,0 4-4,4 0-32,-1 2-140,4-1-154,-7-2-22,3 1-60,-2-1 372</inkml:trace>
    <inkml:trace contextRef="#ctx0" brushRef="#br1" timeOffset="53172.54">7642 3626 54,'0'0'248,"0"0"385,0 0-249,0 0-150,0 0-39,0 0-29,0 0 3,0 0-10,0 0-85,0 0-9,0 0 6,-13-86-42,7 79 10,0 1-4,0 2 27,-4-1-36,1 3 15,0 1-21,0 1 28,-4 0-35,1 0-13,-1 0-61,1 2 19,-7 5 23,4 1-4,-4 3 7,1 1-23,-1 3 16,3 1 22,1 1 1,-1 0 0,7-1-9,0 0 9,3-1 0,-4-2 0,7 2 1,0-1-1,3-1 1,0 0-2,0-2-20,0-2-8,3 0 3,3-2-6,1-1 3,2 0 10,-3-2 19,3-1-36,4-2 36,-1-1 29,-2 0-27,5 0 37,1-3-13,-1-3-26,-3-3-6,4-2 2,-1 0 4,-2-1 0,2-1 13,-5 0 7,2-2-17,1 2 26,-4-1-29,-3 2 2,0 0 24,0 1-26,1 1-2,-7 3 2,3 0 0,0 3 14,0 1 12,-3 2 35,0 1-9,0 0-14,0 0-15,0 0-1,0 0 1,0 0-13,0 0-10,0 0-51,0 1-1,0 5 30,0 1 22,3 3 68,0 1-56,3 0 1,1 0 13,-1 2-8,-3-1-18,3-1-1,0 0 1,4 0 0,2-2 0,-3-2-19,4 1-39,2-2 19,1 0 4,-1-3 9,1-2-10,-1-1 33,1 0-11,-1 0 14,4-6 2,-4-3 0,1-1 0,-7-3 1,7-1 29,-7-1-19,0-3-10,-3 0 20,-3-2-23,4 0 16,-7 0 0,0-1-16,0 1-22,0 1-33,-3 3 10,-4 1 3,1 5 40,0 3 2,-3 2 2,2 3 65,4 1 1,-3 1 19,3 0-13,3 0-35,-3 0-37,3 0-2,0 0-1,0 3-28,0 2-19,-3 1 48,3 3 35,0 0 0,0 2-2,0 0 8,0 0-15,0 2 9,0-2 17,0 1-41,0 1-11,0 0-2,6 2 0,-6-2 2,6 1-16,-3-2 0,4 1-3,-1-2-4,0-2-9,0 1-3,3-2 0,1-3-14,-4 0-15,3-3 41,1-1 21,-1-1-62,6 0-1,-5 0-28,5-5-82,-2-3-81,-1-1-127,-3-2-144,-6-3-282,1 3 456</inkml:trace>
    <inkml:trace contextRef="#ctx0" brushRef="#br1" timeOffset="53427.54">7915 3298 290,'0'0'392,"0"0"630,0 0-889,0 0-35,0 0 93,0 0 52,0 0-46,0 0-97,0 0-100,0 0-28,0 0-27,0 0-3,-13-20-32,13 20-78,0 0-85,0 0-88,3 0-40,3 0-23,1 0-147,-4 0 293,3 0 180,-18 20 77</inkml:trace>
    <inkml:trace contextRef="#ctx0" brushRef="#br1" timeOffset="54088.54">8150 3418 221,'0'0'1213,"0"0"-940,0 0-149,0 0 19,0 0 68,0 0-17,0 0-29,0 0-85,0 0-64,0 0-16,0 6 1,10-8 9,8-3 32,4 0 0,9-4 9,3 0-38,3-4-13,0 1-74,1 1-32,-4-2-88,0 2-71,-3 1-96,-3-1-234,-3 0-210,-10 1 459</inkml:trace>
    <inkml:trace contextRef="#ctx0" brushRef="#br1" timeOffset="53846.54">8156 3206 295,'0'0'104,"0"0"613,0 0-336,0 0-170,0 0-16,0 0 32,0 0 7,0 0-47,0 0-42,4-46-22,-4 46-14,0 0-3,0 0-4,3 0-25,-3 0-10,0 0-19,0 0-26,0 0-20,0 2-2,0-1-1,0 3 1,3 1 0,-3 3 45,6 2-23,-3 2 7,3 3-4,-6 2 7,3 0-19,0 3-12,-3 2 2,0 4 16,0 1 0,0 5-17,0 0-2,0 3 1,-6 0-1,3 0-35,-3-2-16,6-3 29,0-1-10,0-2 4,0-3-23,0-4-10,0-3-9,6-3-7,0-3 32,1-3 26,2-3-23,-3-3 26,3 1-12,1-3 24,5 0-4,4-1 7,-4-7-37,7-1-32,0-3-56,-4-1-25,4-2-79,-3 1-52,-4-2-85,1-1-215,-7-3-168,-3 0 374</inkml:trace>
    <inkml:trace contextRef="#ctx0" brushRef="#br1" timeOffset="55564.54">6941 4369 142,'0'0'59,"0"0"19,0 0 4,0 0 612,0 0-306,0 0-141,0 0-111,0 0-9,0 0 32,0 0 13,0 0-40,15-27-51,-15 27-19,0 0-1,0 0-13,0 0-22,0 0-24,0 3-1,4 3 0,-4 2 43,3 3 27,0 2-26,-3 5 3,3 0-12,-3 2-11,0 3-2,0 0-21,0 1 11,0 0-10,0 1-3,0-2-1,0 1 1,0-3 2,0-1-1,0-4-1,0 0 0,0-5-1,0-1-21,0-3 2,0-3 20,0-2 1,0-1-1,0-1 4,0 0 18,0 0-3,0 0 23,0-2 9,0-6-22,0-2-29,-3-6-38,-3-2 15,2-5 23,-2-3-22,3-1 3,-3-3-20,0-1-15,3-2-14,0-2 17,-4 1-30,7 0 27,0 1-14,0 1 26,0 2 21,10 2 19,-1 2 2,3 0 0,1 1 30,2 3-30,-2-1 0,2 4 14,1 0 25,2 5-13,-5 1-26,2 3-26,-2 2 7,2 4-1,-6 3 20,4 1-16,-7 0 7,3 1 9,-2 5 16,-1 5-15,-3 1 18,0 4-17,-3 2 34,0 3-35,0 3 2,-6 0-3,-7 3-39,1 2 4,-4 0-49,-5-2 61,2 1 23,-3-1-19,1-1-30,-1 0-2,0-4-1,4-1 39,-1-4-10,7-3 20,-1-3 1,4-4 0,3-4-2,3-1 2,0-2 2,3 0-1,0 0-42,0 0 19,0 0 24,3 0 33,3 0 15,-6 0-2,3 0-17,-3 0 0,3 0-13,0 0-16,0 0 1,3 0 65,1 2 21,2 2-6,3 2-39,1 0 6,-1 3-13,4 0-12,-1 0 25,4 3-19,2-1 3,-2 1-29,3 2 22,-4 0-22,4 1 7,-3 0-10,2-1 0,4 1-1,-3 0-15,-3-1-55,2 0-25,-2-2 31,-1 0-32,-5-1-9,-1-3-49,1-1-27,-4-2-32,-3-2-52,0-2-119,4-1-58,-7 0-75,3-5 231,-6-4 274</inkml:trace>
    <inkml:trace contextRef="#ctx0" brushRef="#br1" timeOffset="56652.54">7443 4466 247,'0'0'228,"0"0"871,0 0-823,0 0-146,0 0 49,0 0 15,0 0-16,0 0-46,0 0-61,0 0-52,0 0-16,0 0 17,-37 4 2,34 3-9,-3 2-10,3 1 10,-4 0-10,1 1 17,3-2-20,0-1 2,3 0 0,0 0 0,0-2 1,0 0 4,0-1-7,6-2-36,0-1-5,1-1 15,-1 2 10,0-3-13,3 0 29,7 0 3,-4 0 32,4-7 1,-1-2-20,1 0-3,2-3 0,-2-1-1,-1 1-9,-2-1 13,-1 0-14,-2-1-1,-1 3 2,-9 0 26,3 3-6,-3 2-1,0 4-19,0 1-2,-6 0 37,-4 1-37,-2 0 33,0 0-34,-4 0-45,1 7 3,-1 0 42,-3 4 0,-2 1 2,2 2 31,1 0-14,-4 2-19,6 0 3,4-1 16,0 2 1,2 0-19,4 0-1,0 0 0,6 1 1,0-2-1,0-2 0,6 0-26,0-2-19,7-2-16,2 0 39,1-2 18,8-2-25,1-4 7,6-1 3,3-1-30,1 0-34,5-8-17,-3-1 12,0-2-25,4-1-3,-4-3 9,3 0-7,-6-1 7,0-2 36,-3 0 22,-3-2 23,-3-1 26,-3 0 0,-1-2-1,-2 0-15,-3-1 5,-1 3 9,-6 0 2,1 3 0,-1 3 26,-6 2 32,0 2 40,-3 2 28,0 1-42,0 1 20,-3 1-29,-9 1 6,2 3 9,1-1-3,-6 1 20,2 2-53,-2 0-28,-1 0-10,-3 4 16,1 2 4,-1 4 2,1 2-5,-7 2-11,6 1-9,1 2 6,-4 0-3,6 1 0,1-1-16,-1 1-2,4-3 2,3 2 2,3-1-1,2-2 15,1-1-16,3 1-10,0-3-13,3-2 1,4 0-1,-1-2-44,3-2 31,4 0 17,-1-3-16,0-1 35,4-1 0,2 0 2,1-3-2,3-6-19,-1-1 16,1-1-35,3-1-14,-3-3 7,-1 1 14,-5-2 31,3-2 2,-4 1 21,-3-2-10,-5 1-11,2 1 14,-3 3-13,-3 1-1,0 2 24,0 4-10,-3 3-15,0 3 44,0 1 29,0 0-6,0 0-20,0 0-6,0 0-1,0 0-9,0 0-32,0 2-21,0 3-5,0 1 26,0 3 13,0 0 0,4 1-10,-1 1 23,0 1-13,0 0-13,0-1 2,3 0-1,0-1 0,1-3-1,2 1 0,0-2-32,0 0-3,4-2-10,-1-2 29,4-1-13,2-1-3,1 0-4,3-3-18,-4-4-49,4-2-30,-3-3-73,5-2-24,-8-1-49,-1-3-53,1 0-49,-4-4-105,-6-2 10,-2-3 297,-4-4 179</inkml:trace>
    <inkml:trace contextRef="#ctx0" brushRef="#br1" timeOffset="57032.54">8327 4045 224,'0'0'111,"0"0"394,0 0 212,0 0-357,0 0-100,0 0-30,0 0-46,0 0 48,0 0-46,0 0-13,-62-60-26,62 60-42,0 0-38,0 2-26,0-2-13,0 3-28,0 1-1,0 2 1,0 4 38,0 2 54,3 5-26,3 1 7,-3 2-32,4 4 9,-1 0-16,0 3-32,0 1 11,0 2-13,4 2 3,-4 1 0,-3 1-1,3 2 0,-3 1 2,0 0-4,0 2-10,1-1-27,2-1 18,-6-3-19,6 0-3,-6-2-3,3-3-3,0-1-7,0-1-19,0-1 16,4-4-22,-7-2-7,3-4-3,0-4 13,-3-1-27,0-3-2,0-2-11,0-3-12,0-2-14,3-1-20,-3 0 30,0 0 35,0-3-10,0-7-169,0-3-36,-3-4-75,0-2-17,0-4-72,-7-4 189,4-3 279,3-1 8</inkml:trace>
    <inkml:trace contextRef="#ctx0" brushRef="#br1" timeOffset="57363.54">8352 4300 310,'0'0'72,"0"0"645,0 0-245,0 0-245,0 0-42,0 0 0,0 0 35,0 0 0,0 0-59,0 0-71,-10-70-51,20 68-4,-1 0 0,7-4-32,8-1 9,4 1 4,6-2-13,1 1-3,-1 0 0,-3 2-3,0 2-19,-3 1 20,-4 2-1,-2 0-10,-3 0-22,-7 6 9,0 2 0,-8 1-16,-1 0 4,-3 3-4,-3 1 26,-7 1 1,-5 3 15,-4 0 26,-3 0-25,-2 0-1,-1-2 1,0 1-3,0-2 0,4-2-20,-1-1 3,3-2-10,7-1-23,-1-3-19,7-3-26,0-2-32,6 0-30,0-2-130,3-8-309,6-2-178,4-5 342,-1-2 366</inkml:trace>
    <inkml:trace contextRef="#ctx0" brushRef="#br1" timeOffset="57772.54">8749 3871 45,'0'0'1513,"0"0"-1250,0 0-71,0 0 51,0 0 54,0 0-52,0 0 19,0 0-38,0 0-73,0 0-54,-34-37-26,34 37-23,0 0-24,0 2-26,0 1-11,0 5 11,3 3 38,0 3 9,3 4 0,0 3-12,-3 1 3,3 3-7,1 2-6,-1 2-3,0 3 0,3 2-21,-2 3 2,-4 3 1,6 1-2,-9 0 1,6 1-3,-6 1-40,3-3-10,-3 0 9,0-1 3,0-3 4,0-1-23,0-4 13,0-3-26,0-1 23,0-3-17,0-2-18,0-2-11,0-4-6,0 0 10,0-3-7,0-3 22,0-4-41,0-1-72,-3-3-13,0-1-56,0-1-23,0 0 36,-3-5-112,-1-8-313,-2-3 97,-3-4 467</inkml:trace>
    <inkml:trace contextRef="#ctx0" brushRef="#br1" timeOffset="58143.54">8755 4167 92,'0'0'82,"0"0"563,0 0-65,0 0-316,0 0-40,0 0-49,0 0-6,0 0-23,0 0-7,0 0-52,9-91-42,0 84 0,10 0-6,3 0 25,-1 0-12,7-2-17,3 2-22,0 1-10,0 2 0,-3 3 13,3 1-16,-3 0-2,-3 0-1,-3 3-20,-1 5-9,-5 3-19,-7 1-30,1 3 7,-4 2 16,-6 1-16,0 1-7,-3 1-3,-10 0 39,-2-1 16,-1 1-4,-5-1 14,-1 1-10,0-2 6,-3-3 23,4 0-20,-4-4 4,6-1-26,1-2 13,2-3 26,4-2-17,2-3-16,4 0-51,0 0-43,6-4-117,0-4-199,0-4-170,9-1 215,7-3 342</inkml:trace>
  </inkml:traceGroup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0:25.403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186DA2A4-C41D-453F-A8AC-5DB270BD70D4}" emma:medium="tactile" emma:mode="ink">
          <msink:context xmlns:msink="http://schemas.microsoft.com/ink/2010/main" type="writingRegion" rotatedBoundingBox="8509,4974 17454,5069 17442,6152 8498,6057"/>
        </emma:interpretation>
      </emma:emma>
    </inkml:annotationXML>
    <inkml:traceGroup>
      <inkml:annotationXML>
        <emma:emma xmlns:emma="http://www.w3.org/2003/04/emma" version="1.0">
          <emma:interpretation id="{15DD03E7-DD3C-47BC-A0BC-E5B9815236DB}" emma:medium="tactile" emma:mode="ink">
            <msink:context xmlns:msink="http://schemas.microsoft.com/ink/2010/main" type="paragraph" rotatedBoundingBox="8509,4974 17454,5069 17442,6152 8498,60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214AC38-8753-43D9-BF4F-7151C7F1F533}" emma:medium="tactile" emma:mode="ink">
              <msink:context xmlns:msink="http://schemas.microsoft.com/ink/2010/main" type="line" rotatedBoundingBox="8509,4974 17454,5069 17442,6152 8498,6057"/>
            </emma:interpretation>
          </emma:emma>
        </inkml:annotationXML>
        <inkml:traceGroup>
          <inkml:annotationXML>
            <emma:emma xmlns:emma="http://www.w3.org/2003/04/emma" version="1.0">
              <emma:interpretation id="{257FDA0E-1417-492C-9D56-F361CC49E215}" emma:medium="tactile" emma:mode="ink">
                <msink:context xmlns:msink="http://schemas.microsoft.com/ink/2010/main" type="inkWord" rotatedBoundingBox="13709,5321 17451,5361 17445,5844 13704,5804"/>
              </emma:interpretation>
              <emma:one-of disjunction-type="recognition" id="oneOf0">
                <emma:interpretation id="interp0" emma:lang="" emma:confidence="0">
                  <emma:literal>SELFCROSS</emma:literal>
                </emma:interpretation>
                <emma:interpretation id="interp1" emma:lang="" emma:confidence="0">
                  <emma:literal>SELECROSS</emma:literal>
                </emma:interpretation>
                <emma:interpretation id="interp2" emma:lang="" emma:confidence="0">
                  <emma:literal>SEECROSS</emma:literal>
                </emma:interpretation>
                <emma:interpretation id="interp3" emma:lang="" emma:confidence="0">
                  <emma:literal>SEEFCROSS</emma:literal>
                </emma:interpretation>
                <emma:interpretation id="interp4" emma:lang="" emma:confidence="0">
                  <emma:literal>SEEECROSS</emma:literal>
                </emma:interpretation>
              </emma:one-of>
            </emma:emma>
          </inkml:annotationXML>
          <inkml:trace contextRef="#ctx0" brushRef="#br0">6681-7656 76,'0'0'101,"0"0"-45,0 0 325,0 0 219,0 0-239,0 0-159,0 0-79,0 0-26,0 0 20,0 0-3,0 0-27,0 0-22,-4 0-23,4 0-42,4 0-28,2 0-24,3-2 3,7 1 1,2-2 32,1 1 3,2 0-62,-2-1-64,3 1-14,-4 1-136,1-1 32,0 0-147,-4-2-157,1 1 245,-7 0 312,-229 33-14</inkml:trace>
          <inkml:trace contextRef="#ctx0" brushRef="#br0" timeOffset="657">7133-7707 107,'0'0'39,"0"0"-20,0 0 17,0 0 0,0 0 603,0 0-95,0 0-216,0 0-107,0 0-52,0 0-1,0 0 26,3 0-16,0 0-36,-3 0-30,0 0-19,0 0-9,0 0-5,0 0-12,0 0-22,0 0-19,0 0-26,0 1-11,0 1-24,0-1-13,0 0-13,4 2-6,-4 0-3,0 2 9,3 2 54,0 2 7,3 2 24,0 1-22,-3 2 9,0 1 8,7 0 3,-10 2-22,6 0 13,-3 1-13,0-1-3,0 2 2,-3-3 1,3 1 0,0-1 0,0-2-1,-3 0 1,4-2-13,-4 0 10,3-3-10,0-1-9,-3 0-7,0-3 9,0 0-34,0-2 19,0 2-4,0-4 7,0 1-10,0-2-13,0 1 7,0-1 12,0 0 14,0 0 18,0 0 3,0 0 1,0 0 3,0 0 19,0 0 4,0 0-3,0 0-1,0 0-3,0 0-2,0 0-15,0 0 11,0 0-1,3-1 1,-3 1-9,3 0-1,-3 0-3,0 0 0,3-1-13,0 0-3,3 0-10,4-2-6,-1 0 3,3 2 13,4-1 14,-1 0-11,1-1 10,2 1-16,1 0 19,0 0-26,-4-1-35,1 1-39,2 0-23,-5 1-23,-1-1-32,-3-1-79,1 2-26,-1-1-101,-9 0-43,0-2-17,0-1 294,-3 1 135</inkml:trace>
          <inkml:trace contextRef="#ctx0" brushRef="#br0" timeOffset="1465">7387-7663 61,'0'0'189,"0"0"-160,0 0 633,0 0-186,0 0-112,0 0-111,0 0-78,0 0-23,0 0-22,0 0-33,0 0-46,0 0-41,0 0-10,28-11-26,-12 9 23,-1-2 0,1 1-10,2 1-13,1-3 13,0 3-3,2-1 13,-2 0-1,0 0-34,2 1-11,-2 1-119,-7-1 16,1 1 9,-4 1-120,-3 0-105,0 0-32,-6 0-164,0 0 238,0 0 255</inkml:trace>
          <inkml:trace contextRef="#ctx0" brushRef="#br0" timeOffset="1150">7406-7689 308,'0'0'91,"0"0"-91,0 0 1016,0 0-685,0 0-71,0 0-43,0 0-52,0 0-9,0 0-18,0 0-41,0 0-23,0 0-26,0 0-9,0-1-7,0 1-3,0 0-7,0 0-20,0 0-2,0 0-19,0 0-10,0 1-19,0 2-7,0-1-3,0 2 39,0 3 19,0 2 36,0 0-15,3 4-21,0 1 0,-3 0 27,0 2-8,3 2-6,0 1-13,1 1 1,-4 0 0,6 0 0,-3-1-1,-3 0-19,3 0-7,0-3-29,-3-1 20,3-2-39,0-1-16,-3-2 45,0-2 3,0-2-36,3-1-25,-3-2-8,0 1-54,0-2 3,0-1-79,0-1-55,0 0-23,0 0-46,0-1 42,0-7 56,-3-3 169,0 2 96</inkml:trace>
          <inkml:trace contextRef="#ctx0" brushRef="#br0" timeOffset="1728">7431-7531 86,'0'0'62,"0"0"-30,0 0 1,0 0-31,0 0 715,0 0-453,0 0-195,0 0 51,0 0 1,0 0-17,25 21 10,-19-20 9,3 0-16,4-1-58,2 0-20,1 0-28,5 0 11,1 0-12,0-1-97,-1-2-124,1-2-20,0 0-143,-4-2-301,-2-2 284</inkml:trace>
          <inkml:trace contextRef="#ctx0" brushRef="#br0" timeOffset="-1245">6411-7689 73,'0'0'65,"0"0"-62,0 0-1,0 0 64,0 0 318,0 0 73,0 0-184,0 0-120,0 0-55,0 0-4,0 0 46,21-5 9,-21 5-38,4 0-24,-4-1-12,0 1 6,0 0 0,0 0-1,0 0-2,0 0-7,0 0-10,0 0-9,0 0-10,0 0-7,0 0 10,0 0 0,0 0-13,0 0-6,-4 0-25,1 0-1,-3 0-48,-6 0-16,-1 0-14,-2 0 14,-4 1 12,-2 3 17,2 1 19,-6-1-20,0 3 17,1 0 6,-1-1 12,3 2-19,0-1-9,1 0 10,2 0 3,7-1-3,-1 0-7,4 0 0,0-2 10,5-1-10,-2 2 3,3-2 0,0 2-3,3-2-16,0 1-29,0 0-36,0-1-23,3 1 20,3-1 110,4 3 17,2-1 9,4 1-3,5-1 52,1 0 2,3-2-60,-3 1-17,5 0 0,1 0 0,-3 0 16,6 0 5,-3 0-21,3 1-2,-6-1 1,0 2-1,-4-1-17,-5 1-1,-4 0 7,-2 0-3,-4 1-17,0 0 1,-6 0-82,0-1 17,0 2 6,0 0-20,0-1 79,-3 2 32,-3 0 48,-7-1-45,1-2 29,-1 1 8,-2 0-37,-1-1 37,-5-1 12,-1 0-30,-6 0-5,6-2-16,-2 0 34,-1-1-32,3 0 35,4 0-37,-1-2 4,3 0 8,4 0-6,3 0 22,3 0-26,-1 0 39,-2 0-3,9 0-6,-3-2-33,0 2-10,3-1-88,0 1-41,0-1-37,0 1-87,0-3-105,0 0-135,0-2 177,0 0 229,3 1 77</inkml:trace>
          <inkml:trace contextRef="#ctx0" brushRef="#br0" timeOffset="-283">6702-7501 125,'0'0'42,"0"0"-22,0 0 26,0 0 91,0 0 589,0 0-351,0 0-209,0 0-56,0 0-22,0 0 39,0 0 28,0 0-28,0 8-46,0-8-42,3 0-13,4 0-14,-1 0-10,6 0-2,1 0 0,2-4-2,1 0-85,-1 0-68,1 0-1,-4 1-29,0-1-72,-2 0-95,-1-2-42,0 1-118,-6-2 271,-3-1 189,-142 61 41</inkml:trace>
          <inkml:trace contextRef="#ctx0" brushRef="#br0" timeOffset="-583">6653-7623 245,'0'0'65,"0"0"-65,0 0 1023,0 0-720,0 0-34,0 0-9,0 0-56,0 0-46,0 0-16,0 0-29,0 0-10,0-11-10,0 11-13,0 0-6,0 0-7,0 0-3,0 0-13,0 0-16,0 0-16,0 0-19,0 0-1,0 0-28,0 0-6,0 0-16,0 2-13,0 0-6,0 0-4,0 1 7,0 2 38,0 3 26,0 2-17,3 1 20,0 2 25,0 1-25,-3 1-5,3 0 2,0 0 3,0 2 0,0 0 22,0-1-22,-3 0 2,7 0-2,-4-1 13,0-2-11,3 0 9,-6-1-11,0-2-38,0 0 12,3-2-45,0-2 52,0-3-23,-3 2 7,0-3 12,0 0 20,0 0-26,0-1-6,0-1-1,0 0 13,0 0 7,0 0 3,3 0-3,-3 0 3,4 0 10,-4 0 1,6 0 2,-3-1 11,6-1 24,4-1-12,-1 1-11,3-2-12,4 1-1,-3-3-1,2 2-14,4-1-10,-4 0-12,1-1-14,0 1-6,-1 1-29,-2 0-4,-1 0-32,1 1 13,-7-2-1,0 3-25,1-3-37,-4 2-28,-3-2-112,-3-1-163,0 0 20,-3-2 332,-6 2 88</inkml:trace>
          <inkml:trace contextRef="#ctx0" brushRef="#br0" timeOffset="3523">8308-7640 180,'0'0'163,"0"0"287,0 0 326,0 0-406,0 0-104,0 0-30,0 0-58,0 0-14,0 0-29,0 0-45,0 0-39,-6-6-15,6 6-20,0 2-16,0-1-16,0 1-29,0 1-16,0 0-7,0 3 24,0 1 44,0 1 19,0 1-17,0 2-4,0 0-6,3 1 8,0 2 14,0-1-14,4 1 0,-4 0 13,0 0-11,0 1-1,0-2 14,0 1-15,0-2-25,0-1-43,0-1 0,-3-2-2,4-2-8,-4-2-12,6 0 32,-6-2-13,0-1 12,0-1 21,0 0 38,0 0 17,0 0 12,0 0 29,0-2 20,0-4-30,0-1-48,0-2-3,0-2-7,-6 0 10,2-3 0,-2 0-3,3-2-36,-6-3-6,3 0 16,3-1 13,-4-2-23,7 1 0,0 0-35,-3 0 74,3 2 0,0 1 3,0 0-3,0 2 26,3 2-24,0 0 50,7 3-30,-1 0-18,0 2 25,4 1-29,-4 0-7,3 2-12,-2 1 6,2 1-23,1 2-3,-4 1 36,0 1-23,0 0 4,1 0 9,-4 0-7,3 0-12,-2 5-1,-1 0 20,-3 1 10,6 2-10,-6 2 13,3 0 7,-2 1 6,2 3-26,-6-1 13,0 2-63,0 1 61,0-1-54,-6 1 36,-4-1-16,1 0 4,0-1 9,-7-2-19,-3 1 22,4-2-38,-1-2 45,-2 0-23,-1-2 33,4-3-21,-1 2 24,4-4 25,3 0-24,2-1 14,-2-1-14,6 0 29,0 0 15,3 0 10,0 0 10,0 0-13,0 0-26,0 0 13,0 0 3,0 0-32,3 0-10,0 0-36,6 0 10,1 0 26,2 0 10,0 0 49,1 2-36,2 3-21,-2-1 16,5 1 37,-2 0-39,-4 0 4,4 1-14,-4 1-4,1 0-1,-4 1 1,3 1 21,1-1-23,-4 2 1,3-1 18,-2-1-16,-1 0 6,0 1-9,4-1-1,-4 0-57,0 0-10,1-2-58,-1 1-56,-3-1-59,0-2-87,1-1-109,-4-3-85,0 0 271</inkml:trace>
          <inkml:trace contextRef="#ctx0" brushRef="#br0" timeOffset="4124">8755-7639 3,'0'0'483,"0"0"517,0 0-853,0 0 51,0 0 71,0 0-49,0 0-68,0 0-6,0 0-24,0 0-22,0 0-23,-25-11-16,25 11-19,0 0-17,-3 0-25,3 0 0,-3 0-35,0 3-3,0 2 25,-4 1 12,1 2-18,-3 2-7,3 0 26,-4 3-13,7 0 10,-3 0 1,3 0-18,0 0 2,3 1 17,0 1-14,0-2 14,0-1-18,0 2 3,6-3-7,3 2-77,4-3 55,-1 0-19,4-3-43,-1 1 105,1-3-79,5 0 65,-5-3-26,9-1 9,-7-1 31,7 0-27,-3 0-16,-3-2-4,-1-4 7,-2-1 26,2-2 14,-5-1 2,-1 1 3,-3-2 52,1 0-32,-7-1 38,-3 0-59,0 0 34,0-2 9,0 2-9,-10-1-5,1 2-30,-3-1-2,-1 1 3,-2 0 40,2 1-42,-5 1-29,-1 2 29,4 0 0,-4 1 26,0 3-26,4-2-29,-1 3 13,1 0 3,-1 1-6,4 0-1,0 1 1,-4 0-7,4 0 10,2 0-14,-2 0 1,3 3-107,-1 0-7,7 0-126,0 1-40,0-1-85,3 1-11,0-3 8,0 0 263,0 0 98</inkml:trace>
          <inkml:trace contextRef="#ctx0" brushRef="#br0" timeOffset="4765">9378-7690 237,'0'0'13,"0"0"-13,0 0 593,0 0-29,0 0-278,0 0-42,0 0-85,0 0 9,0 0-6,0 0-75,-25-35 13,19 32-25,0 1 18,0-1-41,-1 1-7,1 1-17,3 0-11,-3 1 0,0 0-17,-4 0-32,1 0 6,0 0 3,-4 0-6,1 3 7,-3 3 3,-4 0-7,3 1-6,1 2 4,-1 0 27,4 2-21,-3-1 22,5-1 16,1 1-16,0-2-25,2 0 12,7-2-87,0 1 12,0 0 33,0-1-55,7 1 49,5-1 61,0 0 1,7-1 31,-3 0 1,5 0-17,1-1 12,3-1-28,-7 0-13,7 1 10,-3-2-13,-4 1-1,1 1-9,-3 0-6,-1 0 16,-2 0-20,-1 1 23,0-2-9,-5 2-24,-1 0-22,-3 0-19,-3-1-53,0 3 29,0-1 30,0 1-22,-3 0 103,-7 2 52,-5 1-3,-4-2 9,-2 1-45,-4-1 17,0 0-28,0-1 0,0-1 21,1-1 26,-1-1 25,3-1 1,0-1-20,4-1-19,-1 0-10,7-1-4,2 0-9,4 0-10,3 0-3,3 0-29,-3 0-94,3 0-46,0-3-62,0-3-221,9-2-285,1-1 460,5 0 251</inkml:trace>
          <inkml:trace contextRef="#ctx0" brushRef="#br0" timeOffset="5366">9707-7673 57,'0'0'156,"0"0"-110,0 0 996,0 0-802,0 0-9,0 0 0,0 0-186,0 0 104,0 0 75,0 0-89,0 0-112,0 0 67,0 0 4,-41-31-27,38 28-5,0 2-24,-3 0-9,3 0 9,-3 1-31,3 0-7,-7 0-36,1 0-5,-3 0 9,-1 3 19,-2 2-19,-1 1-4,1 1 23,-1 2-3,4 2-6,-4 0 20,7 0-11,0 0-10,-1-1 21,4 1-43,6-1-16,-3 0-4,3-2-6,0 2 16,0-2-6,3-2 2,3 0 37,4-2 22,2 2 0,1 0 21,2-2-20,4 2 40,-1-1-39,7-1 10,-3 0-8,3 1 15,-4-1-19,4 1-10,-3 0-15,-4 0-31,1 0 31,0 1 5,-4 1-9,1 0-62,-7-1 13,0 1 20,-3 0-7,-6 1-10,4 1-48,-4-1 6,0 1 32,0 1 85,-4-1 20,-2 0 48,-3 1 4,-7-3-17,-2 0-16,2-1 29,-5 0 0,-1-1-22,0 0-12,-3-1-32,4 0 0,-4-1 14,6-1-16,-2-1-31,5 2-168,1-3-129,-1 0-190,1-3-180,2-4 477</inkml:trace>
          <inkml:trace contextRef="#ctx0" brushRef="#br0" timeOffset="2600">8039-7655 86,'0'0'42,"0"0"-29,0 0 36,0 0 222,0 0 286,0 0-221,0 0-151,0 0-61,0 0-10,0 0 25,0 0-12,0 0-40,0 0 1,0 0 9,34-9-3,-34 8-7,0 1-9,0-1-11,3 0-25,-3 0-3,0-1 16,3 1-17,-3-1 14,0 1 6,0 1 3,0-1-13,0 1 13,0-1-1,0 1 4,0 0-3,0 0-7,0 0-12,0 0-20,-3 0-20,0 0-2,3 0-13,-6 0-12,2 0-7,-5 0 0,3 0-13,-10 3-3,4 1 23,-7 1-4,4 1 10,-4 0-3,4 2-10,-1 0 12,1 0 7,-1 2-6,7 0 16,-7 0-10,4 1-3,6 0 0,-3-1-3,-1 2 17,7-2 0,0 2 1,0 1-16,3-2 14,0 1 3,0-1-25,0-1-36,3 0 44,3 1-18,4-2 16,-1-1 18,0 0-11,7 0 12,-1-1 0,4-2 16,-4 1 10,7-2-26,0 0-13,-4-1-32,4-3-16,0 0-39,-1 0-65,-2 0-62,0-1-61,-7-5-223,4-1-127,-7-3 18,-3 2 483</inkml:trace>
        </inkml:traceGroup>
      </inkml:traceGroup>
    </inkml:traceGroup>
  </inkml:traceGroup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1-03-08T09:17:39.288"/>
    </inkml:context>
    <inkml:brush xml:id="br0">
      <inkml:brushProperty name="width" value="0.06667" units="cm"/>
      <inkml:brushProperty name="height" value="0.06667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CE45963C-A24C-4E36-A008-DC415C334793}" emma:medium="tactile" emma:mode="ink">
          <msink:context xmlns:msink="http://schemas.microsoft.com/ink/2010/main" type="writingRegion" rotatedBoundingBox="16059,6593 18425,6585 18426,7092 16061,7100"/>
        </emma:interpretation>
      </emma:emma>
    </inkml:annotationXML>
    <inkml:traceGroup>
      <inkml:annotationXML>
        <emma:emma xmlns:emma="http://www.w3.org/2003/04/emma" version="1.0">
          <emma:interpretation id="{90D46907-1B39-4CCE-BEAA-B178B74A24FA}" emma:medium="tactile" emma:mode="ink">
            <msink:context xmlns:msink="http://schemas.microsoft.com/ink/2010/main" type="paragraph" rotatedBoundingBox="16059,6593 18425,6585 18426,7092 16061,710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113AF13-A224-4394-9010-52C9A21F971C}" emma:medium="tactile" emma:mode="ink">
              <msink:context xmlns:msink="http://schemas.microsoft.com/ink/2010/main" type="line" rotatedBoundingBox="16059,6593 18425,6585 18426,7092 16061,7100"/>
            </emma:interpretation>
          </emma:emma>
        </inkml:annotationXML>
        <inkml:traceGroup>
          <inkml:annotationXML>
            <emma:emma xmlns:emma="http://www.w3.org/2003/04/emma" version="1.0">
              <emma:interpretation id="{30C4A727-9772-4142-9F49-93B414387539}" emma:medium="tactile" emma:mode="ink">
                <msink:context xmlns:msink="http://schemas.microsoft.com/ink/2010/main" type="inkWord" rotatedBoundingBox="16059,6593 17708,6587 17710,7095 16061,710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746 103 3 0,'0'0'134'16,"0"0"-133"-16,0 0 41 0,0 0-25 0,0 0-4 15,0 0 6-15,0 0-2 16,0 0-1-16,0 0-3 0,0 0 39 0,7-3 274 16,-7 3-137-16,0 0-91 15,0 0-33-15,0 0-3 0,0 0 13 0,0 0 6 0,0 0-22 16,0 0-4 0,0-2-6-16,0 2 0 0,0-4-3 0,0 4 6 0,0-2 0 15,0 0 0-15,0 2 16 0,-7-5-9 0,4 3-17 16,-3 1-19-16,-4-4 6 15,7 2-27-15,-6-1 27 0,5-1-9 0,-5 2 2 16,-1-3 11-16,1 2 12 16,-1-2-2-16,1 4-14 0,-4-4-3 0,4 4 6 15,-1-2 17-15,1 0-30 16,-1 2-19-16,1 0-1 0,-4-3 1 16,4 4 14-16,-1-3 12 0,1 0 3 15,-7 2-16-15,3 2-11 0,4-2 0 0,-4 1 31 16,3 1 15-16,1-3 4 0,-7 3-52 0,3 0-10 15,-6 0 9-15,0 0-21 16,-3 0 22-16,3 0 3 0,-3 0-3 0,0 0-3 16,-7 6-14-16,1 0 14 15,-1-2 0-15,1 2-10 0,3-2-3 0,-1 4 14 16,4-5-14-16,0 4 12 16,6-1-12-16,-6-1 14 0,12 3 2 0,-2-3-13 15,-4 0 13-15,6 3 3 16,-5 1-2-16,5 0-1 0,1 1-19 0,2-2 3 15,4 2 16-15,3-2 16 0,0 2-16 0,0-2-13 16,0 0-13-16,0 0 10 16,0 0 16-16,3-2-17 0,7 4 17 15,6-4 3-15,-1-2-3 0,1 2-10 16,6-2 7-16,-3 2 6 0,10-4-3 0,-7-1 0 16,10-1 2-16,-4 0-2 15,10 0-3-15,-3 0-20 0,3-1 7 0,3-6-13 16,-6 5-33-16,0-6 7 0,-7 3 13 0,4-1 10 15,-7-2-4-15,1 2-6 16,-7 0-14-16,0-2 17 0,3 0 10 0,-6 2 29 16,-4-1-3-16,4-2 3 15,-3 1-29-15,-10 0 29 0,7 5 16 0,-4-5 7 16,-3 1-23-16,-3 2-1 16,0-1-9-16,0-1 10 0,0 2 3 0,0-1 30 15,0 3-14-15,0-3-19 0,0 6-2 0,0-8-13 16,0 5 15-16,0 1 15 15,0-4-15-15,0 4-2 0,0-3 1 16,0 2 0-16,0 2 1 0,0-4 26 16,0 3 9-16,0 0-2 0,0 2 6 0,0 0 16 15,0 0 0-15,0 0-16 16,0 0-20-16,0 0-16 0,0 0-3 0,0 0-1 16,0 0-22-16,0 0-3 15,0 0 0-15,0 0 6 0,0 0 1 0,0 0-7 16,0 0 7-16,0 0 6 0,0 0 9 0,0 0 1 15,0 0 2-15,0 0 1 16,0 0-1-16,0 0-1 0,0 0 0 16,0 0-2-16,0 0-9 0,0 0 11 15,0 0 0-15,0 0 0 0,0 0 2 0,0 2 26 16,0 2 26-16,0-1 3 16,0 0-16-16,0 1-13 0,0 0-3 0,6-2-1 15,-6 4 17-15,0-3-10 0,4 5-9 16,-4-6-7-16,0 2 9 0,0 0-9 15,0 3 7-15,6-4-4 0,-6 4-3 0,0-1 3 16,0-3-13-16,0 6 12 16,0-6-15-16,0 3-13 0,3-4 13 0,-3 4 2 0,6-3 1 15,-6 4-2-15,0-3 1 16,0 2 11-16,0 0 6 0,0-2 1 0,4 2-17 16,-4-2 0-16,0 2-3 15,0-4-2-15,0 4-11 0,0-2 13 0,0 2 0 16,0 0 23-16,0 2 3 0,0 1-23 15,3-2-2-15,3 1-1 0,-6 0 3 16,0 2 13-16,0-5-4 0,0 3-12 16,0 0-13-16,0 1 10 0,0-3-13 15,0 1 16-15,0 1 2 0,3 0-1 16,4 0 18-16,-4 3-19 0,-3-5 0 16,0 3 2-16,6-3-1 0,-3 2-1 0,-3-1-1 15,0 0 1-15,0-1 3 0,7 2-1 0,-7 0 0 16,0-4 1-16,0 0 0 15,0-1-2-15,3 0 0 0,-3-1-1 16,0 0 1-16,0-1 1 0,0-1 1 16,0 2 10-16,0 0-10 0,0-2 10 0,0 3 0 15,0-3 0-15,0 0 3 16,0 0 0-16,0 0 4 0,0 0-17 0,0 0 13 16,0 0 0-16,-3 0-13 15,-4 0 10-15,4 0 0 0,-3 2 0 0,-4-2-11 16,1 1 1-16,2 2-1 0,-2 1 1 0,-7-3-3 15,3 1-1-15,-6 4-2 16,7-4-1-16,-4 4 1 16,-3-4-13-16,-3 5 16 0,0-4 1 0,-4 2 1 15,1-2-2-15,0 1 2 0,2 3 1 0,1-6 9 16,3 3-8-16,-3-2-1 16,3 0 10-16,-6 0-10 0,9-2-1 0,-9 3 11 15,6-2 0-15,-7-1-10 16,1 2 13-16,3-2-14 0,3 0 14 0,0 0-14 15,-3 0 10-15,3 0-12 0,6 0-1 0,-3 0 1 16,3 0 4-16,1 0-3 16,5 0 1-16,4 0 1 0,-3 0 13 0,3 0-14 15,-4 0 0-15,7 0 2 16,0 0-3-16,0 0-1 0,0 0-4 0,0 0-15 16,0 0-3-16,0 0-4 15,0 0-3-15,0 0 3 0,0 0-6 0,0 0 3 16,0 0-3-16,0 0-30 0,0 0-70 15,0 0-24-15,-3 0-19 0,3 0-36 16,0 0-62-16,0 2-111 0,0 0-82 0,0-2-59 16,-6 0 470-16,6 0-78 15</inkml:trace>
          <inkml:trace contextRef="#ctx0" brushRef="#br0" timeOffset="1620">1015 223 136 0,'0'0'42'0,"0"0"-29"0,0 0 4 15,0 0 5-15,0 0 1 16,0 0 0-16,0 0 398 0,0 0-180 0,0 0-114 16,0 0-16-16,19-4 9 15,-19 1 23-15,0 2-16 0,0 1-23 0,0-1-16 16,0 1-7-16,0 0-3 0,0-3 0 0,0 3-6 15,0-2-17-15,0-1-7 16,0 2 14-16,0-1-4 0,0 2 1 16,0-2-4-16,0 0-10 0,0 0-16 15,0 0 10-15,0 0-4 0,0 0-6 0,0 0-3 16,0-2 3-16,0 0-3 16,0 0-7-16,0 0-17 0,0 0 18 0,0 0 9 15,0-2-4-15,0 2-5 16,0-2-18-16,0 1-1 0,0 0 0 0,0-4-1 15,0 6 16-15,10-5-14 0,-7 2 1 0,3 3 10 16,-2-6-9-16,2 6-4 16,-3-3 0-16,3-3 0 0,4 6 3 15,-7-2 13-15,7 1-13 0,-10 3 0 16,12-4 1-16,-5 2-1 0,-4-3-2 0,6 4-1 16,1 0 0-16,-1-2-2 15,1 2-11-15,2 2 0 0,-2-2 10 0,-4 0-17 16,7-1 1-16,-4 2 3 0,1 1-10 0,9 0 4 15,-6 0 9-15,2 0 12 16,-2 0-12-16,0 0 11 0,6 4-10 0,-3 0 11 16,-4 2-1-16,-2-2 1 0,9 2-3 15,-7-3 2-15,-2 3 2 0,6 3 2 0,-4-4 0 16,-2 4 0-16,-1-2-1 16,-5 0 11-16,2-2-12 0,3 3 0 15,-9 0 11-15,4 0-10 0,2 1-1 0,-6 0 3 16,0-1 13-16,0 2-13 15,0-1 0-15,0 2 16 0,-10 1-3 16,1-1-3-16,-7 2-9 0,-6-1 12 16,9-3-16-16,-6 3-2 0,3 3-1 0,-6-6 1 15,0 5 2-15,3 0 1 16,-3-2 3-16,-3 1-4 0,6-2 0 0,3-1-4 16,0-2-12-16,6 2 14 15,1-2-1-15,-1-3 1 0,7 4-2 0,-6-1-12 0,6 0 14 16,-4-5 2-16,-2 4 0 0,6-1 0 0,-4-3-2 15,4 4-1-15,-3-4 1 16,6 4 2-16,-3-6 1 16,-4 3 1-16,7 1 0 0,-9-4-2 0,6 3 2 15,3 0 0-15,-4-1 1 0,-2-2 9 16,6 3-8-16,-3 0 9 0,-3-2 3 16,2 1-4-16,-2 0 5 0,3-3-14 0,-3 2-3 15,6 2-2-15,0-4-14 16,0 2 12-16,-4 0 1 0,-2-2-16 15,6 3 17-15,-3-2-11 0,3 1 0 0,0-2 0 0,0 0 10 16,0 0-13 0,0 0 12-16,0 0 1 0,0 0-16 0,0 0 0 0,3 0-4 15,7 0 23 1,5 0 3-16,-2 0 20 0,9 0 3 0,4-2-1 0,-1-2-22 16,10 2 0-1,-10-2 13-15,10 0-16 0,-3-2 3 0,-1 2-3 0,-2-2 2 16,9 2-1-16,-13-2 1 0,4 3 2 0,-1-4-4 15,1 4 1-15,-7-4-1 16,-3 5 0-16,9-2-1 0,-9 2 0 0,-6 0-12 16,6 2 13-16,-6-1 0 15,-4 1-1-15,1-2-3 0,-4 2-8 0,-6-3 8 16,0 3-18-16,0 0-1 16,0 0-6-16,0 0-10 0,0 0-6 0,0-2-13 15,0 2-23-15,0 0-16 0,0 0-22 0,0 0-24 16,0 0-36-16,0 0-42 15,0 0-13-15,0 0-13 16,-6 0-128-16,2 0-130 0,-11 0 342 0,2 0 17 16,51 2 146-16</inkml:trace>
        </inkml:traceGroup>
        <inkml:traceGroup>
          <inkml:annotationXML>
            <emma:emma xmlns:emma="http://www.w3.org/2003/04/emma" version="1.0">
              <emma:interpretation id="{FE59375D-615F-4727-AC26-8F651E4BFD24}" emma:medium="tactile" emma:mode="ink">
                <msink:context xmlns:msink="http://schemas.microsoft.com/ink/2010/main" type="inkWord" rotatedBoundingBox="17715,6633 18425,6631 18426,7051 17716,7053"/>
              </emma:interpretation>
              <emma:one-of disjunction-type="recognition" id="oneOf1">
                <emma:interpretation id="interp1" emma:lang="" emma:confidence="0">
                  <emma:literal>s</emma:literal>
                </emma:interpretation>
                <emma:interpretation id="interp2" emma:lang="" emma:confidence="0">
                  <emma:literal>5</emma:literal>
                </emma:interpretation>
                <emma:interpretation id="interp3" emma:lang="" emma:confidence="0">
                  <emma:literal>g</emma:literal>
                </emma:interpretation>
                <emma:interpretation id="interp4" emma:lang="" emma:confidence="0">
                  <emma:literal>S</emma:literal>
                </emma:interpretation>
                <emma:interpretation id="interp5" emma:lang="" emma:confidence="0">
                  <emma:literal>.</emma:literal>
                </emma:interpretation>
              </emma:one-of>
            </emma:emma>
          </inkml:annotationXML>
          <inkml:trace contextRef="#ctx0" brushRef="#br0" timeOffset="3160.15">2364 70 135 0,'0'0'52'0,"0"0"-51"16,0 0 15-16,0 0 10 0,0 0 1 15,0 0-5-15,0 0 467 0,0 0-287 0,0 0-127 0,0 0 0 16,0 0 13 0,-6-13 23-16,-3 10 0 0,5 3-56 0,-5-2 0 0,6-2 4 15,-7 4 32 1,1-2 6-16,-1 0-38 0,4 2 9 0,-7 0-22 0,4-2 2 15,-4 2-32-15,-3 0 7 0,7 0 16 16,-13 0-23-16,12 0-12 0,-9 0 18 16,6 0-20-16,-6 0 18 15,10 0 32-15,-4 0-7 0,-3 0-9 16,-6 0 15-16,10 0-48 0,-7 2 19 0,0 0 1 16,-4 4-20-16,4-4 13 0,0 1 1 15,-3 2-4-15,3-2 3 0,3-1-3 16,-6 2 3-16,3 0-3 0,0 3 6 0,-3-4-3 0,3 4 4 15,0-1-8 1,-3-3-9-16,0 4 10 0,3-4-11 0,3 5 0 0,0-1 0 16,0-4-1-16,7 4-1 15,-1-4 1-15,1 4-1 0,9-4-13 0,-3 1 12 16,-4 0 1-16,7 2 21 16,0-2-19-16,0 2-1 0,0-2-1 0,0 4-2 15,16-4-11-15,-3 2-7 0,3-2 7 0,-4 0 11 16,10-1 2-16,4 2 25 15,-4-5-9-15,6 3-15 16,-2-3-2-16,9 0-17 0,-10 0 18 0,10-3 13 16,-4-3-13-16,1 2-2 0,-3-2-11 0,2 2 13 15,-2-2-1-15,-1-2-13 16,-6 4 13-16,1-4 0 0,2 0-22 0,-3 2 22 16,-9 1 1-16,6-2 1 15,-10 1 15-15,1 2 0 0,-4-2 7 0,-3 2-21 16,4-2 0-16,-4 4 14 0,-3-1-14 0,0-4 11 15,3 6-13-15,6-4-2 16,-9 2-1-16,7 1 0 0,-4-3 2 16,-3 3-2-16,0 1 0 0,6-1-10 15,-3-3 0-15,-3 4 13 0,7 1 0 0,-7-3 13 16,3 2 0-16,-3 1 0 16,6-3 0-16,-6 3 3 0,0 0 0 0,0 0 7 15,0 0-10-15,0 0 3 16,0 0-3-16,0 0 0 0,0 0 0 0,0 0-11 15,0 0-1-15,0 0-1 0,0 0-2 0,0 0-18 16,0 0 1-16,0 0-7 16,0 0-3-16,0 3 10 0,0 1 17 0,0 2 1 15,0-3 1-15,0 6 3 16,-6-1 16-16,6-3-18 0,0 1 0 0,0 2-1 16,0 2-1-16,0-2 0 15,0 2 1-15,0-2 1 0,6 2-1 0,-3 0 0 16,4-3 13-16,-4 4-12 0,0-3-1 0,3 2 0 15,-6-2 0-15,4 2 13 16,2-2 0-16,-3 4-11 0,-3-2-1 0,6-1 1 16,-6 0-2-16,4 0-2 15,-4 0 0-15,0-4 2 0,0 3 2 16,0-2 0-16,0 2 1 0,0-4-1 16,0 1-2-16,0 0-1 0,0 1 1 0,0-4 1 0,0 4-1 15,0-4 0-15,0 0 1 0,0-2-1 16,0 0 1-16,0 2 0 15,0 0 1-15,0-2 0 0,0 2 1 0,0-2 0 16,0 1-1-16,-4-1 1 16,-2 0 10-16,6 0-10 0,0 0 10 0,-3 3-10 15,-3-1 13-15,2 0-3 16,-2 0 3-16,3 0-14 0,0 0 0 0,-7 2 2 16,1-2-1-16,-1 4 0 15,4-4-1-15,-7 1-2 0,1 2 3 0,-4-1 1 16,-3 2-3-16,-3-3 1 0,3 4-1 15,-4-4-1-15,-5 4 1 0,6-4 12 16,-7 3-13-16,1 1 1 0,-1-4 1 16,-2 1 16-16,2 0-17 0,7-2 2 15,0-2 10-15,-4 2-12 0,11 1 0 0,-1-1 0 0,3-1 18 16,-6-1-16 0,10 0-1-16,5 0 2 0,-5 0 15 0,3 0-6 0,6 0-11 15,-4 0-1 1,4 0-1-16,0 0 0 0,0 0-1 0,0 0 0 0,0 0-12 15,0 0 0-15,0 0-9 0,0 0-11 16,0 0-8-16,0 0-21 0,0 0-12 16,0 0-19-16,0 0-30 0,0 0-26 15,0 0 10-15,0 0-62 0,-6 0-98 16,6 0-124-16,-9 0-199 0,9 0 126 16,-10 0 366-16,35 0 122 0</inkml:trace>
        </inkml:traceGroup>
      </inkml:traceGroup>
    </inkml:traceGroup>
  </inkml:traceGroup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5:40.111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9B7AE996-968C-46BD-BCDB-1F78FF891802}" emma:medium="tactile" emma:mode="ink">
          <msink:context xmlns:msink="http://schemas.microsoft.com/ink/2010/main" type="writingRegion" rotatedBoundingBox="16457,7689 16888,7689 16888,8543 16457,8543"/>
        </emma:interpretation>
      </emma:emma>
    </inkml:annotationXML>
    <inkml:traceGroup>
      <inkml:annotationXML>
        <emma:emma xmlns:emma="http://www.w3.org/2003/04/emma" version="1.0">
          <emma:interpretation id="{BA06AE36-3B8A-4DE3-9A8B-1BDFA6FE7332}" emma:medium="tactile" emma:mode="ink">
            <msink:context xmlns:msink="http://schemas.microsoft.com/ink/2010/main" type="paragraph" rotatedBoundingBox="16457,7689 16888,7689 16888,8543 16457,854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9DBD66D-A335-4D98-8833-6BD82AEB0432}" emma:medium="tactile" emma:mode="ink">
              <msink:context xmlns:msink="http://schemas.microsoft.com/ink/2010/main" type="line" rotatedBoundingBox="16457,7689 16888,7689 16888,8543 16457,8543"/>
            </emma:interpretation>
          </emma:emma>
        </inkml:annotationXML>
        <inkml:traceGroup>
          <inkml:annotationXML>
            <emma:emma xmlns:emma="http://www.w3.org/2003/04/emma" version="1.0">
              <emma:interpretation id="{F88203CF-E401-429E-ACB4-CC1E6D150A33}" emma:medium="tactile" emma:mode="ink">
                <msink:context xmlns:msink="http://schemas.microsoft.com/ink/2010/main" type="inkWord" rotatedBoundingBox="16457,7689 16888,7689 16888,8543 16457,8543"/>
              </emma:interpretation>
              <emma:one-of disjunction-type="recognition" id="oneOf0">
                <emma:interpretation id="interp0" emma:lang="" emma:confidence="0">
                  <emma:literal>*</emma:literal>
                </emma:interpretation>
                <emma:interpretation id="interp1" emma:lang="" emma:confidence="0">
                  <emma:literal>1</emma:literal>
                </emma:interpretation>
                <emma:interpretation id="interp2" emma:lang="" emma:confidence="0">
                  <emma:literal>t</emma:literal>
                </emma:interpretation>
                <emma:interpretation id="interp3" emma:lang="" emma:confidence="0">
                  <emma:literal>"</emma:literal>
                </emma:interpretation>
                <emma:interpretation id="interp4" emma:lang="" emma:confidence="0">
                  <emma:literal>¥</emma:literal>
                </emma:interpretation>
              </emma:one-of>
            </emma:emma>
          </inkml:annotationXML>
          <inkml:trace contextRef="#ctx0" brushRef="#br0">9009-5447 3,'0'0'43,"0"0"-21,0 0-5,0 0-4,0 0-11,0 0 11,0 0 10,0 0-7,0 0 0,0 0-12,0 0 9,0 0 13,0 0-7,0 0 1,0-3 9,0 3 95,0 0 105,0 0-66,0 0-40,0-1-12,0 1 0,0-1 13,0 0-1,0 0-12,0 1-20,0 0-3,0 0-7,0 0 0,0 0-3,0 0-6,0 0-7,0 0-7,0 0-6,0 0 6,0 0 1,0-1-4,0 1 0,0 0 0,0 0-7,0 0 4,0-1-4,0 1 1,0 0-1,0 0 0,0 0-3,0-1-3,0 1-3,0 0-7,0 0-3,0 0-7,0 0-6,0 0 0,0 0-3,0 0-13,0 0-1,0 0-21,0 0-11,0 0-5,0 0-13,0 0-11,0 0-8,0 0-11,0 3-22,0 0 6,0 2 16,0 2 78,0 2 3,0 2 68,-3 2-23,3 1-23,-3 3 59,3 0-23,-3-1-42,3 2 20,0 0-17,-3 0-3,0-1-16,3-1-17,0 0 17,0-3 0,0 1 2,-3-1 15,3 1-17,-4 0-32,4 0 32,0 0 0,0 1 0,0-1 0,0 1 0,0-1-1,0 2 2,0-1 25,0 1-23,0-1 7,0 0-7,0 2-3,0-3 17,0 2-15,0-1 0,0 0-2,0 0 0,0-2 0,0 2-11,0-2 10,4 1 2,-4 0 1,0-1-2,3 0 0,-3-2-1,0 2 1,0-2 0,0 0-1,3-1 1,0 0 0,-3 0-1,0-3 1,3 1-1,-3-1-3,3-1-8,-3-1-5,0 0-18,0-2 22,3 0-29,-3 0-13,0-2-13,0 1 30,3-1-14,0 0 16,-3-1-9,3 1-23,-3-1-10,0 0 7,0 0 22,0 0 20,4 0 6,-4 0-25,3 0-69,-3 0-52,0-1-36,0-3-85,0-3-287,0-1 49,0 0 465,-7 36 63</inkml:trace>
          <inkml:trace contextRef="#ctx0" brushRef="#br0" timeOffset="430">8832-4784 307,'0'0'3,"0"0"-3,0 0 606,0 0-55,0 0-216,0 0-105,0 0-65,0 0-32,0 0 0,0 0-14,0 0-38,0 0-36,0 0-22,3 0-1,-3 0-3,4 0-2,-4 0-1,0 0-16,0 1 0,3 0-16,-3 2-17,6 1-5,-3 0 38,3 2 22,0 1 23,1-1-32,2 4-13,0-1 1,1 0 19,-1 1-20,0-1 0,4-1 0,-4 0-17,3 0 15,-2-1-59,-1-1 13,0 1-68,0-2-23,-2 0 0,-1-1-46,3 0-75,-3 0-97,-3-1-14,4-3-190,-7 0 36</inkml:trace>
          <inkml:trace contextRef="#ctx0" brushRef="#br0" timeOffset="891">9254-4798 46,'0'0'78,"0"0"13,0 0-26,0 0-32,0 0 766,0 0-373,0 0-224,0 0-105,0 0-16,0 0 27,0 0 34,0 0-15,9 10-37,-9-9-22,0 0-7,-3 1-6,0 0-9,0 1-17,0-1-27,0 2-1,0 1-1,0 2 32,0 1-32,-7 0 2,4 1 50,0 1-51,-3 0 47,-4 1-9,4-1-14,0 1-5,-4-3-1,1 1-6,-1 0 0,1-1-13,3-1 19,-7 0-19,7-1-13,-7 0-45,10-3 4,3 2-59,-3-3-48,6 1-50,0 0-48,0 0-33,0-1-242,9-2-130,-3 0 93</inkml:trace>
        </inkml:traceGroup>
      </inkml:traceGroup>
    </inkml:traceGroup>
  </inkml:traceGroup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1-03-08T09:17:48.258"/>
    </inkml:context>
    <inkml:brush xml:id="br0">
      <inkml:brushProperty name="width" value="0.06667" units="cm"/>
      <inkml:brushProperty name="height" value="0.06667" units="cm"/>
      <inkml:brushProperty name="color" value="#177D36"/>
      <inkml:brushProperty name="fitToCurve" value="1"/>
    </inkml:brush>
    <inkml:context xml:id="ctx1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1" timeString="2021-01-19T07:17:35.789"/>
    </inkml:context>
    <inkml:brush xml:id="br1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A994F4B7-7D67-4004-817B-CBB162978D7D}" emma:medium="tactile" emma:mode="ink">
          <msink:context xmlns:msink="http://schemas.microsoft.com/ink/2010/main" type="writingRegion" rotatedBoundingBox="16772,9219 18772,9210 18784,11955 16784,11964"/>
        </emma:interpretation>
      </emma:emma>
    </inkml:annotationXML>
    <inkml:traceGroup>
      <inkml:annotationXML>
        <emma:emma xmlns:emma="http://www.w3.org/2003/04/emma" version="1.0">
          <emma:interpretation id="{BE249191-EB69-43ED-9DB9-0ED33A3D4EF8}" emma:medium="tactile" emma:mode="ink">
            <msink:context xmlns:msink="http://schemas.microsoft.com/ink/2010/main" type="paragraph" rotatedBoundingBox="16772,9219 18772,9210 18774,9743 16775,975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68FDCFD-935F-41F5-A65F-9257E2947E2D}" emma:medium="tactile" emma:mode="ink">
              <msink:context xmlns:msink="http://schemas.microsoft.com/ink/2010/main" type="line" rotatedBoundingBox="16772,9219 18772,9210 18774,9743 16775,9752"/>
            </emma:interpretation>
          </emma:emma>
        </inkml:annotationXML>
        <inkml:traceGroup>
          <inkml:annotationXML>
            <emma:emma xmlns:emma="http://www.w3.org/2003/04/emma" version="1.0">
              <emma:interpretation id="{891009B9-F40E-4E15-A3D2-4FFBE0D1BA8E}" emma:medium="tactile" emma:mode="ink">
                <msink:context xmlns:msink="http://schemas.microsoft.com/ink/2010/main" type="inkWord" rotatedBoundingBox="16772,9219 18772,9210 18774,9743 16775,975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-711-2462 1 0,'0'0'114'0,"0"0"-84"16,0 0 9 0,0 0-3-16,0 0-17 0,0 0 382 0,0 0-127 0,0 0-137 15,0 0-56-15,28 0-19 0,-28 0 29 16,0 0 40-16,0 0-8 0,3 0-48 15,-3 0-46-15,0 2-3 16,0-2 7-16,0 0-1 0,0 0 4 0,0 0-10 16,0 0-13-16,0 0-10 0,0 0 20 15,0 0-7-15,0 3 7 0,7-1 0 16,-4-2 13-16,3 1-1 0,-3-1 7 16,4 0-12-16,-4 3-14 0,0-3 7 15,3 0 2-15,7 0 5 0,3 0 9 0,-4 0 6 16,4 0-9-16,0 0 6 0,3 0-4 0,0-3-2 15,3 2 0 1,-3-1-33-16,0-1 10 0,0 1-12 16,0 0 2-16,0-2 10 0,-6 0-12 15,9 4-1-15,-6-3 0 0,3-2 1 0,3 4 3 0,-3-1-1 16,-6-5 0 0,6 7-2-16,-7-1 0 0,-2-1-1 0,-4 2-19 0,4 0 16 15,-7-3-1-15,3 1-18 16,-3 2 5-16,4 0 1 0,-4 0 13 0,-3 0-10 15,0 0 12-15,3 0 1 0,-3 0 2 0,6 0 11 16,-6 0 0-16,0 0 3 16,0 0 0-16,0 0-3 0,0 0 4 0,0 0-1 15,0 0 3-15,0 0-6 16,0 0-11-16,0 0-2 0,0 0-2 0,0 0-17 16,0 0 2-16,0 0-12 15,0 0-6-15,0 0-11 0,0 5-5 16,0-2 44-16,0 2 7 0,0 0 42 15,0 5-22-15,-9-2-4 0,6 4 7 16,-7 0-23-16,4 0 0 0,-4-1-23 0,1 5 20 0,-1-3 3 16,1 5 1-16,6 0-1 15,-7-1 0-15,1 3 2 16,-1-2 14-16,1 2-6 0,-1-2-10 0,10 0-16 16,-9-2 16-16,6 2 1 0,3-4 2 0,-4 2 0 15,4 0 13-15,0-3-15 0,-6-1 9 0,6 1-10 16,0 0-16-16,-3-3 16 15,3 4 1-15,0-3-1 0,-6 2-11 16,6 1 5-16,-4-2 6 0,4-2 29 16,-6 4-29-16,6-4 13 0,-3-1-10 0,3 0-3 15,-6-6 1-15,6 4 0 16,0-6-1-16,0 1-15 0,0 0-21 0,0-2-15 16,0 0-1-16,0 0-26 15,0 0-16-15,0 0-26 0,0 0-26 0,0 0-23 16,0 0-39-16,0-2-66 0,0-3-68 0,0-1-219 15,0-3 398-15,0 1 46 16,0 38 117-16</inkml:trace>
          <inkml:trace contextRef="#ctx0" brushRef="#br0" timeOffset="519.72">-620-2147 46 0,'0'0'88'0,"0"0"-36"15,0 0-10-15,0 0-9 0,0 0 577 16,0 0-392-16,0 0-173 0,0 0-2 16,0 0 48-16,0 0 43 0,0 0-14 0,51 9 10 15,-41-9-36-15,-1 0-16 0,7 2 3 0,-3-2-29 0,-1 0-6 16,4 0-1-16,3 0 4 15,-6 0 0-15,9 0 6 16,3 0-16-16,-3-2-20 0,1-1 7 0,2 0-23 16,0 0 23-16,4-2-25 0,-1 1 2 0,1 1-3 15,-4-2 0-15,10 2 0 16,-13-4 13-16,10 4-13 0,-4-2 0 0,1 2-12 16,-7 1 11-16,-3-2-2 15,0 2-20-15,-6-2-2 0,2 0-1 0,-5 4-20 16,-4-2-28-16,4 0-46 0,-1 2-26 15,-9 0-36-15,0 0-82 0,0 0-114 16,0 0-146-16,0 0 201 16,-19 0 231-16,7 0 8 0</inkml:trace>
          <inkml:trace contextRef="#ctx0" brushRef="#br0" timeOffset="1472.76">271-2388 65 0,'0'0'78'0,"0"0"-35"0,0 0-14 16,0 0 4-16,0 0 446 15,0 0-45-15,0 0-220 0,0 0-100 16,0 0-19-16,0 0 28 0,0 0 24 16,0 0-14-16,-3 0-52 0,3 0-23 0,-6 0 1 15,3 0 5-15,-4 0-12 16,4 0-26-16,-3 0 6 0,-7 0 1 0,10 0 12 16,-7 0-10-16,-5 2-15 15,5-1-18-15,-3 4 24 0,-6-3 13 0,7 4-4 16,-4-2-9-16,3 4 3 0,-6 2 0 0,10-2-26 15,-4 1 13-15,4 1-16 16,-7 0-14-16,3-1 13 0,10 4-18 16,-7 1 16-16,4-2 3 0,3 1 2 15,-3 2 11-15,6 2-2 0,-4-2-9 0,4-1-1 16,0 3 24-16,0-2-25 16,0-2 0-16,0 4-22 0,0-6 20 0,0 4-11 15,10-2 13-15,-7 1 14 0,13 0-14 16,-10-2 0-16,13 0 6 0,-9 0-5 15,6-4-1-15,-4 2 3 0,10-7 14 0,-3 5-14 0,0-6-3 16,4 2 13 0,5-4-12-16,-6 0 1 0,7 0 21 0,-1 0-20 0,4-6-3 15,-4-2-23 1,10 1-22-16,-6-4 26 0,0 1 17 0,-4-1-24 0,-6-2 10 16,7-3 3-16,-7 1 13 0,-6 0 0 15,3 0 0-15,-10-1 0 16,-5 1-18-16,-1-1 4 0,-3-3 11 0,0 3 6 15,0 3 0-15,0-3-3 16,-3 2 3-16,-7 0-3 0,-9 2 39 0,0-2-20 16,3 4-17-16,-3-1-2 15,-6 4 0-15,3-1 1 0,0 3 11 16,-7-2 11-16,10 2-23 0,0 1 0 16,-3 0 0-16,9-1-16 0,-6 4 15 0,10 1 1 15,-1 0 0-15,1-2 2 0,-1 2-2 16,1 0-2-16,-1 0-18 0,1 0-2 15,-1 0-11-15,1 0 11 0,-4 0-1 16,4 0-6-16,-1 0 0 0,1 2 13 16,-1 2-3-16,1-2-1 0,9 2-25 15,-10-3-23-15,7 4-20 0,3-4-18 0,0 1-11 16,-6 3-16-16,6-3-36 0,0-1-23 16,0 1-33-16,0 0-52 0,0 1-75 15,6-3-65-15,-3 0 287 0,7 0 51 0</inkml:trace>
          <inkml:trace contextRef="#ctx0" brushRef="#br0" timeOffset="2999.54">1040-2506 90 0,'0'0'62'0,"0"0"-29"0,0 0 9 16,0 0-6-16,0 0 261 15,0 0 52-15,0 0-196 0,0 0-62 0,0 0-19 16,0 0 2-16,0 0 18 16,-38 7 5-16,35-7-41 0,-4 0-21 0,4 0 1 15,-3 1 6-15,3-1-3 0,-4 0-6 0,4 5-1 16,-6-5-12-16,5 2 6 15,-2-2-3-15,3 1 6 0,-3-1 0 16,-4 2-3-16,1 1 0 0,5-1 3 16,-5 0 1-16,6-1-11 0,-4-1 7 0,-2 0 10 15,-1 2 3-15,7 1-7 16,-3-1-9-16,-4-1-7 0,-2-1-14 0,9 2 11 16,-4 3-11-16,-2-5 0 15,6 0 11-15,-4 1 3 0,4-1 4 0,3 0 9 16,-6 2 0-16,6-2 0 0,-10 0 0 0,10 2 1 15,-9-2-8-15,6 0 4 16,3 3 3-16,-4-3-6 0,4 2-7 0,-6-2-14 16,6 0 0-16,-3 0-1 0,3 0 0 15,-6 0 3-15,6 1 12 0,-4-1-13 16,-2 0 0-16,3 3 13 16,-3-3-12-16,2 0 12 0,-5 1-13 0,-1-1-3 15,1 3 1-15,6-2 1 0,-7-1 1 0,4 0-3 16,-4 2 0-16,7-2-13 15,-3 0 1-15,6 2 8 0,-3-2-18 16,-4 0-4-16,7 0-3 0,-3 0 9 16,3 0 1-16,0 2 3 0,0-2-7 0,0 0 4 15,0 0-4-15,0 0 1 16,0 0 2-16,0 0 4 0,0 0 13 0,0 0-1 0,0 0-9 16,0 0 10-1,0 2 3-15,0-2 1 0,0 2 3 0,0-2 9 0,3 0-11 16,4 2-2-16,-7-2-1 15,3 0-2-15,-3 0 0 0,0 0-10 0,0 2 10 16,6 1 0-16,-6-2 1 0,3 1-15 16,-3 0 15-16,0 2 1 0,7 0 0 15,-7-3-1-15,3 6 2 0,-3-5 3 16,0 6 13-16,0-4 4 0,6 2-17 16,-6 2 13-16,0-4-16 0,3 4 1 15,-3-3-1-15,7 1 0 0,-7 1 2 0,0 1 0 16,0-5 1-16,0 3 13 15,0 1-14-15,0-4-2 0,0-1 0 0,0 5 0 0,0-6 1 16,0 6 12 0,0-5-13-16,0 5 3 0,0-3 10 0,0 1-13 0,0-2 0 15,0-1 2 1,0 0 2-16,0 0-4 0,0-2-2 0,0 0-15 0,0 0 16 16,0 2 0-16,0-2 1 0,0 0 1 0,0 0 3 15,0 0-2-15,0 0 1 16,0 0 10-16,0 0-11 0,0 0 1 0,0 0 1 15,0 0 8-15,0 0-8 16,3 0 9-16,-3 0-11 0,0 0 11 16,3 0-10-16,3 0 0 0,-6 0-2 15,0 0-1-15,10 0 0 0,-7 0 1 0,7-2 0 16,-1 0-1-16,7 0 0 16,-7 0 0-16,-2 0-1 0,9 2-12 15,-7-1 11-15,1-4 1 0,2 5-1 16,1-2-11-16,6 2 13 0,-3-2-1 0,3 2 0 15,-7-1-2-15,7 1-10 0,-6 0 10 0,6-3-1 16,-6 3 4-16,6-3-2 16,-3 3 0-16,-4 0 0 0,7 0-21 15,0 0 23-15,-6 0 0 0,6 0 1 16,3 0 10-16,-6 6-11 0,-3-5-29 0,-4 1 16 16,10 2 0-16,-9 0 13 15,2 0 0-15,4 2-1 0,-10-1-2 0,10 0-1 16,-6 1 4-16,-1 0 4 0,1 2-2 15,-7 0-2-15,3 0 1 0,-3 0 10 16,-3 0-8-16,4-1-3 0,2 0-3 0,-6 3 3 16,0-3 18-16,0 0-2 15,0 2-13-15,0-2 17 0,0-1-4 0,-10 3-15 16,7-1 1-16,-6 1 24 16,-1-5-23-16,-6 3 10 0,4 2 7 0,-1-3-7 15,-6 1 0-15,0-1-12 0,-3 2 0 0,3-4-1 16,0 4-1-16,-3-2-16 15,3-2 15-15,3 2 1 0,-6-4 1 16,3 2-2-16,0 0-11 0,-3-3 0 16,9 4 12-16,-3-3-15 0,3 0 3 0,-6-2 10 15,10 1-17-15,-1-1 7 16,1 3 1-16,6-3-5 0,-4 0 14 16,4 0-20-16,-3 0-6 0,6 0-13 15,-10 0-19-15,7-3-30 0,-3 2-10 0,3-1-16 16,3 0-48-16,0-3-102 0,0 4-88 0,0-3-72 15,0 0-62-15,-3-4 421 16,-7 4-24-16</inkml:trace>
        </inkml:traceGroup>
      </inkml:traceGroup>
    </inkml:traceGroup>
    <inkml:traceGroup>
      <inkml:annotationXML>
        <emma:emma xmlns:emma="http://www.w3.org/2003/04/emma" version="1.0">
          <emma:interpretation id="{52FD34C6-881E-4FDC-BF86-936D1516B72B}" emma:medium="tactile" emma:mode="ink">
            <msink:context xmlns:msink="http://schemas.microsoft.com/ink/2010/main" type="paragraph" rotatedBoundingBox="17399,11899 18167,10241 18523,10406 17755,1206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A35EB64D-BA55-4819-BEC9-4B9B7DF14669}" emma:medium="tactile" emma:mode="ink">
              <msink:context xmlns:msink="http://schemas.microsoft.com/ink/2010/main" type="line" rotatedBoundingBox="17399,11899 18167,10241 18523,10406 17755,12064"/>
            </emma:interpretation>
          </emma:emma>
        </inkml:annotationXML>
        <inkml:traceGroup>
          <inkml:annotationXML>
            <emma:emma xmlns:emma="http://www.w3.org/2003/04/emma" version="1.0">
              <emma:interpretation id="{E43AB703-EAE1-43DC-9006-CB66AC77A030}" emma:medium="tactile" emma:mode="ink">
                <msink:context xmlns:msink="http://schemas.microsoft.com/ink/2010/main" type="inkWord" rotatedBoundingBox="17399,11899 18167,10241 18523,10406 17755,12064"/>
              </emma:interpretation>
              <emma:one-of disjunction-type="recognition" id="oneOf1">
                <emma:interpretation id="interp1" emma:lang="" emma:confidence="0">
                  <emma:literal>,</emma:literal>
                </emma:interpretation>
                <emma:interpretation id="interp2" emma:lang="" emma:confidence="0">
                  <emma:literal>"</emma:literal>
                </emma:interpretation>
                <emma:interpretation id="interp3" emma:lang="" emma:confidence="0">
                  <emma:literal>i</emma:literal>
                </emma:interpretation>
                <emma:interpretation id="interp4" emma:lang="" emma:confidence="0">
                  <emma:literal>.</emma:literal>
                </emma:interpretation>
                <emma:interpretation id="interp5" emma:lang="" emma:confidence="0">
                  <emma:literal>;</emma:literal>
                </emma:interpretation>
              </emma:one-of>
            </emma:emma>
          </inkml:annotationXML>
          <inkml:trace contextRef="#ctx1" brushRef="#br1">0 0 104,'0'0'186,"0"0"-124,0 0 580,0 0-195,0 0-168,0 0-107,0 0-55,0 0 0,0 0 9,0 0-25,0 0-40,0 0-32,9 4-9,-9-3-4,0 0 0,0 0-3,0 0-13,0 0 1,3 1 14,-3 3 53,3-1-13,0 3-13,4 1-7,-4 1-16,0 0 20,3 2-23,-6 1 7,6-1-21,-3 2 0,-3 0 24,3 0-25,-3-1 0,0 0-1,0-2-18,0 1 18,0-1-1,0 1 1,0-1-11,0-1 11,0-2 0,0 0-1,0-2-2,0-1 1,0-2 0,0 1 2,0-1 1,0-2 0,0 1-1,0-1 3,0 0-3,0 1 0,0-1-16,0 0-1,3 0 17,-3 0 2,4 0 26,-1 0-5,0-1-10,0 0 0,0 0 9,-3 0 10,6-3 4,0 2-11,1-2-9,2-1-16,3-1 0,4 1-3,-1-2-16,1 0 18,-1-1-12,4 2 11,-4-1-1,7 0-13,0 1 13,-1 1-32,1-2-29,-6 2-20,2-1-22,-2 1-23,-4 0-56,-3 3-2,-2-2-89,-1 1-137,-6-1-131,0-1-144,0-2 462</inkml:trace>
          <inkml:trace contextRef="#ctx1" brushRef="#br1" timeOffset="-685">828-1401 68,'0'0'219,"0"0"-199,0 0-7,0 0-11,0 0 21,0 0 593,0 0-245,0 0-218,0 0-88,0 0 0,0 0 42,0 0 30,0 0-10,0 0-40,0 0-35,3-5-3,-3 5 12,0 0 7,0 0 3,0-1 1,0 1-8,0-1-6,0 1 0,0 0 10,0 0 6,0 0-3,0 0-7,0 0-12,0 0-8,0 0-8,0 0-4,0 0-3,0 0-4,0 0-6,0 0-16,0 0-1,0 0-2,0 0-1,0 0-3,0 0-15,0 0 3,0 2-3,0 2-3,0-1 2,-7 4 20,4 2-2,-3 1-11,0 5-12,0 1 25,-4 3 17,-2 2-16,3 2-1,-7 2 1,7 2-1,-7 1 16,1 0-16,3 1 0,-4-1-3,1 0 2,2 0 1,-2 1 2,2 2 1,-2 1-1,-1 1-2,4-1-3,-1 1 0,-2 0 1,6 0 1,-7-1 1,7 0-1,-4 0 1,1 1-1,3-2 1,-4 1 2,1-1-2,3-1 10,-4 2-10,1-3-1,-1 3-12,1-3 11,3-1-7,-1 0 9,1-2 0,0 0 0,3-4-2,-4-1-12,1-1 11,3-2 5,-4-2-2,7-1 12,-3-1 0,3-2-12,0-2-2,-3 0 1,3-2 0,0 1 1,-4-1 1,7-1 1,-3 0 0,0-2-2,0 2 1,0-1 3,0-1 15,3 1-19,-3-2-1,0 1-9,0 1 10,-1 0 1,-2 1 0,0 2 0,3 2-1,-3 0 0,-4 2 0,1 0-2,-6 1-11,5 2 11,1-1-1,-3 0-16,-1 1 3,4-2-4,-3 1 4,2-3 0,1 0 15,3-1-15,0-3 15,-1 1-2,4-4 1,0 1-11,0-3 10,3-1-23,0 0 4,0-1 5,0 0-8,0-1 2,0 0-6,0 0-16,0 0 0,0 0 10,0 0-30,0 0-6,0 0-7,0 0-9,0-1-26,0-1-36,0 1-30,3-1-32,-3 0-23,0 1-40,0-4-48,0-1-109,0-3 53,-3 38 341</inkml:trace>
        </inkml:traceGroup>
      </inkml:traceGroup>
    </inkml:traceGroup>
  </inkml:traceGroup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1-03-08T09:18:03.740"/>
    </inkml:context>
    <inkml:brush xml:id="br0">
      <inkml:brushProperty name="width" value="0.06667" units="cm"/>
      <inkml:brushProperty name="height" value="0.06667" units="cm"/>
      <inkml:brushProperty name="color" value="#177D36"/>
      <inkml:brushProperty name="fitToCurve" value="1"/>
    </inkml:brush>
    <inkml:context xml:id="ctx1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1" timeString="2021-01-19T07:17:45.714"/>
    </inkml:context>
    <inkml:brush xml:id="br1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777A01F3-3F5E-486B-9841-B739649921D7}" emma:medium="tactile" emma:mode="ink">
          <msink:context xmlns:msink="http://schemas.microsoft.com/ink/2010/main" type="writingRegion" rotatedBoundingBox="20177,9123 22319,9167 22267,11702 20124,11658"/>
        </emma:interpretation>
      </emma:emma>
    </inkml:annotationXML>
    <inkml:traceGroup>
      <inkml:annotationXML>
        <emma:emma xmlns:emma="http://www.w3.org/2003/04/emma" version="1.0">
          <emma:interpretation id="{BEFB19B5-06E4-437D-B4B3-6DE15C80FEB6}" emma:medium="tactile" emma:mode="ink">
            <msink:context xmlns:msink="http://schemas.microsoft.com/ink/2010/main" type="paragraph" rotatedBoundingBox="20177,9123 22319,9167 22307,9746 20165,97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86A60AB-2C2D-45D2-9C16-DCDB60DF1038}" emma:medium="tactile" emma:mode="ink">
              <msink:context xmlns:msink="http://schemas.microsoft.com/ink/2010/main" type="line" rotatedBoundingBox="20177,9123 22319,9167 22307,9746 20165,9701"/>
            </emma:interpretation>
          </emma:emma>
        </inkml:annotationXML>
        <inkml:traceGroup>
          <inkml:annotationXML>
            <emma:emma xmlns:emma="http://www.w3.org/2003/04/emma" version="1.0">
              <emma:interpretation id="{BE2F99A3-2B4F-4CC1-8A87-D310A32DD878}" emma:medium="tactile" emma:mode="ink">
                <msink:context xmlns:msink="http://schemas.microsoft.com/ink/2010/main" type="inkWord" rotatedBoundingBox="20175,9210 21513,9238 21504,9663 20166,963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13293-3816 28 0,'0'0'92'0,"0"0"-63"0,0 0 0 0,0 0-3 15,0 0-3-15,0 0 23 0,0 0 394 16,0 0-169-16,0 0-102 0,0 0-39 16,0 0-6-16,-19 0 19 0,19 0 0 15,0 0-39-15,0 0-58 16,0-2-17-16,0 2 10 0,-3-4 3 0,-4 4-13 16,4-2 0-16,3 2 7 0,-3 0-7 0,3-2 20 15,-6 1-13-15,6 1-7 0,0-3-3 0,-4 1 0 16,4 0-10-16,-6-2 7 15,6 2-7-15,0-1 16 0,0 2 4 16,0-1-4-16,0-1-17 0,0-2-15 16,6-1-2-16,4 2-1 0,-7-2 0 0,10 2 3 15,3-1 0-15,-4 2-17 16,7-3-2-16,3 4 4 0,4-1 15 0,-4-2 2 16,0 3-2-16,3-1-16 15,1-2-4-15,-7 5 3 0,6-1 15 0,-9-1 1 16,9 2-25-16,-6-2 13 0,-3 2 10 0,-6 0-20 15,5 0 10-15,-5 0-3 16,-1 2-3-16,-5 1 6 0,5 4 10 16,-6 1 3-16,7 2 2 0,-10-1 11 15,6 3-13-15,-6 1 12 0,0 0 5 0,0 1-1 16,0 2-15-16,0-1 2 16,-9-1-3-16,-1 2 0 0,-3 1 11 0,4 1-9 15,-7-5 12-15,3 3-11 16,-6 0 10-16,7-2-13 0,-7 2-1 0,3-4 1 15,0-1 0-15,0 2 2 0,4-3 2 0,-4 0-3 16,3 0-1-16,0-2 0 16,4 3-1-16,-7-7 2 0,7 4 20 0,-4-2-3 15,3-2-18-15,7 3-16 16,-3-6 16-16,3 1 2 0,-4 1 1 0,4-3-2 16,3 3-1-16,0-3 0 15,0 0-2-15,0 2-2 0,0-2 1 0,0 0 1 16,0 0 1-16,0 0 0 0,0 0 1 0,0 0-1 15,0 0-1-15,0 0-2 16,0 0-18-16,0 0-7 0,0 0 3 0,3 0 6 16,4 0 8-16,2 0 12 15,-2-2 33-15,8 2-14 0,-2 0 7 16,-7 0-13-16,7 0 3 0,-3 0-14 16,-1-3-1-16,13 3 12 0,-6-3-9 0,6 1 25 15,7 1-27-15,-7-2 11 0,10-1-10 0,-4 2-1 0,4-1 2 16,-4-4 8-1,4 3-10-15,-4 0 1 0,1 2-3 16,-7-4-1-16,3 4 1 0,-9-1 0 16,3-3 2-16,-9 5-2 0,-1 1-16 0,-2 0-7 0,-4 0-19 15,-3 0-13 1,0 0-16-16,0 0-33 0,0 0-32 0,0 0-37 0,0 0-22 16,0 0-42-1,-3 0-4-15,-7 0-49 0,-6 1-115 0,7-1 125 0,-13 0 238 16,12 0-29-16</inkml:trace>
          <inkml:trace contextRef="#ctx0" brushRef="#br0" timeOffset="-1081.28">12653-3786 42 0,'0'0'66'0,"0"0"-44"0,0 0-2 16,0 0 3-16,0 0-4 0,0 0 1 0,0 0-17 0,0 0 23 15,0 0 124-15,0 0 134 0,0 0-108 16,0-2-65-16,0 2-23 0,0 0-10 15,0 0 10-15,0-3 10 0,0 3-30 16,0 0-13-16,0-1 1 16,0-2-11-16,-3 3 4 0,-3-1-7 0,6 1 1 15,-4-1-1-15,4 1-6 0,0-3-1 16,0-1 11-16,0 4 2 0,-3-2 4 16,3 2-6-16,0-2-1 0,0 0-9 15,0-1 0-15,-6 2-4 0,6-1-12 16,0 0-4-16,0 0-3 0,0 0 9 0,0 0 8 0,0 0-8 15,0-2-19 1,0 0 10-16,0 0 10 0,0-1 6 16,0 2 17-16,0-3-24 0,0 2-22 15,0 0 0-15,0 0-2 0,9-2-11 0,1 2 11 0,-1-1-24 16,1 2 13 0,3 0 0-16,2-2 11 0,1 5-14 0,0-3 13 15,-3-2 1-15,6 3-10 0,-7-1-5 16,7-2 4-16,-3 5 13 0,-3-1-22 0,0 1 9 15,6-2 12-15,-10 2 1 0,7 0-1 0,-7 0-3 16,-2 0-25-16,2 0-3 16,1 0 9-16,-4 0 23 0,4 2-16 15,-7 1 13-15,6 2 0 0,1-2 1 16,2 5-1-16,-2-1-23 0,-4 1 26 0,4-1 1 16,-7 1 12-16,3 4-11 15,-3 0 50-15,-3-2-49 0,0 2 10 0,0 0-13 16,0-1 3-16,0 2 4 0,0-2-7 15,-9 4 0-15,-4-4 3 0,-3 4 23 16,4-2-22-16,-10 0 34 16,-4 0-18-16,4 1-18 0,-6 0 9 15,-1-2-9-15,7 2 9 0,0-4-11 0,0 1-27 0,-4-2 27 16,7 1 3-16,-3-1 23 16,0 0-26-16,3 0 2 0,0 0-2 0,0-5 1 15,6 3-1-15,-6 2-1 16,10-6-1-16,-4 0-21 0,7 2-12 0,3-1 15 15,-4 0 7-15,7-4 0 0,0 2 0 16,0 2-6-16,0-4 16 0,0 0-20 16,0 2 10-16,0-2 13 0,0 0 1 0,10 0 31 15,-1 0-2-15,1 0 2 16,12 0 4-16,-6 0-17 0,-4 0 7 16,7 0-10-16,4 0 7 0,-4 0-20 15,0-3 10-15,3-2-13 0,6 3 0 0,-9 0 0 16,10-4 3-16,-7 3 12 15,0 0-15-15,7 1-3 0,-7-2 3 0,6-2 0 16,-2 3-2-16,-4-2-1 0,0 3 0 0,-3-2 0 16,3 0 3-16,-3 4 0 15,0-2 4-15,-9-1 12 0,2 0-14 0,-2 1-2 16,-1 2 0-16,-2 0 0 16,-4-1 0-16,-3 1-13 0,0 0-16 0,0 0-23 15,0 0-16-15,0 0-10 0,0 0-3 0,0 0-13 16,0 0-26-16,0 0-26 15,0 0-46-15,0 0-56 0,-3 0-2 0,-4 0-54 16,-2 0-103-16,-4 0 241 16,-6 0 61-16</inkml:trace>
        </inkml:traceGroup>
        <inkml:traceGroup>
          <inkml:annotationXML>
            <emma:emma xmlns:emma="http://www.w3.org/2003/04/emma" version="1.0">
              <emma:interpretation id="{57BC844D-1012-4295-8305-8F0A4B20A04B}" emma:medium="tactile" emma:mode="ink">
                <msink:context xmlns:msink="http://schemas.microsoft.com/ink/2010/main" type="inkWord" rotatedBoundingBox="21545,9151 22319,9167 22307,9746 21533,9730"/>
              </emma:interpretation>
              <emma:one-of disjunction-type="recognition" id="oneOf1">
                <emma:interpretation id="interp1" emma:lang="" emma:confidence="1">
                  <emma:literal>4</emma:literal>
                </emma:interpretation>
                <emma:interpretation id="interp2" emma:lang="" emma:confidence="0">
                  <emma:literal>G</emma:literal>
                </emma:interpretation>
                <emma:interpretation id="interp3" emma:lang="" emma:confidence="0">
                  <emma:literal>¢</emma:literal>
                </emma:interpretation>
                <emma:interpretation id="interp4" emma:lang="" emma:confidence="0">
                  <emma:literal>a</emma:literal>
                </emma:interpretation>
                <emma:interpretation id="interp5" emma:lang="" emma:confidence="0">
                  <emma:literal>*</emma:literal>
                </emma:interpretation>
              </emma:one-of>
            </emma:emma>
          </inkml:annotationXML>
          <inkml:trace contextRef="#ctx0" brushRef="#br0" timeOffset="899.55">14461-3983 74 0,'0'0'94'0,"0"0"-61"0,0 0-4 0,0 0-6 0,0 0 254 16,0 0 209-16,0 0-219 16,0 0-146-16,0 0-40 0,0 0 20 15,-6 0 22-15,6 0-6 0,0 0-55 0,0 0-36 0,-10 0-6 16,7 2 15-16,0 4 14 15,-3-4 16-15,3 4 0 0,-7 0-13 16,4 0-7-16,-4 2-6 0,7 2-13 16,-13-2 16-16,10 2 6 0,-10 0 7 0,3-1-29 15,-2 1-13-15,-1 2-13 16,0 0 1-16,-3 0 2 0,0 2 13 0,3 0 10 16,-9 2-22-16,3-2 12 0,3 2-15 0,-4-4 2 15,-5 4-3-15,9-5 0 16,-10 5 1-16,7-4-1 0,-6 3 19 15,6-2-18-15,3-3 1 0,0 0-2 16,6 0 0-16,-6-2 1 0,9-2 18 16,1-2-7-16,6 0-12 0,-4 0-2 15,7-4-2-15,0 0 4 0,0 0 0 0,0 0 4 16,0 0 12-16,0 0-3 16,0 0-11-16,0 0 0 0,0 0 0 0,0 0-2 15,0 0-2-15,7-2-30 0,-4 0-7 16,3 2 13-16,4-4 7 0,-7 2-10 15,6 2 0-15,4-4 3 0,-3 0 14 0,5 3 11 16,4-2 1-16,-3-1-19 16,3 2 2-16,0 2 15 0,3-2 0 0,-3 0-1 15,0-2 0-15,4 2-17 16,2 0 17-16,-3 0-8 0,10-2 11 0,-7 4 13 16,0 0-10-16,1-2 1 15,-4 2-4-15,10 0 2 0,-4 0-2 0,1 0-1 16,-1 0 1-16,-3 0-1 0,10-3 2 15,-9 2-1-15,-1-1 2 0,-6 2 14 0,3-2-15 16,-9 2 1-16,6 0-1 0,-10 0 3 16,4 0-4-16,-4-2-3 0,1 2-45 15,-4-2-23-15,-3 2-17 0,4-4-12 16,-7 4-17-16,3-2 0 0,3 2-29 16,-6-2-49-16,0 1-102 0,0-4-87 15,0 3-183-15,-19-4 462 0,-6 2-48 0</inkml:trace>
          <inkml:trace contextRef="#ctx0" brushRef="#br0" timeOffset="1458.37">14284-3911 79 0,'0'0'114'0,"0"0"-68"16,0 0 287-16,0 0 273 0,0 0-255 0,0 0-191 15,0 0-89-15,0 0 7 16,0 0 39-16,0 0 13 0,0 0-49 0,0 0-74 15,0 0-7-15,0 0-17 0,0 2 17 0,0 1 52 16,0 5 3-16,6-2-32 16,-6 3 3-16,3-1 3 0,4-1 10 0,-4 1-7 15,3 0-9-15,-3 1-7 16,4 2 26-16,-4-1-10 0,-3 2-30 0,3 1 21 16,3-2-4-16,-2-2-15 15,-4 4 18-15,6-1-20 0,-3-1 21 0,-3 4-7 16,6-4-16-16,-2 1-7 0,2 2 7 15,-3 0 32-15,3 2-31 0,-2-4 15 16,2 4-16-16,-6 0 2 0,3-3 1 0,0 4 16 16,7-4-19-16,-10 3 0 15,9-4 0-15,-9 1 6 0,10 2 7 0,-10-3-12 16,6 0-1-16,-6 0 0 16,3-3-2-16,4 0 2 0,-7 1 2 0,0-1 23 15,0 0-25-15,0-3 0 0,0-1-1 0,0 1 1 16,0-4-20-16,0 5 4 15,0-6-19-15,0-1-17 16,0 2 7-16,0-2-13 0,0 0-3 0,0 0-11 16,0 0-5-16,0 0-11 0,-7 0-6 0,4 0-65 15,-3-2-49-15,6-6-101 16,-10 0-52-16,10-2-118 0,-9-3 19 0,9 3 362 16,35 61 44-16</inkml:trace>
        </inkml:traceGroup>
      </inkml:traceGroup>
    </inkml:traceGroup>
    <inkml:traceGroup>
      <inkml:annotationXML>
        <emma:emma xmlns:emma="http://www.w3.org/2003/04/emma" version="1.0">
          <emma:interpretation id="{5AB5F201-9A23-4547-8FFB-AF43AE262A26}" emma:medium="tactile" emma:mode="ink">
            <msink:context xmlns:msink="http://schemas.microsoft.com/ink/2010/main" type="paragraph" rotatedBoundingBox="20302,10123 21966,11445 21691,11790 20028,1046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7C07387-64EC-47F1-9224-9658EA429C40}" emma:medium="tactile" emma:mode="ink">
              <msink:context xmlns:msink="http://schemas.microsoft.com/ink/2010/main" type="line" rotatedBoundingBox="20302,10123 21966,11445 21691,11790 20028,10468"/>
            </emma:interpretation>
          </emma:emma>
        </inkml:annotationXML>
        <inkml:traceGroup>
          <inkml:annotationXML>
            <emma:emma xmlns:emma="http://www.w3.org/2003/04/emma" version="1.0">
              <emma:interpretation id="{DABC141A-3688-457E-9DC8-85772C373BB0}" emma:medium="tactile" emma:mode="ink">
                <msink:context xmlns:msink="http://schemas.microsoft.com/ink/2010/main" type="inkWord" rotatedBoundingBox="20302,10123 21966,11445 21691,11790 20028,10468"/>
              </emma:interpretation>
              <emma:one-of disjunction-type="recognition" id="oneOf2">
                <emma:interpretation id="interp6" emma:lang="" emma:confidence="0">
                  <emma:literal>I</emma:literal>
                </emma:interpretation>
                <emma:interpretation id="interp7" emma:lang="" emma:confidence="0">
                  <emma:literal>\ +</emma:literal>
                </emma:interpretation>
                <emma:interpretation id="interp8" emma:lang="" emma:confidence="0">
                  <emma:literal>\ ,</emma:literal>
                </emma:interpretation>
                <emma:interpretation id="interp9" emma:lang="" emma:confidence="0">
                  <emma:literal>4</emma:literal>
                </emma:interpretation>
                <emma:interpretation id="interp10" emma:lang="" emma:confidence="0">
                  <emma:literal>\ "</emma:literal>
                </emma:interpretation>
              </emma:one-of>
            </emma:emma>
          </inkml:annotationXML>
          <inkml:trace contextRef="#ctx1" brushRef="#br1">12538-2835 259,'0'0'84,"0"0"-64,0 0-4,0 0 141,0 0 478,0 0-293,0 0-176,0 0-75,0 0-3,0-6 22,0 4 14,0 2-17,0 0-30,0 0 20,0 0 4,0-1-14,0 1-10,0-1-12,0 0-7,0 1-4,0-1-9,0 1-6,0 0-7,0 0-9,0 0-11,0 0 1,0 0-11,0 0-1,0 0 2,0 0-2,0 0-1,3 0-1,-3 0-2,3 1-13,-3 0 4,3 0 8,-3 0-21,0-1-14,3 5 7,3-1 6,1 3 13,2 3 13,3 3 31,4 1-8,2 2 12,4 3-35,3 1 2,3 2 31,3 1-21,3 2 2,0 2-12,3 0-2,0 0 0,1 2 1,2 1 11,0 0 1,1-1-12,-4 3 0,3-2-1,-3 1-2,0 0 1,1-1-12,-1 1 12,3-1 0,-3 0 0,1 2-18,-4-2 17,3 1 2,-3-2-13,0 1 12,-3 0-1,0-1-2,-3-2 3,3-1 0,-3-2-1,-3 0-14,3-4-3,-4 0 19,-2-1 2,3-1 0,-6 1 1,2-2 0,1 0 0,-3-2-1,-1 0-2,1-2 1,3 1 14,-4-2-15,4 0 12,-7-2-12,4 1 0,-4-1-26,4 0 26,-3-1 2,-1 0-2,7 1-30,-1 0 30,-2 0 0,3-2 1,-4 0 1,-2 0-2,-4-1-1,-6-1-28,4-1-22,-4 0-7,-3-2-10,0 0-25,0-2 9,-3 1 32,0-1 20,3 1-43,-3-1-9,0-1 13,0 0 16,0 0 19,0 0 10,0 0 10,0 0 15,0 0 0,0 0 0,0 0-22,0-1-22,0-2-14,-3 1-58,0-2-166,-3-1-199,0-2-62,3-2 107,24 40 373</inkml:trace>
          <inkml:trace contextRef="#ctx1" brushRef="#br1" timeOffset="443">13846-1531 228,'0'0'65,"0"0"-9,0 0-10,0 0 16,0 0 400,0 0 14,0 0-235,0 0-131,0 0-35,0 0 0,22 13 9,-19-11 7,0 0-3,3-2 22,0 1-16,4 0-46,-4 0-9,6 1 29,-2 0-7,2 0-35,1-1 3,-1 1-28,0 0 2,4-2 10,-4 1-13,4 0-1,-1 2 1,-5-2 2,5 0-2,-6-1-32,4 0-23,-4 0-32,0 0-42,1 0-46,-4 0-10,0 1-130,0-1-89,-3 0-143,0 0-17</inkml:trace>
          <inkml:trace contextRef="#ctx1" brushRef="#br1" timeOffset="853">14317-1718 161,'0'0'186,"0"0"511,0 0-199,0 0-195,0 0-73,0 0-48,0 0-17,0 0 6,0 0-23,0 0-41,-6-6-21,6 6-18,0 0-7,0 0-10,0 0-10,0 0-2,0 0-14,0 0-12,0 0-13,0 2-1,0 0-21,0 1-14,0 3 8,0-1 27,-9 3 1,6 2 0,-3 2-1,-1 1-2,-2 1 2,0 3 1,-4-1-1,1 2-9,3 0-61,-4 1-31,1-1-37,-4 2-41,7-2-62,-6-2-150,-1-1-112,4-4-515,-1-2 540</inkml:trace>
        </inkml:traceGroup>
      </inkml:traceGroup>
    </inkml:traceGroup>
  </inkml:traceGroup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10:47.129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69731657-9599-4C39-B289-84D55FD21107}" emma:medium="tactile" emma:mode="ink">
          <msink:context xmlns:msink="http://schemas.microsoft.com/ink/2010/main" type="writingRegion" rotatedBoundingBox="7706,7980 13473,7925 13494,10159 7727,10213"/>
        </emma:interpretation>
      </emma:emma>
    </inkml:annotationXML>
    <inkml:traceGroup>
      <inkml:annotationXML>
        <emma:emma xmlns:emma="http://www.w3.org/2003/04/emma" version="1.0">
          <emma:interpretation id="{17B7136C-E3A8-4239-B17A-81D92EB386AF}" emma:medium="tactile" emma:mode="ink">
            <msink:context xmlns:msink="http://schemas.microsoft.com/ink/2010/main" type="paragraph" rotatedBoundingBox="7706,7980 13473,7925 13494,10159 7727,1021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EEC7E6A-B286-458F-80E1-5DDF46282A44}" emma:medium="tactile" emma:mode="ink">
              <msink:context xmlns:msink="http://schemas.microsoft.com/ink/2010/main" type="line" rotatedBoundingBox="7706,7980 13473,7925 13482,8884 7715,8939"/>
            </emma:interpretation>
          </emma:emma>
        </inkml:annotationXML>
        <inkml:traceGroup>
          <inkml:annotationXML>
            <emma:emma xmlns:emma="http://www.w3.org/2003/04/emma" version="1.0">
              <emma:interpretation id="{C594035A-ACBF-4E42-888F-A95776C27FE1}" emma:medium="tactile" emma:mode="ink">
                <msink:context xmlns:msink="http://schemas.microsoft.com/ink/2010/main" type="inkWord" rotatedBoundingBox="7707,8044 9754,8025 9762,8865 7715,8884"/>
              </emma:interpretation>
              <emma:one-of disjunction-type="recognition" id="oneOf0">
                <emma:interpretation id="interp0" emma:lang="" emma:confidence="0">
                  <emma:literal>Purple</emma:literal>
                </emma:interpretation>
                <emma:interpretation id="interp1" emma:lang="" emma:confidence="0">
                  <emma:literal>purple</emma:literal>
                </emma:interpretation>
                <emma:interpretation id="interp2" emma:lang="" emma:confidence="0">
                  <emma:literal>Purples</emma:literal>
                </emma:interpretation>
                <emma:interpretation id="interp3" emma:lang="" emma:confidence="0">
                  <emma:literal>Purpled</emma:literal>
                </emma:interpretation>
                <emma:interpretation id="interp4" emma:lang="" emma:confidence="0">
                  <emma:literal>Purpose</emma:literal>
                </emma:interpretation>
              </emma:one-of>
            </emma:emma>
          </inkml:annotationXML>
          <inkml:trace contextRef="#ctx0" brushRef="#br0">141-4948 140,'0'0'26,"0"0"-26,0 0 46,0 0 616,0 0-275,0 0-194,0 0-57,0 0 1,0 0-4,0 0 7,0 0-24,0 0-12,0 0-7,0 0-16,0 0 0,0 0 0,0 0-4,0 0-9,0 0-10,6-22-7,-6 22-9,0 0-3,0 0-10,0 0-4,0 0-2,0 0-4,0 0-16,0 0 10,0 0-12,0 0-1,0 0-3,0 0-20,0 0-2,0 0-7,0 1 0,0 0-10,0 1 0,0 1 0,0 2 7,0 1 35,0 3 31,3 0-31,-3 3 29,4-1 3,-1 3-30,-3 0-2,3 1 14,0 1-14,-3-1-3,6 2 2,-6-1-2,3 0 3,0-1 1,0 1-1,-3-1 0,3-1 0,1 1 20,-4-1-20,3-2-1,-3-2-41,3 0 20,-3-2 2,0-1-15,3-3 19,-3 1-16,0-2 6,0-1 23,0 0 1,0-2 1,0 0 1,3 0 20,-3 0 15,0 0 10,0 0 7,0 0 6,0 0 9,0 0-3,0-4-9,0-3-36,0-1-19,-3-2-36,-3-2 34,3-1-43,-4-3 45,4 0-13,-3 0 12,0 2-15,3-3 12,-3 0 7,-1 1-6,4-1-10,-3 2 0,3-2 13,-3 1 0,3 1-26,-4 0 13,1 0 10,3 2 3,3-2 0,-3 1-10,-3 2 7,6-1-37,0 0 40,0 1 7,0-1-4,0 3-6,0 0-5,0 2 8,0 3 45,3-2-35,3 1-10,-3 1-48,3-2 28,4 1 8,-4 1-4,3 0-10,4 1-10,-4 0-9,3 2 20,-2 1 8,2 1-12,0 0 3,1 0-12,-4 0 12,4 5-19,-1 0 7,-3 4 37,4 1-28,-7 0 27,6 3-22,-9 0-21,7 1-10,-7 0 25,3 2-12,-6-2 20,0 0-30,0-1 19,0-1-18,-3 0 51,-6 1 0,-1 0 32,-2 0-9,-4-2 9,4 0-31,-3-2 2,-1 1-3,0-2 0,1-2-2,3-2-53,-4 0 42,4-2 10,2 0-33,-2-1-22,3-1 35,2 0-52,-2 0 7,3 0-13,0 0-36,0-1-75,2-1-29,1-1-21,3-1-83,0 0-50,0-2 163,0-1 167,0 1 45</inkml:trace>
          <inkml:trace contextRef="#ctx0" brushRef="#br0" timeOffset="1477">684-4726 39,'0'0'16,"0"0"125,0 0 351,0 0 169,0 0-218,0 0-158,0 0-93,0 0-43,0 0-17,0 0-22,0 0-39,6 0-26,-6 0-30,3 0-15,0 0-13,0 0-3,7 0 16,-1 1 0,0 1-1,-3 2-28,4 0 13,-1 2 16,0-1-14,4 3 14,-4 0 2,-3 1 0,4 0 34,-4 1-33,0 1-6,0-1-23,-3 2-13,-3 0-16,0-1 13,0 0-13,0 1-13,0-1 26,0-2 17,0 0 12,0-1-10,-3-4 10,0 0-10,0-2 23,3-1 16,0-1 7,0 0 16,0 0 13,0 0 12,0 0 4,0 0 6,0 0 0,0-6-19,-3 1-55,0-3 3,3-1 3,0-1-6,0-3-26,0 1-2,0 0 27,6-2-14,-3 1 12,3-1-17,0 2-31,4-1 51,-1 2-1,-3 1-19,7 1 1,-4-1 6,3 2 0,-2 1-9,-1 1 21,0 1-16,1-1 15,2 1-14,-6 1-10,3 1 23,-2 0-100,-1 1-1,-6 0-45,3 2-39,0 0-39,0 0-50,-3 0-36,3 0-172,0 0 2,-3 0 385,0-1 30</inkml:trace>
          <inkml:trace contextRef="#ctx0" brushRef="#br0" timeOffset="2333">1065-4724 84,'0'0'251,"0"0"577,0 0-512,0 0-63,0 0-3,0 0-62,0 0-3,0 0-23,0 0-56,0 0-35,-9-35-24,9 32-47,6-1-42,3 0 26,7 0-3,-4 0 17,4 2-11,2-2-16,-2 3 6,3 1 10,-1 0 12,4 0-2,-7 0-26,4 3-3,-4 2 9,-2 2-3,-1 0 4,-2 1-46,-1 1 19,-6 1-6,0 2 0,-3-1-39,0 1 42,0 2 8,-6-1 44,-7 0 13,1-1-13,-7-2-7,1-1-15,-4-1 18,0-1-8,1-3 12,-1 0 0,6-2-20,1-1 18,3-1 2,-1 0 16,10 0 12,0 0-28,0-3-45,3-3-105,0-1-15,0 0 12,9-2-199,4 0 49,2-3-39,1 0-33,2-1 261</inkml:trace>
          <inkml:trace contextRef="#ctx0" brushRef="#br0" timeOffset="2775">1409-5028 132,'0'0'84,"0"0"99,0 0 573,0 0-395,0 0-3,0 0-102,0 0-13,0 0-17,0 0-16,-21-32-37,18 32-35,3 0-7,0 0-16,0 0-13,0 0-20,0 0-9,0 0-25,0 0-26,0 0-22,0 0-29,0 0-25,0 2-25,0 1-6,0 3 62,3 3 23,0 2 29,3 4-10,-3 2-1,3-1-17,-3 5 0,4 0 0,-1 2-1,-3-1 0,3 2 13,-3-1-13,3 2-32,-3-1 30,1-1-14,2 0-19,-3 0-9,0 0-14,0-3-34,0-1-36,-3-1 9,0-1 0,3-2-29,-3-3-6,0-2-24,0-2 3,0-2 10,0-1-53,3-2-88,0-1 10,1-2-62,-4 0 16,3 0 35,3-6 154,-3-4 93</inkml:trace>
          <inkml:trace contextRef="#ctx0" brushRef="#br0" timeOffset="885">395-4678 174,'0'0'26,"0"0"-25,0 0 19,0 0 736,0 0-261,0 0-271,0 0-74,0 0 15,0 0-54,0 0 22,0 0 9,0 0-48,0-33-26,-3 33 25,3-1 23,0 1-13,0-1-26,0 1-13,0 0-12,0 0-4,0 0-7,0 0-12,0 0-13,0 0-13,0 0-2,0 0-1,-3 0-3,3 0-23,0 0-2,0 1-7,0 0-13,0 3-4,0-1 14,0 4 6,0 0 32,0 2-3,0 1-7,0 0 10,-3 1 3,3 0-3,0 0 0,0 0 0,0-1-1,0 0-16,3-1-25,0 0 0,0-1-16,4 0 20,-1-2-7,0-1-1,3-1-5,-2 0-7,2-1 22,-3-2 4,3 0 32,1-1 2,2 0-2,-3 0 23,4 0-7,-1-3-16,1-3 29,-1-1-27,0-1 1,-2-1-1,-1 0 15,3-1-17,-5-1 22,-1 0-1,3 1-21,-9 0 0,3 0-2,-3 0 1,0 0 1,0 2 1,0-2 35,0 1-17,0 1-19,-3 0 0,3 1 0,-3 2 0,-3 0 49,3 3 25,3-1-29,-3 2-10,-1 1 7,4 0-10,0 0-13,0 0-3,0 0-15,0 0-1,0 0-3,0 0-19,0 0-4,0 1-6,0 2-7,0 0-2,0 2 21,0 1 20,0 1 18,0 2-18,0 1-12,0-1-10,4 2 21,-1 1 2,-3-2 14,3 2-5,0-2-9,0 3-2,0-4 1,-3 2 0,3-2 0,-3 1-16,6-1-45,-6 0-59,3-2 33,1 0-42,-1-3-7,3 1-42,-6-2 9,6 0-29,-3-1-82,3-1-85,-6-1 7,7 0-83,-7 0 223</inkml:trace>
          <inkml:trace contextRef="#ctx0" brushRef="#br0" timeOffset="1922">1102-4752 218,'0'0'4,"0"0"6,0 0 322,0 0 463,0 0-281,0 0-209,0 0-108,0 0-19,0 0 12,0 0-13,3 0-39,-3 0-48,0 0-33,0 0-21,0 0-17,0 1-19,0 0-1,0 1-38,4 0-9,-4 2 23,6 2 25,-6 0 13,6 4-12,-3 2 1,3 1 20,-3 3 4,4 0-26,-1 3 13,-3 0-12,0 1 0,3 1-1,0 2 1,-6 1 2,7-1 19,-4-1-22,0 0-11,0-2 11,0-1 0,0 1-42,0-1 20,0-2-49,0-1-12,-3 0 22,4-2-26,-4-1 4,0-2-17,0-2-32,3-1-10,-3-1 12,0-4-12,0 1-76,0-2 14,0-2-92,0 0-1,0 0 33,0 0 101,0-6-71,-3-4-132,-7-4 285</inkml:trace>
          <inkml:trace contextRef="#ctx0" brushRef="#br0" timeOffset="3436">1698-4779 209,'0'0'26,"0"0"-13,0 0 192,0 0 584,0 0-268,0 0-232,0 0-101,0 0-23,0 0 3,0 0-30,0 0-48,0-4-25,-3 4-20,3 0-10,-7 0-19,7 1-16,-9 2-26,3 1-15,-3 2 9,-1 1 6,1 0 0,0 2 4,3 2-4,-4 0 24,4 0-2,0 0 4,0 1-29,2-3 17,1 1 8,3-2-28,0-2 31,0 0-76,3-2 22,4 0-39,2 0 91,0-1 3,4-1 3,2 0-3,1-2 2,2 0 5,-2 0-7,-1 0-16,4-4 13,-4-1-29,1-1-10,-1 0 19,-2-1-12,-4-1 35,0-1 13,-2 2 13,-4 1-4,0-2 30,-3 2-33,0-1 14,0 2-14,0-1-19,-6 0-6,3 1 6,-7 0 22,1 1 3,0 1-25,-4 1-26,4 0 26,-7 2 10,4 0 6,3 0 49,-7 0-36,4 3-29,-1 2 0,1 2 29,0 1 0,-1 1-13,1 2-16,3 1 1,-4 2 0,4-1 25,-1 1-4,1-1-21,3 0 0,0-1 0,6 1 16,-3 0-15,3-2 31,0 0-4,0 1-29,6-2-1,3-1 0,0-1 1,7 0-2,3-1 2,2 0 2,-2 0-2,9-4-28,3 0-20,-3-2 9,6-1-22,0 0-10,3 0-33,0-4-18,4-1-50,-1-3-29,-3-2-147,0-1-55,-6-1-197,-3-3 29,-9 3 503</inkml:trace>
        </inkml:traceGroup>
        <inkml:traceGroup>
          <inkml:annotationXML>
            <emma:emma xmlns:emma="http://www.w3.org/2003/04/emma" version="1.0">
              <emma:interpretation id="{6270CE73-E014-4EA2-9A7A-BE53D897541B}" emma:medium="tactile" emma:mode="ink">
                <msink:context xmlns:msink="http://schemas.microsoft.com/ink/2010/main" type="inkWord" rotatedBoundingBox="11444,7944 13473,7925 13482,8884 11453,8903"/>
              </emma:interpretation>
              <emma:one-of disjunction-type="recognition" id="oneOf1">
                <emma:interpretation id="interp5" emma:lang="" emma:confidence="1">
                  <emma:literal>Purple</emma:literal>
                </emma:interpretation>
                <emma:interpretation id="interp6" emma:lang="" emma:confidence="0">
                  <emma:literal>Purple.</emma:literal>
                </emma:interpretation>
                <emma:interpretation id="interp7" emma:lang="" emma:confidence="0">
                  <emma:literal>purple</emma:literal>
                </emma:interpretation>
                <emma:interpretation id="interp8" emma:lang="" emma:confidence="0">
                  <emma:literal>Purpled</emma:literal>
                </emma:interpretation>
                <emma:interpretation id="interp9" emma:lang="" emma:confidence="0">
                  <emma:literal>Purples</emma:literal>
                </emma:interpretation>
              </emma:one-of>
            </emma:emma>
          </inkml:annotationXML>
          <inkml:trace contextRef="#ctx0" brushRef="#br0" timeOffset="5418">3874-4915 82,'0'0'52,"0"0"-26,0 0 3,0 0 229,0 0 355,0 0-337,0 0-171,0 0 38,0 0 6,0 0 27,0 0-1,-15-14-49,15 13-6,-3-1-16,3 0-4,-3 0-7,3 0-22,-3 0 10,3 1 9,0 0 0,0 0-26,0-3 7,0 2 15,-4 1-13,4-3-12,-3 2-7,3-1 19,-3 1-28,3-1 18,0-1 1,0 2-36,-3-2 16,3 1 4,-3 2-11,3 0 8,0 1 2,0-2-13,0 2-12,0 0-9,0 0-13,0 0-19,0 0-9,0 0-23,0 0-8,0 0-8,0 0-8,0 0-1,0 2-7,0 2 13,0 3 30,0 3 39,0 1-1,3 4 2,0 2 0,3 1 25,-2 1-25,-1 1 13,3 1-13,-6 2 0,6-2-32,-3 2-9,0 0-17,0-1-12,-3-1-13,0 0 6,3-3 10,1-1-7,-4-1-10,0-2 10,3-4 23,-3-1-1,0-3-9,0-1 15,0-2-8,0-2-40,0-1 13,0 0 49,0 0 32,0 0 29,0 0 16,0 0 29,0-4 33,0-3-84,0-4-23,0-3-20,-3-2-28,-4-2 48,4-3 1,0 0-1,-3-2-3,3-1-18,-3 0 21,3-1 0,-7 1-13,7-2-35,0 1 2,-3-2 40,3 2-10,0 1 9,3-2 7,0 2 28,0 0-27,0 2 64,3 1-62,0 1 27,3 1-5,3 4-5,-2 0 67,2 0-55,0 4-32,-3 0 23,1 3 3,-4 1 6,6 0-16,-3 2-14,-3 1 0,7 1-2,-4 1-18,3 2-17,-3 0-14,4 0 14,2 0-14,-3 1 7,7 5 23,-4 0-30,7 3 49,-4 3-1,4-1 1,-7 2-26,1 0 10,-1 1-29,-3 1-20,-2 0 20,-1-1 6,-6 1-6,0 2-4,0 0 13,-6-2-51,-10 1 57,4 0-1,-10-3 30,0 0 1,-2-2-23,2-2 20,0 0-19,-3-2 21,7-1-11,-1-2-10,7-1-14,-1-2-23,7-1 11,0 0-79,6 0-69,0 0-51,0 0-7,0 0-40,3-3-64,6-3 204,4 0 112</inkml:trace>
          <inkml:trace contextRef="#ctx0" brushRef="#br0" timeOffset="6194">4206-4747 40,'0'0'144,"0"0"45,0 0 913,0 0-721,0 0-167,0 0-97,0 0 32,0 0 25,0 0-12,0 0-40,0 0-35,3-16 9,-3 16 7,0 0-7,0 0-13,0 0-23,0 0-21,0 0-20,-3 0-16,3 0-3,0 0 0,0 0-19,0 0-4,0 0 8,0 0-11,0 0-12,0 2-13,0 1-10,0 0 10,0 3 31,0 3 20,-3 0 0,3 2 14,0 0-13,0 1-2,0 0 0,0-1-1,0 1-30,3-2-22,3-1-7,1-2 6,-1 1-6,0-2-7,3 0-25,1-3 51,2 2 16,-3-3 23,4-1-20,-1 0-12,-3-1 9,1 0 25,2 0 1,0-3-1,-2-2 1,2-1 0,-2-3 15,2 0-14,-6-3 33,3 1-1,-5-1 22,2-1-52,-3 0 16,0-1-18,-3 1-1,3 2 71,-3-1-68,0 2 39,0 1-29,0 0 19,0 2 4,-3 2 15,3 0 4,-3 4 12,0 1 0,3 0-12,0 0-20,0 0-7,0 0-12,0 0-16,0 0-2,0 0-33,0 1-19,0 3-17,0 0 4,0 2 48,0 2-8,0 1 27,3 0 0,0 2 0,3 0 1,-3 2 24,3 0-25,1 1 2,-1-3-1,0 0-1,-3 1 0,3-1-48,4-2-42,-4 1-23,0-1 49,-3-1-30,6-2-41,-5 0-59,2-2 15,-3 1-9,3-4-140,-3 0-92,0-1-92,-3 0 30,0-2 354,3-5 111</inkml:trace>
          <inkml:trace contextRef="#ctx0" brushRef="#br0" timeOffset="6710">4541-4794 82,'0'0'182,"0"0"-74,0 0 926,0 0-631,0 0-114,0 0-88,0 0-59,0 0-6,0 0-7,0 0-42,0-1-45,0 1-13,3 0-26,0 0-1,0 0-2,4 0 0,2 2-23,-3 4-2,6-2 15,-2 3 10,-1 0 19,3 2-15,1 0-2,-7 2-2,3-1-20,-2 3-28,-4 0-10,6 1-16,-9-2 10,3-1-4,-3 0-16,0-2-33,0 0 17,0 0 35,0-2 10,-3-2 35,3-2 19,0 0-1,0-1-15,0-2 17,0 0 55,0 0 23,0 0 13,0 0-7,0-3-23,0-1-54,0-4 15,0 0-14,0-2-6,0 0 31,0-1 10,0-3-43,0 1 0,3-3-1,0 0 8,6 0-23,1 1 12,-1 0-28,0 0 13,4 4-14,-4 1 8,0 3-1,1 2-7,-1 1 30,-3 2-16,-3 1-17,0 1-3,0 0-16,1 0-16,-4 0-108,0 0-74,6 0-63,-6 2-68,0-1-102,0 2 98,0-2 330,0 0 0</inkml:trace>
          <inkml:trace contextRef="#ctx0" brushRef="#br0" timeOffset="7225">4966-4861 98,'0'0'156,"0"0"14,0 0 1016,0 0-939,0 0 6,0 0-23,0 0-1,0 0-26,0 0-3,0 0-37,0-14-45,0 14-16,0 0-13,0 0-6,0 0-10,0 0-35,0 0-38,0 1 0,0-1-38,0 4-10,0 0 10,0 3 16,0 2 20,3 1 0,-3 3 2,3 1 0,3 1-1,-3 3 2,0 1-1,4 2 15,-7 1-15,6 1-3,-3 2 0,0 1-22,0 0-10,3 1 6,1 1 1,-1 0-7,0-1-23,3 0-2,1-2-1,-4 0-12,3-1-8,-3-1 8,0-2 5,1 0-16,-4-2 4,0-3-46,0 0-9,-3-5 21,3 0-15,-3-3-1,0-3-39,0-3-29,0-2 26,0 0-40,0 0-52,0 0-26,0-6-137,0-5 160,0-2 215,0-4 30</inkml:trace>
          <inkml:trace contextRef="#ctx0" brushRef="#br0" timeOffset="7641">5019-4752 8,'0'0'120,"0"0"-45,0 0 757,0 0-503,0 0-33,0 0-66,0 0-6,0 0-46,0 0 13,0 0-29,-50-77-40,50 73-32,0 2-19,0-2 6,0 3-7,0-1-38,3-2-32,6 3-64,4-2 7,2-1 8,1 2 24,5 0-4,-2 2-3,0 0 9,2 0 4,-2 0 6,3 2 13,-4 4-16,1 0 0,-1 0-26,-2 2 19,-7 0-38,4 1 6,-7 0-32,0 1 23,0-1-40,-3 1 13,-3 2 20,0-1 39,-9 2 6,0-2 22,-4 0-18,-2 0-1,-4-2-6,1-1 29,-4 0-1,0-3 2,7 1 9,-4-3-10,4-1 0,2-2 9,1 0-9,3 0-3,5 0 0,-2-2-46,3-2-146,3-2-75,0-2-159,0-3 8,0-1-65,9-3 353,1 0 74</inkml:trace>
          <inkml:trace contextRef="#ctx0" brushRef="#br0" timeOffset="8047">5295-5158 246,'0'0'231,"0"0"561,0 0-427,0 0-109,0 0 17,0 0-40,0 0-46,0 0-16,0 0-39,0 0-39,-7-9-29,7 9-12,0 1-20,0 1-23,0 0-9,0 3-22,0-1-4,0 4 26,3 2 38,1 3-22,-1 1 0,3 2-1,-3 3 5,0 2 12,3 1-30,-3 2 11,0 0-12,4 2 0,-1 0-2,0 1 3,-3-1-5,3 0-10,-3-1-29,4-1 20,-4-1-10,-3-1-48,3 0 28,0-2-28,-3-1-55,6-2 10,-3-1-4,0-4-40,0-3 4,1-1-7,2-2-65,-3-2 7,3-2-47,0-2 10,-3 0-79,7 0-91,-7-8 307,3-1 62</inkml:trace>
          <inkml:trace contextRef="#ctx0" brushRef="#br0" timeOffset="8668">5574-4855 160,'0'0'32,"0"0"-32,0 0 493,0 0 139,0 0-307,0 0-75,0 0-39,0 0 0,0 0 2,0 0-29,0-27-36,0 27-22,-4 0-24,1 0-25,3 0-20,-3 0-18,3 0-24,-3 0-15,0 0-26,0 0-12,0 2-13,0 2 3,-3 1 9,2 0 14,-2 4 21,0 0 2,0 0-17,0 1 0,6-1 3,-3 1 13,3 0 3,0-2-3,0 1-38,0-1-30,0-2-9,6 1-4,0-3 26,6 2 8,1-2 48,-1-1-9,4-1 11,-4-1-22,4-1 3,-1 0-17,-3-1 0,4-5-15,-7 0 12,7 1 39,-7-2-14,0-2 14,-2 1 32,-4-1-30,0 1 24,-3-1-6,0 2 4,0-1-22,-3 1 38,-7 0-20,4 3-1,-6-1 1,2 2-17,-2 1-3,0 2 0,-4 0 0,1 0 0,-1 0 58,1 0-10,-1 4-22,1 2 22,-1 2-28,4 0-4,-1 3-14,1-1-1,0 1 0,2 0 19,1 1-20,6 0-1,0 0-2,3 0 3,0 0 23,0-1-4,0 0-3,3 2-3,6-2-13,4 0 1,2-1 0,4-2 2,2 0 1,1-2-4,0-2-23,3-1-45,-1-2 23,1 0-22,0-1-24,0 0 30,0-1-84,-1-5-33,-2-1-40,0-1-80,-7-1-57,-2-3-157,-1-1-130,-3-2 495,-2 0 105</inkml:trace>
        </inkml:traceGroup>
      </inkml:traceGroup>
    </inkml:traceGroup>
  </inkml:traceGroup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1-03-08T09:19:10.812"/>
    </inkml:context>
    <inkml:brush xml:id="br0">
      <inkml:brushProperty name="width" value="0.06667" units="cm"/>
      <inkml:brushProperty name="height" value="0.06667" units="cm"/>
      <inkml:brushProperty name="color" value="#177D36"/>
      <inkml:brushProperty name="fitToCurve" value="1"/>
    </inkml:brush>
    <inkml:context xml:id="ctx1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1" timeString="2021-01-19T07:18:10.764"/>
    </inkml:context>
    <inkml:brush xml:id="br1">
      <inkml:brushProperty name="width" value="0.09333" units="cm"/>
      <inkml:brushProperty name="height" value="0.09333" units="cm"/>
      <inkml:brushProperty name="color" value="#177D36"/>
      <inkml:brushProperty name="fitToCurve" value="1"/>
    </inkml:brush>
    <inkml:brush xml:id="br2">
      <inkml:brushProperty name="width" value="0.13333" units="cm"/>
      <inkml:brushProperty name="height" value="0.13333" units="cm"/>
      <inkml:brushProperty name="color" value="#ED1C24"/>
      <inkml:brushProperty name="fitToCurve" value="1"/>
    </inkml:brush>
    <inkml:brush xml:id="br3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C1D6B0BA-F68A-4B1C-BC73-F32A2174D18A}" emma:medium="tactile" emma:mode="ink">
          <msink:context xmlns:msink="http://schemas.microsoft.com/ink/2010/main" type="writingRegion" rotatedBoundingBox="16553,12544 24601,12110 24866,17020 16818,17455"/>
        </emma:interpretation>
      </emma:emma>
    </inkml:annotationXML>
    <inkml:traceGroup>
      <inkml:annotationXML>
        <emma:emma xmlns:emma="http://www.w3.org/2003/04/emma" version="1.0">
          <emma:interpretation id="{7BE09273-86F0-4650-BA42-6580D752064D}" emma:medium="tactile" emma:mode="ink">
            <msink:context xmlns:msink="http://schemas.microsoft.com/ink/2010/main" type="paragraph" rotatedBoundingBox="17709,12482 24601,12110 24661,13223 17769,1359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8AF0C0A-7EB2-451E-A882-3CB501FC5192}" emma:medium="tactile" emma:mode="ink">
              <msink:context xmlns:msink="http://schemas.microsoft.com/ink/2010/main" type="line" rotatedBoundingBox="17709,12482 24601,12110 24661,13223 17769,13595"/>
            </emma:interpretation>
          </emma:emma>
        </inkml:annotationXML>
        <inkml:traceGroup>
          <inkml:annotationXML>
            <emma:emma xmlns:emma="http://www.w3.org/2003/04/emma" version="1.0">
              <emma:interpretation id="{938FAA89-D8D6-4DDC-BCA3-571ABC765BE6}" emma:medium="tactile" emma:mode="ink">
                <msink:context xmlns:msink="http://schemas.microsoft.com/ink/2010/main" type="inkWord" rotatedBoundingBox="17710,12491 20110,12362 20170,13466 17769,13595"/>
              </emma:interpretation>
              <emma:one-of disjunction-type="recognition" id="oneOf0">
                <emma:interpretation id="interp0" emma:lang="" emma:confidence="1">
                  <emma:literal>Purple</emma:literal>
                </emma:interpretation>
                <emma:interpretation id="interp1" emma:lang="" emma:confidence="0">
                  <emma:literal>Purples</emma:literal>
                </emma:interpretation>
                <emma:interpretation id="interp2" emma:lang="" emma:confidence="0">
                  <emma:literal>Purpled</emma:literal>
                </emma:interpretation>
                <emma:interpretation id="interp3" emma:lang="" emma:confidence="0">
                  <emma:literal>purple</emma:literal>
                </emma:interpretation>
                <emma:interpretation id="interp4" emma:lang="" emma:confidence="0">
                  <emma:literal>Pimple</emma:literal>
                </emma:interpretation>
              </emma:one-of>
            </emma:emma>
          </inkml:annotationXML>
          <inkml:trace contextRef="#ctx0" brushRef="#br0">-2 199 46 0,'0'0'120'15,"0"0"-61"-15,0 0-43 0,0 0 7 0,0 0 13 16,0 0 447-16,0 0-125 16,0 0-218-16,0 0-33 0,0 0 20 0,0-15 46 15,0 12-14-15,0 1-52 16,0 0-35-16,0 0-1 0,0 0 4 0,0-4-1 15,3 4-9-15,-3-4-4 0,0 2-2 0,0 0-8 0,0 0 4 16,0 0 0 0,6-2 10-16,-3 1-1 0,-3-2-42 0,10 1 4 0,-4-2 29 15,4 3-26 1,-7-2 6-16,3-1-31 0,-3 5 28 0,10-4-4 0,-4 1-15 16,1 1 0-1,-1-2-11-15,10 4 1 0,0-3 0 0,0-1-3 16,0 4 1-16,4-5 1 0,-4 4-2 0,3 0-18 15,0 0 5-15,-3-2 0 0,0 4 0 16,3-4-3-16,-6 4-3 0,6-1-4 16,0 0-9-16,-6 1 3 0,3 2 7 15,-3 0 9-15,3 0-3 0,-3 0 0 16,3 0 0-16,-7 0 16 0,7 6-4 16,-6-1 4-16,3 3-29 0,-7 3 29 15,-2 0 0-15,2 2-8 0,-9-2 8 0,7 5 16 0,-7 1 11 16,0-1-27-1,0-1-20-15,-19 3 4 0,6-2 0 0,-12 2-3 0,-4-4-17 16,4 4 33 0,-10-4-26-16,3-1 0 0,-3 2 28 0,-3-4 0 0,0-1-15 15,7-2 12 1,-1-1 1-16,4-2 3 0,-1 0 0 0,10-5-1 0,-3 3 1 16,3-3 1-16,6 0-1 15,-3 0-16-15,7 0-3 0,-1 0 17 0,7-6-21 16,0 2-16-16,3-2 0 0,0 2-67 15,0-2-8-15,0 0-35 0,0 0 39 16,3 0-36-16,7 3-40 16,-1-5-74-16,1 7 9 0,-7 0-68 0,6 1-95 15,-9-2 221-15,0 2 86 0,0 0 61 16</inkml:trace>
          <inkml:trace contextRef="#ctx0" brushRef="#br0" timeOffset="-994.3">99 127 75 0,'0'0'49'16,"0"0"-30"-16,0 0 17 0,0 0-16 0,0 0 3 15,0 0-4-15,0 0 1 16,0 0 9-16,0 0 7 0,0 0 261 0,0-2-115 16,0 0-87-16,0 2-30 15,0 0 7-15,0 0 16 0,0 0 9 16,0 0-5-16,0 0-24 0,0 0 0 0,0-2 14 0,0 2-8 15,0 0-5-15,0 0-11 16,0 0-9-16,0 0 0 16,0 0-4-16,0 0 1 0,0 0-14 0,0 0-6 15,0 0-6-15,0 0-17 0,0 0 13 0,0 0-3 16,0 0 0-16,0 0 0 16,0 0-10-16,0 0 17 0,0 0-7 0,0 0-11 15,0 0-2-15,0 0 2 16,0 0 11-16,0 0 0 0,0 0-13 0,0 0 1 15,0 0-1-15,0 0 0 0,0 2 0 0,0 0 0 16,0 2 39-16,0 1 6 16,0-2-41-16,0-1 7 0,0 4-9 0,0-2-2 15,0 2 10-15,0 0-9 16,0-2-1-16,0 2 1 0,0-2-1 0,0-2-3 16,0 2-16-16,0 0 19 0,0 0 13 15,0-2-13-15,6 2 1 0,-6 2 1 16,0-3 0-16,0 6 0 0,0-3 11 0,0-1 5 15,0 1-18-15,3 1 0 16,-3 1-2-16,4-4-1 0,2 4 0 0,-6-2 3 16,3 1 11-16,3 1-11 15,-2 0-13-15,2 0 13 0,-3-1 11 0,3 2-11 16,-2-3 0-16,2 4 1 16,-3-2 0-16,3 2-1 0,-2-2 0 0,-4 3 0 15,9-4 0-15,-9 1 0 0,10 2 16 0,-7-2-4 0,-3 0-11 16,9-3 0-1,-9 3 2-15,7 0-3 0,-7-1 16 0,3-2-16 16,3 3 0-16,-6-2 0 0,3 1-16 16,4-2 14-16,-7 0 2 0,0 1 2 0,3-5-1 15,-3 3 0-15,0 0-1 16,0-1 1-16,0 0 9 0,0-1-10 0,0 0-2 16,0 1 1-16,0-2 1 15,0 1 2-15,0 0-1 0,0-2-1 0,0 0-1 16,0 0 1-16,0 0 2 0,0 0 14 15,0 0-15-15,0 0-1 16,0 0-45-16,0 0-10 0,0 0-10 16,0 0-19-16,0 0-46 0,0-2-84 15,-13-1-105-15,4-2 0 0,-7 1-46 0,-3-4-98 16,6 3 316-16,-6-6 59 0,10 3 48 16</inkml:trace>
          <inkml:trace contextRef="#ctx0" brushRef="#br0" timeOffset="965.83">321 389 115 0,'0'0'62'15,"0"0"-10"-15,0 0 4 0,0 0 296 0,0 0 140 16,0 0-303-16,0 0-95 15,0 0-19-15,0 0 46 0,0 0 61 16,0 0-23-16,-4-19-59 0,4 19-22 16,0 0 3-16,0 0 10 0,0 0-4 0,0 0-19 15,0 0-19-15,0 0 2 16,0 0 4-16,0 0-3 0,0 0-7 16,0 0-13-16,0 0 0 0,0 0 4 15,0 0-11-15,0 0-2 0,0 0-10 0,0 0-11 16,0 0-2-16,0 0 0 0,0 1 0 0,0 4 35 15,0-1 4-15,4 4 3 16,-4 0 2-16,6 0 8 0,-3-3-33 16,3 8 0-16,-2-3 0 0,-4 0-18 0,6 3 0 15,-3 0 1-15,3-1 14 0,-2 1-4 16,5 1-12-16,-6 0-1 0,7 0 1 16,-1-4 0-16,1 1 0 0,-4-1-22 15,4-2 21-15,-4 1-12 0,3-3-16 16,7-1-19-16,-6 0 6 0,-1-4 7 15,1-1-10-15,-7 0 4 0,6 0-4 0,4 0 25 16,-3 0-2-16,5 0 2 16,-2-3 18-16,-3-1-20 0,9-5-4 0,-10 1-13 15,4 3 14-15,-4-5 22 16,-2-3-26-16,-4 2-55 0,0 0 82 0,3-5-14 0,-3 5-16 16,-3-1 15-1,0-1 17-15,0 2 0 0,0 1-3 0,0 1 2 16,0 0 0-16,0 1 1 0,0 0 18 0,0 4-18 0,0-5-19 15,0 1 19-15,0 4 1 16,0-2 19-16,0 1 9 0,0 2 13 0,0 1 0 16,0 0-4-16,0 2 1 15,0 0-3-15,0 0-11 0,0 0-23 16,0 0 1-16,0 0-1 0,0 0-2 16,0 0 0-16,-3 0-2 0,-3 0-18 0,6 0 7 15,0 4 11-15,0 2 2 0,0 2 0 0,0 2 16 16,0-2-12-16,0 4 28 15,6-1-31-15,-3-1 12 0,7 4-13 0,-4 1 1 16,-3-2 8 0,7-1 20-16,-4-1-29 0,4 5-13 0,-7-5 12 0,6-1 1 15,1 1 3 1,-7 2-3-16,7-3-2 0,-1 0 1 0,-3-1 0 0,4 0-21 16,-7-4-17-16,-3 1-35 0,10 1 13 0,-7-4 0 15,6-1-17-15,-9 2-25 16,7-2-43-16,-4 0-62 0,-3-2-48 0,0 2-60 15,0 1-68-15,0-3-95 16,0 0 78-16,-19 0 287 0,6 0 41 16</inkml:trace>
          <inkml:trace contextRef="#ctx0" brushRef="#br0" timeOffset="1685.54">678 389 99 0,'0'0'88'0,"0"0"-33"0,0 0-2 15,0 0 142 1,0 0 483-16,0 0-336 0,0 0-176 0,0 0-39 0,0 0 3 16,0 0 29-1,0-8-7-15,4 7-42 0,5 1-42 0,-3 0-10 16,4-2-13-16,-1-2-19 16,4 1 6-16,9 0-3 0,-6 1 10 0,3 2-7 15,-6-3-3-15,-1 3-3 0,-2 0-7 0,6 0 7 16,-4 0-24-16,7 3-2 15,-6 2 0-15,3 2-1 0,-7-2 1 0,4 4-3 16,-3 1 2-16,2 0 1 16,-5 2 3-16,-4-1-1 0,3 4 24 0,-3-4-3 15,4 3-7-15,-7 0-16 16,0-2-1-16,0 4-12 0,0-4 10 0,0 2 3 16,0-4-33-16,0-1 11 15,-7 0 2-15,4-4 18 0,-3 2-40 0,3-6 23 16,3 4-19-16,-7-3 15 0,7 0 10 15,0-2 13-15,0 0 0 0,0 0 32 16,0 0 13-16,0 0-9 0,0-2-36 16,-3-5-17-16,-3-1 10 0,3-2 7 15,-7-1 0-15,10-3-13 0,0 0-12 0,0-3 11 0,0 0 13 16,0 3 1-16,0-2-23 16,0 3 7-16,0-2 15 0,13 4-22 15,-4-4-3-15,-2 4 26 0,2 2-10 0,1 0 10 16,2 0 19-16,-2 4-19 0,2-1-12 15,4-2-27-15,-6 6 20 16,2-4 17-16,-2 4 0 0,3 0-2 0,-4 2-12 16,-3 0-19-16,-2 0-7 15,2 0-13-15,-6 0 3 0,0 0-6 0,3 0 12 16,3 4 24-16,-2 2-34 0,-4 2-57 16,0 0-59-16,0 0-4 0,0-1 1 0,0 1-86 15,0-1-91-15,0-1-169 16,0-1 328-16,0-3 89 0,0 1 54 0</inkml:trace>
          <inkml:trace contextRef="#ctx0" brushRef="#br0" timeOffset="2835.95">1138 417 179 0,'0'0'59'16,"0"0"-10"-1,0 0 13-15,0 0 645 0,0 0-303 0,0 0-228 0,0 0-59 16,0 0-7 0,0 0 27-16,0 0 22 0,0 0-40 0,28-51-57 0,-25 48-14 15,7-4-5-15,2 3 15 0,-2-4-10 16,9 4-12-16,0-2 2 0,3 0-25 15,7 0-13-15,-7 0-1 0,-3 4 0 16,0 0 2-16,3 2-2 0,-3 0 1 16,6 0-16-16,-3 0 16 15,1 0 13-15,-1 4-13 0,3 2-24 0,-3 3-2 16,-3 2 7-16,3-1-6 0,-3 4 25 16,-6 0 13-16,6 0 7 0,-9 1-20 15,-4 1-39-15,-3 1 26 0,3 0-29 16,-6-2 40-16,0 0 0 0,0-1-2 15,-6 0-21-15,-3-2 10 0,-4-2 15 16,-6-1 0-16,6-1-15 0,-12-2 14 0,6 1 1 0,3-2 1 16,-3 2-1-1,3-5-1-15,0-1 0 0,-3 4-1 0,4-5-11 0,-4 2-22 16,6-2 2-16,3 0-32 16,-2 0 40-16,5-2-21 0,-2-3-38 0,6 2-20 15,-7-2-10-15,10 2-32 0,0-1-62 0,0 0-59 16,0 0-29-16,0-1-76 15,0 0-6-15,0-1 306 0,0 0-13 0,0 2 31 16</inkml:trace>
          <inkml:trace contextRef="#ctx0" brushRef="#br0" timeOffset="2245.65">1182 386 92 0,'0'0'154'0,"0"0"-70"0,0 0 497 0,0 0-76 16,0 0-284-16,0 0-81 0,0 0-10 0,0 0 38 15,0 0 24-15,0 0-21 16,0 0-58-16,35-38-26 0,-35 38-6 0,0 0-10 16,0 0-20-16,0 0-48 15,0 0-3-15,0 2 0 0,0 4 0 16,9 1 81-16,-2 6-14 0,2-1-51 16,1-2 32-16,-1 7 13 0,1 0-61 0,-4-2 2 15,-3 1 9-15,3 4-11 0,-2-2-7 0,5 0 7 16,-6 0 23-16,7 0-14 15,-10 0 4-15,9 0-26 0,-2 0 23 0,-4 1-10 16,3-1 3-16,-3 2-3 16,4 0 0-16,-7-1 0 0,0 0-2 15,3-2-28-15,-3 1 1 0,3 0-31 16,3 0 21-16,-3-1 36 0,7-2-32 0,-4 3 9 16,-3-2-25-16,4 0-11 15,-4-1 14-15,-3 0 10 0,0-3 2 0,0 4-28 16,0-5-11-16,0-1 24 0,0 0-20 0,0 0 0 15,0-4 9-15,0 0-42 16,0-2-45-16,0-2-13 0,0-2-36 16,0 0-82-16,0 0-78 0,0 0-134 15,-3-2 91-15,-4-6 339 0,4 4-47 0</inkml:trace>
          <inkml:trace contextRef="#ctx0" brushRef="#br0" timeOffset="4535.81">1666-28 3 0,'0'0'56'15,"0"0"12"-15,0 0-9 0,0 0-17 0,0 0-40 16,0 0 47-16,0 0-26 15,0 0 36-15,0 0 202 0,0 0-88 0,13-40-108 16,-13 34 6-16,0 3 40 16,0-1 59-16,0 1-27 0,0 0-42 15,0 1-17-15,0-3 11 0,0 2 12 16,-6-2-16-16,3 2-13 0,3-1-13 0,-4 0-4 16,4 2 17-16,-6 0-10 15,6-3-3-15,-3 5 6 0,3-1-12 0,0-1-1 16,0 0 6-16,-6 2 8 0,6 0-5 15,0 0-15-15,0 0-17 0,-4 0-9 16,4 0-14-16,0 0-12 0,-6 2-3 0,6 3 3 16,0 3 38-16,0 0 1 15,0 2-10-15,-3 0-27 0,3 3 14 0,-6 0-15 16,6-2 12-16,0 2-10 16,0 1 10-16,0 0 3 0,0 2 13 0,0 2-28 15,9-2 31-15,-3 2 6 0,4 1-38 0,-7-1-4 16,7 0 4-16,-7 2 4 15,6-2-3-15,1 0 8 0,-4 2-9 0,-3 0-14 16,7-3 14-16,-4 2 13 16,-3 0 0-16,7 1-3 0,-10 0-8 0,9 0 0 15,-6-4 7-15,4 3-9 0,-4-4-12 16,3 1 12-16,-3-3 9 0,4 2-9 16,-4-4-2-16,-3 1 2 0,6-2-1 15,-6 0-11-15,0-1 11 0,0 0 1 16,0-1-16-16,0-2 0 0,0-2-10 0,0 2 1 15,0-4-1-15,0 2-12 16,0-2-7-16,0 0-10 0,0 0 0 0,0-2 1 16,0 2 2-16,0-2-6 15,0 0-13-15,0 0-20 0,0 0-6 0,0 0-16 16,0 0-20-16,0 0-26 16,0 0-36-16,0-2-111 0,-6-2-172 0,-4-2-129 15,7 0 428-15,-3 0 97 0,31 30 2 0</inkml:trace>
          <inkml:trace contextRef="#ctx0" brushRef="#br0" timeOffset="5345.52">2081 243 102 0,'0'0'131'0,"0"0"-92"0,0 0 6 0,0 0 324 16,0 0 296-16,0 0-330 16,0 0-170-16,0 0-38 0,0 0 25 0,0 0 40 15,0 0-18-15,7-3-74 0,-14 3-58 0,7 0-9 16,-3 0 12-16,-3 0 0 15,6 0-7-15,-3 0-9 0,-4 0-9 16,7 0 12-16,-9 5-7 0,9-3-5 16,-13 0-8-16,4 4-10 0,-4-1 1 0,-3 3 19 15,3 2-6-15,1 0 16 16,2 3-32-16,1-4-2 0,2 1 2 0,-2 0 0 16,9 0 0-16,-3-2-15 15,-4 0 14-15,7-1-15 0,0 1 16 0,0 1 12 16,0-3-10-16,0 2-2 0,0-4-15 0,10 2 12 15,-4-3 1-15,4-1 2 16,-1 1-1-16,4 0 1 0,0-3-48 0,2 0 15 16,4 0 17-16,-3-3-9 15,3-2-24-15,7 2 20 0,-14-5 4 0,10 1 22 16,-6-2-19-16,-3 0 6 16,0 1 0-16,2-3 16 0,-5 1 0 0,-7-2 0 15,-3 2-12-15,0 0 12 0,0 1 22 16,0 0-9-16,0 1 13 0,0 2-23 15,0 0-3-15,-9 2 4 0,-4 2 12 16,0-4 9-16,-3 3 4 0,7 1-27 16,-13-1 11-16,9 3 7 0,-6 0 12 15,3 0-2-15,-6 0-30 0,0 0-17 16,3 3 17-16,0 0 2 0,-3 5 20 0,6-2 17 16,-6 6-14-16,3-2 19 15,0 2-44-15,9 1-3 0,-2-1 3 0,2 1 7 16,7-1-7-16,-3 2 16 0,6-1 0 15,-4 2-16-15,4 2-7 0,0-5-6 16,0 3 11-16,0-2 1 0,0 1 1 0,4-3 0 16,5 2 1-16,10 1 2 15,-6-2 13-15,6-2-13 0,0-2-1 0,0 0-2 16,0-5-31-16,3 4-30 16,6-6 19-16,1 4 23 0,3-5-13 0,-1 0-33 15,1 0-15-15,0 0-30 0,2 0 36 0,-2-3-7 0,0 0-16 16,-4-4-39-1,1-2-35-15,-1 2 38 0,-2-2-79 16,-7-1-87-16,-4 0-88 0,-8-2-151 16,-1 1 189-16,-6 0 215 0,0 5 120 0</inkml:trace>
        </inkml:traceGroup>
        <inkml:traceGroup>
          <inkml:annotationXML>
            <emma:emma xmlns:emma="http://www.w3.org/2003/04/emma" version="1.0">
              <emma:interpretation id="{B6BB3501-DFF7-4572-80A5-CAA7216F6EA3}" emma:medium="tactile" emma:mode="ink">
                <msink:context xmlns:msink="http://schemas.microsoft.com/ink/2010/main" type="inkWord" rotatedBoundingBox="21761,12263 24601,12110 24637,12771 21797,12924"/>
              </emma:interpretation>
              <emma:one-of disjunction-type="recognition" id="oneOf1">
                <emma:interpretation id="interp5" emma:lang="" emma:confidence="1">
                  <emma:literal>white</emma:literal>
                </emma:interpretation>
                <emma:interpretation id="interp6" emma:lang="" emma:confidence="0">
                  <emma:literal>whites</emma:literal>
                </emma:interpretation>
                <emma:interpretation id="interp7" emma:lang="" emma:confidence="0">
                  <emma:literal>whiter</emma:literal>
                </emma:interpretation>
                <emma:interpretation id="interp8" emma:lang="" emma:confidence="0">
                  <emma:literal>whited</emma:literal>
                </emma:interpretation>
                <emma:interpretation id="interp9" emma:lang="" emma:confidence="0">
                  <emma:literal>whiten</emma:literal>
                </emma:interpretation>
              </emma:one-of>
            </emma:emma>
          </inkml:annotationXML>
          <inkml:trace contextRef="#ctx0" brushRef="#br0" timeOffset="8275.66">4054 54 76 0,'0'0'65'0,"0"0"-32"15,0 0 6-15,0 0 7 16,0 0-10-16,0 0-10 0,0 0 166 0,0 0 170 16,0 0-235-16,0 0-19 15,0 0-14-15,48-28 33 0,-45 26 23 0,-3-3-1 16,6 4-64-16,-6-3-14 16,3 1 24-16,-3 2-5 0,0-1-2 0,0 0 3 15,0 2-13-15,0-1-4 0,0-2-3 0,0 3 4 16,0 0-1-16,0 0-3 15,0 0 0-15,0 0-3 0,0 0-7 16,0 0-3-16,0 0 3 0,0 0-23 16,0 0-15-16,0 0-21 15,0 0-2-15,0 3-3 0,-3-2-17 0,-3 3 4 16,3 2 16-16,-7 0 27 0,7 0-4 0,-3 3-21 16,2 4 1-16,-2-1 23 15,6-1-4-15,-3 4-19 0,3-1 7 0,-6 1-10 16,6 2-19-16,0-2 18 0,0 3 1 0,0-1 5 15,0-2-5-15,0-1-3 16,0 2 2-16,6-2-1 0,-3 0 2 0,7-3 0 16,-4-1 1-16,-3 0-1 15,7-2-15-15,-7-3-5 0,6 0 1 0,1-3-10 0,-4 2-6 16,4-4-4 0,-7 0 1-16,3 0 6 0,-3 0 3 15,7 0-7-15,2 0 36 0,-2 0 23 0,-1-2-21 0,10-2-2 16,-9-1-2-16,9-2-11 0,-10-1 11 15,1-2 2-15,-1 2 13 16,-5-2-13-16,5 0 19 0,-9 1-19 0,13-1-6 16,-13 0-6-16,9 2 11 0,1 0 0 15,-10 0-2-15,6 4 3 0,-6-2 3 16,3 5 0-16,-3-2-1 0,7 1-2 16,-7 2-2-16,3-2 2 0,-3 2 2 15,6 0 1-15,-6 0-3 0,0 0-16 16,0 0-3-16,0 0 3 0,0 0 16 0,0 4 25 0,3 0 20 15,10 4-23 1,-7-2-22-16,4-1-3 0,-1 4 1 0,1-2 4 0,2 2 5 16,-2-1-5-1,3 0-2-15,6 2 20 0,0-2-5 0,0-1-15 0,-7 1 0 16,7-2-4 0,0-2-37-16,3 4-1 0,-3-3 13 0,0-5-10 0,4 3 13 15,-8-1-3-15,4-2 27 0,-6 0-17 0,6 0 16 16,-6 0-10-16,6-5 9 15,-10-2 3-15,4-1 0 0,3 0 0 16,-13-2 1-16,6 0 26 0,-2-1-23 16,-4 1 10-16,-3-5-13 15,0 4 16-15,0-4 26 0,-3 3-41 0,-7-5-1 16,-6 4 0-16,4-4-1 0,-7 1 2 16,6 4-1-16,-3 1 2 0,4 1 21 15,-7 0 0-15,9 2-7 0,-3 1 0 0,-2 2 26 16,5 1-26-16,-3 0-13 0,4-1-3 0,-1 4-16 15,1-2 0-15,6 2-4 16,-4-2-5-16,7 3-1 0,-3 0-6 0,-3 0-10 16,6 0-23-16,0 0-38 15,0 0-13-15,0 0 12 0,0 4-42 0,0 0-52 16,0 1-65 0,0-3-140-16,0 1-89 0,6-3-69 15,-3 3 463-15,4-3-14 0,-17-21 112 0</inkml:trace>
          <inkml:trace contextRef="#ctx0" brushRef="#br0" timeOffset="9435.56">4976-171 176 0,'0'0'72'0,"0"0"290"16,0 0 338-16,0 0-430 0,0 0-48 0,0 0 2 15,0 0-46-15,0 0 10 0,0 0-46 0,0 0-42 16,-61-44-13-16,61 44 6 15,-3 0 13-15,3-2 10 0,0 2-17 16,-6 0-13-16,6 0-12 0,0 0-7 16,0 0-10-16,0 0-6 0,-3 0-10 15,3 0-19-15,0 0 1 0,0 0-11 16,0 0-12-16,0 0-16 0,0 0-12 0,0 2-7 16,0 3 5-16,0 0 30 0,0 5 32 15,0 0-30-15,3 4 1 0,6 2-3 16,1-1 0-16,-4 3-16 0,4 0 13 0,-1 2-13 15,1 0 16-15,-7 1 1 16,6 0 2-16,4 1 0 0,-7 0-1 0,-2 1-2 16,2 2-29-16,3-2 7 15,-5 3 0-15,2-2 3 0,-3-2-10 0,3-1 4 16,-6 0 5-16,0-1-5 16,0-2-1-16,0-3-9 0,0-1-3 15,0 0 9-15,0-1 0 0,0-2-15 0,4-1-1 0,-4-2 32 16,0-2-39-16,0-2 20 15,0 0 13-15,0-4-16 0,0 0 12 16,0 0 7-16,0 0 16 0,0 0 3 0,0 0 26 16,0 0-9-16,0-6-20 0,0-1-42 0,0-2 16 15,0-1 26-15,0-4 16 16,0 0-16-16,0-2-6 0,9 3-10 0,-6-3 3 16,7-3 3-16,-4 3 7 15,4 5-16-15,2-5-10 0,7 4 0 0,0 1-7 16,0-1 17-16,-3-1 18 0,3 5-1 15,0-2-1-15,0 2-20 0,0 3 20 16,-6-2-1-16,3 4-12 0,-4-2-13 16,-2 3 0-16,2 2-3 15,-2 0 9-15,-1 0-15 0,1 0-1 0,-1 0 36 0,1 7 3 16,-7-2 22-16,7 4 17 16,-1 0 3-16,-3 1-13 0,4 3-26 0,-1-2-1 15,-5 1 18-15,5 0-17 0,1 0-3 0,-7 0-10 16,6-1 10-16,-2 2 26 15,-4-1-26-15,3-2 2 0,-3-1-2 16,7 1 0-16,-4-2-2 0,0-2 0 16,4 0 0-16,6 0 1 0,-4-4 1 15,4 0-16-15,-3 2-26 0,0-4-10 16,6 0 4-16,0 0-1 0,3 0-19 0,-3-1-10 16,6-4-16-16,-3-3-3 15,-3 4 19-15,0-4 29 0,-3 0 7 0,3-2 41 16,-9 1-5-16,-1-3 6 0,1-2 29 0,-10 2 3 15,0 0-25-15,0-4 9 16,0 2-13-16,0 0 33 0,-10-2-17 0,-3 3 17 16,-2-1 23-16,2 3 5 15,0 1 34-15,4 2-27 0,-1 3-10 0,1 0 7 16,2 4 0-16,7-1 6 16,0 2-16-16,-3 0-25 0,3 0-23 0,0 0-10 15,0 0-25-15,0 2 18 0,0 4 7 0,0 4 48 16,0 0-12-16,10 1-35 15,-1 1 2-15,4-2 16 0,-4 4 1 16,14 0-20-16,-8 0-1 0,4-2-2 16,-3 2 2-16,3-2-24 0,-3 0-27 15,-3 2 4-15,6-2-7 0,-7-2 10 16,-5 1-4-16,5-3-31 0,-5 0 18 16,2-1 7-16,-6-2-19 0,10-2-33 15,-7 0-26-15,-2-3-39 0,5 0-75 16,1 0-115-16,-4 0-71 0,-3 0-105 0,3-8 427 15,-6 0-42-15</inkml:trace>
          <inkml:trace contextRef="#ctx0" brushRef="#br0" timeOffset="9725.67">5593-165 202 0,'0'0'121'0,"0"0"277"0,0 0 240 16,0 0-397-16,0 0-43 0,0 0 13 0,0 0 3 0,0 0-52 16,0 0-39-1,0 0-33-15,0 0-28 0,-28-40-14 0,28 40-29 0,0 0-19 16,0 0-54-16,0 0-30 0,0 0-20 15,0 0-73-15,0 0-83 0,0 4 4 16,0 2-138-16,6-1-160 0,-6 2-120 16,0-3 566-16,22 10 46 0</inkml:trace>
          <inkml:trace contextRef="#ctx0" brushRef="#br0" timeOffset="10225.56">5865-316 246 0,'0'0'176'15,"0"0"599"1,0 0-400-16,0 0-190 0,0 0 42 0,0 0 4 0,0 0-14 16,0 0-27-16,0 0-55 15,0 0-44-15,0 0-18 0,0-48-5 0,0 48-1 16,0 0-22-16,0 0-19 0,0 0-10 15,0 2-15-15,0 4 0 0,0 0 47 16,0 4 73-16,10 4-45 0,-1 2-47 0,7 2-29 16,-9 2 3-16,12 3 29 15,-10 1-19-15,10 0 3 0,0 0-16 0,-6 2-19 16,3 0 15-16,-7-3 6 16,1 3-2-16,-7-1 0 0,6-2-27 15,-6-1 14-15,7 0-3 0,-1-2-6 0,-2-1 6 0,-4 1-9 16,6-2-20-16,-2 0 16 15,-1 0-35-15,0 0 23 0,7-2 15 16,-7-2-25-16,-2 2 0 0,2-2-13 16,-3-2 6-16,3-1-6 0,-2-1 9 15,-4-1 3-15,6 0 1 0,-6-1-17 16,0-6 0-16,3 4-25 0,-3-4-7 0,0 0-14 16,0-2-2-16,0 0 5 15,0 0 7-15,6 0 4 0,-2 0-7 0,8-4-56 16,-2-2-55-16,6-2 62 0,3 0 29 15,-4-4-30-15,4 2 10 0,7-1-45 16,-10-1-17-16,9 0 7 0,-12-2 170 0,-1 0 29 16,4 1-94-16,-13 1 89 15</inkml:trace>
          <inkml:trace contextRef="#ctx0" brushRef="#br0" timeOffset="11074.98">5891 5 211 0,'0'0'107'15,"0"0"-103"-15,0 0 279 0,0 0 444 0,0 0-359 16,0 0-170-16,0 0-75 0,0 0-16 0,0 0 36 15,0 0-7-15,0 0-76 0,0 0-60 16,3 0-29-16,3 0 29 0,-3 0 0 16,16 0 39-16,-6 0 25 0,12 0 24 15,1-3-37-15,2 1-25 0,4 2 0 16,6-2-24-16,0-2 11 0,-3-2-13 16,9 1-29-16,-9-2-23 0,3 1-19 15,3-2-13-15,-3 0 52 0,-6 4 6 0,-1-2 0 16,-2 1 10-16,-7 0 16 0,-3 3 1 15,-3-1 2-15,-7 0 23 0,-5 1-6 16,-4 2-1-16,0 0 10 16,0 0 7-16,0 0-11 0,0 0-5 15,0 0 12-15,0 0 10 0,0 0-7 16,-4 0-35-16,-2 0 0 0,3 2-22 0,-3 1 9 0,2 0 13 16,-2-1 18-1,-3 4 18-15,9-2-4 0,-10 2-29 0,7-2-1 16,3 4-1-16,-3-2 15 0,3-2-14 15,0 4-1-15,0-2-1 0,0-3 0 0,0 4-1 16,6-3 2-16,4 1-1 0,5-2 29 0,-5 0-10 16,9 2-6-16,-3-3-13 15,3-2-11-15,0 0-24 0,3 0-17 0,3 0 39 16,-3 0-3-16,7-2-16 16,-7-4-13-16,-3 2 12 0,3-2-12 15,-3-2 10-15,-9 2 35 0,-1-2 3 0,-9 0 26 0,0 0 7 16,0-1-36-16,0 0 12 15,0 4 5-15,-3-2 10 0,-16-1-27 0,3 5-23 16,-6-4 7-16,0 4 13 16,3-1-11-16,-6 3 14 0,2 1 25 0,4 0 11 15,-6 0-23 1,0 0 29-16,-7 5 9 0,13 0 20 0,-9 2 9 0,5 1-12 16,1 0-4-16,-3 2-3 15,9-1-10-15,0 5-25 0,-3 0-4 0,10 0 19 16,-7 2-38-16,6 0 13 0,1-1-16 15,3 1 3-15,6 1 3 0,0 1-4 16,0-2 1-16,0-1-1 0,6 3-1 0,7 0 0 16,6-4 2-16,3 0-3 15,-3-3-35-15,3 2-16 0,6-3-16 0,1-5-1 16,9 3-15-16,-6-3 22 16,-1-3-23-16,1-2-25 0,6 0 12 0,3 0 10 15,-6 0-3-15,0-7-53 16,-7-1-61-16,10 0-17 0,-16-2-52 0,10-1-91 15,-16-3-79-15,-3-2-138 0,-1-2 484 0,-12 6-23 16</inkml:trace>
        </inkml:traceGroup>
      </inkml:traceGroup>
    </inkml:traceGroup>
    <inkml:traceGroup>
      <inkml:annotationXML>
        <emma:emma xmlns:emma="http://www.w3.org/2003/04/emma" version="1.0">
          <emma:interpretation id="{9330FA9C-261F-4675-8FF8-3FEE05184377}" emma:medium="tactile" emma:mode="ink">
            <msink:context xmlns:msink="http://schemas.microsoft.com/ink/2010/main" type="paragraph" rotatedBoundingBox="18563,14270 24519,14152 24549,15668 18593,1578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641FDC2-936A-4CF7-92B6-D9282B668AD2}" emma:medium="tactile" emma:mode="ink">
              <msink:context xmlns:msink="http://schemas.microsoft.com/ink/2010/main" type="inkBullet" rotatedBoundingBox="18563,14270 22746,14187 22776,15703 18593,15786"/>
            </emma:interpretation>
            <emma:one-of disjunction-type="recognition" id="oneOf2">
              <emma:interpretation id="interp10" emma:lang="" emma:confidence="0">
                <emma:literal>↳</emma:literal>
              </emma:interpretation>
            </emma:one-of>
          </emma:emma>
        </inkml:annotationXML>
        <inkml:trace contextRef="#ctx0" brushRef="#br0" timeOffset="30325.6">1062 1809 42 0,'0'0'56'15,"0"0"-40"-15,0 0 4 0,0 0 3 0,0 0-21 16,0 0 17-16,0 0-6 0,0 0-9 0,0 0-3 15,0 0 12-15,0 0 0 16,-23 2 0-16,23-2 137 0,0 0 3 0,0 0-45 16,0 0-53-16,0 0-6 15,0 0-3-15,0 0 9 0,0 0-6 16,0 0 0-16,0 0-4 0,-3 0 1 16,3 3 9-16,0-1 4 0,-6-1 6 0,6-1 4 15,0 2 9-15,0-2-13 0,-3 2-3 16,3-2-14-16,0 3-5 0,0-2-21 15,0-1-18-15,-7 0-3 0,7 2-1 16,0-2 3-16,0 4 26 0,0-1 4 16,0 0-4-16,0-1 0 0,0 2-12 0,0-2 2 15,0 0-17-15,0 0 18 16,0-2-1-16,0 4 11 0,7-4-14 0,-4 2 19 16,3-2 24-16,-3 2-1 15,10-2-3-15,6 2-32 0,-3-2 19 0,3 0 14 16,6 0-3-16,1 0-51 0,-1 0 22 0,-6 0 5 15,6 0-27-15,1 0 17 16,-1 0 7-16,-3-2-10 0,10-2-13 16,-4 2 23-16,4 0-9 0,-4 0-17 15,4-2 0-15,-3 0 2 0,-1 4-2 0,1-2 19 16,-4-1 13-16,3 0-16 16,4 1-13-16,-3-2 0 0,-1 0-2 0,1 2 1 15,-4 0-1-15,10-4 1 0,0 4-2 16,-7 0 0-16,10-2 0 0,-6 2 13 15,6-1-12-15,-7 1 2 0,7-1-3 0,-6 3 0 0,0-2 0 16,-1 2-12 0,4 0-5-16,-9-2 17 0,8 2 3 0,-2 0 13 0,-3 0-15 15,2-1-1-15,-2 1-3 16,2 0-1-16,1-3 3 0,-3 0 1 0,2 3 13 16,-2 0-11-16,2-1-2 0,-2 0 0 15,-1-1 1-15,1-1 3 0,-4 3 12 16,4-2-16-16,-7 1-13 0,6 1 13 15,1-2 11-15,-1 1 5 0,1-3-13 16,3 4-2-16,-1-2-1 0,1 1 0 16,-4-1-1-16,4-3-15 0,-3 5 14 15,2-2 2-15,4 1 9 0,-10 1-8 16,4-2-2-16,-1 2 1 0,-5-3-1 16,5 3 1-16,-6-2 0 0,7 1 1 0,-7 1-1 15,6-2-3-15,-5-3-10 16,5 5 13-16,-3 0-1 0,-2-1 0 0,-1 1 1 15,6 0 1-15,4 0 15 0,-4-2 4 0,4 2-18 16,-7 0 0-16,1-2 10 16,-1 2-12-16,-3-3 0 0,0 2 0 0,4-1 2 15,-1-1 14-15,4 3-15 16,-7-1 2-16,6-2-2 0,-9 2-1 0,3 0-1 16,-3 1-21-16,7-3-1 15,-14 3 21-15,11 0-14 0,-4 0 0 0,0-2 3 16,3 2 13-16,3-2 13 0,0 2 19 0,4-2-19 15,-7 0-13-15,7 2 1 16,-10 0 1-16,0-2-2 16,3-1-2-16,-6 2-1 0,-1 1-10 0,4 0 13 15,0 0-1-15,-3 0 0 0,-3-2-15 0,0 2 12 16,2 0-15-16,-2-2 16 16,6 2 0-16,-6 0-9 0,6-3 12 0,-3 3 16 15,-4 0-13-15,10 0 0 16,-3-1-2-16,0 1 2 0,4 0 9 0,-4 0-12 15,0-2-2-15,3 2 2 0,-3-2-2 0,0 2 0 16,3 0 0-16,-6-1 1 16,-4 1 1-16,4-3 0 0,0 1 0 0,-6 2 0 15,5-2 0-15,-2 0 0 16,0 2 1-16,6-2 12 0,-10 0-13 0,7-1 0 16,-3 3 0-16,-1 0 0 15,7 0-1-15,-9-1-3 0,9 1 1 0,-6 0-16 16,6-2 3-16,-10 2 12 0,1-2-12 0,-1 2-3 15,1-1 17-15,2 1 1 16,-2-3-12-16,-4 3 0 0,-3 0 0 0,4 0 11 16,-4 0-11-16,6 0 11 15,-2 0 1-15,-4 0 1 0,9 0 2 0,-5 0 0 16,-4 0-2-16,6 0 0 16,-9 0-3-16,7 0-14 0,-4 0 14 0,-3 0-13 15,0 0 14-15,0 0-11 0,0 0-3 16,6 0 0-16,-6 0 3 0,0 0 9 15,3 0 1-15,-3 0 0 0,0 0-10 16,0 0 11-16,7 0 0 0,-7 0-11 16,0 0 9-16,0 0-8 0,0 0 8 0,0 3 1 0,0-3 1 15,0 0-1 1,0 1-10-16,3-1 11 0,-3 2 0 0,0 0 2 16,0-1 3-16,0-1-3 15,3 3-3-15,-3-1 3 0,6 0 2 0,-6 0 14 0,0 0-16 16,0 3 0-16,0 0-4 0,0-1 4 15,0 0 0-15,0 4 2 0,0-2 17 16,0 2 7-16,0-2-24 16,0 2 0-16,0-2 0 0,4-1-2 0,-4 3-27 15,0-1 25-15,6 1 2 0,-6-3 16 16,0 2-3-16,3 0-13 0,-3 0-9 16,0-2 8-16,0 1 2 0,0 3-1 15,0-4 2-15,0 1 24 0,0-2-24 16,0 2-1-16,0 0 2 0,0 0-1 15,0-2 2-15,0 2-1 0,0-2-3 0,0 2-2 0,0 0 1 16,0 0 1 0,0-1 0-16,0 4 1 0,-3-2-2 0,-7 2 1 0,4-2 0 15,3-3 2 1,-7 4-2-16,10-1-1 0,-3-2 0 0,-3 1-1 0,6-4 0 16,-3 5-11-1,3-4 10-15,0 5-13 0,-7-2 16 0,7 0 0 0,0 0 2 16,0 0-2-16,0 0-1 15,0 2 0-15,0-2 0 0,0-2 1 16,0 2-3-16,0-2-1 0,0 2 1 0,0 0-13 0,0 1 4 16,0-4 12-16,7 3 2 15,-7-2 0-15,0 1 1 0,0 0-2 0,0-2 0 16,0 4-1-16,0-4-3 16,0 4-10-16,3-1 13 0,-3-2 17 0,0-1-15 15,0 3-1-15,0-1-1 16,0 0 0-16,0 0-2 0,6-1 2 0,-6 2 1 15,3-3-1-15,-3-1 0 0,0 4 1 0,0-2-1 16,0 2-2-16,0-2 0 16,0 1 1-16,7 1-1 0,-7-3 2 0,0 4-19 15,3-2 19-15,-3 1 1 16,0 0-1-16,0 0 13 0,0 2 3 0,0-3-3 16,0 2-13-16,0-3-13 15,0 1 12-15,0 3 2 0,0-3-1 0,0 0 0 16,0 2 0-16,0-1 12 0,0-1-10 0,0 2-2 15,0 1 3-15,0-3 10 16,0 3-11-16,0 0-2 0,0-1-2 0,0-2-2 16,0 3 3-16,0-2-1 15,0 2 2-15,0-3 0 0,0 4 0 16,-3-1-1-16,3-2 0 0,0 0 0 16,0 2-1-16,0-2-15 0,0 0 8 0,-7 1 9 15,7 2 15-15,-3-1-15 0,3 1-20 0,0 0 17 16,-6-1-15-16,6-3 18 15,0 2 0-15,0 0-12 0,0 0-4 16,0-2 13-16,0-1-10 0,0 2 1 16,0-2 11-16,0 0-2 0,0 1 2 0,0-4-18 15,0 3 18-15,0-1 1 16,0-1 0-16,0 3 1 0,0-2 1 0,6 0-4 16,-6 1 1-16,0 0 1 15,3 0 2-15,4 0 1 0,-7-1 0 0,3 2 1 16,-3-1-2-16,0 0 11 0,9 0-12 0,-9-2 1 15,0 0 1-15,4 2-2 16,2 0 2-16,-6-2-3 0,3 2 1 16,-3 0-1-16,0-3 2 0,0 4 0 15,6-2-2-15,-2 3-2 0,-4-5-11 0,0 2 11 16,6 2 2-16,-3-2 0 0,-3 2 2 16,6-1-1-16,-2 2-1 0,-4-3-2 15,6 2 0-15,-6 0 2 0,0 2 2 16,0-4 14-16,0 3-15 0,0-2 0 15,0 1 1-15,3 0 2 0,-3-1-3 0,0 0-1 16,0 0 0-16,0 0 2 16,6-1-2-16,-6 0 2 0,4 0-2 0,-4 4 0 15,0-3-1-15,0 2 1 16,3-2 3-16,3 2-2 0,-6-3 0 0,0 2-1 0,0 0 1 16,0 2 11-1,0-3-10-15,0 2 21 0,0-2-20 0,0 0 13 0,0-1-12 16,0 2 6-16,0-2-7 0,0 2-3 0,-9-2 0 15,9 2 1-15,-4-1 1 16,4-1-1-16,-6 2-1 0,6-2 0 0,-3 2 0 16,3-1-2-16,0-3 0 15,0 2 1-15,0 0 1 0,0-1 2 16,0 3 14-16,0-4-3 0,0 3-10 16,0 1 13-16,0-4-14 0,-6 4 2 15,6-3-3-15,0 1-1 0,0-1-13 0,0 0 10 16,0 1 1-16,0 0 2 15,0 2 0-15,0-2 0 0,0 1 13 16,0 2-13-16,0-3 2 0,0 4-2 16,0-3-3-16,0 1 2 0,0-2 0 0,0 1 1 0,0 0 0 15,0-3 0 1,0 2 0-16,0-1 0 0,0-2 2 0,-4 2-1 0,4 0 1 16,0-2 0-1,0 4 1-15,0-4 0 0,-6 2 0 0,6 1 1 0,-3-3 15 16,-3 0-3-16,2 3-3 0,-2-1-11 0,-3-1 11 15,5 2-9-15,-2-3 21 16,3 1-5-16,0-1-17 0,-4 0-3 16,4 0 0-16,-6 3-1 0,2-1 0 15,-2-2 0-15,6 2 1 0,-4-1 0 0,-5 3 0 16,2-3 1-16,1 1 15 16,-1 2-13-16,1-4-3 0,-4 2 0 0,0 0-3 15,-2 0 1-15,5 1 2 16,-3 0 13-16,-6 0 0 0,7 2-10 0,-4-1 13 15,-3-3-3-15,0 1 3 0,3 3-15 0,0-4 0 16,-6 2 1-16,3-3 2 16,0 4 9-16,0-2-13 0,-3-1 0 0,3 1-3 15,0-2 2-15,-3 3-18 16,0-1-4-16,3 1 21 0,-4-1 2 0,-2-2 13 16,3 4-11-16,9-2-2 15,-12 0 2-15,6 0 15 0,-3-2-14 0,0 3 10 16,-7-2-10-16,10 1 26 0,-9 0-16 0,2 2-13 15,-9-2-2-15,4-2-11 16,-7 4-3-16,6-4 16 0,-9 4 1 0,3-3 1 16,3 2 0-16,-9-1 0 15,9 2-2-15,-3-2-3 0,6 0 1 16,1 0-11-16,-4 0 0 0,13 2 11 16,-1-2-14-16,-2 2 13 0,9-2-8 0,0 2 11 15,-3-2 3-15,-3 0 13 0,10 0-14 0,-7 0 0 16,0-1 11-16,0 2 0 15,-4-1-9-15,-2 0 12 0,3-1-15 0,0 4 0 16,-4-3-1-16,4 2 1 16,0 0 0-16,-6-2 0 0,-1 1 1 15,-3 0 1-15,4-1 0 0,-1 1 9 16,4-3-12-16,0 6 3 0,-1-5-3 16,1 0 0-16,-7 1-17 0,10 1 16 15,-6-1-1-15,9-1-24 0,0 1 16 0,-3-1 10 16,-1 5 0-16,8-5-2 0,-4 1-2 0,-4 3 4 15,11-2 1-15,-7-1 12 16,0 1-9-16,0-3 12 0,0 1 0 0,-3 1-3 16,9-2-11-16,-6 2 14 15,0 0-14-15,0 1 11 0,-3-3-13 16,-7 1-21-16,7 1 1 0,-6-2 19 16,-1 2-2-16,1 1 2 0,2-1 0 0,-2-1-1 15,-7 2-18-15,10-2 20 0,-4-1-1 0,1 3-1 16,-1-3 2-16,4 1-2 15,-1 0-14-15,1 2 3 0,0-1 11 16,6 0-21-16,3 0 20 0,-3 0 0 16,0 0 1-16,0 2 2 0,6-2 2 0,-3 0-2 15,-3 0-4-15,7 0 2 16,-1 0 1-16,-3 0 1 0,4-1 1 16,-4 4 0-16,0-3-1 0,-3 0 3 15,3 0 10-15,-6-2-10 0,3 5 9 0,6-4-10 16,-3-1 14-16,-6 2 0 0,10 0-13 0,-4-2 10 0,-3 1-12 15,3-1 0 1,-9 3 0-16,6-3-1 0,-4 0 0 0,1 0 1 16,-3 2 12-16,9-2-13 0,-9 2-12 15,-1 0 12-15,1-2 20 0,3 2-20 16,-7 0-19-16,10-2 19 0,-3 2 3 16,0-2-3-16,3 2 2 0,3-2 10 0,0 0-12 15,-3 0-13-15,4 0 13 16,5 0 1-16,-3 0 12 0,4 0-11 0,-4 2-2 15,4 0 0-15,-7-2-2 0,-6 0-1 16,9 0-13-16,-3 0 15 0,-3 0 1 16,7 0 16-16,2 0-12 0,-3 0-2 15,-2 0-1-15,2 0-1 0,3 0 0 16,-2 0 0-16,-4 0 0 0,6 0 3 0,1 0 0 16,-4 0 17-16,4 0-4 15,6 0 3-15,-7 0 4 0,4 0-4 0,3 0-17 16,-4 0 18-16,4-2-17 0,-3 0-1 15,-4 0-2-15,7 2 0 0,0-2-1 16,-3 0 1-16,2 0 1 0,-2 0 0 0,3 0 2 16,-7 0-1-16,4-1-2 15,6 0 2-15,-9 1 18 0,9 1-4 16,-4-4-16-16,-2 3 1 0,3 0-1 16,3-2 0-16,-10 0 0 0,10 2-1 0,-3-2 1 15,3-2 16-15,-6 2 0 0,3-2-13 16,3-1 0-16,-7 1-3 0,7 0-1 15,0-1-1-15,0-1 1 16,0 0 1-16,0 0 0 0,0-1 10 0,0 3-10 16,0-1 29-16,0-4-10 0,7 1-19 0,-4 2-29 15,3-2 26-15,-3 0 2 16,-3 2 1-16,10-2 1 0,-10 0 1 16,9 2 8-16,-5-2-9 0,-4 2 11 15,6-3 2-15,-3 1-12 0,-3-2-1 0,6 3 15 16,-6-1-13-16,0 2 10 0,0-1-13 0,0-2 0 15,0 2 0-15,0 0-2 16,0-2-17-16,0 1 19 0,0-2 1 16,0 2 1-16,-6-2 14 0,3 2 0 15,-3-2-14-15,-4 2-2 0,7-1-3 16,-7-2 3-16,7 3 0 0,-6-1 10 16,2-1-10-16,4-1-16 0,3 0 15 0,-6-2-13 15,6 2 14-15,-10-3 4 0,7 2-4 16,-6-2-22-16,9 3 21 0,-10-2 0 15,10 4-18-15,-3-4 19 0,-3 5 19 0,3 1-19 16,-4-3-3-16,7 0-16 16,-3 0 6-16,3 2 13 0,0-1 2 0,0 2 0 15,0-1 11-15,0-1-10 16,0 4-3-16,0-3 1 0,0 0 15 0,-6 2-16 16,6-2-13-16,-3 2-3 15,3-3 16-15,-7 1 0 0,4-2-1 0,-3 1-1 16,-4 0 0-16,7 2 2 0,0-4-3 0,-7 3 3 0,1-2 0 15,3 1-4 1,-4 2-6-16,7-1 8 0,-3 0 3 0,-4 3-2 0,7-4 1 16,3 3 0-1,0-2 1-15,-3 5 2 0,3-1-3 16,-7-3-2-16,7 4-21 0,0-2 22 16,0 2-15-16,0-1 13 0,0 0 0 0,0 0 2 0,0 2-1 15,0-2 0-15,0 0-20 0,0 0 19 16,0-1-17-16,0 2 7 0,7-1 0 15,-4 0 10-15,6 2 3 16,-5-2 1-16,-4 2 0 0,9 0 0 0,-9 0 2 16,6 1 13-16,-6-2-13 0,0 2 10 15,4-2 9-15,-4 0-19 0,6-1-2 16,-6-3 15-16,3 1-15 0,-3 3-1 16,0-1-10-16,6-1 10 0,-6 2 13 15,4-1-13-15,2-3-18 0,-6 3 4 16,3-1 14-16,-3 1 0 0,0-1 0 0,3 0-26 0,7 1 14 15,-10 0 12 1,9 0 0-16,-9-1-2 0,7 4-11 16,-7-3 13-16,3 0-1 0,3 4-12 15,-6-2 0-15,3 0 11 0,4 2 0 0,-4-1 0 16,3 0 1-16,-6 0 1 16,3-4-3-16,0 5-26 0,4-3 25 0,5 0 2 0,-12 1 2 15,10 0 2-15,-4 2-1 16,-3-4-1-16,7 3-1 0,-4-1-1 0,-3-1 2 15,7 4 3-15,-10-6 17 0,9 6-7 0,-5-2-10 16,5-2 0-16,-9 3 13 16,6-5-15-16,-2 5-1 0,-4-1-1 0,6 0 0 15,-3 2-1-15,3-1-11 16,-2 0 0-16,2-3 12 0,-6 5-1 0,3-1-14 16,-3-1 0-16,3 2-4 15,7-2 4-15,-10 0 13 0,9 0-10 0,-9 2 11 16,7-2-1-16,-4 0 0 0,3 0 0 0,-6 0 3 15,3 0-1 1,7 2 1-16,-4-1-1 0,-3-2-2 0,7 3 0 0,-7-2 0 16,6 0 1-16,-2 2 0 15,-4 0 0-15,3-2 1 0,-6 2 1 0,3-2 3 16,-3 2 13-16,0 0-12 16,0-2-4-16,0 2-22 0,0 0-17 0,0 0-9 15,0 0-17-15,0 0-29 0,0 0-38 16,0 0-50-16,0 0-75 0,-3 0-113 15,-13 0-70-15,-6 0-167 0,0-2 343 16,85 6 210-16</inkml:trace>
      </inkml:traceGroup>
      <inkml:traceGroup>
        <inkml:annotationXML>
          <emma:emma xmlns:emma="http://www.w3.org/2003/04/emma" version="1.0">
            <emma:interpretation id="{343DB159-6665-434E-97D0-807A72D92401}" emma:medium="tactile" emma:mode="ink">
              <msink:context xmlns:msink="http://schemas.microsoft.com/ink/2010/main" type="line" rotatedBoundingBox="19261,14616 24526,14512 24539,15200 19275,15304"/>
            </emma:interpretation>
          </emma:emma>
        </inkml:annotationXML>
        <inkml:traceGroup>
          <inkml:annotationXML>
            <emma:emma xmlns:emma="http://www.w3.org/2003/04/emma" version="1.0">
              <emma:interpretation id="{631FDF0B-0638-4DE0-855C-8327EBE62468}" emma:medium="tactile" emma:mode="ink">
                <msink:context xmlns:msink="http://schemas.microsoft.com/ink/2010/main" type="inkWord" rotatedBoundingBox="19263,14704 20876,14672 20886,15216 19274,15248"/>
              </emma:interpretation>
              <emma:one-of disjunction-type="recognition" id="oneOf3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14905.94">1562 2281 88 0,'0'0'55'0,"0"0"-25"0,0 0-4 15,0 0 0-15,0 0 3 16,0 0 147-16,0 0 238 0,0 0-172 15,0 0-93-15,0 0-2 0,6-5 19 16,-6 5-13-16,0-2-36 0,0 2-39 16,0 0-23-16,0-1 10 0,0-1 0 15,-6-1-4-15,6 1 14 0,0 1-20 16,0-1 0-16,-3-3 19 0,3 3-12 16,0-1-1-16,0-2 0 0,0 4 4 15,0-3-10-15,0 0 6 0,0 0-19 0,3-1-42 0,3 0 45 16,-3-1-32-16,7-1 13 15,-1 3-26-15,1-1 0 0,-1-1-20 0,10 1 1 16,-6 2-10-16,6-3-3 16,0 4 6-16,0 0 10 0,0-2 0 0,3 2 14 15,0 0-14-15,4 2 13 16,-10 0-9-16,3 0-5 0,0 0-12 0,-10 0-9 16,4 2 9-16,3 4-7 15,-7 1 10-15,1-1-9 0,-7 5 35 0,-3-3 26 16,0 2-13-16,0 4 22 0,0-1-33 0,0 2 21 15,-13-2-1-15,-3 2-21 16,-6 1 3-16,0-1 38 0,-3 3-23 16,2-1-18-16,1-2-1 0,-6 0 19 15,9-2-16-15,0-1-2 0,-3-2-1 0,9-2-1 16,-3 1-16-16,7-5-8 0,5 1 21 16,-2-3 4-16,3-2 13 0,3 0 3 15,0 0 13-15,0 0 7 0,0 0-1 0,0 0-3 16,0 0-6-16,0 0-3 15,0 0-10-15,3 0-13 0,7 0-12 0,-4 0-11 16,7-5 7-16,6 3 3 16,3-1 11-16,3 2 1 0,0-3-21 0,1 2-7 15,-4 1-10-15,6 1 13 16,1 0 4-16,-4 0-4 0,4 0 6 0,-1 0-2 16,1 0-1-16,-4 3 1 15,4 2 2-15,-4 0 7 0,-3 1 13 0,-3 2 3 16,-6 2 0-16,-1 0-3 0,4 2-1 0,-6 0 1 15,-7 0 1-15,3 0-1 0,-6-2-2 16,0 4-34-16,0-2 36 0,-6-2-1 0,-4 1-1 16,-12 4 2-16,0-4 22 15,-3-1-19-15,-1 3-3 0,1-3 13 0,-10-2-12 16,0 2 1-16,4-1 20 16,2 0 1-16,-6-2-20 0,1 1-1 0,-1 0 18 15,0-4-4-15,10 0-15 0,-4-1 0 16,1 0 1-16,9-1-1 0,-4-2 1 15,11 0 2-15,-4 0-3 16,6 0 2-16,1 0 16 0,9 0-19 0,-10 0-28 16,7-2 6-16,3-2 6 0,0 2-20 15,0 0-22-15,0 2-10 0,0-4-13 16,0 4-39-16,0-4-45 0,0 3-69 0,0-4-114 16,0 3-81-16,10-2-99 15,-7-1 123-15,6 1 366 0,-31 41-37 0</inkml:trace>
          <inkml:trace contextRef="#ctx0" brushRef="#br0" timeOffset="15717.61">2287 2497 78 0,'0'0'95'0,"0"0"-59"0,0 0-4 0,0 0 11 0,0 0 573 15,0 0-222-15,0 0-182 0,0 0-69 16,0 0-16-16,0 0 28 0,13 0 27 15,-13 0-43-15,0 0-45 0,0 0-29 16,0 0-4-16,0 0 1 0,-7 0-14 16,7 0-9-16,0 0-7 0,0 0-6 15,0 0-10-15,0 0-14 0,0 2-2 16,0-2-15-16,0 3-14 0,0-1-19 16,0 1 48-16,0 3 26 0,0 0 32 15,0 0-39-15,0 0 0 0,0 0 4 16,0 0-23-16,0-2 0 0,0 0-1 0,0 0 1 0,0 0 0 15,7 0-1 1,-4-2 0-16,6 2 1 0,-9-2 2 16,7-2 0-16,-7 0 11 0,3 0 6 15,-3 0 17-15,0 0 5 0,6 0 17 16,-6 0 6-16,0 0 7 0,0-2 6 16,3-2-42-16,-3 0-35 0,0-2-16 0,0-2-6 0,0 0 9 15,0 2-16-15,0 0 29 0,0 0-16 0,0 0 14 16,0 0-30-16,-3 4 29 15,-3-1 2-15,6 2 1 0,-3-3-23 0,-4 4 4 16,7 0 17-16,0 0-2 16,0 0-12-16,-3 0-3 15,-3-2-6-15,6 2-1 0,0 0 7 0,0 0-7 16,0 0 0-16,0 0-6 0,0 0-4 0,0 0 4 16,0 0 0-16,0 0 0 15,0 0-4-15,-3 0-2 0,3 0-4 16,0 0 16-16,-7 2-13 0,4-2-51 15,3 4-63-15,0-3-83 0,0 2-66 0,0-3-108 16,0 0-138-16,0 0-45 0,-3 0 485 0,19-10 67 0</inkml:trace>
          <inkml:trace contextRef="#ctx0" brushRef="#br0" timeOffset="16776.77">2642 2393 57 0,'0'0'91'0,"0"0"-52"15,0 0 10-15,0 0-3 16,0 0 537-16,0 0-176 0,0 0-218 16,0 0-33-16,0 0-6 0,0 0 16 15,0 0 22-15,6 0-52 0,-6 0-42 0,0 0-10 16,0 0 9-16,0 0 8 16,0 0-5-16,0 0-12 0,0 0-10 0,0 0-13 15,0 0-3-15,0 0 3 0,0 0-4 0,0 0 4 16,0 0 0-16,0 0-4 15,0 0 7-15,0-1-29 0,0-3-13 0,0 3-19 16,0-2 10-16,0-1 0 16,0 0 12-16,0 0 4 0,0 0-10 15,0-4-17-15,0 2 33 0,0-2-34 0,0 0-1 16,0-2 2-16,0 2 1 0,0-2 10 16,0 2-11-16,0-3-1 0,0 1 12 15,0-5-10-15,0 5 16 0,0 1-19 16,0 0-11-16,0-2 9 0,0 5 1 15,0-3-2-15,0 6-16 0,0-3-3 16,0 4 9-16,0 0 0 0,0 2 12 0,0 0-18 16,0 0-9-16,0 0-14 15,0 0 4-15,0 0-3 0,0 0-7 0,0 0-6 16,0 2 21-16,0 5 33 16,0-3 16-16,0 7 3 0,0-1-18 0,0 1-1 15,0 1-3-15,0-2 1 0,0 5 2 0,0-2 14 0,0 3 8 16,0 0-22-16,0-1-1 15,0 2-1-15,0-1 2 0,0-2 9 0,0 2-2 16,0-2-7-16,0 0-32 16,0-3 18-16,0 4 14 0,0-5 1 0,0 1-1 15,0-1 2-15,0 0-2 16,0 0-1-16,0 0 0 0,0-2 0 0,3-1 0 16,-3 2-2-16,0-3 3 15,7 0-1-15,-7 2-1 0,0-2 2 0,0-1-3 16,3 0-16-16,-3-2-3 0,0-1-1 15,0 3-9-15,0-3-3 0,0-1 7 16,0 4 11-16,0-3 15 16,0-1-14-16,0-1 3 0,0 1 10 0,0 3-16 15,0-2 16-15,0 0-10 0,-3-2 11 0,3 0-11 16,-7 1-3-16,4-1 13 16,-3 5-16-16,-4-3 6 0,7-1 9 0,-6 1-8 15,-1 1-1-15,1-1 10 0,-1-1-20 0,1 1 21 16,-1 0-11-16,1-2 12 15,-1 3 0-15,1-1-1 0,5-2 1 0,1 0-1 16,-6 1 2-16,2-1 0 16,4 0 0-16,3 2-1 15,-6-2-2-15,6 0 3 0,0 0 1 0,0 0-1 16,0 0-1-16,0 0-2 0,0 0 0 0,0 0 0 16,0 0-13-16,0 0-4 15,0 0-5-15,0 0-4 0,6 0 3 0,-3 0 0 16,7 0 16-16,3 0 10 15,6 0 36-15,-4 0-10 0,4 0-26 0,-3-2-12 16,3 1-11-16,0-1-12 0,0-1-13 0,0 1-40 16,-6-1-25-16,3 1-6 15,-10-1-1-15,4 1-29 0,-1 2-46 0,-9 0-46 16,0-1-97-16,0-1-30 16,0-3-137-16,0 4 198 0,0-7 242 15</inkml:trace>
          <inkml:trace contextRef="#ctx0" brushRef="#br0" timeOffset="18185.95">2958 2211 55 0,'0'0'98'0,"0"0"-59"0,0 0-6 0,0 0-7 15,0 0 7 1,0 0 394-16,0 0-104 0,0 0-170 0,0 0-33 0,0 0 23 16,0 0 20-1,0-6-33-15,0 4-29 0,0 0-30 0,0 2-9 0,0-2 9 16,-6 2 14-16,6-2 12 15,0 2-7-15,0 0-5 0,-3 0-8 0,3 0-9 16,-6 0-7-16,6 0-12 16,0 0-11-16,0 0-9 0,0 0-3 15,0 0 0-15,0 0-4 0,0 0-9 0,0 0-10 16,0 0 1-16,0 0-1 0,0 0 10 16,-4 0-11-16,4 0-1 0,-6 0-1 15,6 0-16-15,-3 0 16 0,-7 2 11 16,-2 0 11-16,-4 2-2 0,3-1-20 15,-3 0-19-15,4-3 6 0,2 3 13 0,-2 2 13 0,-4-3-1 16,6 2-12 0,-6 0-1-16,7 0 1 0,-7-2-1 15,7 1-1-15,9-2-11 0,-10-1 11 0,10 0 0 16,-9 1-18-16,5-1 7 0,4 3 10 0,0-3 0 16,0 0-10-16,0 0 10 15,0 0-10-15,0 0 10 0,0 0-13 0,0 0 3 16,0 0 0-16,0 0 0 15,0 0-6-15,0 0-1 0,0 0 4 0,0 0-9 16,0 0-1-16,0 1 3 0,0-1 1 0,0 0-1 16,0 0 4-16,0 3 19 15,0-3 10-15,0 1 13 0,4-1-7 0,2 5-16 16,-3-3 1-16,-3-1 1 16,0 4 11-16,6-1-11 0,-6-3 14 0,4 6 4 15,-4-4-20-15,6 2 1 0,-6-2 0 0,3 2 2 16,3-2-1-16,-6 4-1 15,4-1 3-15,-4-1 12 0,6 2-16 16,-6-2 13-16,0 3-12 0,0-2 0 16,3-1 0-16,-3 2 1 0,0-1-2 0,0 0 2 15,0 2 11-15,0-2-11 16,0 0 13-16,0 1-15 0,0-2-1 0,0-1-1 16,0 2 2-16,0-1 0 15,0 0-1-15,0-1 1 0,0 0-19 0,0-1-7 16,0-1 25-16,0 1-12 15,0 1 13-15,0-3 1 0,0 1 12 0,0 2-10 16,0-3 23-16,6 0-24 16,-6-1 1-16,0 0 10 0,0 0-10 0,0 0 10 15,0 0 3-15,0 0-12 0,0 0 15 0,4 0-6 16,-4 0-10-16,0 0-2 16,3 0-1-16,3 0-2 0,-3 0-1 0,4 0-10 15,-4-1 13-15,3 0 2 0,4-3 20 16,2 4-2-16,-2-2-17 0,2 1 13 15,4 1-16-15,-6-2-1 0,2 2-12 16,-2-2 12-16,3-1-1 0,-4 3 0 16,1-2 0-16,-1 1-1 0,7-1-16 15,-3 2 6-15,-1-2 0 0,-2 2 1 16,-1 0-8-16,7 0-2 0,-3 0 6 0,-1 0 0 16,-2 0-4-16,-4 0-9 15,4 0-3-15,-7 0 0 0,3 0-4 0,4 2 4 16,-7 1 16-16,0 2 16 0,7-1 0 0,-1 3 22 15,-3-3-6-15,-2 3-12 0,2 1-3 16,-3-3-1-16,3 1-3 16,-6 2 3-16,4-1 0 0,-4 0-1 0,6-1-1 15,-6 0-30-15,0 0 14 0,0 0 18 16,0 0 2-16,0 0 17 16,0 1-16-16,0 0 10 0,0 1-9 15,-6-4 8-15,-4 2-8 0,1 0 15 0,-1-2-16 0,1 1-3 16,-4 0 1-16,3-2-1 15,-2 4-17-15,-4-4-22 0,-3 2 4 0,6-3 12 0,-6 0-3 16,10 2-19 0,-13-2-13-16,12-2-7 0,-3 0 10 15,4 0 6-15,-1 0-12 0,1 0 9 16,3 0-10-16,-4 0-9 0,7 0-4 0,0 0 4 0,3 0-46 16,-7-2-53-1,7-2-28-15,0 3-50 0,0 0-13 0,0-3-61 0,0 0 31 16,0 1 288-16,-3-4-98 15,-3 3 75-15</inkml:trace>
        </inkml:traceGroup>
        <inkml:traceGroup>
          <inkml:annotationXML>
            <emma:emma xmlns:emma="http://www.w3.org/2003/04/emma" version="1.0">
              <emma:interpretation id="{C49D2A4B-2187-46EF-99E6-35FBFFED192E}" emma:medium="tactile" emma:mode="ink">
                <msink:context xmlns:msink="http://schemas.microsoft.com/ink/2010/main" type="inkWord" rotatedBoundingBox="21492,14758 21616,14756 21624,15194 21501,15197"/>
              </emma:interpretation>
              <emma:one-of disjunction-type="recognition" id="oneOf4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22345.7">3794 2271 77 0,'0'0'69'16,"0"0"-20"-16,0 0-14 16,0 0-2-16,0 0 502 0,0 0-209 0,0 0-203 15,0 0-80-15,0 0 41 0,0 0 21 0,19-31 28 16,-19 30-49-16,0 0-41 15,0-2-27-15,0 3-3 0,0 0 29 0,0-2 13 16,7 2-9-16,-7 0-14 16,0-3-6-16,0 3 0 0,0 0 3 0,0 0 7 15,0 0-10-15,0 0-23 16,0 0-3-16,0 0-3 0,0 0-23 16,0 0-3-16,0 0-3 0,0 0 2 15,0 0 4-15,0 0 7 0,0 0-1 0,0 0 4 16,0 0 0-16,0 0 14 0,0 0-1 0,0 0-1 15,0 0-9-15,0 0 10 16,0 0-16-16,0 0-1 0,0 0 1 16,0 0 2-16,0 0 4 0,0 0 11 15,0 0 2-15,0 0 1 0,0 0 15 0,0 0 7 16,0 0 0-16,0 0 3 16,0 0-7-16,0 0-6 0,0 0-10 0,0 0-2 15,0 0-1-15,0 0-30 16,0 0-25-16,0 0-13 0,0 0-23 0,0 0-16 15,0 0-40-15,0 0-51 0,0 0-44 0,-7 0-106 16,4 0-102-16,-13 0 365 16,13-1 24-16</inkml:trace>
          <inkml:trace contextRef="#ctx0" brushRef="#br0" timeOffset="23275.9">3823 2609 48 0,'0'0'94'16,"0"0"-58"-16,0 0 0 15,0 0 0-15,0 0 394 0,0 0-84 0,0 0-186 16,0 0-69-16,0 0 3 16,0 0 20-16,0 0 19 0,0 8-38 0,0-8-50 15,0 0-25-15,0 0 6 16,0 0-4-16,0 0-18 0,0 0-4 0,0 1 0 16,0-1-13-16,0 0 13 15,0 2 25-15,6 3 17 0,-3-4-23 0,4 3 7 16,-4 1-6-16,6-2-19 0,-9 2 15 0,10-1-15 15,-7-3 0-15,7 4 0 16,-10-2-1-16,6-1 17 0,-3 1-17 0,-3 0 22 16,6-3-20-16,-6 2 2 15,0-2-2-15,0 0 1 0,4 0 17 0,-4 0-1 16,0 0 20-16,6 0 3 16,-6 0 10-16,0 0 3 0,0-2-31 0,0-4-23 15,0 1-1-15,0 0 0 0,0 1-13 0,0-2 13 16,0-2 1-16,0 1-1 15,0 1-15-15,-6-2 3 0,-4 0 12 0,7 6 0 16,-3-5-2-16,2 7 2 16,-2-1-1-16,6 1-2 0,0 0-20 0,-3 0-16 15,-3 0 0-15,2 0 20 16,4 0 15-16,-6 1 4 0,3 4 20 0,-7-2-20 16,7 2-15-16,-3-1 12 15,3 2-7-15,-4-3 8 0,7 2 2 0,-3-2-17 16,3 4 17-16,0-4-1 0,0 4-15 0,0-3 16 15,0-3 0-15,0 4 0 16,0-5 0-16,0 3 15 0,0-1-15 16,0-2-16-16,0 3-33 0,0-3-38 15,0 0-14-15,3 0-10 0,-3 0-45 0,0 0-68 16,0-3-82-16,0-2-164 0,0 0 33 16,0-3 398-16,-9 3-38 0</inkml:trace>
          <inkml:trace contextRef="#ctx0" brushRef="#br0" timeOffset="24505.57">3883 2284 27 0,'0'0'52'16,"0"0"17"-16,0 0-53 0,0 0 4 15,0 0 3-15,0 0-1 0,0 0-5 16,0 0-1-16,0 0 186 0,0 0 79 0,0-8-102 16,0 6-62-16,0 1-16 15,0-1 3-15,0 2-29 0,0-3-23 0,-3 1-3 16,3 2 3-16,0 0-3 0,-6 0-7 15,6 0-9-15,0 0-14 0,0 0 1 16,0 0 12-16,0 0 7 0,0 0-9 0,0 0-8 16,0 0 4-16,0 0 0 15,-4 0-6-15,-2 0-17 0,6 0 0 0,-3 0 0 16,-3 0-2-16,2 0 2 16,-5 0 13-16,6 0-3 0,-4 5 0 0,-2-3-10 15,-1-1 20-15,10 1-7 0,-9-2-3 0,9 5 4 16,-10-3-15-16,7 1 20 15,-3 0 4-15,3 0-6 0,3-1-17 0,-3-2-1 16,3 5-2-16,-7-4-1 16,7 1-2-16,0 1 0 0,0 1-1 0,0-1 2 15,0-1-16-15,0 2 18 0,0 0 11 16,0-2-11-16,0 2-3 0,0-2 2 16,0 0-25-16,7 1 26 0,-4-2 0 15,9-1 4-15,-2 2 9 0,-4-2 3 16,-3 2 26-16,7-2-9 0,-4 0 2 15,-3 0-12-15,7 0 6 0,-7 0 0 16,3 0-6-16,-2-4-22 0,5 0-1 0,-9 2 0 0,10-2-16 16,-10 0-4-1,0-1 20-15,0-2-22 0,0 4-4 0,0-2-3 0,0 2 16 16,0-2 9 0,0 2-18-16,0-2 9 0,0 2 13 0,-10 1-13 0,7-3-13 15,-7 5 6 1,1-2 19-16,6 1-12 0,-4-1 11 0,4-1 0 0,-3 3-1 15,3 0-1-15,3 0 1 16,-7 0-10-16,7 0 10 0,0 0 2 0,0 0 1 16,0 0-3-16,-3 0-14 15,3 0 14-15,-6 0 2 0,6 0 1 0,0 0 13 16,-10 0 3-16,10 3-3 0,-3-1-12 16,-6 1 1-16,9-3 0 0,-3 7 1 15,-4-6 9-15,4 4-11 0,3 0-2 16,0 0-14-16,0-4-5 0,0 4 20 0,0-5 0 0,0 4-1 15,0-3-12 1,0 1 11-16,0-2 2 0,0 2 3 16,3-2-3-16,4 0-42 0,-4 0-49 15,-3 0-36-15,9 0-91 0,-6 0-94 0,-3 0-138 0,0-4-95 16,0-1 389-16,-25 9 144 16</inkml:trace>
        </inkml:traceGroup>
        <inkml:traceGroup>
          <inkml:annotationXML>
            <emma:emma xmlns:emma="http://www.w3.org/2003/04/emma" version="1.0">
              <emma:interpretation id="{CCF3ABC2-1767-472B-8A76-3BD58FCEB182}" emma:medium="tactile" emma:mode="ink">
                <msink:context xmlns:msink="http://schemas.microsoft.com/ink/2010/main" type="inkWord" rotatedBoundingBox="22136,14679 22499,14672 22510,15232 22147,15239"/>
              </emma:interpretation>
              <emma:one-of disjunction-type="recognition" id="oneOf5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1" brushRef="#br1">4537 2382 467,'0'0'26,"0"0"4,0 0 966,0 0-623,0 0-93,0 0-38,0 0-48,0 0-26,0 0-14,6 2-22,-3-2-40,-3 0-41,0-2-25,3-2 3,-3 0 3,0 0-32,3-1 32,-3 0 10,3-1-40,-3-1 9,0-1 8,4-1-13,-4 0-5,3-2-1,0 1 19,-3-2-19,3-1-27,0 0 26,0-2 0,0 1 1,0-1 0,0 0 0,0 1-16,1 2 15,-4 1-1,3 3-1,-3 3 3,0 1 0,0 3 1,0 0 3,0 1-2,0 0 0,0 0 0,0 0 1,0 0 0,0 0-1,0 0-2,3 0-15,-3 0-14,0 0-16,0 1-9,0 4 6,0 3 13,0 0 22,0 5 13,0 1 13,0 2-13,0 1-2,0 1 1,0 1 1,0 2 4,0-1-4,0 1-57,0 0 28,0 1-16,3 0 13,0 0-16,0-1 19,0-2 6,3-1-12,-3-1-10,4-1-3,-4 0-4,0-1 7,0 0 44,3-1-64,-3-1 14,-3-1 9,3 0 6,0-2-25,1-2-36,-4-1 39,0-1 19,0-2 16,0 0-55,0-1-22,0 0 87,0-1 11,0-1 2,0 0-4,0-1-6,0 0 10,0 0 22,0 0-6,0 0-13,0 0-2,0 0 21,-7 0 4,1 0-22,-3 0 18,-4 0-15,4 1-7,-6 1 0,-1 0-2,1 1-15,-1-2 17,1 3 0,-4-1 82,4 1-11,-1 0-3,1-1-33,5 0 11,-2 2-26,6-3-20,-1 1-2,1 1 2,3-3-1,3 1-12,0-1-6,0-1-1,0 1 20,6 0 2,4 1 1,5 0 133,7-1-74,3-1-11,3 0-48,3 0-3,-4 0-22,1 0-20,-3-4-7,3-1-9,-3 1-13,-3-2-65,-1 0-6,-2 0-69,-4-1-118,-5-1-97,-4 1-402</inkml:trace>
        </inkml:traceGroup>
        <inkml:traceGroup>
          <inkml:annotationXML>
            <emma:emma xmlns:emma="http://www.w3.org/2003/04/emma" version="1.0">
              <emma:interpretation id="{C91606AB-F8FE-4959-984F-39AD5DCD16B2}" emma:medium="tactile" emma:mode="ink">
                <msink:context xmlns:msink="http://schemas.microsoft.com/ink/2010/main" type="inkWord" rotatedBoundingBox="23086,14546 23541,14537 23555,15220 23099,15228"/>
              </emma:interpretation>
              <emma:one-of disjunction-type="recognition" id="oneOf6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1" brushRef="#br1" timeOffset="5731">5393 2273 124,'0'0'199,"0"0"-150,0 0-33,0 0 30,0 0 475,0 0-26,0 0-309,0 0-121,0 0 71,0 0-6,-7-46 71,7 42-45,0-1-49,0 3 28,0-2 13,0 3-32,0-1-42,0 1-3,0 1 9,0 0-6,0 0-7,0 0-22,0 0-10,0 0-25,0 0-10,0 0-25,0 0-14,0 3-18,0 2-33,0 1 10,4 5 77,-1 3 3,0 4 0,3 2 1,-3 2 0,3 0 12,-3 3-13,4 0-1,-1 1 1,-3-1-12,0 2 11,0-2 2,3-1 0,-6-1-1,3 0 2,-3-2 12,0-2-14,0-2-1,0-3-15,0-3-35,0-3 12,0-1-5,0-2 43,0-4-23,0 1-18,0-2 18,0 0 24,0 0 39,0 0 12,0 0 20,-3 0 19,-3-4 16,-3-4-60,3-3-46,-4-2 0,1-3 0,-3-2 19,5-1 6,1-3-24,3 0-2,0-4-14,3-1-71,0-2 41,0-4-3,0 0-7,0 1 1,0 0-1,6 1 22,0 0 31,4 2-22,-4 1 24,3 1 0,0 3 13,-2 1 6,2 3-9,-3 3-7,3 1 52,1 3-55,-1 1 6,0 5-6,1 0 0,-1 1-31,3 3-1,1 0-29,-1 2 48,4 1 10,-1 0-16,1 0-17,-1 7 4,-2-1-23,2 2 33,1 3 20,-1 0 0,-2 3-1,2 1-19,-6 2 19,-2 1-19,-1 0 2,-3 1 7,-3 1-41,0 0 21,-6 0 17,-4 0-75,-8-2 40,2-1 31,-2 0 20,-7-1-13,3-2 12,0-1 0,-2-3 1,2-1 17,3-4-17,1 0 33,2-2-20,1-1 13,5-1-10,1-1 16,0 1-9,6-1-7,0 0 7,-1 0 15,4 0 1,0 0-10,0 0-26,0 0 14,0 0 5,0 0 4,0 0 3,0 1-16,0 0 0,0 1-13,7 0-2,-4 2-1,3 0 1,6 3 2,-5 3 38,8 0-8,-3 3-28,4-1 6,-1 0-8,1 1-1,-1 0-1,1 3 2,3 0 17,-1-2-17,1 3-7,-1-1-6,-2 0 13,3 2 11,-4-4-11,4 2-12,-4-1-39,1-3-59,2-1-29,-2-2-45,-1 0-27,-2-1-85,-1-1-146,0-4-79,1-2-86</inkml:trace>
        </inkml:traceGroup>
        <inkml:traceGroup>
          <inkml:annotationXML>
            <emma:emma xmlns:emma="http://www.w3.org/2003/04/emma" version="1.0">
              <emma:interpretation id="{09B5334B-AA5A-4303-A992-8E50010CA0A4}" emma:medium="tactile" emma:mode="ink">
                <msink:context xmlns:msink="http://schemas.microsoft.com/ink/2010/main" type="inkWord" rotatedBoundingBox="23496,14532 24526,14512 24538,15147 23509,15167"/>
              </emma:interpretation>
              <emma:one-of disjunction-type="recognition" id="oneOf7">
                <emma:interpretation id="interp15" emma:lang="" emma:confidence="0">
                  <emma:literal>at</emma:literal>
                </emma:interpretation>
                <emma:interpretation id="interp16" emma:lang="" emma:confidence="0">
                  <emma:literal>a X</emma:literal>
                </emma:interpretation>
                <emma:interpretation id="interp17" emma:lang="" emma:confidence="0">
                  <emma:literal>a x</emma:literal>
                </emma:interpretation>
                <emma:interpretation id="interp18" emma:lang="" emma:confidence="0">
                  <emma:literal>an</emma:literal>
                </emma:interpretation>
                <emma:interpretation id="interp19" emma:lang="" emma:confidence="0">
                  <emma:literal>a E</emma:literal>
                </emma:interpretation>
              </emma:one-of>
            </emma:emma>
          </inkml:annotationXML>
          <inkml:trace contextRef="#ctx1" brushRef="#br1" timeOffset="6353">6053 2561 123,'0'0'166,"0"0"-19,0 0 192,0 0 299,0 0-348,0 0-98,0 0 9,0 0-59,0 0-80,0 0 122,-34-91-90,25 78-59,-1 0-3,4 1-31,-3 0 56,0 2-12,2 2-16,4 3-16,-3 1 22,0 2-35,3 1-23,-7 0-44,1 1 3,-3 0 12,-1 2 13,-2 5 0,-1 3-9,4 1 48,-4 2-13,1 0 0,3 1 0,2 0 11,1 1 2,3-1-2,0 1-19,-1 0 19,7-3 4,0 0-4,0 0-9,0-1 10,10-2-21,-1 1-1,0-1 23,4-3 3,-1-1 30,0-1-14,1-2 33,2-1-52,1-1 32,-4 0-13,1 0 11,2-1-27,-2-4 13,2-1 3,-6-2 14,4-2-33,-1-1-17,-6 0 14,4 0 3,-1-1 0,-3 0 37,3 0-37,-2 1-3,-1 1 3,0 0 3,-3 2 13,0 1-15,-3 4 15,3-1-3,0 3 13,-3 1 6,0 0-32,0 0-22,4 0-19,-4 0-27,0 0-19,6 3 3,-3 3 51,0 2 33,3 0 30,0 1-14,4 2 7,-1-1-21,0 2 16,1 0 4,2-1-22,-3 0-55,4 0-38,2 0-21,1-1-28,-1-4-46,1 0-11,-1-3-103,-2-2-30,2-1-206,-6 0 127</inkml:trace>
          <inkml:trace contextRef="#ctx1" brushRef="#br1" timeOffset="7149">6338 2340 299,'0'0'1,"0"0"487,0 0 150,0 0-390,0 0-83,0 0 40,0 0-14,0 0-22,0 0-69,0 0-74,28 13 3,-3-13 6,0 0 1,9 0-33,-3 0-1,0 0-1,0-1-2,3-3-23,-3 1-27,-3-1 15,0 0-25,0 1 38,-6-2 10,-4 3 11,-2 0-8,-4-1 9,-3 2 1,-2 1 0,-4 0 0,0 0 13,-3 0 13,3 0-11,-3 0-15,0 4 0,0 1 3,0 2 23,0 2 23,0 0-20,3 1-13,-3 3-13,0 0 20,0 2-10,0 2-10,3-3-2,-3 2-1,3 0 1,-3-1-1,3-1 19,0 1-18,0-2-1,-3-1-53,0-1-67,0-3 1,4 0-72,-1-1 45,0-2-117,-3-2-186,0-3 15,0 0-188</inkml:trace>
          <inkml:trace contextRef="#ctx1" brushRef="#br1" timeOffset="6735">6385 2037 330,'0'0'359,"0"0"564,0 0-686,0 0-16,0 0 64,0 0-36,0 0-20,0 0-72,0 0-64,0 0-36,-28-45-25,28 45-32,0 0 0,0 0-35,0 3-22,0 2-17,0 4 74,-3 3 6,0 2-4,0 2 31,0 5-31,3 1 0,0 2 36,0 2-22,0 1 10,0 1-26,0 1-1,3 1 0,6 1 1,-3 0-13,0 0 13,1 0-1,2-1 1,0 0 0,-3-3-52,4-3-13,-1 0-21,-3-4-14,3-1-16,-2-3 7,2-1-11,0-4-9,1-2 38,-4-1-39,3-3-28,0-2 50,1-2-5,-1-1-109,3 0-103,-2-6-157,-1-6-115</inkml:trace>
        </inkml:traceGroup>
      </inkml:traceGroup>
    </inkml:traceGroup>
    <inkml:traceGroup>
      <inkml:annotationXML>
        <emma:emma xmlns:emma="http://www.w3.org/2003/04/emma" version="1.0">
          <emma:interpretation id="{5E97793F-712A-41FD-A870-C068B87B9270}" emma:medium="tactile" emma:mode="ink">
            <msink:context xmlns:msink="http://schemas.microsoft.com/ink/2010/main" type="paragraph" rotatedBoundingBox="16750,16701 24426,15967 24511,16858 16835,1759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6252F68-C56F-40FC-9DCE-A772DC152C3A}" emma:medium="tactile" emma:mode="ink">
              <msink:context xmlns:msink="http://schemas.microsoft.com/ink/2010/main" type="line" rotatedBoundingBox="16750,16701 24426,15967 24511,16858 16835,17593"/>
            </emma:interpretation>
          </emma:emma>
        </inkml:annotationXML>
        <inkml:traceGroup>
          <inkml:annotationXML>
            <emma:emma xmlns:emma="http://www.w3.org/2003/04/emma" version="1.0">
              <emma:interpretation id="{597DA9AB-CA41-4BF5-989D-477C5C7F6D6E}" emma:medium="tactile" emma:mode="ink">
                <msink:context xmlns:msink="http://schemas.microsoft.com/ink/2010/main" type="inkWord" rotatedBoundingBox="16773,16946 18073,16822 18122,17338 16823,17462"/>
              </emma:interpretation>
              <emma:one-of disjunction-type="recognition" id="oneOf8">
                <emma:interpretation id="interp20" emma:lang="" emma:confidence="1">
                  <emma:literal>cars</emma:literal>
                </emma:interpretation>
                <emma:interpretation id="interp21" emma:lang="" emma:confidence="0">
                  <emma:literal>oars</emma:literal>
                </emma:interpretation>
                <emma:interpretation id="interp22" emma:lang="" emma:confidence="0">
                  <emma:literal>ears</emma:literal>
                </emma:interpretation>
                <emma:interpretation id="interp23" emma:lang="" emma:confidence="0">
                  <emma:literal>cans</emma:literal>
                </emma:interpretation>
                <emma:interpretation id="interp24" emma:lang="" emma:confidence="0">
                  <emma:literal>Ears</emma:literal>
                </emma:interpretation>
              </emma:one-of>
            </emma:emma>
          </inkml:annotationXML>
          <inkml:trace contextRef="#ctx1" brushRef="#br2" timeOffset="-118295.46">-772 4619 92,'0'0'287,"0"0"896,0 0-955,0 0-59,0 0 54,0 0 1,0 0-14,0 0-30,0 0-141,0 0-14,-58-5 8,45 12 8,4 1 1,0 1-16,-4 0-25,4 2-1,0-1 2,5 1 14,-2 0-16,3-1 0,3 0-2,0 0-11,0-1-26,0-1 7,9 0-16,-2-1-42,2-3 32,0 1 26,7-3 22,-4-2 9,4 0 1,2 0-38,1-2-11,-1-6 4,-2-1-3,3-1 18,-4 0 28,1-2 2,-4 0 1,0-2 0,1 0 19,-7 0-4,-3 1 23,0-1-4,-3 3-19,0 2-15,0 1 19,-3 2 2,-6 3-2,0 3 31,-4 0-12,-2 0-39,-1 1 0,-2 7 21,-4 2 50,-3 4-23,3 3-3,1 1 0,-1 1 0,3 2-13,7 1-3,-1 0-16,4-2 6,6 1-6,0-2-10,3-3-3,0 0-26,3-2-15,3-1-17,4-1 10,2 0 0,-3-4 13,7 0 2,2-2 8,4-2 5,-3-3-12,5-1-19,4 0-36,-3 0 16,0-5-33,3-3-15,3-2-4,-6-1 19,0-2 36,2-3 16,1-1 19,-3 0 21,0-2 9,-3 0 3,-4-2 3,-2-1 9,2 0 21,-5 0 6,-1 2-7,-6 2-6,-3 1 26,1 3 3,-4 0-3,0 2 16,0 2-23,0 1 27,-10 2-18,1 1-2,-3 2 16,2 0-29,-5 1 19,5 2 31,-2-1-88,0 2 1,-4 0 24,4 0 9,-1 0 4,1 4-7,-4 4-29,7 1 10,-3 2 3,2 2-3,-2 2-10,0 1 0,5 1 10,1 1-13,0-1-2,6 1-27,0-1 0,0 0-13,0-3-3,3 0-22,3-4-1,4 0 4,-1-3-17,0 0 20,4-1 2,-1-2-28,0-2 32,1-2-19,2 0 28,-2 0 7,-1-2 0,1-6 1,-1 0 5,0-1 21,1-3 12,-4 0 3,0-2 20,-2-2-21,2-2 18,0 1 19,-3-1-13,-3 2-25,1 2 38,-1 1-17,-3 2-18,0 3 47,3 3 27,-3 1 3,0 3 6,0 1-19,0 0-16,0 0-10,0 0-10,3 3-32,0 3 0,0 1 58,3 1 13,-3 2-52,0 1 26,7 1-7,-7 1-18,3-1-19,3 0 0,-6 2-1,4-1 1,-1 0 0,0-1 0,-3-1-1,3 0-26,1-1 1,-4-1-20,0-1-13,3-2-10,-3 1-9,3-4-39,1 1-10,-4-3-59,3-1-35,3 0-73,-3 0-113,1-5-145,-1-5-55,0-3 475,-3-2 104</inkml:trace>
          <inkml:trace contextRef="#ctx1" brushRef="#br2" timeOffset="-117426.46">-154 4420 555,'0'0'160,"0"0"847,0 0-769,0 0-41,0 0 50,0 0 24,0 0-20,0 0-65,0 0-94,0 0-76,-19-16-12,19 19 15,0 1-19,0 2 0,3 1 59,0 3-14,3 1-16,1 1-10,2 0-9,-3 1-10,0 0 0,0 2 2,4 1-2,-4 0 0,0 0-38,0 1-25,-3-1 2,-3 0-13,4-2-34,-4 2-8,0-3 10,0-1-16,0-2-4,0-1 26,0-2 29,0-2 9,-4-3 36,4 0 26,0-2 72,0 0 31,0 0-29,0-6-41,0-4 2,0-1 1,0-4 2,0-2 20,0 0-13,0-1-33,4-1-11,-1-2 11,0-2-12,3 0 0,-3-1-2,9-1-14,-2 4-4,2 0 18,1 2-31,-1 4 31,0 1-25,1 2 27,-4 4 9,3 0-9,-2 1-13,-1 2-3,0-1-1,1 3-31,-1 0-55,3 0-26,1 1-10,-1 1-23,1 1 9,2 0 4,-3 0-4,1 0 33,-4 0 35,7 0 4,-7 0 12,0 0 30,-2 0 39,-1 0 0,0 0 4,-3 0 80,3-1 59,-3 0 17,0-1-14,-3 0-16,4 0-4,-1 1 4,0-1 0,-3-1 2,0 2 26,0 1-6,0 0-14,0 0-6,-10 0 2,7 0-13,-3 0-3,0 0-41,0 1-27,-4 4-50,-2 0-6,-3 4 5,-1 3 1,-3 1-1,4 3 0,2 1-1,1 1 2,0 0 0,2-1 0,4 0 0,0-2 0,6 1-2,0 0-27,0-3-16,0-1-28,6-3 3,10-3 0,-4 0 6,4-2-3,2 0 22,1-2 7,-1 0 2,4 1-34,-3-2-17,2 1 0,1 1 4,0 2-1,3-1 80,-7 1-25,-2-1-119,-1 2-46,-5 1 106,-4 2 88,-3 0-39,-3 0 36,0 3-172,0-1 116,-9 1 59,-4 1 55,1 0-54,-4 1 29,1 1-1,-4-1-28,1 1 31,-7-2-32,3 0 16,0-1-15,-2-1 14,-4-1-15,3 1-32,0-3-114,0-1-234,0-3-216,1-3-138,-1-1 593</inkml:trace>
        </inkml:traceGroup>
        <inkml:traceGroup>
          <inkml:annotationXML>
            <emma:emma xmlns:emma="http://www.w3.org/2003/04/emma" version="1.0">
              <emma:interpretation id="{C09E17D3-E259-4AF6-AFAB-F56286CB9963}" emma:medium="tactile" emma:mode="ink">
                <msink:context xmlns:msink="http://schemas.microsoft.com/ink/2010/main" type="inkWord" rotatedBoundingBox="19847,16779 20975,16671 21023,17168 19895,17276"/>
              </emma:interpretation>
              <emma:one-of disjunction-type="recognition" id="oneOf9">
                <emma:interpretation id="interp25" emma:lang="" emma:confidence="0">
                  <emma:literal>obs</emma:literal>
                </emma:interpretation>
                <emma:interpretation id="interp26" emma:lang="" emma:confidence="0">
                  <emma:literal>Obs</emma:literal>
                </emma:interpretation>
                <emma:interpretation id="interp27" emma:lang="" emma:confidence="0">
                  <emma:literal>Abs</emma:literal>
                </emma:interpretation>
                <emma:interpretation id="interp28" emma:lang="" emma:confidence="0">
                  <emma:literal>abs</emma:literal>
                </emma:interpretation>
                <emma:interpretation id="interp29" emma:lang="" emma:confidence="0">
                  <emma:literal>ohs</emma:literal>
                </emma:interpretation>
              </emma:one-of>
            </emma:emma>
          </inkml:annotationXML>
          <inkml:trace contextRef="#ctx1" brushRef="#br3" timeOffset="-180976.92">2345 4364 99,'0'0'156,"0"0"-107,0 0-19,0 0-1,0 0 4,0 0 55,0 0 397,0 0-315,0 0-56,0 0-52,0 0 9,0 0 69,0 0 10,0 0-36,0 0-46,0 0-6,0 0 9,0 0-19,71-97 0,-71 93 13,0 2 6,0-2 23,0 2-23,0 2 39,0 0-20,0 0-25,0 0-14,0 0-6,0 0 10,-3 0-3,0 1-4,-3 2-3,-4-1-7,-2 3-36,-1 0 2,-2 2-4,3 1-4,-4 2 4,1 2 10,-1 2-8,1 0 16,-4 3-18,3 0-6,-2 1 6,2 1 1,1 0 26,2 0-27,1-1-13,3-1-11,6 1 24,-4-3 0,7 0-20,0-1 20,0-2 0,7 1 2,2-3-2,3 0 0,4-2-35,-1 0-10,7-3-6,0 0-23,3-3 22,-1-2 7,1 0-23,-3-4 23,0-4 42,-1 0 3,-5-3-3,-1-1-26,-2 0 29,-4-2 19,-3 1-16,0-1 33,-2 0-27,-4-2 24,0 1-8,0 1-21,0-1 12,0 2-14,-7 0 24,4 1-4,-6 2 1,0-1-20,-1 2 23,-2 2-13,3 0-13,-4 3-2,1-1-1,2 1 3,1 1-13,0 0 11,-4 2 2,4 1-2,-3 0-11,-1 0 13,4 0-2,0 1-8,-1 2 10,1 0 1,3-1-1,6 0-28,0-1-5,0 0 17,0-1 3,0 2-3,0-2 13,3 0-10,3 0 13,7 0 52,-1 0 2,4 0-18,8-2-14,-2-5-22,3-1-22,0-2-23,-1-2 16,1 1-26,-3-1 29,-3-1 24,-1 2-14,-2 0 16,2 2 3,-8-1 29,2 2 7,-6 1-26,0 0 0,-2 1-13,-1 2 19,-3 2 36,0 0-29,0 2 12,0 0 4,0 0-7,0 0-12,0 0-20,0 0-2,0 0 1,0 0 10,0 1-12,0 2 0,0 3 0,0 1 48,0 3-32,0 2 32,0 2-22,0 1 0,3 0-14,-3 2 4,6 0-16,-6 1-17,0-1 17,3 2 23,0-1-23,0 0-3,-3 1-16,3 1 19,0 0 1,4-2 25,-4 1-26,3-1 0,0-1 0,0-2-1,1-3-10,-4-2-30,3-2 15,-3-2-32,0-1 20,0-2 12,-3-2-9,0-1-4,0 0 7,3 0 0,-3 0 13,0 0 8,0 0 11,3-1 13,-3-4-13,0 0-3,0-3-23,3-1 24,1 0-24,-4-3 26,3 3 3,-3-2-1,0 0-2,0-1-16,6-1 16,-3 0 0,6-1 0,-3 3-48,4 0 9,5-1 39,-5 1-1,8 2 1,-5 1-6,2 2 6,-3 1 26,4 2-4,-4 1-6,4 0 0,-4 2 0,1 0-13,-1 0-2,1 2 11,-4 4-12,0 4 0,4 1 17,-4 0-17,-3 2-4,0 2-12,0 1 16,-6 1 0,0 0 23,0 1-20,0 0-1,0-2-2,-3-1 0,-3-3-8,-6 1 8,-1-4 12,-2 0-10,2-2 0,1 0 11,-4-1-13,4-3 3,-3 1 26,2-2-29,1-1-12,-4 0 11,7-1-2,0 0 2,-1 0-19,4 0-70,-3-1 29,6-2-4,-3-2-38,6-1-39,0 2-72,0-2-59,0 1-208,9-3-112,0-3-33</inkml:trace>
          <inkml:trace contextRef="#ctx1" brushRef="#br3" timeOffset="-180446.92">3200 4316 258,'0'0'182,"0"0"454,0 0-284,0 0-138,0 0-32,0 0-39,0 0 6,0 0 0,0 0-42,0 0-42,0 0-10,-18-18 9,12 18 11,3 0 5,-4 0 1,1 0-10,0 2-36,-6 2-13,-1 1 7,-2 1-6,5 1 9,-5 2-3,6-2-13,-4 2 9,4-1-24,3-1 0,-1 1 3,4-1-4,3-2-2,0 1-18,0-2 18,0 2-20,0 1 22,7 0 1,2-1 47,3 0-48,1-3-3,2 1 2,1-1 1,2 0-36,1 0-2,3 0-23,-4 0 10,-2 1-20,-1-1 29,4 2 16,-7 1-32,1 0 23,-7 2 12,0 0-6,0-1-6,-6 3-6,0 0 41,0 3 13,0 0 6,-3-2-19,-9 1 26,-1 0-24,1 0 11,-7 0-13,1-2 19,2 0-17,-6-1-2,1-1 2,5-2-1,-2 0-1,2-1-1,7-1-1,-4-1 2,7-1-42,0-1-16,6-1-32,0 0-46,0 0-68,0 0-52,0-6-157,6-1-128,0-4-82</inkml:trace>
        </inkml:traceGroup>
        <inkml:traceGroup>
          <inkml:annotationXML>
            <emma:emma xmlns:emma="http://www.w3.org/2003/04/emma" version="1.0">
              <emma:interpretation id="{FA9800B9-8428-4B16-B188-5DA3651B7E7A}" emma:medium="tactile" emma:mode="ink">
                <msink:context xmlns:msink="http://schemas.microsoft.com/ink/2010/main" type="inkWord" rotatedBoundingBox="20941,16300 23129,16091 23215,16982 21026,17192"/>
              </emma:interpretation>
              <emma:one-of disjunction-type="recognition" id="oneOf10">
                <emma:interpretation id="interp30" emma:lang="" emma:confidence="1">
                  <emma:literal/>
                </emma:interpretation>
              </emma:one-of>
            </emma:emma>
          </inkml:annotationXML>
          <inkml:trace contextRef="#ctx1" brushRef="#br3" timeOffset="-179356.92">3418 4335 264,'0'0'157,"0"0"-24,0 0 620,0 0-463,0 0-89,0 0-6,0 0-16,0 0-14,0 0-36,0 0-35,-35-3-30,35 3 10,-3 0-9,-3 2-20,0 1 3,0 2-3,3 0-6,-7 1-4,10 1-3,-6 0-6,6-1-14,-6 1-10,3-1-1,3 0-1,0-1-16,0 2-4,0-2 7,0 0 13,6 0 4,3 0-4,1-3 0,8 1-64,-2-1-20,-1-2 23,4 0-10,-4 0 16,7-7-12,-6 0-11,2-3 62,-2 0-13,-1-1 29,1-2 13,-4 0 21,-3-1-33,-2 1 37,-1-2 4,-3 4-39,0-1 17,-3 4 9,0 0-10,0 1 10,0 1-13,-6 2-16,-4 2 3,1 1-3,-3 1 2,-1 0 63,-2 0 9,-4 1-32,4 5-1,-4 3-12,-3 4 10,4 1 15,-1 4 48,1 0-47,2 3-39,1 0 19,-1 1-34,7 0 21,-4 2-18,4-1-4,0-1-2,6-1 0,0-1 1,-1-1-1,4-2-14,4 0 1,5-2 14,6-2 0,7-3-50,0-1 3,6-3-16,0-3-16,3-3 0,0 0-29,0 0-4,0-8-13,-3-3 26,-1 0-10,1-3 20,-3 0-11,-3-1 14,0 0-24,-7 0 37,4-2-46,-10 0-20,6-3 6,-5 1-41,-4 0 22,3-1 6,-9 2 26,3 0 24,-3 3 90,0 0 7,0 1 49,0 2 13,-6 2 10,0 0 84,3 1 10,-3 0 16,-1 1-9,4 0-4,-3 1 35,6 2-13,-6-1-38,6 2-8,0-2-9,0 4-14,0-2 0,0 2-10,0-1-6,0 1-1,0 0 1,0 1-11,3 1-22,0 0-19,-3 0-13,6 0-12,-3 0-26,7 0 13,-1 1-14,0 3 20,1 0-22,-1 3-24,3 1 24,-2 2 0,-1 2-12,-3 1 12,4 3 6,-4-1-4,0 1-2,0 2-1,0 0-65,-3 0-13,4 2 6,-7-3-13,3 0 12,-3-1 1,0-4 15,3-3 17,-3-4-1,0-2 42,0-3 49,0 0 60,0 0-16,0-8-43,0-2-50,0-4 4,0-3-4,3-4 10,-3 0-8,6 0-4,-6-1-1,9 2 1,-2-2 2,-1-1-2,0 0-1,0 2-32,4-1 22,-1 2 10,-3 1-29,3 2-3,1 3 33,-1 0-2,-3 4-31,0 3-3,-3 2 9,7 3 0,-7-1-3,0 2-6,0 0-26,0 1-58,0 0-39,-3 0-13,3 0-27,0 5-9,1-1-53,-1 3-20,0 2-49,-3-1-105,3 2-87,0-1 242</inkml:trace>
          <inkml:trace contextRef="#ctx1" brushRef="#br3" timeOffset="-178906.92">4109 4229 292,'0'0'124,"0"0"-3,0 0 1076,0 0-943,0 0-73,0 0-3,0 0 36,0 0 18,0 0-36,-9-17-42,9 17-33,0 0-6,0 0 6,0 0-7,0 0-38,0 0-39,0 2-18,0 3 13,3 3 34,3 0-6,3 4-29,1 0 4,-1 1-33,-3 1 10,6 0-10,-2 0-2,2-1-25,-3 1 24,1 1-24,2-1 13,-3 4-7,4-2 3,-4-1-31,4 0 3,-4-3-22,3 0 34,1-3-25,-4-4 13,-3 0 15,0-4 29,1-1 28,-4 0 16,3-4-6,0-5-10,3-4-24,1-2 15,-4-3 12,3-1-29,1-2 17,-1 1-19,-3-3-18,3 2 16,4-3 0,-7 1 2,3-1-13,-3 0 11,1 3-29,-4-2-1,3 3-15,-3 2 2,3 2 14,-3 4 12,0 3-7,1 2-12,-1 3-25,0 0-11,-3 3-15,0 0-32,0 1-43,0 0-67,3 0-92,-3 0-131,3 1-43,0 4-70,3 0-29,-3 1 299</inkml:trace>
          <inkml:trace contextRef="#ctx1" brushRef="#br3" timeOffset="-177976.92">4769 4186 277,'0'0'186,"0"0"293,0 0 91,0 0-290,0 0-76,0 0-35,0 0-1,0 0 26,0 0-32,0 0-66,-24-66-18,21 64-1,-4 0 22,-2 1 16,-3 1-41,-1 0-4,-2 0-9,-1 5-61,4 4 0,-4 0-243,4-2 243,-1 0 153,4-1-153,-3 1-16,-1 4-12,1 2-1,-4 3 29,1 0 0,3 3 2,-1 0 14,4-1-15,3-1-1,6 0-1,-3 0-2,3-2-23,0 0-12,3-3-7,0 1-3,3-2 6,3-3-19,-3 1 20,4-2-24,2-1-12,1-2 35,-7-3-12,6-1 1,-3 0 51,1-2-9,2-4-12,-3-3 7,4-2-16,-1-1 10,-2-3 22,-1 0 29,0-2-29,0-1 0,-2 0-12,-1 0-1,3-1-4,0 3-28,-2-1 42,-1 4 3,-3 2 2,0 4 37,3 1 19,-6 1 16,0 4 10,0 0 13,0 1-20,0 0-23,0 0-25,0 0-9,3 0-18,1 0-2,-1 2-14,-3 3 14,6 2 32,-3 2-3,3 0-28,0 1 1,-3 0 15,7 0-16,-4-1 15,0 1-14,7-2 2,-7 0-4,3 0 0,3-3-26,1 1-6,-4-4 6,7-1 10,-4-1 13,4 0 3,2 0 35,-2-3-6,-1-5-26,-2-3 17,-1-3 5,-3 0 4,1-6-26,-4-2 0,-3-4 17,3-3 8,-6-2 17,0-2-7,0-1-6,0-1-19,0-1-11,0 0 49,0-2-49,0 1-2,3-1-6,-3 2-7,0 2 13,0 3 19,0 4 39,-3 3-26,-6 4-29,3 2 64,-4 2-25,1 5 14,3 2-2,0 2 10,2 3-39,-2 1-10,3 3 11,3 0-16,0 0-10,0 0-22,0 0-3,0 0-7,0 0-2,0 3-17,0 5-6,0 6 57,0 3 35,-3 5-10,3 3 4,0 3-1,0 1-28,0 3 22,6 2-9,4 0-11,-1 1-1,3 4-1,1-1 0,-1 2-10,4 3-6,-4 0 3,3 1-41,1 0-9,-1-2-3,-2-2 11,2-4-53,1-3 16,-7-6-7,7-3-13,-7-4 19,0-5-10,-3-5-61,-2-4-91,-4-4-7,0-2-30,0 0 51,0-2-6,0-11-362,0-1-27</inkml:trace>
          <inkml:trace contextRef="#ctx1" brushRef="#br3" timeOffset="-177556.92">4959 4081 618,'0'0'144,"0"0"958,0 0-803,0 0-111,0 0-1,0 0 39,0 0-14,0 0-49,0 0-51,0 0-48,-4 13-19,11-13 6,5 0-1,7 0-11,5-3-14,4-3-3,3-1-19,0-1 10,3-3-11,-3 1-2,-3 0 0,3 1 0,-3 1 0,-3 0-2,-3 3-1,0-2-10,-7 4 10,-3 1-16,-2 2 0,-1 0 18,0 0 1,-2 0 16,-1 5 22,3 3-16,-3 2-3,0 2-18,1 2 0,-4 3-1,3 0 0,0 3-19,-3 1 16,0 2 1,0 0-24,1 1 11,-4-2-27,3-1-15,3-1-29,-6-1-19,6-3-16,-3-3 40,0-2-31,0-6-4,-3-1-38,0-3-40,0-1 20,0 0 47,0-6-9,0-5-208,-6-4 2,3-2-49,-3-3 29,3-1 49,0-6 36</inkml:trace>
          <inkml:trace contextRef="#ctx1" brushRef="#br3" timeOffset="-177366.93">5368 3863 299,'0'0'440,"0"0"624,0 0-827,0 0-17,0 0 0,0 0-4,0 0-3,0 0-56,0 0-55,0 0-41,-9-42-32,9 42-29,0 0-7,0 0-38,0 0-47,0 0-78,0 0-68,9 2-30,0 6-91,-3-1-226,7 2-442,2 0 560,-58-2 467</inkml:trace>
        </inkml:traceGroup>
        <inkml:traceGroup>
          <inkml:annotationXML>
            <emma:emma xmlns:emma="http://www.w3.org/2003/04/emma" version="1.0">
              <emma:interpretation id="{E2A86E8E-114F-41F7-BA80-D46903D1B167}" emma:medium="tactile" emma:mode="ink">
                <msink:context xmlns:msink="http://schemas.microsoft.com/ink/2010/main" type="inkWord" rotatedBoundingBox="23269,16367 24453,16254 24498,16726 23314,16839"/>
              </emma:interpretation>
              <emma:one-of disjunction-type="recognition" id="oneOf11">
                <emma:interpretation id="interp31" emma:lang="" emma:confidence="0">
                  <emma:literal>on</emma:literal>
                </emma:interpretation>
                <emma:interpretation id="interp32" emma:lang="" emma:confidence="0">
                  <emma:literal>ons</emma:literal>
                </emma:interpretation>
                <emma:interpretation id="interp33" emma:lang="" emma:confidence="0">
                  <emma:literal>one</emma:literal>
                </emma:interpretation>
                <emma:interpretation id="interp34" emma:lang="" emma:confidence="0">
                  <emma:literal>on,</emma:literal>
                </emma:interpretation>
                <emma:interpretation id="interp35" emma:lang="" emma:confidence="0">
                  <emma:literal>on}</emma:literal>
                </emma:interpretation>
              </emma:one-of>
            </emma:emma>
          </inkml:annotationXML>
          <inkml:trace contextRef="#ctx1" brushRef="#br3" timeOffset="-176386.93">5762 3964 386,'0'0'202,"0"0"847,0 0-799,0 0-55,0 0 15,0 0-16,0 0-32,0 0-43,0 0-48,-56 0-16,50 8 6,-1 1 12,-5 2 11,3 1-27,-4 2-19,1 0 10,3 2-28,-4-1-4,4 1 0,0 2 5,2-2-21,1 2 0,0 0 3,3-1 13,0 0-16,3-1-1,0-1-12,0-1-38,3-1-3,9-2 12,-6-2-3,4-4 14,5-1 5,-2-2-35,2-2 29,1 0 13,2 0-13,4-7-10,-3-2 0,-1-1 0,-2-3 16,-1-3 17,-2-1 9,2-2 13,-9-1 0,4-2-10,-4 1-3,-3-2 16,0 2-14,-3-1-2,0-1-32,-3 3 6,-3 2 14,-4 1 12,-2 3 0,-3 3-14,-4 2-15,-3 4 29,1 0 0,-1 3 7,-3 2 35,6 0-20,4 0-4,-1 0-18,4 4-16,3 1-9,-1 1 2,4-1 10,3 2 13,0-1 0,3 0-47,0-2 46,0 0 1,6 0-2,3-2 2,4 0 9,6-2 20,2 0 4,-2 0 2,6-2-19,-1-4-4,1 1-11,0-2 0,0-1 1,-3 0 0,-1 0-1,-2 0-1,3 0-1,-4 1-2,-5 1 2,-1 1-2,0 2 2,-2 2 1,-4 1 11,0 0-9,0 0 0,0 7 43,1 1-10,2 2 55,-3 2-42,0 2-19,4 1 0,-4 1 3,0 3-19,0-1-1,0 1-12,-2 0-19,2 2-10,-3-1 13,0 0-12,0-1-24,-3-4-15,3-1-7,-3-2 22,0-6 7,0-1 16,0-4 29,0-1 46,0 0 21,0 0 1,0-3-1,0-6-57,0-1-9,0-4-1,3-3 3,-3-1-3,3 0-2,0-1-21,1 0-2,-4 0 25,6 1-16,-3 0-20,6-2-12,-3 1-16,4 1 31,-1-1-24,0 0 24,-2 5 1,2 0 19,0 4 13,-3 2 7,4 4 67,-7 0-16,3 3-16,0 0 3,0 1-20,1 0 7,2 0-9,-3 5-1,3 1-18,1 3 18,-1 2 23,0 0 3,1 3-29,-4 3-18,3 0 3,-3 2-3,0 0-1,1-1-26,-1 2-3,0 0-25,0 0 2,7 0-28,-4 0 35,3-2-58,1-2-87,-1-1 18,4-3 1,-4-2-53,4-2-98,-4-4 0,0-3-137,4-1-109,-4-4 290</inkml:trace>
          <inkml:trace contextRef="#ctx1" brushRef="#br3" timeOffset="-175986.92">6568 3998 234,'0'0'143,"0"0"-91,0 0 30,25-103 426,-16 74-175,-3 2-177,-3 3 3,0 3 7,0 4 35,-3 5 42,0 3-23,0 2-49,0 2-23,0 2 10,-3 1-43,0 1-22,0 1-7,0 0-9,0 0-30,-6 0-47,-4 2-16,1 5 0,-4 2 3,1 4 11,2 2 2,-2 0 1,6 3 1,-1-2-1,4 2 2,3-3-3,3 1-23,0-2 4,0 0-4,3-1 1,3 0 0,4-2 3,5 1-3,1-3 21,2-1-17,1 0 2,6-1-6,-4 0-10,1-1 29,0 0-20,-4-1-57,1 1 6,-4 1 23,4 1-1,-10-1-9,1 2-3,-1 0 25,-6 1-6,0 2-3,-3-1 25,0 2-25,0-1 48,-9 1 0,-4 0 2,-2-1 30,-4 0-19,-2-2-13,-4 0 16,0-1-16,-6-1-45,0-2-78,-3 0-74,0-1-92,-7-2-130,4-3-262,0 0-37</inkml:trace>
        </inkml:traceGroup>
      </inkml:traceGroup>
    </inkml:traceGroup>
  </inkml:traceGroup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43:54.049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02D9063-A3B9-4882-8592-EE33BF9E05F0}" emma:medium="tactile" emma:mode="ink">
          <msink:context xmlns:msink="http://schemas.microsoft.com/ink/2010/main" type="writingRegion" rotatedBoundingBox="21316,15905 21834,15905 21834,16371 21316,16371"/>
        </emma:interpretation>
      </emma:emma>
    </inkml:annotationXML>
    <inkml:traceGroup>
      <inkml:annotationXML>
        <emma:emma xmlns:emma="http://www.w3.org/2003/04/emma" version="1.0">
          <emma:interpretation id="{F66577C5-DA55-4B7A-8FA8-4E0990D8D050}" emma:medium="tactile" emma:mode="ink">
            <msink:context xmlns:msink="http://schemas.microsoft.com/ink/2010/main" type="paragraph" rotatedBoundingBox="21316,15905 21834,15905 21834,16371 21316,163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115C58C-CE56-45B6-86F0-068275E85E5A}" emma:medium="tactile" emma:mode="ink">
              <msink:context xmlns:msink="http://schemas.microsoft.com/ink/2010/main" type="line" rotatedBoundingBox="21316,15905 21834,15905 21834,16371 21316,16371"/>
            </emma:interpretation>
          </emma:emma>
        </inkml:annotationXML>
        <inkml:traceGroup>
          <inkml:annotationXML>
            <emma:emma xmlns:emma="http://www.w3.org/2003/04/emma" version="1.0">
              <emma:interpretation id="{030D9998-9071-4C1C-9087-B1506A41F24F}" emma:medium="tactile" emma:mode="ink">
                <msink:context xmlns:msink="http://schemas.microsoft.com/ink/2010/main" type="inkWord" rotatedBoundingBox="21316,15905 21834,15905 21834,16371 21316,16371"/>
              </emma:interpretation>
              <emma:one-of disjunction-type="recognition" id="oneOf0">
                <emma:interpretation id="interp0" emma:lang="" emma:confidence="0">
                  <emma:literal>.</emma:literal>
                </emma:interpretation>
                <emma:interpretation id="interp1" emma:lang="" emma:confidence="0">
                  <emma:literal>9</emma:literal>
                </emma:interpretation>
                <emma:interpretation id="interp2" emma:lang="" emma:confidence="0">
                  <emma:literal>°</emma:literal>
                </emma:interpretation>
                <emma:interpretation id="interp3" emma:lang="" emma:confidence="0">
                  <emma:literal>:</emma:literal>
                </emma:interpretation>
                <emma:interpretation id="interp4" emma:lang="" emma:confidence="0">
                  <emma:literal>a</emma:literal>
                </emma:interpretation>
              </emma:one-of>
            </emma:emma>
          </inkml:annotationXML>
          <inkml:trace contextRef="#ctx0" brushRef="#br0">258 447 108,'0'0'143,"0"0"-22,0 0-66,0 0-12,0 0 380,0 0-94,0 0-189,0 0-65,0 0 55,0 0 85,6 19 38,-6-19-48,0 0-79,0 0-39,0 0-13,0-4-6,0-3 3,0-1-32,0-2 25,0 0-48,0-3 4,0 0 47,-3-1-22,0-1-42,-1-1 0,-2 1 16,3-1-7,0-2-12,0 1-2,-3-2 2,3 0 4,-4-3-3,7 2-1,-3-1-17,0 0 5,0 2 11,3 4-8,-3 1 7,3 3 3,-3 2-2,3 1 1,-3 2 0,0 0 0,0 1-2,3 1-1,-7-1 2,7 1-15,-3 0 12,0 2 1,0 0-13,3 1 13,-3 1-16,3-2 15,0 2 2,-3-1 1,3 1-1,0 0-1,-3 0-13,3 0 12,-6 0-21,2 0-7,-5 0 9,6 0 4,-3 0-4,0 0-9,-1 1 30,-2 3-14,3 0 14,0 1-1,-4-2-13,4 2 3,0-2 10,-3 2 3,3-2 13,-1 1-13,1 0 1,0-1-1,3 2 0,-3-3-9,-1 1 9,4 1 0,0-3 16,-3 2-16,3 0-26,0 0 22,3 0-12,-3 1 16,0-1 16,0 3-16,-1-2-1,4 2-1,-3-1 2,0-1 7,3-1-7,0 1-4,0-2 1,0 0 3,0-1 13,-3 0-12,3-1 2,0 0 20,0 0 3,0 0 0,0 0-7,0 0 4,0 0 22,0 0 13,3-2-4,3-3-54,-2-1-3,5-3-10,0 0 13,0-1 7,4-1-7,-4 0-3,7 0-9,-4-1 10,0 0 0,1 2-20,-1-1 2,1 2-12,-1 1 9,0 0 21,4 3-16,-4-1-4,4 1 9,-4 3 0,-2 0 10,-1 1-23,0 0 25,-3 1 0,1 0 1,-1 0 0,0 0 0,3 2 32,1 4-9,-1 3-20,6 0 19,-5 2-20,5 1 33,-5 3-35,2 1 19,0-1-17,4 1-2,-1 1 0,-2-2-9,-1-1-36,1 1-7,-4-2-3,3 0-48,1-2-110,-4-3-11,0-2-107,4-3-203,-4-3-244</inkml:trace>
        </inkml:traceGroup>
      </inkml:traceGroup>
    </inkml:traceGroup>
  </inkml:traceGroup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37:19.267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AA8BE88-AFB3-44EE-8B89-EA23D35DC6CB}" emma:medium="tactile" emma:mode="ink">
          <msink:context xmlns:msink="http://schemas.microsoft.com/ink/2010/main" type="writingRegion" rotatedBoundingBox="1985,5150 12756,5290 12740,6486 1970,6345"/>
        </emma:interpretation>
      </emma:emma>
    </inkml:annotationXML>
    <inkml:traceGroup>
      <inkml:annotationXML>
        <emma:emma xmlns:emma="http://www.w3.org/2003/04/emma" version="1.0">
          <emma:interpretation id="{74226140-8495-4D84-867D-E65BB7BD07B3}" emma:medium="tactile" emma:mode="ink">
            <msink:context xmlns:msink="http://schemas.microsoft.com/ink/2010/main" type="paragraph" rotatedBoundingBox="1985,5150 12756,5290 12740,6486 1970,63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5FEA9A7-F53E-4A8E-B1DC-989BB8B15B44}" emma:medium="tactile" emma:mode="ink">
              <msink:context xmlns:msink="http://schemas.microsoft.com/ink/2010/main" type="line" rotatedBoundingBox="1985,5150 12756,5290 12740,6486 1970,6345"/>
            </emma:interpretation>
          </emma:emma>
        </inkml:annotationXML>
        <inkml:traceGroup>
          <inkml:annotationXML>
            <emma:emma xmlns:emma="http://www.w3.org/2003/04/emma" version="1.0">
              <emma:interpretation id="{2EDF2519-2D57-44C7-9C4E-232CF5676E0D}" emma:medium="tactile" emma:mode="ink">
                <msink:context xmlns:msink="http://schemas.microsoft.com/ink/2010/main" type="inkWord" rotatedBoundingBox="1984,5267 4382,5298 4367,6377 1970,6345"/>
              </emma:interpretation>
              <emma:one-of disjunction-type="recognition" id="oneOf0">
                <emma:interpretation id="interp0" emma:lang="en-US" emma:confidence="0">
                  <emma:literal>Expt3:</emma:literal>
                </emma:interpretation>
                <emma:interpretation id="interp1" emma:lang="en-US" emma:confidence="0">
                  <emma:literal>Expl -3:</emma:literal>
                </emma:interpretation>
                <emma:interpretation id="interp2" emma:lang="en-US" emma:confidence="0">
                  <emma:literal>Exp £3:</emma:literal>
                </emma:interpretation>
                <emma:interpretation id="interp3" emma:lang="en-US" emma:confidence="0">
                  <emma:literal>Expt 3:</emma:literal>
                </emma:interpretation>
                <emma:interpretation id="interp4" emma:lang="en-US" emma:confidence="0">
                  <emma:literal>Expy -3:</emma:literal>
                </emma:interpretation>
              </emma:one-of>
            </emma:emma>
          </inkml:annotationXML>
          <inkml:trace contextRef="#ctx0" brushRef="#br0">18 50 13,'0'-5'134,"0"3"-102,0 2-9,0-1-21,0-1 31,0 0-7,0 0 307,0-1 51,0 0-224,0 0-95,0 0 26,-3 2 23,3-2 65,-3 0-10,3 1-58,0 0 9,0 0 16,0 1-26,0 0-9,-3-1-14,3 1-19,0-1-26,0 1 6,0 0 39,0-1 0,0 1-3,0 1-17,0 0 4,0 0 3,0 0 6,0 0-3,0 0-7,0 0-13,0 0-15,0 0-11,0 0-8,0 0 2,0 0-9,0 0-16,0 0 0,0 1-16,-3 1 0,3-1-3,0-1-6,0 1 2,0 1-5,0-1-1,0 0 4,0 0-7,0 2-3,0 2 35,0 2 0,0 4 12,0 3-11,0 0 12,0 2 3,0 2-16,0 0 1,0 0 2,0 0-2,-4 0 2,4 0 6,0 1-8,0-2-2,0 0 2,0-2 0,0-1-1,0 0-2,0-1-36,0-2 36,0 0-24,0-1-6,0-1 3,0-1-12,0-1 6,0 0 6,0 1 16,0-1-3,0 0-16,0-3-19,4 2 31,-4-4-2,0 1-4,0-2-32,0 0 10,0 0 13,0-1 9,0 0 3,0 0 7,0 0 3,0 0 10,0 0 1,0 0 1,0 0 1,0 0 19,0 0-3,0 0 0,0 0 0,0 0-16,0 0-2,3 0-14,-3 0 14,0 0 2,3 0 2,-3 0 14,0 0 0,0 0 0,3 0-12,-3 0 5,3-1-9,0 1-22,3 0-1,4 0 23,-4 0 13,6 0 13,4 0-13,-1 0 6,1 0-19,-1 0-30,4 0 8,-4 0 19,4-1 1,-4-1-40,1 0 17,2 1 8,-2-3-15,-1 1-42,1 1 16,-4-2 0,-2 3-36,-4 1-10,0 0-22,-6 0-36,0 0-43,0 0-46,0 0-42,-6 0-58,-3 0-50,-1 0 84,-2-4 232,3 0 55</inkml:trace>
          <inkml:trace contextRef="#ctx0" brushRef="#br0" timeOffset="406">-66 148 65,'0'0'160,"0"0"179,0 0 378,0 0-362,0 0-170,0 0-52,0 0-6,0 0 15,0 0-2,0 0-34,0-4-35,3 4-29,-3 0-16,3 0 16,1 0 0,-4 0 0,6 0-13,-3 0-7,6 0-9,4 0 10,2 0-4,4-2-16,-1 1 20,1-1-22,3 1-1,-1-3-29,-2 1-48,-4 0-17,4-1-15,-4 1-21,1 0-2,-7 0-34,-3 0-28,1 1-37,-4-1-52,0 1 6,-3-2-58,0-1-128,0-2 228,0-1 131</inkml:trace>
          <inkml:trace contextRef="#ctx0" brushRef="#br0" timeOffset="726">-81-87 266,'0'0'1,"0"0"22,0 0 724,0 0-295,0 0-250,0 0-33,0 0 13,0 0-10,0 0-7,0 0-10,-10-6-45,14 6-46,-1 0-48,0 0 13,0-1 16,3 0-13,-3 0-32,3 1 0,7-1-41,-1-1 12,4 2 16,5-1-7,1 1 19,0-1-60,-4 1-81,1 0-23,-4 0-32,-2 0-30,-1 0-43,-2 2-95,-1 0-133,0 0-30,-3-1 352,-3-1 104</inkml:trace>
          <inkml:trace contextRef="#ctx0" brushRef="#br0" timeOffset="1185">281 70 74,'0'0'117,"0"0"-61,0 0 25,0 0 747,0 0-346,0 0-242,0 0-107,0 0-16,0 0 26,4 0 12,-1 1-22,-3-1-53,0 1-35,0 2-12,0 0-8,0-3 4,0 2-13,0 2-13,3-2 26,3 3 67,3 3-51,1-1-16,-1 3-7,3 2-15,1-1-7,2 1-4,-2 2-5,2-1 9,1 3 19,2-1-3,-2 0-3,-1 3 15,4-1-27,-4 0-1,4 2 2,-4-3 11,4 0-13,-7-2-19,1 0-4,-1-3-22,1-1-13,-4-1-12,-3-2-36,-3 0 9,0-2-35,0-1-27,-3-1-61,0-2-78,0-1-70,0 0 0,-3 0-39,-3 0-7,0-4 166,-6-5 183</inkml:trace>
          <inkml:trace contextRef="#ctx0" brushRef="#br0" timeOffset="1503">536 133 109,'0'0'189,"0"0"561,0 0-203,0 0-271,0 0-98,0 0 1,0 0 8,0 0 1,0 0-21,0 0-48,-10-1-51,10 2-27,0 0-15,-6 0-14,6 3-12,-3 0-23,-3 3 23,0 3 26,0 2-26,-4 2-10,-2 1 7,3-1 3,-4 2-6,1 1 6,2-2-71,-5 0 7,6 0-65,-4-2 13,4 0-29,3-1 3,0-1-7,6-2-62,-4 0-32,4-2-57,0-2-87,0-2-89,4-3 46,2 0 332,6 0 39</inkml:trace>
          <inkml:trace contextRef="#ctx0" brushRef="#br0" timeOffset="1919">632-81 237,'0'0'1168,"0"0"-768,0 0-238,0 0 17,0 0 28,0 0 51,0 0-10,0 0-52,0 0-84,0 0-64,-3-12-22,3 13-7,0 1-19,0 2-11,0 1-26,0 4 37,0 4 67,0 3-3,0 3-13,0 1-7,3 1-12,3 4-7,-6 1 17,3 3-27,0 0 4,-3 4 4,0 0-21,3 0 13,0 2 11,1 1-26,-4 2 1,0 2-1,3 0-1,-3 1-18,3-1 16,-3 0-45,3-1 10,0-3 3,0 0-16,-3-2 10,6-2 3,-3-4-51,-3-1 6,7-1-42,-4-4 0,-3-3 48,3-3-100,-3-4-7,0-1-7,0-3-65,0-3-30,0-2-124,-3-3-7,-4 0-104,1-5 214,-3-5 191</inkml:trace>
          <inkml:trace contextRef="#ctx0" brushRef="#br0" timeOffset="2358">641 269 187,'0'0'173,"0"0"962,0 0-934,0 0-84,0 0 81,0 0 29,0 0 6,0 0-3,0 0-44,0 0-67,-6-26-29,6 25-7,3 1-13,3 0-16,-3-2-28,4-1-26,2-1-10,3-1-57,4-1-22,2 0 9,4 1 29,3 0 18,0 1 1,0 3 4,-7-1 5,1 2-6,-1 0-16,-5 0-10,2 5-41,-5 3-4,-4 1-13,-3-1 64,-3 3 1,0-1-27,0 2 53,0 0 6,-13 0-4,1 0-15,-7 1 31,-2-1 4,-1-3 20,-3 1-7,7-3 3,-4-1-14,3-3-2,1 0 13,2 0 6,1-3-2,2 1 2,4-1-19,0 0-19,6 0-49,-1 0-33,1-1-64,3-5-186,0-1-177,0-4-153,7-1 384,2-3 196</inkml:trace>
          <inkml:trace contextRef="#ctx0" brushRef="#br0" timeOffset="2815">985-164 29,'0'0'66,"0"0"934,0 0-544,0 0-270,0 0-1,0 0 65,0 0 28,0 0-46,0 0-45,0 0-39,-3-22-49,3 22-13,0 0-12,0 0-20,0 2-19,0 1-20,0 0-15,0 1-26,-3 2-15,3 1 41,0 3 31,0 2 7,3 4-37,0 1 24,0-1-22,1 2 28,-1 3-31,-3 0 0,6 3 1,-6-1 0,6 4 34,-6 3-9,3 0-17,3 1-9,-6 1-1,0-2 0,3 1 2,1-4-2,-1 1 1,0-4-16,3-1-15,-6-3-11,6-2 4,-6-1 3,3-3-19,3-1 16,-2-1-42,-1-3-7,0-1 17,3-1-14,0-2-28,-3-2 25,7 0-10,2-2 36,0-1-58,4 0-8,-1 0 1,1 0-26,2-8-88,-2-3-99,3-3-185,-4-4-167,-3-1 472</inkml:trace>
          <inkml:trace contextRef="#ctx0" brushRef="#br0" timeOffset="3077">967 132 151,'0'0'189,"0"0"850,0 0-792,0 0-94,0 0 3,0 0 9,0 0-13,0 0-22,0 0-46,0 0-78,12 6-6,-3-6-25,4-2 21,5 0 4,4 0 0,0-2-12,6 1-69,0-1-88,0-1-103,3 0-164,-7-3-235,1-2 29,-3-2 485</inkml:trace>
          <inkml:trace contextRef="#ctx0" brushRef="#br0" timeOffset="3901">1494 23 62,'0'0'101,"0"0"-36,0 0-13,0 0 695,0 0-220,0 0-231,0 0-111,0 0-45,0 0 9,0 0 9,-6 0-19,6-2-39,0-1-26,0 1-16,0-2 32,3 0-13,0 0 9,0-1-41,0 1-45,3-2 3,0 3 52,1-2-55,2 0-26,3-1-12,-2 0-13,5 1-14,-2 1 17,2 0 10,1 2-1,-1 1 14,1 1-11,-4 0 14,0 0 6,1 0 12,-7 3-66,6 4 31,-5 3 36,-4-1-13,0 3-39,-3 3 42,0 2-7,0 0-21,0 3-27,-6-2 48,-4 1-34,1-1 53,-7-1-30,4-2-12,0-2 43,-1-2 11,4-2-11,0-1 0,-1-2 16,1-1-3,6 0 13,-3-1-10,6-2-16,0 0-23,-3-2-3,3 0 13,0 0 13,0 0 0,0 0 19,0 1-18,0 0-1,3-1 2,0 0 1,3 0-3,3 0 1,4 0 3,-1 2 28,4 0 10,5 3-42,-2-1 0,0 2-3,5 1-30,-5 2 14,3 0-43,-4 3 30,4-1-62,-6 3-10,-1-1 4,-3 2 3,-2 1-14,-4-2 7,-3 2 10,-3-1 29,0-1 35,-3 0-54,-9-3 84,-4 1 1,-3-1 28,1-2 30,-7 0 25,0-3-15,0 1 41,-2-2-29,2-1 17,0-1 9,0-3-13,3 2-16,4-2 6,-1 0-16,1 0 3,2 0-13,1-3 0,2-1-9,4 0-14,3 0-15,-1 1-4,-2-1-16,9 1-33,-3-1-34,0 0-75,0 0-69,3 1-61,0 0-141,0-2-297,6 0 48,0-3 499</inkml:trace>
          <inkml:trace contextRef="#ctx0" brushRef="#br0" timeOffset="4318">2232 57 201,'0'0'82,"0"0"390,0 0 196,0 0-320,0 0-124,0 0-23,0 0-23,0 0-16,0 0-17,0 1-32,0-1-36,0 0-19,0 0-26,0 0-32,3 0-1,0 0-57,0 0-48,0 0-58,0 0-43,4 0-71,-4 0-141,6 1-27,-6 3-245,3 0 215,-6 1 362,-43-19 113</inkml:trace>
          <inkml:trace contextRef="#ctx0" brushRef="#br0" timeOffset="4541">2285 439 217,'0'0'30,"0"0"341,0 0 223,0 0-337,0 0-91,0 0-14,0 0-67,0 0-40,0 0-45,0 0-45,9 11-163,-9-11-157,6-4-146,-6-3-66,0-1 391</inkml:trace>
        </inkml:traceGroup>
        <inkml:traceGroup>
          <inkml:annotationXML>
            <emma:emma xmlns:emma="http://www.w3.org/2003/04/emma" version="1.0">
              <emma:interpretation id="{1D923237-9DC9-44BD-8E1D-CB039EDA9609}" emma:medium="tactile" emma:mode="ink">
                <msink:context xmlns:msink="http://schemas.microsoft.com/ink/2010/main" type="inkWord" rotatedBoundingBox="11289,5561 12752,5580 12744,6198 11281,6179"/>
              </emma:interpretation>
              <emma:one-of disjunction-type="recognition" id="oneOf1">
                <emma:interpretation id="interp5" emma:lang="en-US" emma:confidence="1">
                  <emma:literal>929</emma:literal>
                </emma:interpretation>
                <emma:interpretation id="interp6" emma:lang="en-US" emma:confidence="1">
                  <emma:literal>g 2 g</emma:literal>
                </emma:interpretation>
                <emma:interpretation id="interp7" emma:lang="en-US" emma:confidence="1">
                  <emma:literal>g 29</emma:literal>
                </emma:interpretation>
                <emma:interpretation id="interp8" emma:lang="en-US" emma:confidence="1">
                  <emma:literal>92 g</emma:literal>
                </emma:interpretation>
                <emma:interpretation id="interp9" emma:lang="en-US" emma:confidence="0">
                  <emma:literal>9 2 g</emma:literal>
                </emma:interpretation>
              </emma:one-of>
            </emma:emma>
          </inkml:annotationXML>
          <inkml:trace contextRef="#ctx0" brushRef="#br0" timeOffset="19496">9562 189 70,'0'0'58,"0"0"-28,0 0 9,0 0 3,0 0 398,0 0-6,0 0-232,0 0-114,0 0 16,0-9 23,0 8-56,0-2 56,0 1-17,-6-1 4,3 0-36,-4 0-62,4-1 65,0 2-16,0-1-23,-3-1-20,3 1 27,-3-1 58,-1 0-75,1 1 29,0-1-48,0 2 6,-4-1 20,4 0-38,0 1-1,-3 0-22,-1 0 18,1 0-21,-3 0-1,-1 1 26,1 0-20,-7 1 4,7 0-10,-4 0-6,1 0 21,-4 0 9,7 0 1,-4 2-31,4 2 6,0-1 10,2 0-7,-2 2-9,-1-2 16,7 2-13,0 0 3,0 1 0,0 1-16,3 2 29,3-2 13,0 3 0,0-3 0,0 1 0,0 0 0,0 0-7,0-1-9,0 0 3,9-1-33,0 1 46,-3 0 0,7 0 22,2-3-2,1 1-20,2-2 3,-2-2-22,-1-1 19,4 0 0,-4 0 41,4 0-15,-3-1-4,2-4-20,-5 0 8,2-1 6,-2 1-16,-4-1 16,3 0 10,-6 1-10,4-1 14,-4 2-14,-3-1 13,0-1 0,0 1-6,0-1 9,-3 1-32,3 0 0,-3 0 23,0 0-23,0 2 0,0 0 0,4 2 23,-4 0-21,0 1 11,0 0 10,0 0-1,0 0 1,0 0 0,0 0 3,0 0 2,-4 0-2,1 0-26,0 2-12,3 1-42,-3-1-27,3 1-35,0 2 25,0 0 91,0 3 33,3 1-18,0 0-14,0 4 0,4-2-1,-4 1 0,6 2 0,-6-1 2,3 3 53,1 0-53,-1 1 27,0 1-14,0 0-14,-3 0 0,0 0-1,0-2-29,1 2-16,-1-2 6,-3 0 17,0-1 2,0-2-6,0-1 24,0-3-30,0 0 30,0-1-45,-3-1 45,-4 0 4,1-2 1,-3 0-3,0-1-23,-1 1 23,-5-1 1,-1 0 21,1 0-20,-4 1 27,1-3-16,-4 1 9,0 0-1,-3-1-20,0-1-1,4 0 0,-1-1 19,0 0-18,7 0 12,-1 0 20,4 0-32,3 0-1,-1-2 2,4 0 24,0 2-13,3-3 12,3 2-15,0-1-10,0 1-68,0-1-48,0-2 6,0 2-10,0-2-75,0-2-6,0 0-239,9-4-104,-6 1 19,10-2 372,-4-3 150</inkml:trace>
          <inkml:trace contextRef="#ctx0" brushRef="#br0" timeOffset="20301">9782 201 92,'0'0'95,"0"0"-62,0 0-4,0 0 196,0 0 303,0 0-176,0 0-154,0 0-71,0 0-23,0 0 29,-9 0 13,9-3-29,0 1-23,0-1-10,0-2-45,0 1 16,0-1 6,0 0 65,0-1-87,3 1 35,-3 0-23,3 0 7,0 0 10,0 0-52,0 1-6,6-2 25,-2 2-35,2 0-39,0 0-18,4 0 24,2 0 31,7 2-11,-4-1-48,4 1 42,0 1 18,0 1-38,-7 0 17,1 0 9,-1 0-29,-6 7 6,4 0 36,-7 2-32,0 2 32,0 2-64,-2 2 62,2 0-140,-6 1 142,0 3 0,0 2-18,0 1-8,-6 2 10,-7 2 3,-2 0 11,-7-1 1,0 1-21,1 0 20,-4-1-14,0-1-4,0-3 20,3-3 4,-2-1-4,5-3 0,0 0-4,4-4 4,2 0-2,4-2-11,0-1 12,3-3-2,3 0 2,-4-1-35,4 0 4,3-1-1,0 1 33,0-1 0,0-1 0,0 0-16,0-1 16,6 1 0,1 1 29,2-2 49,3 0-36,7 1 29,-4-1-29,7 0-19,0 0 8,3 0-31,3 0 0,0-1 7,3-3 6,0 1-13,-4-1-2,1 1-15,-3-1-15,-3 2-39,-7-1-23,4 2-3,-7 0 16,-2 1-65,-4-1-46,0 1-3,-3 0-14,0-1-25,-3-1-56,3 0-78,0 0 84,1-3 202,-1-1 41</inkml:trace>
          <inkml:trace contextRef="#ctx0" brushRef="#br0" timeOffset="21236">10582 234 27,'0'0'180,"0"0"884,0 0-859,0 0-48,0 0-8,0 0-6,0 0 45,0 0-13,0 0-62,6-60 7,-6 54-20,0 1-45,-3 0 12,0 0 7,0 0 23,0 1-43,3 1 17,-6 1-52,2-2 13,-2 2 20,3 0 2,-3 0-3,0-1-51,0 3-38,-4-2-26,-2 1-3,-4 0-4,1 1 45,-1 0-15,-5 0-1,2 0 29,0 2-32,-2 3 19,2-1 4,4 2-1,-1 1 4,4 0 0,-1 1 6,1 1 0,3 1 0,-1-1 12,1 3 1,6-2 0,-6 0-27,5 1-18,1-1 6,3 0 20,-3 0-17,3-1 4,0 0 32,0 1-39,6-2 38,1 0-41,5 1-10,4-1 52,2-1-13,4-1-38,3-2-4,3-2-4,0-1-54,-4-1 103,1 0 9,0-3 1,-3-3-24,-1-1 24,-2-1 23,-4 0-10,1 0 13,-7-1-24,1-1 43,-1 1 1,-9-2-14,3 0-6,-3 0 3,0 1-6,-3 0-4,0 2 27,-3 1-4,-4 1-39,10 2 49,-6 1-36,3 2-13,3 1 36,-3 0-4,0 0-16,3 0-19,0 0-23,0 0-6,0 0-7,0 0-9,0 0-13,-3 4 58,3 3 55,-3 2-55,3 1-2,0 1 1,0 1 1,0-1 3,0 1-3,0 1 1,0-1 25,3 1-24,3 1 0,-3 1-2,6 0 1,1 0 11,-4 3-12,3-1 0,0 1-2,1 1-1,-4 1-33,3-1 7,0 0 13,-5 1-39,2-3 55,-3 0 0,-3 0-2,0-2-63,0 0 39,-3-1 26,-7 1 0,-2-3 10,0 0 32,-7-3 10,4 0-33,-10 1 13,0-2 1,-3 1-7,3-1-10,-6 0-16,3-2 3,0-2-3,4 0-27,-1-3 24,3 0-39,3-1-26,7 0-3,3 0-30,-1-1-71,7-5-101,-6-2-273,6-4-233,0-3 466</inkml:trace>
        </inkml:traceGroup>
      </inkml:traceGroup>
    </inkml:traceGroup>
  </inkml:traceGroup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39:31.145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 contextRef="#ctx0" brushRef="#br0">-1 72 160,'0'0'147,"0"0"1046,0 0-751,0 0-250,0 0-40,0 0-6,0 0 2,0 0-57,0 0-21,0 0-41,0-35-16,0 31-13,0 0-26,0 1-70,0 0-37,0-1-35,0 1-88,0 0-172,0 0-259,0-2-95,0-1 602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39:03.742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5BE879F-441D-410D-A296-D942D1716D42}" emma:medium="tactile" emma:mode="ink">
          <msink:context xmlns:msink="http://schemas.microsoft.com/ink/2010/main" type="writingRegion" rotatedBoundingBox="13107,13383 16469,13244 16506,14135 13144,14274"/>
        </emma:interpretation>
      </emma:emma>
    </inkml:annotationXML>
    <inkml:traceGroup>
      <inkml:annotationXML>
        <emma:emma xmlns:emma="http://www.w3.org/2003/04/emma" version="1.0">
          <emma:interpretation id="{0842FBEE-856E-4B16-BE12-B19FC929E9D8}" emma:medium="tactile" emma:mode="ink">
            <msink:context xmlns:msink="http://schemas.microsoft.com/ink/2010/main" type="paragraph" rotatedBoundingBox="13107,13383 16469,13244 16506,14135 13144,1427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4D2C6BD-9744-46D9-A807-A1CDF6491323}" emma:medium="tactile" emma:mode="ink">
              <msink:context xmlns:msink="http://schemas.microsoft.com/ink/2010/main" type="line" rotatedBoundingBox="13107,13383 16469,13244 16506,14135 13144,14274"/>
            </emma:interpretation>
          </emma:emma>
        </inkml:annotationXML>
        <inkml:traceGroup>
          <inkml:annotationXML>
            <emma:emma xmlns:emma="http://www.w3.org/2003/04/emma" version="1.0">
              <emma:interpretation id="{97714716-B675-4E99-8704-960F91C25072}" emma:medium="tactile" emma:mode="ink">
                <msink:context xmlns:msink="http://schemas.microsoft.com/ink/2010/main" type="inkWord" rotatedBoundingBox="13107,13383 16469,13244 16506,14135 13144,14274"/>
              </emma:interpretation>
              <emma:one-of disjunction-type="recognition" id="oneOf0">
                <emma:interpretation id="interp0" emma:lang="en-US" emma:confidence="0">
                  <emma:literal>constricted</emma:literal>
                </emma:interpretation>
                <emma:interpretation id="interp1" emma:lang="en-US" emma:confidence="0">
                  <emma:literal>cons minded</emma:literal>
                </emma:interpretation>
                <emma:interpretation id="interp2" emma:lang="en-US" emma:confidence="0">
                  <emma:literal>const noted</emma:literal>
                </emma:interpretation>
                <emma:interpretation id="interp3" emma:lang="en-US" emma:confidence="0">
                  <emma:literal>constrict cd</emma:literal>
                </emma:interpretation>
                <emma:interpretation id="interp4" emma:lang="en-US" emma:confidence="0">
                  <emma:literal>cons tided</emma:literal>
                </emma:interpretation>
              </emma:one-of>
            </emma:emma>
          </inkml:annotationXML>
          <inkml:trace contextRef="#ctx0" brushRef="#br0">11236 8331 89,'0'0'43,"0"0"-4,0 0-3,0 0 130,0 0 483,0 0-327,0 0-202,0 0-28,0 0 34,0 0 24,0 0-23,3-22-17,-3 21-19,0 1-4,0-1-3,-3 1-19,3 0-33,0 0-15,-3 0-14,3 0-2,-3 0-1,-3 0-36,0 0 1,-4 0 34,-2 2-18,-1 4 18,-2 0 1,-1 1-23,4 1-2,-3 1 24,2 0-30,1 1 29,2 1-12,-2 1-2,6-1 6,0 0-9,-1 2 32,4-1-16,3-2 3,0 2-36,0-1 13,7-1-14,-1 0 37,3 0 0,3-1 2,4 1-38,3-2 10,-4-1 13,7-1-65,-1-1-6,4-1-59,-3-3-33,3 0-52,-3-1-55,-1 0-14,1-1-201,0-6 315,-4-2 114</inkml:trace>
          <inkml:trace contextRef="#ctx0" brushRef="#br0" timeOffset="3039">11608 8390 27,'0'0'91,"0"0"-16,0 0-29,0 0 124,0 0 374,0 0-296,0 0-108,0 0 39,0 0-72,0 0 10,0 0-6,0 0-17,0 0-7,0 0-9,-21-40-23,17 38-42,1 0 42,-3 0 10,3 0-42,-3 1-23,0 0 2,-1 1 1,1 0-3,-6 0 1,-1 0-1,1 0 2,0 2 21,-7 2-23,7 1 1,-4-1 16,1 3 0,2 0-1,1 1-7,3 0-9,-4 1 0,4 1 11,0 1-11,5-1-1,-2 1-1,3 2 1,3-2-2,0-1 2,0 0-2,0 0-13,0-1 13,3 0-10,7-1-6,-4-1 19,3 0 12,3-3-12,1 1-13,5-2-23,4-1-9,-3-2 29,2 0-27,1 0 11,0 0 16,-4-3-7,1-3 7,0 1 14,-4-3-34,1 1-3,-1-1 20,-2-1 6,-4 1 13,0-1 0,-3 0-1,1 0-3,-7 0 1,0-2 3,0 1-55,0-1-16,0 1 64,-7 0 7,-2 2 0,0-1-13,3 1-13,-7 0 0,1 2 26,-1 1 27,1 0-25,0 1-4,2 1 12,-2 1-10,3 0 2,-1 0 18,1 2 2,0-1 40,2-1-30,7 1 7,-6 0-35,3 1 12,3 0 13,0 0 3,0 0-9,0 0-7,0 0 4,0 0 15,0 0 1,0 0-16,0 0-20,6 0 0,1-1 0,5 0 0,-3 0 2,7-1-2,-1-2-2,4 3 2,-1-2-2,-2 0 1,3 0 1,-4 1 3,1 0 9,2 2-12,-5-3-21,-1 2 18,4 0-10,-7 1-3,-3 0-4,3 0 20,-6 0 16,4 0-12,-1 2 51,-3 2-26,0 1 22,3 1 17,-3 1-48,4-1-17,-4 2-3,0 0 19,3 1-15,-3 1-2,0-1 1,3 4 10,-3-3-12,1 1 1,-4 2 20,6-1-21,-3-1-2,0 0-23,0 0 23,0-1-11,-3-3 10,3 1-1,0-3-30,-3-1 30,0-3 3,0-1 16,0 0 23,0 0 13,0 0-14,0 0-2,3 0 9,-3 0 7,0-3-52,0-2-20,7-1 8,-7-3 12,3 0 9,3-1-9,-3-1-3,3-1-13,-3 0-29,4-2-7,-1 0-13,3-1 4,0 2 26,1 0-20,2 2-20,-3 2 14,1 1 19,-1 2 42,0 4-23,-3 0 23,4 2-42,-7 0 39,3 0 3,-6 0 13,6 0 20,-3 0-7,-3 2 55,7 5-7,-7 0-48,6 0-25,-3 0-1,3 3 20,-3 0-20,3 2 3,1-1-3,-4 1 3,6 2 16,-6 1 14,3-1-30,0-1 10,1-1-13,-4-2-46,6 0 26,-3-3-15,0 0 32,1-1-13,-1-2 15,3-1-1,4-3 1,-4 0-57,3 0 58,4 0 0,-4-4 0,1-2 0,5-2 13,-5 0-11,-1-2-2,0-2 1,1-1 31,-4-1-29,0 0 14,-2-3 22,2 1-39,-3-1 0,-3 0-3,0 1 3,0 0 0,-3 2-16,0 1-42,0 2 58,0 1 20,-3 3-7,0 3 7,3-1 12,-6 5 10,3-1-10,3 1-28,-3 0-4,0 0-13,0 0-7,-4 0-2,4 1 20,-3 5-24,0 2 26,0 0 0,0 1-3,-1 0 3,4 2 0,-3 0 1,6 0 15,0-2-14,0 1-1,0 0 0,0 0 11,0-1-12,9 0 0,-2 0-13,2-1 13,0 0 23,4 0-4,-4 0-17,3 1-4,4 0-12,-7-1-28,3-1-3,-2 1 9,-4 0 17,0-2-14,0 2-15,-3-1-27,-3 1-25,0-2 43,0 1 55,0 1 4,-6-1 48,-6-2 5,3 2-16,-7-2-3,-3 0-4,4 0-16,-4-2-13,4 2 16,2-4-19,1 0-3,3-1-42,3 0-24,2 0-28,1 0-36,3-1-49,0-5-274,3-3-39,7-3-36,2-3 377,1-3 86</inkml:trace>
          <inkml:trace contextRef="#ctx0" brushRef="#br0" timeOffset="3994">12399 8354 92,'0'0'95,"0"0"-46,0 0-13,0 0 792,0 0-405,0 0-169,0 0-95,0 0-33,0 0-2,0 0-34,9-21 4,-3 16-94,4 3-10,2-2 10,1 1-9,-1 0 25,3 0-3,1 2-10,-1 1-2,1 0 19,-4 0 10,1 0-30,-1 0-18,-3 3 17,7 4 1,-7 1-3,1-1 3,2 2 25,-3-1-25,1 4-3,-1-1-13,-3 0-7,0 3-13,-3-1 4,4 1-59,-4-1 33,-3 1-10,0-1-3,0-1 6,0 0 19,0-2-3,0-3-9,0-1 22,0-3 1,0-1 12,0-1 23,-3-1 36,3 0 61,0 0 10,0 0-61,0-5-46,0-3 0,3-1 24,0-1-11,3-3 36,0 1-29,7-3-2,-1 0-18,0 2-2,4-3-11,-1 1-16,1 1-10,-1 1-4,-2 3-2,2 2 42,-2 3 1,-4 1 2,-3 2 16,0 1 46,-2 1-11,-1 0-8,0 0-4,-3 0 3,6 2 39,-3 3-26,0 2-17,0 2-24,3 0-14,1 2 0,-1 0 3,3 3 33,-6-1-36,0 1-1,4 0-21,-4 2 20,0 0-10,0 1-8,0-1 18,-3 1 1,3 0-17,-3-1-25,0-1-18,0-2-23,0-2 3,0-1-17,0-2-57,0-2-5,0-2-48,0-2-104,0-2-50,0 0-114,0-2 254,0-7 144</inkml:trace>
          <inkml:trace contextRef="#ctx0" brushRef="#br0" timeOffset="3411">12470 8088 111,'0'0'179,"0"0"1114,0 0-1095,0 0-52,0 0 52,0 0 71,0 0-37,0 0-3,0 0-52,0 0-65,-46-51-36,43 51-15,3 0-16,-3 0-21,3 0-24,0 0-32,0 2-22,0 2-13,0 1 16,0 4 51,0 3 16,0 1 9,0 2-6,0 2-6,0-2 3,0 4-13,6 1 17,-3 0-20,3 1-1,-3 1 1,0 1 0,3 0 0,-2-1-26,2 2-25,-3-2-87,3 0 68,0-1-94,-3-1 19,7 0-10,-10-3 10,6-1-14,-3-1 3,-3-3-6,0-1-43,0-2-78,0-2-13,0-2 12,0-3-61,0-2 25,0 0 252,-3-3-10,0-6 71</inkml:trace>
          <inkml:trace contextRef="#ctx0" brushRef="#br0" timeOffset="4245">12901 8211 284,'0'0'166,"0"0"869,0 0-794,0 0-98,0 0 61,0 0 29,0 0-16,0 0-91,0 0-52,0 0-3,0 0-13,0 0-45,-6-41-13,6 41-52,0 0-44,3 0-33,0 0-30,7 0 7,-1 3 49,3 4-47,4 3-96,-1 1-158,4 2-32,-1-1-154,1 0 345,-7-1 142</inkml:trace>
          <inkml:trace contextRef="#ctx0" brushRef="#br0" timeOffset="4627">13360 8363 176,'0'0'69,"0"0"81,0 0 603,0 0-405,0 0-156,0 0-72,0 0 10,0 0-13,0 0 6,0 0-49,0 0-6,-96-63-9,84 63 18,-4 0 4,1 0 9,2 0-6,-2 3-16,2 2-10,1 2-3,-4 1-20,4 1-3,0 1-29,-1 1 10,1 3 0,6-2-10,-1 2 8,-2 0-11,6 0-1,0-1 1,3 2-39,0-2 10,0 0 4,0 0-24,6-2-5,3 1-8,1-2 14,5-1-3,4-3-17,-1 0 3,4-4-35,3 1-26,0-3 13,3 0-24,-4 0-41,1-1-11,3-5-22,0-2 2,0-1 30,-3-3-150,3-2-127,-7-3 289,-2-2 92,0-2 33</inkml:trace>
          <inkml:trace contextRef="#ctx0" brushRef="#br0" timeOffset="4989">13528 8053 87,'0'0'121,"0"0"1096,0 0-973,0 0-81,0 0 51,0 0 84,-75-107-36,69 99 2,0 1-75,3 3-32,-4 1-10,4 3-1,3 0-19,-3 0-29,0 0-32,3 0-19,0 0-28,0 0-19,0 0-38,0 0-15,0 5-17,0 3 42,0 2 28,0 5 1,0 3 24,0 1-24,3 3 21,0 0-19,4 0 0,2 1 19,-3-1-21,3 3 2,4 0-3,-7 1 0,3 2-47,4 0-10,-7 0-32,3-1-38,-3-1 6,1-1-29,-4-2-10,-3 0-36,0-4 19,0-1 3,0-1 28,0-4-45,0-1 6,0-3-26,0-2-7,-7-3-56,4-2-45,0-2-118,-3 0 128,6-1 221,-3-7 45,0-2 4</inkml:trace>
          <inkml:trace contextRef="#ctx0" brushRef="#br0" timeOffset="6234">13478 8326 99,'0'0'94,"0"0"-22,0 0 544,0 0-117,0 0-180,0 0-111,0 0 12,0 0-9,0 0 2,0 0-39,3-34-55,3 34-51,-3-1-29,7-1-39,2 0-73,7 0 2,-1-1 55,7 1 0,0 0 15,0 2-1,0-1-36,-1 0 15,1-2-15,0 2-24,-6 0 43,2-1-20,1 2 7,-3-1-7,-1 1-16,-2 0 26,-4 0 3,-3 0 24,-2 0 2,-7 0-1,0 3 1,0 0 0,0 1 1,0 1 27,-4 3-12,1 0 20,-3 0-4,0 2 10,0-1-26,0 1-12,2 0-2,-2-1-2,3 0-13,0-1 13,0 0 0,3-1-1,0 0-15,0-1-23,0 0-13,0-3-16,6 2 29,0-3-19,1 1 32,5 0-9,0-3-40,4 0 26,-4 0-22,4 0 13,-1 0-59,-2-5 29,-1 1 7,-3-2 48,1-1 5,-4 0 28,-3-2 19,0 0 37,-3 0 18,0-2-2,0 2-1,0 0-19,-9 2 1,-1 0-50,-2 1 7,3 2 16,-7 3 20,4 1-14,-4 0 7,1 0 3,-4 1 29,4 5 36,-4 3-3,1 2-24,2 0-21,1 1-30,-1 1-13,4 0 3,2 2-18,1 0 0,3 0 38,3 1-38,3-2-1,0 0-1,0-1-22,0 0 1,0-2-36,9-1 22,3 1-12,1-2 3,5 1 3,4-1-13,3-1-33,3-1 53,6-1-56,0-3-39,0 0-6,0-3-59,-3 0-42,3 0 2,-6-1 17,3-5 42,-6-3 29,3 0-6,0-3 150,-6 0 3,-4-2 88,1-1 98,-7-1 94,4-3-68,-7 1-40,0 0-71,1 1-7,-4 1-6,0 2 87,-3 1-132,-3 3 21,0 1 50,0 0 12,0 2 4,-3 0-33,-3 0 25,0 1-54,-7-1-7,1 3-9,-1 1-1,-2 0 13,-1 1-25,7 1-1,-6 1 1,2 0-10,1 0-10,-1 0-3,1 0 0,0 6 6,-4 1-9,4 1 3,-1 2-16,1 2 16,0-1-16,2 2-16,4-1-6,3 0-17,-3 0-18,6 1 9,0-2-33,0 0 11,6 0 2,6-1-28,1-2 8,5 0 8,-2-2-30,6-1-58,-1-2-24,4-2 14,-6-1-46,2 0-24,-2 0-51,0-4 2,-4-2-9,4-3 29,-4 0 159,-2-3 105,-1-2 13,-3-2 101,1-2 0,-1-3 415,-3-2-145,3-2-198,-2-2-37,2-5-22,-6 1-23,3-2 65,-6-1-13,0 1-23,0 0-16,0 0 64,-9 3-10,3-3 17,-4 4-79,1-1 7,-3 2 35,2 2 12,-2 1-22,3 2-1,-1 3-13,1 2-60,3 4 44,0 1-35,-1 7 13,7 2-20,-3 2-18,3 2-27,0 0-11,0 0-19,0 0-6,0 0-12,0 0-17,0 3-21,0 4-14,0 3 39,0 6 46,0 3 1,0 5 2,0 1-1,0 5 2,0 2 3,0 2 0,0 2-3,0 1 0,3 3-56,4 0-10,-4 2-45,0 0-42,0 0 3,0-2-107,-3-1-24,0-3 62,0 1 53,3-1-15,0 0 28,7 1 72,-1-2-117,0-3-503,0-4 418,1-5 6,-4-4 29,-3-7 200</inkml:trace>
        </inkml:traceGroup>
      </inkml:traceGroup>
    </inkml:traceGroup>
  </inkml:traceGroup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39:21.64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C53F088-8755-458C-A1B3-061F34432CA9}" emma:medium="tactile" emma:mode="ink">
          <msink:context xmlns:msink="http://schemas.microsoft.com/ink/2010/main" type="writingRegion" rotatedBoundingBox="2353,15825 8248,15748 8289,18909 2394,18986"/>
        </emma:interpretation>
      </emma:emma>
    </inkml:annotationXML>
    <inkml:traceGroup>
      <inkml:annotationXML>
        <emma:emma xmlns:emma="http://www.w3.org/2003/04/emma" version="1.0">
          <emma:interpretation id="{F2C436FD-2B53-4FC7-B4CE-1D0781A8C9DF}" emma:medium="tactile" emma:mode="ink">
            <msink:context xmlns:msink="http://schemas.microsoft.com/ink/2010/main" type="paragraph" rotatedBoundingBox="2355,15787 7925,15803 7923,16513 2353,164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37B63AE-5C38-48E2-BEA0-2A474B1C92A9}" emma:medium="tactile" emma:mode="ink">
              <msink:context xmlns:msink="http://schemas.microsoft.com/ink/2010/main" type="line" rotatedBoundingBox="2355,15787 7925,15803 7923,16513 2353,16497"/>
            </emma:interpretation>
          </emma:emma>
        </inkml:annotationXML>
        <inkml:traceGroup>
          <inkml:annotationXML>
            <emma:emma xmlns:emma="http://www.w3.org/2003/04/emma" version="1.0">
              <emma:interpretation id="{1A9EE3F1-E112-49DD-8660-F8041A816FB1}" emma:medium="tactile" emma:mode="ink">
                <msink:context xmlns:msink="http://schemas.microsoft.com/ink/2010/main" type="inkWord" rotatedBoundingBox="2355,15805 4369,15811 4367,16503 2353,16497"/>
              </emma:interpretation>
              <emma:one-of disjunction-type="recognition" id="oneOf0">
                <emma:interpretation id="interp0" emma:lang="en-US" emma:confidence="0">
                  <emma:literal>Exp5:</emma:literal>
                </emma:interpretation>
                <emma:interpretation id="interp1" emma:lang="en-US" emma:confidence="0.5">
                  <emma:literal>Exp 5:</emma:literal>
                </emma:interpretation>
                <emma:interpretation id="interp2" emma:lang="en-US" emma:confidence="0">
                  <emma:literal>Expy:</emma:literal>
                </emma:interpretation>
                <emma:interpretation id="interp3" emma:lang="en-US" emma:confidence="0">
                  <emma:literal>Expo:</emma:literal>
                </emma:interpretation>
                <emma:interpretation id="interp4" emma:lang="en-US" emma:confidence="0">
                  <emma:literal>Expo.</emma:literal>
                </emma:interpretation>
              </emma:one-of>
            </emma:emma>
          </inkml:annotationXML>
          <inkml:trace contextRef="#ctx0" brushRef="#br0">281 10452 111,'0'0'49,"0"0"-23,0 0 6,0 0 220,0 0 302,0 0-186,0 0-202,0 0-75,0 0-13,0 0 71,0 0 1,19-29-30,-19 26-30,0 3-22,0 0 0,0 0 0,0 0-6,0 0-17,0 0-16,0 0-26,0 0 9,0 0-12,0 0-29,0 0-10,0 0-6,0 0-13,0 5 6,0 1 10,0 4 35,0 2 7,0 1 4,0 1-4,0 2-1,0-2-1,0 2 1,0-1 2,0-1-1,0-1 3,0 0-3,3-2 2,-3 2 14,3-2-15,-3-1-2,3 0-9,-3-1-3,7-1-45,-7-1 6,3 0 23,0-2 14,0 1 14,-3-1-46,0 0 46,6-1-55,-3 2 55,3-3-66,1 1 54,-1 0-23,0-1 35,0 0-38,4-1 26,2 0-29,-3-2 13,7 2 6,-1-2-32,1 0 0,2 0 19,4 0-150,-3-3 89,-4 0-47,4 0-87,-4-2 10,1-1-187,-4 1 144,1-2 218,-4 0 7</inkml:trace>
          <inkml:trace contextRef="#ctx0" brushRef="#br0" timeOffset="529">368 10446 58,'0'0'88,"0"0"-7,0 0-65,0 0 40,0 0 723,0 0-362,0 0-203,0 0-90,0 0 6,-62-23 39,62 23 12,0 0-26,0 0-45,0-2-49,0 1-16,3 0 10,4 1-16,-1-2-39,3 0-25,0-1-46,10-1 29,0 1 0,2 1-58,4 1-19,3 1-72,3 0 22,-3 0-133,-3 3-176,-4 3-125,-2 0 58,0 0 454</inkml:trace>
          <inkml:trace contextRef="#ctx0" brushRef="#br0" timeOffset="288">347 10606 89,'0'0'131,"0"0"-76,0 0 36,0 0 486,0 0-130,0 0-226,0 0-104,0 0-3,0 0 3,0 0-14,-7 4-22,7-4-16,7 0-10,-1 0 4,6 0-14,-2 0-6,2 0-17,3 0-22,1 0 0,3 0-3,-4-1-62,4 0-16,-4-1-71,1 1 13,-1-1-118,-6 1 26,7-1-150,-10-1-121,0-2 46,-6-1 358,3-2 35</inkml:trace>
          <inkml:trace contextRef="#ctx0" brushRef="#br0" timeOffset="1168">868 10580 371,'0'0'19,"0"0"698,0 0-271,0 0-163,0 0-69,0 0-48,0 0 31,0 0 23,0 0-46,0 0-68,-13-18-48,13 18-10,-3 0-29,0 0-19,0 1-45,-3 5 0,-4 1 32,1 3 13,-3 2 1,-4 1 0,4 2-1,-4 0-28,7 0 15,-4 1-6,1 1 15,3 0-28,3 0-16,-4-1-91,7 2 1,-3-2-31,6 0-35,0 0 10,0-2-125,0-2-101,3-3-81,3-5-70,4 0 457</inkml:trace>
          <inkml:trace contextRef="#ctx0" brushRef="#br0" timeOffset="868">747 10591 113,'0'0'170,"0"0"107,0 0 449,0 0-306,0 0-183,0 0-78,0 0-39,0 0-13,0 0-29,-7 2-39,7 1-39,0-3-30,0 1 8,0 2 7,7-1 15,2 2 17,-3 0-17,6 2-1,-2 1-12,5 0 13,-2 1 1,2 3 15,1-3-16,-4 3-77,4-1-27,-4 0 10,4 0-62,-7 0-16,0 0-20,-3-2-97,1 0-24,-4-1-143,0-4 32,-3-1 345,0-2 36</inkml:trace>
          <inkml:trace contextRef="#ctx0" brushRef="#br0" timeOffset="1573">982 10388 111,'0'0'1661,"0"0"-1323,0 0-186,0 0 7,0 0 57,0 0 6,0 0-68,0 0-109,0 0-45,0 0-70,0 0 2,0 0 17,13 18 25,-4-6 17,3 3 5,-2 3-9,2 0 1,-3 2 11,1 1 1,-1 2 31,0-1-31,1 3 0,-4 0-16,3 1 16,-6 1-20,3 1-76,-3 1-8,1 0 8,-1 0 31,-3 3-35,0-2 19,0 0-62,0-2-32,0-2 104,6-2-27,-3-3-48,0-2-23,0-4-56,3-1 82,-3-5-66,1-2-26,2-3 10,-6-3-29,6-1 195,-3 0 11,0-7-9</inkml:trace>
          <inkml:trace contextRef="#ctx0" brushRef="#br0" timeOffset="1939">1044 10568 259,'0'0'163,"0"0"735,0 0-716,0 0-22,0 0-20,0 0 80,0 0-22,0 0-55,0 0-82,-9-81 7,15 75-42,3 0-10,7 1-26,6-1 10,-1 0-45,4 1 3,3 2 26,-3-1-1,-3 4 14,-4 0-24,1 0-18,-7 2-36,1 6 7,-4 1 61,0 1-68,1 2 35,-4 1 27,-3 1-66,-3 0 85,0 0-22,0 0-8,-9 0 30,-4-1-55,-2 0 34,-4 0 21,-3-4 32,1 1-32,-1-1 0,-3-2-13,3-1-91,-2-1 16,2-1-13,3-1-22,1-1-63,2-2-120,10 0-10,-3 0-72,6-2 241,3-6 85</inkml:trace>
          <inkml:trace contextRef="#ctx0" brushRef="#br0" timeOffset="2591">1519 10342 83,'0'0'71,"0"0"-32,0 0 1,0 0 227,0 0 290,0 0-247,0 0-190,0 0-68,0 0-9,0 0 22,0 0 6,-25 8-51,19-1-1,-4 1-18,4 1-1,0 1-13,0 0-1,3 2 14,0-1 1,-1-1 41,4 2-42,0-1 2,0 0 46,0 0-31,10-2 21,-1 1-15,0-1 16,4-2 10,2 1-13,4-1-35,-1-1 46,7 1-47,0-1-1,0 0-64,0 1 20,-1 0-40,-2 0 37,-3-1-4,-1 2-13,-2-1 42,-1 2-117,-2 0 104,-4 0-58,-3 1-30,1 0 82,-4 0-20,-3 1 13,0-1 47,-7 0 2,-5-2 23,3 1 42,-7-2-26,4 0 59,-4 0-30,-5-1-48,2-1-20,3 1 1,-8-2-1,5 0 0,-6-2 0,7 0-108,-1-2-42,0 0-38,7 0 18,3-1-146,3-6-62,-4-3 296,10 0 19</inkml:trace>
          <inkml:trace contextRef="#ctx0" brushRef="#br0" timeOffset="2855">1547 10374 309,'0'0'26,"0"0"704,0 0-437,0 0-117,0 0 94,0 0 19,0 0-46,0 0-37,0 0-70,0 0-78,105 2-10,-80-5-32,6 1 10,-3-2-26,3 1-11,-3 2-59,0-1-108,-4 1-19,-2-1-36,-3 1-144,-4 0-199,-2-1-428,-4-2 867</inkml:trace>
          <inkml:trace contextRef="#ctx0" brushRef="#br0" timeOffset="3495">2148 10483 1099,'0'0'491,"0"0"-260,0 0-153,0 0 139,0 0-6,0 0-33,0 0-88,0 0-35,0 0 32,0 0-3,0 0-26,0 0-58,13-39-35,-13 39-19,0 0-24,0 0-25,0 0-29,3 0-66,-3 7-38,6 2-79,0 4 71,0 1-43,4 1-133,-4 1-108,3-1 319,-68-65 169</inkml:trace>
          <inkml:trace contextRef="#ctx0" brushRef="#br0" timeOffset="3695">2272 10832 39,'0'0'183,"0"0"-125,0 0 617,0 0-378,0 0-203,0 0-45,0 0-49,0 0-143,0 0-66,0 0-355,0 0 222,16-68 205</inkml:trace>
        </inkml:traceGroup>
        <inkml:traceGroup>
          <inkml:annotationXML>
            <emma:emma xmlns:emma="http://www.w3.org/2003/04/emma" version="1.0">
              <emma:interpretation id="{64B98007-6A75-4538-9AAD-3DAE87D54F3B}" emma:medium="tactile" emma:mode="ink">
                <msink:context xmlns:msink="http://schemas.microsoft.com/ink/2010/main" type="inkWord" rotatedBoundingBox="5485,15796 7925,15803 7923,16283 5483,16276"/>
              </emma:interpretation>
              <emma:one-of disjunction-type="recognition" id="oneOf1">
                <emma:interpretation id="interp5" emma:lang="en-US" emma:confidence="0">
                  <emma:literal>2.82:}</emma:literal>
                </emma:interpretation>
                <emma:interpretation id="interp6" emma:lang="en-US" emma:confidence="0">
                  <emma:literal>2.82:]</emma:literal>
                </emma:interpretation>
                <emma:interpretation id="interp7" emma:lang="en-US" emma:confidence="0">
                  <emma:literal>2.82:)</emma:literal>
                </emma:interpretation>
                <emma:interpretation id="interp8" emma:lang="en-US" emma:confidence="0">
                  <emma:literal>2.82.]</emma:literal>
                </emma:interpretation>
                <emma:interpretation id="interp9" emma:lang="en-US" emma:confidence="0">
                  <emma:literal>2.82:</emma:literal>
                </emma:interpretation>
              </emma:one-of>
            </emma:emma>
          </inkml:annotationXML>
          <inkml:trace contextRef="#ctx0" brushRef="#br0" timeOffset="34443">3506 10495 88,'0'0'108,"0"0"-59,0 0-1,0 0-8,0 0-5,0 0 5,0 0 2,0 0 163,0 0 180,0 0-134,0 0-95,0 0-55,0 0 23,0 0 22,0 0-13,0 0-32,0 0-20,0 0-4,0 0 4,-25-3 10,22 3-20,0-1-22,0-1-4,0 1 19,0-1 4,0 0-20,-3 2-19,2-2-13,-2 0 33,3 2 12,0 0-61,3 0-42,0 0-74,0 0 15,0 0 101,0 0 274,0 0-274,0 0-7,0 0-134,0-3 141,3-3 26,3 1 28,1-2-54,2 0-67,3 2 51,1-1 15,-4 2-19,3-1 1,-2 3 3,2-2 13,-3 3-1,4-1 1,-1 2-19,4 0 2,-4 0 7,1 0 0,2 0 13,-3 0-13,4 0-38,-4 0-4,1 3-23,-4 1 20,0-1 23,-2 1-20,2-1-4,-6 0 1,0 2-49,0 0-26,-3 2 26,0 2 68,0 1 39,0 3 6,-6 1 33,-3 3-32,-4 0 15,1 1-15,-7 0 12,1 0-2,-1 1 5,-3-1-18,1 0-4,-1 1-4,0-2 2,0 0 2,4-2 0,-1-2 0,4-1-1,-1-1 1,7-1-32,0-2 31,-1-2-12,7 0-10,0-3-9,0 1 31,3-3-20,0 0-5,0-1 13,0 1 13,0 0 16,0-1 20,0 0 12,0 1 14,0-1-7,3 1 17,0 1 18,3 0 17,1-1-32,2 1-23,0-1-13,1 0 22,2 0-3,0-1-32,7 0-13,-4 0-13,1 0 0,3 0 2,-1 0 1,-2 0 19,2 0-22,1-1-3,-4-1-10,1 0-4,-1 1-25,-5 0-29,-1 0-3,-6 1 9,0-2-48,0 2-40,0 0-93,-3 0-112,0 0-82,0-1-58,0-1 70</inkml:trace>
          <inkml:trace contextRef="#ctx0" brushRef="#br0" timeOffset="34835">3968 10699 233,'0'0'195,"0"0"900,0 0-789,0 0-121,0 0 6,0 0 23,0 0-8,0 0-29,0 0-58,0 0-32,0 0-10,0 0-3,6 0 9,-6 0-7,4 0-12,-1 0-26,-3 0-26,0 0-12,0-1-2,0-1-14,0 0-16,3 0-19,-3-1-29,3-1-32,-3 1-22,0-1-33,0 1-68,0 1-89,3-3-136,-3 1-158,3-3-467,-15 49 969</inkml:trace>
          <inkml:trace contextRef="#ctx0" brushRef="#br0" timeOffset="35689">4446 10536 143,'0'0'297,"0"0"714,0 0-728,0 0-127,0 0 29,0 0 29,0 0-46,0 0 4,0 0-73,0 0-44,6-72 19,-6 65-16,0-2-26,0 1 19,0-1-2,0 1-46,0-1 19,0 0-19,-6 1 39,6 1 9,-3 1-25,-4-1-23,1 0 10,3 2-7,-3-1-6,-3 1-3,2 0 2,-2 0-15,0 2-3,-1-1-4,1 1-15,-3 2 9,2 0-16,-2 1 7,0 0 9,-1 0-13,4 6-3,-7 1 16,4 2 10,0 0 3,-4 2 13,4-1-17,-1 1 8,7 0-11,0-1 20,3 3-26,0-3 16,3 1-3,0-2-3,0 1 2,0-1 16,6-1-50,0 0-27,0 0 39,7 0-25,2 0 62,1-2 2,2 1-26,1 0 23,0-2 3,2 1-4,-2 0 1,3-1-45,-1 1-7,-2 0 3,-4 0-16,1 1 13,3-1 32,-4 1-32,4 0 6,-4 1-55,1 0 39,-4-1-26,4 2 49,-7-1-13,3 1-88,-6 0 3,1 1 32,-4-1-84,0 2 23,-3-1 58,0 1 62,-3 0-13,-3-1 46,-4 0-1,-2 0 4,-4-1-29,1-1 22,-4 0 20,4-2 20,-1-1 65,1 0-20,-1-2 127,1-1-58,-1-2-20,4 0 29,-1 0-3,1 0 104,3-3-111,-1-3-26,1-1-9,3-1 45,0 0-59,-1-2 3,4 1-19,-3-3-10,6 0-6,0-3-27,0 0-25,0 0-25,0-2 24,6 1-34,1-1 32,2 3-74,-3-1-56,6 3 33,-2-1 18,-1 2-132,3 0 10,1 1-210,-4-2-237,4 2 116</inkml:trace>
          <inkml:trace contextRef="#ctx0" brushRef="#br0" timeOffset="36573">4604 10511 189,'0'0'108,"0"0"-63,0 0-25,0 0 19,0 0-10,0 0 542,0 0-151,0 0-218,0 0-85,0 0 10,-6-6 19,6 5-7,0 0-19,0-1-10,0-1-29,0 2-23,0 0 19,0-2 1,0 1-11,0-1-12,0 0 19,3 0-42,0-1-30,0-1 31,3-1-33,0 0 1,1 1 40,2-1-25,0 0-16,4 1 0,-4-1 0,6 2 1,1-1 0,-1 2-1,1-1 17,2 2 2,1 0-19,-3-1-2,2 2 0,1-1-1,-7 2 1,1 0-17,2 0 6,1 0-3,-4 3-10,4 3-12,-7 1 6,0 0 16,4 1 3,-7 3-19,0 0-17,-3 3-31,0 1 9,-3 2 26,0 1-7,0 0 49,-9 0-13,0 2-11,-7 0 25,-3-2-28,1 0 29,-4 0-1,7-3 0,-1 1-24,1-2 25,2-1 0,4-2-12,-4-3 12,7-2 0,0-1-24,3-2 25,3 0 0,-3-2 0,3-1 1,0 0 2,0 0 0,0 0 0,0 0 42,0 0 36,0 0 6,6 0-25,0 0-24,4 0 1,2 0 6,3 0-43,4 0 14,0-3-15,2 0 19,-5 1-20,6-1-3,-4 1 3,1-1-10,-1 0 8,-2 1-61,3-3-1,-7 3-43,0-1 4,-2 2-39,-1-1-20,-3 1-75,3-1-91,-2-1-108,-4-2-131,3 1 25</inkml:trace>
          <inkml:trace contextRef="#ctx0" brushRef="#br0" timeOffset="36889">5255 10457 245,'0'0'3,"0"0"1146,0 0-739,0 0-196,0 0 13,0 0-13,0 0 2,0 0-49,0 0-41,0 0-30,-9-46-26,9 44-3,0 0-12,0 0-17,0 1-19,0 0-19,0 1-1,0 0-34,0 0-54,3 0-59,0 0-64,0 0-65,-3 0-36,9 7-31,-9 0-89,3 2-110,4 0-142,-35-39 449</inkml:trace>
          <inkml:trace contextRef="#ctx0" brushRef="#br0" timeOffset="37155">5308 10735 290,'0'0'78,"0"0"-6,0 0 271,0 0 370,0 0-323,0 0-186,0 0-119,0 0 18,0 0 1,0 0 6,15-7-46,-12 4-18,0 1-36,0 0-10,-3 0-16,4 0 14,-4 1-56,0 0-81,0-1-84,3 0-79,-3 0-163,3-4-271,0 1 185,-40 42 431</inkml:trace>
          <inkml:trace contextRef="#ctx0" brushRef="#br0" timeOffset="38013">5726 10627 330,'0'0'27,"0"0"80,0 0 1056,0 0-887,0 0-84,0 0-40,0 0 16,0 0 10,0 0-43,16-35-32,-13 29-38,0-1-14,0 0 0,0-2 1,0-1-11,3 0-12,-2-1-14,-1-2-15,-3-1 0,0 1 3,3-1-2,-3 3-1,0 0 13,0-2-11,0 4-2,0 0 0,0 3-2,0 0 2,0 2 13,0 1 6,0 2 0,0 0-16,0 1 1,0 0-1,0 0-1,0 0 1,0 0-3,0 0-2,0 0-20,0 0-1,0 0-2,0 0-7,0 0-3,0 0-10,0 1-7,0 3 7,0 1 20,0 3 25,0 1-2,0 3-8,3 2 10,-3 3 19,3 0-6,-3-2 6,0 2-16,3-1 0,-3 0 10,3-1-13,-3 1-11,3-1-12,3-1-12,-2 0-10,-1-1-10,3 1 33,0-2-23,-3 2-29,0-2 41,4-1-28,-4 1 0,3-2 35,-3-1-10,-3-1-35,6-2 3,-3 1-3,-3-2-3,0-3-11,0 1 27,0 1 9,3-4-35,-3 2-17,0 0 13,0-1 4,0 0 15,0 1 40,-3 0 17,0 0 12,-6-1 49,0 0-48,-1 0 2,-2 0-2,2 1-1,-2-1-1,0 0 0,-1-1 1,1 1 36,3 0 49,-1 1-17,1-1-6,0 1 3,2 0-7,1 0 13,-3 0-25,3-1-14,3 1 14,3-1-14,-3-1-9,-1 0-8,4 0-15,0 0-2,0 0-1,0 0-17,0 1 20,0 1 12,0-1 11,0-1-10,7 1 6,-4 0 30,3 1 2,3-2-47,1 0 15,2 0-19,0 0-23,4 0-67,-4-2-43,4-1-91,-4-2-169,1-1-317,-4-2 5,-146 28 627</inkml:trace>
        </inkml:traceGroup>
      </inkml:traceGroup>
    </inkml:traceGroup>
    <inkml:traceGroup>
      <inkml:annotationXML>
        <emma:emma xmlns:emma="http://www.w3.org/2003/04/emma" version="1.0">
          <emma:interpretation id="{D65F9248-2213-4AF5-8093-D4736D25003F}" emma:medium="tactile" emma:mode="ink">
            <msink:context xmlns:msink="http://schemas.microsoft.com/ink/2010/main" type="paragraph" rotatedBoundingBox="2522,17112 8264,17038 8289,18909 2547,189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1238C64-F5A5-4303-BBAE-2DF3D11169CA}" emma:medium="tactile" emma:mode="ink">
              <msink:context xmlns:msink="http://schemas.microsoft.com/ink/2010/main" type="line" rotatedBoundingBox="2510,17266 8046,16981 8086,17746 2549,18031"/>
            </emma:interpretation>
          </emma:emma>
        </inkml:annotationXML>
        <inkml:traceGroup>
          <inkml:annotationXML>
            <emma:emma xmlns:emma="http://www.w3.org/2003/04/emma" version="1.0">
              <emma:interpretation id="{C437436F-2E28-435E-87EA-9990A486686C}" emma:medium="tactile" emma:mode="ink">
                <msink:context xmlns:msink="http://schemas.microsoft.com/ink/2010/main" type="inkWord" rotatedBoundingBox="2510,17266 4528,17162 4568,17927 2549,18031"/>
              </emma:interpretation>
              <emma:one-of disjunction-type="recognition" id="oneOf2">
                <emma:interpretation id="interp10" emma:lang="en-US" emma:confidence="0">
                  <emma:literal>Expo.</emma:literal>
                </emma:interpretation>
                <emma:interpretation id="interp11" emma:lang="en-US" emma:confidence="0">
                  <emma:literal>Exp G:</emma:literal>
                </emma:interpretation>
                <emma:interpretation id="interp12" emma:lang="en-US" emma:confidence="0">
                  <emma:literal>Exp 6°.</emma:literal>
                </emma:interpretation>
                <emma:interpretation id="interp13" emma:lang="en-US" emma:confidence="0">
                  <emma:literal>Expy:</emma:literal>
                </emma:interpretation>
                <emma:interpretation id="interp14" emma:lang="en-US" emma:confidence="0">
                  <emma:literal>Exp 68°.</emma:literal>
                </emma:interpretation>
              </emma:one-of>
            </emma:emma>
          </inkml:annotationXML>
          <inkml:trace contextRef="#ctx0" brushRef="#br0" timeOffset="6529">452 11878 176,'0'0'29,"0"0"-9,0 0 3,0 0 202,0 0 316,0 0-202,0 0-186,0 0-85,0 0 4,0 0 12,0 0-9,0 0-33,0 0-41,0 0-1,0 0-26,0 0-3,6-7-4,-6 10 33,0 3 14,0 2 16,0 2-17,0 4 9,0 0-22,0 3 20,0 1-20,0 1 1,3 3 54,-3-2-32,0 2-23,0 1 0,0-1-1,0 0 1,0-1 0,0-1 36,0-1-36,0-1 0,0-2 9,0-3-11,0 0 2,0-2 0,0-1 4,0-2-1,0 0 7,0-2 3,0-1-26,0-2 13,0-1-22,0-2 22,0 0 12,0 0 14,0 0-7,3 0 7,1 0 19,5 0 11,0 0-40,7 0 16,-7 0-32,6 0-12,4-1 12,-3-2-19,2 0-33,1-1-13,2 0-13,-2 1 10,-3-2-78,5 2 3,-5-2-88,-1 2-49,1-1 19,-1-1-68,-2-1-17,-1 1 255,-3-1 42</inkml:trace>
          <inkml:trace contextRef="#ctx0" brushRef="#br0" timeOffset="7050">511 11855 123,'0'0'32,"0"0"86,0 0 579,0 0-263,0 0-190,0 0-30,0 0-65,0 0-58,0 0-78,0 0-13,40-22-19,-24 21-4,-1 0 10,7 1-7,-7 0 17,4 0-127,0 6-134,-1 2-42,-2 0-94,-1 1-210,1-1 379,-7-1 135</inkml:trace>
          <inkml:trace contextRef="#ctx0" brushRef="#br0" timeOffset="6801">567 12114 155,'0'0'88,"0"0"-35,0 0 719,0 0-326,0 0-231,0 0-95,0 0-26,0 0 33,0 0 12,0 0-42,-6 0-42,9 0-12,3 0-11,0 0-31,3-1-1,4-1 0,2-2 0,4 0 0,-4 0-62,4 1-28,0-3-46,-1 2-59,-2-1-87,-4-1-161,4-1-163,-7 1 126,-9-3 337,-180 70 143</inkml:trace>
          <inkml:trace contextRef="#ctx0" brushRef="#br0" timeOffset="7371">945 11990 271,'0'0'49,"0"0"609,0 0 42,0 0-352,0 0-170,0 0-49,0 0-25,0 0-14,0 0-19,0 0-45,0 0-24,12 10 27,1-3 10,-1 1 32,4 2-60,2 0-9,-2 1 5,2 0-7,-2 0-22,6-1-39,-7 0-14,1 1-15,-1 1-23,1 0-49,-4 0 10,0 1-27,-2-2-97,-1-1-56,0-2 7,-2-4-109,-4-1 30,3-3 326,-3 0 19</inkml:trace>
          <inkml:trace contextRef="#ctx0" brushRef="#br0" timeOffset="7620">1218 11977 14,'0'0'137,"0"0"0,0 0 940,0 0-742,0 0-170,0 0-28,0 0 15,0 0 0,0 0-51,0 0-49,0 0-52,0 0 0,-71 11 12,61 0-11,1 4 21,0 1-20,-1 2 19,-2 2-21,3-1-26,-1 1-10,1 2-25,0-1-17,3 0-35,-1 1-36,1-3-30,6-2-68,0-4-72,0-4-166,3-2-92,3-6 388,4 0 131</inkml:trace>
          <inkml:trace contextRef="#ctx0" brushRef="#br0" timeOffset="8075">1299 11755 1769,'0'0'357,"0"0"-218,0 0 14,0 0 47,0 0 3,0 0-65,0 0-103,0 0-35,0 0-17,0 0 17,0 0 42,0 0 2,12 64-43,-3-42 26,-3-1 5,4 3-19,-1 0-10,0 3-3,1 1 13,-1 2-13,0 1 1,1 2-1,-4 2 1,0 1-1,3-1-41,-3 1 15,4-2 4,-4 0-20,3-2-48,-3-1 0,1-2-19,-1-2 22,0-2 9,-3-2-41,3-4 57,-3-3-80,-3-3 38,0-2-12,0-2 5,0-4-15,0-2-30,0-2-17,0-1-9,0 0 71,0 0 88,0-5-140,-9-5 33,6-2 26,-3-3-7,0-2-134,-1-3 20,4-2 154,-3-2 31,0-1-15,3 0 55</inkml:trace>
          <inkml:trace contextRef="#ctx0" brushRef="#br0" timeOffset="8371">1388 12089 102,'0'0'137,"0"0"-91,0 0 241,0 0 251,0 0-151,0 0-205,0 0-45,-15-99 25,15 93 29,0 0-3,0 1-46,3 2-42,6-1-74,-2 1-26,5-1-74,3 0 19,1 2 7,6 1 32,-1 0-1,1 1 1,3 0-3,-7 0-7,1 7-6,0 0 32,-4 3-72,1 2-5,-4 0-40,-6 1 26,-3 0 20,-3 3 38,0-1 17,0 1 16,-6 1 1,-6 0 14,-4-1-14,1-2 0,-4 0 22,4-2-21,-7-2 11,3-1 3,1-1-16,-1-1 0,4-1-35,-4-3-34,10 0-51,-4-1-68,7-2-125,0 0-137,6-6-133,0 0 462</inkml:trace>
          <inkml:trace contextRef="#ctx0" brushRef="#br0" timeOffset="8982">1962 11823 284,'0'0'111,"0"0"1048,0 0-954,0 0-52,0 0 6,0 0 74,0 0-3,0 0-62,0 0-78,0 0-13,0 0-6,0 0-30,-15-25-41,11 25-24,-2 1-31,-3 6 2,-7 3 52,1 4-2,3 3-13,-4 4 16,1 0 29,2 2-28,1 1 3,2 1-4,1 1-3,0-2 2,6-1-1,0 1-1,3 0-23,0-1-6,0 1 6,0-4 13,6-2-25,6-1-14,1-4 17,5-2-30,-2-1 7,5-2-16,1-2-7,3 0 0,-6-4 32,2-2-6,-2 0 23,-1 0 9,-2-1-9,-4-4 30,1-1 2,-1-1 0,-6 0 1,4-1-1,-4 0 3,-6-1-3,0-1 10,0 0-10,0 0 13,-3 1 26,-7 1-36,4 1-3,-6 2-26,-1-1-10,-5 5-3,-1-1 10,1 2 6,-1 0-3,-3 0 24,7 0-14,2 2 0,-2 2 15,9 0-16,0-1-96,2-1-144,4 0-157,0-1-149,0-1 122,7 0 373,-1 0 6</inkml:trace>
          <inkml:trace contextRef="#ctx0" brushRef="#br0" timeOffset="9272">2356 11822 783,'0'0'84,"0"0"1046,0 0-909,0 0-101,0 0 90,0 0 109,0 0-18,0 0-84,0 0-112,0 0-32,0 0 9,-6-24-15,6 24-31,0-1-36,0 1-50,0 0-29,0 0-26,3 0-35,0 0-76,0 0-76,3 0-124,7 5 50,-7 2-30,3 4-197,0 1-114,-2 0 391,-1 2 244,-71-75 72</inkml:trace>
          <inkml:trace contextRef="#ctx0" brushRef="#br0" timeOffset="14082">2471 12184 284,'0'0'3,"0"0"1415,0 0-1061,0 0-217,0 0 9,0 0 54,0 0 52,0 0-37,0 0-64,0-13-7,0 11-26,0 0-42,0-1-9,0 0-10,0 1-19,0 1 3,0 0-12,0 1-17,0 0-14,0-1-1,0 1-3,0-2-9,0 2-10,0-1-57,0-1-64,0 1-82,0 0-108,0-1-121,3-2-256,0-1-734,-3-3 1078,-6 35 366</inkml:trace>
        </inkml:traceGroup>
        <inkml:traceGroup>
          <inkml:annotationXML>
            <emma:emma xmlns:emma="http://www.w3.org/2003/04/emma" version="1.0">
              <emma:interpretation id="{D5F74B40-7520-4AA2-AF7D-4EDC75FC7BCD}" emma:medium="tactile" emma:mode="ink">
                <msink:context xmlns:msink="http://schemas.microsoft.com/ink/2010/main" type="inkWord" rotatedBoundingBox="5857,17024 8076,17042 8071,17653 5852,17635"/>
              </emma:interpretation>
              <emma:one-of disjunction-type="recognition" id="oneOf3">
                <emma:interpretation id="interp15" emma:lang="en-US" emma:confidence="0">
                  <emma:literal>3.14:I</emma:literal>
                </emma:interpretation>
                <emma:interpretation id="interp16" emma:lang="en-US" emma:confidence="0.5">
                  <emma:literal>3.14: l</emma:literal>
                </emma:interpretation>
                <emma:interpretation id="interp17" emma:lang="en-US" emma:confidence="0">
                  <emma:literal>314 s</emma:literal>
                </emma:interpretation>
                <emma:interpretation id="interp18" emma:lang="en-US" emma:confidence="0">
                  <emma:literal>3.14:]</emma:literal>
                </emma:interpretation>
                <emma:interpretation id="interp19" emma:lang="en-US" emma:confidence="0">
                  <emma:literal>3.74:]</emma:literal>
                </emma:interpretation>
              </emma:one-of>
            </emma:emma>
          </inkml:annotationXML>
          <inkml:trace contextRef="#ctx0" brushRef="#br0" timeOffset="42384">3807 11820 175,'0'0'95,"0"0"-4,0 0-36,0 0 177,0 0 325,0 0-300,0 0-149,0 0-76,0 0 4,0 0 104,-16-3 12,16 3-35,0-2-23,0 2-9,0-1-8,-3 1 1,3-1-4,0-1-12,-3 1-24,3-2-38,0 1 4,-3-1 38,3-1 38,0 0-48,0 1-12,0-2 15,0 1-19,0-1 23,0 1 6,0-2-32,0 0-10,3 2 39,0-2-42,4 0-11,-1 0 10,3 0 0,-3 1-25,7-1 4,-4 2 6,0-1 3,-3 2 11,7 0-21,-4 1 4,0 2-4,1 0 1,-4 0-4,0 0-3,0 0-6,1 0 2,-4 1-6,6 4 1,-9 0 5,6 2 11,0 2-23,-3-1-20,1 2 33,-1-1 9,-3 1-29,0 0 33,0 3-17,0-2 36,0 1 10,-3 1-8,-4-1-2,1-1 16,0-1-15,-3 0 1,-1-3-2,7 0-2,-3-2 2,0-1 10,6-3-7,-6 2 5,3-1-7,3-1-1,0-1 3,0 0 23,0 0 0,0 0-7,0 0-3,0 0 4,0 0-7,0 0 6,0 0 4,6 0-23,0 0 1,6 0 18,1 0-15,2 0 21,4 0-24,-4 0-1,4 0-2,-3 0 1,-1 0-12,1 1-3,-1 1 3,-6 2 12,7 1-25,-7 0 0,0 2 4,1-1-27,-7 2-32,3 1-13,-6 0-42,0 1 136,0 0 20,-3 3-1,-3-1 13,-7 0 4,1 0-13,3-1 22,-10-2-19,10-1 81,-7 0-36,-2-3 33,2 1-24,-2 0-22,-1-2 4,3-1-20,1 0-1,-1-1 4,1 0-28,6-2-5,-4 0 14,4 0-13,3 0 6,-1 0-6,1 0 10,3 0-7,0 0-4,3 0 0,-3 0-12,3 0-35,0 0-32,0 0-20,0 0-20,0-1-22,0-1-42,0-2-49,6 2-53,3-2-208,1 0-37,5 0 68,1-3 75,-69 35 308</inkml:trace>
          <inkml:trace contextRef="#ctx0" brushRef="#br0" timeOffset="42710">4232 11944 371,'0'0'1,"0"0"123,0 0 872,0 0-658,0 0-111,0 0 0,0 0-4,0 0-13,0 0-33,0 0-52,-3 6-39,3-6-12,0 2 6,0-2-7,0 0-9,0 0-17,0 0-18,0 0-16,0 0-11,0 0 1,0 0-3,0 0 0,0 0-35,0 0-44,0 0-17,0 0-22,0 0-23,0 0-16,3 0-46,0-2-117,0 0-163,3-2-184,0-1-352,-27 18 847</inkml:trace>
          <inkml:trace contextRef="#ctx0" brushRef="#br0" timeOffset="43277">4446 11878 338,'0'0'176,"0"0"225,0 0 332,0 0-373,0 0-146,0 0-62,0 0 39,0 0-33,0 0-20,0-17-64,0 13-32,0 1 51,0-3-35,0-1-23,0 1 16,0-2-29,6 1 10,-6-3-9,0 0-20,3 1 19,0-3-6,0 4-14,-3-2-1,6 1 2,-2 2 10,-4-1 3,3 1 19,3 0-35,-6 2 2,0 1-1,6 1 0,-6 2 31,0 0-29,0 1-3,0 0-16,0 0-3,0 0-3,0 0-16,0 0-13,0 0-10,0 0-3,0 1-3,3 3 19,-3 3 25,6 2 23,-3 1 48,4 2-22,-4 2-26,3 1-22,-3 1 21,0 2-1,3 2 2,-3 1-3,4 1-23,-4 2 13,-3 0-6,3 0-4,0 1-2,-3-1-4,3-1-13,0 0 16,0-3 7,-3 0-10,3-2-16,0-1 19,1-3-35,-4-1 3,0-3 6,0-2 17,0-3-46,0-2-13,0-1-41,0-2-21,0 0-52,0 0-55,3 0-40,-3 0-35,6-8-102,-6-3-43</inkml:trace>
          <inkml:trace contextRef="#ctx0" brushRef="#br0" timeOffset="43796">4839 11700 154,'0'0'219,"0"0"22,0 0 541,0 0-382,0 0-192,0 0-85,0 0-39,0 0 14,0 0-11,0 0-42,-3 4-32,0-1 3,0 3 17,-3 1-4,0 1 13,0 1-7,-1 0 7,-2 1-22,0 0 5,-1 2-23,-2 0-1,0 0 28,-1 3-25,1-1 9,-1 1-1,1-2-12,0-1 0,-4-1-12,7 0 9,0-1 1,-1 0 2,7 0 0,-3-2 0,3-1-2,3-2-1,-3-1-10,3-1-10,0-1-18,0 0-30,3 0 64,3-1 7,6 1 45,1 2 1,2-2 8,7 1-41,0-1 0,3-2-10,-1 1-1,-5-1 2,6 0-3,-4 0-1,-2 0-25,3 0 22,0 0 0,-4 0-23,1 0-3,2 0 9,-5 0-22,-1-2-3,1 0-42,-4 0 0,-2 1-49,-1-1-23,-3 0-52,0 1-36,-3-1-81,-3 0-112,4-3-92,-4-1 191</inkml:trace>
          <inkml:trace contextRef="#ctx0" brushRef="#br0" timeOffset="44156">4902 11710 218,'0'0'206,"0"0"192,0 0 250,0 0-365,0 0-166,0 0-30,0 0 24,0 0 57,0 0 1,0 0-63,0 35 59,3-25-56,0 0-35,-3 0 10,6 1-20,-6 0-3,3 2-23,3-1 4,-3 3-13,4-1-7,-4 1-22,0 1 1,0-2 17,3 3-17,-3-1 0,0 2-2,3 0-2,-6 0-29,4-1-13,2 1-28,-6-2 2,3 0-15,0-1-53,-3-1-6,0-1-45,0-3 9,0-1-30,0-1-101,0-1-23,0-4-69,0-1-124,0-2 81</inkml:trace>
          <inkml:trace contextRef="#ctx0" brushRef="#br0" timeOffset="44485">5404 11785 368,'0'0'69,"0"0"1242,0 0-989,0 0-141,0 0-16,0 0 42,0 0 28,0 0-55,0 0-65,0-33-70,0 33-7,0-1 4,0 0-7,0 1-16,0 0-19,0 0-1,0 0-15,0 0-6,0 0-42,0 0-48,0 0-48,0 0-81,3 0-89,3 5-33,-3 3-36,-3 2-220,3-1-166,-18-41 565</inkml:trace>
          <inkml:trace contextRef="#ctx0" brushRef="#br0" timeOffset="44728">5484 12061 423,'0'0'55,"0"0"991,0 0-831,0 0-72,0 0 71,0 0 35,0 0-10,0 0-39,0 0-81,0 0-51,0 5-43,0-5-14,0-2-9,0-3-4,0 2-4,0-1-46,0-3-63,0 2-50,4 0-80,-4-2-134,3-1-154,-3-1-297,3 1 194,-13 66 590</inkml:trace>
          <inkml:trace contextRef="#ctx0" brushRef="#br0" timeOffset="45575">5850 11877 143,'0'0'258,"0"0"826,0 0-778,0 0-108,0 0-10,0 0-33,0 0-16,0 0 7,0 0-40,16-53-35,-16 46-20,6-2 30,-3-2-27,0 0 1,0 0-1,-3-3-25,0 1 16,3-2 0,1 0-42,-4-1 22,0 0-2,0 1-11,3 1 11,-3 0-7,3 2 19,0 1-34,-3 1 21,0 1-3,0 0-3,0 2-15,3 2 31,-3 1-13,0 3 3,0 1-6,0 0-16,0 0-13,0 0-2,3 0-1,-3 0-13,0 0-12,0 0-13,3 0-7,-3 6 10,3 2 19,3 1 32,-6 3 1,7 1-1,-4 3 2,3 2 11,-6-1-13,6 2 0,-6 0-35,3 0-23,-3 1 10,3-1-10,-3 2 30,0-1-11,0 0-3,0-1-6,0 0 3,0 0-3,0-2-1,0 0-41,3-2 45,-3-2-7,0 1-3,0-3-35,0-2 28,0 0 17,0-2 6,0-2-13,0 1 0,0-1 10,0-2-23,0 0 39,0 0 4,0-1 6,0-1 12,0 0-9,0-1 10,0 0-29,0 0-4,0 0 3,0 1 14,-3 0-7,0 0 26,-3 1 17,3 0-14,-6 0 30,2 0 19,-2 1-16,-3-1 25,-1 0-57,4 0 54,-6 1 7,2-1 0,1 1-20,-1-1 7,4 2 6,-3-1-26,2-2-6,1 3 3,3-2-6,3 1-3,-4 0-18,7-1-2,-6 0 2,6-1-1,0 0 12,0 0-10,0-1 29,0 0 17,0 0-14,0 0-9,3 0-3,4 0 6,2 0-4,3 0 30,7 0-16,0 0-36,2 0-3,-2-2-42,3-2-9,-4-1-33,1 1-29,-4-2-36,1 0-48,-1 0-92,-5-2-186,-1-1-242,0-2 72</inkml:trace>
        </inkml:traceGroup>
      </inkml:traceGroup>
      <inkml:traceGroup>
        <inkml:annotationXML>
          <emma:emma xmlns:emma="http://www.w3.org/2003/04/emma" version="1.0">
            <emma:interpretation id="{57C26592-21B6-4F27-AD27-56A1F2DB0331}" emma:medium="tactile" emma:mode="ink">
              <msink:context xmlns:msink="http://schemas.microsoft.com/ink/2010/main" type="line" rotatedBoundingBox="2645,18115 8277,18041 8289,18909 2656,18982"/>
            </emma:interpretation>
          </emma:emma>
        </inkml:annotationXML>
        <inkml:traceGroup>
          <inkml:annotationXML>
            <emma:emma xmlns:emma="http://www.w3.org/2003/04/emma" version="1.0">
              <emma:interpretation id="{B522E25C-F142-4179-ABA6-3720AAF8FDE6}" emma:medium="tactile" emma:mode="ink">
                <msink:context xmlns:msink="http://schemas.microsoft.com/ink/2010/main" type="inkWord" rotatedBoundingBox="2645,18115 4627,18089 4639,18956 2656,18982"/>
              </emma:interpretation>
              <emma:one-of disjunction-type="recognition" id="oneOf4">
                <emma:interpretation id="interp20" emma:lang="en-US" emma:confidence="0">
                  <emma:literal>Expy:</emma:literal>
                </emma:interpretation>
                <emma:interpretation id="interp21" emma:lang="en-US" emma:confidence="0">
                  <emma:literal>Exp7:</emma:literal>
                </emma:interpretation>
                <emma:interpretation id="interp22" emma:lang="en-US" emma:confidence="0">
                  <emma:literal>Exp7;</emma:literal>
                </emma:interpretation>
                <emma:interpretation id="interp23" emma:lang="en-US" emma:confidence="0">
                  <emma:literal>Expo:</emma:literal>
                </emma:interpretation>
                <emma:interpretation id="interp24" emma:lang="en-US" emma:confidence="0">
                  <emma:literal>Exp]:</emma:literal>
                </emma:interpretation>
              </emma:one-of>
            </emma:emma>
          </inkml:annotationXML>
          <inkml:trace contextRef="#ctx0" brushRef="#br0" timeOffset="10389">579 12655 63,'0'0'186,"0"0"329,0 0-13,0 0-141,0 0-130,0 0-49,0 0-11,0 0 11,0 0-5,0 0-31,0 0-34,-3-7-25,3 7-13,0 0-10,-3 0-22,3 0-42,0 0-13,0 4-55,0 0-28,0 5 87,0 2 9,0 5 45,0 2-17,0 2-24,0-2 12,0 0-13,0 1 23,3 0 6,0 2-20,0-1-12,3 3 1,1-1 2,-4 2 9,3-3-8,-6 0-1,6 0-1,-6-1-2,3-1-16,0-2-23,0 0 7,-3-4-16,0-3 26,4 0-1,-1-3 20,-3-2-29,3-2 10,-3-2-33,3 0-26,0-1 23,0 0 36,3 0 22,-3 0 13,7 0 45,2 0-4,-3 0-15,10-2-16,-4-1-1,1-2-22,3 0-18,-4-1-8,7 1-16,0 0-9,-4-1-10,4 0 9,0 1-3,-1-1 10,-2 2-20,-1-2-16,1 2-9,-3 0-11,-1 1-6,1 1-3,-7-1-30,3 2-38,-6 0-34,1 0-74,-1 0-4,-3 0-33,-3-4 20,0 2 215,0-2-10</inkml:trace>
          <inkml:trace contextRef="#ctx0" brushRef="#br0" timeOffset="10898">576 12682 61,'0'0'385,"0"0"854,0 0-918,0 0-130,0 0-22,0 0 5,0 0-6,0 0-62,0 0-106,28-19-3,-13 15-42,-2 1 29,5 2-39,1 0 13,6 1 26,-3 0-19,-1 0-95,7 4-41,-3 5-33,0 0-49,0 3-72,-1-1-131,1-1-199,0-1 358,-6-3 189</inkml:trace>
          <inkml:trace contextRef="#ctx0" brushRef="#br0" timeOffset="10654">737 12888 127,'0'0'163,"0"0"600,0 0-232,0 0-258,0 0-104,0 0-23,0 0 2,0 0 4,0 0-9,0 0-44,0 0-18,0 0-17,0 0-9,6 0-17,-2-1-38,5-2-28,0-1-4,4-1 9,2 0-57,1-1-78,-1 1-72,1 0-61,-4 0-128,-3 0-216,-2-2-147,-4-2 586,-137 69 118</inkml:trace>
          <inkml:trace contextRef="#ctx0" brushRef="#br0" timeOffset="11222">1134 12866 137,'0'0'160,"0"0"840,0 0-525,0 0-195,0 0-73,0 0-3,0 0 12,0 0 0,0 0-30,0 0-65,0 0-57,9 4-48,1-2-14,-4 1 0,9 2-2,-2 1-2,2 3-20,1 1 19,-1-1-13,4 3 15,-3-1 0,-1 1-31,-3 0 19,4 1-67,3 1-42,-7-1 7,0 1 15,4 0-39,-4 0 23,1 0-26,-4-1-39,0 1-53,-3-2-71,1-3-1,-1-1-3,-3-3-197,-3-5 131,3 0 313,-3 0-26,3-8 72</inkml:trace>
          <inkml:trace contextRef="#ctx0" brushRef="#br0" timeOffset="11464">1435 12895 151,'0'0'46,"0"0"182,0 0 852,0 0-820,0 0-98,0 0 4,0 0 15,0 0 7,0 0-30,0 0-65,0 0-51,0 0-16,0 0 0,-62 7-4,43 5-21,7 1-1,-4 1-3,1 4-13,-1-1 14,7 2-24,-6 1-25,5-1 6,1 1-30,3 2-34,-4-3-17,4 0-62,3-2-30,3-3-74,0-2-10,0-5-210,0-1-85,6-4 418,1-2 120</inkml:trace>
          <inkml:trace contextRef="#ctx0" brushRef="#br0" timeOffset="11893">1550 12775 311,'0'0'1823,"0"0"-1422,0 0-262,0 0 12,0 0 131,0 0 12,0 0-113,0 0-112,0 0-69,0 0-26,0 0-5,0 0 17,6 23 14,-3-10 1,3 5 12,-6 1-12,6 2 0,-6 1-1,3 1 12,1-2-12,-4 5 3,6 2 16,-6 1-6,3 4-13,0 3 2,0 0-2,3 0-24,-3 1-20,0 0-20,1-1-12,2 0-38,-3-1 50,0-4-128,0-1 83,0-6 12,0 0-31,-3-6 50,0-3-51,0-5 49,0-5-21,0-1-2,0-3-11,0-1-22,0 0 13,0 0 61,0 0 39,0-2-42,0-6 33,0-5-196,-6-2-36,6-6-22,-6-3-60,3-4 13,0-3 216,0 0 45,-1-3 33</inkml:trace>
          <inkml:trace contextRef="#ctx0" brushRef="#br0" timeOffset="12233">1593 13006 48,'0'0'107,"0"0"1,0 0-46,0 0 931,0 0-690,0 0-125,0 0-35,0 0 3,0-99 36,0 93-4,0 4 3,3-1-43,0 0-28,0-1-21,4 0-89,-1-1-18,3 1 17,0 0-36,7 0 11,-4 1-13,4 0-6,-1 2 10,1 1-7,-4 0 23,1 0-30,-1 0 37,4 3 9,-4 3-15,0 2 17,-2 0-14,-4 2-21,0 1-15,-3 2 6,-3 0 9,0 0 21,0 1 14,-6 0-13,-3 0 14,-7 0 23,1 0 12,-7 1-16,6-2-7,-8 0-11,5 0-2,0-3-1,-2-1-11,2-1-22,-3-2-11,4-3-15,5-1 9,1-1-29,3-1-62,2 0-61,7-1-137,0-8-285,0-2-58,0-4 537,7 5 85</inkml:trace>
          <inkml:trace contextRef="#ctx0" brushRef="#br0" timeOffset="12734">1860 12737 62,'0'0'248,"0"0"862,0 0-726,0 0-186,0 0-20,0 0 7,0 0-8,0 0 17,0 0-14,0 0-29,0-7-17,0 7-6,0 0-17,0 0-28,3 0-36,3 0-18,-6 0-4,9-1-24,1-2-1,-1-1-19,6 0 7,1-1-1,3 1 12,-1 1-1,1-1-20,-1 1-1,1 1 4,0 0-3,-4 1-3,1 1-10,-1 0 6,-3 0-9,4 0 0,-7 1-23,1 4 13,-4 2-9,0 2-1,-3 0 39,3 2 3,-3 3 13,-3 2 3,0 2 0,0 1 0,0 3-9,0 0 9,-9 4 1,3-2-1,0-1 0,-1 2 11,1-1-11,-3 0 3,0 0-3,2 1-14,-2 0-8,0-2-33,3-2-19,3-1-19,-4-3-13,7-2 12,-3-2-2,0-3 21,3-2 11,0-2-53,0-3-29,0-1-87,0-1-11,0-1-65,0 0-144,0 0-75,0-4 342,0-6 95</inkml:trace>
          <inkml:trace contextRef="#ctx0" brushRef="#br0" timeOffset="12972">2018 12992 337,'0'0'85,"0"0"661,0 0-241,0 0-275,0 0-84,0 0 4,0 0 11,0 0 20,0 0-29,0 0-49,0 0-32,0 0-7,18-1-64,-8-2-6,8-3 6,1 1-13,3-2-42,2 0-48,-2 0-22,3 2 28,-3 0-75,3 1 1,-1 1-21,-5 1 56,6 0-36,-7 0-548,-2-3 0,-7 2 563</inkml:trace>
          <inkml:trace contextRef="#ctx0" brushRef="#br0" timeOffset="13243">2467 12881 148,'0'0'134,"0"0"972,0 0-673,0 0-147,0 0-21,0 0-6,0 0 21,0 0-27,0 0-109,10-23-52,-10 21-22,0 0-19,0 0-24,0 1-27,0-2-66,0 2-58,0 0-46,6 0-44,-3 1-53,-3 0-75,3 0-44,3 2-82,1 3-82,-4 2-115,0 0 462,0-2 110,-37-24 93</inkml:trace>
          <inkml:trace contextRef="#ctx0" brushRef="#br0" timeOffset="13476">2539 13195 315,'0'0'43,"0"0"971,0 0-682,0 0-179,0 0 16,0 0 32,0 0 15,0 0 1,0 0-50,0 0-58,0 0-22,0 0-7,-10 10-61,10-16-19,0-1-64,0 0-51,4-2-20,2 1-65,0-1-45,-6 0-50,9-2-180,-6-2-313,0 0 166,-3-2 468,-21 112 125</inkml:trace>
        </inkml:traceGroup>
        <inkml:traceGroup>
          <inkml:annotationXML>
            <emma:emma xmlns:emma="http://www.w3.org/2003/04/emma" version="1.0">
              <emma:interpretation id="{17EF64F5-6F28-45F0-8B17-5C3B10A55C38}" emma:medium="tactile" emma:mode="ink">
                <msink:context xmlns:msink="http://schemas.microsoft.com/ink/2010/main" type="inkWord" rotatedBoundingBox="5867,18125 8278,18094 8285,18656 5874,18687"/>
              </emma:interpretation>
              <emma:one-of disjunction-type="recognition" id="oneOf5">
                <emma:interpretation id="interp25" emma:lang="en-US" emma:confidence="0">
                  <emma:literal>2-84:s</emma:literal>
                </emma:interpretation>
                <emma:interpretation id="interp26" emma:lang="en-US" emma:confidence="0">
                  <emma:literal>2-84:]</emma:literal>
                </emma:interpretation>
                <emma:interpretation id="interp27" emma:lang="en-US" emma:confidence="0">
                  <emma:literal>2-8441</emma:literal>
                </emma:interpretation>
                <emma:interpretation id="interp28" emma:lang="en-US" emma:confidence="0">
                  <emma:literal>284 s</emma:literal>
                </emma:interpretation>
                <emma:interpretation id="interp29" emma:lang="en-US" emma:confidence="0">
                  <emma:literal>2-84 s</emma:literal>
                </emma:interpretation>
              </emma:one-of>
            </emma:emma>
          </inkml:annotationXML>
          <inkml:trace contextRef="#ctx0" brushRef="#br0" timeOffset="49342">3813 12815 251,'0'0'85,"0"0"-69,0 0 14,0 0 2,0 0 7,0 0 525,0 0-267,0 0-174,0 0-67,0 0 18,0 0 44,0-6-5,-3 4-41,3 2-20,0 0 29,0 0 3,0 0 1,0 0-8,0-2-9,0 0-19,-3 0-20,3-2 0,-3 2 29,3-1 4,0-1-11,0 2 14,0-2-29,0 1-34,0-1 28,0-1 32,0 1-11,0-1-51,6-1 0,-3 0 13,3-1 3,4 0-16,-1 2-24,0-1 23,1 2 1,2-2-3,-3 3-10,4-1 11,-4 2-11,3 0-9,-2 1 6,-4 1-17,3 0-5,-6 0 6,3 0-23,-2 3-7,2 4 17,0 1-10,-3 2 23,3 4 31,-3 3 1,-3 0-23,0 1-19,0 1 11,0-1 31,-6 0 16,-3 1-16,-4 0-26,4-2-13,-3-1 39,-1 0-2,-2-4 4,6 1-2,-7-2 32,7 0-31,-4-3 17,1 0-15,3-3 14,2 0 15,1-3-16,0 2 3,3-2-17,0-1 11,0-1-10,3 0 16,0 0 0,-3 0 7,3 0 7,0 0-4,0 0 9,0 0-2,0 0-4,0 0-6,0 0-10,0 0 3,0 0 26,0 0-19,0 0-23,0 0-3,3 0 0,3 0-16,0 0-9,7 0 12,-1 0-3,3 2 13,4 1 1,-3 2-17,2 0 19,1 1 0,2 0-13,-2 1 10,0-2 3,-1 1 1,1 0-1,0-2-13,-4 2-84,-3 0 4,4-1-40,-10-1 10,3 1 16,1-4-36,-4 1-35,-3-1-47,3-1-45,-3 0-150,-3 0-82,3-5 114</inkml:trace>
          <inkml:trace contextRef="#ctx0" brushRef="#br0" timeOffset="49668">4257 12933 268,'0'0'183,"0"0"576,0 0-189,0 0-265,0 0-75,0 0-10,0 0-4,0 0-42,0 0-91,0 0-28,12-2-7,-12 0 6,3-2 3,0 2-42,0-1-15,-3 1-2,0 0 2,3 0 2,0 1-2,-3-1-12,0 2-24,0 0-43,0-1-56,0 1-55,0-1-58,0 1-108,0 0-179,0-2-218,7 0 49,-20 15 515</inkml:trace>
          <inkml:trace contextRef="#ctx0" brushRef="#br0" timeOffset="50422">4734 12892 183,'0'0'241,"0"0"828,0 0-790,0 0-94,0 0-52,0 0 59,0 0-50,0 0-6,0 0 9,12-64-71,-12 53 0,0 3-7,0-3 7,-3 1-35,0 0 15,-3 0-9,0-1 44,0-1-85,-1 1 8,-2-1 9,0 1-19,-4 1-1,4 0 0,0 4 1,-4 0-1,4 1 1,-3 2-2,2 0-16,-2 2-6,3 1 3,-4 0-13,4 0 3,-3 0-6,2 0-4,1 5-2,0 2 5,-1 1 14,4 1 9,0 2-19,3 2 10,0-2 12,0 1 10,3-1 0,0 0 21,0-1-20,6-1-1,0 1 16,3-1-3,7 1-12,3-1 41,-4 1-19,7-1-22,-1 0 21,4-2-21,0-1 14,0 0-15,3 0-2,-7-2 1,7 2-1,-6 0-24,0-1-9,-4 1 9,-2-2-25,-1 2 12,-5 1-3,2-1 17,-3 1-24,-2 1-41,-4 0 0,-3 1-10,0 0 45,0 1 3,0 0 13,0 1 17,-10-2 9,-2 0 0,0 0 9,-4-1-2,1 0 4,-4-1 2,-3-2-2,4-1 2,-1-1 13,0-1 9,-2-1-18,5-1 41,4 0-44,-1 0 44,1-1 10,6-4 3,3-2-22,0-1 35,0 0-32,3-4-36,0-1 61,3-2-64,6-4-19,0 1 19,4-2 13,-4 0-13,3 2-26,1 3 4,-1 0 18,1 3-25,-4 0 28,0 4-21,-3 1-14,4 0-45,-4 1-51,-3 3-62,3-1-43,-3 1-78,0-1-92,0-1-89,4 0-64</inkml:trace>
          <inkml:trace contextRef="#ctx0" brushRef="#br0" timeOffset="50966">5156 12651 17,'0'0'190,"0"0"5,0 0 935,0 0-727,0 0-141,0 0-41,0 0-37,0 0-23,0 0-49,0 0-60,0 1-52,0 1-1,0 3-22,0-1 9,-3 4 14,-4 1 20,1 4 8,0 2-5,-6 2-21,2 1 21,1 1-20,-6 1-3,5 0 1,-2-1 2,-1 0-2,4 0 0,0-1-2,0-2-1,2 0-21,4-2-5,-3-1 2,3-4-3,3 0-6,0-4-14,0-1-2,0-2-23,0-1-7,0-1 0,0 0 59,6 1 22,3 0 35,-2 1 1,5-2-4,-3 0-6,4 0-7,-1 0-6,1 0 2,2-1-15,4-1-1,-1 1 0,-2-1-2,-1 1 2,1-1 1,2 1-16,-2 0 15,2 1 0,-5 0 1,-1 0-13,4 0 0,-7 0-10,0 0-45,1 0-12,-1 1-14,-3 0 26,3 2-29,-2-1 6,-4-1-81,3 1 6,0-1-32,-3 0-27,-3 0-55,3-1-91,-3 0-17,0 0 111</inkml:trace>
          <inkml:trace contextRef="#ctx0" brushRef="#br0" timeOffset="51345">5199 12693 226,'0'0'297,"0"0"1029,0 0-1037,0 0-117,0 0 18,0 0 11,0 0-37,0 0-71,0 0-93,0 0-7,-3 3-31,3 2 11,0 1 27,0 3 42,0 4 6,0 1-3,0 2-16,0 0-28,0 2 18,3-1 7,0 2 9,0 0-17,4 0-17,-4 0 0,0 0 1,0 3-2,-3-1 3,3 2 1,0-1-4,0 2-20,-3-2-37,0-1 34,0 0-25,0-1-38,0-3-59,0 0 48,0-3-9,0 0-72,0-3-35,-3-1-27,0-3-53,3 0-133,0-3-63,0-4-55,0 0 349</inkml:trace>
          <inkml:trace contextRef="#ctx0" brushRef="#br0" timeOffset="51665">5543 12816 148,'0'0'1505,"0"0"-1076,0 0-257,0 0-36,0 0 73,0 0 43,0 0-89,0 0-50,0 0-34,0 0-56,3-31 18,-3 30 7,0-1-16,0 0-19,0 1-13,0 1-1,0 0-12,0 0-12,0 0-42,0 0-90,0 0-77,4 0-111,-4 5 18,0 1-69,0 5-186,0-2-164,0 2 276,-4-52 470</inkml:trace>
          <inkml:trace contextRef="#ctx0" brushRef="#br0" timeOffset="51914">5562 13100 420,'0'0'3,"0"0"140,0 0 623,0 0-356,0 0-147,0 0-26,0 0-17,0 0-10,0 0-27,0 0-55,6 4-73,-6-5-39,3-3 6,0-1-18,0-1-3,1 0-1,-1 1-22,0 2-64,0-3-68,-3 3-59,3-2-49,-3 0-114,0-2-147,0 1-265,0 0 174,-25 73 571</inkml:trace>
          <inkml:trace contextRef="#ctx0" brushRef="#br0" timeOffset="52797">5959 12938 488,'0'0'16,"0"0"591,0 0 8,0 0-313,0 0-114,0 0-4,0 0 23,0 0 2,0 0-61,0 0-58,28-13-19,-28 11 15,3-1 0,-3 0-10,0 0-25,3 0 3,0-1 4,0 1-21,-3-3-5,3 1 0,0-2-1,-3-2-12,3 0 7,1-2-26,-1 0 14,-3-2-14,0-1 0,3-2-1,0 0-2,0-1 3,3 0-1,-3-1-24,3 1 23,-6 1-11,10 0 13,-7 2-19,3 1 19,-6 3-12,3 2 12,-3 2-3,6 3-12,-6 1 14,0 2-3,0-1-15,0 1-6,0 0-10,0 0-9,0 0-7,0 0-6,0 0-1,3 3 4,1 4 39,-4 2 15,0 2 26,0 2-26,3 1 0,-3 0-3,0 1 3,0 0-19,0 2 18,0-2-15,0 3 13,0 0-25,0 0-17,0 1 29,0 1-19,0-2 0,0 0 19,0-2-10,0 1 4,0-2-20,0 3 7,0-3-14,0-1 8,0 0 18,0-1-12,0-3-20,0-1-16,0 0 13,3-3 13,0 1 26,-3-3-14,0-1 4,0 0 16,0-1-19,0 0 9,0-2 1,0 0 9,0 0 12,0 0-3,0 0-13,0 0 17,0 0 20,0 0 5,0 0 8,-3 0-1,-3 0 13,-1 0-17,1 0-28,-6 0-19,2 0 6,-2 1 13,0 2 13,-4 0 6,4-1-3,-4 2 10,4-1 13,-1 1-10,1 0-3,3-1 3,-1 1-3,4-2 3,3 0-13,0 0-13,3-1-1,0 2 1,0-3 16,0 1 10,0-1 4,0 0-17,3 1-14,6 0 1,4 0 58,2 0-29,4 0 16,3-1-48,-1 0-13,7 0-22,-3-4-10,0-2-45,0 1-10,-4-2-54,1-1-53,-3-1-104,-1-1-238,-5-2-466,-4-2 493</inkml:trace>
        </inkml:traceGroup>
      </inkml:traceGroup>
    </inkml:traceGroup>
  </inkml:traceGroup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38:08.043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E61458B-BF4D-4E0A-AD7A-17215BF542BD}" emma:medium="tactile" emma:mode="ink">
          <msink:context xmlns:msink="http://schemas.microsoft.com/ink/2010/main" type="writingRegion" rotatedBoundingBox="12606,6572 15009,6572 15009,8026 12606,8026"/>
        </emma:interpretation>
      </emma:emma>
    </inkml:annotationXML>
    <inkml:traceGroup>
      <inkml:annotationXML>
        <emma:emma xmlns:emma="http://www.w3.org/2003/04/emma" version="1.0">
          <emma:interpretation id="{7201C574-781E-4708-BAA6-78BFD92BFD25}" emma:medium="tactile" emma:mode="ink">
            <msink:context xmlns:msink="http://schemas.microsoft.com/ink/2010/main" type="paragraph" rotatedBoundingBox="12606,6572 13636,6572 13636,7348 12606,734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0B3DF44-29CE-4B9E-BDDC-459F80E44E7F}" emma:medium="tactile" emma:mode="ink">
              <msink:context xmlns:msink="http://schemas.microsoft.com/ink/2010/main" type="line" rotatedBoundingBox="12606,6572 13636,6572 13636,7348 12606,7348"/>
            </emma:interpretation>
          </emma:emma>
        </inkml:annotationXML>
        <inkml:traceGroup>
          <inkml:annotationXML>
            <emma:emma xmlns:emma="http://www.w3.org/2003/04/emma" version="1.0">
              <emma:interpretation id="{CD391280-48AF-4D8C-94CA-D9E8230D37EA}" emma:medium="tactile" emma:mode="ink">
                <msink:context xmlns:msink="http://schemas.microsoft.com/ink/2010/main" type="inkWord" rotatedBoundingBox="12685,6457 13704,7163 13479,7487 12460,6781"/>
              </emma:interpretation>
              <emma:one-of disjunction-type="recognition" id="oneOf0">
                <emma:interpretation id="interp0" emma:lang="en-US" emma:confidence="0">
                  <emma:literal>a</emma:literal>
                </emma:interpretation>
                <emma:interpretation id="interp1" emma:lang="en-US" emma:confidence="0">
                  <emma:literal>=</emma:literal>
                </emma:interpretation>
                <emma:interpretation id="interp2" emma:lang="en-US" emma:confidence="0">
                  <emma:literal>}</emma:literal>
                </emma:interpretation>
                <emma:interpretation id="interp3" emma:lang="en-US" emma:confidence="0">
                  <emma:literal>&gt;</emma:literal>
                </emma:interpretation>
                <emma:interpretation id="interp4" emma:lang="en-US" emma:confidence="0">
                  <emma:literal>4</emma:literal>
                </emma:interpretation>
              </emma:one-of>
            </emma:emma>
          </inkml:annotationXML>
          <inkml:trace contextRef="#ctx0" brushRef="#br0">10573 1202 66,'0'0'72,"0"0"-36,0 0 42,0 0-52,0 0 483,0 0-265,0 0-123,0 0-33,0 0-7,0 0 72,0 0-45,0 0 57,-22-43-15,19 39-63,3-1-57,-3 1 31,3-1 72,-3 0-84,3 2 41,-3-2-51,3 0-23,-4 1 56,1 1 5,3 0-29,0 0 17,0 0 9,0 3-3,0-1-3,0 0-8,0 1-2,0 0-6,0 0-8,0 0-18,0 0-23,0 0-3,0 0-10,0 0-16,0 0-6,0 0-3,0 0-10,0 1 6,0 0-9,0 2 9,0 2 20,7 1 19,2 3 24,6 2 14,4 1-25,0 3-10,2-1 20,7 2 15,-3 2-25,6 0 10,-3 1-4,6 0-16,0 3-3,3-1 0,4 2-18,-4-1 18,3 0 22,0 1-22,1 0-10,-7-2-3,3 0-4,-3 1 15,-3-2-6,0 0-5,-3-1 0,0 1 10,0-3-32,-3 0-10,3 0 44,-4 0-22,-2-2-6,0 0-32,0 0 0,-1-1-16,-5-1 48,2-1 29,-2 0-52,-4-1-6,1-2 6,-4-2-9,0 0-17,-3-1-22,-2-1-53,-1-1 17,0 1 9,-3-3-123,0 0-33,0 0-86,0-2-64,-3 0 126,-7 0 203,4-1 79</inkml:trace>
          <inkml:trace contextRef="#ctx0" brushRef="#br0" timeOffset="388">11165 1854 118,'0'0'79,"0"0"-24,0 0-12,0 0 270,0 0 250,0 0-283,0 0-127,0 0-55,0 0-14,0 0-2,0 0 5,102 10 4,-89-10-29,2 0-43,1 1 20,-1-1-10,1 0-28,2 0 18,-2 0-18,2 0 14,-2 0-15,-4 0 0,4 0-26,-4 0-19,-3 0-36,1 0-30,-4 0-12,0 0-33,0 0-69,-3 0-61,4 0-69,-7 0-92,0-3 216,3-2 123</inkml:trace>
          <inkml:trace contextRef="#ctx0" brushRef="#br0" timeOffset="785">11528 1631 45,'0'0'202,"0"0"844,0 0-740,0 0-131,0 0 56,0 0-7,0 0-49,0 0-11,0 0-12,0 0-36,0 0-23,0 0-23,-7-10-15,7 10-4,0 0-3,0 0-6,0 0-10,0 0-10,0 0-20,0 0-2,0 0-13,0 1-9,0 1-23,0 0-12,0 1 9,0 3 25,0-1 4,0 4 19,0 1 32,0 2 19,0-1-31,0 2-1,0 1-19,4 0-32,-4 2-7,3 0-60,-3 3-23,0-1-33,0 1-38,-3 0-34,-1-2-136,-5-1-202,3-5-409,0-4 597</inkml:trace>
        </inkml:traceGroup>
      </inkml:traceGroup>
    </inkml:traceGroup>
    <inkml:traceGroup>
      <inkml:annotationXML>
        <emma:emma xmlns:emma="http://www.w3.org/2003/04/emma" version="1.0">
          <emma:interpretation id="{D8D21327-F562-432D-9FDA-CED6333E1BB9}" emma:medium="tactile" emma:mode="ink">
            <msink:context xmlns:msink="http://schemas.microsoft.com/ink/2010/main" type="paragraph" rotatedBoundingBox="13589,7509 15009,7509 15009,8026 13589,802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89DBE89C-57C0-4FC9-822A-394AC4E2C05F}" emma:medium="tactile" emma:mode="ink">
              <msink:context xmlns:msink="http://schemas.microsoft.com/ink/2010/main" type="line" rotatedBoundingBox="13589,7509 15009,7509 15009,8026 13589,8026"/>
            </emma:interpretation>
          </emma:emma>
        </inkml:annotationXML>
        <inkml:traceGroup>
          <inkml:annotationXML>
            <emma:emma xmlns:emma="http://www.w3.org/2003/04/emma" version="1.0">
              <emma:interpretation id="{72D33741-9DDC-411F-BF7F-6C25DC8015CE}" emma:medium="tactile" emma:mode="ink">
                <msink:context xmlns:msink="http://schemas.microsoft.com/ink/2010/main" type="inkWord" rotatedBoundingBox="13589,7509 15009,7509 15009,8026 13589,8026"/>
              </emma:interpretation>
              <emma:one-of disjunction-type="recognition" id="oneOf1">
                <emma:interpretation id="interp5" emma:lang="en-US" emma:confidence="1">
                  <emma:literal>224</emma:literal>
                </emma:interpretation>
                <emma:interpretation id="interp6" emma:lang="en-US" emma:confidence="1">
                  <emma:literal>22 4</emma:literal>
                </emma:interpretation>
                <emma:interpretation id="interp7" emma:lang="en-US" emma:confidence="0">
                  <emma:literal>2 4</emma:literal>
                </emma:interpretation>
                <emma:interpretation id="interp8" emma:lang="en-US" emma:confidence="0">
                  <emma:literal>•2 4</emma:literal>
                </emma:interpretation>
                <emma:interpretation id="interp9" emma:lang="en-US" emma:confidence="0">
                  <emma:literal>Z 4</emma:literal>
                </emma:interpretation>
              </emma:one-of>
            </emma:emma>
          </inkml:annotationXML>
          <inkml:trace contextRef="#ctx0" brushRef="#br0" timeOffset="174083">8322 3484 271,'0'0'42,"0"0"85,0 0 69,0 0 501,0 0-280,0 0-125,0 0-78,0 0-62,0 0-7,0 0-3,0 4-29,0-4-23,0 0-7,0 0-6,0 0-3,0 0-10,0 2-10,0-1-9,0-1-7,0 0-6,0 0 0,0 0-4,0 0-9,0 0-6,0 0-10,0 0-3,0 0-1,0 0-34,0 0-16,0 0-12,3-1-11,-3-3-25,3 2-58,-3 1-29,3-1-56,0 1-107,0-2-187,0 1-252,-3-3 97,-18 26 503</inkml:trace>
          <inkml:trace contextRef="#ctx0" brushRef="#br0" timeOffset="174730">8616 3409 463,'0'0'20,"0"0"25,0 0 959,0 0-705,0 0-101,0 0 6,0 0-23,0 0-10,0 0-16,0 0-61,0-23-20,0 18-1,0 1-2,0-1-1,0 0-15,0-2-14,0 1 17,0 0-33,0 0 23,0 0-19,0-1 28,0-1-16,0 0-15,0-1-26,3-1-1,3 2 1,-6-1 10,7 0 17,-7 0-27,9 2-2,-6 0 0,0 1 2,0 2-3,0 1 2,0 1-15,1 1 16,-4 1 1,0 0-1,0 0-15,0 0-5,0 0-8,0 0-1,0 0-6,0 0-6,0 0-4,0 0 10,0 0 0,0 6 9,3 4 11,0 2-4,0 0 19,3 3 0,-6 1-3,6-2-29,-3 4 32,0 0-2,1 0 1,-1 2 0,-3 0-12,3 0-3,0-1 15,-3 0 0,0-1-15,0-3 3,3-1-6,0 0 16,-3-2 0,3 0-20,-3-1 1,0-1-1,0-3 10,0 0-25,0 0-23,0-1 6,3-3 4,-3 0-30,3-1-35,-3-1 16,0-1-36,0 0-36,0 0-12,3 0-41,-3 0-31,4-2-34,-4-5-157,3-4-130</inkml:trace>
          <inkml:trace contextRef="#ctx0" brushRef="#br0" timeOffset="175306">9007 3208 150,'0'0'235,"0"0"-131,0 0 555,0 0-337,0 0-98,0 0-32,0 0-39,0 0-7,0 0-4,0 0-48,0 0-39,-9-4-7,9 4-3,-4 0-24,4 0-21,0 0-42,-6 2 6,0 5 23,0-1 13,0 1 0,-4 4-31,4-2 30,-3 2-24,6-2 11,-4 1 12,7 0 4,0-3 5,0 2-4,0 0 10,0 0 10,13-1-20,-1 2-3,1-1 45,5 0-3,1-1-16,3 0 6,2-2-32,1 1 1,0 0-2,0 0-4,0-2-11,-1 1 9,1 1 5,-6-1-5,-1 1-5,-2 0 5,-1 0-15,-5-1 9,-4 2 6,-3 0-22,3 0 0,-3-1-16,-3-1 32,0 1 12,0-1 1,-3 1 0,-9-1-2,-1 2-11,1-1 13,-7 0 13,1-1-13,-7 0 19,3 0-19,-2-1-9,-1-1 9,3-1 0,3-2 10,4-1-10,-1 0-39,7 0-25,0 0 2,0 0-22,2-2-23,4-3-39,0-1-43,0-1-129,3-1-204,0-3-22,0-3 194</inkml:trace>
          <inkml:trace contextRef="#ctx0" brushRef="#br0" timeOffset="175609">9056 3203 188,'0'0'225,"0"0"-62,0 0 521,0 0-326,0 0-101,0 0-52,0 0-63,0 0-15,0 0-8,0 0-32,7 3-22,2-3 16,3 2-1,1 1-16,5-2-38,1 0-10,3 0 0,2-1-16,-2 0-21,0 0-2,0 0-64,-1 0-25,-2 0-69,-4 0-62,-2-2-71,-1-2-115,-9 0-259,-3-4-39</inkml:trace>
        </inkml:traceGroup>
      </inkml:traceGroup>
    </inkml:traceGroup>
  </inkml:traceGroup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38:02.325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8FA29A2-E937-4D47-B79E-C6DCC02761CC}" emma:medium="tactile" emma:mode="ink">
          <msink:context xmlns:msink="http://schemas.microsoft.com/ink/2010/main" type="writingRegion" rotatedBoundingBox="9641,7568 12147,6355 12540,7166 10034,8380"/>
        </emma:interpretation>
      </emma:emma>
    </inkml:annotationXML>
    <inkml:traceGroup>
      <inkml:annotationXML>
        <emma:emma xmlns:emma="http://www.w3.org/2003/04/emma" version="1.0">
          <emma:interpretation id="{A90B85A5-C048-4438-95AB-E8F297BF1822}" emma:medium="tactile" emma:mode="ink">
            <msink:context xmlns:msink="http://schemas.microsoft.com/ink/2010/main" type="paragraph" rotatedBoundingBox="9641,7568 12147,6355 12540,7166 10034,838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018FABE-918B-460D-8088-D3833BF88E32}" emma:medium="tactile" emma:mode="ink">
              <msink:context xmlns:msink="http://schemas.microsoft.com/ink/2010/main" type="line" rotatedBoundingBox="9641,7568 12147,6355 12540,7166 10034,8380"/>
            </emma:interpretation>
          </emma:emma>
        </inkml:annotationXML>
        <inkml:traceGroup>
          <inkml:annotationXML>
            <emma:emma xmlns:emma="http://www.w3.org/2003/04/emma" version="1.0">
              <emma:interpretation id="{9849C1AD-CDA2-42AE-A470-31F3E562C89C}" emma:medium="tactile" emma:mode="ink">
                <msink:context xmlns:msink="http://schemas.microsoft.com/ink/2010/main" type="inkWord" rotatedBoundingBox="9641,7568 12147,6355 12540,7166 10034,8380"/>
              </emma:interpretation>
              <emma:one-of disjunction-type="recognition" id="oneOf0">
                <emma:interpretation id="interp0" emma:lang="en-US" emma:confidence="0">
                  <emma:literal>7054</emma:literal>
                </emma:interpretation>
                <emma:interpretation id="interp1" emma:lang="en-US" emma:confidence="0">
                  <emma:literal>705!</emma:literal>
                </emma:interpretation>
                <emma:interpretation id="interp2" emma:lang="en-US" emma:confidence="0">
                  <emma:literal>2054</emma:literal>
                </emma:interpretation>
                <emma:interpretation id="interp3" emma:lang="en-US" emma:confidence="0">
                  <emma:literal>1054</emma:literal>
                </emma:interpretation>
                <emma:interpretation id="interp4" emma:lang="en-US" emma:confidence="0">
                  <emma:literal>705:</emma:literal>
                </emma:interpretation>
              </emma:one-of>
            </emma:emma>
          </inkml:annotationXML>
          <inkml:trace contextRef="#ctx0" brushRef="#br0">7692 2041 71,'0'0'71,"0"0"21,0 0-56,0 0 3,0 0 319,0 0 43,0 0-215,0 0-95,0 0-19,0 0 22,0 0 36,0 0 10,0 0-33,0 0-39,0 0-19,0 0-4,0 0 4,0 0 3,0 0-3,0 0-11,0 0-8,0 0-8,0 0-9,0 0-10,0 0 1,0 0 9,0 0-11,0 0 0,0 0 1,0 0-2,0 0 2,0 0 14,0 0 2,3 0 4,0 0-4,10 0 10,-4 0-3,7 0 19,-1 0 1,1 0-17,2 0-26,-2 0 13,2 0-13,1 0 10,-1-2-13,-2 0 1,3-1-1,-4 2 0,-6-3-6,4 3 6,-4-1 2,-6 1 10,3 0-12,-3 1-1,-3 0 1,4 0 0,-4 0 0,0 0-1,0 0-1,0 0 0,0 0-1,0 0 3,0 0 0,0 0-1,0 0-12,-4 0-10,4 1-18,0 0-1,-3 2-4,0 2-2,3 3 48,0 3 2,0 1 17,-3 4 23,0 0-25,0 2 15,-3 1-16,3 0-16,0 1 13,-4 0-13,4 3 0,-3-1-1,3 1-14,0 1 15,-3-1 13,3 2-12,-1-3 0,-2 1-1,6-3 0,-3-1 1,0-2 2,0-1-2,3-3-1,-6 0 0,6-4 0,0 1 0,0-2 15,0-2-14,0 0-1,0-1 0,0-2-1,0-1-1,0-1-12,0 1-54,0-1-35,0-1-7,0 0-26,0 0-17,0 0-6,0 0-7,0 0-19,0 0-27,0-6-120,-3-4-264,-4-1 403,1-3 69,22 52 109</inkml:trace>
          <inkml:trace contextRef="#ctx0" brushRef="#br0" timeOffset="341">7711 2364 126,'0'0'69,"0"0"-30,0 0-3,0 0 6,0 0 392,0 0-213,0 0-110,0 0-30,0 0 17,-6 22 23,12-21 45,-3 1-1,3-2-38,0 2-10,4 1 0,-1-3 0,9 1-23,-5-1-26,5 0-20,-2 0-19,6 0 10,-7 0-10,7-1-26,0-3 9,-7 2-12,4-1-13,-4 0-26,1 1-58,-1 1-6,-6 0-20,1 1-4,-1 0-9,0 0-49,1 0-59,-4-1-66,3-1-45,-6-1-65,3-1 243,-2-2 70,-1-1 34</inkml:trace>
          <inkml:trace contextRef="#ctx0" brushRef="#br0" timeOffset="1023">8315 2204 376,'0'0'13,"0"0"228,0 0 453,0 0-355,0 0-157,0 0-33,0 0-6,0 0 6,0 0-13,0 0-33,0-3-35,0 3-16,0 0-7,0 0 0,0 0-3,0 0-7,-3 1-6,3 2-13,0-2-14,-3 3-2,-3 1 0,0 2 0,0 3 42,-7 0-41,7 1-1,-3 4 1,-1-1-1,1 1-3,-3 1 1,2-1 1,1 0 1,3 3 16,-3-1-16,5 0-16,-5-1 16,6-1-13,0 0 13,3-1-1,0 0 0,0-1-11,0 0-4,0-1 3,3 0-5,6 0 17,-2-2 1,5 0-52,-3-2-28,7-1 35,-4-2-17,4-1 43,-1-3 6,1-1-3,2 0-20,1 0 34,-1-3-46,-2-4 48,3-1-13,-4-2 12,1 0-10,-1-3 11,-6 1 1,1-2-1,-4-1-2,-3-2-1,3-1-10,-6-1 0,0-2 13,0 0 0,0 0-51,-3 0 51,-3 2 2,-3 0 40,2 3-9,-2 0-31,0 1 24,3 1-25,-4 2 28,1 2 16,0 1-9,-4 2-11,1 2-25,-1-1-6,1 4-33,-3-2 26,2 3-9,-2 1-1,5 0 7,-2 0 3,3 0-3,-1 0-7,1 1 1,0 3-53,6-1-25,0 2-66,3-2-54,0 1-40,0 1 12,0-2-51,0 2-128,0-3 16,3-1 284,3-1 81</inkml:trace>
          <inkml:trace contextRef="#ctx0" brushRef="#br0" timeOffset="1594">8684 2103 82,'0'0'94,"0"0"23,0 0 539,0 0-197,0 0-231,0 0-98,0 0-52,0 0-23,0 0 29,0 0-3,0 0-29,-21-2-16,18 4-3,-7 2 18,4 0 1,0 2-23,0 0 0,-1 1-12,1 0 5,3 0-22,-3 1 1,3 1 24,-3 1 7,3 1-19,-1-1-6,4 3-4,0-4-6,0 1-10,0-1-4,7 1 17,-1-1 1,3 0-1,0 0-13,7-1 0,-4 0-7,4-2 17,2 1-29,4-1-4,0-2-6,0 2 39,2 0 0,-2-3-10,-3 1-23,2 1-25,-5-1 38,-1 2-16,1 0-13,-7 0-13,0 2-29,-2 1 26,-1 0 6,-3 1 49,-3 2 13,0-2 20,0 1-19,-3 2 2,-10-2 33,4-1-10,-6 0 13,-4-1-7,0 0-9,1-1-4,-4 0 1,-3-3-7,4 1 22,-1-2-15,3 0-4,4-1 7,-1-1-7,1 0 0,6-2 13,-1 0-6,1 0-23,3 0-36,3-4-35,-4-1-98,4-2-136,-3 0-115,6-4-199,0-1 204,0-1 321</inkml:trace>
          <inkml:trace contextRef="#ctx0" brushRef="#br0" timeOffset="1910">8666 2135 157,'0'0'55,"0"0"56,0 0 862,0 0-693,0 0-101,0 0-4,0 0-25,0 0-30,0 0-7,0 0-13,0 0-9,9 3 2,0-3 11,4 0-8,2 0-9,4 0-32,3 0-33,-1-3 7,1 0-26,0-1-1,2 0-2,1 0-23,-6 0-64,3 2-61,-7-3-10,-3 3-26,4-1-43,-7 1-52,-3-2-98,-2-2-222,-4 0-86,0-1 496</inkml:trace>
          <inkml:trace contextRef="#ctx0" brushRef="#br0" timeOffset="4620">9444 1613 88,'0'0'111,"0"0"-52,0 0 19,0 0 356,0 0 57,0 0-220,0 0-141,0 0-55,0 0-7,0 0 6,0 0 1,0 0-26,6 13-4,-6-7-6,0 2-3,0 1 13,0 0 12,0 0-9,0 2-26,-3 1 13,0 0-10,-3 0-26,3 2 46,-7-1-14,4 1-12,0-2-4,0 2 17,-4-1-33,1 0-1,0-1 0,0-1-1,-1 2 1,4-4 0,0 0 0,0 0-1,3-3-1,-4 0 1,4-2-1,3 1-2,-3-4-2,3 0 2,0 0 1,0-1 1,0 0 13,0 0-10,0 0-3,0 0-13,0 0 1,0 0 12,0 0 4,0 0 8,0 0-12,0 0-17,6 0 1,1 0 16,5 0 7,0-2 19,4 1-10,6 0-16,-1-3-33,1 2-25,3 0-35,0 0-8,-1-1-80,1 1-37,-3 0-94,3 0-127,-4-4-171,-2-1 216,-10 2 267</inkml:trace>
          <inkml:trace contextRef="#ctx0" brushRef="#br0" timeOffset="4084">10154 1163 84,'0'0'88,"0"0"-26,0 0-26,0 0 489,0 0-229,0 0-130,0 0-97,0 0 48,0 0 39,0 0-42,0 0 32,6-56-32,-6 50-27,0 2-85,0-2 141,0 2-39,0-1-7,0 2-58,0 0 9,0 0 7,0 0 9,0 1 17,0 0-10,0 2-20,0 0-9,0 0-3,0 0-7,0 0 6,0 0-2,0 0-11,0 0-25,0 0-9,-3 0-20,0 0 0,0 2-13,-3 2-22,0 2 16,-4 3 12,1 3 27,-10 3 5,4 2-5,-4 1 6,4 2-20,-7 1 4,0 4 18,1 1 1,-4 1-3,0 3 3,-3 2-25,0-2-4,3 3 9,-3-3-22,1 0 29,2-1-9,-3-4-4,6-1 25,0 0-35,-2-4 17,5-1 19,-3-1 2,4 0-2,2-2-9,-2-2 6,2 0-45,1-2 46,2 0-37,1-3 16,-1 1 22,4-2-18,0 0 17,-4-1-1,7 0 1,0-3-1,0 0 2,3-2-15,-3 0 15,6 1-12,-4-3 11,1 1 2,3 1 0,0 0 3,-3 0-3,0-1 0,3 0-20,-3 0-2,3 0-4,0-1 0,0 1-16,0 0-23,0 0-16,-3 0-7,0 0 0,3 1-3,-3-1-6,3 1-4,-3 0-101,3-1-55,0 0-66,0-1-29,0 0 36,0 0 264,0-5 17</inkml:trace>
        </inkml:traceGroup>
      </inkml:traceGroup>
    </inkml:traceGroup>
  </inkml:traceGroup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38:14.635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FF9FE03-4496-4BEB-A613-B0B191641BF0}" emma:medium="tactile" emma:mode="ink">
          <msink:context xmlns:msink="http://schemas.microsoft.com/ink/2010/main" type="writingRegion" rotatedBoundingBox="2232,8719 15269,8527 15369,15315 2332,15507"/>
        </emma:interpretation>
      </emma:emma>
    </inkml:annotationXML>
    <inkml:traceGroup>
      <inkml:annotationXML>
        <emma:emma xmlns:emma="http://www.w3.org/2003/04/emma" version="1.0">
          <emma:interpretation id="{C577A8C6-7DDA-485C-ADF6-6711BE7E3A70}" emma:medium="tactile" emma:mode="ink">
            <msink:context xmlns:msink="http://schemas.microsoft.com/ink/2010/main" type="paragraph" rotatedBoundingBox="9846,8476 15282,8552 15272,9232 9836,9156" alignmentLevel="4"/>
          </emma:interpretation>
        </emma:emma>
      </inkml:annotationXML>
      <inkml:traceGroup>
        <inkml:annotationXML>
          <emma:emma xmlns:emma="http://www.w3.org/2003/04/emma" version="1.0">
            <emma:interpretation id="{8AFA31A1-A3D4-41A0-922D-408D02AD8504}" emma:medium="tactile" emma:mode="ink">
              <msink:context xmlns:msink="http://schemas.microsoft.com/ink/2010/main" type="line" rotatedBoundingBox="9846,8476 15282,8552 15272,9232 9836,9156"/>
            </emma:interpretation>
          </emma:emma>
        </inkml:annotationXML>
        <inkml:traceGroup>
          <inkml:annotationXML>
            <emma:emma xmlns:emma="http://www.w3.org/2003/04/emma" version="1.0">
              <emma:interpretation id="{71337CA9-7BCB-4818-959B-6BB63C15AB65}" emma:medium="tactile" emma:mode="ink">
                <msink:context xmlns:msink="http://schemas.microsoft.com/ink/2010/main" type="inkWord" rotatedBoundingBox="9837,8660 12947,8665 12946,9162 9836,9156"/>
              </emma:interpretation>
              <emma:one-of disjunction-type="recognition" id="oneOf0">
                <emma:interpretation id="interp0" emma:lang="en-US" emma:confidence="0">
                  <emma:literal>3.75:]</emma:literal>
                </emma:interpretation>
                <emma:interpretation id="interp1" emma:lang="en-US" emma:confidence="0">
                  <emma:literal>315.3</emma:literal>
                </emma:interpretation>
                <emma:interpretation id="interp2" emma:lang="en-US" emma:confidence="0">
                  <emma:literal>3.75:}</emma:literal>
                </emma:interpretation>
                <emma:interpretation id="interp3" emma:lang="en-US" emma:confidence="0">
                  <emma:literal>3-15.3</emma:literal>
                </emma:interpretation>
                <emma:interpretation id="interp4" emma:lang="en-US" emma:confidence="0">
                  <emma:literal>375.3</emma:literal>
                </emma:interpretation>
              </emma:one-of>
            </emma:emma>
          </inkml:annotationXML>
          <inkml:trace contextRef="#ctx0" brushRef="#br0">11571 2265 43,'0'0'43,"0"0"-14,0 0-9,0 0 6,0 0-10,0 0 14,0 0-8,0 0 4,0 0-3,0 0-6,0 0 142,0 0 86,0 0-82,0 0-43,0 0-6,0 0 10,0 0 20,0 0-1,0-1-29,0 1-23,0 0-17,0-1-5,0 0-8,0 0-18,0-1-21,-3 1 33,0-1 33,0 0-1,3 1-41,0-1-7,-3 0 19,3-1 10,0 2 9,0-2-12,-3 0-30,3 1 1,0 0 28,0 0 14,0 0-33,0-2-16,0 2-28,0-3 18,0 2 4,3 0-20,3-1 42,0 0-45,3 0-3,1 0-39,2 1-3,4-1 42,-1 1-26,7 1 29,-4 0 0,1 0-4,3 1-6,-4 0 10,-2 1 3,2 0-3,-5 0-2,-1 0-47,-2 3 37,-4 3-14,0 0 10,-3 0-16,3 2-10,-3 1 9,-3 0 30,0 3-19,0 2-20,0-1 22,0 3 19,-9 0 1,0 1 0,-7 1-40,4-1 38,-7 1 2,1-2-2,-1 0 2,0-1-3,-2 0 2,2-2 1,0-2 1,1 0 12,-1 0-13,4-3-16,-1 0 16,4-2-4,3 1 2,-1-3 1,1 1 1,3-1 0,3 0-18,-4-2 16,7-1-24,-3 2 6,0-2 7,3 0 10,0 0-36,0 0 7,0 1 29,0 0 3,0 1 1,0 0 0,6-1 40,1 1-38,2 0 16,0-1 46,7 1-39,-1-2-10,4 0-16,-1-1 0,4 0 0,-3 0 2,2 0 8,1 0-10,-6-1-42,2-2-13,1 1 10,-4 0-17,-2 0-35,-1-1-23,-2 1-58,-4 0-43,0 1-69,-3-3-85,3 0-143,-3-3 202,4-2 208</inkml:trace>
          <inkml:trace contextRef="#ctx0" brushRef="#br0" timeOffset="654">12061 2281 165,'0'0'69,"0"0"-24,0 0 66,0 0 597,0 0-354,0 0-145,0 0-60,0 0-32,0 0 13,0 0 16,0-19-36,0 16-19,0 0-11,0 0-22,0-1 49,-3 0-10,3 0-7,0 0-7,0 0-31,0 2 21,0-4-28,0 1 3,0 0-3,0 0-3,0 0 5,0 1-31,3 1 58,0-2-71,3 2 0,4-2-3,-1 0-19,3 0 3,1 1-25,2 0 5,4 1 1,-4 1 16,4 1 3,-4 0 0,1 1-9,-4 0-1,1 0-3,-4 0 16,-3 1-22,0 3 16,-2 2-23,-1 1-9,0 2-29,0 1 51,-3 2 9,0 3-2,0 0-7,-6 2 10,-4 1-20,-2 3 23,-4-1-4,1 0 20,-4 0-12,1 1-27,2-1 36,-2-1-17,5-3 20,-5 0 25,5-4-25,1 0-13,2-2 0,4-2 13,0 0-32,3-2 16,3-2 14,0 1-15,0 0 15,0-1-33,0-1 9,0-1 24,0 1 2,3 0 2,3-1 40,4 3-3,2-4-20,0 2-18,4-2 31,6-1-30,-1 0-2,1 0-57,3 0-14,0 0-9,3 0-5,-4 0 4,-2-3-13,3 0-22,-7-1-56,1 0-53,-7-1-120,1-1-62,-7-1-115,0-2 320,0-1 85</inkml:trace>
          <inkml:trace contextRef="#ctx0" brushRef="#br0" timeOffset="1188">12752 2045 295,'0'0'32,"0"0"-32,0 0 535,0 0-118,0 0-131,0 0-84,0 0-69,0 0-23,0 0 1,0 0-30,0 0-23,0-2-22,0 2-4,0 0-13,0 0-2,0 3-16,0 3 15,-6 1 7,0 1 2,-3 3 5,-1 1 31,-5 2-26,3 0 7,-7 1-26,-3 0 4,4 1-20,-4 1-10,3 0 10,1-1 0,2 1 0,1-2 0,2-1 0,1-1 1,-1 0-2,7-4 0,-3 0-15,6-3 3,0 0-10,0-1-28,3-1-14,0-1-6,0 2 16,0-3 16,6 0 39,0 1 23,3-3 55,4 0-53,2 0-2,4 0-21,6 0-2,-1 0-39,1-3 39,3 0 0,-3 0-19,3-2-30,0 1 14,0 1-7,-3-2 22,-1 1-15,1 1 2,-3 1-22,0 0-19,-7-1-27,-3 3-39,1-2-29,-7 0-75,-3-1-75,0-2-49,0-2-115,-3-1 320,0-1 111</inkml:trace>
          <inkml:trace contextRef="#ctx0" brushRef="#br0" timeOffset="1538">12703 2059 189,'0'0'23,"0"0"58,0 0 897,0 0-727,0 0-20,0 0-4,0 0 29,0 0-26,0 0-17,0 0-29,0 0-40,0 0-29,-16-17-19,16 17-16,0 0-19,-3 2-20,3 0-26,0-1-15,0 0-16,0 2-3,0 1-3,0 3 22,0 2 9,3 2 48,4 4-28,-1 1-10,-3 1 0,3 1 7,0 3 5,-3 0-18,4 1-10,-4 1-3,3 1-1,-3 2-1,-3-2-55,0 2 6,0 1-51,0 0-45,0 0-99,0 0-21,-6 0-30,0-3-66,-4-3-160,4-3-288,0-4 207,-3-2 511</inkml:trace>
          <inkml:trace contextRef="#ctx0" brushRef="#br0" timeOffset="167037">7845 3347 136,'0'0'134,"0"0"-63,0 0-32,0 0-3,0 0 359,0 0-34,0 0-220,0 0-106,0 0 30,0 0 30,0 0 15,0 0 30,0 0 10,0 0-82,0 0 0,21-40 20,-21 39-24,0-1 30,0 0-26,0 0-3,4-1-23,-1-1-39,-3 2 62,0-3-36,0 2 26,3-1-7,-3 3-6,3-1-7,0-1 7,-3 0-39,3 0 43,0 2-11,0-3-3,1 1 10,-1 1-29,0-3-10,3 3-6,0-2 3,0 0-20,4 0 20,-4 1 2,0 1-2,4 1 0,-4-1 0,3 1-1,1 0-2,-1-1-13,-3 1 13,4 1-23,-1 0-3,0 0-13,-2 0 14,-1 3-1,-3 2 16,3 2-10,-3 1 23,0 2-1,1 1-26,-1 0 25,-3 2-17,0 1 16,0 1-11,-10 0 11,-2 0-14,-4 1 3,1-2 14,-4-1 0,3 0 0,1-3-16,-1-1 13,4-1-13,2-2 0,1-2 19,0 0-3,5-3 1,1-1 25,-3 0-7,6 0 0,0 0-2,0 0-1,0 0 3,0 0-19,0 0-35,0 0-1,0 0 10,0 0-6,0 0 16,9 0 0,-2 0 12,2 0-14,3 0 17,1 0-1,-1 0-14,4 0-7,0 3-6,-4 0 3,1 4 25,2-2-34,-5 3 32,-1 0-16,3-1 6,-5 2-10,-1 0 7,3-1-3,-6 0 19,0 2 0,-3 0-10,0-1 9,0 3 1,0-1 1,-6 1 1,-3 0 1,-7-1 27,4 0-30,-4 0 16,1-2 13,-4 0-27,0-2 24,0-1-23,1 0-1,-1-2 37,0 1-13,-3-2-23,7 0-2,-4-1 32,7-1-32,-4 0 12,7-1 6,-1 0-6,4 0 10,0 0 6,3 0-23,-4 0-6,7-1-23,0-3-44,0 0-43,0-1-23,0 2 16,0-2-84,7 0-36,2-1-137,0-1-95,7-1-4,-4-3 88</inkml:trace>
          <inkml:trace contextRef="#ctx0" brushRef="#br0" timeOffset="171105">10018 3286 110,'0'0'261,"0"0"-167,0 0 600,0 0-306,0 0-161,0 0-54,0 0-24,0 0-16,0 0 16,0 0-39,12-27-39,-9 25-4,-3 0-12,0-1-3,0 2-1,3 0-12,-3 1 9,0-1-3,0 1-13,0 0-16,0-1-15,0 1-1,0 0 0,0 0-16,0 0-3,0 0-13,0 0-32,0 0-49,0 0-71,6 0-84,-6 0-14,4 4-20,2 1-122,-3 0-146,0 0 75,-25-24 299</inkml:trace>
          <inkml:trace contextRef="#ctx0" brushRef="#br0" timeOffset="171412">10046 3547 199,'0'0'160,"0"0"-69,0 0 219,0 0 279,0 0-247,0 0-115,0 0-77,0 0-37,0 0-12,0 0-11,15 2-19,-15-2-25,0 0-24,0 0-2,0 0-1,0 0 0,0 0 1,0 0-1,0 0-19,0 0-13,0 0-61,0 0-107,0-4-78,0 1-111,0-1-158,0 1-234,0-2 341,0 24 421</inkml:trace>
          <inkml:trace contextRef="#ctx0" brushRef="#br0" timeOffset="172330">10694 3392 118,'0'0'271,"0"0"453,0 0-363,0 0-179,0 0-16,0 0-23,0 0 74,0 0-35,0 0-79,-19-33-19,16 29-13,3-1-16,0 1 25,0-1-2,0 0-4,0-1-36,0-1 23,0 0-29,0 2 39,0-2-49,0-1 0,0 0-6,0-1 39,0 1-43,0-2 30,3 1-42,0-1 0,3 1 0,-3 0 41,0 1-2,1 3-8,-1 0-11,0 3-17,-3 2 13,3-1-7,-3 1-9,0-1-22,0 1 0,0 0-1,0 0 7,0 0-9,0 0 6,0 0-7,0 2-22,0 2-3,3 2 7,-3 2 28,3 2 12,3 1 8,-3 3-4,0 1 0,1 0-23,-1 1 21,3 1 0,-6-1-11,6 2-9,-3 0-4,-3 1 7,3 0-16,0 0 31,-3 0-47,0-1 22,0-1 26,0-1-39,0-2 0,0 0-19,0-3 32,0-2 7,0 0 18,0-1-54,-3 0 10,3-3 19,-3 1-36,3-1 7,0-1 23,0-2-4,0-1 19,0-1 7,-3 1 0,3-1-12,0 0 25,0 0 0,0 0 19,-3 0-6,3 0-13,-3 0 3,3 0 17,-3 0-20,0 0-3,-4 0 1,1 0-17,0 0 16,3 0-10,0 0-4,-3 0 14,3 0 1,3 0 2,-7 0-16,4 0-10,3 0 23,-3 0 2,0 0 0,3 0-2,-3 0-16,3 0 16,-3 0 0,3 0 0,-3 0 1,3 0-15,-3 0 17,3 2 16,-3-2-14,-1 0-2,4 0-3,0 0 0,0 0 0,0 1 0,0-1-16,0 1-23,0-1-7,10 0-25,-7 0-17,9 0 91,1 0 4,2 0-4,4 0-62,2 0-48,-5-2-56,9-1-62,-7 1-13,4 0-62,0-1-33,-4-2 4,-232 22 184</inkml:trace>
        </inkml:traceGroup>
        <inkml:traceGroup>
          <inkml:annotationXML>
            <emma:emma xmlns:emma="http://www.w3.org/2003/04/emma" version="1.0">
              <emma:interpretation id="{5B7CD071-BBDD-4004-B2A1-4A067EFD4751}" emma:medium="tactile" emma:mode="ink">
                <msink:context xmlns:msink="http://schemas.microsoft.com/ink/2010/main" type="inkWord" rotatedBoundingBox="13433,8526 15282,8552 15273,9170 13424,9145"/>
              </emma:interpretation>
              <emma:one-of disjunction-type="recognition" id="oneOf1">
                <emma:interpretation id="interp5" emma:lang="en-US" emma:confidence="1">
                  <emma:literal>Ratio</emma:literal>
                </emma:interpretation>
                <emma:interpretation id="interp6" emma:lang="en-US" emma:confidence="0">
                  <emma:literal>Ratios</emma:literal>
                </emma:interpretation>
                <emma:interpretation id="interp7" emma:lang="en-US" emma:confidence="0">
                  <emma:literal>Ration</emma:literal>
                </emma:interpretation>
                <emma:interpretation id="interp8" emma:lang="en-US" emma:confidence="0">
                  <emma:literal>Radio</emma:literal>
                </emma:interpretation>
                <emma:interpretation id="interp9" emma:lang="en-US" emma:confidence="0">
                  <emma:literal>Rabid</emma:literal>
                </emma:interpretation>
              </emma:one-of>
            </emma:emma>
          </inkml:annotationXML>
          <inkml:trace contextRef="#ctx0" brushRef="#br0" timeOffset="173427">11546 3302 104,'0'0'294,"0"0"361,0 0-258,0 0-198,0 0 6,0 0-11,0 0-15,0 0-8,0 0-48,0 0-72,0-5-51,0 5-17,0 1-5,0 3-17,-3 3 28,0 0 11,0 4 29,3 2-3,-3 1-13,-3 2-3,6 2-7,-3 2 7,-1-1-10,4 1 0,0 0 9,0 0-9,0 2 0,0-3 26,0 0-24,0-1 24,0-2-19,0-2-7,0 0-36,0-2 33,0-1-29,0-1-23,0-5-20,0 2 53,0-5-7,0 0-20,0-1 36,0-1 13,0 0 62,0 0 25,0 0-3,0 0-7,0-6-67,0-4-8,-6-2-4,0-3 2,0-1-25,0-4 25,-4-1 30,4 0-30,0-2-22,0-1 6,0-2-4,2-2-51,-2 0 39,6-2-33,0 2 52,0 2 12,0 1-63,0 2 64,0 3-17,6 1 37,1 2 22,2 2-26,0 2 65,4 1-62,-4 2 49,0 1-65,4-1-3,2 2-15,-2 1 14,2 1-14,-6 2-1,4 1-20,-4 3 14,-6 0 6,6 0-23,-2 0-3,-7 2 35,6 5 7,-3 0 42,3 3-8,-3-1-32,0 3 15,4 3-17,-7 2-1,0 1-8,0 1-4,0 1 13,0 2 0,-10-2 26,-2 0-26,-4 0-48,-2-1 25,-4-1 22,0-2-38,-2-2 14,-1-3-30,-3-2 12,6-1 8,-3-2 32,4-3-29,5-1 32,4-1 1,2-1 12,4 0 23,3 0-7,3 0 26,-3 0-10,3 0-20,0 0-25,0-2-46,0-2 44,0 0 4,3 0 22,3-1-5,1 2-19,-1 0-42,0 3 10,0 0 32,3 0 13,-2 0 12,2 4 17,3-1-6,-2 2-16,2 2-20,0 0 12,1 1 14,2 2 0,1-1-10,2 4-16,4-2 28,0 0-27,0 3 11,5-1-9,-2 1-3,0 0-1,0 0-31,-3-1-33,-1 1-12,1-2 15,-3 0-96,-1-1 2,-2-1-71,-1-2-43,-2-2-59,-4 0-118,3-4 95,-2-2 0</inkml:trace>
          <inkml:trace contextRef="#ctx0" brushRef="#br0" timeOffset="174371">12120 3539 87,'0'0'238,"0"0"-166,0 0 6,0 0 398,0 0-69,0 0-202,0 0-26,0 0-78,0 0 32,0 0 52,-40-68-43,33 62-96,1 0-11,0 1-9,-3-1 32,-1 0-9,1 1-14,-3 0-19,2 2-16,-2 2 0,0 0-2,-1 1-20,-2 0-8,2 0 14,-2 4 16,-4 2 26,4 1-26,-1 0-1,1 2-15,-1 2 16,1 1 1,2-1-1,4 0 0,0 2 0,2-2-1,4-1-25,0 2 23,3-1-10,0-1-32,0 1 18,0-1 26,6-2 1,4 1-39,-1-1-6,3-3 42,4 1-23,-1-3-22,4-1-23,0-1 71,-1-1 16,1 0-13,-4 0 23,1 0-24,-1-5 1,1-2 27,-1 1-28,-2-2 24,-1-1-13,-3-1-13,1 0 12,-1-1 18,-3 1-29,0 1 15,1-1-16,-4 1 1,0 2 5,0 1-4,0 1-2,-3 3 2,0 0-2,0 0 2,0 2 27,0 0 16,0 0-12,0 0-32,0 0-1,0 0-26,0 0-10,0 1 36,3 2 7,3 3 9,-3-1-15,1 3 12,2 0 26,0 0-10,3 1-27,-3 0 11,4-1 22,2 1-35,-3-1-9,4-1-4,2 0-16,-2-2-7,-1-1-6,1-1 7,-1-2-17,0-1-10,1 0 43,-4 0 19,4-1 32,-1-6-19,-3-1 7,1-1 9,-1-4-10,-3 0 4,0-4 25,-3 0 39,0-1-9,1-3-26,-4-1 25,0-3-48,3-2 0,0-3-29,0 2-2,-3-1 2,0 0 9,0 1 4,0 1-11,0 2 2,-6 1 7,-1 3-10,1 0 21,0 1 13,0 3 1,0 2 5,-1 4 65,7 1-32,-6 5 9,6 2-32,0 1 0,0 2-27,0 0-24,0 0-38,0 0-16,0 2-23,0 5-9,0 5 35,0 4 35,-3 3 16,0 3 3,3 2 0,0 2-2,0 1 12,0 1-13,0 1 0,6 0 19,-3 3-9,4-2-10,-1 3-29,3 0-6,-3-2-7,0-1-19,4-3 6,-1-1-38,0-3 9,-2-1-87,-1-3 48,0-1-51,0-2-53,-3-4-14,-3-2-12,3-2-21,0-2 7,-3-3-36,0-3 42,4 0 39,-1 0 56</inkml:trace>
          <inkml:trace contextRef="#ctx0" brushRef="#br0" timeOffset="174828">12315 3414 118,'0'0'144,"0"0"-14,0 0-58,0 0 290,0 0 81,0 0-228,0 0-95,0 0 36,0 0-26,0 0-36,-9 13-9,12-11 12,6 1 20,4 1 32,-1 0-43,4-1-15,2-1-46,4-1-23,0 0-6,2-1-14,1 0-2,0 0 0,-3 0 0,3 0 0,-7-1 2,1 0 14,-4-2-16,1 1-1,-4 0 0,1 0-1,-7 2 0,-3 0-11,0 0-3,0 0-3,-3 0-10,0 0-10,0 4 39,0 3 29,3 0-9,-3 0-19,3 3 12,0 1 22,-3-1 0,4 2-31,-1 1 25,0-1-29,-3 1 2,3 2-2,-3 0 3,3-1-3,-3 0 0,0 1-19,0-2 6,3 0-6,-3-1-30,0-2-12,0-1-26,0-2 29,0-2-39,0-1-30,0-1 11,3 0-33,-3-2-66,0-1-42,3 0-16,-3 0 9,3-9-127,4-4-108</inkml:trace>
          <inkml:trace contextRef="#ctx0" brushRef="#br0" timeOffset="175044">12684 3272 290,'0'0'69,"0"0"9,0 0 434,0 0-164,0 0-146,0 0 39,0 0-24,0 0-45,0 0-52,0 0-61,-25-26-59,25 26-20,0 0-22,0 0-36,0 0-35,7 0-24,-4 2 4,6 2-59,0 3-61,4-1-102,-1 0-59,-3 1 32,-46-13 193</inkml:trace>
          <inkml:trace contextRef="#ctx0" brushRef="#br0" timeOffset="175528">12945 3449 165,'0'0'219,"0"0"-121,0 0 524,0 0-23,0 0-190,0 0-143,0 0-98,0 0-46,0 0-15,0 0 2,0 1-16,0-1-32,0 0-23,-3 0-34,3 0-4,0 0-1,-4 3-2,4-1-13,0 0 14,-6 4-11,3-1-9,-3 3 21,-3 0-15,-1 3 15,7-1-1,0 3 0,-3-1-2,3-1 4,3 2-3,0-1 1,0 0 1,0 1-12,0-2-13,0 0 4,6-2-10,0 0-7,7-1 14,-4-2 21,6-3-11,1 1 14,3-2-11,-1-2-13,4 0 5,-4 0 20,4-2 1,0-4 12,-7-2 3,7-1-13,-3-1 13,-4-3-15,-2 0-1,2-1 1,-6 0 21,1-1 7,-1 2-29,-9-1-17,0 1 14,0-2-23,-9 0 26,-7 0-16,-2 0-23,-1 3 26,-3 1 10,1 1-11,-4 2-11,-3 2 2,3 3 1,-3-1-14,0 4 13,3 0-9,-2 0-61,-1 6-144,3 1-80,0-1-246,0-1-529</inkml:trace>
        </inkml:traceGroup>
      </inkml:traceGroup>
    </inkml:traceGroup>
    <inkml:traceGroup>
      <inkml:annotationXML>
        <emma:emma xmlns:emma="http://www.w3.org/2003/04/emma" version="1.0">
          <emma:interpretation id="{44269DBE-9BB2-401B-8541-1F62D237E1D1}" emma:medium="tactile" emma:mode="ink">
            <msink:context xmlns:msink="http://schemas.microsoft.com/ink/2010/main" type="paragraph" rotatedBoundingBox="2255,11112 11661,10759 11706,11948 2300,1230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19F93C9-CDB9-4628-8894-E3ECE2108DA5}" emma:medium="tactile" emma:mode="ink">
              <msink:context xmlns:msink="http://schemas.microsoft.com/ink/2010/main" type="line" rotatedBoundingBox="2255,11112 11661,10759 11706,11948 2300,12302"/>
            </emma:interpretation>
          </emma:emma>
        </inkml:annotationXML>
        <inkml:traceGroup>
          <inkml:annotationXML>
            <emma:emma xmlns:emma="http://www.w3.org/2003/04/emma" version="1.0">
              <emma:interpretation id="{B2ECFFA4-C522-4060-A25C-AA80297C614E}" emma:medium="tactile" emma:mode="ink">
                <msink:context xmlns:msink="http://schemas.microsoft.com/ink/2010/main" type="inkWord" rotatedBoundingBox="2268,11470 4423,11389 4454,12221 2300,12302"/>
              </emma:interpretation>
              <emma:one-of disjunction-type="recognition" id="oneOf2">
                <emma:interpretation id="interp10" emma:lang="en-US" emma:confidence="0">
                  <emma:literal>Exp4:</emma:literal>
                </emma:interpretation>
                <emma:interpretation id="interp11" emma:lang="en-US" emma:confidence="0">
                  <emma:literal>Expy:</emma:literal>
                </emma:interpretation>
                <emma:interpretation id="interp12" emma:lang="en-US" emma:confidence="0">
                  <emma:literal>Expel:</emma:literal>
                </emma:interpretation>
                <emma:interpretation id="interp13" emma:lang="en-US" emma:confidence="0">
                  <emma:literal>Exp:</emma:literal>
                </emma:interpretation>
                <emma:interpretation id="interp14" emma:lang="en-US" emma:confidence="0">
                  <emma:literal>Exp..</emma:literal>
                </emma:interpretation>
              </emma:one-of>
            </emma:emma>
          </inkml:annotationXML>
          <inkml:trace contextRef="#ctx0" brushRef="#br0" timeOffset="13207">201 6167 36,'0'0'189,"0"0"225,0 0 62,0 0-157,0 0-98,0 0-117,0 0 59,0 0 9,0 0-43,0 0-44,0 0-8,0 0 17,0 0-4,0 0-9,15-41-4,-15 41-6,0 0 0,0 0 3,0 0-20,0 0-25,0 0-29,0 0-1,0 0-28,0 5-6,0-2-7,0 4 9,0 3 33,0 1 15,0 4-15,0 1-11,0 2 11,0 1 16,0 0-14,0 1-2,0 0-15,0 2 15,3-2 0,-3 0 0,0-1 0,0 0 1,0 1 5,0-3 17,0-2-20,0 0-3,0-5 0,0-1 0,0-1 1,0-1 9,0-3-10,0 1-1,0-4-21,0 1-23,0-1-3,4-1-10,-1 1 16,3 0 28,0 0 12,3-1-28,1 0 27,5 0-36,-2 0 26,2 0-29,1-1-10,5-2-61,1 0 23,-3-3-20,-1 2-43,4-1-29,-3 0-45,-4 1-59,1 1-66,-1-3-98,-6 0 39,1-1 307,-7-1 56</inkml:trace>
          <inkml:trace contextRef="#ctx0" brushRef="#br0" timeOffset="13761">229 6097 772,'0'0'746,"0"0"-477,0 0-61,0 0 3,0 0 9,0 0-3,0 0-73,0 0-25,0 0-38,0 0-47,-3-31-34,6 31-32,0 0-23,6 0-28,0 0 57,7 0 3,-1 0 23,10 0-45,-3 0-67,3 1-8,0 2-28,-1 1-27,1 0-107,0 1-37,0 1-111,-7-1-111,-2 0 52,-1 1 385</inkml:trace>
          <inkml:trace contextRef="#ctx0" brushRef="#br0" timeOffset="13490">257 6345 182,'0'0'123,"0"0"239,0 0 280,0 0-277,0 0-154,0 0-49,0 0-22,0 0 5,0 0-22,0 0-42,-7 4-42,11-4-4,-1 0 7,0 0-10,3 0-29,3 0-2,7-2 1,-1-3-1,4 3-2,6-2-24,-4 0-75,4 1-36,0-2-16,-3 2-65,-4-2-117,-2 1-148,-1-2-166,-8-2 198,-7 1 322</inkml:trace>
          <inkml:trace contextRef="#ctx0" brushRef="#br0" timeOffset="14096">697 6301 347,'0'0'36,"0"0"488,0 0 271,0 0-428,0 0-118,0 0-22,0 0-31,0 0-22,0 0-17,0-5-74,0 5-51,3 1-32,0 2 0,0-1 0,10 1 19,-1 1-3,4 2 12,-1 1-27,7 0-1,0 0 0,2 0 0,-2 2-3,0-1 1,3 0-62,-1 0-35,-5-1-20,3 1-16,-4 0-35,1-1 8,-7 0-32,1 1-7,-1-1-68,-3 0-108,-2-3-82,-1-2-145,-6-2 347,0 0 133</inkml:trace>
          <inkml:trace contextRef="#ctx0" brushRef="#br0" timeOffset="14364">1026 6267 109,'0'0'176,"0"0"991,0 0-851,0 0-128,0 0 36,0 0 3,0 0-24,0 0-13,0 0-45,-65-10-68,52 14-6,1 2-4,-1 3-13,-2 0-51,-4 2-3,7 1 3,-4 1-1,4 0-2,-4 1 0,1 1-1,3-1-1,-1 2-49,1 0-54,2-1 15,4 0-29,-3 0-26,9-2-45,0-1-1,0-1-71,0-4-76,0-2-235,6-3-190,3-2 460,4 0 214</inkml:trace>
          <inkml:trace contextRef="#ctx0" brushRef="#br0" timeOffset="14789">1147 5995 29,'0'0'3,"0"0"1673,0 0-1351,0 0-150,0 0 116,0 0 19,0 0-5,0 0-34,0 0-106,0 0-48,0-27-25,0 27-23,0 0-25,0 1-18,0 0-26,0 2-12,0 1-20,0 1-2,0 6 34,0 2 34,0 4-21,6 3-11,-6 0 15,6 5-15,0 0 12,-3 3-14,3 1 0,1 2 0,-1 2-13,-3 1-6,3 2-12,0-1-7,-6 0-22,7 0 35,-4-2-38,-3 0-23,3 0-41,0-1 6,0-1 3,0 0-80,-3-4 18,3 0-4,-3-1 7,0-4-4,0-2 87,0-1-30,0-4-5,0-2-83,0-3 8,-3-1-18,-3-5-32,3 0-59,-3-4 4,-1 0 38,1-4 163,3-5 76</inkml:trace>
          <inkml:trace contextRef="#ctx0" brushRef="#br0" timeOffset="15152">1199 6279 110,'0'0'280,"0"0"522,0 0-489,0 0-63,0 0-62,0 0 13,0 0-3,0 0-7,0 0-36,0 0-43,-6-90 27,9 88-2,3 0-65,1-2-72,2 2-80,0-1 9,10 1 30,-1 0 5,4 1 8,3 1 8,0 0 4,0 0-6,-4 1-20,1 6-13,0 0-45,-1 1 7,-5 2 12,-1 0 10,-5 2-43,-4 0 37,-3-1-8,-3 1 21,0 1 12,-9-2-13,-7 1-16,-2 0 38,-4 0 1,-3-2 19,0-1-16,-3 0-6,4-2-14,-1-2 4,0 0-30,3-2-12,7-2-21,-1 1-18,7-2-118,6 0-177,3-8 121,0-1 222</inkml:trace>
          <inkml:trace contextRef="#ctx0" brushRef="#br0" timeOffset="15865">1677 5995 88,'0'0'163,"0"0"512,0 0-76,0 0-322,0 0-115,0 0 10,0 0 6,0 0-7,0 0-38,0 0-49,0 0-23,0 0-3,0 0-23,-13-1-35,7 6-22,-6 4 9,-1 1 13,-5 4-14,2 2 12,1-1-10,-7 2 11,0 0 1,7 2-1,-7 0 1,4 0 0,2 0-24,1-3-8,-1 1-26,7-3 22,-1-3-2,7-1-40,0-2 14,3-1-17,0-2 19,0-1 14,0-2 28,6 0 17,7 0 3,-1 1 16,4-3-3,2 0 9,1 0-22,3 0-2,-1 0 2,4 0 0,0 0-29,0 0 25,-4 0-12,1 0 0,3 0 0,0 0-7,-3 0-19,-1 0-4,4 0-2,0 0-11,-3 0 8,-1-3 2,1 2-13,0 0-19,-7 0-7,1 0-19,-7 0-36,0 0-53,1-2-55,-4 2-19,-3-1-33,0-2 52,-3-1 182,0-1 4</inkml:trace>
          <inkml:trace contextRef="#ctx0" brushRef="#br0" timeOffset="16203">1726 6071 26,'0'0'88,"0"0"303,0 0 598,0 0-729,0 0-26,0 0 38,0 0-29,0 0-1,0 0-40,0 0-51,-6-24-36,6 24-19,0 0-33,0 0-45,0 2-18,0 2-2,0 2 2,0 2 77,0 2-30,0 3 26,0 1-41,0 1-7,0 1-6,0 1 6,0 2-22,0 0-1,0 3 10,3-1-12,0 2 0,4-1-12,-4 1-17,0-1-41,0 0-34,3-2-49,-3-1-42,3 0-29,-2-3 5,-1 0-10,0-3-13,-3-2-89,3-2-160,0-4-216,-3-4 152,3-1 451</inkml:trace>
          <inkml:trace contextRef="#ctx0" brushRef="#br0" timeOffset="16765">2285 6308 287,'0'0'39,"0"0"915,0 0-521,0 0-190,0 0-84,0 0 23,0 0-46,0 0-27,0 0-47,0 0-60,34-31-2,-31 25-26,0 1-80,-3-3-121,0-2-227,0 0-743,0-3 665,-40 96 468</inkml:trace>
          <inkml:trace contextRef="#ctx0" brushRef="#br0" timeOffset="16544">2343 6018 89,'0'0'1612,"0"0"-1304,0 0-217,0 0 58,0 0 52,0 0 35,0 0-50,0 0-93,0 0-69,0 0-24,0 0-32,-9-18-32,9 18-27,0 0-63,0 0-72,0 0-82,3 2-16,3 4-83,1 0-176,-7 1-50,3 0 496,-13-17 107</inkml:trace>
        </inkml:traceGroup>
        <inkml:traceGroup>
          <inkml:annotationXML>
            <emma:emma xmlns:emma="http://www.w3.org/2003/04/emma" version="1.0">
              <emma:interpretation id="{4A27B5A1-8CB1-42A0-8F1F-A5A2BE799B4C}" emma:medium="tactile" emma:mode="ink">
                <msink:context xmlns:msink="http://schemas.microsoft.com/ink/2010/main" type="inkWord" rotatedBoundingBox="9868,11250 11677,11182 11695,11669 9886,11737"/>
              </emma:interpretation>
              <emma:one-of disjunction-type="recognition" id="oneOf3">
                <emma:interpretation id="interp15" emma:lang="en-US" emma:confidence="0">
                  <emma:literal>1183</emma:literal>
                </emma:interpretation>
                <emma:interpretation id="interp16" emma:lang="en-US" emma:confidence="0">
                  <emma:literal>1 181</emma:literal>
                </emma:interpretation>
                <emma:interpretation id="interp17" emma:lang="en-US" emma:confidence="0">
                  <emma:literal>1 186</emma:literal>
                </emma:interpretation>
                <emma:interpretation id="interp18" emma:lang="en-US" emma:confidence="0">
                  <emma:literal>1186</emma:literal>
                </emma:interpretation>
                <emma:interpretation id="interp19" emma:lang="en-US" emma:confidence="0">
                  <emma:literal>1 183</emma:literal>
                </emma:interpretation>
              </emma:one-of>
            </emma:emma>
          </inkml:annotationXML>
          <inkml:trace contextRef="#ctx0" brushRef="#br0" timeOffset="22481">8318 5908 168,'0'0'59,"0"0"-20,0 0 43,0 0 674,0 0-251,0 0-245,0 0-121,0 0-58,0 0-19,0 0 25,7-29 30,-7 24-36,0 3-29,0-2 19,0 0-7,0 0 17,0-2-1,0 2-22,0-3 6,0 1 4,3 0-30,-3 0-18,3 0 44,0 2-26,0-2 36,-3 1-71,3 0 45,0 1-16,0-1-29,-3 1 26,3 2 12,-3 1 10,0 1-26,0 0-25,0 0-11,0 0-12,0 0 1,0 0-7,0 0-15,0 0-26,0 2-4,0 3 17,0 2 27,0 3 30,0 1 16,0 3 6,4 0-12,-4 3-10,3-1 0,-3 2 3,3 1 0,-3 0-3,0 1-2,0 2-36,0 1 37,0 0-32,0 2 17,0-3-38,0-2-4,0 1-13,0-6-15,0 0-56,0-3 35,0 0 1,0-2-21,0-2 4,0-2-13,0-1-81,0-1-108,0-1-37,0-3-192,0 0 104,3-1 329</inkml:trace>
          <inkml:trace contextRef="#ctx0" brushRef="#br0" timeOffset="23319">8985 5913 145,'0'0'84,"0"0"-31,0 0 256,0 0 323,0 0-345,0 0-128,0 0-29,0 0-65,0 0 72,0 0-4,0 0-23,25-45-16,-22 40-46,-3 1 17,0-2 16,0 2-1,0-2 20,0 0-42,0 0 0,0 0-16,0-1-29,0 0-11,0 0 24,-3-1 9,0 0-13,0 1-5,-3 0 15,2 1-31,-2 0-1,3 0 13,-6 2 32,3 1-42,-4 0 1,1 1-4,-7 1-42,4 1-16,-7 0 4,1 0 22,-1 0 6,-2 3-16,2 3 17,3 2-4,-2 1 0,-1 0 25,7 1-18,-1-1 3,4 2-4,3-1-45,3-1 36,3 1 16,0-1-36,0 0 17,3-1 32,6 1 5,4-2-2,-1 1 19,7 0 16,2-2-35,-2 0 0,6 0-3,-4 0 3,1-1 0,3-1-32,0 1-4,-4 1 1,1-2 6,-3 1-49,3 1 13,-7 1 14,1 1-8,-4 0 11,0 1-43,-5 0 6,-1-1-25,-3 3 38,-3-1 17,0 2 55,0 0-1,0-1-18,-3 0-17,-3 0-23,-4-2 17,1 2-13,0-3 19,-7 1-23,1-3 21,-4 1 38,4 0 13,-4-3-12,0-1 16,1 0-14,-1-2 16,0 0-2,4-1-15,3 0 1,-1 0 26,4-2 14,0-3 2,2-3 11,1-1-8,0 0 8,6-3-27,0 1-3,0-4-25,0 1 12,0-2-12,0 0-1,9-1-30,1 3 17,5 0-49,-3 1 3,1 1 11,2 3 31,-2 0-9,2 0 10,-2 3 0,-1 0 3,4-1-30,-4 2-54,0-2-43,-2 1-33,-1 0-58,3-1-102,-8 0 53,5 0 179,-6-1 43</inkml:trace>
          <inkml:trace contextRef="#ctx0" brushRef="#br0" timeOffset="24615">7804 6041 107,'0'0'88,"0"0"-33,0 0-29,0 0 577,0 0-20,0 0-241,0 0-147,0 0-59,0 0-10,0 0 17,0 0 5,0 0-28,3-16-40,-3 14-19,0 1 23,3-3-7,0 1 6,-3 2-67,3-4 23,0 3 31,0-3-28,-3 1-7,7 0-13,-4-2 13,3-1-6,-6 2 9,6-1-6,-3-2 22,0 1-10,3-1-21,-2 0-4,2-1 9,-3-1-25,0 0 0,3 0 19,-3 2 4,0-2-25,4 1 21,-7 1-6,3 1-15,0 0 11,-3 1-11,3 0 0,-3 2-1,0 1-1,0 2 1,0-2 0,0 3-1,0 0-3,0 0-15,0 0 0,0 0 7,0 0-7,0 0-13,0 0-6,0 0-19,0 1-10,0 2-6,0 2 0,0 2 41,0 2 32,0 4-2,0 1-24,3 3 26,0-1 0,-3 3-10,0 0 10,0 1-1,0 0-37,0 2 35,0 0-55,0-1 30,0 0-24,0-1-9,0-1 10,0 0 6,0-2-26,0 1 36,0-2-4,0-2-12,0-1-17,0-1-3,3-3-13,-3-1-3,3-1-46,0-2 26,-3-1-33,0-1-80,0 1-89,0-2-37,0-2-77,0 0-83,3 0 382,-3 0 69</inkml:trace>
          <inkml:trace contextRef="#ctx0" brushRef="#br0" timeOffset="26955">9342 5982 14,'0'0'104,"0"0"-38,0 0-17,0 0-27,0 0 419,0 0-142,0 0-116,0 0-46,0 0-1,0 0 34,0 0-5,12 6-38,-12-6-59,0 0-16,3-2-23,-3 0 7,3-1 26,-3-1 6,3 0-68,0 0 61,-3-2-28,7 0-21,-7-1 24,3-2 35,3 1-35,-3-1-7,0-1 10,0 1 28,3-3 8,-2 0-14,-1 0-3,3 1-23,-3-2 39,3 2-35,-3 1-4,0 0 10,0 1-32,4 1 15,-7 1 14,3 3-7,-3 1 7,3 0 6,0 2-13,-3 1 6,0 0-6,0 0-9,0 0-26,0 0 0,0 0-19,0 0-7,0 1-15,0 1-33,0 2-9,0 0 22,0 3 42,0 2 19,0 1 3,0 1 10,0 2 1,0-1-13,0 1-2,0 1 1,0 1 0,0 1-1,0 1-2,0-1-20,0 2-25,3-2 29,-3 2 19,0-2-19,0 0 0,0 0 17,3-1-17,-3-2-26,0 0 16,3-1-45,-3-2 32,0 0-3,0-1-16,0 0-10,0-1 7,0-1 38,3-2-26,-3 0 29,0-1-28,0-2 15,0 0-9,0-2-4,0 1 10,0-1 10,0 0 0,0 0 3,0 1 13,0-1 13,0 0 3,0 1 13,0-1-3,0 0-9,0 0-2,0 0-2,0 0 0,0 0-13,0 0 12,0 0 1,0 0 1,0 0-1,0 0-3,-3 0-20,3 0 0,-3 0 0,-3 0 21,6 0 0,-6 1-14,6-1 4,-3 1 12,3-1 42,0 0-6,-3 1-10,3 0-10,0-1-3,0 1 0,0-1-13,0 0-13,0 0-6,0 0 2,0 1 17,0 0 13,0 1 16,0-1-27,0 2-1,3-1 27,0-1-26,9 0 8,-2 1-10,5-1-68,4-1 25,-1 2-67,1-2-108,3 0-104,-4 0-81,4 0-187,-7-7 273,-2 0 216,-202 12 86</inkml:trace>
        </inkml:traceGroup>
      </inkml:traceGroup>
    </inkml:traceGroup>
    <inkml:traceGroup>
      <inkml:annotationXML>
        <emma:emma xmlns:emma="http://www.w3.org/2003/04/emma" version="1.0">
          <emma:interpretation id="{35401986-00CA-4E3D-AB24-9F7F9F6FC581}" emma:medium="tactile" emma:mode="ink">
            <msink:context xmlns:msink="http://schemas.microsoft.com/ink/2010/main" type="paragraph" rotatedBoundingBox="9001,12002 13798,12318 13716,13560 8920,13244" alignmentLevel="3"/>
          </emma:interpretation>
        </emma:emma>
      </inkml:annotationXML>
      <inkml:traceGroup>
        <inkml:annotationXML>
          <emma:emma xmlns:emma="http://www.w3.org/2003/04/emma" version="1.0">
            <emma:interpretation id="{6FC8ADD7-1534-4237-ADBD-4EAB5316445A}" emma:medium="tactile" emma:mode="ink">
              <msink:context xmlns:msink="http://schemas.microsoft.com/ink/2010/main" type="line" rotatedBoundingBox="9001,12002 13798,12318 13716,13560 8920,13244"/>
            </emma:interpretation>
          </emma:emma>
        </inkml:annotationXML>
        <inkml:traceGroup>
          <inkml:annotationXML>
            <emma:emma xmlns:emma="http://www.w3.org/2003/04/emma" version="1.0">
              <emma:interpretation id="{EFF223EF-0720-406E-B90C-C3108FAD9B03}" emma:medium="tactile" emma:mode="ink">
                <msink:context xmlns:msink="http://schemas.microsoft.com/ink/2010/main" type="inkWord" rotatedBoundingBox="9001,12002 10655,12111 10573,13353 8920,13244"/>
              </emma:interpretation>
              <emma:one-of disjunction-type="recognition" id="oneOf4">
                <emma:interpretation id="interp20" emma:lang="en-US" emma:confidence="0">
                  <emma:literal>8k</emma:literal>
                </emma:interpretation>
                <emma:interpretation id="interp21" emma:lang="en-US" emma:confidence="0">
                  <emma:literal>82</emma:literal>
                </emma:interpretation>
                <emma:interpretation id="interp22" emma:lang="en-US" emma:confidence="0">
                  <emma:literal>88k</emma:literal>
                </emma:interpretation>
                <emma:interpretation id="interp23" emma:lang="en-US" emma:confidence="0">
                  <emma:literal>882</emma:literal>
                </emma:interpretation>
                <emma:interpretation id="interp24" emma:lang="en-US" emma:confidence="0">
                  <emma:literal>6882</emma:literal>
                </emma:interpretation>
              </emma:one-of>
            </emma:emma>
          </inkml:annotationXML>
          <inkml:trace contextRef="#ctx0" brushRef="#br0" timeOffset="28661">8495 6646 170,'0'0'42,"0"0"-16,0 0 0,0 0 434,0 0 6,0 0-173,0 0-130,0 0-63,0 0 8,0 0 15,0 0 13,3-7-22,-3 7-27,0 0-22,0 0-33,0 0-30,0 0 14,0 0-12,0 3-4,-6 2 0,3 3 0,-6 1 42,-1 3-4,-5 3 1,-1 2 22,-5 1-61,-1 1-1,-3 1-2,0 0 3,1 1 1,-4-1 32,0 1-21,-3-2 5,6-1 2,-3-1-17,0-1 17,3 0-19,4-3 0,-1-1 0,3-2 1,4-1-1,5-1-22,-2-3 20,6 2-18,-3-4-25,2 2 16,1-1 3,3 0-19,-3-1 23,3 0-11,0 1-15,0-3 9,-1 2-10,1-1-6,0 0 33,0 0-14,-3 0 1,6-1-47,-3 1-31,0-2 2,3 2-5,-3-1-47,3 0-35,0-1-53,-3 0-26,3 0-52,0-2-79,0-4 353,0 0-27</inkml:trace>
          <inkml:trace contextRef="#ctx0" brushRef="#br0" timeOffset="29108">8015 6920 72,'0'0'120,"0"0"-51,0 0 169,0 0 417,0 0-248,0 0-205,0 0-95,0 0 16,0 0 43,0 0-17,3-4-72,-3 4-51,-3 3-13,-1 0 0,1 2 10,0 1 15,0 2 14,-3 1-17,0 1-5,0 1 12,-1 1-7,-2 1-6,0 0-27,-1 1 32,1 0-33,-3 1-2,-1 0 18,4 0-10,-3-1-7,-1-1-20,4 1 20,3-3 11,-4 0-9,1-2 0,0-1-1,9-1-1,-6-3 2,6-1-2,-3-1 0,3-2-16,0 0-23,0 0-3,0 0-6,0 0 6,0 0-3,0 0 0,3 0-7,3 0 52,6 0 0,1 0 30,2 0-30,4 0-35,-1 0-20,1 0 6,3 0-42,-4 0-51,4 0-14,0 0-75,-4 0-107,4 0-124,-3 0-148,-4-4 404,-2-1 101</inkml:trace>
          <inkml:trace contextRef="#ctx0" brushRef="#br0" timeOffset="30881">7863 7515 98,'0'0'140,"0"0"-85,0 0 571,0 0-166,0 0-206,0 0-95,0 0-59,0 0 1,0 0 48,0 0-48,9-46 9,-15 39-32,3 1-20,-4-2-23,1 0-9,-3-1-24,0 0 37,-1 2-26,1 0-10,0 3 0,-1-1 0,-2 2-1,0 2-2,-4 0-13,1 1-7,-4 0-15,4 0 15,-4 3-12,3 2 30,1 0-11,3 2 13,-4 1 16,7 1-15,-7 0-1,7-1 2,0 3 31,2-1-33,-2 1 0,3 0-4,3-1-18,0-2 20,3 1-14,0 0-1,0-3-5,0 1-2,6 0 24,6 0 3,1-1 30,5 1-1,4 1-13,3-1 4,3-1-23,3 2-26,-3 0 10,3 0-13,0 1-10,0 1-6,-3-1-13,-1 1 35,-5 0-26,0 2-12,-7-1-33,-5 0-30,-1 0 30,-9 0 39,0 0 13,0 2 42,0-2 16,-6 1-16,-4-1 0,1-2 20,-6 1-19,2-2 0,-2-1 20,-1-1 12,-2-1-7,-4-1-3,3 0-10,1-3 13,-4-1 0,3 0-1,-2 0 14,5 0 13,1-2 20,-1-5-11,1 0-32,5-2-3,1 0 16,0 0-6,3-2 14,3 0-50,-4-1-26,7 1 9,0-2 16,3-1-44,7 2 26,-1-2-17,3 1-3,4 1 13,-4-1-3,7 2 16,0 1-26,-1 0-65,1 2-19,-4 0-43,4 0-29,-4 2-91,1 0-76,-4-2-101,4-1 193,-4 0 139</inkml:trace>
          <inkml:trace contextRef="#ctx0" brushRef="#br0" timeOffset="30104">7298 7519 209,'0'0'26,"0"0"36,0 0 212,0 0 420,0 0-271,0 0-170,0 0-74,0 0-59,0 0-82,0 0 24,0 0 6,10-23-7,-10 15-6,0 1 6,6 0-19,-6-2 17,0 0 27,0 0-18,0 0-7,-6 0-22,6 0-11,-10 0-18,4 0-7,-3 0 17,0 1 4,-7-1-24,4 1 0,-4 2-29,-6 1 13,1 0-3,-7 3-19,-3 0 18,0 1 1,-3 1-13,0 0 29,-1 0-23,8 4 26,5 1 3,0-1-2,7 1-1,2 1-3,4 1-32,6 0 31,-3 2 3,3 1 1,-1-1-19,4 2 6,0 0 12,4 1 0,5-1-15,3 0 9,4-1 7,2-1 1,1-2-1,3 1-29,2-1 29,1-2-12,3 2 12,3-1-4,3-2-15,-3 2-36,7 1 13,-4 0-6,0 2 9,0 0-13,-3 2-6,-3-1-10,-7 1-6,1 1-7,-6 2-49,-1-1 3,-6 1 20,1 0-26,-10 2 35,0-2 95,0 0-23,0 1 13,-6-2 13,-4 1 3,-2-2 10,-1-3 7,1 0 9,-3-2 17,-4-3-7,3 1 26,-2-4-4,-1 0 4,-2-1-6,-1 0 15,0 0-5,4-4-11,-4-3 4,3-2-7,4 0 3,-1-3-16,7-1 13,0 1 10,-1-3-21,7 1-44,0-2-20,3-3 18,0 1-56,0-2-7,9 0 52,4 2-58,-1-1 69,4 2-24,-1 2-6,4-1-36,-4 2-20,4 1-3,0 1-55,-1 0-55,1 1-118,-1 0-75,-2 1-157,-1-3 326,-2 4 105</inkml:trace>
          <inkml:trace contextRef="#ctx0" brushRef="#br0" timeOffset="31447">8148 7465 79,'0'0'196,"0"0"577,0 0-269,0 0-305,0 0-27,0 0-20,0 0-6,0 0 23,0 0-31,0 0-101,34-39-35,-28 36 41,4 0-1,2 0 0,-3 1-23,1 0 1,2 2-17,0-1-1,1 1 14,-1 0 11,4 0-27,-1 0-1,-2 0-22,-1 1 21,3 5-17,-2 1 16,-4 0-16,-3 1 19,1 1 0,-4 1-9,3 3-27,-6-1 11,0 3-11,0 0 4,-6 2 16,-4 2-17,-5 0 6,-1 3 27,-2-1 0,2-1-22,-2 2 6,2-3 15,1-1-15,-1 0 3,4-4 13,6-1 0,-4-2-13,1-1 13,6-1-3,0-2 0,0-1-10,3-3-13,0 1 23,0-1-45,3-1 48,3 0 3,3-2-3,1 1 0,-4-1 0,9 0 31,-2 0-31,5 0-19,1 0-30,-1 0-16,1 0-29,3-1-9,-4-1-8,1-1-35,0 0-33,2 0-107,-2 1-85,-4-4-99,-2 0 186,2 1 180,-5-2 52</inkml:trace>
        </inkml:traceGroup>
        <inkml:traceGroup>
          <inkml:annotationXML>
            <emma:emma xmlns:emma="http://www.w3.org/2003/04/emma" version="1.0">
              <emma:interpretation id="{E1B6DFED-D5B6-4D53-AF79-15AC84F5E27B}" emma:medium="tactile" emma:mode="ink">
                <msink:context xmlns:msink="http://schemas.microsoft.com/ink/2010/main" type="inkWord" rotatedBoundingBox="11543,12471 13778,12618 13718,13533 11482,13386"/>
              </emma:interpretation>
              <emma:one-of disjunction-type="recognition" id="oneOf5">
                <emma:interpretation id="interp25" emma:lang="en-US" emma:confidence="0">
                  <emma:literal>*295</emma:literal>
                </emma:interpretation>
                <emma:interpretation id="interp26" emma:lang="en-US" emma:confidence="0">
                  <emma:literal>*29</emma:literal>
                </emma:interpretation>
                <emma:interpretation id="interp27" emma:lang="en-US" emma:confidence="0">
                  <emma:literal>*299</emma:literal>
                </emma:interpretation>
                <emma:interpretation id="interp28" emma:lang="en-US" emma:confidence="0">
                  <emma:literal>*255</emma:literal>
                </emma:interpretation>
                <emma:interpretation id="interp29" emma:lang="en-US" emma:confidence="0">
                  <emma:literal>*ass</emma:literal>
                </emma:interpretation>
              </emma:one-of>
            </emma:emma>
          </inkml:annotationXML>
          <inkml:trace contextRef="#ctx0" brushRef="#br0" timeOffset="32043">9469 7025 200,'0'0'20,"0"0"45,0 0 483,0 0-92,0 0-144,0 0-65,0 0-55,0 0-27,0 0 20,0-21-5,0 21-25,0 0-16,0 0-24,0 0-15,0 0 2,0 0-25,0 0-26,0 0-19,0 0-13,0 0-19,0 1-14,0 2-2,6 1 16,-3 1 0,6 4 32,7 1 19,-1 3-20,7 0-15,3 1-14,3 1 18,6 1-1,0 0-18,0 1 2,3-2-3,1 2-2,-1-1-1,-3-1-20,-3 0-15,-3-1-32,0 1-25,-3-3 8,-4 1-66,1-1 18,-3-1-7,-7-2 1,-3-2-40,-3-1-26,1 1-62,-7-2-60,0-3-133,0 0-108,-7-2 117,-2 0 338</inkml:trace>
          <inkml:trace contextRef="#ctx0" brushRef="#br0" timeOffset="32330">9695 7331 268,'0'0'43,"0"0"524,0 0-23,0 0-339,0 0-65,0 0 9,0 0-16,0 0 20,0 0 5,0 0-44,28 13-24,-12-12-35,2 0-10,1-1-29,-1 0-5,4 0-11,-3 0-3,2 0-36,1 0-35,0 0-33,0-1-29,-4-1-45,-2 0-62,-4 0-108,-6-1-209,4-2-102,-4-2 450,-3-1 91</inkml:trace>
          <inkml:trace contextRef="#ctx0" brushRef="#br0" timeOffset="32641">9996 7085 323,'0'0'45,"0"0"373,0 0 171,0 0-302,0 0-89,0 0-16,0 0-30,0 0-6,0 0-23,0 0-49,-12 10-38,5-8-14,4 2 20,0 2 61,-3 3-29,3 1-32,-3 0 13,-1 3-20,4 0 7,-3 2-20,6-1-20,-6 3 13,6-2-15,-6 2-64,3-1-19,0 1-23,-4 0-91,1 1 16,0-2-85,0-2-178,-1-2-273,1-4-94,3-1 677</inkml:trace>
          <inkml:trace contextRef="#ctx0" brushRef="#br0" timeOffset="34735">10135 7713 125,'0'0'46,"0"0"-4,0 0-6,0 0 208,0 0 392,0 0-333,0 0-238,0 0 23,0 0 35,0 0 37,-3-34-63,3 29 0,0 1-12,0-1-53,0 2 46,0-1-1,3-1-9,1 0-29,2 1-23,0-1 17,3 1 22,1-1-7,-1 1-48,6 0-3,-2 0-8,2 2 9,4 0 2,-4 1-19,1 0 7,-1 1 12,1 0 0,-4 0 0,-2 0 0,2 0-2,-6 4-18,0 2-22,1 1 29,-1 2-9,-3 0 6,-3 2-27,3 3 8,-3 0 9,0 3 7,-3 0 19,-9 1-17,-4 1 14,0-1-22,-2 1 25,-4 0 13,4-1-13,-4 0-16,0-2-3,7-1-4,2-2 21,1-2 2,-1 0 0,7-4-16,-3-1 15,6-1-3,0-2-12,3-1-3,0-2-4,0 0 23,0 0 0,0 0 10,0 1-10,0 0 0,0 2 52,9-2 3,-3 1 0,7 0-23,2 0 0,1-2-19,-1 0-13,7 0-3,0 0-33,-4 0-22,4 0-16,0 0-11,-1 0-31,-2 0-24,-4 0-97,4-1-98,-3-1 2,-4 0-54,0-1-21,1-2 310,-4-1 23</inkml:trace>
          <inkml:trace contextRef="#ctx0" brushRef="#br0" timeOffset="35556">10932 7720 307,'0'0'1,"0"0"276,0 0 264,0 0-297,0 0-68,0 0-79,0 0 27,0 0-23,0 0 12,0 0-25,0 0-30,-12-78 7,12 72-13,-3-2 3,0 1 42,-3 0-42,2 2-10,-2-2 17,0 0-21,-3 1-15,-1 0-5,-2 0-19,3 3-1,-7-2-1,-5 5-19,2 0-20,0 0 7,1 0 31,-1 0-2,4 4 3,-1 0-13,7 2-16,-4 0 4,1 2 21,6-1-25,-4 3-3,1 0 29,3 2 3,3-1-26,3 0 24,0-1-27,0 0 25,3-1-35,3 0 27,7-1 5,2 0 7,1-2 0,5-2-36,1 0-9,0-2-16,-4-1 2,4-1-2,-3 0-21,-1 0-15,1 0 42,-7-3-7,1-2 23,-1 1 5,-3-1 34,1-1 2,-7 0 24,0-1-7,0 0 7,-3 2 7,0-1 15,0 1 43,0 1-62,0 3 62,0-1-55,0 1 16,0 1 32,0 0-13,0 0-38,0 0-31,0 0-2,0 0-1,0 0-28,0 0 8,0 5 21,0 2 3,0 2 56,0 0-27,0 0 0,6 2-30,-3-1 0,3 1-2,-2 2 0,2-1 0,-3 1 22,3 1-22,0 0-3,-3 1 3,7-1 0,-7 2-1,0-1-38,0 0 4,0 0-24,-3-2 20,0 0-29,0-1 7,0 0 9,-6 0-3,0 0 35,-7-2-2,4 0-4,-3-2-26,-1-1 13,1-3 3,-1 1 0,1-2 4,3-1 12,-4-1-61,1-1-33,3 0-68,-1 0-27,1 0-42,3-2-81,-4-6-17,10-2 222,0-1 58</inkml:trace>
          <inkml:trace contextRef="#ctx0" brushRef="#br0" timeOffset="36347">11621 7558 127,'0'0'85,"0"0"-46,0 0 0,0 0 542,0 0-269,0 0-103,0 0-79,0 0-46,0 0 24,-124-51 15,111 48 4,1 0-30,-1 0-38,1 1 12,0 1-19,-4 1-17,4 0 11,-4 0-11,1 0 1,-4 0-10,4 6-26,-1-2 0,-2 3-2,-1 1 2,3 1 0,1 0-11,6 1 9,-1 0-21,4 0 20,0 0-10,3-1-7,3 1-54,0-2 29,0 1 3,6-1 9,6 0 17,-2-2-39,5-1 42,1-1-33,5-2-22,1-1-16,0-1 3,0 0 9,-4 0 1,4-1-73,-4-4 76,1 1 16,-3-3-36,-1 0 52,-3 1 20,1-1 16,-4 0 0,0-1 26,-2 1 3,2 1 53,-6-1 25,3 1-19,-6 2 3,3 1 29,0 1-32,-3 0 6,0 2 7,0 0-10,0 0-20,0 0-10,0 0-9,0 0-3,0 0-14,0 0-16,4 0-18,-4 3 20,3 3 2,0 1-20,3 1 29,0 1 20,0 1-51,1-1 10,-1 2-10,3 2-1,-3-1 1,4 3 11,-4-1-12,3 1-26,-3 0 7,4-1-1,-4 2-9,-6-1-39,6 1 39,-6 0-22,0 0-14,0 0 32,-3 0-15,-6 0 47,-7-1-22,1-2-6,-7-2-10,0 0 0,-3-2 16,1-2 10,-4 0-9,0-1-30,0-1-7,-3-1-25,6-1-27,0-1-54,4 1-73,2-3-153,3 0-199,4-4 326,6-1 190</inkml:trace>
        </inkml:traceGroup>
      </inkml:traceGroup>
    </inkml:traceGroup>
    <inkml:traceGroup>
      <inkml:annotationXML>
        <emma:emma xmlns:emma="http://www.w3.org/2003/04/emma" version="1.0">
          <emma:interpretation id="{42FC1E1C-E336-4CCE-B964-A2789823B95A}" emma:medium="tactile" emma:mode="ink">
            <msink:context xmlns:msink="http://schemas.microsoft.com/ink/2010/main" type="paragraph" rotatedBoundingBox="8286,13606 10679,13537 10703,14358 8310,1442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1DCEF23-FD8B-4715-B024-30F9EC9434A0}" emma:medium="tactile" emma:mode="ink">
              <msink:context xmlns:msink="http://schemas.microsoft.com/ink/2010/main" type="line" rotatedBoundingBox="8286,13606 10679,13537 10703,14358 8310,14427"/>
            </emma:interpretation>
          </emma:emma>
        </inkml:annotationXML>
        <inkml:traceGroup>
          <inkml:annotationXML>
            <emma:emma xmlns:emma="http://www.w3.org/2003/04/emma" version="1.0">
              <emma:interpretation id="{7F0C868C-8DB3-47F7-AFD3-368FAB6BBEE5}" emma:medium="tactile" emma:mode="ink">
                <msink:context xmlns:msink="http://schemas.microsoft.com/ink/2010/main" type="inkWord" rotatedBoundingBox="8286,13606 10679,13537 10703,14358 8310,14427"/>
              </emma:interpretation>
              <emma:one-of disjunction-type="recognition" id="oneOf6">
                <emma:interpretation id="interp30" emma:lang="en-US" emma:confidence="0">
                  <emma:literal>Inflated</emma:literal>
                </emma:interpretation>
                <emma:interpretation id="interp31" emma:lang="en-US" emma:confidence="0">
                  <emma:literal>inflated</emma:literal>
                </emma:interpretation>
                <emma:interpretation id="interp32" emma:lang="en-US" emma:confidence="0">
                  <emma:literal>Inflamed</emma:literal>
                </emma:interpretation>
                <emma:interpretation id="interp33" emma:lang="en-US" emma:confidence="0">
                  <emma:literal>Infrared</emma:literal>
                </emma:interpretation>
                <emma:interpretation id="interp34" emma:lang="en-US" emma:confidence="0">
                  <emma:literal>infrared</emma:literal>
                </emma:interpretation>
              </emma:one-of>
            </emma:emma>
          </inkml:annotationXML>
          <inkml:trace contextRef="#ctx0" brushRef="#br0" timeOffset="40354">6412 8278 48,'0'0'85,"0"0"-53,0 0 27,0 0 287,0 0 64,0 0-289,0 0-108,0 0 10,0 0 113,0 0 50,0 0-53,0 0-77,0 0 22,0 0-23,-10-58 62,10 56 0,0 1-13,0-1-23,0 1-17,0 0-31,0-1 25,0 2 10,0 0 0,0 0-10,0 0-13,0 0-16,0 0-6,0 0-7,0 0-15,-3 0-1,3 0-19,0 0-33,-3 0-19,3 2 3,0 2 10,0 3 32,0 0 26,-3 3-17,3 0 16,0 2 1,0 1 0,0-1 0,0 1-13,0 2 13,0 2 0,0-1 0,0 2 1,0 0-1,3 0 0,0 0-6,0 0 5,0 0 1,4-2-3,-4 1-20,3-2-15,-6 0 0,3-2 37,0 0-66,0-1 31,-3-3 17,0 0-53,0-2 11,0-2 2,0-1-51,0 0 97,3-1-20,-3 0-32,0-1-6,0 0-72,0-1-23,0 2 68,0-2-26,0 0 39,-3 0 20,-3 0 42,0 1-25,-4 1 12,1-2-20,0 0-51,-4 1-40,4-2 86,3 1 60,-6-1-1,5 0 0,-2 0-28,3 0 30,3 1 0,0-1 13,3 0 7,-3 1 32,3-1 56,0 0 42,0 0 9,0 0-45,0 0-22,0 0 5,0 0 17,0 0 3,0 0-9,0 0-24,0 0 1,0 0-14,0 0-28,6 0-24,0 0-6,0 0 10,7 0 3,2 0-24,4 0 30,-1-2-32,1 0-77,3 0-8,-1 1-58,-5-2-59,2 1-12,-2 0-135,-1-4-104,-2-1 55,-4-2 348</inkml:trace>
          <inkml:trace contextRef="#ctx0" brushRef="#br0" timeOffset="40679">6216 8244 68,'0'0'141,"0"0"-102,0 0-23,0 0 473,0 0-75,0 0-163,0 0-251,0 0 19,0 0-15,0 0 142,0 0-74,0 0-53,109-40-18,-94 37-1,1 0-26,-1 2-29,1 1-66,-1 0-97,1 0 59,-4 0-200,1 0-166,-1-2 346,-9-1 142</inkml:trace>
          <inkml:trace contextRef="#ctx0" brushRef="#br0" timeOffset="41298">6610 8454 61,'0'0'114,"0"0"-52,0 0-29,0 0 625,0 0-179,0 0-255,0 0-120,0 0-35,0 0-1,0 0-10,0 0-58,0 0-6,0 0-43,0 2 4,0 1 28,0 1-5,3 2-17,-3 1 39,3 1 17,0 1-17,0 1 1,-3 0 32,0 1-33,0-2 22,3 2-14,-3-1-8,4 1-20,-4-3-6,3-2-3,-3 0 29,0-2-39,0-1-23,0-1 59,0-2 3,0 0 68,0 0 4,0 0-10,3 0-7,0 0 0,-3-4-10,3-1-41,0-1-2,0-2 10,0 0-11,3-1-2,-2-1 3,2 0-1,3 0-1,-6-2 0,3 2 3,1-2-3,2 2-47,-6 0 47,3 2 0,4 2-23,-4 2 10,0 1-6,-3 2-4,3 1 10,-3 0 10,4 0-17,-4 0-45,3 0 65,0 4 12,-3 1-9,3 1 15,-3 3-18,4 0 0,-1 0 13,3 1-12,-6 1-1,3 1-34,4-2 21,-4 1-104,0-2 26,0 1-16,1-2-59,5-1-46,-6 0 10,3-3-121,1-1-6,-4-3 150,3 0 136,-3-3 3</inkml:trace>
          <inkml:trace contextRef="#ctx0" brushRef="#br0" timeOffset="41983">6901 8597 139,'0'0'147,"0"0"-92,0 0 754,0 0-357,0 0-208,0 0-163,0 0-81,0 0 2,0 0 18,0 0 38,0 0-55,78-41 20,-53 35-3,-4 0-20,-2-1-10,9 1 9,-6-1-11,-1 2-11,-2-1-113,3 0-92,-7 1-29,1-2-104,-7-1-73,7-2 17,-7-1 290</inkml:trace>
          <inkml:trace contextRef="#ctx0" brushRef="#br0" timeOffset="41705">7094 8249 258,'0'0'110,"0"0"80,0 0 367,0 0-375,0 0 92,0 0-60,0 0-6,0 0-62,0 0-33,0 0 10,0 0-48,-53-45-30,50 45-13,3 0-32,0 0-1,-6 0-50,3 4 5,-4 4-5,1 2 51,0 4 19,0 2-3,3 1-3,-4 2-10,4 1 39,3 0 4,0 0-46,0 0 0,0 2 1,0 0 18,0 3-19,7 1-7,-1 1 7,0 3 0,0-1-12,-3 2-11,7-2 4,-4 1-36,-3-2 9,3 1-67,-3-2 48,0 0-12,0-2-43,-3-1 16,0 1-16,0-3-17,-3-2-130,-3-2 3,3 0 0,0-5-22,-3-3-14,3-4 117,-1-3 160,1-3-9,0 0 12</inkml:trace>
          <inkml:trace contextRef="#ctx0" brushRef="#br0" timeOffset="42344">7274 8169 63,'0'0'176,"0"0"-55,0 0 407,0 0-134,0 0-114,0 0-104,0 0 9,0 0 22,0 0-15,0 0-63,-16-41-48,16 41-39,0 0-20,0 0-7,-3 0-15,0 0-26,3 6-38,0-1 41,0 5 23,0 3 33,0 1 41,0 2-39,0 2 14,0 0-49,0 1 20,6 1-20,-6 1-2,6 0-17,4 3 19,-7-2 18,3 2-5,0-1-13,0 1-2,0 0 1,1 2-27,-4-4-63,3 3-44,0-4 9,0 1 32,1-3-52,-1 0-3,-3-4-7,0-1-101,3-4-13,-3-1-37,0-5-149,4-3 55,-4-1 355,3 0-8</inkml:trace>
          <inkml:trace contextRef="#ctx0" brushRef="#br0" timeOffset="42927">7627 8498 71,'0'0'88,"0"0"-17,0 0 27,0 0 720,0 0-388,0 0-196,0 0-127,0 0-84,0 0 113,0 0 17,0 0-76,-9-41 4,2 37 39,4 0-59,-3 1-61,-3 1-13,6 1-12,-7 1-21,1 0-5,0 0 2,0 0-16,-4 0 20,4 6 16,0 2 10,-4 1-35,4 1 52,3 2 2,-1 2-1,4-1-11,0 2 11,3-1 1,0 0 0,0-1-17,0-1 4,0-1 13,0 0-13,3-3 29,7 0-9,-4-2-7,3-1-26,0-2 26,1 0 15,-1-3 4,0 0 1,1 0-20,2 0 0,-3-3 0,4-1 0,-1-2-3,-3 0-20,1-1 21,-4-2-27,3 0 29,1 0 0,-7-1 0,0 1 16,0 1-10,3-1-6,-6 2-3,0 1 2,3 2-18,-3 3 19,3 0 0,-3 1 15,3 0-15,-3 0-20,0 0-2,0 0-4,7 0 9,-4 1 17,0 2 4,3 2 12,0 2 0,0-1-3,4 2 10,-1 1-23,-3-2 6,7 1-6,-7-2-35,6 0-11,-2-1-22,2 0-36,-3-3 10,4 2-10,-1-4-72,0 1-26,1-1-32,-1 0-20,4-1-50,-7-5-18,3-2 253,-2-3 10,-1-1 16,0-2 43</inkml:trace>
          <inkml:trace contextRef="#ctx0" brushRef="#br0" timeOffset="44418">7850 8435 143,'0'0'144,"0"0"453,0 0-109,0 0-192,0 0-94,0 0-82,0 0-71,0 0-27,0 0-22,0 0-3,0 0-9,93-21 11,-74 18-11,-4 0 12,1 1 0,2-1 16,-5 1-15,5-1 3,-2 1 9,-4 0-16,1-1 3,-7 1-16,0 1-13,0 1 16,1 0-16,-4 0-20,-3 0 30,0 0 19,0 3 0,0 2-13,0 0-16,0 2 26,3 0-6,-3 1 9,0 1 13,0 0 13,3-1-26,-3 1-2,0 0 2,3-1 20,0-2-20,-3 0 0,3-1-16,3-1 16,-2-3 19,2 1 7,0-2-10,0 0-29,3 0 13,1 0-16,-1-1-16,3-3-10,1-2-1,-1-1-35,-2 2 39,-4-2 0,0 0 23,-3 0 3,0 1-3,3-1 16,-6 0 13,0 1-10,0 0 36,-3 1-6,-3 1 22,-3 1-55,3 0-8,-4 3 6,4 0 1,-3 0-1,-1 0 4,1 0 58,0 5 5,3 0-17,-4 1 4,1 3-50,0 0 60,3 2 6,-4 2-68,4-2 13,0 2 13,3-1-2,0-1-23,0 0-1,-1 1 14,4-1-12,0 0 12,0-2-12,0 1 2,4-2-4,2-1-17,0 1 14,0-2-16,7 0 15,-1-1-9,7-1-61,2-1 12,10-3-29,3 0 30,0 0-95,1 0-127,-1-3-4,0-2-13,-3-3 39,3 0 50,-6-3 96,0 0 57,-3-4 58,-4 1 23,-5-2 61,-1 0 109,-5 2-20,-1 1 32,-3-1-49,-3 0-38,-3 3-14,0 1-13,0 2 7,-6 1-30,3 2 26,-6-1 62,2 3-156,-2-1-13,0 3-6,-1 0 19,1 1 27,-6 0 9,2 0 19,-2 0 7,-1 2 9,1 2 10,-1 1-29,-2 1-10,2 3-6,7 1-4,-7 2-9,4 1-21,-1 0-2,4 1-3,6 0-13,-3-1 16,6-1-16,0 1 12,0-1 4,0-1 0,0-2-28,9 0 26,0-1 2,4-2-23,-1-2-9,4-2-7,-1-1-39,1-1-42,-1 0 45,1 0 23,-1 0-26,1-5-6,-4-4 9,-2 0 42,2-5 33,-3 1 0,1-4 13,-4-1 88,0-2 7,-3-3 35,3-1-108,-3-1 50,0-2-63,1 0-4,-4-2-16,0-1 54,0 0-43,0 1 13,0 1 29,-4-1-16,-5 2 6,-3 3 43,6 2 22,-4 5-33,1 3 43,0 4 18,2 3 10,4 1 3,0 5-45,0 0-11,3 1-24,0 0-33,0 0-38,0 0-21,0 0-27,0 4-45,0 2-6,0 2 54,0 3 45,0 3 2,0 3 37,0 2-38,3 0-1,3 2 2,-2 3-1,-1 0 19,6 1-20,-6 2-12,3 0-52,0 2-49,-2 0 52,2 1-64,-3-2-40,0 2 27,0-1-53,3-2-104,-3-1-73,0-2-6,4-3-232,-1-5 62,-3-4 462</inkml:trace>
          <inkml:trace contextRef="#ctx0" brushRef="#br0" timeOffset="43224">7934 8436 21,'0'0'49,"0"0"-36,0 0-10,0 0 134,-6-112-135,3 89-2,-4 1 36,4 1 463,-3 0-235,3 1-13,-6 3-1,6 4-16,-4 2 3,1 4-19,3 1-50,0 4 16,3 1-39,0 1-42,0 0-54,-3 0-49,3 0-10,0 0-45,0 4-35,0 2 27,0 3 62,0 2 0,0 3 1,0 2 19,0 1 3,0 4-12,3-2 29,0 1-39,0 1-20,0 1 20,4 0 4,-4 3-2,0-3-1,0 3-2,3-1-50,0 0-68,-3 0 35,4 1-45,-4-3 9,0 1-3,-3-3-79,0-1-77,0-2-53,0-3-43,0-7-62,0-2 72,0-5 294,0 0 39</inkml:trace>
        </inkml:traceGroup>
      </inkml:traceGroup>
    </inkml:traceGroup>
    <inkml:traceGroup>
      <inkml:annotationXML>
        <emma:emma xmlns:emma="http://www.w3.org/2003/04/emma" version="1.0">
          <emma:interpretation id="{D8E49E69-6557-4594-BE9F-BD660E12C8EE}" emma:medium="tactile" emma:mode="ink">
            <msink:context xmlns:msink="http://schemas.microsoft.com/ink/2010/main" type="paragraph" rotatedBoundingBox="9438,14757 15051,14674 15060,15319 9448,15402" alignmentLevel="3"/>
          </emma:interpretation>
        </emma:emma>
      </inkml:annotationXML>
      <inkml:traceGroup>
        <inkml:annotationXML>
          <emma:emma xmlns:emma="http://www.w3.org/2003/04/emma" version="1.0">
            <emma:interpretation id="{9F875B67-859B-44D9-8879-9687F661FFF1}" emma:medium="tactile" emma:mode="ink">
              <msink:context xmlns:msink="http://schemas.microsoft.com/ink/2010/main" type="line" rotatedBoundingBox="9438,14757 15051,14674 15060,15319 9448,15402"/>
            </emma:interpretation>
          </emma:emma>
        </inkml:annotationXML>
        <inkml:traceGroup>
          <inkml:annotationXML>
            <emma:emma xmlns:emma="http://www.w3.org/2003/04/emma" version="1.0">
              <emma:interpretation id="{5692835E-07F8-41B2-A8C1-5AA064D6910B}" emma:medium="tactile" emma:mode="ink">
                <msink:context xmlns:msink="http://schemas.microsoft.com/ink/2010/main" type="inkWord" rotatedBoundingBox="9441,14905 11519,14874 11525,15335 9447,15366"/>
              </emma:interpretation>
              <emma:one-of disjunction-type="recognition" id="oneOf7">
                <emma:interpretation id="interp35" emma:lang="en-US" emma:confidence="1">
                  <emma:literal>2.95:</emma:literal>
                </emma:interpretation>
                <emma:interpretation id="interp36" emma:lang="en-US" emma:confidence="0">
                  <emma:literal>295:</emma:literal>
                </emma:interpretation>
                <emma:interpretation id="interp37" emma:lang="en-US" emma:confidence="0">
                  <emma:literal>2.95;</emma:literal>
                </emma:interpretation>
                <emma:interpretation id="interp38" emma:lang="en-US" emma:confidence="0">
                  <emma:literal>2-95:</emma:literal>
                </emma:interpretation>
                <emma:interpretation id="interp39" emma:lang="en-US" emma:confidence="0">
                  <emma:literal>2÷95:</emma:literal>
                </emma:interpretation>
              </emma:one-of>
            </emma:emma>
          </inkml:annotationXML>
          <inkml:trace contextRef="#ctx0" brushRef="#br0" timeOffset="57411">7441 9572 123,'0'0'42,"0"0"14,0 0-24,0 0 604,0 0-392,0 0-68,0 0-81,0 0 25,0 0 39,0 0-3,0 0-32,-25-49-53,25 44-25,0-1-7,0 0 29,0 0-33,0 0 14,3 0-23,3 0 38,4 1-5,-4-1-59,3-1 26,4 4 3,-1 0-28,7-1-1,-4 2 29,4 1-28,-1 0-1,1 1 2,-4 0-2,-2 0-10,5 0-28,-8 5-11,2 3 7,-2 2 42,-4 2-2,0 2-37,0 0 36,-3 4-7,-3-1 10,0 2 3,0 3-1,-3 1-2,-6 0 2,-7 1 10,1-3-12,-4 1-11,-3-3 8,1-1-6,-4-1 9,0-2 13,0 0-13,7-3 2,-7-2 1,9-2 4,-2-3-5,5 0-2,1-2 3,9-1 16,0 0 4,0-2 13,3 0-4,0 0 20,0 0-1,0 0-6,0 0-21,0-2-24,3-3-51,3 0 51,0-1 0,7 1-3,-4-2-22,3 2 25,1 0 9,-1 1-9,1 0-22,2 2-5,1 0 25,-4 1-22,3 1-21,1 0 9,-4 0 22,4 0 14,-1 5 1,1 2-1,2-1 0,-2 1-1,3 2 1,-4 0-2,1 0-14,-1 0-75,-2 0-19,2-1-20,4-1-6,-7-1-85,0 0-69,1-3-25,-1 0-37,-2-3-125,-1 0 341,0-3 61</inkml:trace>
          <inkml:trace contextRef="#ctx0" brushRef="#br0" timeOffset="57684">7965 9687 142,'0'0'173,"0"0"538,0 0-115,0 0-320,0 0-81,0 0-11,0 0-25,0 0-27,0 0-6,0 0-16,0 0-20,0 0-17,-3-22-37,3 18 21,0 0-41,3 0-16,-3 0-3,3 0-54,0 1-40,0 0-18,-3-1-40,3 3-42,0-1-52,4 1-98,-4-1-141,6-1-105,0-1 29,1-1 420,-4 2 77,-65 42 67</inkml:trace>
          <inkml:trace contextRef="#ctx0" brushRef="#br0" timeOffset="58418">8371 9552 293,'0'0'56,"0"0"466,0 0 38,0 0-332,0 0-82,0 0 26,0 0 6,0 0-45,0 0 3,0 0-46,0 0-64,0 0 42,-15-92-49,5 85 11,1 0 10,-3 2-39,2 0 2,-2 1-3,-4 1-17,4 1-5,-3 1 3,-1 1 6,7 0-16,-7 0 0,4 1 6,-1 5-3,4-1-6,0 3 29,0 2-17,2-1 20,1 3-2,3-1 0,0 0-34,3 2 33,0-1-16,0-2 6,0 1-13,6-1 13,3-1 13,1-2 0,-1 1-26,3-2 26,4-2-16,3-1 16,-4-1-33,1-2-2,-4 0 34,3 0-15,1 0 6,-4-5-3,1 0 3,-1 0 10,-3-1 0,1 0 0,-1 0 29,-6 0 0,3 1-6,-3-2 3,-3 1 10,0 2 25,0-2 10,0 3-16,0 0-6,0 1 2,0 2-15,0 0-24,0 0-12,0 0-23,0 0-22,0 0-23,0 5 10,4 1 58,-1 0 45,3 3-22,0 0-1,3 4 17,-2-1-36,2 3 26,-3-1-29,6 3 13,-5 0-13,2-1 16,-3 1 4,0-2-17,1 2-3,-4-1-14,-3 1-9,3 1 20,-3-2-19,0-1-14,0 0 4,-3-3 19,-4 1-10,-2-3 4,0 0 19,0-1 18,-4-2-5,1-2 13,-1 0-10,-2-1-16,-1-1-1,1-1-22,-1-1-2,4-1-5,0 0-2,2 0 13,4-1-14,-3-5-41,6 1-10,-4-1 9,7-1-9,-3 0-68,3 0-92,0 0-33,0-1-55,3-2-69,4 1-84,2-2 361,3-1 45</inkml:trace>
          <inkml:trace contextRef="#ctx0" brushRef="#br0" timeOffset="58950">8759 9456 182,'0'0'130,"0"0"248,0 0 88,0 0-235,0 0-42,0 0-43,0 0-48,0 0 6,0 0 3,0 0-45,0 0-17,-93 21-3,87-17 7,-1 2-20,-2-1-3,6 2-4,-6 0 11,2 2-11,7 1-2,-6-1-4,3 2-14,3-3 27,0 2-12,0 1 12,9-1 16,-2 0-13,5-1-16,4 0-16,-1 0 26,1-2-10,2 0 4,4 2-4,3-1-16,-4 0-55,4 0-3,-3 0 29,-4 0-4,1 0 32,-7-1-67,1 1 7,-4 0-7,-3 0-32,-3-1 41,1 2 17,-4 1 16,0-1 10,0 0-23,-7 0 39,-5 0 0,0-1 12,-1 1-11,-2-1 17,-1-2-3,-6 0-15,7-2 0,-4 0 4,1-1-4,2-3-12,-2 0-24,2 0-19,-2 0 13,8 0-30,-2-5-19,3-1-19,2-2-95,4-1-111,-3-1 52,6-4-163,-3-1 117,3-2 242,0-2 36</inkml:trace>
          <inkml:trace contextRef="#ctx0" brushRef="#br0" timeOffset="59212">8697 9470 208,'0'0'120,"0"0"666,0 0-343,0 0-252,0 0-41,0 0-7,0 0-14,0 0 14,0 0-10,0 0-69,0 0-15,0 0-24,56 1-21,-38-1 9,4 0-11,-4 0 15,4-1-17,-3-1-58,-1-2-45,-2 3-53,2-1-48,-5 0-36,-1 1-59,-2 1-108,2-4-92,-3 1 56,1 1 309,-7-2 57</inkml:trace>
          <inkml:trace contextRef="#ctx0" brushRef="#br0" timeOffset="59515">9342 9539 124,'0'0'173,"0"0"979,0 0-797,0 0-164,0 0-12,0 0-53,0 0-16,0 0 6,0 0-61,0 0-42,0 0-1,3-15-12,-3 15-16,0-1-16,0 1-72,0-1-58,3 1-35,-3 0-56,3 0-99,-3 0-120,3 0-66,0 0 206,-3-3 244,-15 23 28</inkml:trace>
          <inkml:trace contextRef="#ctx0" brushRef="#br0" timeOffset="59817">9425 9749 101,'0'0'114,"0"0"-29,0 0 561,0 0-145,0 0-218,0 0-72,0 0-49,0 0-22,0 0 5,0 0-28,0 0-62,0 0-26,0 9-7,0-9 3,0 0-25,0 0-87,0 0-65,0 0-45,7 0-66,-4 0-121,3-5-257,-3 1-67,3-3 539,-31 14 134</inkml:trace>
        </inkml:traceGroup>
        <inkml:traceGroup>
          <inkml:annotationXML>
            <emma:emma xmlns:emma="http://www.w3.org/2003/04/emma" version="1.0">
              <emma:interpretation id="{BAD0DC91-EF15-4748-AE6F-CEB3773D87FD}" emma:medium="tactile" emma:mode="ink">
                <msink:context xmlns:msink="http://schemas.microsoft.com/ink/2010/main" type="inkWord" rotatedBoundingBox="12214,14829 12382,14826 12390,15359 12222,15361"/>
              </emma:interpretation>
              <emma:one-of disjunction-type="recognition" id="oneOf8">
                <emma:interpretation id="interp40" emma:lang="en-US" emma:confidence="0">
                  <emma:literal>I</emma:literal>
                </emma:interpretation>
                <emma:interpretation id="interp41" emma:lang="en-US" emma:confidence="0">
                  <emma:literal>J</emma:literal>
                </emma:interpretation>
                <emma:interpretation id="interp42" emma:lang="en-US" emma:confidence="0">
                  <emma:literal>,</emma:literal>
                </emma:interpretation>
                <emma:interpretation id="interp43" emma:lang="en-US" emma:confidence="0">
                  <emma:literal>'</emma:literal>
                </emma:interpretation>
                <emma:interpretation id="interp44" emma:lang="en-US" emma:confidence="0">
                  <emma:literal>l</emma:literal>
                </emma:interpretation>
              </emma:one-of>
            </emma:emma>
          </inkml:annotationXML>
          <inkml:trace contextRef="#ctx0" brushRef="#br0" timeOffset="60740">10278 9642 55,'0'0'186,"0"0"-10,0 0 828,0 0-646,0 0-147,0 0-65,0 0-39,0 0 48,0 0 49,0 0-92,0 0-41,0 0 10,0 0-11,0-29 7,0 24 23,0 0-65,0-1 10,0 0-10,0 1 22,0-3-9,0-1-10,0-1-3,0-1 26,0-2-39,0 0-10,0 0-11,0-1 1,0-1 1,0-1 0,0 1 10,0-2-13,3 2-3,3 0-16,-6 2 17,3 3-11,1 2 10,-1 2 3,-3 3 1,0 1-1,0 2-1,0 0-3,0 0-18,0 0 6,0 0-19,0 0-3,0 0-13,0 0-25,0 4-11,0 4 43,0 3 44,0 4 0,0 1 0,-3 2 3,-1 1 3,1 1 10,3-1-16,0 0 1,0 0 15,0 1-16,0-1-6,0 0 4,0-1 2,0 0-26,0-1-12,0 0-1,0-1-12,3 0 0,-3-1 12,7-2-16,-7 0-28,3-1 28,0-1-16,0 1 16,-3-1-22,3-1-4,0-1 32,-3-1-12,3 0-36,-3-1-4,0-1-35,0 0 32,0-2-3,0 2-20,0-3-26,0 2 49,-6-1-16,3 0 9,-3 0 13,0 1 33,-1-2 39,-2 3 26,0-3 1,-1 1 22,-2-1-20,3-1 10,-4 0-12,1-1 1,3 2 0,-1-1 27,1-1 0,0-1 30,3 0 38,-1 0 21,1 0-8,3 0-2,0 0-11,0 0-2,3 0-21,0 0-5,0 0-1,0 0 6,0 0-2,0 0-30,0 0-42,6 0-24,3 0-18,4-3-101,-1-1-6,4-1-33,5-1-111,-2-1-101,0-1-138,2 0 288,-2-2 149</inkml:trace>
        </inkml:traceGroup>
        <inkml:traceGroup>
          <inkml:annotationXML>
            <emma:emma xmlns:emma="http://www.w3.org/2003/04/emma" version="1.0">
              <emma:interpretation id="{9C80A854-C28D-45AD-905C-CEC0C217F85E}" emma:medium="tactile" emma:mode="ink">
                <msink:context xmlns:msink="http://schemas.microsoft.com/ink/2010/main" type="inkWord" rotatedBoundingBox="13275,14700 15051,14674 15059,15271 13284,15298"/>
              </emma:interpretation>
              <emma:one-of disjunction-type="recognition" id="oneOf9">
                <emma:interpretation id="interp45" emma:lang="en-US" emma:confidence="0.5">
                  <emma:literal>Ratio</emma:literal>
                </emma:interpretation>
                <emma:interpretation id="interp46" emma:lang="en-US" emma:confidence="0">
                  <emma:literal>Ratio,</emma:literal>
                </emma:interpretation>
                <emma:interpretation id="interp47" emma:lang="en-US" emma:confidence="0">
                  <emma:literal>Radio</emma:literal>
                </emma:interpretation>
                <emma:interpretation id="interp48" emma:lang="en-US" emma:confidence="0">
                  <emma:literal>Ratios</emma:literal>
                </emma:interpretation>
                <emma:interpretation id="interp49" emma:lang="en-US" emma:confidence="0">
                  <emma:literal>Ration</emma:literal>
                </emma:interpretation>
              </emma:one-of>
            </emma:emma>
          </inkml:annotationXML>
          <inkml:trace contextRef="#ctx0" brushRef="#br0" timeOffset="61879">11208 9522 252,'0'0'2,"0"0"52,0 0 633,0 0-247,0 0-222,0 0-91,0 0-26,0 0 2,0 0 17,0 0-9,0 0-63,0 0-48,0-3-3,0 3 0,0 6 3,0 1 26,0 0 3,0 3-26,0 1 20,0 2 25,0 1 11,3 3-18,0 0-24,1 0 2,-1 0-16,0 0 6,0 0-9,0 1-2,0-2 2,-3-1 0,6-1 0,-3 0 1,-3-2-1,3-1-10,4-2-3,-7-3-29,0-2-22,3-1 34,-3-2 30,0-1 13,0 0 59,0 0 2,0 0-3,0 0-16,0-2-55,0-6-13,0-2 12,-3-3-25,0-1 9,-4-2 17,-2-2 10,3-1-10,3-3-3,-3 1 3,-4-5 20,10 1-17,0-3-3,0 1-57,0-2 15,0 0-62,0-2 53,10 1-37,-4 1 17,3 1 45,0 2-13,1 3 17,-1 3 22,3 2 23,-2 2-10,-1 4 39,0 0-10,1 3 13,2 2-29,0 1-25,-2 2 22,2 3-23,1-1-36,2 2 20,-6 0 16,1 0-36,2 0 19,-3 4 17,-2 3 0,-1 1 26,0 2 10,-3 0 15,3 1-51,-6 2 10,6 1 10,-6 1-14,0-1 17,0 2-23,0 0 22,0 2-21,-6-1-1,-3-1 2,-3 1-6,-1 0-2,-2 0 4,-4-2 1,4 0-12,-4-1-4,0-1 17,4-2-3,-1-1-26,4-2 29,0-3 0,2 0 0,4-2-3,3-1 2,3 0-2,-3-2-14,3 0 16,0 0 1,0 0 0,0 0-19,0 1-10,0-1-4,0 2 14,0 0-8,3 0 27,6 4 78,1 1-20,-1-1-19,3 2 3,1-2-23,2 2 7,1 1 0,2 1-23,4 0 13,0 1-15,2 3 3,1-3 12,3 1-16,-3 1-28,0-2-47,0 1 4,-4 0-3,1-1-17,0 0-32,-4 0-20,1-1-32,-4-1-33,1 0-79,-1-2-29,-2-1-107,2-4 25,-2-2 326,-1 0-4</inkml:trace>
          <inkml:trace contextRef="#ctx0" brushRef="#br0" timeOffset="62419">11993 9630 195,'0'0'32,"0"0"37,0 0 452,0 0-162,0 0-128,0 0-26,0 0-30,0 0-22,0 0-10,-106-50-56,94 50-15,3 0-17,-7 0 16,4 0-23,-1 0-9,1 0 0,0 1-7,-4 5 1,4-2-4,-1 3-10,4 0-17,-3 0-1,5 2 0,-2-1 0,0 2 2,2 0 0,1 1-3,3 0-12,3-1-24,0-1 11,0 1 8,0-1 5,0-2-53,6 0 16,1-1-6,2-2 17,0 0-4,1-1-10,-1-1 16,0-2 4,0 0-16,4 0 47,-1 0 2,1 0-2,-1-2-20,0-2-14,1-2 12,2 0-29,1-1 20,-4 1 2,4-2 14,-4 0 16,1-1 2,-4 0 2,0 1 12,-6-1-15,3 3-1,1 1-13,-7 2 12,3 2 1,-3 1 16,3 0-13,-3 0-2,0 0 1,3 0-1,0 4 79,3 0 14,-3 3-3,4 0-69,2-1-9,-3 2-11,6 0 13,-2-1-15,2 0-29,1 1-39,-1-2-39,3 0-23,4 0-6,-3-3-66,2 0-78,-2-2-91,5-1-105,1 0 166,-6 0 222,5-6 47</inkml:trace>
          <inkml:trace contextRef="#ctx0" brushRef="#br0" timeOffset="62781">12228 9288 375,'0'0'117,"0"0"894,0 0-757,0 0-20,0 0 29,0 0-18,0 0 1,0 0-21,0 0-78,0 0-61,0 0-47,0 0-17,-37-28-20,37 32 0,0 4-1,-3 2 41,3 3-42,0 2 70,0 3-51,0-1 0,0 2-6,3 0-11,3 1-1,1 2-1,-1 3 3,0-1-3,3 2-1,1 1 1,-1 0-3,-3 0-70,3 0-26,-2 0 19,2-2-64,-3-2-4,0-3 20,-3 0-66,4-1 23,-7-3-62,3 0-36,0-4-118,-3-3-108,0-3-66,0-4 202,0-2 301</inkml:trace>
          <inkml:trace contextRef="#ctx0" brushRef="#br0" timeOffset="63157">12145 9543 237,'0'0'114,"0"0"668,0 0-414,0 0-205,0 0-46,0 0 6,0 0 17,0 0-1,0 0-45,0 0-39,83 12-35,-61-10-17,3-2 16,0 0-15,0 0-3,-1 0-1,1 0-2,-6 0-18,-1 0 18,1 0-17,-4 0-4,-2 0 10,2 0-10,-5 0 4,-1 2 19,0 2 39,-6 1 13,4 3 3,-4 0-52,0 2 16,0 1-16,-3 1-1,3 2-2,0 0 0,-3 0-4,3 0-28,-3 0 9,3-1-25,-3 0 2,0-2-25,0 0-23,0 0-39,0-3-39,3 0 13,-3-2-69,0-1-101,0-4-140,0-1 19,0 0 349,0 0 29</inkml:trace>
          <inkml:trace contextRef="#ctx0" brushRef="#br0" timeOffset="63404">12573 9326 74,'0'0'202,"0"0"561,0 0-330,0 0-215,0 0-85,0 0-55,0 0-26,0 0-10,0 0-42,0 0-29,0 0 29,0 0 0,3 19-41,3-9-86,-3 0-74,6 1-180,-3-1-209,7 0 85,-7-3 391,-52-84 107</inkml:trace>
          <inkml:trace contextRef="#ctx0" brushRef="#br0" timeOffset="63862">12849 9514 142,'0'0'46,"0"0"65,0 0 958,0 0-760,0 0-121,0 0-3,0 0-16,0 0-27,0 0 7,0 0-46,0 0-15,0 0-14,-87 25 16,81-16-26,-1 2-22,1-1-20,0 2 1,6 1-22,-6 1-1,6-1 0,0 1 11,0 0-11,0-1-29,0 0-6,3-3-10,3-1-6,3-1-4,4-2-3,-1-1 4,4-1-11,-1 1-25,4-4 15,-1 0 33,-2-1-9,-1 0 5,1 0 12,-1-1 33,-2-6 2,-1-2 17,1-2-16,-1 0 24,-3-4 42,-3-1-3,1-2 67,-1 1-35,-6-2-39,0 0-3,0 1-17,0 1-15,-9 3 9,-1 1 13,-5 2-23,-1 2-22,1 2-25,-4 2-20,-3 1-20,1 1-25,-4 2-35,3 1-79,-3 0-61,4 0-151,-1 0-306,7 0-267,-7 0 956</inkml:trace>
        </inkml:traceGroup>
      </inkml:traceGroup>
    </inkml:traceGroup>
  </inkml:traceGroup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9:26:46.82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1BB3C80-9E83-47BB-BB01-FA374991DE37}" emma:medium="tactile" emma:mode="ink">
          <msink:context xmlns:msink="http://schemas.microsoft.com/ink/2010/main" type="writingRegion" rotatedBoundingBox="10713,6762 23472,6185 23642,9955 10883,10532"/>
        </emma:interpretation>
      </emma:emma>
    </inkml:annotationXML>
    <inkml:traceGroup>
      <inkml:annotationXML>
        <emma:emma xmlns:emma="http://www.w3.org/2003/04/emma" version="1.0">
          <emma:interpretation id="{03DA9C14-789A-43D2-86BA-54BACA9CE1E9}" emma:medium="tactile" emma:mode="ink">
            <msink:context xmlns:msink="http://schemas.microsoft.com/ink/2010/main" type="paragraph" rotatedBoundingBox="10713,6762 20403,6324 20456,7476 10765,791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15A54A6-0E49-4A0D-A41E-1188111D52C6}" emma:medium="tactile" emma:mode="ink">
              <msink:context xmlns:msink="http://schemas.microsoft.com/ink/2010/main" type="line" rotatedBoundingBox="10713,6762 20403,6324 20456,7476 10765,7914"/>
            </emma:interpretation>
          </emma:emma>
        </inkml:annotationXML>
        <inkml:traceGroup>
          <inkml:annotationXML>
            <emma:emma xmlns:emma="http://www.w3.org/2003/04/emma" version="1.0">
              <emma:interpretation id="{9F7CCB91-61E6-48CB-9318-2BD830334B83}" emma:medium="tactile" emma:mode="ink">
                <msink:context xmlns:msink="http://schemas.microsoft.com/ink/2010/main" type="inkWord" rotatedBoundingBox="10730,7140 11982,7083 12000,7486 10748,7543"/>
              </emma:interpretation>
              <emma:one-of disjunction-type="recognition" id="oneOf0">
                <emma:interpretation id="interp0" emma:lang="en-US" emma:confidence="0">
                  <emma:literal>Fr.</emma:literal>
                </emma:interpretation>
                <emma:interpretation id="interp1" emma:lang="en-US" emma:confidence="0">
                  <emma:literal>FL:</emma:literal>
                </emma:interpretation>
                <emma:interpretation id="interp2" emma:lang="en-US" emma:confidence="0">
                  <emma:literal>F]:</emma:literal>
                </emma:interpretation>
                <emma:interpretation id="interp3" emma:lang="en-US" emma:confidence="0">
                  <emma:literal>FT:</emma:literal>
                </emma:interpretation>
                <emma:interpretation id="interp4" emma:lang="en-US" emma:confidence="0">
                  <emma:literal>Ed:</emma:literal>
                </emma:interpretation>
              </emma:one-of>
            </emma:emma>
          </inkml:annotationXML>
          <inkml:trace contextRef="#ctx0" brushRef="#br0">5 7 290,'0'0'62,"0"0"-42,0 0-1,0 0 4,0 0 238,0 0 146,0 0-195,0 0-121,0 0-19,0 0 25,0 0 21,0 0-5,0 0-15,0 0-17,0 0 3,0 0-6,0 0 6,-6-8-6,6 8 0,0 0-7,0 0-3,0 0 0,0 0-4,0 0-9,0 0-7,0 0 1,0 0-8,0 0 4,0 0 0,0 0 0,0 0-3,0 0-10,0 0-3,0 0-3,0 0-10,0 0-15,0 0-1,0 0-1,0 0-15,0 0 0,3 0-4,-3 0-2,0 0-7,0 0-3,0 0 0,6 4-10,-2 0 23,2 2 16,1 2-1,-4 0 4,7 2 2,-7 1 1,4 0-3,-1 0-2,4 1 2,-7-1 1,4 3 21,-1-2-22,-2 0 14,-1 1-14,3-2-1,1-1 0,-4 2-14,0-1-1,1-3-7,2 1 10,-2 0-25,-1 0-4,0-1-13,-3 0-6,3-3-20,1 2 1,-4 0-59,3-3 48,-3 1-65,0-1-25,3-1 9,-3-1-82,3 0-114,-3-1-69,0-1 4,0 0 175</inkml:trace>
          <inkml:trace contextRef="#ctx0" brushRef="#br0" timeOffset="393">15 7 220,'0'0'169,"0"0"239,0 0 253,0 0-307,0 0-110,0 0-46,0 0-33,0 0-7,0 0-23,0 0-41,-7 2-33,7-2-35,4 0 2,-1-2 8,3 0-1,1 0-23,3-4-12,6 0-3,-3 1-12,0-1 15,4 2 0,-1 0-1,0-1-22,1 1 22,2 1 0,-2-1-2,-1 1 1,0 2-18,1 0-70,-4 0-19,-3 0-1,3 1-48,-3 0-4,-1 0-51,-2 0-63,3 0-72,-7 0-53,4 0-97,-7 0 38</inkml:trace>
          <inkml:trace contextRef="#ctx0" brushRef="#br0" timeOffset="702">80 162 88,'0'0'117,"0"0"-45,0 0 3,0 0-39,0 0 59,0 0 361,0 0-134,0 0-172,0 0-29,0 0-7,4 18-10,-1-18-20,0 0 7,0 0 6,4 0-3,6 0 10,0 0-42,3 0-40,4-1 24,-4-1-43,7-1 16,0 1-17,0 0-2,-3-1-79,6 1-87,-6-2-61,-4 2-69,4-1-101,-11-2-173,1 0 3</inkml:trace>
          <inkml:trace contextRef="#ctx0" brushRef="#br0" timeOffset="1565">594 112 170,'0'0'143,"0"0"-84,0 0-4,0 0 617,0 0-67,0 0-245,0 0-146,0 0-65,0 0-16,3 1 5,-3-3-31,0-1-37,0-3-18,0 4 25,0-4 6,0 1-44,3-1-4,1-1-10,-4-3 10,3 3-3,-3-4 16,7 2-3,-4-4-43,0 2 17,0-1 16,4 0-10,-4 1 1,4 1-26,-4 2-10,0 1 10,0 1 32,1 1-30,-4 1-1,3 3 18,-3 1-3,0 0-12,0 0-1,0 0-3,0 0-2,0 0-17,3 0 3,-3 0-3,0 0-10,0 0 0,0 0-9,0 0-3,0 0-7,0 0-3,0 0-4,4 0-2,-1 3 28,0 4 29,4 2 11,-1 1-11,-3 2-3,7 4-17,0-3 1,-3 3-13,-1 1 13,1 0-13,-1 2 13,4-2-1,-3 2-34,-1-2 15,-3-2-54,1-3 35,2 1 6,-6-1 1,7 0 49,-4-1 2,4-1-12,-4 1-37,0-2 17,0-1-4,1-1-2,-1-1-5,0-1-21,-3-1-1,0-1 26,3-1-3,-3 0 19,0-2-25,0 0-1,0 1-9,0-1-1,0 0 4,0 2-7,0-2 1,0 0 20,0 0 41,0 2 20,-3-1 6,-7 1 42,1 1-39,-8-1-29,4 1 3,0 1-3,-3-1 19,3 0 10,-4 0 14,1 0-21,3 0 14,3 1-4,-3-2 4,3 1-10,4-1 6,-1-1 7,4 0-22,0 0-16,-4 1 1,7-1 0,0 2-2,0-2-13,0 0-13,0-1-3,0 0 0,0 0 3,0 0 6,0 0 17,3 0 3,4 0 11,-1 0 28,4 0-7,0 1 23,3-1-3,3 0-39,4 0 0,0 0-13,3 0-23,-4-2-41,4-2-11,-7 1-29,4 0-9,-4 1-40,-3-2-91,1 0-43,-5 0-162,1-1 58,-3-1 34</inkml:trace>
          <inkml:trace contextRef="#ctx0" brushRef="#br0" timeOffset="1936">1196 36 320,'0'0'107,"0"0"-55,0 0 921,0 0-686,0 0-70,0 0 1,0 0-63,0 0 10,0 0 0,0 0-37,-4-26-37,4 25-14,0-1-16,0 0-36,0 0-22,0-2 23,0 2-25,0 1 0,0-2-1,0 1-2,0 1-27,0 0-45,0 1-54,0 0-62,0 0-98,0 0-81,0 1-193,0 5-77,0-4 121,-3 3 245,6-11 273</inkml:trace>
          <inkml:trace contextRef="#ctx0" brushRef="#br0" timeOffset="2192">1232 243 171,'0'0'137,"0"0"-69,0 0 30,0 0 319,0 0 182,0 0-283,0 0-128,0 0-48,0 0-27,16 10 0,-16-10-19,3 0-55,1-1-39,-1-1-3,0-2-55,0 2-107,-3 0-59,0-1-114,0-2-293,0-2-439,-32 23 1066</inkml:trace>
        </inkml:traceGroup>
        <inkml:traceGroup>
          <inkml:annotationXML>
            <emma:emma xmlns:emma="http://www.w3.org/2003/04/emma" version="1.0">
              <emma:interpretation id="{B5332C75-6F53-4E10-A543-7BF4651F3162}" emma:medium="tactile" emma:mode="ink">
                <msink:context xmlns:msink="http://schemas.microsoft.com/ink/2010/main" type="inkWord" rotatedBoundingBox="13110,6654 14308,6600 14340,7293 13141,7348"/>
              </emma:interpretation>
              <emma:one-of disjunction-type="recognition" id="oneOf1">
                <emma:interpretation id="interp5" emma:lang="en-US" emma:confidence="0">
                  <emma:literal>RR</emma:literal>
                </emma:interpretation>
                <emma:interpretation id="interp6" emma:lang="en-US" emma:confidence="0">
                  <emma:literal>RI</emma:literal>
                </emma:interpretation>
                <emma:interpretation id="interp7" emma:lang="en-US" emma:confidence="0">
                  <emma:literal>R</emma:literal>
                </emma:interpretation>
                <emma:interpretation id="interp8" emma:lang="en-US" emma:confidence="0">
                  <emma:literal>R&amp;</emma:literal>
                </emma:interpretation>
                <emma:interpretation id="interp9" emma:lang="en-US" emma:confidence="0">
                  <emma:literal>Rk</emma:literal>
                </emma:interpretation>
              </emma:one-of>
            </emma:emma>
          </inkml:annotationXML>
          <inkml:trace contextRef="#ctx0" brushRef="#br0" timeOffset="4862">2399-51 150,'0'0'98,"0"0"32,0 0-65,0 0 350,0 0-139,0 0-103,0 0-134,0 0 30,0 0 83,0 0 21,7-25-53,-7 22-29,0 1-33,0 0 14,0 0 6,0 0-17,0 1 20,0-1-10,0 0 4,0 2 5,0-1-2,0-1-14,0 2-12,0 0-7,0 0-6,0 0-7,0 0-3,0 0-10,0 0 0,0 0-15,0 0 15,0 0-16,0 0-1,0 0-1,0 0-1,0 0-2,0 0-17,0 0-7,0 0-9,0 0-10,0 3 3,0 2-3,0 1 9,0 3 20,3 0 4,1 3 12,-1 1 0,0 2-10,0 1 9,1-1 1,2 0-1,-6 1-2,7-1-10,-4 0-6,-3-1-4,3 1-2,4-2 12,-7-4 10,0-1-27,3-2 1,-3-2 0,0 1-3,3-2 30,-3-2-24,0 1 7,0-2 19,0 0 19,0 0 20,0 0 19,0 0 10,0 0 16,0 0 16,0-3-10,0-5-52,0-2-38,0-3-12,-3-1-16,0-4 15,3-1 9,-3-2 4,-4-2-31,7 0 30,-3-2 0,-4-1-18,7-3-46,0-2 64,-3 1-50,3 0 22,0 2 6,0-1 1,0 2 0,0-1 21,0 4 0,3 0-22,0 4 1,1 2 22,-1 2 19,4 2-19,-1 2-23,-3 3 4,7 2 19,0 1-1,-3 2-34,2 0 2,4-1-2,-3 3 5,3 2-2,-3 0-20,3 0 26,-3 0 26,3 3 3,-6 3 19,2 0-22,1 2-28,0-1-4,0 2 3,-4 0-27,4 2 18,-6 3-40,-1-1-3,-3 4 6,0 0 42,0 1 14,0-1 19,-3 2-13,-7 0-23,-3-1 36,0-1 0,-1-3-23,-2 1 1,-3-2 10,2 0 11,1 0-8,3-3 9,-4-1 19,4-2-17,0-1-2,3-1-7,4 1 7,-4-3 13,7 0-12,-1-2 0,1 0-1,3-1-23,0 0-12,0 2 5,0-2 14,0 0 16,0 0 20,0 0 48,0 2-23,3 1 7,4 1 20,0 0 3,-1 2-1,4-2-35,0 2-26,0-1 20,-1 2-1,8 0-9,-1 0-23,0 3 0,1-1 1,-1 1 1,4 2-1,-1-1-1,4 0 22,-6 5-21,2-5-1,1 1 0,0 2-81,-4-1-52,0-2 0,1 1-40,-1 1-28,0-3-31,-6-2-61,0-1-3,0-4-76,0-2 111</inkml:trace>
          <inkml:trace contextRef="#ctx0" brushRef="#br0" timeOffset="5756">2965-315 396,'0'0'81,"0"0"180,0 0 260,0 0-140,0 0-183,0 0-13,0 0-22,0 0 18,0 0-26,0 0-58,-19-37-55,19 37-26,0 0-16,0 0 0,0 0-23,0 0-9,0 0-13,0 4 16,3 0 29,0 4 36,4 2-10,-4 3 22,0-1-48,7 7-1,0-2-17,-3 4 18,2-1 2,1 0 28,0 1-29,0 0 11,-4 2-12,4-1 0,0 0-25,-3-2-33,-1-1-65,-3 0 36,4-3 38,-4-1-3,0-3-51,1-3 35,-1-1-10,-3-3 13,0-1 10,0-3 3,0-1 9,0 0 43,0 0 42,0 0 6,0 0 7,0 0 1,0-6-56,0-3-66,0-1 40,-7-2 0,4-6-10,-3 1 23,2-4 11,-5-1-14,5-3 3,1-3-26,-7 0 0,7-3 39,-4 0 20,7-2-20,-3 1-10,3-2 10,0 3 3,0 2 62,0 0-39,0 3-23,7 3-1,-1 3 108,-3 3-93,4 1 5,0 4 46,2 1 4,-2 6-49,-1-1-21,1 1 81,0 4-83,-1-1-12,1 0 12,-1 2 0,1 0-18,2 0-15,-2 0 7,6 4 0,-6 2 26,6 0 0,0 3 4,-3 1 15,3 1 4,-3 2-7,-1 0-16,-2 3 0,-1 1 0,-2-2-36,-1 3-71,-3-1 49,0 2 47,-7 0 11,-2 0 13,-4 2 13,-1-1-26,-5-2 16,-1 2-16,1-4-15,-1-1 15,0 0 16,4-3-16,-4 0-3,4-1 1,3-2 2,0 0-20,0-2 19,3 1-1,3-2-17,1-1-40,6-1 46,-3 0-13,3 1 4,0-3 20,0 3 2,0 0 52,0 1-26,3 0 20,7 1-1,3 2 33,0-1-42,3 1-10,4-2 13,3 2-37,0 0 30,-1 0-10,5 0-21,2 0 14,-3-1-13,7 2 8,-4 0-7,7-1 19,-3 2-22,0 1-2,0-1-137,3 1 0,-7-1 16,4 0-33,-7 0-131,0-2-113,-3-2-216,-3-4 156</inkml:trace>
        </inkml:traceGroup>
        <inkml:traceGroup>
          <inkml:annotationXML>
            <emma:emma xmlns:emma="http://www.w3.org/2003/04/emma" version="1.0">
              <emma:interpretation id="{58354502-DD0C-44A9-84E1-D0484014093F}" emma:medium="tactile" emma:mode="ink">
                <msink:context xmlns:msink="http://schemas.microsoft.com/ink/2010/main" type="inkWord" rotatedBoundingBox="15321,6621 16067,6587 16098,7272 15352,7306"/>
              </emma:interpretation>
              <emma:one-of disjunction-type="recognition" id="oneOf2">
                <emma:interpretation id="interp10" emma:lang="en-US" emma:confidence="0">
                  <emma:literal>Rr</emma:literal>
                </emma:interpretation>
                <emma:interpretation id="interp11" emma:lang="en-US" emma:confidence="0">
                  <emma:literal>Rd</emma:literal>
                </emma:interpretation>
                <emma:interpretation id="interp12" emma:lang="en-US" emma:confidence="0">
                  <emma:literal>RV</emma:literal>
                </emma:interpretation>
                <emma:interpretation id="interp13" emma:lang="en-US" emma:confidence="0">
                  <emma:literal>Re</emma:literal>
                </emma:interpretation>
                <emma:interpretation id="interp14" emma:lang="en-US" emma:confidence="0">
                  <emma:literal>R,</emma:literal>
                </emma:interpretation>
              </emma:one-of>
            </emma:emma>
          </inkml:annotationXML>
          <inkml:trace contextRef="#ctx0" brushRef="#br0" timeOffset="7228">4604-206 338,'0'0'91,"0"0"-88,0 0 446,0 0-19,0 0-218,0 0-49,0 0 19,0 0-1,0 0-12,0 0-40,0-20-19,0 18-16,0 1-7,0 0 3,0 1-9,0 0-13,0 0-20,0 0-13,0 0-16,0 0-18,0 0-1,0 0-29,0 0-16,0 0-6,0 0-13,0 4-4,0 1 10,3 1 13,1 3 43,-1 2 2,4 1 15,-4 4 27,7-1-40,-7 2-1,3 1 1,1-1 11,0 1-2,-1-4-11,1 1-49,-1-1 47,4-2 0,-7 1-53,0-2 26,1-3-45,-4-2 32,3-1-13,-3-1-7,0-2 30,0-1 0,0-1 19,0 0 13,0 0 18,0 0 21,0 0 13,0 0 19,0 0 6,0 0 17,0-4 3,-3-4-52,3 1-45,-7-9 0,4 3 1,-4-4-1,1-1-10,3-3-8,-4-3 17,4 1-20,0-5 8,-4-1 13,7-1 0,-3-1-33,-1 0 27,4 1 6,0 2 0,0 3 3,0 1-16,0 0 13,0 5-3,4-3 3,2 5 24,1-1-24,-1 3 0,1 0 0,3 2 0,-1 2 0,1 2-3,3 1-27,4 2 8,-4 2 2,0 3-21,0 1-5,0 0-2,-3 0 6,0 0 9,0 5-22,3 3 23,-4 1 32,1 2 42,0 3-9,0-2-33,-4 3-4,1 0-22,-4 1-3,0-2-13,-3 3-3,0 0-23,-3 1 19,-7 1 4,1-1 42,-8 2-17,1-1 19,-4-1-2,-3 1 1,4-3-34,-4 0 33,0-2-14,3 0 15,4-5 2,0 2 0,3-4-15,-1-1 2,8-2 13,3 0-13,-1-3-16,4 0 6,0-1 10,0 0-3,0 2-7,0-2 21,0 3 2,4-1 27,2 4 54,4-1-3,0 2-16,3 1-36,0 0 26,3 2-49,4 0 42,0 0-17,-1 0-27,4 2 1,-7 0 9,7 0-10,-3 1 1,0-1 14,2 1-14,-2-1 0,3 4 8,-3-3-10,-1 3-52,1-4-107,-4 3 7,1-1-125,-1-2-64,-3-2-44,-3-3-159,0-4 184</inkml:trace>
          <inkml:trace contextRef="#ctx0" brushRef="#br0" timeOffset="7747">5095-187 155,'0'0'235,"0"0"284,0 0 28,0 0-251,0 0-95,0 0-58,0 0-26,0 0 9,0 0 0,-3-5-42,6 5-36,-3 0-48,0 0-3,3 0-26,0 0-3,1 3 6,2 1-3,4 2 26,0 1-10,0 2 10,-1 1-20,-2 2 23,3 1 10,0 1-10,-1 1-30,-2 0-28,-4 1-19,1 1-37,-4-1 14,0-1 15,0-1-9,0-1-33,0-3 10,-7-1 46,7-2-1,-3-5 27,-1-1 45,4-1 13,0 0 84,0 0 40,-3 0 9,0-1-13,0-5-105,-1-2-27,-2-2 15,6-2 71,0 0-32,0 0-32,0-1 26,0-1-49,0-1-1,0 0 1,10-1 29,-4-1 0,1 1-29,3 1-3,-1 2-23,1 2 26,0 4-20,0-1 1,0 4-7,-4 1 10,4 1-10,-4 1 3,-2 1-6,2 0-52,4 0-36,-3 0-88,2 0-32,1 0-27,0 1-153,6-1-52,-6 0 149</inkml:trace>
        </inkml:traceGroup>
        <inkml:traceGroup>
          <inkml:annotationXML>
            <emma:emma xmlns:emma="http://www.w3.org/2003/04/emma" version="1.0">
              <emma:interpretation id="{D506AB4B-21E0-4138-8E07-72E3B546C401}" emma:medium="tactile" emma:mode="ink">
                <msink:context xmlns:msink="http://schemas.microsoft.com/ink/2010/main" type="inkWord" rotatedBoundingBox="16902,6537 18141,6481 18170,7122 16931,7178"/>
              </emma:interpretation>
              <emma:one-of disjunction-type="recognition" id="oneOf3">
                <emma:interpretation id="interp15" emma:lang="en-US" emma:confidence="0">
                  <emma:literal>VR</emma:literal>
                </emma:interpretation>
                <emma:interpretation id="interp16" emma:lang="en-US" emma:confidence="0">
                  <emma:literal>PR</emma:literal>
                </emma:interpretation>
                <emma:interpretation id="interp17" emma:lang="en-US" emma:confidence="0">
                  <emma:literal>JR</emma:literal>
                </emma:interpretation>
                <emma:interpretation id="interp18" emma:lang="en-US" emma:confidence="0">
                  <emma:literal>VCR</emma:literal>
                </emma:interpretation>
                <emma:interpretation id="interp19" emma:lang="en-US" emma:confidence="0">
                  <emma:literal>VFR</emma:literal>
                </emma:interpretation>
              </emma:one-of>
            </emma:emma>
          </inkml:annotationXML>
          <inkml:trace contextRef="#ctx0" brushRef="#br0" timeOffset="9281">6187-266 162,'0'0'124,"0"0"-82,0 0-25,0 0 12,0 0 13,0 0 526,0 0-126,0 0-188,0 0-88,0 0-26,0 0 2,0 0 14,0 0-27,0 0-35,13 4-33,-13-4-19,0 0-6,4 0-4,-1 0-3,0 0-6,1 0-21,2 2 11,4 1-10,0 0-1,3 1-2,-3 2-3,6-1-23,-3 3 10,3 2 3,-3-2 11,1 1-21,-5 0 7,1 1 3,0 1-2,-3 1 14,-1-1-14,1 0-95,-4-2 36,0 2 22,0-4-26,-3 1 11,0-1 2,0-1 3,0-2 33,0-1 3,0 0 6,0-3 20,0 0 12,0 0 14,-3 0 13,3 0 10,-3 0 6,3 0 3,0 0 4,0 0-1,0 0 1,0 0-1,0 0-3,-3-4-32,3-2-26,0-1 0,0-1-20,0-2 20,0 0 26,0-1-26,6-2 0,1 0-29,3-2 4,6 0-4,-3-1 16,0 1-30,7-1 40,-4 3-36,-3 1 26,3 3-36,-2 3 1,-1 0-27,-7 1 4,4 2-17,-7 0-38,1 1-17,-1 2-91,-3 0-131,0 0-159,0 0 12</inkml:trace>
          <inkml:trace contextRef="#ctx0" brushRef="#br0" timeOffset="10285">6740-376 179,'0'0'193,"0"0"488,0 0-173,0 0-235,0 0-36,0 0-26,0 0-37,0 0-25,0 0-27,0 0-35,7-7-22,-7 7-11,0 0-12,0 0-20,3 0-22,-3 0-15,0 0-10,3 0-11,-3 2 1,7 4 35,-4 2 20,4 3 0,2 0 8,-2 2-28,3 2 0,-4 2-33,1 1 30,-1 0-35,4 3 6,-3 1 3,-1-1-26,-2 0 7,5 1 22,-2-1-55,-1-1 30,-2-2-17,2 0-94,-2-4 117,-4-1 43,3-4-41,-3-3-51,3-2-3,-3-2 42,0-2 55,0 0 23,0 0 29,0 0 25,0 0 24,0 0-30,0-9-71,-3-2-27,0-3 27,-4-2 52,0-1-46,1-2-3,-1-4-6,-2 0-7,-1-2 10,3-1 48,1-2-48,-1-2-28,1-1-17,2 1-30,4 0 75,0 2-1,0 0 14,0 0 11,4 2-24,5 2 0,1 0 91,-3 2-65,3 1 25,-1 1-28,1 3 41,3 1-60,-3 5 31,0 1 27,-4 2-30,1 2-29,0 2 36,-1-1-10,-3 2 13,4 0-41,3 0-1,-4 0-4,1 1-21,6 1-1,-3-1 0,0 2 7,-4 0-7,7 0 0,-3 0 10,3 0 0,-3 0-10,0 3 13,3 1 13,-3-1-22,-1 1 19,1 1-13,-3-1 13,-1 2-16,1-1-30,-1 0 10,1 1-29,-4 1-3,4 1 16,-4 1-16,0 0 35,-3 2-45,0 1 29,0 0-16,0 1 19,0 1 4,-6-1 45,-4 1 0,-3 1 0,3-2 23,-6 2-15,-1-1-8,1 0 0,0 0 7,-1-2-7,-2-1 19,6-1-19,-4 0 0,4-2-6,7 0-24,-4-2 27,3 0-33,4-3-16,0 2 49,3-2 3,0-1-29,0 2-7,0-2 36,0 0 10,0 1 61,3 1 1,0 0-36,4 0 6,-1 1 0,4 0-40,0 2 11,0 1 13,3 0-13,0 2 7,3 0-17,4 1-3,-4 2 2,7-2-2,0 2 23,0 0-10,3 1-13,0-1 16,4 2 7,-1-2-23,-3 0-21,4 0-15,-4-1-45,0 0-49,0-2-61,-6 1-86,3-3-62,-7-3-16,-6-3-209</inkml:trace>
        </inkml:traceGroup>
        <inkml:traceGroup>
          <inkml:annotationXML>
            <emma:emma xmlns:emma="http://www.w3.org/2003/04/emma" version="1.0">
              <emma:interpretation id="{3BB0732D-F57F-4B48-AE55-D21C10F15020}" emma:medium="tactile" emma:mode="ink">
                <msink:context xmlns:msink="http://schemas.microsoft.com/ink/2010/main" type="inkWord" rotatedBoundingBox="18804,6568 20411,6495 20456,7476 18849,7548"/>
              </emma:interpretation>
              <emma:one-of disjunction-type="recognition" id="oneOf4">
                <emma:interpretation id="interp20" emma:lang="en-US" emma:confidence="0">
                  <emma:literal>220</emma:literal>
                </emma:interpretation>
                <emma:interpretation id="interp21" emma:lang="en-US" emma:confidence="0">
                  <emma:literal>no</emma:literal>
                </emma:interpretation>
                <emma:interpretation id="interp22" emma:lang="en-US" emma:confidence="0">
                  <emma:literal>red</emma:literal>
                </emma:interpretation>
                <emma:interpretation id="interp23" emma:lang="en-US" emma:confidence="0">
                  <emma:literal>reg</emma:literal>
                </emma:interpretation>
                <emma:interpretation id="interp24" emma:lang="en-US" emma:confidence="0">
                  <emma:literal>rr0</emma:literal>
                </emma:interpretation>
              </emma:one-of>
            </emma:emma>
          </inkml:annotationXML>
          <inkml:trace contextRef="#ctx0" brushRef="#br0" timeOffset="12780">9586-499 128,'0'0'121,"0"0"91,0 0 547,0 0-391,0 0-131,0 0-74,0 0 57,0 0-16,0 0-17,0 0-32,-20-66-68,14 61 26,3 0-56,-4 2-21,4-2 28,-4 0-42,4 1 48,-4-2-9,4 3-35,-3-1 2,-1-2-26,-3 3 11,4-2 16,-4 2-17,3 0-9,-2-1 0,-1 1-3,-7-2-2,4 3-30,0 0 30,-6-2-28,2 3 30,-2-1 0,-4 0-15,-4 0 2,1 2 11,-3 0-1,-1 0 0,4 0-10,-6 0 12,2 0-2,-6 0 2,3 0-1,-3 0 1,0 0-19,-3 0 4,3 4 13,0-1-26,4 1 17,2 0-11,-3 4 20,4-1-16,3-1-10,0 1 28,-4 1-15,4 0 0,-3-1 15,2 3-15,1 1 15,0 0-22,0 1-2,0 0-4,0 2 27,-1 1 0,4 0-33,-3 1 34,3 1-1,-3-1 0,3 1-20,4 0 6,-4 2 3,0-3 0,7 1 0,-4 2-19,0 1 31,4-2-25,3 3 3,0-1-18,-4 1 2,8-2 36,-1 2-17,0-2 8,3 1-5,-2-1-15,9 1-10,0 0 23,0 2-28,0-1 47,0 0 0,6 1-51,4 1 18,10-1 11,-4 1 22,10 0 13,0-1-11,4 0 63,6-1-64,3-1 18,4 0 7,-1-1-15,1-2-11,2-1-24,-2-2 22,-1 0-9,1-1-2,-1-4-32,1 0 6,0-2-22,-4 0 12,-3-4 13,0 1 23,-4-3 11,4 0-56,0 0 22,0-1 33,0 0-59,0 0 49,-3 0-77,3 0 38,0-3 6,-7-3-35,7 0 45,0-3 36,-3-1-19,-3-2-36,2-2 38,-2-2 4,2 1 0,-2-4-29,-4-2-39,0 0 81,0-3 1,1 0 15,-5-3 33,1-2-49,-3 4-88,-4-4 88,1 1 91,-4-1-62,-3 2 53,-4-2 35,1 1 19,-4 0-74,-3-1-14,0 1 53,0 0-10,0 0-1,0 1 11,0 0-37,0 4-22,-3 0 100,-4 1-84,1 3 3,-4 2 23,0-2-10,0 4-13,0-1-58,-3-1 29,0 3-30,0-1 11,-3 0-12,-1 0-2,-2 3-21,-4-3 20,0 3-17,-6 1-3,-1 0-23,1 2 42,-4 1-35,-3 2-20,0 1 7,0 2-27,0 3-8,3 0-50,-3 0-48,0 6-63,0 4-77,4 1-89,-4-2-141,6 2-85</inkml:trace>
          <inkml:trace contextRef="#ctx0" brushRef="#br0" timeOffset="11087">8176-334 416,'0'0'46,"0"0"-46,0 0 407,0 0 98,0 0-218,0 0-70,0 0-32,0 0-10,0 0 0,0 0-13,0 0-40,0 0-15,3 0-8,1 0-12,-4 0-36,3 0-32,-3 0-7,3 0-12,4 0-22,-4 0 6,4 0-13,-1 0-13,4 0-16,3 0 1,0 4 5,0 2 4,0 1 12,4 1-5,-4 3 37,3 2-34,-3 3 15,0 0-9,-3-1-7,0 2-32,-4-2-42,-6 1-27,0-3-44,0 1 34,0-2 59,0 0 78,0-1-19,-6-1 30,-4-6 1,7 2-16,0-3 17,-1-3 52,1 0-3,0 0 16,3 0 26,-4 0-10,1-1-16,0-4 13,3-4-76,-3-2 21,3 0-10,0-1 22,0-1-19,0 0 20,0 1-7,3-2-10,3 0 11,4-3-17,-3 0-10,6-1-1,-3 0-2,6 0-24,0 0 5,1 3-10,-1 0 16,0 2-20,1 3 14,-1 3-20,-3 1-9,-3 2 31,0 1-25,-4 1-26,-2 2-49,2 0-39,-2 0-110,-1 0-125,-3 0-94,3 0-11</inkml:trace>
          <inkml:trace contextRef="#ctx0" brushRef="#br0" timeOffset="11639">8660-367 214,'0'0'118,"0"0"-50,0 0-32,0 0 410,0 0 102,0 0-207,0 0-136,0 0-85,0 0-23,0 0 7,33 7 6,-26-5-36,2-2-35,1 3-23,0 1-16,6 1-11,-3 0 11,4 2 13,-1 2-12,0 1 0,-2 0 1,2 2-2,-3 1 0,0 1-3,-3 0-45,3 1-27,-6 1-18,-1-1-24,1 1 55,-4-3-38,-3 2-4,0-4-26,0 2 36,0-2 14,-7-2 79,4-1-67,-7-3 65,7-3-10,0 1 10,-4-2 6,4-1 36,3 0 46,-7 0 22,4 0-61,-3-6-43,2-2 52,-2-1 13,6 0 72,0 0 6,0-2-88,0 1 23,0 0-62,0-1 7,6-1 87,4 0-113,0-2-16,3-3 16,3 0-3,4 0 5,0-1-4,2 2-19,1-2-5,0 3 20,3 0-10,-3 1-4,4 2 18,-8 2 2,1 3-45,-4-1-39,-6 3 22,0 1-22,-4 2 6,-2-1-9,-1 3-27,-3 0-84,0 0-105,0 0-117,0 0-46,0 0 68</inkml:trace>
        </inkml:traceGroup>
      </inkml:traceGroup>
    </inkml:traceGroup>
    <inkml:traceGroup>
      <inkml:annotationXML>
        <emma:emma xmlns:emma="http://www.w3.org/2003/04/emma" version="1.0">
          <emma:interpretation id="{09DED5C9-C394-42A7-A762-4C6F53AFEEE0}" emma:medium="tactile" emma:mode="ink">
            <msink:context xmlns:msink="http://schemas.microsoft.com/ink/2010/main" type="paragraph" rotatedBoundingBox="14494,8012 19304,7534 19367,8170 14557,8648" alignmentLevel="3"/>
          </emma:interpretation>
        </emma:emma>
      </inkml:annotationXML>
      <inkml:traceGroup>
        <inkml:annotationXML>
          <emma:emma xmlns:emma="http://www.w3.org/2003/04/emma" version="1.0">
            <emma:interpretation id="{CF33C0ED-BAC6-4634-A682-9BCFF5B8FCD6}" emma:medium="tactile" emma:mode="ink">
              <msink:context xmlns:msink="http://schemas.microsoft.com/ink/2010/main" type="line" rotatedBoundingBox="14494,8012 19304,7534 19367,8170 14557,8648"/>
            </emma:interpretation>
          </emma:emma>
        </inkml:annotationXML>
        <inkml:traceGroup>
          <inkml:annotationXML>
            <emma:emma xmlns:emma="http://www.w3.org/2003/04/emma" version="1.0">
              <emma:interpretation id="{B49300E8-FA04-4B73-8962-1715818C2274}" emma:medium="tactile" emma:mode="ink">
                <msink:context xmlns:msink="http://schemas.microsoft.com/ink/2010/main" type="inkWord" rotatedBoundingBox="14510,8176 15735,8054 15769,8387 14543,8509"/>
              </emma:interpretation>
              <emma:one-of disjunction-type="recognition" id="oneOf5">
                <emma:interpretation id="interp25" emma:lang="en-US" emma:confidence="0">
                  <emma:literal>22</emma:literal>
                </emma:interpretation>
                <emma:interpretation id="interp26" emma:lang="en-US" emma:confidence="0">
                  <emma:literal>rx</emma:literal>
                </emma:interpretation>
                <emma:interpretation id="interp27" emma:lang="en-US" emma:confidence="0">
                  <emma:literal>re</emma:literal>
                </emma:interpretation>
                <emma:interpretation id="interp28" emma:lang="en-US" emma:confidence="0">
                  <emma:literal>rr</emma:literal>
                </emma:interpretation>
                <emma:interpretation id="interp29" emma:lang="en-US" emma:confidence="0">
                  <emma:literal>r</emma:literal>
                </emma:interpretation>
              </emma:one-of>
            </emma:emma>
          </inkml:annotationXML>
          <inkml:trace contextRef="#ctx0" brushRef="#br0" timeOffset="14479">3780 1022 236,'0'0'140,"0"0"-111,0 0 4,0 0 583,0 0-300,0 0-124,0 0-62,0 0-19,0 0 15,0 0 7,0 0-29,0 0-29,6-12-20,-6 12-10,0 0-6,4 0 6,-4 0 7,0 0-4,0 0-6,0 0-3,0 0-4,3 0-5,-3 0-11,3 0-17,-3 0 1,0 0-2,0 0-1,4 0-16,-1 0-10,0 0-19,4 0 6,2 0 1,1 2 12,3 4-13,0 1 0,4 1 36,-7 2-20,3 1 23,0-2-32,-3 2 31,-1 1-15,-2 1-7,3-2-9,-4 3-20,-2-1 23,-1-1-7,0 1 20,-3 1-46,0-2 30,0-1 31,0 0-54,-3-2 30,0 0 25,-1-3 13,1-2-11,0-3-2,3 0 16,0-1 23,0 0 16,0 0 7,0 0 3,0 0 9,0 0 10,0 0 4,0 0-4,0-3 3,0-3-84,0-1 52,0-2-52,0-2 19,0-1-22,0-2-2,0-2-33,6 2 7,-2-6 27,2 1-17,4-1 17,0 1-19,3 3 7,0-2 0,-3 4-32,6 1 3,-3 2 20,0 0-4,0 4 13,0 2 0,-3 0-19,0 1-20,-3 3-29,-1-1 3,1 1 0,-1 1-45,4 0-49,-3 0-59,2 0 0,-2 0-52,3 0-17,-1 0-117,1 0 94</inkml:trace>
          <inkml:trace contextRef="#ctx0" brushRef="#br0" timeOffset="15071">4549 969 163,'0'0'222,"0"0"-124,0 0 925,0 0-705,0 0-90,0 0-99,0 0 17,0 0 22,0 0 0,0 0-59,22-8-64,-18 8-29,-1 0-16,-3 0-4,7 0-12,-4 0-3,7 0-13,-1 0 9,-2 0-19,3 0 18,0 5 24,-4 1 2,7 2-2,-3 1-34,3 2-4,-3 2 2,0 0-51,0 3 16,-4-1 6,1 2-3,-4 2-16,0 1 22,-3 0-48,0-3 49,0 2-30,0-4 35,-3-1 8,-7-2 15,7-2 32,-4-1 1,4-3-19,0-3 19,-1 0 14,4-2-13,0-1 51,-3 0 29,3 0 16,0 0-3,0 0 0,0 0 23,0-4-26,0-3-63,0-1-27,3-2-2,1-2 2,-1 0 13,4 0 2,-1-3 39,4 1-55,3-4 0,0 1-34,3-1 33,1 2-11,-1 1-8,4 1 20,-1 0-3,1 3-23,0 1 0,-1 2-6,-2 1-7,-1 2-26,0 3-55,-6-2 46,3 2-128,0 1-9,-3-1-46,-3 0-238,-1-1-11,4 0 163</inkml:trace>
        </inkml:traceGroup>
        <inkml:traceGroup>
          <inkml:annotationXML>
            <emma:emma xmlns:emma="http://www.w3.org/2003/04/emma" version="1.0">
              <emma:interpretation id="{6F41769C-9FCE-4D03-B8B1-8FCBA4668C60}" emma:medium="tactile" emma:mode="ink">
                <msink:context xmlns:msink="http://schemas.microsoft.com/ink/2010/main" type="inkWord" rotatedBoundingBox="16366,7826 19304,7534 19367,8170 16429,8462"/>
              </emma:interpretation>
              <emma:one-of disjunction-type="recognition" id="oneOf6">
                <emma:interpretation id="interp30" emma:lang="en-US" emma:confidence="0">
                  <emma:literal>are</emma:literal>
                </emma:interpretation>
                <emma:interpretation id="interp31" emma:lang="en-US" emma:confidence="0">
                  <emma:literal>Xrre</emma:literal>
                </emma:interpretation>
                <emma:interpretation id="interp32" emma:lang="en-US" emma:confidence="0">
                  <emma:literal>terre</emma:literal>
                </emma:interpretation>
                <emma:interpretation id="interp33" emma:lang="en-US" emma:confidence="0">
                  <emma:literal>art</emma:literal>
                </emma:interpretation>
                <emma:interpretation id="interp34" emma:lang="en-US" emma:confidence="0">
                  <emma:literal>Tire</emma:literal>
                </emma:interpretation>
              </emma:one-of>
            </emma:emma>
          </inkml:annotationXML>
          <inkml:trace contextRef="#ctx0" brushRef="#br0" timeOffset="15458">5978 939 428,'0'0'196,"0"0"898,0 0-941,0 0 38,0 0-38,0 0 64,0 0-24,0 0-9,0 0-43,0 0-32,0 0-25,10-25-21,-10 25-5,0 0-7,0 0-10,0 0-20,0 0-21,0 0-42,0 0-31,-7 4-4,4 0-9,-7 4 54,-3 3 32,0 1 16,-7 4-16,1 1-19,-1-1 18,-3 2-48,7 0 5,-4 1-17,1 1 9,2-2-19,-2 0-48,6-2-23,-4-1 3,4-1-74,0-2 15,3-1-75,4 0-59,2-3 75,1-1-95,3-2-20,0-4 66</inkml:trace>
          <inkml:trace contextRef="#ctx0" brushRef="#br0" timeOffset="15762">5713 923 307,'0'0'22,"0"0"99,0 0 890,0 0-754,0 0-33,0 0-42,0 0-46,0 0-29,0 0-7,0 0-19,0 0-23,-3-5-13,9 5-45,-2 0-39,-1 2 10,7 3 29,0 2 22,3 2-9,6 1 6,4 1 7,7 2-26,-4-1 26,3 2-26,4 3-1,-4-2 0,4 2-2,-7 0-55,7-1-64,-7 1-118,0 0-3,-3-1-65,-7-1-154,1-3-92,-4-3-50</inkml:trace>
          <inkml:trace contextRef="#ctx0" brushRef="#br0" timeOffset="16289">6282 923 208,'0'0'277,"0"0"696,0 0-775,0 0 14,0 0 50,0 0 20,0 0-91,0 0-62,0 0-17,0-23-28,4 22-10,-1 0-20,7 1-40,-1 0-12,1 0-3,7 0 1,-1 0-19,4 0 18,2 5-26,-2 2 25,3-1-15,0 3 14,-4 2-10,4 0 3,-3 3-6,-4 1-45,1 0-13,-4 2-42,-3 0-19,-1-1-23,-2 0-7,-4 1-17,1 0 7,-4-2-20,0 0 91,0-2-20,-4-1 7,1-5 19,-4 0 46,4-4 52,-3-1 54,2-2 12,-2 0 5,6 0 24,-7-2-47,4-4-18,0-3 45,3-1 61,0-1 36,0-2-91,0 0-6,0-2-75,3 0 36,4-1-33,2-2 88,-2 0-91,6-1 25,3 1-25,-3-1 30,1 0-30,5 3-30,-3-1 30,4 2 0,-4 5 17,-2 3-37,-1 0-9,3 3-3,-3 1-20,-6 2 23,2 1-111,1 0-51,-3 0-83,3 0-133,-7 3 23,3 1-144</inkml:trace>
          <inkml:trace contextRef="#ctx0" brushRef="#br0" timeOffset="16828">7110 886 95,'0'0'127,"0"0"42,0 0 607,0 0-291,0 0-199,0 0-104,0 0-33,0 0 96,0 0-45,0 0-103,16-42-23,-13 40 0,4-2-26,-4 3-3,4 0-23,-4 0-7,4 1-15,-1 0-13,4 0-3,3 0-12,0 0 5,3 4-3,1 4-2,2 1 25,-2 2-16,-1 2-48,-3 2 12,0 1-25,0 2-14,-3 0 23,0 1-26,-3 1-29,-4 0 35,-3-1-54,3 1 18,-3-2-48,0-2 64,0-3 20,0-3 39,0-2-3,0-4 23,0-3 32,0 1 26,0-2 72,0 0 39,0 0 9,3 0 6,-3-7-66,0-1-84,0-3 51,4-1-8,-1-1 30,-3-1 22,3-1-39,4 0-3,-1-1-39,1-1 0,3-1-14,3-1 63,3-1-49,0 0-15,1-1 19,2 1-19,4 0 0,-6 4-1,6 1-14,-4 3 12,1 3-41,-4 2 20,4 1-58,-4 0-19,-6 4-62,3 0-81,-3 1-121,-7-2-268,4 2-153</inkml:trace>
          <inkml:trace contextRef="#ctx0" brushRef="#br0" timeOffset="30798">7862 567 268,'0'0'118,"0"0"-92,0 0 10,0 0 342,0 0 195,0 0-241,0 0-160,0 0-61,0 0 2,0 0 14,-6-1-4,6 1-36,0 0-32,0 0-23,0 0-9,-4 0-20,1 0 12,0 0-14,-4 0 1,1 3 11,-4 3 0,0 1-11,0 1-1,-3 1-1,0 0-2,0 2-11,0 0 15,0-1-3,0 3 1,3-2-13,-3 1 10,3-2 3,4 4-1,-1-3-1,-3 0-24,10-1 0,-3-1 0,0-2 23,3 1-19,0-3 9,0 2 6,0-4-9,0 2 17,6-1-2,-3 0 2,4 0 24,6-1 20,0 1-9,3-2-7,4 1 3,0 0-4,6 0-27,3-1-2,4 3-24,0-2-4,-1 0-29,4 2-10,-3-2-35,6 2-24,-6 0-48,0-1-52,-4-1-163,-3 0-200,-6-3-127</inkml:trace>
          <inkml:trace contextRef="#ctx0" brushRef="#br0" timeOffset="30330">8572 360 122,'0'0'153,"0"0"-78,0 0-42,0 0 2,0 0 285,0 0 234,0 0-255,0 0-156,0 0-65,0 0-6,-3-4 25,3 4 14,0 0-27,0 0-23,0 0-28,0 0-4,0 0-6,0 0-11,-4 0-9,1 0-3,-3 0 0,-7 3 0,-1 4 31,-5-1-30,-4 3 25,-7 2 22,1 2-15,0-1-7,-4 0 3,-3 2-5,0-2-23,0 1 1,0 1-1,-7 2 10,4 1-9,-3-3-2,2 3-2,-2-1 1,6 0-31,-3 2 29,6-3-33,0 2 35,4 0 1,3-1-16,-1-2 3,11 0-9,0-2 19,6-2-55,0-1 0,7-1-20,0-3-22,3 0-36,0 0-7,0 0 6,0-1 30,0 1 39,0-3-56,3 1 46,0 0-176,4 0 78,-4-2-78,3-1 9,-2 0 7,2 0 49</inkml:trace>
        </inkml:traceGroup>
      </inkml:traceGroup>
    </inkml:traceGroup>
    <inkml:traceGroup>
      <inkml:annotationXML>
        <emma:emma xmlns:emma="http://www.w3.org/2003/04/emma" version="1.0">
          <emma:interpretation id="{469D29AD-AFB7-4ACA-BECA-DE8FB0BC8BDF}" emma:medium="tactile" emma:mode="ink">
            <msink:context xmlns:msink="http://schemas.microsoft.com/ink/2010/main" type="paragraph" rotatedBoundingBox="11552,8809 23616,8655 23633,10025 11569,1018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FE49468-093B-4739-BD67-50158331C650}" emma:medium="tactile" emma:mode="ink">
              <msink:context xmlns:msink="http://schemas.microsoft.com/ink/2010/main" type="line" rotatedBoundingBox="11552,8809 23616,8655 23631,9815 11567,9970"/>
            </emma:interpretation>
          </emma:emma>
        </inkml:annotationXML>
        <inkml:traceGroup>
          <inkml:annotationXML>
            <emma:emma xmlns:emma="http://www.w3.org/2003/04/emma" version="1.0">
              <emma:interpretation id="{7A3D88A9-5652-461C-924A-F5CE014F9020}" emma:medium="tactile" emma:mode="ink">
                <msink:context xmlns:msink="http://schemas.microsoft.com/ink/2010/main" type="inkWord" rotatedBoundingBox="11561,9549 12867,9532 12872,9953 11567,9970"/>
              </emma:interpretation>
              <emma:one-of disjunction-type="recognition" id="oneOf7">
                <emma:interpretation id="interp35" emma:lang="en-US" emma:confidence="0">
                  <emma:literal>F2:</emma:literal>
                </emma:interpretation>
                <emma:interpretation id="interp36" emma:lang="en-US" emma:confidence="0">
                  <emma:literal>F 2:</emma:literal>
                </emma:interpretation>
                <emma:interpretation id="interp37" emma:lang="en-US" emma:confidence="0">
                  <emma:literal>I 2:</emma:literal>
                </emma:interpretation>
                <emma:interpretation id="interp38" emma:lang="en-US" emma:confidence="0">
                  <emma:literal>1=2:</emma:literal>
                </emma:interpretation>
                <emma:interpretation id="interp39" emma:lang="en-US" emma:confidence="0">
                  <emma:literal>K 2:</emma:literal>
                </emma:interpretation>
              </emma:one-of>
            </emma:emma>
          </inkml:annotationXML>
          <inkml:trace contextRef="#ctx0" brushRef="#br0" timeOffset="19482">849 2394 248,'0'0'91,"0"0"-48,0 0-1,0 0 682,0 0-213,0 0-232,0 0-114,0 0-51,0 0 12,0 0 10,0 0-13,0 0-23,0 0-36,0 0-22,0 0-16,0 0-7,0 0-3,0 0-5,0 0-11,0 0-39,3 1-12,-3 3 2,0 3 33,4 2 16,-4 3 23,0 1-21,3 1-2,0 2-1,-3-1-1,3 3 2,-3 0-2,4 0 3,-4 0-1,3-1 19,-3-2-19,0 1-1,0-3-38,0 0-3,0-2-9,0-1-40,0-1 33,0-2-23,0-1-35,0-1-23,0-2 38,0-1-74,0-1-1,0 2-29,-3-3-101,3 0-81,-4 0 44,4 0 47,-3-7 138</inkml:trace>
          <inkml:trace contextRef="#ctx0" brushRef="#br0" timeOffset="19791">829 2378 490,'0'0'228,"0"0"-228,0 0 766,0 0-444,0 0-121,0 0-19,0 0-37,0 0-12,0 0-13,0 0-20,0 2-26,0-2-10,0 0-31,4 0-33,2 0-13,-3 0 13,7 0 1,3-1 16,0 0-14,4-2-3,6 0-1,-4 1-1,4 0-11,-3 2-20,-1 0-57,1 0-35,-4 0-66,1 0 16,-4 0-26,0 0-71,-6 4-89,-1 0-131,-6-2-108,0-2 290</inkml:trace>
          <inkml:trace contextRef="#ctx0" brushRef="#br0" timeOffset="20056">898 2608 141,'0'0'134,"0"0"-66,0 0 4,0 0-33,0 0 467,0 0 2,0 0-238,0 0-111,0 0-65,0 0-3,26 4 6,-13-5-48,4-2-7,-1 1-30,4 1-12,-1-2-23,1-1 4,3 3 6,-4-1-85,1 0-106,-4-2-82,1 1-92,-4 0-257,-3-3 100</inkml:trace>
          <inkml:trace contextRef="#ctx0" brushRef="#br0" timeOffset="20669">1363 2490 200,'0'0'170,"0"0"-86,0 0 685,0 0-284,0 0-238,0 0-78,0 0-69,0 0 95,0 0-5,0 0-51,-14-32-36,14 27-49,0-1-9,0 1-6,0-2 15,7-1-53,0 3 31,-1-3-32,7 2 0,0 0-25,0 0 9,4 1-3,2 1 6,4 1-19,-3 3 9,3-3 20,0 3-26,-7 0 10,4 0-4,-7 0 10,0 4-12,-3 1 2,3 1 1,-3 1-1,-1 2-96,-2 1 3,-4 3-13,-3-1-14,0 4 43,0 1 2,-6 1-12,-7 5 48,-1-2 20,-5 1 19,2-1 22,-5 0-9,2-2 7,0-2-37,-3 0 39,4-2-5,-1-1 6,1-2 44,5-1-43,1-1 0,0-3 32,3 2 45,4-1-36,-1-4-29,7 2-13,-3-4-2,3 1-18,0-1-15,0 0 2,0 1 33,0-2 39,3 0 91,7 1-33,-3 2-48,3-2 25,6 1 4,0-2-20,4-1-3,0 0-29,2 0-13,1 0-13,3 0-3,1 0-33,-1-3-19,0-1 0,0-1-10,-6 2-38,3-2-1,-4 1 10,-2 1-94,-4-2-102,-3 1-97,-4-3-151,1 0 29</inkml:trace>
          <inkml:trace contextRef="#ctx0" brushRef="#br0" timeOffset="20997">2023 2408 453,'0'0'140,"0"0"662,0 0-288,0 0-222,0 0-143,0 0 25,0 0 4,0 0 2,0 0-77,0 0-10,0-38-45,0 35-36,0-1-12,0 0-2,4 2-14,-1 0 0,-3 2-19,0 0-80,0 0-62,0 0-104,0 0-104,0 0-135,0 6-62,0 1 200,0 1-71,0 2 279,-7-33 174</inkml:trace>
          <inkml:trace contextRef="#ctx0" brushRef="#br0" timeOffset="21238">2105 2672 171,'0'0'127,"0"0"-62,0 0-36,0 0 50,0 0 729,0 0-330,0 0-195,0 0-105,0 0-32,23 7-7,-23-7 12,3-2-28,-3 1-104,4-2-19,-4-1-16,0 1-74,3-2-75,-3-1-139,0 0-150,0-2-373,0-2 2,-33 51 710</inkml:trace>
        </inkml:traceGroup>
        <inkml:traceGroup>
          <inkml:annotationXML>
            <emma:emma xmlns:emma="http://www.w3.org/2003/04/emma" version="1.0">
              <emma:interpretation id="{3B280203-CC87-463F-9483-48C618234A99}" emma:medium="tactile" emma:mode="ink">
                <msink:context xmlns:msink="http://schemas.microsoft.com/ink/2010/main" type="inkWord" rotatedBoundingBox="14727,9341 15894,9326 15900,9778 14732,9792"/>
              </emma:interpretation>
              <emma:one-of disjunction-type="recognition" id="oneOf8">
                <emma:interpretation id="interp40" emma:lang="en-US" emma:confidence="0">
                  <emma:literal>AU</emma:literal>
                </emma:interpretation>
                <emma:interpretation id="interp41" emma:lang="en-US" emma:confidence="0">
                  <emma:literal>All</emma:literal>
                </emma:interpretation>
                <emma:interpretation id="interp42" emma:lang="en-US" emma:confidence="0">
                  <emma:literal>are</emma:literal>
                </emma:interpretation>
                <emma:interpretation id="interp43" emma:lang="en-US" emma:confidence="0">
                  <emma:literal>Au</emma:literal>
                </emma:interpretation>
                <emma:interpretation id="interp44" emma:lang="en-US" emma:confidence="0">
                  <emma:literal>AAU</emma:literal>
                </emma:interpretation>
              </emma:one-of>
            </emma:emma>
          </inkml:annotationXML>
          <inkml:trace contextRef="#ctx0" brushRef="#br0" timeOffset="22750">4009 2340 93,'0'0'115,"0"0"18,0 0-103,0 0-11,0 0 249,0 0 416,0 0-453,0 0-160,0 0-32,19-36-16,-19 33 159,0 1 0,0-1-78,4 1-43,-4 0-32,0-1 30,3 3 9,-3-1 0,0 0 3,0 1 3,0 0-13,3 0-9,-3 0-7,0 0-7,4 0-12,-4 0-10,0 0-14,0 0-2,0 0 0,0 0-16,0 0-13,0 0-13,0 0 1,0 4-14,3 2 23,-3 1 32,0 4 0,0 2 15,0-1-15,0 3-23,0 1 4,0 1 4,0-1 13,0 2 0,0-3-69,-7 2 29,4-1 10,-4-3-13,1-1-14,3 0 17,-1-3-22,1-3 64,0 0-1,3-3 2,-3-1-1,-1-1 2,4 1 24,0-2 19,0 0 13,0 0 4,0 0 9,-3 0 3,3-3 0,0-3-74,0-4-13,0 0 13,0-4 4,0 2-4,0-4-16,0 0 14,0-2 2,3-3-2,4 1-47,-1-3 47,4 1-51,0-2 51,0 2-76,0 1 78,-1 0-19,5 3 18,-5 2 2,-2 2-2,3 3 14,-4 3-13,1 1 61,-4 3 0,0 2-2,-3 1 18,4 1-29,-1 0-44,0 0-4,-3 0-20,0 0-9,3 0-16,1 0 22,-1 5 23,7 2 62,-4 2-27,4 0-32,3 2 1,-3 3-3,3 0 18,-3 2-16,0 1-3,3 1-3,0 1-26,-3 2-16,0 0 29,3 1 13,-4 2-65,1-2 29,-3 0-16,-4 1-26,4-2-32,-4-2 10,3-1-50,-6 0-74,0-2-4,0-3-52,0-2 12,-6-2-198,-1-7-20</inkml:trace>
          <inkml:trace contextRef="#ctx0" brushRef="#br0" timeOffset="23023">4006 2494 174,'0'0'166,"0"0"-88,0 0-19,0 0 525,0 0-129,0 0-181,0 0-80,0 0-28,0 0-79,0 0-25,13 4 19,-4-4-26,5 0-10,-1 0-13,10-3-30,-1 1 2,1-1-4,7-1-1,-1 1-87,1 1-67,-1-1-30,-3-1-61,4 1-115,-7-1-154,-1-3-228,1-2 519</inkml:trace>
          <inkml:trace contextRef="#ctx0" brushRef="#br0" timeOffset="24133">4627 2300 320,'0'0'107,"0"0"-107,0 0 414,0 0 247,0 0-261,0 0-150,0 0-91,0 0-49,0 0 0,0 0-10,0 0-29,0 0-26,0 0-16,0 0-4,0 0-5,0 0-8,0 0-12,0 0-4,0 1-12,0-1 3,0 1 0,0-1-3,0 0 0,0 0 3,0 0 1,0 1 10,0-1 1,0 1 1,0-1 0,0 0 0,0 0 3,0 3-1,0-3 11,0 0-10,0 1 0,0-1 13,0 0-3,0 0 3,0 0 3,0 0-3,0 0-3,0 0 0,0 0 0,0 0-10,0 0 13,0 0-3,0 0-10,0 0 13,0 0 0,0 0 1,0 0-1,0 0 3,0 0 3,0 0-2,0 0-1,-3-4 0,3 3-16,0-1 23,0-1-15,0-1-11,0-1 0,-3 2 0,-1-2 19,1 0 0,3 2-6,-3-1 6,-1 0 3,4 0-19,0 0 13,-3 0 7,0 2 21,0-4-40,3 2 24,0-1 7,-4 0-9,-2 1-1,6-1-22,0 0 29,-3 2 6,3-2 13,-4 2-19,4 2-4,0-1 4,0 1 6,0 1-6,0 0-30,0 0-2,0 0-3,0 0-20,0 0 1,0 0-3,0 0-13,0 0-6,0 0-7,0 0-10,0 0-5,0 1 2,0 3 13,0 3 49,0 2-17,4 2 19,-1 1 10,-3 3-10,6 0-1,-2 1 0,-4 2 0,3 2 1,3-1 2,-6 2-2,4 1-16,-1-1-9,0 2-11,4-4 5,-1 1-1,-2-2-42,2 0-16,4-2 45,-3-3 22,-1 1 7,4-4-54,0 0 21,-1-3-9,1-2 26,0-1 32,6-1 13,-2-2-11,2-1 1,4 0 10,-4 0-13,0-3-1,4-3-2,-4-3 1,-3 0-27,0-1 29,-3-4 15,0 0-15,0 0-68,0-3 33,-4 1 31,1-1-86,-4-1 77,0-1-26,1-2 38,-4 0-67,0-1 23,0-2 35,0 4-9,0-2-25,0 2 44,0 1 10,0 0-10,0 2 0,0 0 0,0 4 126,0 0-28,-4 3 44,1 2-17,3 3-41,-3 0 9,3 3 16,0 2-9,0 0-23,0 0-26,0 0-16,0 0-10,0 0-5,0 0-20,0 0-15,0 0-24,0 0-12,0 2-13,0 5 14,0 1 50,0 4 19,0 3-7,0-1-12,0 5-1,0-1 0,0 1-1,3 2-14,0 1 5,4 0 10,-1 1 2,4 1-1,-3 1 0,6-2 1,3 0-1,-3 0-29,0-2-19,4 0-54,-1-3-17,0-1-42,1-2-46,-1-2-39,0-1-75,1-3-73,2-7-195,-2-2-135</inkml:trace>
        </inkml:traceGroup>
        <inkml:traceGroup>
          <inkml:annotationXML>
            <emma:emma xmlns:emma="http://www.w3.org/2003/04/emma" version="1.0">
              <emma:interpretation id="{47BBEAFD-6D60-41F4-AF1B-64365303B719}" emma:medium="tactile" emma:mode="ink">
                <msink:context xmlns:msink="http://schemas.microsoft.com/ink/2010/main" type="inkWord" rotatedBoundingBox="16143,8750 19755,8704 19767,9660 16156,9706"/>
              </emma:interpretation>
              <emma:one-of disjunction-type="recognition" id="oneOf9">
                <emma:interpretation id="interp45" emma:lang="en-US" emma:confidence="0">
                  <emma:literal>twinkled</emma:literal>
                </emma:interpretation>
                <emma:interpretation id="interp46" emma:lang="en-US" emma:confidence="0">
                  <emma:literal>*'wrinkled</emma:literal>
                </emma:interpretation>
                <emma:interpretation id="interp47" emma:lang="en-US" emma:confidence="0">
                  <emma:literal>-twinkled</emma:literal>
                </emma:interpretation>
                <emma:interpretation id="interp48" emma:lang="en-US" emma:confidence="0">
                  <emma:literal>*wrinkled</emma:literal>
                </emma:interpretation>
                <emma:interpretation id="interp49" emma:lang="en-US" emma:confidence="0">
                  <emma:literal>*'winkled</emma:literal>
                </emma:interpretation>
              </emma:one-of>
            </emma:emma>
          </inkml:annotationXML>
          <inkml:trace contextRef="#ctx0" brushRef="#br0" timeOffset="18137">5415 1864 446,'0'0'3,"0"0"-3,0 0 616,0 0-336,0 0-98,0 0 7,0 0-56,0 0-48,0 0-30,0 0-20,0 24 56,10-19 10,-3 1-43,3 0-29,-1 0-9,1 1 2,7 1 7,-4 0 7,3 1-23,4 2 13,-1-1-26,4-1-75,-7-2-44,7 2-121,-6 0 9,-1-3-84,0-2-180,1-2-196</inkml:trace>
          <inkml:trace contextRef="#ctx0" brushRef="#br0" timeOffset="17840">5471 1573 227,'0'0'69,"0"0"2,0 0 8,0 0 533,0 0-195,0 0-147,0 0-98,0 0-32,0 0-4,0 0 10,0-3-10,0 3-20,3 0-35,1 0-49,-4 0 0,0 0 10,0 0-4,0 0 1,0 0-10,0 0-17,0 0-12,0 0-23,3 2-9,0 1-13,0 3 45,1 2 3,2 3 13,4 2 29,-3 2-19,-1 0-7,4 4 7,-4-2-13,4 3-11,0-1-1,0 1-1,0 1 0,-4-1 1,1 1-1,-1-2-14,4 0-18,-7-3-6,1-1-17,-1-3-32,3-2-36,-6-1 36,4-1-32,-1 1-59,0-4 19,-3 1-124,0-2 36,0 1-20,0-2-55,0-2-118,0-1-4</inkml:trace>
          <inkml:trace contextRef="#ctx0" brushRef="#br0" timeOffset="18450">5883 1861 362,'0'0'85,"0"0"720,0 0-330,0 0-254,0 0-46,0 0-7,0 0-45,0 0-29,0 0-46,0 0-25,-16 23-23,6-16-14,3 1 13,-6 3 2,4 0-2,-1 4 3,-7-1-4,8 1-11,-8 0-61,4 3-62,-3 0-49,-1-1-6,4 2-118,-6-4-52,-1-2-369,4-2 165</inkml:trace>
          <inkml:trace contextRef="#ctx0" brushRef="#br0" timeOffset="25694">5729 2389 115,'0'0'137,"0"0"-39,0 0-49,0 0 521,0 0-19,0 0-226,0 0-160,0 0-67,0 0 57,0 0 49,0 0-23,4-14-62,-4 14-29,0-1-13,3 1-9,-3 0-7,0 0-17,0 0-8,0 0-14,0 0-19,0 0 0,0 0-3,0 0-2,0 0-27,0 0 1,3 0-8,-3 0-5,0 0 2,0 0 4,0 1-10,4 2 0,-4 3 13,3 2 13,-3 0-4,3 2-16,0 2 20,-3-1-16,4 0-7,-4 0 23,3 0-17,-3 1-3,3-2-6,0-1-7,-3-1 17,0-2-23,0-2-23,4 0 39,-1-2 0,-3-1 9,0-1-6,0 0 14,3 0 25,0 0 43,1 0 21,2 0 17,4-1-13,0-5-39,0-1-25,3-1 22,0 1-4,-3-3-3,3 1 7,-3-1-10,-1 0-6,1 0-7,0 1 10,-3-2 10,-1 3-7,1 2 0,-7 0 36,3 4-23,0-1 13,-3 3 12,0 0-21,3 0-19,-3 0-14,0 0-26,0 0-6,0 0-7,4 0-19,-1 0-7,-3 0 17,7 0 36,-1 3 12,4 2 1,3 0 15,0 1-14,0 0-2,7 1 3,-4-2-3,4 2-40,3-1-2,-4 0-55,7-2 65,1 0-23,-8-2 9,4-1 15,-3-1 30,-1 0 1,-5 0 0,-1-1 12,0-3 7,-3-2 14,-1 0 12,-5-1 7,-1 0-4,0-4 56,0 1-69,-3-1 49,0 0-29,0-1 16,-6 0-39,-1 1-13,1 0-16,-4 1 32,3-1-34,-2 4-2,-4-1-15,3 1 16,-3 1-20,3 1-31,-7 1 2,4 1-28,0 2 6,3 1-13,1 0-22,2 0-11,-3 0-45,7 0 0,0 0-33,-1 1-101,4 2-33,0 1-23,0 0 62,0-2-79</inkml:trace>
          <inkml:trace contextRef="#ctx0" brushRef="#br0" timeOffset="26349">6420 2261 204,'0'0'141,"0"0"-50,0 0 254,0 0 300,0 0-261,0 0-163,0 0-117,0 0-36,0 0 35,0 0 20,19 0-19,-9 0-20,0 0-10,0 0-3,3 0-17,0 0-31,3 0-7,1 0-13,2 0 17,-2 0-20,-4 0-17,3 3 5,-3 0-8,0 2-2,-3-1 19,3 2-26,-6 0-13,-1 0-7,1 2-60,-4 0 18,-3 2-38,0-1-10,0 1-20,0 0 19,-3 0 23,-7 1 7,-3 0 71,3 0-78,0-2 81,-3-1-55,3-1-17,4-2 89,-4-2 19,3-3 16,4 0 46,0 0-3,0 0 22,3 0-6,0-2-10,0-4-29,0-1-34,3-1 30,7-1-2,-1 1-4,8-5 16,-4 2-40,0-1 40,7 1-22,2-2 61,-2 1-36,0-1-15,3 1-30,-4 1-4,1 1 1,0 3 6,-1 0 14,-6 1 41,4 3-22,-4 1-1,0 0 40,-7 1-17,1 1 13,-1 0-19,-6 0 6,0 0 7,7 0-20,-7 0-29,0 1-14,10 3 34,-7 4-14,7 0-19,-4 2 13,4 2-16,0 1-20,0 2 18,0 1-27,-1 2 0,-2 0 6,3 0 11,-4 2-40,1-3 10,3 2-42,-7-5-23,0 0 13,4-3-49,-4 0-25,-3-3-24,0-3 13,0-1-114,0-4-13,0 0-183,0 0 127</inkml:trace>
          <inkml:trace contextRef="#ctx0" brushRef="#br0" timeOffset="26606">6881 2059 82,'0'0'270,"0"0"1015,0 0-1022,0 0-62,0 0 32,0 0-48,0 0-21,0 0-32,0 0-70,0-16-62,0 16-29,0 0-13,0 0-13,0 0-16,0 0-77,6 0-56,1 3 36,6 3-11,0 1-19,0 4-140,7 1 81,-4 1-20,1 4-66,2-2 60,-3 0-2</inkml:trace>
          <inkml:trace contextRef="#ctx0" brushRef="#br0" timeOffset="27128">7165 2259 190,'0'0'124,"0"0"-75,0 0-16,0 0 25,0 0 920,0 0-630,0 0-169,0 0-72,0 0-17,0 0 11,7 2-1,-7 0-29,0-2-61,0 1-10,3 1-42,-3 2 24,3 0 18,1 2 3,-1 1-3,0 2 1,4-1 15,-4 5-16,7-2 0,-4 1 10,-2 3 13,2-2-23,4 0-30,-7 1-86,4-2 93,-4-1-3,0-1-16,1-1-58,-1-1 2,0-3 17,-3-2 26,0-2 29,0-1 26,0 0 81,0 0 30,0 0 2,0-2-42,0-3-68,0-4-6,0-2-17,0 0 10,0-1 10,4 1 68,2-2-29,-6 1-39,7 0 16,-4-1-9,3 0-4,4 0-3,-3-1 29,3 3-28,-4 0 54,4 3-55,0 0 2,-4 4 19,1-1 8,-1 2-29,1 2-3,-4 1-13,0 0 13,1 0-10,-4 0-6,6 0-10,-2 0-4,-1 0 23,3 1 10,-2 5 31,2 0-31,1 4-1,-1 0-28,4 2 27,-3 1-15,-1 1-5,1 2 6,3-1-88,-1 2 75,-2 0-30,6-2-70,-3 0-53,-4-1 6,4-4-61,-3-1-27,2-3-108,-5-3 17,-1-1 42</inkml:trace>
          <inkml:trace contextRef="#ctx0" brushRef="#br0" timeOffset="27470">7591 2057 165,'0'0'114,"0"0"62,0 0 160,0 0 355,0 0-360,0 0-116,0 0 2,0 0 16,0 0-59,0 0 48,-7-97-68,7 97-61,0 0-26,0 0-12,0 0-17,0 0-23,0 0-15,0 0-26,0 2-25,0 3-22,0 1 15,0 5 26,0 1 20,0 4 12,0 4 1,3 0-1,1 3-2,2 1-1,4 1 3,0 1 0,0 2 10,-1 1-10,1 1-29,0-1-6,0 0-46,-4-3-63,1 1-1,3-4-65,-4 1 19,-2-2-40,2-2-74,-3-2-20,1-3-99,-1-5-88,-3-5 94</inkml:trace>
          <inkml:trace contextRef="#ctx0" brushRef="#br0" timeOffset="28220">7875 2194 149,'0'0'173,"0"0"-95,0 0 359,0 0 322,0 0-353,0 0-137,0 0-59,0 0-48,0 0-56,0 0-22,-3-7-46,-4 7-38,4 0-16,-7 0-23,-3 3 14,-3 2 2,3 3 7,-7-2 0,4 2 15,-1 4-12,-2-2 11,2 1-1,1-1-26,3 0 27,0 0-11,6-1-20,-2 0 1,5-3-23,-2 2 10,6-3-32,0-1 18,0 2 7,0-1-25,0 0-27,0 2 46,10-1 58,-4 1 0,7 1 22,0-1-19,4 0 29,2 2-6,1-2-3,0 0-23,2-1-59,1 0-19,4-1-25,-5 0-5,5-2-31,-1-1 28,0 0-78,0-1 1,0-1 28,-3 0 49,0 0-3,0-1-81,-3-3 168,-7 0 27,3-3 30,0 1-7,-6-1 84,0-2-77,-3-1 165,-1-2-87,-3-1 22,1-1 46,-4-2-40,0-4 40,0 0-79,0-2-19,0-2 0,0-2 78,0-1-120,-7-3 67,4 0-44,0 1 25,-4-1 55,7 2-13,-7 0-33,4 3 10,-3 2 25,-1 2-19,1 3-10,-1 1 4,0 1 8,-2 4-38,2 1 16,4 0-7,-4 3-31,7 3 9,-3 2 18,0 0-24,3 2-29,-4 1-25,4 0-15,0 0-16,0 0-16,0 0-20,0 0-14,0 0-11,0 4-3,0 4 26,0 3 69,-3 6 0,0 0 1,3 3 2,0 3-3,0 0-1,0 4 1,0 2 0,6 1-29,4 2-9,-3 0-22,3 0 21,-1 2-2,-2-2-20,6-1 7,-3-1-13,3-3-26,-3 0-65,3-3-45,0-1-43,-3-2-3,3-2-24,0-1-84,0-4-148,0-6 91,-3-4-92</inkml:trace>
          <inkml:trace contextRef="#ctx0" brushRef="#br0" timeOffset="29360">8431 2165 1,'0'0'140,"0"0"62,0 0 509,0 0-239,0 0-143,0 0-135,0 0-80,0 0-36,0 0-23,-23-1-52,23 1-3,-3 3-29,0 3 26,0 0 0,-1 1-13,1 1 13,3 0 0,-6-1-10,2 1 13,4 3 0,0-3 0,0 0 0,0 1 0,0-1 0,0-2-42,7 1-10,3-2 52,-1 0 9,1-2 8,0-1-12,6-2-5,-3 0-10,1 0 7,-1 0 3,3 0-29,-6-2-10,3-3 12,-3-1 27,0-3 0,-4 1 2,-3 0 24,1-2 0,-4 2 3,0 0 52,0 0-79,0 4 24,-4-2-3,-5 4 51,2-4-67,-3 2-7,0 3-23,4 0 11,-4 1 12,0 0 1,-6 0 1,3 2 43,-4 6-29,1 1-2,-4 1-14,7 3-1,0 0-12,-3 2 13,6 0-3,0 0-13,4 1-7,2-3 0,4 3 20,0-1 3,0-1 26,4 3-26,2-5-5,7 1 5,4 1 19,2-2 4,4-3-10,3 0-12,1-2 2,9-1-1,-4-1-2,4-3-36,3-2-22,-3 0 0,0 0-30,0-3-6,4-4 33,-4-1-37,0-1 43,-4-2-55,-2-2 45,-4-2-33,-3 0-13,-4-1 66,-2-1-4,-4 1 33,-7-2-49,1 2 65,-4 1 55,-3 2 0,0 1 46,0 0 29,0 3-42,-3 0 55,-4 3-36,1-2 59,-1 2-8,1 2-54,-1-1-62,1 2 65,-1 1-49,-3 2-13,4-3 19,-7 3-54,0 0-8,-7 0-2,4 0 1,-4 0 15,4 6-1,-4 2-15,4 1-12,-4 2-8,4-1 4,-1 4 14,8-3-1,-4 2 0,3-3-33,6 0 7,-2 3 29,6-3-13,0 0-29,0-1-16,0 0-68,6-3 43,8 1 82,-1 0-43,0-2 43,0 1-45,10-2 20,-4-2-61,1-2-46,0 0 39,-1 0-33,1-6 26,-4-2-101,1-2 33,-1 0 111,0-3-27,-6-2 66,0-3 19,-4-2 46,4-2 58,-7-2-78,1 0 137,-4-3-85,0-1 78,0 1-123,0-1 58,-4-2-4,1 2 11,-3 0 35,-1 2-17,1 4-12,-1 1 29,-3 1-37,4 3 104,-1 1-39,-3 2-20,7 0-29,-7 3-35,7 2-10,0 2-1,3 3 24,-4 0-52,1 3 9,3-1-12,0 2-34,0 0-1,0 0-22,0 0-13,0 0-22,0 0-35,0 5-16,0 2-1,3 5 64,1 5 45,-1 3-1,0 5 2,4 2 11,-1 1-12,1 4-1,3 1 1,-1 2-45,1 2-22,3 1-49,-3 2-61,0-1-29,-3-2-163,2-3 6,-5-1-125,2-4-216,-6-7 76</inkml:trace>
        </inkml:traceGroup>
        <inkml:traceGroup>
          <inkml:annotationXML>
            <emma:emma xmlns:emma="http://www.w3.org/2003/04/emma" version="1.0">
              <emma:interpretation id="{CEB4F326-D394-4E34-8606-0D183327857D}" emma:medium="tactile" emma:mode="ink">
                <msink:context xmlns:msink="http://schemas.microsoft.com/ink/2010/main" type="inkWord" rotatedBoundingBox="20354,9068 23620,9026 23629,9683 20363,9725">
                  <msink:destinationLink direction="with" ref="{F46F63D4-E2BD-4896-9651-1FE220181831}"/>
                </msink:context>
              </emma:interpretation>
              <emma:one-of disjunction-type="recognition" id="oneOf10">
                <emma:interpretation id="interp50" emma:lang="en-US" emma:confidence="1">
                  <emma:literal>constant.</emma:literal>
                </emma:interpretation>
                <emma:interpretation id="interp51" emma:lang="en-US" emma:confidence="0">
                  <emma:literal>cons taut.</emma:literal>
                </emma:interpretation>
                <emma:interpretation id="interp52" emma:lang="en-US" emma:confidence="0">
                  <emma:literal>constant •</emma:literal>
                </emma:interpretation>
                <emma:interpretation id="interp53" emma:lang="en-US" emma:confidence="0">
                  <emma:literal>cons taint.</emma:literal>
                </emma:interpretation>
                <emma:interpretation id="interp54" emma:lang="en-US" emma:confidence="0">
                  <emma:literal>constant &lt;</emma:literal>
                </emma:interpretation>
              </emma:one-of>
            </emma:emma>
          </inkml:annotationXML>
          <inkml:trace contextRef="#ctx0" brushRef="#br0" timeOffset="40922">9893 2285 175,'0'0'140,"0"0"-140,0 0-3,0 0 3,0 0 12,0 0 7,0 0 516,0 0-245,0 0-143,0 0-53,0 0-22,0 0-4,10-16-19,-10 14 61,4 1-6,-4-1-32,0 1-14,0-1 23,0 2-16,0-1-3,0 1 12,0 0 4,0-1 0,0 1-17,0 0-3,0 0 4,0 0-1,0 0 0,0 0-16,0 0-12,0 0-14,0 0-17,-4 0 14,4 0-15,0 0-1,0 0-2,-3 0-14,3 0 3,0 0-3,-3 0-6,3 0-4,-7 0 0,-3 2-13,1 0 20,-11 1 3,7 2-16,-7 0 12,4 3 1,-4 0 16,1 2-17,2 1 19,-2 1-12,-1 1 10,4-1-10,-1 2 0,4-2 13,3 1-12,1-1 11,2-1-37,1 0 35,6-2-29,0 1 6,0-3 13,0 2-87,0-1-17,9 0 29,8 0 69,-1 1-10,4-2 29,-1 0 14,7-1-14,1-2-1,-1-2-35,0 0-120,0 0-130,-3-2-17,0 0-169,-3 0-11,-4-7 217</inkml:trace>
          <inkml:trace contextRef="#ctx0" brushRef="#br0" timeOffset="42071">10119 2339 132,'0'0'130,"0"0"-78,0 0 176,0 0 440,0 0-296,0 0-207,0 0-93,0 0-20,0 0 19,0 0-19,-19 14-29,15-12-23,1 2 0,0 1 13,3-2 10,-7 2-23,7 1 13,-6 1-17,2 0 6,1 1-2,0 0 0,3 0-11,0 0 8,0 1-13,0 0-7,0-2 23,0-1 13,6 0-13,-2 0-17,5 0 17,1 0 16,0-2 7,3 4-10,4-4 13,2 2 3,1-3-13,6 0 5,-3-2-21,0-1-3,3 0 1,0 0 0,0-1-14,-6-5 3,-4-2-35,1 1 48,-8 0-10,1-2 10,-3-1 0,-1 0 3,-6-3-3,0 3-61,0-3 25,-6 1 72,-1 1-49,-3-1 13,-6 1-23,6 2-13,-9 0 10,2 1 0,1 1 3,-4 1-25,1 1 25,2 2 23,-2 2-1,2-1-25,1 1 25,6-1-2,0 2-1,7-1-12,-3 1-3,6 0-7,0 0-10,0 0 10,0 0 6,0 0 4,0 0 0,0 0-17,3 0 17,3 0 16,4 0 32,0 0 20,-4 0 30,11 0 6,-4-1 6,3 0-23,1-2-32,2 2-36,1-3 30,0 4-4,-1-3-27,-3 1 11,1-1 68,-1 1-61,1 0-4,-8 1 10,4-1 0,-3 1-10,-6 1 7,5 0 2,-9 0 8,4 0-14,-4 0-3,0 0 10,0 0 0,0 0-6,0 0-20,0 0-39,0 1 23,3 5 16,0 1 13,4 1 3,-1 2-5,1 0-10,-1 0-1,1 3 13,-1 1-11,1-2-2,0 2 0,-1-3-13,-3 2-10,4-2 7,-7-2-26,3 1 40,4-3-21,-7-2 7,0-1-42,0-2 25,3-1 17,-3-1 16,0 0 19,0 0 1,0 0 6,0 0 3,3 0 3,-3 0 23,3-3 13,1-1-68,-1-2 0,0 0-3,1-1 1,-1 0-43,3-2 41,-2 1 1,2-2 2,1 0 1,-1 0 7,1-1-7,6 0-30,0-1 11,-3 2 18,0 0-22,6 1 23,-3 3 0,0-1 0,0 4-16,-3-1 16,3 2 10,-6 0-10,-1 2-10,1 0-9,-1 0-7,-2 0 26,-1 0 9,0 4 17,0 2-26,1-1 13,-1 2-26,3 0 26,-2 1-14,2 1 1,-2 1-2,-1 2-11,0-1-16,0 1 0,4 0-26,-7 0 16,0 1-16,6-4-33,-6 1 36,0-1-45,0-1-4,4-1 17,-1-3 18,-3 1-64,0-2-45,0-2-73,0-1-45,3 2 19,4-2 59,-1 0 211,4 0-142,3-3 53,0-5 91,0-1-11</inkml:trace>
          <inkml:trace contextRef="#ctx0" brushRef="#br0" timeOffset="42521">11074 2279 35,'0'0'62,"0"0"36,0 0-7,0 0-65,0 0 626,0 0-264,0 0-200,0 0-84,0 0 23,-19-39-26,12 36 13,1 2-46,-1 0-39,1 0 10,-4 1-17,3 0-2,-3 0-20,4 0-17,-4 0 14,0 3 2,4 2-41,-1 1 16,1 1 4,-4 1-11,3-1 31,1-1-21,-1 2 10,7-3 0,-3 2 13,3 0-13,0-1 12,0 0-47,0 0 44,6 0 4,4-1-26,-3 1 26,6 0 0,0 0 46,3 1-10,4 0-24,0-3-8,-4 4 9,4-3 6,-4 2-19,0-1-6,-3 0-7,4 0-4,-8 0-2,-2 1 3,0-1-20,-4 2-45,-3-1 3,0 0 49,0 0 0,0 0 29,-3 2 26,-4-1-22,-3-3 44,-6 3-9,3-1-13,-10-1 10,7-1 0,-7-2-13,0-1-23,0-1 0,3-1-52,1 0-39,2 0 6,4 0-38,0 0-47,10-1-214,-1-6 29,4-2-144,0 1 337</inkml:trace>
          <inkml:trace contextRef="#ctx0" brushRef="#br0" timeOffset="42890">11241 1937 153,'0'0'317,"0"0"659,0 0-761,0 0-7,0 0 80,0 0-67,0 0 2,0 0-59,0 0-58,-26-29-51,26 29-36,0 0-19,0 0-39,0 0-15,0 0-17,0 2-22,3 6 15,4 3 78,-7 1 1,10 5 32,-7 2-30,0 3 19,7 1-18,0 2 18,-4 1-15,4 1 5,0 0-2,6 2 3,-6 0-10,3 2-3,0-2 0,-3 0-13,0-1 0,0-1-15,0-3-79,-1 1-29,-2-4 4,-1-2-50,-2-1-6,-1-4-52,0-1-82,-3-6-82,0-1-72,0-2 91,0-4 271</inkml:trace>
          <inkml:trace contextRef="#ctx0" brushRef="#br0" timeOffset="44668">11280 2233 288,'0'0'46,"0"0"-46,0 0 547,0 0 85,0 0-222,0 0-128,0 0-133,0 0-75,0 0-6,0 0-68,49-12-32,-29 8-4,3 1 4,3-1 13,-3 1-7,3 2 22,0 0-15,1-1-7,-5 2 10,1 0 3,-3 0-6,3 0 5,-7 0 11,1 3 2,-1 3 1,-3-1 55,0 3-22,0 0-33,-3-1-45,3 1 44,-6 1-56,2 1 15,-2 1-26,0 0 19,-4 0 1,3 1 5,-2-1 31,-1 1-57,0-1 24,0-1 6,-3 0-23,4-2-32,-4-3 16,0 0 35,0-2-48,0-2 7,0-1 15,0 0 69,0 0 44,0 0 44,0 0 6,0 0 7,0 0 6,0-1-9,-4-2-95,1-3 29,0-1-28,0 2-4,-4-3-17,4 1-22,-7 1 0,3-1 0,-6 1-6,0-1-4,0 2 13,-3 0-12,3 2 5,0 3-9,-4 0 13,4 0 16,-3 0 22,3 1 1,-4 6 31,1 0 44,0 1-32,3 1-41,0 2-4,3 0-18,3 1 11,1 0 6,-1 1 3,4-1-42,3 0 13,0-1 28,0 1 1,0-2 58,10 0 14,-1 1-59,5-3 23,2 0-36,-3-1 16,3-2 20,1 0-36,2-2 0,-2-1 3,2-2 0,-6 0-3,4 0-2,-4 0-50,6-4-29,-2-1 81,-7 0-23,6-2 20,-6-1 3,0 0 0,-1-2 0,-2 1-1,0-2-2,-1 1-79,1-1 40,-7-1-33,0 2-88,0 0 163,0 1 160,0 3-138,0-2 4,0 3 43,0 1 19,0 4 78,0-1-27,0 1-61,0 0-49,0 0-12,0 0-17,0 0-14,0 0-48,0 0-26,0 1-6,0 0 13,3 3 22,0 0 46,-3 1 10,7 2 6,-4-1 7,7 0 19,-4 0-29,4 0 0,0 0-146,0 0 9,3-1 136,0 1-2,3-3-46,-3 1-16,4-4 3,-1 0-29,0 0-72,-3 0-26,4-2 25,-4-3 103,-3-3 61,-4 0-92,1-3 206,-4-1-114,-3 0 173,0-4-13,0 1 218,-3-1-232,0 0 33,-4-1-87,4 2 41,-4 0 0,4 1-52,-4 0 94,4 2-38,0 1-60,-4 2 30,4 1-26,0 2 12,-1 3 59,4 1-52,0 1-33,0 1-35,0 0-32,0 0-1,0 0-24,0 0-27,0 0-31,0 0-30,0 3-3,4 2 22,-4 1 52,0 3 29,3 4 13,-3-1 22,0 2-21,0 0-1,3 0 19,1 0-19,-1 0-3,0 2 0,0-1 3,4 0 16,-4-1-16,4-1-78,-4-3 7,4-2 39,-4-2-33,0-2-3,-3-2 45,3-1-16,-3-1 39,0 0 15,4 0-13,-1 0 34,-3 0 32,3-4 13,4-2-10,-4-1-71,4-2 0,2-1-3,-2 0-49,-1 0 23,1-1 13,6-1-15,-3-2 30,0 1-102,3 1 84,0 1 2,-3 0-2,-1 5 19,1 0 62,-3 3-62,-4 2-39,4 1 13,-7 0 0,0 0 6,0 0-12,0 1-1,0 2 33,0 2 13,0-1-13,0 2-9,3 1 9,0 2 32,0 3-31,1-1 2,2 1 14,1 0-15,-4 1 20,4-1-19,-1-1-6,1 2-17,-1-2-9,1-1-26,3 0-23,-4-4-20,1 1-22,-1-4 35,1 1-74,-4-4-4,4 0 140,-7 0 23,6 0 69,1-7-69,-4-1-105,7-2-51,0-1 45,-7-2-39,0-2-22,-3 1 61,0-4 173,0-1-62,0-1 225,-6-3-223,2-1 109,-2-3 22,-4 0 27,3 0-79,-2-1 150,5 1-87,-2-2 57,3 4-84,-1-1 29,4 1-42,-3 2 54,3 0-22,0 3 13,-3 1-17,-1 3-49,4-1 30,-3 5 9,0-1-10,0 4-32,3 3 50,-4 2-60,4 2 3,0 2-22,0 0-51,0 0-20,0 0-21,0 0-10,0 0-22,0 0-16,0 0-7,0 5-6,0 2 37,0 7 59,0 0 6,0 6 1,0 2 2,0 3-3,0 0 0,7 3-1,-1 2 0,1 1-28,3 2 29,0 1 29,6 2-29,-6-2 0,0-1-3,-1-1-90,4-3 26,-3-1-11,0-3-21,-3-1-27,-1-4 13,1-2-13,3-4-36,-7-3 29,0-4-33,4-1 43,-4-2-1,0-3-120,0-1 46,1 0 32,-1 0 3,0-1 6,7-6 20,-3-3-254,6-1 313</inkml:trace>
          <inkml:trace contextRef="#ctx0" brushRef="#br0" timeOffset="44931">12255 2205 87,'0'0'189,"0"0"-85,0 0-32,0 0 622,0 0-293,0 0-105,0 0-128,0 0-112,0 0-11,0 0 13,66 10 4,-50-9-39,4-1-21,-1 1-3,4-1 1,0 0-88,-3 0-80,-1 4-30,1-4-66,-4 0-169,4 0-189,-4 0 201</inkml:trace>
          <inkml:trace contextRef="#ctx0" brushRef="#br0" timeOffset="45177">12890 2470 347,'0'0'49,"0"0"-46,0 0 1130,0 0-737,0 0-78,0 0-56,0 0-62,0 0-20,0 0-13,6 5-42,-9-4-45,0-1-39,-1 0-25,1 0-16,3 0-51,-3 0-93,-4-6-103,-2-3-201,-1 1-898,46 25 265</inkml:trace>
        </inkml:traceGroup>
      </inkml:traceGroup>
      <inkml:traceGroup>
        <inkml:annotationXML>
          <emma:emma xmlns:emma="http://www.w3.org/2003/04/emma" version="1.0">
            <emma:interpretation id="{38384E0C-81F5-4AF1-A451-038991042262}" emma:medium="tactile" emma:mode="ink">
              <msink:context xmlns:msink="http://schemas.microsoft.com/ink/2010/main" type="line" rotatedBoundingBox="20622,10030 22886,9967 22887,10014 20624,10076"/>
            </emma:interpretation>
          </emma:emma>
        </inkml:annotationXML>
        <inkml:traceGroup>
          <inkml:annotationXML>
            <emma:emma xmlns:emma="http://www.w3.org/2003/04/emma" version="1.0">
              <emma:interpretation id="{8FF852CC-2E0E-4D77-B593-5C8CA8349B69}" emma:medium="tactile" emma:mode="ink">
                <msink:context xmlns:msink="http://schemas.microsoft.com/ink/2010/main" type="inkWord" rotatedBoundingBox="20622,10030 22886,9967 22887,10014 20624,10076"/>
              </emma:interpretation>
              <emma:one-of disjunction-type="recognition" id="oneOf11">
                <emma:interpretation id="interp55" emma:lang="en-US" emma:confidence="0">
                  <emma:literal>_</emma:literal>
                </emma:interpretation>
                <emma:interpretation id="interp56" emma:lang="en-US" emma:confidence="0">
                  <emma:literal>-</emma:literal>
                </emma:interpretation>
                <emma:interpretation id="interp57" emma:lang="en-US" emma:confidence="0">
                  <emma:literal>r</emma:literal>
                </emma:interpretation>
                <emma:interpretation id="interp58" emma:lang="en-US" emma:confidence="0">
                  <emma:literal>z</emma:literal>
                </emma:interpretation>
                <emma:interpretation id="interp59" emma:lang="en-US" emma:confidence="0">
                  <emma:literal>~</emma:literal>
                </emma:interpretation>
              </emma:one-of>
            </emma:emma>
          </inkml:annotationXML>
          <inkml:trace contextRef="#ctx0" brushRef="#br0" timeOffset="47558">9985 2850 137,'0'0'147,"0"0"-124,0 0-22,0 0 34,0 0 1,0 0 418,0 0-28,0 0-224,0 0-104,0 0-75,0 0 32,0 0 94,-59 0-6,56 0-62,-4 0-48,4 0-14,-3 0-17,6 0 28,-4 0 5,1 0-18,0 0-15,3 0 0,0 0 11,-4 2-11,4-2-2,-3 1-3,3 0 0,0 0-17,0-1-3,0 0-3,0 1 0,0-1 1,0 0 5,0 0 1,0 0 19,0 0-17,3 1-5,1 1 2,6-1 20,-1 0 49,8 2 45,9 0 16,7 1 0,6-2-51,7-1-1,6-1-32,7 1 12,6-1-35,4 0-3,6 0 2,-3 0 8,7 0-8,2 0-2,4-1-2,4-2 1,2-4 1,1 2 0,3-4-8,3 2 7,3-1-11,-6 0-72,0 0 48,-7 4-9,-3-2 29,-9 3-13,-11 1 25,-3 1 3,-13 0-1,-6 1-24,-7-2 26,-3 2 0,-4 0 0,-6 0 0,-3 0 1,-1 0-1,-6 0-1,0 0 1,-3 2 2,-3-1-1,-4-1 12,3 1-10,-6-1-1,4 0 0,-4 0 11,0 0-13,0 0-10,0 0-58,0 0-19,0 0 2,0 0-9,0 0-20,-4 0-19,4 0-42,-3 0-57,-3 0-67,-1 0-79,4 0-105,26 0 370</inkml:trace>
        </inkml:traceGroup>
      </inkml:traceGroup>
    </inkml:traceGroup>
  </inkml:traceGroup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9:27:33.51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46F63D4-E2BD-4896-9651-1FE220181831}" emma:medium="tactile" emma:mode="ink">
          <msink:context xmlns:msink="http://schemas.microsoft.com/ink/2010/main" type="inkDrawing" rotatedBoundingBox="20338,10008 23151,9889 23153,9918 20340,10037" semanticType="underline" shapeName="Other">
            <msink:sourceLink direction="with" ref="{CEB4F326-D394-4E34-8606-0D183327857D}"/>
          </msink:context>
        </emma:interpretation>
      </emma:emma>
    </inkml:annotationXML>
    <inkml:trace contextRef="#ctx0" brushRef="#br0">-2 119 150,'0'0'121,"0"0"-95,0 0-23,0 0 23,0 0 16,0 0 578,0 0-236,0 0-205,0 0-94,0 0-17,0 0 36,0 0 36,0-4-20,0 4-33,0 0-32,3 0-6,-3 0 0,3 0 15,-3 0 17,0 0 10,3 0-11,4 0 1,-4 0-7,7 0-19,3 0-30,3 0-12,11 0-10,9 0 14,3-1 18,10 1-13,3-1-9,7 0-13,3-1-1,7 2 1,10-4 3,-1 3-2,7 0-2,3 0 2,1 0-2,2 1 0,4-2-12,0-2 13,3-1 0,4 0-13,-1 0 12,4 0-1,-1 1-20,1-1 21,-4 0-25,-2 0 4,-5 2 22,-5 0-13,-8-2 12,-9 3-12,-6-4 12,-7 2 1,-13-1 1,-1 0 2,-2 0-3,-4 0 3,-6 1-3,0 1-13,-4 0 13,-9 1-3,-4 0-16,4 1 16,-11 1-20,1 0 23,3 0-16,-6 0-3,3 0 16,-7 0 2,3 0-15,-2 0 13,-4 0 0,0 0-10,0 0 11,0 0-53,0 0-55,0 0-16,0 0-13,0 0-33,0 0-39,0 0-84,-7 0-60,4 0-16,0 0-66,-4 0 55,27 0 330</inkml:trace>
  </inkml:traceGroup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9:24:35.871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36F08B9-0664-4283-B158-F7772C9F7234}" emma:medium="tactile" emma:mode="ink">
          <msink:context xmlns:msink="http://schemas.microsoft.com/ink/2010/main" type="inkDrawing" rotatedBoundingBox="12235,16566 17423,16669 17414,17125 12226,17022" semanticType="underline" shapeName="Other">
            <msink:sourceLink direction="with" ref="{7AF89FE3-A9F1-4C7A-A60C-8042F31F15C3}"/>
            <msink:sourceLink direction="with" ref="{3D75F5D8-A937-49A1-8E6B-3CF9112EF6ED}"/>
            <msink:sourceLink direction="with" ref="{5E6ADAC9-8497-499D-B172-2ED384F14F3F}"/>
          </msink:context>
        </emma:interpretation>
      </emma:emma>
    </inkml:annotationXML>
    <inkml:trace contextRef="#ctx0" brushRef="#br0">35 75 18,'0'0'20,"0"0"22,0 0-22,0 0 0,0 0 12,0 0 11,0 0 335,0 0-166,0 0-111,0 0 3,0 0 7,0-12-30,0 9-38,0 1 61,0 0 3,0 0 1,0 1-4,0 0-4,0 1-18,0-3 2,0 2-12,0 0-17,0 0-10,0 1 10,0 0 13,0 0-13,0 0-13,0 0-6,0 0-7,0 0-3,0 0-3,0 0-7,0 0-16,0 0-1,0 0-12,0 0-7,0 0-12,0 0-4,0 0-15,0 0-11,0 0-3,0 0 1,0 2 64,0 4 16,0 3-16,-4 0 26,1 1-7,0 0-19,0 0 3,-1 0-2,4 0-1,-6 1-4,6-2 2,-4 0 2,4-1-1,0 0-9,-3-2 10,3 0 0,0-2-10,-3 0-12,3-1 22,-3-2 16,3 2-16,0-2-13,0 0-6,0-1 6,0 1 13,0-1 1,0 1-1,0-1-23,0 1 5,0-1 18,0 1 19,0 1-16,0-2 20,3 0-7,0 3-3,0-2 23,7 0-35,-3 2 18,3-1 7,-1 0-13,8 0-10,2 0 16,-2-1-19,6 0-14,0 1 12,3 0 2,0-1-3,0-1 0,0 1-13,7 0-16,-4 0 15,7 2 14,-3 0-16,-3 0 15,2-1 2,1 2-1,0-2 0,-1 0 1,1-1-2,0 0-18,-4 0 18,1 3-12,2-2 16,1 0-1,-3 1-2,6 0 3,-7 0 1,4-1 5,-1 2-4,4-3-4,-3 2 2,0 1-1,0-3 0,3 2 1,-1 2-1,1-3-1,0 0 1,0 1-18,0 1 2,0-1-12,0-1 26,0 1-17,-3 0-2,3 0 9,-3 0-7,-4 0 18,4 0 2,-4 1-3,1-1-8,-1-1 11,1 0 0,-1 0 0,-3 1-3,7-2-14,-4 1 17,4 2-1,-3-2 0,6 1 1,0-2 19,0 1-19,3 1 0,0 0-4,-3-1 4,7 2 4,-4-1 48,3-1-49,4-1 13,-3 3-16,-1-2-1,-3-1-22,4 2 1,-4 0 22,4-1 3,-7-1 16,3 0-18,0 0-2,-3 0 0,3 0 1,1-1 23,-1 3-23,-3-3-2,-3 1-1,3-1 3,0 1 22,-4 0-22,1 0-26,6 0 24,-3 2 2,3-1 33,4-1-33,-4 0 0,4-1-1,-4 3 1,0 0-2,-3-2-11,4 0 13,-1-1 2,-3 2 12,0-1-14,0 0 0,-4-1 3,1 1-3,0 2-26,-4-3 23,-6 0 6,3 0-3,-3 0 13,3 0-10,-3 0-3,0 0-2,0 0 2,-3 0 2,6 0-1,-3 0 1,6 0 1,1 0-2,2 0 14,1 0-14,3 0 12,0 0-13,0 0-1,3 0-19,-3 0 20,0 0 4,-6 0-4,2 0 3,1 0 3,-3 0-6,-4 0 0,-3 0 15,-4 0-15,1 0-9,-4 0 9,1 0 2,-4 0 21,3 0-10,-3 0-10,0 0 0,7 0-1,-4 0 1,4 0-3,-1 0-3,4 0 2,0 0-1,0-3-14,-3 2 16,3 1 22,-4 0-22,4 0-11,-3 0-25,-7 0 36,0-1 23,-3 1-1,-4 0-22,1-1 1,-1 1 1,1-2 2,0 2-2,-4-1 1,3 0-1,1-2-2,-1 0-2,4 3-27,3-2 27,0 1 2,0 0 0,1-2-2,2 3-2,-3-1 3,0 0 1,-3-1 9,6 1-9,-3-3-18,4 3 18,-1-1 0,0 1-26,-3 1 26,-3-2 0,-3 2 0,-1-2 2,4 2-2,0 0 2,-3 0-4,-1 0 1,1-2-12,2 0 9,-2 1 4,3-1 3,-4 1-3,-2-2 13,2 2-5,4-1-7,-7 0 31,1 1-6,-1-3-4,3 3-3,-6-1-19,4-3-13,-1 3 11,0 0 4,0 0 9,1 0 18,-1-2-16,-3 1-11,3 0 17,0 0-19,1-2 1,-1 1 35,-3-1 32,3 0-42,-3 0 29,0-2-23,0 0 7,0 1 16,4-2 2,-4 0-56,0 1 27,0-1-12,0 1-12,0-2 21,0 0 16,0 0-40,0-2 14,0 1-11,0-2-4,0 1 13,0-2 19,0 1-10,0-1-9,0 2-12,0 0 1,0 0 19,0 0-18,0 2-3,0-1 0,-4 2 71,4-2-52,0 0-19,-3 2-16,3 0 16,-3 0-1,3 3 1,-4 0 0,4-1 18,0 3 11,0 1-12,-3 0-17,3 0-61,-3 1 35,3-1-15,0 2-37,-3 0-57,-4 0-66,1 0-113,-7 0-98,-4 0-109,-9 0-203,6 0 320</inkml:trace>
  </inkml:traceGroup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9:24:08.06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4E5EE454-DF01-4F67-B53B-B4A2A832028D}" emma:medium="tactile" emma:mode="ink">
          <msink:context xmlns:msink="http://schemas.microsoft.com/ink/2010/main" type="writingRegion" rotatedBoundingBox="4933,16209 20323,15468 20456,18243 5066,18984"/>
        </emma:interpretation>
      </emma:emma>
    </inkml:annotationXML>
    <inkml:traceGroup>
      <inkml:annotationXML>
        <emma:emma xmlns:emma="http://www.w3.org/2003/04/emma" version="1.0">
          <emma:interpretation id="{9AEF425E-A34C-47EA-B638-247804EC4CF6}" emma:medium="tactile" emma:mode="ink">
            <msink:context xmlns:msink="http://schemas.microsoft.com/ink/2010/main" type="paragraph" rotatedBoundingBox="4936,16356 19358,15396 19426,16418 5004,1737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1E81A6C-6BBC-4687-AF68-A5678CB1082F}" emma:medium="tactile" emma:mode="ink">
              <msink:context xmlns:msink="http://schemas.microsoft.com/ink/2010/main" type="line" rotatedBoundingBox="4936,16356 19358,15396 19426,16418 5004,17379"/>
            </emma:interpretation>
          </emma:emma>
        </inkml:annotationXML>
        <inkml:traceGroup>
          <inkml:annotationXML>
            <emma:emma xmlns:emma="http://www.w3.org/2003/04/emma" version="1.0">
              <emma:interpretation id="{8A1B1488-EA17-47DB-8094-68219E9E0708}" emma:medium="tactile" emma:mode="ink">
                <msink:context xmlns:msink="http://schemas.microsoft.com/ink/2010/main" type="inkWord" rotatedBoundingBox="4943,16472 5970,16404 6002,16891 4976,16959"/>
              </emma:interpretation>
              <emma:one-of disjunction-type="recognition" id="oneOf0">
                <emma:interpretation id="interp0" emma:lang="en-US" emma:confidence="0">
                  <emma:literal>Ir.</emma:literal>
                </emma:interpretation>
                <emma:interpretation id="interp1" emma:lang="en-US" emma:confidence="0">
                  <emma:literal>or.</emma:literal>
                </emma:interpretation>
                <emma:interpretation id="interp2" emma:lang="en-US" emma:confidence="0">
                  <emma:literal>It.</emma:literal>
                </emma:interpretation>
                <emma:interpretation id="interp3" emma:lang="en-US" emma:confidence="0">
                  <emma:literal>of.</emma:literal>
                </emma:interpretation>
                <emma:interpretation id="interp4" emma:lang="en-US" emma:confidence="0">
                  <emma:literal>FL:</emma:literal>
                </emma:interpretation>
              </emma:one-of>
            </emma:emma>
          </inkml:annotationXML>
          <inkml:trace contextRef="#ctx0" brushRef="#br0">-5705 322 60,'0'0'36,"0"0"68,0 0 199,0 0 196,0 0-297,0 0-20,0 0-3,0 0-36,0 0-65,0 0 137,19-52-82,-19 50-33,0-2-25,0 4 2,0-1 11,0 1 2,0 0-19,0-1-29,0 1-20,0 0-19,0 0-3,0 0-16,0 0-20,0 0-16,0 2-28,0 8 38,0-1 42,0 6 0,4 0 13,-1 4 12,0 2-25,0-1 0,1-1 2,-1 2-2,0-2 0,0 0-13,-3 1 9,4 0 4,-1 0-13,0-2 10,-3-2-32,3-1 35,-3-2-46,4-1-22,-4-2-25,0-2 63,6-1-38,-6-1-9,4-1 41,-4-4-39,0 0-29,0-1 10,0 0 45,0 0 49,0 0 23,3 0 0,-3 0 0,0 0-23,0-5-23,3-3-39,-3-2 13,3-3-3,-3 0-42,0-3-36,0-1 65,0 0-36,0-3 55,0-1-65,0 1 66,0-1 6,-6 1-46,3 0 85,-7-2 23,10 4-7,-7 1 20,4 0-13,-4 1 114,7 3 45,-3 2-84,-3 1 35,6 1 39,-4 0-120,4 2 78,0-1-42,0 3 29,0 0 6,0 1-29,0 2-23,0-1 42,0 2-13,0-2-29,0 3-3,4 0-26,-4-1-41,3 1-1,3-1-19,1 0-20,3-1-16,0 0 36,6 1-7,4 0-6,-4 0 29,4 1 0,-4 0 0,4 0 0,-4 0-13,0 0 0,-3 0 3,4 0-7,-4 0-25,0 0-78,-3 0-13,-1 0-68,-2 0 45,-4 0-39,4 0-157,-7 3-23,0-1-108,0-1 144,-7-1 270</inkml:trace>
          <inkml:trace contextRef="#ctx0" brushRef="#br0" timeOffset="317">-5653 425 10,'0'0'75,"0"0"-3,0 0-37,0 0 8,0 0 276,0 0 268,0 0-340,0 0-110,0 0-7,0 0-3,3 7 9,0-7 7,1 0-29,-1 0-37,4 0-28,2 0-17,1 0-32,0 0 4,6 0-1,1-2 0,2 1 0,1 1-3,0 0-75,-4-2-68,0 2-25,1-1-73,-4 1-26,0-2-172,-3 1-40,-1-3 22</inkml:trace>
          <inkml:trace contextRef="#ctx0" brushRef="#br0" timeOffset="1015">-5267 305 51,'0'0'281,"0"0"299,0 0-193,0 0-159,0 0-114,0 0 62,0 0-66,0 0 36,0 0-16,0 0-59,0-66-22,3 58 25,0 2 29,1-1-51,2 1-10,-2 0-41,2 0-1,1 1 32,-1-2 23,4 2-23,0-1-32,3 2-64,0-1 22,3 3 7,1-2 32,2 3-26,4 1 7,-6 0 2,2 0-15,-2 1 6,2 5-16,-9 1 6,3 3-14,-3 1 53,0 3 48,-7 0-48,4 3-45,-7 0-7,0 2 26,0 1-25,0 1 28,-10 1-10,-3 1-35,-4-1 23,1-1 19,-4-1-20,-3 2-12,4-5-10,-1 1 19,-3-1 49,7-1-45,-4-2 45,1 0-20,2-2-6,1-2 13,3-1 10,3-3 3,0-1-1,7-1 1,-4-1-15,4-1 13,0-2 0,3 0-11,0 1 13,0-1 1,0 0 32,0 2-4,0-2 13,0 0 7,0 0-7,3 0 4,0 0-7,1 0-7,-1 0-9,7 0-7,-4 0-13,11 0 46,-4 0-10,6 0-6,1 2-31,3-1 14,0 1-3,0-2 1,3 0-14,-3 0-16,6 2 5,-6-1 11,-3 0 1,-1 1-1,-2-1-104,-8-1-97,5 2 71,-5-2 32,1 1-64,-3-1-102,-1 0-143,1 0-79,-4 0 251</inkml:trace>
          <inkml:trace contextRef="#ctx0" brushRef="#br0" timeOffset="1351">-4721 329 347,'0'0'71,"0"0"559,0 0-126,0 0-302,0 0 22,0 0-29,0 0-4,0 0-36,0 0-23,0 0-42,7-47-29,-4 43-3,0 0-9,1 1-24,-1 1-15,0 0-10,-3 0-58,3 2-32,-3 0-19,0 0-43,4 0-65,-1 0-104,-3 4-85,3 4 84,0 3 52,1 0-183,-1 1 35,-3 1 290</inkml:trace>
          <inkml:trace contextRef="#ctx0" brushRef="#br0" timeOffset="1582">-4711 615 255,'0'0'0,"0"0"0,0 0 710,0 0-293,0 0-127,0 0-5,0 0-57,0 0-34,0 0-13,-3 7-33,3-7-35,0 0-30,0 0-28,0 0-49,0 0-6,3 0-77,0 0-45,-3-2-52,0-3-101,0-1-163,0-2-561,-3 22 119</inkml:trace>
        </inkml:traceGroup>
        <inkml:traceGroup>
          <inkml:annotationXML>
            <emma:emma xmlns:emma="http://www.w3.org/2003/04/emma" version="1.0">
              <emma:interpretation id="{E54B70E7-C741-4C37-99FA-058A8DCFDFA4}" emma:medium="tactile" emma:mode="ink">
                <msink:context xmlns:msink="http://schemas.microsoft.com/ink/2010/main" type="inkWord" rotatedBoundingBox="6659,16501 9626,16304 9677,17067 6710,17265"/>
              </emma:interpretation>
              <emma:one-of disjunction-type="recognition" id="oneOf1">
                <emma:interpretation id="interp5" emma:lang="en-US" emma:confidence="0">
                  <emma:literal>around</emma:literal>
                </emma:interpretation>
                <emma:interpretation id="interp6" emma:lang="en-US" emma:confidence="0">
                  <emma:literal>aground</emma:literal>
                </emma:interpretation>
                <emma:interpretation id="interp7" emma:lang="en-US" emma:confidence="0">
                  <emma:literal>*around</emma:literal>
                </emma:interpretation>
                <emma:interpretation id="interp8" emma:lang="en-US" emma:confidence="0">
                  <emma:literal>*unround</emma:literal>
                </emma:interpretation>
                <emma:interpretation id="interp9" emma:lang="en-US" emma:confidence="0">
                  <emma:literal>*unrounds</emma:literal>
                </emma:interpretation>
              </emma:one-of>
            </emma:emma>
          </inkml:annotationXML>
          <inkml:trace contextRef="#ctx0" brushRef="#br0" timeOffset="-28025">-2948 629 24,'0'0'49,"0"0"-4,0 0-15,0 0-1,0 0 7,0 0 23,0 0 391,0 0-232,0 0-101,0 0-19,0-12 10,0 11 19,0 0-10,0 0-49,0-1-32,0 0 9,0 1-12,0-1 22,0 0 7,0 0 19,0 2 0,0-2-3,0-1-36,0 3 10,0-2-16,0 2 22,0-1 10,0 1-3,0 0-13,0 0-14,0 0-2,0-1-1,0 1-5,0 0-8,0 0-6,0 0-14,0 0-2,0 0-11,0 0-12,0 0-6,0 0 0,0 0 0,0 0-7,0 0-15,0 2-14,0 2 62,0 2 3,0 1 25,0 2 1,0 2-6,0 0-17,0-1-3,0 5-3,3-3 1,-3 2-18,0-1 20,0 0-13,0-1 33,4 2-40,-4-2 56,0-2-49,0 3 13,0-2-22,0-1 21,0-2-17,0 1 2,0-1 16,0-3-39,0 1 26,3-3-42,-3 1 10,0-2 15,0 0 11,0-2 19,0 0 13,0 0 19,0 0 17,0 0 22,0 0 13,0 0 7,0 0 6,0-2-7,0-6-64,0-2-10,0-3-3,0 0-13,0-5-19,0 1 15,0-4 4,0 2 13,0-2-13,0-1 0,0-1-45,0 1 45,0-3 30,0 2-30,0 0-22,0 1-17,0 1 36,0 0 3,0 3-13,0 1 13,0 0 20,0 2 22,0 1-42,0 2 1,0-2-1,3 2 0,-3-2 0,3 1 7,1 1-5,-1 0 7,3 1 4,-2-1-16,-1 4 3,3-1-1,1 0 1,0 3 0,-1-1 0,4 0-16,0 2-3,-4 1-20,7 0 0,-3 3 4,3-1-1,0 1 20,3 1-23,-3 0 10,0 0 3,0 0 7,-3 3-30,0 2 7,0 1-6,-4 2 44,1 1-44,-4 1 15,4 4 1,-7-1 0,0 2 30,0 0 4,0 1 21,0-1-22,-10 2 2,3-2-3,-9-1 13,3 1-12,-3-3 15,-1 0-16,-2 0-13,2-2 13,-2-2 23,3-1-4,-1-2-18,1-2 0,3 1 11,0-1 1,0-1-13,6-2 32,4 0-19,-3 1 0,2-1 10,1 0 3,3 0 6,0 0 4,0 0-10,0 0 3,0 0-3,0 0-7,0 0 0,0 0 1,0 0-7,0 0-13,0 0-1,3 0-16,1 0-5,-4 0-23,6 0-7,-6 0-26,7 2-6,-1 1 84,4 2 18,3 2-14,-3 0 5,6 2-9,-3 2-19,3 0-20,1 1 39,-1 0 0,4 4-12,-4 0 12,0-2 13,0 4 3,-3-3-32,1-1-49,-1 1-42,-4 0-36,-2-1-61,-1-1 35,1-1 12,-4 2-38,0-3-111,-3-1 29,0 0-56,0-4 111,0-1 193,0-1 29</inkml:trace>
          <inkml:trace contextRef="#ctx0" brushRef="#br0" timeOffset="-26236">-2496 623 13,'0'0'153,"0"0"-114,0 0-3,0 0 633,0 0-265,0 0-235,0 0-81,0 0 9,0 0-35,0 0 87,6-17-28,-6 16-27,0-1-13,0 2 29,0 0-13,0 0-19,-3 0-17,0 0-16,3 0-19,0 0-24,-4 0-2,4 0-19,0 0-4,-6 0-3,6 0-12,0 0-17,-10 6 54,3 1 0,1 3 1,-1-1-36,1 1-13,-4 2-10,7 0 59,-4-1 0,4 0-6,0 2 6,3-2 0,0-2 17,0 3-15,0-3 16,0 1-18,6-1-1,1 0-18,2-1-39,1-3 38,3 2-19,0-2 17,1 0 20,2-3 0,-3 2-25,3-3 27,1-1 62,-1 0-52,4 0-10,-7-2-4,0-3 3,0 0 1,-3-1-19,0-2-4,-1 1 23,-5 1 27,2-3-27,-3 1-2,1-1-56,-4 1 45,0-1-65,0 0 23,-4 0 42,-2 0 0,-1-2 13,1 2-30,-4 1 30,0 1-55,-3 0 52,0 0-16,-3 3-14,3-2 30,-1 3-17,1-1 7,0 2 7,3-1 5,1 2 1,-1 0 0,3 1 3,4-1 12,3 1-15,-3 0-13,3 0 10,0 0-20,0 0 23,0 0 11,0 0-8,0 0-3,3 0-39,4 0 10,-1 0 29,4 0 16,3 0 72,0 0 3,3 0-55,1 0-23,-1 0-13,4 0-4,-4 0-9,4 0 13,-4 0 0,4 0-8,-7 0 8,0 0 20,3 0-19,-6 0-2,0 0 2,-4 0 12,4 0-13,-10 0-16,4 0-3,-1 0-17,-3 0-13,0 0 0,0 0 38,0 2 11,0 2 45,0 1 78,0 0-6,0 1-68,0 0-20,3 1 4,-3 1 22,3 2-55,1-1 1,-4 0-30,3 0 61,-3 0-45,3-1 36,-3-1-46,3 2 36,-3-2-13,4 0 17,-1-2-17,0 0-2,-3 1 1,4-3 1,2-2 0,-3 2-16,1-2-30,2-1 33,-3 0 12,4 0 1,-4 0 20,4 0 15,3-1 8,-4-2-41,4 0 30,0-4-32,0 0 3,-1-1 11,1-1-14,-3-1-22,3-1 9,-4-2-10,1 1-51,-1-2 54,1 1-51,-7-1 55,3 1-23,0 2 3,-3 1-9,0 1 45,0 4 1,0 0 18,0 3 7,0 0 49,0 2-20,0 0-36,-3 0-19,0 0 0,3 0-3,0 0-52,0 0-17,0 5 21,0 1 51,0 2 6,0 1 75,0 1-26,0 0-55,3-1 4,4 2 25,-4 1-29,3-1 0,1 0 0,3-1-2,-4-1-1,4 0 3,0 0 12,0-2-12,3 1-6,0-2-20,-3 0 3,3-1 4,0 0-17,-3-3-19,-1 0 45,1-1 10,0-1 0,3 0 2,-3 0 53,0 0-51,-4-3-4,4-1-10,-3-2-3,-1-1 13,1 0-13,-4-1 39,0-3-26,1 1 0,-1-1-32,-3 0-27,0 0 57,0-1-24,0-1-58,0 2 84,0 1-36,-3 1 37,-1 0-1,1 2 19,0 2 53,3 2-17,0 1 3,0 1 11,-3 1-8,3 0-15,0 0-45,0 0-1,0 0-29,0 0-36,0 0-36,0 6 101,0 2 52,0 2-4,-4 1-47,4 0 0,0 0 8,0 2 21,0-1-24,0 0-6,0-1-16,0 1 15,0-1 1,0 0 14,0-2-2,0 0-12,0 1-2,0-3-15,0-2-9,4 1-22,-4-3-1,3-2 10,-3 2-6,0-3 45,0 0 13,3 0 35,0 0 21,-3 0 15,4 0-16,-1-5-32,3-1-36,-2 0-10,2-3 7,1-1-23,-1 0 10,1 0 13,-1-2 3,4-1-13,0 0-13,0 0 7,0 0 9,-1 1-32,-2-1-39,3 3 37,0 2 43,-4 1-41,1 3 42,3 1 66,-4 2-66,1 1-35,-4 0-1,3 0 10,-6 0 26,7 2-12,-4 3 12,0 1 46,4 0 15,0 0-15,-1 2 6,-3 0-50,4 1 33,-4 1-35,-3-1-42,3 2-19,4-1 41,-7-1 4,3 0-17,1 1-35,-4 0-23,3 0 0,0-1-123,0 0-138,-3-2-52,7 0-128,-4-5 379</inkml:trace>
          <inkml:trace contextRef="#ctx0" brushRef="#br0" timeOffset="-25483">-1090 627 36,'0'0'134,"0"0"-72,0 0 961,0 0-672,0 0-87,0 0-157,0 0-36,0 0 49,0 0-3,0 0 41,-56-26-70,43 23-86,0 3 24,0-3-1,0 3 1,-3 0-3,-1 0 6,-2 0-27,2 1 11,-2 3 22,-1 2-33,1-2-2,-4 4 4,6 0 31,-2 1-32,2 1-6,4 2 3,-3 0-19,6 0 18,0-1 1,0 0-3,4 0 3,-1 0-13,7-1-10,0-1 1,0 0 2,0-1-22,0 0 39,13 1-26,1-1-42,2-1 69,3 0-63,1-3 39,3 2 26,0-4-13,3 0-38,-3-2-11,6 0 10,-6-2 23,0-4-65,0-3 68,-3 1-39,3-3-48,-4-1 41,1-3 72,-4 0 0,1-3 0,-4 1-58,0-3-10,-3-1 32,-1-3-65,1 1 42,-7-3 40,7 1-75,-6-3-1,-1 0-84,-3 0 176,0-1-46,0 2 49,0-2 85,0 2 32,-3-2-75,-1 3 36,-2 0 78,-1 1-35,-6 0 12,0 1 7,3 1-69,0 2-6,4 3 78,-4 4-7,4 2-27,2 5-8,1 2 15,3 3 9,-3 2-28,3 0-40,0 0-28,0 0-17,0 0-12,-4 0-29,4 0-32,0 3-61,-3 6 122,0 6 10,0 2 51,-1 3-50,1 2-9,0 2 31,-4 0 5,7 1-36,0 1 14,0 1-16,0 1-3,0 2-19,10 0 20,-7 0 0,4 1 2,3-1-42,-4-1-71,1 0 20,-1-1-114,1 1-3,-4-2-52,0-2-161,-3-2-173,0-4-150</inkml:trace>
          <inkml:trace contextRef="#ctx0" brushRef="#br0" timeOffset="-2783">-3975 560 197,'0'0'32,"0"0"-25,0 0 35,0 0 144,0 0 339,0 0-212,0 0-134,0 0-49,0 0 6,0 0-6,0 0-26,0 0-10,3 0-16,1 0-10,9 0-19,3 0 19,4 0-29,2 0 9,5-3-30,-1 0-18,3 0-1,1 0 1,-1 0-2,1-1-27,-4 2-62,0 1-22,-3 0-23,0 1-65,-7 0-59,-6 0-66,3 0-55,-6 0-30,-1 0 17,-6-2 296</inkml:trace>
          <inkml:trace contextRef="#ctx0" brushRef="#br0" timeOffset="-3092">-3746 420 23,'0'0'23,"0"0"3,0 0 16,0 0-9,0 0-10,0 0 22,0 0 43,0 0 310,0 0-241,3 5-118,-3-3 3,-3 3 4,0-2 64,-1 1-38,-5 1 6,5 0-62,-2 1-16,-1 2 0,-3 0 56,1 1 22,-1 1-42,3 0 0,-3 1-20,-3 2-16,0 1 13,3 0 3,-3 1-15,4 1-1,-5-4-32,5 2 22,2 0 10,-3-1 42,1 0-35,2-2-7,4-2 0,-4 0-26,1-1 26,2-3-23,4 1 23,-3-3 3,3-2-3,0 0 1,0-1 29,0 0 28,0 0 40,0 0 71,0 0 16,0 0-36,0 0-45,3-1-20,-3-5-81,0-3-3,4-3-6,-4 0 6,6-4-3,-3 1-11,4-2 14,-7 1 0,7-5 13,2 2-13,-2-2-28,-1 0 28,-2-1-16,5-1 16,-2 2-16,-4 0 14,7-2 2,-3 2 3,-1 1 0,1 0 28,-1 3-29,1 1 0,-4 3-2,4 1 2,-1 2 24,-3 3-13,1 1 29,-1 3-26,-3 2 20,3-1-13,-3 2-23,0 0-32,0 0-20,0 0-6,0 0-17,4 0 4,-1 5 71,7 2 55,-4 4 4,4-1-37,0 2 7,0 2-19,3 1-7,0 1 10,-3 1-13,3 1 0,-4 0-1,1 0 1,0 0-26,-3 1 26,2 1-19,-2-2 19,0 1-1,-1-1-12,-6 2-13,7-4-26,-4 2 10,0-3-39,-3-2 3,3 0 39,1-1-74,-4-2 61,0-3-69,0 1-18,0-2 2,0 0-68,-4-2 55,-2-1-85,-4 2-32,0-5-85,-3 0 140,-3 0 188</inkml:trace>
          <inkml:trace contextRef="#ctx0" brushRef="#br0" timeOffset="-2264">-3589 287 128,'0'0'219,"0"0"524,0 0-437,0 0-85,0 0 23,0 0-30,0 0-42,0 0-23,0 0-23,7-29-26,-7 29-26,0 0-13,0 0-19,0 0-19,0 0-22,0 0-1,0 0-36,0 0-5,0 0-17,0 3 58,3 3 0,0 3 42,-3 2-39,3 2-6,4 0-1,-7 3 3,3 1 1,0 2 42,1 0-29,-4 1-13,0 1-1,0 2-14,0-1 14,0-1 2,0 0-2,0-2 1,0 4-13,0-5-3,3-2 16,0 1-32,-3-2-10,10-3 16,-7-1-68,4-3 43,-1-1-7,-2-3 12,2-1-48,1-1 46,-4-2 47,7 0-54,0 0 29,6-2 13,-6-4-68,3-1 16,0-2-13,-3-1-26,0-2 23,-1-1-235,5-2 238,-5-2-91,1-1-118,0-1 10,-4-3 19,-2-2 43,2 0 127,-2-3 59,2 1 7</inkml:trace>
          <inkml:trace contextRef="#ctx0" brushRef="#br0" timeOffset="-1946">-3318 245 42,'0'0'95,"0"0"-30,0 0 26,0 0 663,0 0-458,0 0-150,0 0-74,0 0 16,0 0 87,0 0 27,-36-59-63,36 59-58,0 0-32,0 0-4,0 0-3,0 0-16,0 0-26,0 0-39,0 0 29,0 9 10,0-1 52,0 3 13,0 2 15,0 1-54,0 3 32,0-1-55,0 2 0,4 0 10,2 1 9,-6-2-12,10 2-10,-7-2 0,4 0-13,-1 0 13,-2 1-32,2-1 32,-2 2 6,2-1-6,-3 1 0,1 0 10,-4-1-10,6 0-13,-6-3 12,3 1-51,-3-2-61,4 0-3,-4-3 12,3-1-67,0-2-47,-3-1 10,7-1-124,-4-2 0,0-1-212,1-3 182,2 0 266</inkml:trace>
        </inkml:traceGroup>
        <inkml:traceGroup>
          <inkml:annotationXML>
            <emma:emma xmlns:emma="http://www.w3.org/2003/04/emma" version="1.0">
              <emma:interpretation id="{DC4BA19B-D47F-402C-BCFF-891F798C799C}" emma:medium="tactile" emma:mode="ink">
                <msink:context xmlns:msink="http://schemas.microsoft.com/ink/2010/main" type="inkWord" rotatedBoundingBox="10653,16257 11607,16194 11637,16643 10683,16706"/>
              </emma:interpretation>
              <emma:one-of disjunction-type="recognition" id="oneOf2">
                <emma:interpretation id="interp10" emma:lang="en-US" emma:confidence="0">
                  <emma:literal>¥2:</emma:literal>
                </emma:interpretation>
                <emma:interpretation id="interp11" emma:lang="en-US" emma:confidence="0">
                  <emma:literal>I 2:</emma:literal>
                </emma:interpretation>
                <emma:interpretation id="interp12" emma:lang="en-US" emma:confidence="0">
                  <emma:literal>I 2°.</emma:literal>
                </emma:interpretation>
                <emma:interpretation id="interp13" emma:lang="en-US" emma:confidence="0">
                  <emma:literal>Ir.</emma:literal>
                </emma:interpretation>
                <emma:interpretation id="interp14" emma:lang="en-US" emma:confidence="0">
                  <emma:literal>I 2.</emma:literal>
                </emma:interpretation>
              </emma:one-of>
            </emma:emma>
          </inkml:annotationXML>
          <inkml:trace contextRef="#ctx0" brushRef="#br0" timeOffset="3534">-1 25 133,'0'0'127,"0"0"-124,0 0 398,0 0 182,0 0-205,0 0-160,0 0-62,0 0-20,0 0 0,0 0-10,0-9-29,4 8-29,-1 1-33,3-2-19,1 0-16,3 0-50,3-1-21,3 0 22,4 1 30,-4 1 16,7 1-30,0 0-15,-7 0-23,4 0-52,-4 0-56,1 0-32,-8 3-72,1 0-10,0-1-150,-3-1-89,-4-1 389,0 0 81</inkml:trace>
          <inkml:trace contextRef="#ctx0" brushRef="#br0" timeOffset="3237">114-13 42,'0'0'92,"0"0"-43,0 0-10,0 0 593,0 0-238,0 0-162,0 0-109,0 0-32,0 0 20,0-10 6,0 10-13,0 0-36,0 0-23,0 0-16,0 0-9,0 0-7,0 0-13,0 0-1,0 0-35,0 0-22,0 5 58,0 1 6,0 4 52,0 1-54,0 3 51,0 0-53,0 2 82,0 1-83,0 1 22,0 0-20,0 1 16,0-1-19,0 1 0,0-2 3,0 0-3,0 0-23,0-1-16,0-3 39,0 0 0,0 0 0,0 0-81,0-4-13,0 0 23,0-3-88,0-1 13,0 0 97,0-2 23,0 0-88,0-2 13,0 1-114,0-1-42,-3-1-14,-1 0-45,1 0 49,0-1 182,-4-5 35</inkml:trace>
          <inkml:trace contextRef="#ctx0" brushRef="#br0" timeOffset="3830">71 243 76,'0'0'69,"0"0"-53,0 0 91,0 0 402,0 0-40,0 0-238,0 0-104,0 0-49,0 0-65,76 7 43,-63-9 25,3 0-36,-3 1-20,3-1-24,-3 2-2,7-1-13,-7 1-25,0 0-71,-3-1-105,-3 1-97,2-2-96,-2-2-208,-4 0 443</inkml:trace>
          <inkml:trace contextRef="#ctx0" brushRef="#br0" timeOffset="4491">454 87 93,'0'0'268,"0"0"387,0 0-264,0 0-202,0 0 2,0 0-15,0 0 28,0 0-68,0 0-26,-20-47-35,20 41 5,0 0-15,0 1-10,0-2-13,0 2-1,7-2-5,-4 3-1,4 0 1,3 0 41,-1 0-77,-2 0-55,3-3-9,3 4 51,0-1 10,-3 1-30,3 2-12,-3 1 13,3 0 6,-4 0-6,1 1 6,3 4-28,-3 0 12,0 1 6,0 2 1,-4 2 31,-2 2-12,2 1 0,-6 2-33,0 1 48,0 0-63,0 1 64,0 0 0,-6 2-68,-4 1-26,-3-2 48,0 1-48,-4-4 94,4 2-26,-3-2-16,-1 0-26,4-2 42,-3 3 26,3-5 0,0 1-23,3-2 30,0 0-7,0-3 16,1-1-16,2 1 0,1-3-42,2 0 19,1 0 20,3-2 3,0 2 2,0-3-2,0 1-1,0 0 1,0-2 13,0 2 6,0-1 10,7 0 30,-1 1 29,4 0-14,3 3-19,0-2-38,0 0-16,4-2 41,-1 2-39,3-1 16,1-1-2,0 0-16,-1 1-1,1-2-52,-4 0-65,1 0 26,-4 0-68,-3 0-49,-1 0-59,-2 0-39,3 0-196,-4 0 140,-2-4 313</inkml:trace>
          <inkml:trace contextRef="#ctx0" brushRef="#br0" timeOffset="4834">912 46 174,'0'0'130,"0"0"-58,0 0 939,0 0-728,0 0-166,0 0 82,0 0-15,0 0-51,0 0-3,0 0-17,0-41-16,0 38-59,0 0 11,0 1-27,0 0-22,3 1-2,0 1-40,1 0-32,-4 0-55,3 0-62,0 0-59,1 0-71,-4 2 6,3 4-50,-3 1-124,0 1 32,0 0 340,-23-36 117</inkml:trace>
          <inkml:trace contextRef="#ctx0" brushRef="#br0" timeOffset="5087">964 330 102,'0'0'30,"0"0"25,0 0 0,0 0 24,0 0 661,0 0-216,0 0-238,0 0-108,0 0-41,4 5-37,-1-5-22,0 0-20,-3 0-58,3 0-32,-3 0-75,0 0-52,0-5-75,0 2-195,0-4-727,-13 17 851</inkml:trace>
        </inkml:traceGroup>
        <inkml:traceGroup>
          <inkml:annotationXML>
            <emma:emma xmlns:emma="http://www.w3.org/2003/04/emma" version="1.0">
              <emma:interpretation id="{7AF89FE3-A9F1-4C7A-A60C-8042F31F15C3}" emma:medium="tactile" emma:mode="ink">
                <msink:context xmlns:msink="http://schemas.microsoft.com/ink/2010/main" type="inkWord" rotatedBoundingBox="12242,15869 13200,15805 13251,16571 12293,16635">
                  <msink:destinationLink direction="with" ref="{736F08B9-0664-4283-B158-F7772C9F7234}"/>
                </msink:context>
              </emma:interpretation>
              <emma:one-of disjunction-type="recognition" id="oneOf3">
                <emma:interpretation id="interp15" emma:lang="en-US" emma:confidence="0">
                  <emma:literal>RR</emma:literal>
                </emma:interpretation>
                <emma:interpretation id="interp16" emma:lang="en-US" emma:confidence="0">
                  <emma:literal>R</emma:literal>
                </emma:interpretation>
                <emma:interpretation id="interp17" emma:lang="en-US" emma:confidence="0">
                  <emma:literal>Ros</emma:literal>
                </emma:interpretation>
                <emma:interpretation id="interp18" emma:lang="en-US" emma:confidence="0">
                  <emma:literal>Rk</emma:literal>
                </emma:interpretation>
                <emma:interpretation id="interp19" emma:lang="en-US" emma:confidence="0">
                  <emma:literal>Ris</emma:literal>
                </emma:interpretation>
              </emma:one-of>
            </emma:emma>
          </inkml:annotationXML>
          <inkml:trace contextRef="#ctx0" brushRef="#br0" timeOffset="8772">1609-184 103,'0'0'39,"0"0"-13,0 0 392,0 0 32,0 0-239,0 0-116,0 0-17,0 0 23,0 0 35,0 0-9,0-14-33,0 14-32,0 0-13,0 0-17,0 0-3,-4 0 10,4 0-6,0 0-20,-3 0-13,3 0-33,0 0-15,0 0-17,0 4 55,0 2 10,0 0 70,0 5-69,0 2 53,3 2-28,1 0 43,-1 1-37,3-1 0,-2 1-28,-1 2-4,0 0 0,1 1 35,-1 1-34,0-1-1,0 1-32,1-2 32,-4 1 13,3 0-13,-3-2-1,3 0-25,-3-4 10,3 2 29,-3-3-15,4-1 4,-4-1 9,3-1-11,-3-4-2,0 0 1,0-2-53,0 0 14,0 0 40,0-1 0,0-1 0,0-1-42,0 0 6,0 0 36,0 0 13,0 0 13,0 0 0,0 0 0,0 0 7,0 0 15,0 0 14,0-1-17,0-6-45,0 0-10,0-7-19,0 1-16,-3-3 45,-1-3 0,4-1-33,-3-2 4,3-1 7,-3 1-7,0-2-14,3 1 3,0-2 38,0 1-25,0 0 11,0-1-26,0 3 13,0 0 4,0 2 25,0 2 55,0 0-19,0 3-36,0 2 0,0 0 68,3 2-36,0 1 33,0 1-42,4 1 12,0 3-33,2 0 40,1 0-25,0 2-34,10-2-44,-4 3 35,4 1-3,2-1-7,-2 2 35,0 0-12,-1 0-6,1 0-20,-7 2 13,0 5-26,0 0 19,-3 0-9,-7 3 29,4 0-68,-7 3 36,3-1 6,-3 1 39,0 0-3,0 2 0,0 0-13,-3 1-20,-7-2 36,-3 2 20,0-2-20,-7-1-35,4-1 33,-4-1 2,1-1 0,-4-1 4,3-1-4,1 0-3,-4-1 1,3-1 0,4 1-29,-1-4 31,7 1 17,1-2-16,-1 0 0,3-2-1,4 0 0,3 0-1,0 2 1,0-2 0,0 0 13,0 0-10,0 0 39,0 1 10,0-1-36,3 0-16,1 3 0,2-2 43,1 4 67,2-1-16,1 0-35,7 2-47,-8-1 50,8 2-59,-1 1 0,1 1-3,2 2-37,-3-1 36,1 2-14,2 2 11,1-1-5,-4 3-14,1-1-3,-1 2-3,-3-1 3,7-1 26,-10 2 0,6-2 3,-6 0-3,6-1-52,-6-1-52,3 2 59,-3-2-63,3-1 30,-3 0-133,0-2-33,-1-3-40,-2 0-71,0-3 19,-1-3 176,1-1 132</inkml:trace>
          <inkml:trace contextRef="#ctx0" brushRef="#br0" timeOffset="9757">2211-98 49,'0'0'94,"0"0"808,0 0-390,0 0-285,0 0-120,0 0 59,0 0 38,0 0-3,0 0-50,-7-20-51,7 20-32,0 0-13,0 0-4,0 0-12,0 0-10,0 0-17,0 0-12,0 0-18,0 0-30,0 0-36,0 0-31,0 4 2,0 3 93,0 3 20,3 2 20,-3 2-1,4 1 4,-1 1-21,0 1-2,-3 0 1,0 1-2,3-2-12,-3 2 11,0-1-93,0 0 93,0-3-41,0-1 4,0 0 38,0-2-86,0-3 22,0 0 65,0-4-65,0 1 23,0-2 13,0-3 29,0 0 10,0 0 58,0 0 19,0 0-3,0 0-3,0 0-7,0-2-12,0-4-62,0-2 0,0-3 0,0-1 6,0-2 33,0-1-39,-3-2-11,3 0 10,-3-3 1,3 0-16,0-1 4,-3-2 12,3-1 10,-4-1-10,4-2-20,0 0-54,0-1 72,0 1-63,-3 0 29,3 2 36,0-1 0,0 2-11,0 2 11,0-1 19,0 3-19,0 0-3,0 4 3,0 0 22,3 2 7,1 6-10,-1 0-6,3 3 35,1 1-30,-1 2-18,4 0-55,3 2-45,0 0 38,7 0 10,0 0-6,-1 2 45,1 6 0,-4-2 13,1 2-26,-4 1 26,0 2 0,-3 1 51,-4 0-51,1 1-74,-1-1 70,-6 3-48,4-3 1,-4 3 44,0-2-6,0 1-42,-4 1 55,-2 1-16,-7-2-1,-4 2-25,1-2 42,0 0 0,-7-1 20,0 0 2,3-1-22,1-2-12,-1 0-11,-3-2 23,7 0 0,-1-1 0,4-1 16,0 0-16,3-2 1,4 1 1,2-3-2,-2-1-34,6 1-9,0-1 14,0 2 13,0-1 16,0 0 0,0 0 101,0 1-14,0 2-84,6-2 59,1 3-49,3 1 94,3 2-10,3 2-32,1-3-13,2 2-52,4-1 16,-3 2-14,3-1 1,0 0-3,3 1-15,-3 1 14,0 2 0,3-1-22,-7 2-6,1-1 0,0 2-36,-1 1-116,-2-1 12,-1 0 7,-3 1-105,0-4-133,-3 1-66,0-4-37,-7-2 373</inkml:trace>
        </inkml:traceGroup>
        <inkml:traceGroup>
          <inkml:annotationXML>
            <emma:emma xmlns:emma="http://www.w3.org/2003/04/emma" version="1.0">
              <emma:interpretation id="{3D75F5D8-A937-49A1-8E6B-3CF9112EF6ED}" emma:medium="tactile" emma:mode="ink">
                <msink:context xmlns:msink="http://schemas.microsoft.com/ink/2010/main" type="inkWord" rotatedBoundingBox="14389,15843 15285,15784 15329,16456 14434,16515">
                  <msink:destinationLink direction="with" ref="{736F08B9-0664-4283-B158-F7772C9F7234}"/>
                </msink:context>
              </emma:interpretation>
              <emma:one-of disjunction-type="recognition" id="oneOf4">
                <emma:interpretation id="interp20" emma:lang="en-US" emma:confidence="0">
                  <emma:literal>R.</emma:literal>
                </emma:interpretation>
                <emma:interpretation id="interp21" emma:lang="en-US" emma:confidence="0">
                  <emma:literal>R'</emma:literal>
                </emma:interpretation>
                <emma:interpretation id="interp22" emma:lang="en-US" emma:confidence="0">
                  <emma:literal>Rr</emma:literal>
                </emma:interpretation>
                <emma:interpretation id="interp23" emma:lang="en-US" emma:confidence="0">
                  <emma:literal>RV</emma:literal>
                </emma:interpretation>
                <emma:interpretation id="interp24" emma:lang="en-US" emma:confidence="0">
                  <emma:literal>R,</emma:literal>
                </emma:interpretation>
              </emma:one-of>
            </emma:emma>
          </inkml:annotationXML>
          <inkml:trace contextRef="#ctx0" brushRef="#br0" timeOffset="12054">3961-161 148,'0'0'55,"0"0"-55,0 0 493,0 0-158,0 0-123,0 0-46,0 0-26,0 0-33,0 0-12,0 0-14,0-12-23,0 12-19,0 0 0,0 0-6,0 0-7,0 0 0,0 0-26,0 0-18,0 2 18,0 3 4,0 4 64,0 1-16,0 1-50,0 3 20,0 1-12,0 0-10,0 2-1,-4 0-38,4 0 23,-3 1 16,3-1 0,-3 0 1,3-1 1,0 1-2,0-1-2,0-2-27,0 0 29,0-2 13,0-1 9,0-1-22,0-1-22,0-1 22,0-3 6,0 1-5,-4-4-2,4 1-50,0-2 9,0-1 42,0 0 32,0 0 29,0 0 7,0 0 4,0 0 5,-3 0 1,3 0-1,0-6 3,-3-2-79,0-2-2,-1-2 3,1-4-1,-3 1-1,6-4 4,-7 1-1,4-3 10,-4-1-13,4-1-16,0 1 16,-1-3 0,-2 2-3,3-3-9,-1 1-8,4 3 30,-6-3-13,6 4 3,-3 1 0,-1-1 25,4 2-15,0 1 3,0 0-26,0 2 36,0 0-17,0 2-3,0 1-3,0-3-16,4 5 16,2-1 0,1 1-16,2 0-3,-2 4 19,-1 0-16,4 4-10,-3-1 23,3 2-17,-1 2-25,5 0 19,-5 0-13,4 0-6,1 1 16,-1 6-7,0 2 20,-3 1-9,6 2 24,-3 1-37,0 1 38,-3 2 27,0-1-27,-4 2-35,-3 0 34,4-2-1,-7 2-27,0-1 28,0 1-33,0-1 31,-7-2-17,-2 2-29,-1-1 49,-7-4-3,1 1 16,-3-2-13,-1 0 31,-6-3-29,3 1 22,0-2-11,-3-1-9,0-1-3,-1 0 12,5-2-10,-1 1-2,6-3 2,1 1 20,6-1-23,0 0 16,7 0-13,0 0 23,-1 0 10,4 0-17,0 0-2,0 0-14,0 0-3,4 1-7,2 1-48,1 1 49,3 2 6,6 0 35,0 1 17,4 1-13,0-1-7,-1 3-11,1-1-21,3 1-13,0 0-21,0 1 34,-1 2 0,1 1 0,-3-2-14,3 2 13,-4 0-28,1 0 26,0-1-20,-4 4 7,0-4-6,-2 1 9,-1 0-94,0 0-39,0 1 61,-7-2-97,7-1 72,1 0-37,-5-1-146,1-2-26,0 0-36,-4-4 6,-2-3 215,2-1 107</inkml:trace>
          <inkml:trace contextRef="#ctx0" brushRef="#br0" timeOffset="12585">4396-104 230,'0'0'30,"0"0"-30,0 0 1049,0 0-714,0 0-94,0 0-33,0 0-30,0 0-20,0 0-15,0-8-43,0 8-52,0 0-34,3 0-14,0 0-26,0 0-3,1 0 3,2 2-16,4 4 29,0 1-9,3 1-20,-3 2 22,0 0 20,-4 2 7,1 0-7,-1 2-32,1 1 6,-4-1-29,4-1 3,-7 0 20,0-1-65,0 0 29,0-3-17,0 2 20,0-4 10,-7-1 53,7 0-50,-3-2-16,3-3 26,0 3 42,0-3 2,0-1 21,-4 0 29,4 0 19,0 0 23,0 0 13,0 0 0,0 0-13,0-6-62,0-2-31,0-1-2,0-1 1,0-1 0,4-1 0,-1-1 10,4 0-10,-1-1-39,4-2-34,0 1 72,3 2-69,0-1-5,-3 2 7,6 2-17,-3 2-44,3 3 8,-6 0-58,0 3-65,0 2-19,-4-1-99,-6 1-91,4-2 335,-1 2 16</inkml:trace>
        </inkml:traceGroup>
        <inkml:traceGroup>
          <inkml:annotationXML>
            <emma:emma xmlns:emma="http://www.w3.org/2003/04/emma" version="1.0">
              <emma:interpretation id="{5E6ADAC9-8497-499D-B172-2ED384F14F3F}" emma:medium="tactile" emma:mode="ink">
                <msink:context xmlns:msink="http://schemas.microsoft.com/ink/2010/main" type="inkWord" rotatedBoundingBox="16199,15787 17166,15723 17211,16388 16243,16452">
                  <msink:destinationLink direction="with" ref="{736F08B9-0664-4283-B158-F7772C9F7234}"/>
                </msink:context>
              </emma:interpretation>
              <emma:one-of disjunction-type="recognition" id="oneOf5">
                <emma:interpretation id="interp25" emma:lang="en-US" emma:confidence="0">
                  <emma:literal>VR</emma:literal>
                </emma:interpretation>
                <emma:interpretation id="interp26" emma:lang="en-US" emma:confidence="0">
                  <emma:literal>R</emma:literal>
                </emma:interpretation>
                <emma:interpretation id="interp27" emma:lang="en-US" emma:confidence="0">
                  <emma:literal>IR</emma:literal>
                </emma:interpretation>
                <emma:interpretation id="interp28" emma:lang="en-US" emma:confidence="0">
                  <emma:literal>JR</emma:literal>
                </emma:interpretation>
                <emma:interpretation id="interp29" emma:lang="en-US" emma:confidence="0">
                  <emma:literal>HR</emma:literal>
                </emma:interpretation>
              </emma:one-of>
            </emma:emma>
          </inkml:annotationXML>
          <inkml:trace contextRef="#ctx0" brushRef="#br0" timeOffset="13506">5567-118 66,'0'0'75,"0"0"-13,0 0-19,0 0 684,0 0-382,0 0-286,0 0 87,0 0-32,0 0 61,0 0-142,39-32-20,-33 29 29,1 0 59,0 1-49,-1-1 32,-3 0-58,7 1 39,-7 1-23,4 1-3,-1 0-23,-2 0 23,2 0-20,1 0-16,-1 0 1,-2 3 15,5 1-19,-2 2 2,0 0 27,2 3-19,-2 0 6,-1 3 7,4 2-21,-6 0-2,2 3-12,1-1-4,-1 0 14,-3 2-47,1-3 4,-1 2 22,0-2-12,1 1 16,-1-3 18,-3 0-43,0-1 25,3-1-53,0-2 40,-3-2 3,0-1-36,0-2-29,0-2 63,0-1 29,0-1 4,0 1-2,0-1 56,0 0 31,0 0 17,0 0-10,0 0-4,0-1-28,0-4-23,4-2-39,-4-2-3,0-1 3,0-2 13,6 0-12,-3 0 15,1 0-16,2-2 6,1 0 10,-1 0-32,4 0 7,-3 0 9,2 2-2,1-1-21,0 1 13,0 2 10,3 1 0,-3 0-26,3 2-6,-3 1 31,-4 2-1,4 1-41,-3 1 42,-1 0-44,-3 1-26,1 0 12,2 1-70,-2 0-11,2 0 13,1 0-100,-4 0-99,3 0-52,1 0-137,-4 0 245,7 0 238</inkml:trace>
          <inkml:trace contextRef="#ctx0" brushRef="#br0" timeOffset="14436">6198-339 148,'0'0'189,"0"0"706,0 0-573,0 0-97,0 0-79,0 0 36,0 0 22,0 0-7,0 0-48,0 0-50,-10-29-21,10 29-14,0 0-22,0 0-42,0 0-30,0 0-47,0 0-26,0 3 53,0 6 49,0 3 1,0 2 0,0 1-3,3 1 3,1 1 0,-1 0 29,3 2-29,-2-1 2,2 0 17,1 0-19,-1 1-16,-2 4-19,2-5-46,1 1 20,-1 0-17,-6-3 17,7 2-17,-4-3-25,-3 0-4,3 0 22,-3-3 1,0-3-92,0-2 43,0 1 6,0-5 26,0 0 27,-3-2 74,3-1 9,0 0 118,-3 0 55,0 0 4,-1-5-108,-2-3-77,-1-2 34,1-3 30,-1-2-13,1-2-29,-1 0 94,0-1-30,1-1-84,-1 0 20,4 0 6,0 1-29,-4-5 0,4 2 0,0-2-20,0 3 20,3-4 0,0 2-26,0 1-45,0-2 67,0 1-83,0-1 84,0 2 3,0 0 16,3 1 13,3 2-13,4-1-13,0 5 20,0-1 29,3 5-52,-3 1 1,-1 1 1,1 5 1,0 0-6,-3 3 3,-1 0-45,4 0 9,-3 0-13,2 5-9,1 4 39,0 0 18,-3 3-3,2 3 4,-5 2 23,5 2-11,-2 2-12,-4-1-26,1 1-19,-4-1-27,0 1 33,0-1 39,-7 1-84,-9-2 82,6 0-106,-10 0 11,1-3 49,-4-3 48,6 1 2,-6-3-2,4-1 0,-1-1 0,4-2 17,3 1 1,0-4-17,0 0 0,6-2 32,0-1-17,4 0-13,0-1-3,3 0 20,0 0 15,0 0 4,0 0 7,0 1 55,0-1-36,3 0-65,7 2-7,0 1 7,6-1 94,1 5 16,-1-1-38,3 2-53,1 0-9,-4 1-10,7 0-2,0 1-11,-6 1 13,6 1-37,-1 1 37,-5 0 0,2 2-45,1-1 45,0 0 0,-1 0-68,1 2-52,-4-3-49,4 2-4,-7-3-168,0-1-122,0-1-81,-6-3 299,2-1 196</inkml:trace>
        </inkml:traceGroup>
        <inkml:traceGroup>
          <inkml:annotationXML>
            <emma:emma xmlns:emma="http://www.w3.org/2003/04/emma" version="1.0">
              <emma:interpretation id="{82B17E32-2C1A-4787-9589-03F6ED6F1B05}" emma:medium="tactile" emma:mode="ink">
                <msink:context xmlns:msink="http://schemas.microsoft.com/ink/2010/main" type="inkWord" rotatedBoundingBox="18408,16032 19396,15966 19413,16223 18425,16289"/>
              </emma:interpretation>
              <emma:one-of disjunction-type="recognition" id="oneOf6">
                <emma:interpretation id="interp30" emma:lang="en-US" emma:confidence="0">
                  <emma:literal>or</emma:literal>
                </emma:interpretation>
                <emma:interpretation id="interp31" emma:lang="en-US" emma:confidence="0">
                  <emma:literal>22</emma:literal>
                </emma:interpretation>
                <emma:interpretation id="interp32" emma:lang="en-US" emma:confidence="0">
                  <emma:literal>re</emma:literal>
                </emma:interpretation>
                <emma:interpretation id="interp33" emma:lang="en-US" emma:confidence="0">
                  <emma:literal>rm</emma:literal>
                </emma:interpretation>
                <emma:interpretation id="interp34" emma:lang="en-US" emma:confidence="0">
                  <emma:literal>Vr</emma:literal>
                </emma:interpretation>
              </emma:one-of>
            </emma:emma>
          </inkml:annotationXML>
          <inkml:trace contextRef="#ctx0" brushRef="#br0" timeOffset="15913">7755-186 37,'0'0'137,"0"0"-91,0 0 241,0 0 345,0 0-277,0 0-222,0 0-45,0 0 19,0 0 39,7-10-13,-7 10-55,3 0-23,-3 0-6,0-1-1,0 1 4,3-1-3,0 1-11,-3-1-15,7-1-22,-4 2-1,7 0 3,-7 0 14,4 0-17,-1 0-25,4 0 24,0 3-12,0 1 0,-4 4 10,4-3-40,0 3 8,0 2 22,-4 0 13,4 2 26,-7-1-24,1 3-2,-1 0-77,-3-1 75,0 1-33,0-1 18,0-2-2,0 3-39,0-3 19,-7-2 23,4-3 12,-3 0-80,2-2 32,1-1 23,0-2 29,-1 0 6,4 0 24,0-1 22,0 0 22,0 0 17,-3 0 3,3 0 0,0-2-27,0-4-63,-3-3-3,3 0 2,0-1-1,0-1 18,0 0 5,3 0-25,0-1-3,7-1-14,-3 0 17,-1-1 0,4 0-15,0-2-40,3 1 42,-3 1 13,3 0-39,-3-1-9,0 2 35,-1 3 11,1 1 4,-3 3-4,-1-1-37,-2 3 16,2 3-9,-3-1-4,-3 2-29,4 0-52,-1 0-48,0 0-56,0 0-39,4 3 80,0 4-103,-1-2-134,-3 1 29,4-2 292,-4 0 96</inkml:trace>
          <inkml:trace contextRef="#ctx0" brushRef="#br0" timeOffset="16445">8219-234 65,'0'0'170,"0"0"423,0 0-107,0 0-187,0 0-62,0 0-94,0 0 29,0 0 0,0 0 18,33-39-135,-30 39 45,4 0-35,3-2-14,-4 1-51,4 1 35,3 0-35,0 0-17,-3 0 17,3 0 0,0 5-14,4 1-11,-4 3 25,0 1-10,0 2 10,0 2 0,-3 0 0,0 2-22,-1-2 22,-2 1-55,-4-1-6,1 1 35,-1-2-78,-3-1 53,0 1 25,0-2-62,0-1 4,-3 0 49,-4-1-37,0-1-12,7-1-10,-6-2 65,6-2 0,-3-2 29,-1 1 0,4-2 47,0 0 44,0 0 19,0 0-6,0 0-7,0 0-22,0-5-40,0-1-22,0-1 13,0-2 16,4-2-16,-1 2-23,0-3 10,4 1 13,-1-1-14,4 1-10,3-1-2,0-2-13,4 1-26,2 0 20,1 0-53,-1 0 40,4 1-23,-3 2-48,3 1-14,-3 5-9,-1-2-131,1 4 0,-1-1-182,-2-1-184,-4 0 225</inkml:trace>
        </inkml:traceGroup>
      </inkml:traceGroup>
    </inkml:traceGroup>
    <inkml:traceGroup>
      <inkml:annotationXML>
        <emma:emma xmlns:emma="http://www.w3.org/2003/04/emma" version="1.0">
          <emma:interpretation id="{A92BDB60-E339-4CE5-9653-E7AC63F050A8}" emma:medium="tactile" emma:mode="ink">
            <msink:context xmlns:msink="http://schemas.microsoft.com/ink/2010/main" type="paragraph" rotatedBoundingBox="6443,17222 20375,16551 20456,18243 6524,1891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3ADCB95-157E-440A-9596-848D8965B8E6}" emma:medium="tactile" emma:mode="ink">
              <msink:context xmlns:msink="http://schemas.microsoft.com/ink/2010/main" type="line" rotatedBoundingBox="6443,17222 20375,16551 20425,17581 6493,18251"/>
            </emma:interpretation>
          </emma:emma>
        </inkml:annotationXML>
        <inkml:traceGroup>
          <inkml:annotationXML>
            <emma:emma xmlns:emma="http://www.w3.org/2003/04/emma" version="1.0">
              <emma:interpretation id="{E5F81503-BA3B-40C7-9F95-20663B205853}" emma:medium="tactile" emma:mode="ink">
                <msink:context xmlns:msink="http://schemas.microsoft.com/ink/2010/main" type="inkWord" rotatedBoundingBox="6453,17433 6870,17413 6899,18013 6482,18033"/>
              </emma:interpretation>
              <emma:one-of disjunction-type="recognition" id="oneOf7">
                <emma:interpretation id="interp35" emma:lang="en-US" emma:confidence="0">
                  <emma:literal>I,</emma:literal>
                </emma:interpretation>
                <emma:interpretation id="interp36" emma:lang="en-US" emma:confidence="0">
                  <emma:literal>I</emma:literal>
                </emma:interpretation>
                <emma:interpretation id="interp37" emma:lang="en-US" emma:confidence="0">
                  <emma:literal>It,</emma:literal>
                </emma:interpretation>
                <emma:interpretation id="interp38" emma:lang="en-US" emma:confidence="0">
                  <emma:literal>it,</emma:literal>
                </emma:interpretation>
                <emma:interpretation id="interp39" emma:lang="en-US" emma:confidence="0">
                  <emma:literal>J,</emma:literal>
                </emma:interpretation>
              </emma:one-of>
            </emma:emma>
          </inkml:annotationXML>
          <inkml:trace contextRef="#ctx0" brushRef="#br1" timeOffset="126768">-4188 1478 159,'0'0'13,"0"0"-13,0 0 29,0 0 111,0 0 333,0 0-128,0 0-165,0 0-76,0 0 0,0 0-16,27 36 6,-21-31 10,4 2-33,-4 0-68,1 0 29,3 0-31,-4 0 28,1 1-29,3-1 0,-4 1 0,4 1 13,0-1-13,-4 0-78,7-1-123,-3 1 3,0-2-34,-3-1-233,-1-3-93,-3-1 359,1-1 148</inkml:trace>
          <inkml:trace contextRef="#ctx0" brushRef="#br1" timeOffset="127148">-3769 1543 240,'0'0'0,"0"0"0,0 0 164,0 0 439,0 0-241,0 0-157,0 0-94,0 0-33,0 0 6,0 0-6,3 16-29,-6-12-10,0 1 16,-4 1 19,1 1-19,-4 0 7,-3 3-39,6 0-20,-6 1-1,-3 0 21,-1 1-7,1 1-16,-4-1-16,-6-1-39,7 1-59,-7 0-19,6 0-36,-3 0-61,3-2-76,1-1-147,-1-2-199,7-3 489</inkml:trace>
          <inkml:trace contextRef="#ctx0" brushRef="#br1" timeOffset="126412">-3955 1209 107,'0'0'42,"0"0"-16,0 0 69,0 0 289,0 0 14,0 0-242,0 0-94,0 0 20,0 0 2,0 0 43,0 0-7,0-35 4,0 33-40,0 0-32,0-1-13,0 0 26,0 2 7,0-1 12,0 1-16,0-2-3,0 3-4,0-1-38,0-1 32,0 1 22,0 0-3,0-2-12,0 3-17,0 0-7,0 0-2,0 0-4,0 0-10,0 0-18,0 0 9,0 0-13,0 0-3,0 0-19,0 0-4,0 0-3,0 0-16,0 0-6,0 0-11,0 5 11,0 0 31,0 3-18,0 1 38,0 2 23,3 2-10,0 1-3,-3 1-10,0-2-13,3 4-6,-3-1 19,0 0 0,0 1 9,4 0-9,-4-1 0,0-1-6,0 0-17,0-1 23,0-1 20,0 2-20,0-3 0,0 0-3,0 0 3,3-2-6,-3-1 5,0-1 2,0-1-2,0 0-12,0-1-55,0-1-29,0 0 32,0 0-41,0-1-21,0-2 4,0 0-79,0 0-29,0 2 10,0-3 9,0 1-130,-3-2 52,-4 0-43,-3 0 275,-3 0 11</inkml:trace>
        </inkml:traceGroup>
        <inkml:traceGroup>
          <inkml:annotationXML>
            <emma:emma xmlns:emma="http://www.w3.org/2003/04/emma" version="1.0">
              <emma:interpretation id="{5468C52D-C7B6-4DA5-9182-EC6DE36B0FC6}" emma:medium="tactile" emma:mode="ink">
                <msink:context xmlns:msink="http://schemas.microsoft.com/ink/2010/main" type="inkWord" rotatedBoundingBox="7485,17452 10617,17301 10647,17936 7515,18087"/>
              </emma:interpretation>
              <emma:one-of disjunction-type="recognition" id="oneOf8">
                <emma:interpretation id="interp40" emma:lang="en-US" emma:confidence="1">
                  <emma:literal>Dominant</emma:literal>
                </emma:interpretation>
                <emma:interpretation id="interp41" emma:lang="en-US" emma:confidence="0">
                  <emma:literal>Dominants</emma:literal>
                </emma:interpretation>
                <emma:interpretation id="interp42" emma:lang="en-US" emma:confidence="0">
                  <emma:literal>Dominate</emma:literal>
                </emma:interpretation>
                <emma:interpretation id="interp43" emma:lang="en-US" emma:confidence="0">
                  <emma:literal>Dominance</emma:literal>
                </emma:interpretation>
                <emma:interpretation id="interp44" emma:lang="en-US" emma:confidence="0">
                  <emma:literal>Dominancy</emma:literal>
                </emma:interpretation>
              </emma:one-of>
            </emma:emma>
          </inkml:annotationXML>
          <inkml:trace contextRef="#ctx0" brushRef="#br0" timeOffset="-24316">-3164 1344 263,'0'0'421,"0"0"219,0 0-291,0 0-161,0 0 20,0 0 9,0 0-17,0 0-25,0 0-46,0 0-49,7-5-45,-1 4-35,4-1-42,0 0 6,3 1-35,10 0 39,0 1 6,6 0-3,1 0-3,-4 0 16,0 6-16,0 1 12,0 3-9,4 0 0,-7 2-22,0 2 34,-1 2-44,-2 2-1,-4 1-31,-2-1-24,-5 1-6,-5 2-4,-4-1-58,0 2 130,0-1 41,-7 0 11,-9 0-26,-4-2 52,-3 0-46,0-1 13,-6-2-48,-1 0 41,1-3-9,-7-2 26,10-3 10,-7 0 13,10-5-10,0 0 6,4-1 14,9-2-17,-6 0 30,6 0-46,3-2-23,4-3-136,0-3-37,-1-1-120,4-2-241,0-4 234,4 1 274,5-1 49</inkml:trace>
          <inkml:trace contextRef="#ctx0" brushRef="#br0" timeOffset="-24773">-3010 1331 39,'0'0'202,"0"0"395,0 0-333,0 0-30,0 0 7,0 0-59,0 0-39,0 0-3,0 0-59,3-32-81,-3 32-3,0 0-10,0 3-17,0 3-19,0 1 49,0 4 22,0 1 4,0 4 62,0 1-86,0-1-2,0 4 0,0 2 0,0-1 13,0 1-13,0 2-2,0-2-56,0 0-98,0 0 114,0-3-75,0-1-39,0-2-150,0-1 94,0-4-6,3-2-105,-3-4-98,0-2 262,0-3 150</inkml:trace>
          <inkml:trace contextRef="#ctx0" brushRef="#br0" timeOffset="-21144">-2542 1534 32,'0'0'123,"0"0"-83,0 0 12,0 0 378,0 0 92,0 0-216,0 0-141,0 0-57,0 0 2,-13-7 20,9 7-7,4 0-51,-3 0-43,3 0-27,0 0 0,-6 0-2,6 0-26,-10 0-19,3 1-30,-3 5 38,1 0 37,-1 4 0,0 0 14,3 3-14,-2-1 0,2-1-1,0 4 18,4-2-37,0 3 17,-4-3 3,7 1 36,0-1-33,0-1-3,0-2-62,0 1 62,10-3 29,-3 0-29,3-1-53,3-2 14,0 1 39,0-1 0,6 0 26,-2-3-25,2 1 35,-2-3-35,-1 0-1,1 0 0,-1-3-3,0-2 3,-6-2 0,3-1-3,0-1-17,-3-1 20,-3 0 28,-1-1-26,1 0-4,-7-2 1,3 1-25,-3 0-68,0-1 59,0-1-66,-3 3 16,-7-1 7,0 1-6,0 0 58,-3 1-20,0 1 36,-3 1-6,3 1 32,0 2-12,-7 1 145,10 1-149,-6-1-55,3 3 55,0-1 7,3 1 32,3-2-13,1 2 0,2 1-13,-2 0 22,6 0 17,0 0-29,0 0-7,0 0 14,0 0-11,0 0-19,0 0-2,0 0-18,3 0 1,0 0-1,4-1 1,-1 1-4,4 0 23,-3 0 13,6 0 55,-3 0-29,6 0-3,-3 0 0,4-2-36,-1 1 0,3-1 20,-2 1-20,2-2-13,-5 1 11,-1 0 2,0 1 13,0-3-13,-3 4-16,-4 0-16,4 0 15,-3 0 17,-4 0 2,0 0-2,0 0-25,1 4 25,-1-1 51,0 2-47,0 0 48,1 3-30,-1-1-5,-3 2-4,0 0 19,0 2 26,0 0-58,6 0-20,-6 0 20,4 0 52,-4-1-52,0 1-1,3-1 1,-3 0-4,3-2 4,-3 0-43,0-1 43,0-1 0,0-3-19,4 0 19,-1-1 1,-3-1-1,0 0-20,3-1 19,-3 0 1,0 0 29,0 0 14,3 0 15,1 0 7,-1 0 9,-3-1-6,6-5-41,-2-1-27,-4-1-32,3-2-14,0-1 45,1-1 1,-1-1 20,0-2-20,0-1-2,4 1-60,-1-2-22,4 1 32,0 3 13,-3 1-39,-1 3 78,4 1-16,-3 3-10,-1 2 26,1 2 60,-7 1-41,3 0-19,0 0-45,0 0 25,-3 2 20,4 4 52,2-1 10,-6 4-27,7 1 14,-4 2 0,0 0-36,1 1-10,-1 1-1,3 0 27,-2-1-29,-1-1-29,0 0 13,-3 0-46,3 0 59,4-1-26,-7 0-26,3-2 51,1-1-38,-4-3 3,3-1 17,-3-1 18,3-3-15,-3 0 12,0 0 7,3 0 39,-3 0 23,7 0 35,-4-2-8,0-6-89,4-2-54,0-1 54,-4-3 1,7 1 29,-4-3-30,4 0-45,0 0 32,0-1 0,3 1-68,-3 1 65,-1 1-4,1 3-38,3 3 55,-3-1 3,-3 5 0,-1 0 71,-3 1-55,4 3 23,-4-1-7,-3 1-30,3 0-2,-3 0-20,0 0 20,4 0 39,-1 1-23,4 4 33,-4 1-30,0 1 27,0 2-24,1 1 53,-4 0-62,6 1 29,-3 2-23,-3-1-3,0 0-6,4 0-10,-1-1-7,-3 1 7,7-1 0,-4 1-51,-3-1 51,3-1-1,4-1-19,-4 0-51,3-2 13,1-1-4,3-2-29,-4-3 49,1 0 42,-1-1 13,8 0 49,-5 0 12,1 0-51,0-2-7,3-7-3,0 1 0,-3-3-1,3-2-11,-6-1 21,2 1-22,-2-3-26,3 0-7,-7-1-9,0-1 40,4 2-72,-4 2-46,-3 1 61,0 3 59,0 4 11,-3 2 44,-4 2 39,7 1 7,-6 1-33,6 0-36,0 0-32,-4 0 0,4 0-42,-3 3-32,3 2 70,0 2 4,0 0 13,0 4 13,0-1-13,0 2-26,3 0 29,1 0-18,-1 1 4,0 0-1,7-4 49,0 1-50,-4 0 0,4-1-52,0 0-42,0-1 59,3 0-30,0-2-62,3-1-9,1 0-53,-7-3-201,3-2 51,0 0-258,-7-6 330</inkml:trace>
          <inkml:trace contextRef="#ctx0" brushRef="#br0" timeOffset="-20880">-1764 1264 335,'0'0'319,"0"0"147,0 0-33,0 0-205,0 0-46,0 0-20,0 0-45,0 0-49,0 0-68,0 0-88,7 0-45,-1 0-19,-2 0-33,-1 0-10,3 5-79,1 0-19,3 2-82,-4 1-65,7 2 323,0 1 59</inkml:trace>
          <inkml:trace contextRef="#ctx0" brushRef="#br0" timeOffset="-20251">-1440 1508 208,'0'0'42,"0"0"-35,0 0 1118,0 0-748,0 0-101,0 0-39,0 0-30,0 0-13,0 0-11,-3-8-29,3 8-48,0 0-33,0 0-25,0 0-23,0 0-25,0 0-32,0 0-22,0 0-17,0 1 4,3 4 28,0 1 8,4 2 30,-4 1 0,4 2-11,-4 1 12,3 1-2,-2 1-29,2 1 31,-2-1 0,-1-1-52,0 1 7,4-1 3,-7-1-22,3-1 41,3-1-15,-6-2-26,4-2 64,-4-2 0,3-2 1,-3-2-1,0 0 39,3 0-7,1 0 16,-1 0 17,0-1 15,0-4-3,4-3-77,-1-4-14,-2 0 14,-1-2 16,7-1-13,-4 1-3,1-2-29,3-2 27,-4 0-59,7-1 44,-3-1-31,0 2-16,0 1 35,0 2-23,-4 2 20,4 4 30,0 1-27,-4 3 28,1 2 1,-1 1-4,1 0 4,-1 2-25,-2 0-21,2 0-15,-2 0 35,-1 5 26,3 1 68,-2 0-36,2 1 1,1 3-30,-4 0-3,0 2 0,7 1-29,-3-1-26,-4 3-13,3-1 49,1 1-101,-4-2-3,4 2-10,-4-1-52,7-3 12,-4 0-155,4-1 109,-3-2-44,6 0-8,-7-5-117,4-3 277,3 0 75</inkml:trace>
          <inkml:trace contextRef="#ctx0" brushRef="#br0" timeOffset="-19138">-733 1480 62,'0'0'88,"0"0"-10,0 0 330,0 0 335,0 0-486,0 0-7,0 0-182,0 0 85,0 0-11,0 0-6,-89-36-10,79 36-103,-6 0 38,6 0-60,-9 0 48,2 2-14,-2 3 10,2 4 20,1-1-17,-4 2-48,7 1-27,0 1 25,3 1-20,1 0 22,-1 0 0,3-1-50,4 1 49,0-2-31,-1 1-7,4 0 38,0-1-34,0-1 9,4 1-39,2-3 26,4 0 4,-3-1-36,2 0-20,1-2-9,3 1 77,0-2-13,0-3-38,1-1 12,-1 0-21,0 0 82,-3-3-37,3-3-17,-4-1 53,1 0-41,0-3 10,-3 0 31,-1-1 4,4 1 37,-4-2-37,4 0 4,-3-2 7,-1 2-26,1 0 13,-4 2 0,0 2 33,-3 1-1,0 2 53,0 3 64,0 1-19,0 1-7,-3 0-26,0 0-33,0 0-28,3 0-36,0 0-31,0 0-60,0 0-22,0 2 22,0 2 26,0 0 49,0 1 16,0 1 0,3-2 36,3 2-7,1 0-9,-4 1-20,4-1-143,3 0 130,-1 0-29,1-2-65,3-2 25,0 1 1,-6-2-49,9 0 33,-3-1-4,0 0-108,4 0 164,-4-1-115,-3-4-39,3-3 33,-3 2 10,-4-3 58,1 1 26,-4-2 72,0 2 3,-3-3 186,0 0 7,0-2 16,0 0-36,0-3-75,-3 3 19,0-1-45,-4 1 23,4 1 64,-4 2-45,4 2-6,0 3 35,0 1 23,3 4-33,-4 0-33,4 0-45,0 0-42,0 0-16,0 0-64,0 0-40,0 3 23,0 3 81,0 3 10,0-1-10,0 2 0,0 0 31,0 1 23,0 0-54,0 0-3,0 1 3,0-1-3,0 0 5,4-1-2,-4 2 0,0-1 0,0-1-13,0 0-42,3 1 29,0-3-58,-3 0-30,0 0 59,3-3-29,1 0 38,-4-2-54,0-2 28,0 1 33,3-2 39,-3 0 34,0 0 24,0 0 4,3 0-39,4-7-23,-7-1-13,6-2-6,1 0 19,-1-2 1,1 0 1,3-2 20,0-2 4,-1 1-26,4 1-16,-3-1 13,3 1-23,0 3-10,0 1 20,1 3 16,-8 3 23,1 1 16,-1 3-7,-3 0 72,1 0-65,-4 0-36,3 0 10,-3 0 16,0 4 26,3 0-12,1 5 8,-1-2 72,0 2-84,0 1-39,1 1 0,-1 0-13,0 1-7,-3 0 20,7 2 3,-4-1-3,0 0-39,1 1 7,-4-1 6,6 0 23,-3 0-78,1-2 13,2 1-23,4-2 55,-4 1-139,8-3 48,-1-1-150,-4-3 43,5-1 84,-5-3-179,4 0-7,1-3 62,-1-4 245,-4-3 7</inkml:trace>
          <inkml:trace contextRef="#ctx0" brushRef="#br0" timeOffset="-18716">-292 1076 337,'0'0'355,"0"0"333,0 0-454,0 0 0,0 0-3,0 0 67,0 0-46,0 0-82,0 0-64,0 0-32,-29-34-10,29 34-19,0 0-45,0 0-38,0 4-23,0 1 26,0 3 35,0 5 32,0-1 6,0 6-6,0-1-6,0 3-13,3 1 9,0 2-22,1-1-16,2 2 16,-3 0-16,4 1 16,-1 0-15,1 1 15,-4-1 1,4 0-1,-1-2 0,1 1-13,-4 0 12,4-2-78,-1 0 28,-2-2 9,-1-1-29,0-1 20,4-1-43,-7-2 20,6-2 32,-3 0-16,4-1-65,-4-3 26,4-3 29,-1 1-68,-2-2 35,5-2-48,-2-1 13,3-2-99,0 0 14,-1 0 32,8-5-95,-7-3-267,6-4 476,-3-2-55</inkml:trace>
          <inkml:trace contextRef="#ctx0" brushRef="#br0" timeOffset="-18455">-262 1319 90,'0'0'157,"0"0"117,0 0 228,0 0-180,0 0-55,0 0-40,0 0-77,0 0-66,0 0-61,98 12-4,-79-12-19,1 0-80,0 0-50,-4-5-165,4 0-135,-4-2-117,-3-2 9,0-3 443</inkml:trace>
        </inkml:traceGroup>
        <inkml:traceGroup>
          <inkml:annotationXML>
            <emma:emma xmlns:emma="http://www.w3.org/2003/04/emma" version="1.0">
              <emma:interpretation id="{DAB41ACF-7A33-40A8-9DBA-C300896AFC84}" emma:medium="tactile" emma:mode="ink">
                <msink:context xmlns:msink="http://schemas.microsoft.com/ink/2010/main" type="inkWord" rotatedBoundingBox="14538,17103 16954,16987 16983,17585 14567,17701"/>
              </emma:interpretation>
              <emma:one-of disjunction-type="recognition" id="oneOf9">
                <emma:interpretation id="interp45" emma:lang="en-US" emma:confidence="0">
                  <emma:literal>Round</emma:literal>
                </emma:interpretation>
                <emma:interpretation id="interp46" emma:lang="en-US" emma:confidence="0">
                  <emma:literal>round</emma:literal>
                </emma:interpretation>
                <emma:interpretation id="interp47" emma:lang="en-US" emma:confidence="0">
                  <emma:literal>Roved</emma:literal>
                </emma:interpretation>
                <emma:interpretation id="interp48" emma:lang="en-US" emma:confidence="0">
                  <emma:literal>Rand</emma:literal>
                </emma:interpretation>
                <emma:interpretation id="interp49" emma:lang="en-US" emma:confidence="0">
                  <emma:literal>Rowed</emma:literal>
                </emma:interpretation>
              </emma:one-of>
            </emma:emma>
          </inkml:annotationXML>
          <inkml:trace contextRef="#ctx0" brushRef="#br0" timeOffset="29118">3980 1111 76,'0'0'127,"0"0"284,0 0-39,0 0-216,0 0-13,0 0-6,0 0 58,0 0-19,0 0-27,26-65-16,-26 60-32,4 0 6,-4 3-36,3 0 32,-3 1 1,0 0-17,0 0-26,0 1-19,0 0-26,0 0-13,0 0-3,0 0-15,0 0-23,0 0-30,0 1-26,0 3-9,0 4 87,0 4-10,0 2 52,0 1-21,0 3-4,0-1-2,0 2-5,0-2-34,0 1 38,0 1-9,0-3 11,0 1-16,0-2 16,0-2-55,0-1 0,0-4-13,0 1 65,0-2-30,0-2-35,0-1 55,0-2-49,0-1 18,0-1 44,0 0 45,0 0 30,0 0 0,0 0-11,0 0 1,0 0 0,0 0-7,0-3-55,-3-7-3,-1-1-22,4-2 12,-6-2 7,3-1 6,-1-2-26,-2-1 1,-1-3 20,4-2-53,-4 1-20,4-1 30,-3 0-56,6-1 49,-7 2 52,4-1-19,3 1 19,0 2-65,0-1 42,0 1 23,0 5 20,0 1-4,0 1 39,6 3-39,1 1 49,3 2-45,-1 2-17,-2 2-3,6-1-36,-3 3 33,6-1-30,-6 1-12,10 2 26,-4 0-11,-3 0 1,3 0-23,-6 5 36,7 2-17,-11 0 1,7 2-4,-3 3 36,-3-1 39,-1 1-39,-6 1-23,0 0 22,0 2-41,0-1 32,0 0-6,0 0-10,-3-1 13,-7 0 26,-3-2-10,3 5 24,-3-4-24,-3 0-6,-1-1-19,1-1 22,0-3 3,-4 0-3,0-1-3,4-1 2,0-2 1,-1-1-3,4-1 3,0-1 0,0 0 2,0 0 0,3 0 0,7 1-1,-4-1 0,4 0 25,3 0-3,0 0 13,0 0-14,0 0 14,0 0 32,0 0-22,0 2-11,3-2-35,-3 0-45,7 1 6,-1 2 39,4 1 70,0 1-5,3 1 20,4 2-43,-4 1 13,6 0-54,1 2 12,0 0-12,2 2-1,1-1 0,3 2-9,1 2 9,-1 0 4,0-2 22,0 1-26,-3-1-111,-3 0 4,-1-2-65,1-1 45,-7-1-61,3 0 2,-3-2-94,-3 0-108,0-5 33,0-1 104,-4-2 208,1 0 25</inkml:trace>
          <inkml:trace contextRef="#ctx0" brushRef="#br0" timeOffset="30696">4549 1124 147,'0'0'111,"0"0"-98,0 0 319,0 0 265,0 0-223,0 0-179,0 0-72,0 0-51,0 0-30,0 0 4,-45-3-14,35 3 10,-3 0 0,0 0-25,3 5 31,-3 2-46,0-2 27,3 3-29,-3 0 13,3 1-6,0 1-5,0 1-2,4 0 0,2 0-16,-2 0-13,6 1-23,0-2-3,0 0 55,0 0 0,6-2-32,4 0 6,0-1 10,3-1-81,3 2 94,1-4-14,2 1-12,4-2-3,-3-3 9,0 0-19,3 0 22,-7 0-29,0-2 33,-3-5 16,0 1 0,-3 0 24,0-2-23,-3 1 35,-4-1-36,3-2-33,-2-1 30,-4 2-49,0-1 10,0 0 3,-4 0-36,-5-1 23,2 2 10,-6-2 6,3 2 16,0 1-19,1 1-16,-8-1 0,7 4 15,-6-3 40,0 4 43,3 1-43,-1-2-23,1 4 23,4-1 65,-1 0-16,6 1-13,1 0-36,3 0-49,0 0-16,0 0 58,0 0-15,0 0 22,0 1 0,7 0 29,-1 4 23,4-3-16,3 0 16,-3 1 39,6 1-23,1-4-22,2 1-46,-2-1 19,2 0-15,1 0-1,3 0-2,-4 0 0,-2 0-1,6 0 26,-7-1-26,-3-2-10,4 2 10,-8-2 1,1 1-1,-7 2 1,1 0 48,-1 0-34,-3 0-15,0 0-2,0 0-21,0 0 23,0 0 4,0 5 67,0 0-9,0 2 39,0 0-43,0 1-35,6 1 16,-2 0-13,2 1-26,-2 2-12,2-2 12,-3 1 29,4-1-29,-1 0 0,1-1 45,0 0-28,-1-4-17,4 3-43,0-2 42,0-2-83,3 1-88,-4-4 172,1 1 69,3-1-67,-3-1 29,3 0-19,-3 0-11,3 0 33,0-2-31,-3-4 7,3 0-10,-3-2 0,0 0 37,0-1-9,-1-1-27,-2-1-2,-1 0-38,-2 0 26,6-3 13,-10 3-16,6-3-3,-3 1-4,-3 2-97,0 2 68,0-2 39,0 2 13,0 3 48,0 3 40,0 0-52,-3 2 16,3 1 16,-3 0-19,3 0-49,0 0-23,-3 0-55,3 0-19,0 0 12,0 4 34,0 1 51,0 2 49,0 1-13,3 2 9,3 0-16,4-1 33,-3 1-4,3-1-58,3 0-20,0 1 13,3-2-38,0-1 35,4-1 10,-4-2-68,4 0 52,0-1 3,-4-1-20,4-1-12,-1-1 42,-2 0 3,-1 0 0,0 0-61,-6 0 19,3-4 22,-3 1-51,-3-2 71,-1-1 0,-6 0 0,7 0-21,-7-2 21,0 0 0,0-1-3,0 0-56,0 0 59,-4 1 0,1 0-9,-3 2-21,2-1 30,1 5 33,3-3 51,-3 4-6,3 1-42,0 0-36,0 0-1,0 0 1,0 0-13,-4 0-45,4 1 58,0 5 39,0 4 45,-3-2-71,3 2 55,0-1-29,0 2-22,0 1-17,0-3-4,0 2-15,0-2 12,3-1 6,1 0 1,-4 0-3,3-3-39,0 2-4,-3-5 30,4 3-81,-1-4 69,-3 0 26,3 0-25,-3-1 27,7 0 46,-4 0 38,0 0 4,4 0 0,-1-1-88,1-6 0,-1-1-1,4 1-2,3-3-26,-3-1 29,6 0 0,-6-1 2,7 1-2,-4-1 7,3-3-7,-3 2 26,0 0-26,0 2-28,0 2 5,0 3-15,-3 2 38,0 2 20,-3 1 35,-1 1-10,-3 0-3,1 0-42,-4 0 0,3 3 22,4 2 20,-7 2 39,6 1-6,-3-1 13,7 3-88,-7 0 0,4-1 26,-1 0-10,4 0-25,0 0 9,0 0-33,0 0-28,-4 0 15,7-1-61,-3-2 36,3 1-82,-3 1 4,6-3-62,1 2-79,-1-5-143,1-2-122,2 0 314,1 0 241</inkml:trace>
          <inkml:trace contextRef="#ctx0" brushRef="#br0" timeOffset="31348">6240 1139 77,'0'0'91,"0"0"-6,0 0 567,0 0-235,0 0-221,0 0-138,0 0 56,0 0 6,0 0 7,0 0 6,-114-41-36,94 38-42,1 1 0,-1 1-6,-3 0 58,4 1-52,2 0 22,-2 0-48,2 0 23,1 5-33,-4 1-9,4 1-10,3 1-1,0 1-32,3 2 17,0-1-10,4 0 15,-1 0 10,4 1-18,3-2-3,0 1-4,0 0 24,0 0-24,3 0 23,10 1-14,-3-4-50,10 1-43,-4-1 93,4-3-5,2 1-46,1-2 22,0-1-6,-3-2 1,3 0-40,-4 0 32,-2-5-25,-1-3 20,0 0 63,-2-3-96,2 0 71,-6-1 26,0-2-9,-1-1 28,1-2-4,-3 0-14,-1-1-2,1-1 21,-1 1-20,-2-3 1,2-2 2,-3 0 26,-3 4-16,0 0 17,0 1 22,0 0 58,-3 1-22,-3 1 22,-1 4-74,0 0 32,4 3-26,0 3 42,0 2 7,-1 1-20,4 1 3,0 2-29,0 0-42,0 0-3,0 0-22,0 0-23,0 4 25,-3 4 4,3 3 32,-3 3 27,3 1-41,0 4 22,0 0 18,0 0-42,0 3 0,0-1 14,3 0-14,0 1 0,7 2 10,-3-2-10,-1 2-68,4-1-29,0 1-23,3-2-83,0 0 8,-3-2-75,3 0-123,0-4-220,3-4 20,-2-3 485</inkml:trace>
        </inkml:traceGroup>
        <inkml:traceGroup>
          <inkml:annotationXML>
            <emma:emma xmlns:emma="http://www.w3.org/2003/04/emma" version="1.0">
              <emma:interpretation id="{9F7D836C-5C52-4786-B6D2-22B6F6D118DF}" emma:medium="tactile" emma:mode="ink">
                <msink:context xmlns:msink="http://schemas.microsoft.com/ink/2010/main" type="inkWord" rotatedBoundingBox="18538,16640 20375,16551 20425,17581 18587,17669"/>
              </emma:interpretation>
              <emma:one-of disjunction-type="recognition" id="oneOf10">
                <emma:interpretation id="interp50" emma:lang="en-US" emma:confidence="0">
                  <emma:literal>wink</emma:literal>
                </emma:interpretation>
                <emma:interpretation id="interp51" emma:lang="en-US" emma:confidence="0">
                  <emma:literal>want</emma:literal>
                </emma:interpretation>
                <emma:interpretation id="interp52" emma:lang="en-US" emma:confidence="0">
                  <emma:literal>wind</emma:literal>
                </emma:interpretation>
                <emma:interpretation id="interp53" emma:lang="en-US" emma:confidence="0">
                  <emma:literal>wonk</emma:literal>
                </emma:interpretation>
                <emma:interpretation id="interp54" emma:lang="en-US" emma:confidence="0">
                  <emma:literal>toning</emma:literal>
                </emma:interpretation>
              </emma:one-of>
            </emma:emma>
          </inkml:annotationXML>
          <inkml:trace contextRef="#ctx0" brushRef="#br0" timeOffset="34128">7919 1149 57,'0'0'136,"0"0"-93,0 0 524,0 0-202,0 0-143,0 0-89,0 0-29,0 0 16,0 0 17,13-14-27,-13 14-45,0 0-32,0-1-4,0 1-10,0 0-3,0 0-12,0 0-4,0 0-16,0 0-26,0 3 10,0 1 32,0 4 17,0 3-16,0 1 10,0 0-9,0 1 7,3 1-9,0-1-10,0-1 10,4 1 2,-4-2-2,4 0-28,-4-1 28,4-2-78,2 0 78,1-3-32,0-1-7,-3 0 26,2-2 13,1 1 52,-3-3-3,6 0 12,-3 0-15,3 0-30,-3-5 7,3 1 6,0-3-26,-3 0 23,3 1-13,0-2-12,-4 0-1,1 0 29,-3-1-28,3 2 2,-7 1-2,3-1-1,-2 3 0,-1-2 0,-3 2-1,3 2-25,1 1 26,-4 1 13,0 0-13,0-2-22,0 2-11,0 0 7,0 0 13,0 0-19,0 0-30,0 0-19,3 0 7,0 0 61,4 3 13,-4 3 3,3-3 42,4 2-6,0-1 23,3 2-62,-3-4 0,6 4 36,-3-2-33,4-3 10,-1 2-11,-3-1-2,4-2 0,-4 0-2,0 0-37,-7 0 37,7 0-1,-3-6 0,-3 3 3,-1-2 14,4 1-14,-10-2 26,10 0-13,-10 0-13,3-3-6,-3 0-72,0-1 16,0 0-16,0 0 56,-6 1-50,-4 0-19,-3 0 3,3 0-104,-10 4 36,4-2-59,-7 1-29,0 3 84,0 0-42,4 1-17,2 1 89,4-1 65,3 0 43,4 0 22,3 0 0</inkml:trace>
          <inkml:trace contextRef="#ctx0" brushRef="#br0" timeOffset="34728">8432 1069 48,'0'0'120,"0"0"-64,0 0 325,0 0 226,0 0-340,0 0-115,0 0-70,0 0-11,0 0 33,0 0 0,88-16-29,-71 16-43,-1 0-29,0 0 56,1 0-4,2 0-53,-2 2 14,-1 3 13,1 0-29,-1 0 0,-6 1-39,-1-1 9,1 3 28,-6 0-5,-1 1 7,3 1 35,-6 0-35,0 1-29,0-1-26,0 0-62,0 0 98,-3-1-85,0 2 32,-4-3 37,1 1-27,-1-2-42,1-1 16,-1-2 58,4-1 27,3-1-60,-3-1 63,3-1 36,0 0 68,0 0 23,0 0-26,0 0-62,0-4-7,0-1-32,3-1 0,7 1 0,-4-2 3,4 2 62,0-3-65,0-1-47,3 0 24,0-1 23,3 0-48,-3 0 64,4-1-16,-1 4 0,-3 1-10,0 2-26,0 1 36,0 3 41,-3 0 8,-3 0-29,-1 0 41,1 0 17,-4 0-46,0 3-31,1 1-1,-1 1 48,0 2-15,4 3 41,-4-2-38,3 2 12,-2 2-48,2 1-23,-2 0-13,2 1 20,1 2-23,-4 0 10,3-2-30,1 1 24,-4-1-72,4 0-33,-4-2 0,4-1-48,-4-1-1,0-1-111,0-4-65,1-3-91,-1-2 296,0 0 123</inkml:trace>
          <inkml:trace contextRef="#ctx0" brushRef="#br0" timeOffset="34994">8913 978 803,'0'0'995,"0"0"-823,0 0-32,0 0 58,0 0 12,0 0-88,0 0-60,0 0-40,0 0-22,0 0-2,0-25-33,0 25-36,0 0-68,0 0-71,0 0-56,3 2 12,4 6 124,-1-1-101,1 2-45,-1 2-122,1-2-23,-1 2 160,4-1 231,0 0 30</inkml:trace>
          <inkml:trace contextRef="#ctx0" brushRef="#br0" timeOffset="35552">9096 1118 74,'0'0'104,"0"0"-48,0 0 319,0 0 455,0 0-381,0 0-228,0 0-72,0 0 3,0 0 10,3 0-27,-3 0-58,0 0-38,0 0-10,0 0-15,0 0-14,0 2-52,0-1-31,0 4 12,0 3 71,0-1 16,0 4-16,0-1-2,4 1 2,-1 1 22,0 0-22,0 2-16,1-1-23,-1 1-32,-3 0-6,3-3 41,1 0-77,2-2 48,-3-1-15,1-1-63,-1-3 36,0 1 13,-3-4-33,3 1 59,-3-2 68,4 0 0,-1 0 61,-3-2 1,7-1-62,-7-3-42,6-2 42,-3 0-3,1-3-36,2 1 39,-3 0 0,4-3 26,0 0-23,-1 3-3,1-4-75,-1 2 20,1-1 29,2 0-46,1 1 72,-3 0-16,3 3 52,-4 2-36,-3 0 68,7 3 4,-10 2-24,7 1 30,-7 0 13,0 0-16,0 1-30,0 0-45,0 0-28,3 0 19,-3 0 9,3 4 61,1 3-60,-4 0 70,6 1-70,-3 2-2,4-5 0,-4 7-19,7-1 20,-3-1-36,2-1-25,-2 0 45,3 0-49,3-1-46,0-1 40,0-1-95,0-1 97,3 0-97,-2-4 46,2-1-36,-6 0-46,6 0-17,-6 0-9,3-8 35,-3-1 122,-4-2-51,4-2 122</inkml:trace>
          <inkml:trace contextRef="#ctx0" brushRef="#br0" timeOffset="35837">9544 1113 27,'0'0'43,"0"0"-43,0 0 13,0 0 3,0 0 121,-23-110-91,17 93 6,-1-4 32,4 1 282,0 1-37,-1 1-166,1 1 32,0 2 55,3 3-22,-3 2-17,-4 4-53,7 0 33,0 4-68,0 1 6,0 1-20,0 0-45,0 0-28,0 0-36,0 0-10,0 0-54,0 0-42,0 5-4,0 5 110,0 1 32,0 5-9,0 2 6,0 1-29,0 2 29,0 2-29,0-1-1,0 0-35,0 3 36,7-1 34,-4 1-33,3 3-1,1-3-13,-4-1-74,7 2-71,-7-3-33,4-2 42,-4 2-91,0-3-137,1-3-95,-1-4-33,-3-5 6,3-5 399</inkml:trace>
          <inkml:trace contextRef="#ctx0" brushRef="#br0" timeOffset="36190">9731 1049 157,'0'0'55,"0"0"0,0 0 728,0 0-288,0 0-219,0 0-62,0 0-77,0 0-24,0 0 29,0 0-61,-17-30-39,11 28 13,3 2-36,-4 0-19,-3 0-2,-3 0 1,-3 2-33,-1 2 34,1 4 0,-4 0-2,4 1 2,0 1-19,3 2 19,0 0 18,-1 2-18,8-1-29,-4-1 29,0 1-3,7-1 3,0-1-3,3 2-46,0-1 47,0-1 0,0-1-24,6 0-6,4 1-62,6-1 10,4 1 26,0-1-20,6 1-42,0-3-26,0-3-98,4 0 52,-4-2-218,3-3-190,1 0 238</inkml:trace>
          <inkml:trace contextRef="#ctx0" brushRef="#br0" timeOffset="33069">7915 478 163,'0'0'36,"0"0"-7,0 0 167,0 0 309,0 0-159,0 0-167,0 0-69,0 0 7,0 0 4,0 0-8,0-3-9,0 3-26,0-2-7,0 2-12,0 0-14,0 0-13,0 0-12,0 0-8,0 0-12,0 0-26,0 0-29,0 2-28,0 4 83,0 1 0,0 3 13,0 1 35,0 1-10,0 3-37,0-1 37,0 1-38,0 1-9,0 1-10,0-3 38,0 1-35,0 2 19,0-3-3,0-1 42,4-2-41,-1-1-1,0-1-9,-3-3 9,0 0 21,3-4-21,-3-1-29,4-1 6,-4 0 23,3 0 39,0 0 13,0 0-7,1 0 0,2 0-3,-2 0-3,2-2-39,4-2 0,6 1-26,-3-3-12,7 2 25,0-1 9,-1 2 1,7-4 2,1 4-18,2-2-8,4 1 27,-1 1 0,4-1-2,4 3-14,-4-1 3,6 1 12,-6-1 1,7 0 16,-4 1-16,0 1-2,0 0-1,4 0 3,-4-1-13,4-1 13,-4 0 2,3-2-1,1 3 10,-7 1-11,0-1-16,0 0 14,-3 0 2,-4-2 15,-3-1-14,0 2 0,-6 0-1,-4-2 0,-3 0 20,1 2-4,-8-2 0,1 2 10,-4-2-13,0 2 39,-3-3-19,3 2-32,-3-2-2,0 0 0,0 1-64,0-1 17,0 0 48,-3 2 15,0-3-15,0 3 0,3 1 1,-4-4-1,4 1 2,-3-1-1,0-1-1,0-1-1,3-1 1,-7 1 0,4-1-13,-1 0 13,1-2-1,-7 3 1,10 0 0,-3-2 16,0 2-15,3 0 12,-3 0-10,-1 0 4,1-2 12,3 3-19,0-1 27,0-2-25,0-1 19,0 0-18,0 2-3,0-1 0,0 1-3,0 1 1,0 2-11,0 0 11,0 2-24,0-1-39,0 4-19,0 1-94,0 0-130,0 0-235,0 0-229,0 0 273,-7 2 415</inkml:trace>
        </inkml:traceGroup>
      </inkml:traceGroup>
      <inkml:traceGroup>
        <inkml:annotationXML>
          <emma:emma xmlns:emma="http://www.w3.org/2003/04/emma" version="1.0">
            <emma:interpretation id="{1AD002EC-6522-4D99-A0A4-AEC5EA6787E3}" emma:medium="tactile" emma:mode="ink">
              <msink:context xmlns:msink="http://schemas.microsoft.com/ink/2010/main" type="line" rotatedBoundingBox="16626,17815 19099,17882 19087,18355 16613,18288"/>
            </emma:interpretation>
          </emma:emma>
        </inkml:annotationXML>
        <inkml:traceGroup>
          <inkml:annotationXML>
            <emma:emma xmlns:emma="http://www.w3.org/2003/04/emma" version="1.0">
              <emma:interpretation id="{B35AA8D0-6684-4BB6-895F-36B13518D47B}" emma:medium="tactile" emma:mode="ink">
                <msink:context xmlns:msink="http://schemas.microsoft.com/ink/2010/main" type="inkWord" rotatedBoundingBox="16624,17871 16969,17881 16957,18297 16613,18288"/>
              </emma:interpretation>
              <emma:one-of disjunction-type="recognition" id="oneOf11">
                <emma:interpretation id="interp55" emma:lang="en-US" emma:confidence="1">
                  <emma:literal>3</emma:literal>
                </emma:interpretation>
                <emma:interpretation id="interp56" emma:lang="en-US" emma:confidence="0">
                  <emma:literal>}</emma:literal>
                </emma:interpretation>
                <emma:interpretation id="interp57" emma:lang="en-US" emma:confidence="0">
                  <emma:literal>z</emma:literal>
                </emma:interpretation>
                <emma:interpretation id="interp58" emma:lang="en-US" emma:confidence="0">
                  <emma:literal>Z</emma:literal>
                </emma:interpretation>
                <emma:interpretation id="interp59" emma:lang="en-US" emma:confidence="0">
                  <emma:literal>]</emma:literal>
                </emma:interpretation>
              </emma:one-of>
            </emma:emma>
          </inkml:annotationXML>
          <inkml:trace contextRef="#ctx0" brushRef="#br0" timeOffset="37965">5966 1672 17,'0'0'183,"0"0"-108,0 0 626,0 0-304,0 0-159,0 0-137,0 0 35,0 0-35,0 0-85,0 0 59,42-41 12,-32 36-84,0 1 104,6 1-97,1-1-10,-1 1-36,4 0 33,-1 1 3,-2 1 0,5 0 1,-5 1 21,-1 0-22,-3 0-36,0 1 4,-3 4-10,0 1-39,-7 1 22,0 1 59,-3 3-52,0 1 52,0 0-40,0 1 38,0 2-31,-9-1 20,-1-1-33,-3 1 27,-4-2-25,4-1 44,-3 1 0,3-1-23,-3-3 23,6 0 30,0-1-30,3-3-24,1 0 21,3-2-36,-1-1-3,4-1 42,0 0 30,0 0 5,0 0-5,0 0-30,0 0-30,0 0 30,4 0 0,-1 0-13,3 0-1,4 0 14,0 2 46,6 1 12,-3 0-58,1-1 20,2 3-20,-3-1-2,3 2 1,-3-2-12,0 2-17,1 0 21,-1 0 5,-4 2-35,1 0 37,-3 0-108,-1 2 67,-2-2 43,-4 1 30,0-2-30,0 3-37,0-2 36,0 1 1,-4 0 0,-2 0 29,-4 0 82,-3-1-111,0 0 32,-4-1-32,4-1 75,0-1-26,0-2-48,0-1 12,-3 0 29,6 1-13,0-3 17,4 1-27,2-1 20,1 0-10,3 0 17,0 0-46,0 0-13,0 0-59,0 0-80,3-8-209,4 3 87,3-5-211,0-1-66,6 0 424</inkml:trace>
        </inkml:traceGroup>
        <inkml:traceGroup>
          <inkml:annotationXML>
            <emma:emma xmlns:emma="http://www.w3.org/2003/04/emma" version="1.0">
              <emma:interpretation id="{8863DA29-4734-4F69-A9A0-4A2E63BE6D17}" emma:medium="tactile" emma:mode="ink">
                <msink:context xmlns:msink="http://schemas.microsoft.com/ink/2010/main" type="inkWord" rotatedBoundingBox="18105,17855 19099,17882 19088,18322 18093,18295"/>
              </emma:interpretation>
              <emma:one-of disjunction-type="recognition" id="oneOf12">
                <emma:interpretation id="interp60" emma:lang="en-US" emma:confidence="0">
                  <emma:literal>is</emma:literal>
                </emma:interpretation>
                <emma:interpretation id="interp61" emma:lang="en-US" emma:confidence="0">
                  <emma:literal>:</emma:literal>
                </emma:interpretation>
                <emma:interpretation id="interp62" emma:lang="en-US" emma:confidence="0">
                  <emma:literal>:3</emma:literal>
                </emma:interpretation>
                <emma:interpretation id="interp63" emma:lang="en-US" emma:confidence="0">
                  <emma:literal>it</emma:literal>
                </emma:interpretation>
                <emma:interpretation id="interp64" emma:lang="en-US" emma:confidence="0">
                  <emma:literal>Ins</emma:literal>
                </emma:interpretation>
              </emma:one-of>
            </emma:emma>
          </inkml:annotationXML>
          <inkml:trace contextRef="#ctx0" brushRef="#br0" timeOffset="38708">7480 1954 122,'0'0'39,"0"0"36,0 0-3,0 0 645,0 0-183,0 0-196,0 0-105,0 0-71,0 0-29,0 0-23,0 0-42,26-1-68,-22-2-38,-1 0 19,3-1-72,-2 1-67,-1-1-43,4 1-140,-4-1-105,3-1-241,-2-1 178,-1-2 396,-72 52 113</inkml:trace>
          <inkml:trace contextRef="#ctx0" brushRef="#br0" timeOffset="38436">7451 1727 29,'0'0'4,"0"0"459,0 0 517,0 0-755,0 0-47,0 0 37,0 0-60,0 0 56,0 0-89,-4-57-51,4 51 19,0 0-35,0 0 45,0 1-58,0-1 9,0 1 3,0 1-25,4 1 10,-1-2 2,0 4-40,1-1 26,-1 2-27,0 0-38,-3 0-20,3 0-35,-3 0-42,0 0-39,4 0-68,2 0-127,1 3 5,-1 5-39,-2 0-164,2 0-26,-3-1 447,-48-41 146</inkml:trace>
          <inkml:trace contextRef="#ctx0" brushRef="#br0" timeOffset="39622">8301 1853 272,'0'0'114,"0"0"538,0 0-265,0 0-286,0 0 65,0 0 13,0 0-23,0 0-40,0 0-2,0 0-37,7-46-28,-7 42 42,0-3 12,3 1-42,-3-2-9,3 0 19,1-1-36,-4 0 13,0-1-2,3 0-43,0-2 32,-3-1-34,3 1 24,4-1-25,-4 0-23,4 0 23,-4 2 23,4 2-23,-4-1-3,0 2 3,0 2 7,1 2 25,-1 1-14,-3 2-18,0 1-3,0 0-13,0 0-26,0 0-19,0 0-16,0 0-23,0 3-13,0 1 36,0 4 77,0 2 64,3 2-62,-3 3 15,0-1-17,0 2-13,0 0 13,3-1 0,-3 0-33,4 1 8,-4-2-17,0 1-39,3-2 45,0 0-22,-3 1 13,0-2-20,4 0-10,-1 1 59,0-2-23,-3-1-13,0 0-3,3-2 29,1 0-13,-1 1-29,-3-3-16,0 3 51,3-3-107,0 0 52,-3 0 49,4 0-26,-4-2-26,0 1 13,0-2-7,0-1 43,0 2-33,0-1 55,0-1 4,0-1-3,0 2 6,0-2-23,-7 0 36,4 1 45,-7 0 16,0 1-60,4 1 31,-4 0-31,0 0 25,-3 0 10,-3 0-35,3-1 1,0 1 97,-4 2-80,7-3 20,-3 2 72,0-2-23,7-1-69,-4 1 7,3-1 53,4-1 25,-4 1-33,7-2-51,0 0 41,0 0-15,0 0-20,0 1 0,0-1 32,0 0 33,0 0-10,0 0-36,0 0-9,0 0-7,7 0-3,-4 0-7,4 0-19,3 0 0,-4 0-21,7 0 21,0 0 0,7-1-71,0-2-20,-4 2-61,4-1-147,2-1-62,-2-1-203,0-3-26,-4-2 405,-219 39 185</inkml:trace>
        </inkml:traceGroup>
      </inkml:traceGroup>
    </inkml:traceGroup>
  </inkml:traceGroup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9:24:55.76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DED4D48-F781-4A1C-9BB7-39357B5353C1}" emma:medium="tactile" emma:mode="ink">
          <msink:context xmlns:msink="http://schemas.microsoft.com/ink/2010/main" type="writingRegion" rotatedBoundingBox="13800,14837 14215,14837 14215,15490 13800,15490"/>
        </emma:interpretation>
      </emma:emma>
    </inkml:annotationXML>
    <inkml:traceGroup>
      <inkml:annotationXML>
        <emma:emma xmlns:emma="http://www.w3.org/2003/04/emma" version="1.0">
          <emma:interpretation id="{E2173849-5C81-43D3-8057-A8314D2B41D6}" emma:medium="tactile" emma:mode="ink">
            <msink:context xmlns:msink="http://schemas.microsoft.com/ink/2010/main" type="paragraph" rotatedBoundingBox="13800,14837 14215,14837 14215,15490 13800,1549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F4CF8A0-C91B-4F4A-A1AC-253F54ADC04A}" emma:medium="tactile" emma:mode="ink">
              <msink:context xmlns:msink="http://schemas.microsoft.com/ink/2010/main" type="line" rotatedBoundingBox="13800,14837 14215,14837 14215,15490 13800,15490"/>
            </emma:interpretation>
          </emma:emma>
        </inkml:annotationXML>
        <inkml:traceGroup>
          <inkml:annotationXML>
            <emma:emma xmlns:emma="http://www.w3.org/2003/04/emma" version="1.0">
              <emma:interpretation id="{8F20CF27-6E94-41D9-A632-60765812D354}" emma:medium="tactile" emma:mode="ink">
                <msink:context xmlns:msink="http://schemas.microsoft.com/ink/2010/main" type="inkWord" rotatedBoundingBox="13800,14837 14215,14837 14215,15490 13800,15490"/>
              </emma:interpretation>
              <emma:one-of disjunction-type="recognition" id="oneOf0">
                <emma:interpretation id="interp0" emma:lang="en-US" emma:confidence="1">
                  <emma:literal>I,</emma:literal>
                </emma:interpretation>
                <emma:interpretation id="interp1" emma:lang="en-US" emma:confidence="0">
                  <emma:literal>tv</emma:literal>
                </emma:interpretation>
                <emma:interpretation id="interp2" emma:lang="en-US" emma:confidence="0">
                  <emma:literal>1,</emma:literal>
                </emma:interpretation>
                <emma:interpretation id="interp3" emma:lang="en-US" emma:confidence="0">
                  <emma:literal>Ir</emma:literal>
                </emma:interpretation>
                <emma:interpretation id="interp4" emma:lang="en-US" emma:confidence="0">
                  <emma:literal>Iv</emma:literal>
                </emma:interpretation>
              </emma:one-of>
            </emma:emma>
          </inkml:annotationXML>
          <inkml:trace contextRef="#ctx0" brushRef="#br0">3300-1391 47,'0'0'52,"0"0"-26,0 0 3,0 0 37,0 0-14,0 0 313,0 0-186,0 0-114,0 0-39,0 0 20,0 0 68,0 0 13,0 0-62,0 0-9,0 0 19,0 0-1,3-34 4,-3 33 7,0 1-13,0-1-14,0-2-3,0 3 14,0-2 2,3 2-6,-3 0 3,0-1-6,0 0-4,0 0 7,0 1-10,0 0-3,0 0-4,0-1-6,0 1 3,0 0-6,0 0-7,0 0-16,0 0-13,0 0-3,0 0-20,0 0-15,0 0-10,0 0-17,0 0 1,0 0 6,0 6 55,0 2 20,0 2 19,0 3-20,0 1-17,0 2 17,0-1-3,0 2-16,4 0 26,-4 1-36,0-1 23,3-1 3,-3 0-12,3 2 5,-3-1-9,3-1 0,-3 1-2,0 0-1,0-2 3,0 0 0,4-2-1,-4 2-22,3-2 23,-3 1 0,3-3 9,-3 3-9,0-3 0,0 0-13,0-2-6,0-2-56,0 1 23,0-2 1,0-1-43,0 1 13,0 0-36,0-2 68,0-1-35,0 1 6,0 0-82,-3 0-25,0-1-37,-1-1 1,4 3-69,-6-2-53,-1-3 70,1 0 203,3 0 70</inkml:trace>
          <inkml:trace contextRef="#ctx0" brushRef="#br0" timeOffset="384">3143-1009 27,'0'0'88,"0"0"-29,0 0-10,0 0 10,0 0 97,0 0 447,0 0-303,0 0-125,0 0-61,0 0-45,0 0-14,0 0-6,3 6 29,0-4 22,4 4 11,-1 0-30,1-1-52,3 1 0,0 0-27,-4 1 40,7 1-18,0-1-24,-3 2-34,0 0 32,3 1 4,0-2-15,-3 2 13,3-3-3,-3 2-32,0-2 12,-1 1-32,1 1-17,-3 0-2,-1-4-59,-2 3-26,2-1-4,-3-2-65,4 0-29,-4-1-128,-3 0-22,3-4 159,-3 0 238</inkml:trace>
          <inkml:trace contextRef="#ctx0" brushRef="#br0" timeOffset="736">3558-988 36,'0'0'143,"0"0"-42,0 0 392,0 0-8,0 0-166,0 0-133,0 0-63,0 0 0,0 0-3,0 0-48,0 0-40,0 0-29,0 0 26,-10 8 14,4-3 2,-1 3-26,1-1-17,-4 3-2,0 0 19,0 0-18,1 2-1,-8 0 0,4 3-48,-3-3-65,3 4 9,0-3-42,-1 4 0,1-1-120,4-3-141,-1-1-252,3-3 167</inkml:trace>
        </inkml:traceGroup>
      </inkml:traceGroup>
    </inkml:traceGroup>
  </inkml:traceGroup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9:22:50.99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FD23571E-B1F2-4815-AF6D-99AA3AA493C4}" emma:medium="tactile" emma:mode="ink">
          <msink:context xmlns:msink="http://schemas.microsoft.com/ink/2010/main" type="writingRegion" rotatedBoundingBox="5269,13355 17893,13409 17886,14942 5262,14888"/>
        </emma:interpretation>
      </emma:emma>
    </inkml:annotationXML>
    <inkml:traceGroup>
      <inkml:annotationXML>
        <emma:emma xmlns:emma="http://www.w3.org/2003/04/emma" version="1.0">
          <emma:interpretation id="{AF454DDD-E710-45FD-8107-0040856879FB}" emma:medium="tactile" emma:mode="ink">
            <msink:context xmlns:msink="http://schemas.microsoft.com/ink/2010/main" type="paragraph" rotatedBoundingBox="7513,13365 17893,13409 17888,14505 7508,1446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53703D2C-6135-407F-858B-B7186EB9B277}" emma:medium="tactile" emma:mode="ink">
              <msink:context xmlns:msink="http://schemas.microsoft.com/ink/2010/main" type="inkBullet" rotatedBoundingBox="7510,13983 7797,13985 7795,14226 7509,14225"/>
            </emma:interpretation>
            <emma:one-of disjunction-type="recognition" id="oneOf0">
              <emma:interpretation id="interp0" emma:lang="en-US" emma:confidence="0">
                <emma:literal>•</emma:literal>
              </emma:interpretation>
            </emma:one-of>
          </emma:emma>
        </inkml:annotationXML>
        <inkml:trace contextRef="#ctx0" brushRef="#br0">-3223 6938 389,'0'0'20,"0"0"746,0 0-421,0 0-153,0 0 25,0 0 27,0 0-83,0 0-60,0 0 51,0-41-23,3 34-28,3 1-99,1-1 61,-1 2-62,1 1 44,0 0-32,-1 2 6,-3 0-19,4 0-3,3 1-23,-4 1 4,4-2-14,0 2 14,3 0-20,-3 0-10,3 0 17,-3 0 9,3 6 4,0 2-36,0 0-23,-3 4 7,0 1 19,-1 2-29,-5-1-1,2 2 53,-3 1-88,1-1 94,-1-2-91,-3-1 36,0-1 32,0-3 20,-10-3-72,10-1 16,-3-2 83,0 0-22,3-2 24,0-1 67,0 0 40,-4 0 7,1 0-30,0-3-71,0-5-9,-1-2 15,1 0-17,3-3-2,0 0 75,0-1-75,0-1 0,7 0 0,-4-2 3,3 0 20,1 1-20,3-2 10,-4 2-26,4 2 10,-3 1 3,-1 3 2,4 2-2,-7 3-16,1 1-26,-1 2-14,-3 2-73,0 0-89,0 0-163,3 0-56,0 0-6,1 2 195,-1-2 134,3 0 114</inkml:trace>
      </inkml:traceGroup>
      <inkml:traceGroup>
        <inkml:annotationXML>
          <emma:emma xmlns:emma="http://www.w3.org/2003/04/emma" version="1.0">
            <emma:interpretation id="{63C1EE2C-B1E8-40A3-AD91-7005B644A836}" emma:medium="tactile" emma:mode="ink">
              <msink:context xmlns:msink="http://schemas.microsoft.com/ink/2010/main" type="line" rotatedBoundingBox="7869,13366 17893,13409 17888,14505 7864,14462"/>
            </emma:interpretation>
          </emma:emma>
        </inkml:annotationXML>
        <inkml:traceGroup>
          <inkml:annotationXML>
            <emma:emma xmlns:emma="http://www.w3.org/2003/04/emma" version="1.0">
              <emma:interpretation id="{8AE4C9C6-D0E1-45A7-BBFE-E5C24F856D27}" emma:medium="tactile" emma:mode="ink">
                <msink:context xmlns:msink="http://schemas.microsoft.com/ink/2010/main" type="inkWord" rotatedBoundingBox="7868,13571 8127,13572 8125,14249 7865,14247"/>
              </emma:interpretation>
              <emma:one-of disjunction-type="recognition" id="oneOf1">
                <emma:interpretation id="interp1" emma:lang="en-US" emma:confidence="1">
                  <emma:literal>d</emma:literal>
                </emma:interpretation>
                <emma:interpretation id="interp2" emma:lang="en-US" emma:confidence="0">
                  <emma:literal>•</emma:literal>
                </emma:interpretation>
                <emma:interpretation id="interp3" emma:lang="en-US" emma:confidence="0">
                  <emma:literal>a</emma:literal>
                </emma:interpretation>
                <emma:interpretation id="interp4" emma:lang="en-US" emma:confidence="0">
                  <emma:literal>,</emma:literal>
                </emma:interpretation>
                <emma:interpretation id="interp5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777">-2677 6834 105,'0'0'154,"0"0"-131,0 0 616,0 0-278,0 0-127,0 0-97,0 0-98,0 0 59,0 0 67,0 0-116,-62-24-20,58 23 17,-5 1-46,2 0-2,1 0 2,-4 0 2,6 1-1,-5 3-1,2 1-17,-3 3 17,0-1 0,1 4 0,2-1-1,-3 2 0,4 0-1,-1-1-17,1 1 15,2 1 4,1-1 0,3-1-61,0 0 32,0-1-49,0-2-4,0 1 21,3-3 28,4 0 4,-1-2-26,8 1-40,-5-2 95,4-1-13,-3-2-76,7 0 87,-8 0 4,5 0-25,-1-5 20,-4-2-42,4-1-4,-6 0 13,3-2-45,-4-1 9,1-3 69,-4-1 3,0-1-173,1-3 111,-4 2-46,0-3-38,3 1 45,-3 0-66,3-5 37,1-2 81,-4-2-111,3 0 160,0-2 23,0 1-21,-3 0-4,0 0 4,0 1 61,0 0 69,0 3-130,-6 1 253,3 2 176,-1 4-213,-2 2 36,-1 5-55,4 1 9,-4 3-30,7 2-6,-3 1 3,3 3-39,-3 1-7,3 0-55,0 0-38,0 0-21,0 0-15,0 0-29,0 0-26,0 0-39,0 8 39,0 1 55,0 4 68,3 2-29,0 1-36,4 2 42,-4 2-25,0 1 2,4-1-11,0 4-11,-1 1-9,1 1 9,-1 1 42,4 2-42,-3 0-3,-1 3 0,1-2-32,-4 1 22,0 0-129,4 1 51,-7 0-93,3-1-95,-3 2 32,3-1-108,-3-5 4,0-2-233,4-2 158,-4-5 426</inkml:trace>
        </inkml:traceGroup>
        <inkml:traceGroup>
          <inkml:annotationXML>
            <emma:emma xmlns:emma="http://www.w3.org/2003/04/emma" version="1.0">
              <emma:interpretation id="{25276E9F-789E-4D7C-B6AA-1023171204A9}" emma:medium="tactile" emma:mode="ink">
                <msink:context xmlns:msink="http://schemas.microsoft.com/ink/2010/main" type="inkWord" rotatedBoundingBox="8811,13496 9945,13501 9942,14168 8809,14163"/>
              </emma:interpretation>
              <emma:one-of disjunction-type="recognition" id="oneOf2">
                <emma:interpretation id="interp6" emma:lang="en-US" emma:confidence="0">
                  <emma:literal>RR</emma:literal>
                </emma:interpretation>
                <emma:interpretation id="interp7" emma:lang="en-US" emma:confidence="0">
                  <emma:literal>R</emma:literal>
                </emma:interpretation>
                <emma:interpretation id="interp8" emma:lang="en-US" emma:confidence="0">
                  <emma:literal>R&amp;</emma:literal>
                </emma:interpretation>
                <emma:interpretation id="interp9" emma:lang="en-US" emma:confidence="0">
                  <emma:literal>RI</emma:literal>
                </emma:interpretation>
                <emma:interpretation id="interp10" emma:lang="en-US" emma:confidence="0">
                  <emma:literal>Ros</emma:literal>
                </emma:interpretation>
              </emma:one-of>
            </emma:emma>
          </inkml:annotationXML>
          <inkml:trace contextRef="#ctx0" brushRef="#br0" timeOffset="-16994">-1912 6507 17,'0'0'0,"0"0"17,0 0-17,0 0 290,0 0 505,0 0-505,0 0-244,0 0 15,0 0 53,0 0 33,0 0 9,17-33-66,-17 31-34,0 1-1,0 0 22,-4 1 24,4 0-4,-3 0-20,0 0-15,3 0-14,0 0-3,0 0-6,0 0-10,0 0-3,-3 0 0,3 0-4,-4 0-3,4 0-16,0 1-2,-3-1-1,3 1-20,0 0-5,0 2-8,0 0 14,0 1 19,0 4 0,0 0 19,0 2-16,-3 1-2,3 3-1,-4 0 0,4 1 22,0 1-22,0 2 0,0 0-19,0 1 21,0 1-4,0-2 4,0 0 12,0 3-14,0-2-3,0 0 2,0 2 0,0-1 1,0-3 1,0 0 22,0-2-21,0 0-2,0-1 0,0-1 0,0 1 13,0-3 13,0-2-26,0-1-3,0-3 3,0 1-36,0-2 11,0-2 24,0 1-28,0-3 0,0 0 29,0 0 0,0 0 29,0 0 3,4 0 3,-1 0-3,-3 0 13,0-6 10,3-3-55,1-1-35,-4-4 12,0-2 10,3 0 13,-3-4-2,0 2-11,0-1-9,0-2 9,0 0 10,6 0-13,-6-1 15,4 1-3,-4 0-15,3 1 18,-3 3 0,0 0 2,3 0 24,-3 1-25,0 1 1,0 0 11,3 0-12,-3 1 0,0-1 11,0 0 6,0-1-14,0 2-2,4 1 24,-4-1-22,0 2-1,3 2-2,-3-1 0,0 2 0,0-2 1,3 4 0,1-1 24,-1 1-25,0 0-1,0 1 1,4 0 32,-4 0-32,7 0-16,0 1-4,0-1-5,3-1 8,3 4-5,4-2-10,-1 3 9,-2 0 1,2 1 18,-6 1-44,4 0 45,-1 0-16,-3 0-7,0 2-10,-3 1 4,3 3 9,-3 0-19,0 3 42,-4 1 8,1 0-6,-4 3-4,0 0-24,-3 1-47,0 2 72,0 1-5,-6 1 5,-4 1 2,-3 1-2,-3 0-2,-4 0-16,-3-1-14,3 1 30,-2-2-20,-1-3 22,0 0-15,0-4 16,3 1-2,4-3 1,-1-1 1,4-2 19,0 0-19,7-1 1,-4-4 0,3 1 19,7-1-18,-3-1 27,3 1-6,0-1 3,0 0 0,0 0-7,0 0 7,0 0-4,0 0-5,0 0 2,0 0-6,0 0 3,0 0 3,0 0-19,0 0 0,3 0-25,-3 0-1,4 0-3,-1 0 0,0 4 9,4-1 20,-1 2 55,1 1-10,3 3-16,3 0-29,0 2 20,0 2-20,3-1 1,1 1-1,-4 1-19,3-2 19,0 3 18,4 0-5,-7 0 0,0-2 6,0 3-19,0-2-23,-3 0-28,0-2-30,-3 0-6,2 4-43,1-6-22,0 0-56,-3 0-42,-4-2-127,3-3-30,-2-1-82,-1-2 159,0-2 281</inkml:trace>
          <inkml:trace contextRef="#ctx0" brushRef="#br0" timeOffset="-15890">-1212 6494 437,'0'0'3,"0"0"796,0 0-578,0 0-84,0 0 64,0 0-16,0 0 7,0 0-11,0 0-55,0 0-48,-6-39-27,6 39 7,0 0-3,-4 0-3,1 0-23,0 0-29,3 2-18,-3 2-27,3-1 30,0 4 15,0 2 55,0 2-10,0 4-13,0-1 1,3 3-21,0 1 4,0-1 0,1-1-16,-1 3 0,0-1 0,-3 1 1,10 0-1,-10-1 0,7 1-2,-4 0 2,0-1 4,0 3 12,1-1-14,2-3-2,-6 2-23,7-2-47,-4 1 70,-3-3-52,3 1 23,1 0-13,-1-3 10,-3-2-13,3 2-13,0-3 0,-3-4-7,0 0-12,0-3 38,0-1-6,0-2 2,0 0 43,0 0 35,0 0 20,0 0 23,0 0 6,0-5-46,-3-1-38,0-4-10,-4-1 9,1-4-12,-1-1 10,4-2 3,0-2-3,-4-1-26,4-3 10,-4 1 16,4-3-23,-3-1 26,2 0-20,4-2-6,-3 1 24,3-1-1,0 1-13,0 3 16,0-1 11,0 2-9,0 3 6,0 2-5,3 0 38,-3 4-39,10 0 12,-7-2 21,4 3-33,-1 3 9,4-3-11,0 3 0,0 0 7,0 2 9,-1 1-13,5 1-5,-5 3 2,1 0-16,0 2 3,0 1 0,3 1-16,-3 0 6,0 0 22,3 5-1,0 0-1,0 3 3,-3 0 13,3 3-13,-7 0-20,4 3 7,-7 1-3,4 0-23,-4 2-3,-3 0 3,0 2 1,0 2-42,-3-1 79,-10-1-53,0 1-34,-4-1 59,-2 1-33,-4-4 23,3-1-16,4-2 39,-4-3-1,4-3-9,-4 1 17,4-2 9,0-2 3,2 0 13,-2-1-16,3-2 1,6 0 12,-2 0 4,2-1-16,4 0 18,0 1 4,-1-1 0,4 0-4,0 0 20,0 0 10,0 0 12,0 0-2,0 0-7,7 0-26,-4 0-26,7 2 1,0 1 73,-4 1 20,7 2-29,0-2-43,4 4 27,-4-2-46,6 2 42,-2 1-19,2 2 3,1-3-4,0 2-24,-1-1-2,1 0 3,0 2 1,3-2-2,-4 1 22,-3 0-22,4 0-1,0-1-38,-4 0-42,0 1-37,1 0-67,-4-2-33,0 1-69,-3-1-140,0-2-109,-1 0-39,-2-2 421,-4-3 101</inkml:trace>
        </inkml:traceGroup>
        <inkml:traceGroup>
          <inkml:annotationXML>
            <emma:emma xmlns:emma="http://www.w3.org/2003/04/emma" version="1.0">
              <emma:interpretation id="{A2C25908-6D84-46F8-9D09-81FF97B4756D}" emma:medium="tactile" emma:mode="ink">
                <msink:context xmlns:msink="http://schemas.microsoft.com/ink/2010/main" type="inkWord" rotatedBoundingBox="11589,13493 12525,13496 12522,14132 11586,14128">
                  <msink:destinationLink direction="with" ref="{4E571E8C-FB3D-4568-BDA1-D26732536910}"/>
                </msink:context>
              </emma:interpretation>
              <emma:one-of disjunction-type="recognition" id="oneOf3">
                <emma:interpretation id="interp11" emma:lang="en-US" emma:confidence="0">
                  <emma:literal>R.</emma:literal>
                </emma:interpretation>
                <emma:interpretation id="interp12" emma:lang="en-US" emma:confidence="0">
                  <emma:literal>Rr</emma:literal>
                </emma:interpretation>
                <emma:interpretation id="interp13" emma:lang="en-US" emma:confidence="0">
                  <emma:literal>RV</emma:literal>
                </emma:interpretation>
                <emma:interpretation id="interp14" emma:lang="en-US" emma:confidence="0">
                  <emma:literal>Re</emma:literal>
                </emma:interpretation>
                <emma:interpretation id="interp15" emma:lang="en-US" emma:confidence="0">
                  <emma:literal>R,</emma:literal>
                </emma:interpretation>
              </emma:one-of>
            </emma:emma>
          </inkml:annotationXML>
          <inkml:trace contextRef="#ctx0" brushRef="#br0" timeOffset="-13479">934 6501 132,'0'0'247,"0"0"132,0 0-44,0 0-185,0 0 58,0 0-12,0 0-34,0 0-16,0 0-32,0 0-23,3-14-4,-3 14 0,0 0-6,0-1-3,0 1-13,0 0-4,0 0-6,0 0-7,0 0-3,0 0-6,0 0-10,0 0-12,-3 0-17,0 0-29,0 0-23,3 1-12,0 3 0,-4 1 25,4 5 26,0 3 12,0 0 0,0 5-15,0 0 13,0 2 1,0 2-27,0 0 29,0 0 0,0 0 0,4 2 23,2 0-23,-3 1 0,1-1 2,-1-2 24,-3-1-25,0-1 12,0-2 9,3 0-21,-3-4 41,3-2-42,-3-1-3,4-2 0,-4-3-27,0-2 30,0-1 2,0-1 17,0-2-16,0 1 9,0-1 17,0 0 10,0 0 16,0 0 9,0-1 10,0-5-19,0-2-36,-7-3-19,4-4 0,-4-1-23,-2-1 20,5-2-3,-2-1-7,-4-4-10,3 0-18,-2-2-8,-1-2 46,3-1-64,1 2 28,2-1-3,-2 1-13,3 1 45,3 0 10,0 1 19,0 2-6,0 2-13,0 3 45,0-2-42,0 4-3,6-1-24,1 3 24,-1 2 19,1 0-19,3 1 48,-4 2-48,4 0-26,3 1-12,0 1 18,0 2 19,4-1-24,-1 3 12,0 1-20,-3-1 30,4 3-19,-4-1 20,0 1-17,-3 0 6,3 0 11,0 0-11,-3 5-22,-1 2 35,1 1-4,0 2-15,-3 2-38,-4 0 57,0 6 19,-3 1-19,0 1-58,0 3 35,0 0 21,-6 1 4,-4 0 19,-3-1-21,-7-1-51,4-1 51,-1-2 1,-2-2 1,2-2-3,-2-1 3,2-3-4,1-1 1,0-2 1,3-1 16,0-3-16,6-1 3,0 0 19,1-2-9,6 1 10,-3-2 3,3 0-4,0 0 1,-4 0-7,4 0-15,0 0-1,0 0-1,0 0 1,0 0 13,0 0 3,0 0-3,4 0 0,-1 0-13,-3 0-18,6 0-11,-2 0-4,-1 0 8,7 2 25,0 4 16,3 1-13,3 3 27,0 1-28,4-1 41,3 0-27,0 3 4,3 1-20,0-3 2,4 3 18,-4 0-18,0-1 50,3 2-52,-2-2-16,-5 1-87,1-2 38,-3 0-71,-4-2-19,-3 0-85,-3 1-23,0-2-121,-3-3-63,-4-3-110,0-1 364,-3-2 115</inkml:trace>
          <inkml:trace contextRef="#ctx0" brushRef="#br0" timeOffset="-12921">1461 6645 163,'0'0'111,"0"0"-69,0 0 1080,0 0-839,0 0-94,0 0-27,0 0-10,0 0-12,0 0-21,6-1-54,-2 1-43,2 0 1,1 0 4,-1 3-25,4 1 47,0 1-48,0 2 55,-1 0-56,-2 2 4,3 1 15,-4 0-19,4 2 0,-3 1 0,-1-1-2,-3 1-88,4 2 38,-7 0 39,7 0-48,-7 1 59,3-2-82,-3 1 0,0-2 58,0-1-13,0 0-32,0-3 35,0-1 33,0-3-33,-3-2-28,3-2 64,0 1 29,0-2 53,0 0 24,-4 0 4,4-2-90,-3-5-20,3-5-16,0-1 3,0-3 26,0 1-10,7-1 10,-4-2 0,3 1-13,1-1 0,3-2-28,-4 1 28,7 0-2,-3 2 18,7 1-36,-4 4 49,0 1-30,0 2 1,-3 4-19,3-1-10,-4 2 16,1 2-7,0 0-2,-3 2 22,-1-1-3,1 1-78,-1 0-114,-2 0-94,2 0-166,-6 0-145,0 0 33,0 0 459</inkml:trace>
        </inkml:traceGroup>
        <inkml:traceGroup>
          <inkml:annotationXML>
            <emma:emma xmlns:emma="http://www.w3.org/2003/04/emma" version="1.0">
              <emma:interpretation id="{9FA14833-C083-4C4E-B5A2-822476CE9937}" emma:medium="tactile" emma:mode="ink">
                <msink:context xmlns:msink="http://schemas.microsoft.com/ink/2010/main" type="inkWord" rotatedBoundingBox="13959,13598 14942,13343 15125,14047 14142,14302">
                  <msink:destinationLink direction="with" ref="{4E571E8C-FB3D-4568-BDA1-D26732536910}"/>
                </msink:context>
              </emma:interpretation>
              <emma:one-of disjunction-type="recognition" id="oneOf4">
                <emma:interpretation id="interp16" emma:lang="en-US" emma:confidence="0">
                  <emma:literal>VR</emma:literal>
                </emma:interpretation>
                <emma:interpretation id="interp17" emma:lang="en-US" emma:confidence="0">
                  <emma:literal>PR</emma:literal>
                </emma:interpretation>
                <emma:interpretation id="interp18" emma:lang="en-US" emma:confidence="0">
                  <emma:literal>R</emma:literal>
                </emma:interpretation>
                <emma:interpretation id="interp19" emma:lang="en-US" emma:confidence="0">
                  <emma:literal>HR</emma:literal>
                </emma:interpretation>
                <emma:interpretation id="interp20" emma:lang="en-US" emma:confidence="0">
                  <emma:literal>FR</emma:literal>
                </emma:interpretation>
              </emma:one-of>
            </emma:emma>
          </inkml:annotationXML>
          <inkml:trace contextRef="#ctx0" brushRef="#br0" timeOffset="-11049">3302 6659 51,'0'0'75,"0"0"-33,0 0-2,0 0 22,0 0 612,0 0-325,0 0-264,0 0 2,0 0 37,0 0 9,0 0 27,-16-12-18,16 12-51,0 0-13,0-2 10,0 1 2,0 1 1,0 0-4,0 0-10,0-1-9,0 1-7,0-1-9,0 1 6,0 0 0,0 0-7,3 0-3,-3 0-3,0 0-10,3 0-9,-3 0-14,0 0-10,4 0-2,-4 0-23,0 0-25,0 0-13,3 2-3,0 3 32,4 1 19,-1 2 12,1 0-2,-4 2 3,4 2-2,-1 1 4,-2 0-4,-1 3 2,3-2-3,-2 2-26,-1 0 0,0-2-13,0 0 10,1-2 9,-4 0 0,0-2-5,0-1 8,0-1-15,0-2 12,3-2-12,-3-2 12,0-1 12,0-1 11,0 0 39,0 0 19,0 0 7,0 0-1,0 0-3,3 0-8,-3-7-53,0-1-7,4-3 7,-4-2 15,0 0-14,0-3-2,0 4 4,0-6-15,6 1 3,-6-2 8,7 1-14,-4-1 1,7 0 14,-4 3 0,4-1-55,0-1 33,0 0 18,0 3-28,-1 2 29,1 2-21,0 2 24,0 2 3,-4 3-3,1 1 3,-4 1 16,0 1-3,1 1-16,-4 0-18,3 0-11,0 0-3,4 0 19,-1 0 10,1 0-20,-1 0-103,4 1-48,-3 4-40,-4-2-59,7 2-78,-7-2-76,0-1-127,1 1 153,-1-3 329,-75-22 42</inkml:trace>
          <inkml:trace contextRef="#ctx0" brushRef="#br0" timeOffset="-10031">3842 6422 239,'0'0'56,"0"0"631,0 0-74,0 0-334,0 0-100,0 0-17,0 0-4,0 0-12,0 0-40,0 0-57,0 0-27,0 2 1,0 0 12,0 5-12,3-2 31,1 2-15,2 1 9,-3 1-16,4 1 7,-4 1-37,4 4 40,3-1-7,-7 3-19,3 2 19,1 0-35,-4 1 2,4 1-2,-7 1-1,6-1-2,-2 1 1,-4 0-27,3 0 28,0-1-1,-3 0-30,3-1 3,-3-2-22,0 0 12,0-3-6,0-2 7,0 1-46,0-4 55,0-2-16,0-2 6,0-2-25,0-2 35,0-1-4,0 0 33,0-1 32,0 0 19,0 0 14,0 0 12,0-2-48,0-6-28,0-2-2,-6-4-21,3-1 21,-7-2 1,3-1 0,1-2 0,2 0 0,-2-1 0,-1-4-12,1 2-24,2-3 7,1-2 0,0 0 16,0 0 0,-1 1-9,4 0-23,0 2 34,0 0 11,0 2 3,0-1 20,0 2-11,0 0-9,7-1 26,-4 4 61,4 0-71,-1 1-3,1 4 17,3-1 21,-1 3-18,1 2-11,0 1-44,0 0 19,0 5-2,0-4 2,-1 4 19,4 0-19,0 1-29,-3 1 10,3 0-7,0 2-3,-6 0-13,3 0 4,-4 2-17,1 3-13,-1 3 36,1 1 19,3 1 13,0 1 10,-4 3-10,-3-2-39,4 6 16,-4-1-27,1 1 49,-1 0-31,-3 1-13,0-1 0,0 0-17,-7-2 53,1 0-4,-7 0 13,3-1-26,-7-2 15,1 1 9,0-1-27,-4-2 28,4-2-28,-1-1 29,1-2 4,0-1 8,6 0-11,-3-1 1,3-1-1,3-2-1,1 2-15,-1-2 15,4 0 0,0 0-13,3 0-10,-3-1 4,3 2 6,0-1-20,0 3 33,0 0 36,0 2 45,0 1 49,6 1-40,4 0 20,0 1-45,0 1 54,6 1-51,4 1-4,-4-1-6,7 0-23,0 0-9,0 3-10,-1-2 0,5 2-16,-1 0 3,0-3-3,0 3 0,0-2-1,0 0-47,1-1-29,-1 0-39,-3-1-19,0-1-24,-7 1-119,0-2-73,-3 0-137,-3-4-242,0-1 271,-3-3 350</inkml:trace>
        </inkml:traceGroup>
        <inkml:traceGroup>
          <inkml:annotationXML>
            <emma:emma xmlns:emma="http://www.w3.org/2003/04/emma" version="1.0">
              <emma:interpretation id="{6EF7DFCD-1ECA-4BAE-BFA5-955A8ED69581}" emma:medium="tactile" emma:mode="ink">
                <msink:context xmlns:msink="http://schemas.microsoft.com/ink/2010/main" type="inkWord" rotatedBoundingBox="15370,14054 17800,13364 18035,14190 15604,14880">
                  <msink:destinationLink direction="with" ref="{4E571E8C-FB3D-4568-BDA1-D26732536910}"/>
                </msink:context>
              </emma:interpretation>
              <emma:one-of disjunction-type="recognition" id="oneOf5">
                <emma:interpretation id="interp21" emma:lang="en-US" emma:confidence="0">
                  <emma:literal>143rd</emma:literal>
                </emma:interpretation>
                <emma:interpretation id="interp22" emma:lang="en-US" emma:confidence="0">
                  <emma:literal>243rd</emma:literal>
                </emma:interpretation>
                <emma:interpretation id="interp23" emma:lang="en-US" emma:confidence="0">
                  <emma:literal>43rd</emma:literal>
                </emma:interpretation>
                <emma:interpretation id="interp24" emma:lang="en-US" emma:confidence="0">
                  <emma:literal>343rd</emma:literal>
                </emma:interpretation>
                <emma:interpretation id="interp25" emma:lang="en-US" emma:confidence="0">
                  <emma:literal>213~d</emma:literal>
                </emma:interpretation>
              </emma:one-of>
            </emma:emma>
          </inkml:annotationXML>
          <inkml:trace contextRef="#ctx0" brushRef="#br0" timeOffset="-6391">5167 6864 136,'0'0'65,"0"0"-3,0 0 522,0 0-229,0 0-127,0 0-23,0 0-124,0 0 137,0 0-46,0 0-20,-3-82-65,3 73-28,3 1 5,-3 0 4,6 0-3,-2 2-49,5-1 3,-2 0 23,0 2 3,2-2-45,1 1-59,3 1 36,4 0 20,-4 1-32,3 2 12,4-1-19,-1 3 16,1 0 4,0 0 21,-4 0-32,4 0 8,-4 5 22,0-1-29,-6 3-7,0 0-3,-4 0 13,-2 0-39,-1 2 49,0 0 19,-3 3-95,0-1 21,0 1 74,-6 1 10,-4 1-10,0 0 16,-3 1-18,0-2 2,0 0 0,-4-2 9,8-1-6,-4 0 16,3-4-3,0 2-15,3 0-1,1-5-15,-1 4-8,7-3 20,-3-1-39,0-1 6,3 1 15,0-1 20,0 1-14,0 0-15,0-1 14,0 2 16,0-2 36,6 2 22,4 0-9,3-1 19,0-1 2,0 2-69,4-3 47,2 2 7,1-2-52,0 1 20,-1-1-22,4-1-2,-3 0 2,-1 0-14,1 0 0,0 0-45,-1 0 32,-6-3 25,4 1-54,-8-1-56,1-1 24,-3 2-66,-1 0 13,-2 0-113,-4-4-200,0 4 45,0-4 4,0-1 274</inkml:trace>
          <inkml:trace contextRef="#ctx0" brushRef="#br0" timeOffset="-5910">5854 6676 149,'0'0'189,"0"0"505,0 0-199,0 0-218,0 0-44,0 0-28,0 0-31,0 0-2,0 0-37,0 0-32,0-8-51,0 8-27,0 0-10,0 0-15,0 0-22,0 0-10,0 2-20,0 6 30,0 2 22,0 2 16,-7 4 29,4 4-31,3 1-14,-7 3-2,4 0-8,-3 3 10,-1 2 1,0 1 12,1-1-11,-4 5-1,4-1-1,-4-1-2,-3 0 0,3-1 1,-3 1-89,3-4 9,-3-1 7,3-2-36,4-2 33,-1-4-40,0-1-51,4-2 41,3-1-6,0-4-72,0-1-104,0-3 46,0-4 31,7 0-208,-1-3 173,4 0 110</inkml:trace>
          <inkml:trace contextRef="#ctx0" brushRef="#br0" timeOffset="-5257">6024 6915 13,'0'0'241,"0"0"786,0 0-806,0 0 59,0 0-46,0 0-30,0 0-45,0 0 6,0 0-33,-7-46-97,14 41 30,-1-1-43,4-1-22,0-1-24,-3 3-2,9-1-23,-3 1 30,3 1 16,-3 2-20,4-3-19,-1 5 40,-6 0-20,3 0-11,-3 0-15,-4 0 3,-2 0-13,2 5-23,-3 0 22,-3 2 40,0 0 0,0 2-17,0 1-35,0 0 48,0 0-10,0 2 33,-3 1 0,-3-1 0,2 0-35,1-1 35,-7 1 17,7-3-7,-4-1-8,4 1-4,3-3-12,-3-2-6,3 0-54,0 0 74,0-1 13,0 0-13,0 0 0,0-1 24,3 2-1,4-2-7,-1 1 49,4 1-23,0 0 27,3-3-69,-3 1-23,3 3 23,3-1 58,1 1-56,-1 0-2,0-1-7,-3 1 5,4 1-19,2 2-2,-6 0-9,1-1-26,-1 4 6,-4-2 6,1 2 1,-3 0-40,-1 2-87,-2-2 114,-4 2-59,0 1 25,0 2 92,-4-2 19,-5 1 4,-1-1-23,-7 1 3,1-2-3,0-3 19,-4 0 29,0-3-48,4 0-32,0-5 32,-1-1 42,1 0-26,0-1-16,3 0-84,-1 0-17,5-1-271,2-6 346,-3-1-528,0-5 313,7 1 55,0-3 186</inkml:trace>
          <inkml:trace contextRef="#ctx0" brushRef="#br0" timeOffset="-4719">6246 6530 347,'0'0'88,"0"0"850,0 0-599,0 0-206,0 0 117,0 0-40,0 0-12,0 0-11,0 0-29,0 0-133,26-56-2,-19 51 22,3-1-26,3 2 7,0-2-26,0 3-12,3 1-11,1 0 1,-1 2 19,-3 0-26,4 0-7,-4 2-15,0 5 38,0 2-26,0 1-18,-3 2 53,-1 2-15,-2 2-23,3 2-35,-10 0-7,3 2 3,0-1-7,-3-3-15,0-1-4,0-2 48,0-1 21,0-3-66,0-2 26,0-2 65,0-3-56,0 0 32,0-2 37,0 0 61,0 0 30,0 0-3,0 0-7,0 0-26,0 0-39,0-1 1,4-5-17,2 0-23,4 0-9,-3-3 12,2 1 20,1 0 0,0-4-32,6 0 15,-6 2 15,7 0-24,-4-1-55,3 1-26,-3 3 29,0 1-75,-3 1-91,0 0-7,0 3-59,-1-1-113,1-1 266,3 2 6</inkml:trace>
          <inkml:trace contextRef="#ctx0" brushRef="#br0" timeOffset="-4083">7159 6508 38,'0'0'52,"0"0"82,0 0-82,0 0 642,0 0-361,0 0-167,0 0-59,0 0 30,0 0-79,0 0 108,-95-39-109,79 35-56,-1 3 31,4 1 42,-3 0-32,0 0 23,2 0 6,-2 5-48,3-1-21,0 4-2,-3 0-19,-4 2 19,10 1 0,-6 0-7,6 0-6,-3 2 13,3-1-16,3-1 13,4 2-33,-3-1-12,6-1-7,0 0 6,0-1 13,0-1-84,6 0 7,7-2 48,0-2 22,0-2-18,1-1-40,2-1-65,4-1 153,-1 0-69,1 0 81,-1-3-175,1-3 147,-4-3-114,4-2 42,-4-1-40,-6-4 141,7 0 126,-4 0-41,-7-1 32,4-3 33,-3 1-75,-4-2-39,3-1 127,-6 2-88,0 0 42,0 1 3,0-2 0,0 2-19,0 1 39,-6 0-50,3 3 11,-4 2 77,0 1-75,4 1 52,-3 3-84,2 2 32,1 2 15,0 3-22,3 1-3,0 0-42,0 0-50,0 0-1,0 0-44,0 0-33,0 0-32,0 5-3,0 6 112,0 4 19,0 2 42,0 1-60,3 3-1,0-2 13,1 2-16,-1 1 3,0 1-39,7 1-48,-3 3-22,-4 1-126,3 1-115,-2-2-176,-1-1-298,-3-4 22</inkml:trace>
          <inkml:trace contextRef="#ctx0" brushRef="#br0" timeOffset="-126784.73">4722 7173 62,'0'0'192,"0"0"-166,0 0-22,0 0 25,0 0-9,0 0 29,0 0 469,0 0-209,0 0-162,0 0-85,0-4-10,0 4 32,0 0 40,0 0 0,0 0-24,0 0-28,0 0-27,0 0-6,0 0-7,0 0-2,0 0 9,0 0-4,0 0-12,0 0-20,0 0 0,0 0 0,0 0-3,0 0 0,0 0-3,0 0-10,0 0-9,0 0-14,0 0-6,0 0-4,0 0-5,0 3 2,3 0 49,4 3 1,-1-1 0,1 3 15,-1 1-16,1-2-18,3 2 15,-4-2 6,1 2-26,-1 1 20,1 2-195,-7-1-10,0 0-63,0 0-28,0-2-281</inkml:trace>
        </inkml:traceGroup>
      </inkml:traceGroup>
    </inkml:traceGroup>
    <inkml:traceGroup>
      <inkml:annotationXML>
        <emma:emma xmlns:emma="http://www.w3.org/2003/04/emma" version="1.0">
          <emma:interpretation id="{A6B28D40-D076-4783-94EE-C5485201B02E}" emma:medium="tactile" emma:mode="ink">
            <msink:context xmlns:msink="http://schemas.microsoft.com/ink/2010/main" type="paragraph" rotatedBoundingBox="5272,13990 11712,14253 11679,15068 5239,148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99CB8F8-FC71-496E-9FDE-9D660EE1A172}" emma:medium="tactile" emma:mode="ink">
              <msink:context xmlns:msink="http://schemas.microsoft.com/ink/2010/main" type="inkBullet" rotatedBoundingBox="5267,14115 5566,14128 5552,14456 5253,14444"/>
            </emma:interpretation>
            <emma:one-of disjunction-type="recognition" id="oneOf6">
              <emma:interpretation id="interp26" emma:lang="en-US" emma:confidence="0">
                <emma:literal>I</emma:literal>
              </emma:interpretation>
              <emma:interpretation id="interp27" emma:lang="en-US" emma:confidence="0">
                <emma:literal>*</emma:literal>
              </emma:interpretation>
              <emma:interpretation id="interp28" emma:lang="en-US" emma:confidence="0">
                <emma:literal>F</emma:literal>
              </emma:interpretation>
              <emma:interpretation id="interp29" emma:lang="en-US" emma:confidence="0">
                <emma:literal>=</emma:literal>
              </emma:interpretation>
              <emma:interpretation id="interp30" emma:lang="en-US" emma:confidence="0">
                <emma:literal>#</emma:literal>
              </emma:interpretation>
            </emma:one-of>
          </emma:emma>
        </inkml:annotationXML>
        <inkml:trace contextRef="#ctx0" brushRef="#br0" timeOffset="39714">-5467 6968 82,'0'0'117,"0"0"-94,0 0 3,0 0 479,0 0 56,0 0-213,0 0-173,0 0-74,0 0 3,0 0 16,0 0-10,0 0-19,0 0-20,0 0-3,0 0-39,3-2-29,3 2-3,1-2-22,3 2 21,6 0 2,4-1-1,-4 0 2,4-1-2,-1 1-13,1 1 16,0 0-4,-4-1-18,0 1 9,1-2-13,-1 2-32,-3-1-36,0 1 36,-3 0-43,-3 0-6,-1 0-36,-3 0-39,4 0-81,-4 1-34,-3 2-45,0 1-10,0-3 68,0 1 173,-3 0 94</inkml:trace>
        <inkml:trace contextRef="#ctx0" brushRef="#br0" timeOffset="39310">-5353 7000 57,'0'0'61,"0"0"-25,0 0-19,0 0 361,0 0 68,0 0-286,0 0-69,0 0 75,0 0-123,0 0 80,-10-45 4,10 44-29,-3-2 6,3 0-49,0 1 19,0-1 7,0 1 1,0 1-5,0 1 4,0 0-13,0 0-19,0 0-14,0 0-12,0 0-4,0 0-19,0 0 0,0 0-19,0 0-14,0 0-9,0 0-16,0 1-10,0 5 65,0 1 3,0 3 23,0 3-10,0 0-11,0 0 0,0 1-2,0 1-10,0 1 10,0 0 3,0 1 14,0 1 25,0-2-42,0 0-1,0 0-25,0-1 26,0-1 31,0 0-31,0-3-19,0 2-4,0-3 10,0-1 0,0 0-78,0-3 69,0-1-1,0 2-35,0-4 19,0-1-104,0 1-52,0-2-13,0-1-78,0 0-30,0 0-79,0 0 20,-3-1 206</inkml:trace>
        <inkml:trace contextRef="#ctx0" brushRef="#br0" timeOffset="40082">-5412 7166 53,'0'0'69,"0"0"38,0 0-28,0 0 628,0 0-355,0 0-219,0 0-25,0 0-21,0 0-5,4 8 38,-1-8-3,0 0-27,4 1-38,2-1-3,-2 0-7,6 1-3,0-1-20,0 0-2,0 0-17,4 0 0,-4 0-2,3 0-1,0 0 0,-6 0-16,3 0-130,0 0 48,-3 0-103,-3 0 74,3 0-85,-4 1-33,1-1-61,-1 0-115,-3 0 75,1 0 219</inkml:trace>
      </inkml:traceGroup>
      <inkml:traceGroup>
        <inkml:annotationXML>
          <emma:emma xmlns:emma="http://www.w3.org/2003/04/emma" version="1.0">
            <emma:interpretation id="{9AD069AD-BC94-43F8-B5FC-25C718F8C8F8}" emma:medium="tactile" emma:mode="ink">
              <msink:context xmlns:msink="http://schemas.microsoft.com/ink/2010/main" type="line" rotatedBoundingBox="5738,14009 11712,14253 11679,15068 5705,14824"/>
            </emma:interpretation>
          </emma:emma>
        </inkml:annotationXML>
        <inkml:traceGroup>
          <inkml:annotationXML>
            <emma:emma xmlns:emma="http://www.w3.org/2003/04/emma" version="1.0">
              <emma:interpretation id="{AF9CF83E-9989-470B-A3C1-2A0381E8A83A}" emma:medium="tactile" emma:mode="ink">
                <msink:context xmlns:msink="http://schemas.microsoft.com/ink/2010/main" type="inkWord" rotatedBoundingBox="5733,14123 6222,14143 6205,14572 5716,14552"/>
              </emma:interpretation>
              <emma:one-of disjunction-type="recognition" id="oneOf7">
                <emma:interpretation id="interp31" emma:lang="en-US" emma:confidence="1">
                  <emma:literal>1:</emma:literal>
                </emma:interpretation>
                <emma:interpretation id="interp32" emma:lang="en-US" emma:confidence="0">
                  <emma:literal>2:</emma:literal>
                </emma:interpretation>
                <emma:interpretation id="interp33" emma:lang="en-US" emma:confidence="0">
                  <emma:literal>3:</emma:literal>
                </emma:interpretation>
                <emma:interpretation id="interp34" emma:lang="en-US" emma:confidence="0">
                  <emma:literal>L:</emma:literal>
                </emma:interpretation>
                <emma:interpretation id="interp35" emma:lang="en-US" emma:confidence="0">
                  <emma:literal>I:</emma:literal>
                </emma:interpretation>
              </emma:one-of>
            </emma:emma>
          </inkml:annotationXML>
          <inkml:trace contextRef="#ctx0" brushRef="#br0" timeOffset="40999">-5006 7115 57,'0'0'114,"0"0"-49,0 0 649,0 0-154,0 0-245,0 0-201,0 0-65,0 0 38,0 0 69,0 0-69,23-27-41,-20 20-4,0 2 26,4-1-33,-7 0-3,6 0 1,-2-1 18,-1-1-35,0 2 10,0-3 19,4 4-19,-7-5-25,7 1 25,-4 0-25,-3-1 22,3 1-22,0 0-1,-3 2 25,4 3 4,-4 1-6,0 1-20,0-1 23,0 2-4,0 1 4,0 0-13,0 0-13,0 0 0,0 0 0,0 0 0,0 0-29,0 0-22,0 0-27,0 0-12,0 4-10,0 1 54,0 6 46,0 1 53,0 1-53,0 1 0,3 3 10,0-5 10,-3 4-20,3-1 0,4 0 1,-7 0 2,7 1-3,-4 0-6,0 1 6,4-2-3,-7-1-35,6 0 22,-6 2-43,7-1 57,-4-2-24,0 0 1,4 2-27,-7-5 23,6 0-20,-2 1 30,-4-3-23,3 0 3,0-1-26,-3-1 33,0-1 12,3 0 11,-3-1-40,0-2-6,0 1 6,0-3-35,0 1 9,0 2 16,0-2-9,0 0 26,0-1 42,0 2 0,-3-1 24,-3 1-23,-1 0-1,-3 1 39,0-1-3,1 2-8,-1-2-27,-3 0 27,0 1-26,0-3-1,3 0 32,-3 2-22,3-2-9,0 1-3,7-1 1,-1 1 0,4-1 2,-3 0 17,3 0 1,-3 0 3,3 0 6,0 0 3,-3 0-3,3 0-9,0 1-1,0-1 7,0 0 20,0 0 6,0 0-13,0 0-17,0 0-9,0 0-11,3 0-2,3 0-19,-2 0-17,6 0-32,-1 0-23,1 0 52,7-1 20,-4 0-1,0-2-35,0 3-49,0 0 10,0 0-23,0 0 26,0 0-23,-3 0-85,0 0-29,-4 0-59,4 0-71,0-2 156,-4-1 123,1-2 63</inkml:trace>
          <inkml:trace contextRef="#ctx0" brushRef="#br0" timeOffset="41678">-4535 7320 23,'0'0'134,"0"0"-82,0 0 26,0 0 470,0 0-79,0 0-160,0 0-127,0 0-62,0 0-39,0 0-16,10 4-23,-10-4-30,0 0-12,0 0-3,0 0-16,0 0-72,0 0-120,0 0-105,0 0-146,-4 0-197,-2-4 305,6 4 354</inkml:trace>
          <inkml:trace contextRef="#ctx0" brushRef="#br0" timeOffset="41407">-4515 7028 288,'0'0'20,"0"0"-20,0 0 1064,0 0-803,0 0-66,0 0-59,0 0 0,0 0 29,0 0-25,0 0-11,-7-34-52,4 31-38,3 1 19,0 0 0,0-2-35,0 2 9,0-2-19,0 4-1,0-1-9,0 1-3,0 0-29,0 0-26,0 0-35,0 0-46,0 0-61,0 0-111,0 4-137,0 3 110,0 2 16,-4 1-76,1 0-16,0 0 282,13-60 129</inkml:trace>
        </inkml:traceGroup>
        <inkml:traceGroup>
          <inkml:annotationXML>
            <emma:emma xmlns:emma="http://www.w3.org/2003/04/emma" version="1.0">
              <emma:interpretation id="{31D9A9B2-C243-4858-B06C-523135D97AEB}" emma:medium="tactile" emma:mode="ink">
                <msink:context xmlns:msink="http://schemas.microsoft.com/ink/2010/main" type="inkWord" rotatedBoundingBox="7099,14064 7715,14090 7682,14905 7066,14880"/>
              </emma:interpretation>
              <emma:one-of disjunction-type="recognition" id="oneOf8">
                <emma:interpretation id="interp36" emma:lang="en-US" emma:confidence="1">
                  <emma:literal>1/3</emma:literal>
                </emma:interpretation>
                <emma:interpretation id="interp37" emma:lang="en-US" emma:confidence="0">
                  <emma:literal>3/3</emma:literal>
                </emma:interpretation>
                <emma:interpretation id="interp38" emma:lang="en-US" emma:confidence="0">
                  <emma:literal>13</emma:literal>
                </emma:interpretation>
                <emma:interpretation id="interp39" emma:lang="en-US" emma:confidence="0">
                  <emma:literal>M/b</emma:literal>
                </emma:interpretation>
                <emma:interpretation id="interp40" emma:lang="en-US" emma:confidence="0">
                  <emma:literal>1/</emma:literal>
                </emma:interpretation>
              </emma:one-of>
            </emma:emma>
          </inkml:annotationXML>
          <inkml:trace contextRef="#ctx0" brushRef="#br0" timeOffset="-1671">-3636 6958 60,'0'0'65,"0"0"-16,0 0-10,0 0 157,0 0 404,0 0-372,0 0-98,0 0-26,0 0 13,4-35 0,-4 32 10,0 0 6,0 1-36,0-1-29,0 0-12,0 2 5,0-2 23,0-1 0,0 3 4,0-2-8,0 1-38,0-2-13,0 3 23,0 0 22,0 0-3,0 0-10,0 1-13,0 0-13,0 0-6,0-1-6,0 1-7,0-1-14,0 1-2,0 0-16,0 0-20,0 0-12,0 0-25,0 1-18,0 3 8,0 3 83,0 4 9,6 4 49,-6 0-58,7 1-45,-1 2 45,-2-2 13,-1 1-12,3 1-1,-2-2-2,-4 2-37,0-1-22,0 1 13,0 0-17,0 0 39,0-1-71,0-1-3,0-1-62,0 0-81,0-2 67,-4 0-41,1-2-93,0-3-51,3 1-76,-7-5 72,7 0 320</inkml:trace>
          <inkml:trace contextRef="#ctx0" brushRef="#br0" timeOffset="-1217">-3237 7035 265,'0'0'23,"0"0"-23,0 0 1031,0 0-732,0 0-100,0 0-34,0 0-51,0 0-27,0 0-32,0 0-55,-16 0-29,13 5-10,-4 1 39,1 3 11,-4 4 15,-3 1 3,0 3-16,0 1 0,0 3-10,0-3 24,-1 2-27,1 1-19,0 2 0,-3 0-4,6 2 23,-3-1 0,0 2 13,0 0-39,-3 0 26,2-1-81,1 0-130,-3-2 117,3 0-65,3-3-69,0-1-55,0-4 9,1 0-52,2-4-39,4-4 189,0-2 155,3-1 21</inkml:trace>
          <inkml:trace contextRef="#ctx0" brushRef="#br0" timeOffset="-568">-3266 7355 275,'0'0'3,"0"0"-3,0 0 773,0 0-295,0 0-227,0 0-69,0 0-36,0 0-23,0 0-29,0 0-20,16-34-11,-6 29-63,0 2-39,3-2 16,-3 1-3,6-1 7,-3 4 6,-6-1-16,3 2-3,-10 0-30,6 0-6,-2 0-20,-4 1 88,0 5-13,0 0-16,0 3-16,0 0 32,0 3 13,0-2 0,0 3-20,-10 0 18,6-1-23,-5 0 25,2-2 0,-3 0-97,0-1 97,4 1 6,-4 0-6,4-3-3,-4 0-25,6 0 27,-2-3-40,6 0 37,0-2-15,0 0-20,0 0 10,0-2 3,0 0-30,0 2 56,3-1 7,7 1 90,0 0-35,3-1 19,0 0-38,3 0-43,-3 1-38,1-2 12,2 2 26,-3-1 0,-3 2-26,3 2 6,-3-1-34,-1 3 53,-2-1-63,3 0 32,-7 2-40,4 1 10,-7 1 43,3 1-33,0 2 35,-3-1 17,0 1-13,0 0 13,0 0 43,-3-1-43,-4 1 2,1-2 24,-4-1-16,-3-1-7,0-1-3,3-2 58,-6-2-12,6 1-20,-6-1-2,2-2-24,1 0-39,-3-1 19,3-1-68,6 0 20,-2 0-30,-1 0-64,3-3-145,4-4-169,0-4 170,-1-1 259</inkml:trace>
        </inkml:traceGroup>
        <inkml:traceGroup>
          <inkml:annotationXML>
            <emma:emma xmlns:emma="http://www.w3.org/2003/04/emma" version="1.0">
              <emma:interpretation id="{E0731557-BE6B-486E-ABC4-3BD47CB49C9E}" emma:medium="tactile" emma:mode="ink">
                <msink:context xmlns:msink="http://schemas.microsoft.com/ink/2010/main" type="inkWord" rotatedBoundingBox="8862,14249 11707,14366 11690,14783 8845,14667"/>
              </emma:interpretation>
              <emma:one-of disjunction-type="recognition" id="oneOf9">
                <emma:interpretation id="interp41" emma:lang="en-US" emma:confidence="1">
                  <emma:literal>-5651</emma:literal>
                </emma:interpretation>
                <emma:interpretation id="interp42" emma:lang="en-US" emma:confidence="0">
                  <emma:literal>-5656</emma:literal>
                </emma:interpretation>
                <emma:interpretation id="interp43" emma:lang="en-US" emma:confidence="0">
                  <emma:literal>-565k</emma:literal>
                </emma:interpretation>
                <emma:interpretation id="interp44" emma:lang="en-US" emma:confidence="0">
                  <emma:literal>-565!</emma:literal>
                </emma:interpretation>
                <emma:interpretation id="interp45" emma:lang="en-US" emma:confidence="0">
                  <emma:literal>-5650</emma:literal>
                </emma:interpretation>
              </emma:one-of>
            </emma:emma>
          </inkml:annotationXML>
          <inkml:trace contextRef="#ctx0" brushRef="#br1" timeOffset="137941">-329 7245 67,'4'-3'141,"-4"2"-61,0 1-79,0 0-1,0 0 16,0 0 4,0 0 9,0 0-3,0-1 356,0 0-193,0-2-143,0 2-43,0-1 23,0 0 46,0 1 12,0 0-22,0-2 0,0 2-13,0 0 0,0-1-23,0 1 9,0 1 18,0-1 2,0 1-6,0 0-1,0 0-9,0 0 4,0 0 2,0 0-3,0 0 4,0 0-1,0 0-9,-4 0-7,4 0-13,0 0 7,0 0-20,-3 0-1,3 0-2,0 0-26,0 0 6,0 0 1,0 0-4,0 2 22,-3 0 1,0 2 16,-1-2 0,1 3 1,0 0-14,0 0 6,-1-1-9,1 0-3,-4 0-13,7 0 3,-3 0 10,0-1-7,0 1 10,3 0 13,0-3-13,-4 2 1,4-1-14,0 1 13,0-2-13,0 1 11,0-1 0,0 1 0,0-1 0,0 3-15,0-3 15,4 0 2,2 0 1,-3 3 22,7-2-10,-3 1 10,3 0 3,6-1-13,-6 1 16,9-1-7,-5 1-22,5 0 3,-3 0-3,4 0-10,0 1 9,-1-1 0,1 0 1,3 2-23,-7-2 23,4 3-26,-4-1 26,1 2 0,-4-1-29,-7 2 0,4 0-1,-3 1-2,-4 0 32,-3 0 0,0 0-1,0-2-1,0 2-30,-7 0 32,1-3 3,-4 2-2,-3 1-1,3-1 26,-3-1 0,0-1-7,-7 0-8,4 0-10,-7-3-1,3 1 3,1-1 13,2 0-13,-6-2-1,4 1-1,-1 1-1,1-1 19,2-1-6,4-1-13,-3 0 0,6 0 16,-3 0-3,6 0 4,4 0-4,-3 0 0,2 0-13,4-1-37,0-2-41,0 1-42,0-1-49,0 1-104,0-4-108,7-2-121,-4-1 114</inkml:trace>
          <inkml:trace contextRef="#ctx0" brushRef="#br1" timeOffset="138368">-319 7268 118,'0'0'131,"0"0"-76,0 0 4,0 0-7,0 0 408,0 0 2,0 0-247,0 0-101,0 0-20,0 0 20,0 0 19,0 0-16,-6 0-46,6 0-29,0 0-9,0 0 2,0 0-6,3 0-25,0 0-4,1 0-13,-1 0 13,7 0 20,-1 0 19,8 0 0,-4 0-29,0 0-8,7 0-2,-4 0 0,0 0 1,1 0-2,2-1 2,1-1 0,0 2-1,-4 0-1,4-1-1,-4 1-14,0-1-30,-6 1-28,3 0-30,-3 0-19,0 0-26,-7 0-40,7 0-64,-7 0-83,0 0-22,4 0-56,-1-2 117</inkml:trace>
          <inkml:trace contextRef="#ctx0" brushRef="#br1" timeOffset="139062">316 7245 103,'0'0'167,"0"0"-135,0 0 17,0 0 0,0 0 499,0 0-70,0 0-260,0 0-94,0 0-7,-7-3 19,4 3 7,0-2-75,3 1-3,-4-2-10,1 2-10,0 1 10,3 0 6,-7 0-6,1 0-6,-1 0-36,-2 0-11,-5 0 11,-2 2 13,3 3-1,-3 0-9,3 1-3,-1 1-11,1-2 11,0 3-13,-3 2-3,3 3-12,0-3 14,3 2 0,-3 2-12,6-1 10,-2-1-10,5 1 0,1-1 13,-4 1-1,4-1 2,3 1-1,-3 0 0,3-2-1,-3 2 1,3-3 1,0 1-1,0-1-12,6-1-49,-3 0 3,4 0 25,3-3 17,0 2-39,3-2 0,-4 0 23,8-2 9,-4-1 4,3-1 17,1-2-24,2 0 3,-2 0 4,2 0-4,-2 0 1,2-2 18,-6-1-9,0 0-9,-3-1 19,3 0 1,-6-1 1,-1 2 1,1-2 20,-7 2-18,3 0 24,0-2 6,-3 3-9,0 0 9,0-3-18,0 1-12,-6 0-2,-1 1 0,1-2-32,-7 3 0,3-2 29,-10 2-45,1 1 22,-4 1 26,0 0 0,0 0 19,0 0-3,0 0-15,0 2-2,4 3-11,2-3 8,1 3 2,6-3-20,4 1 19,-1 0-36,7-1-55,0 0-71,0-1-37,0 2-19,0-2-56,10 0-71,0-1-11,3 0 33</inkml:trace>
          <inkml:trace contextRef="#ctx0" brushRef="#br1" timeOffset="139684">542 7251 251,'0'0'104,"0"0"-74,0 0-7,0 0 316,0 0 189,0 0-223,0 0-152,0 0-58,0 0-8,0 0 30,-7-2-7,7 2-25,0 0-37,0 0-19,-3 0-6,-1 0-4,1 1-6,0 2 0,-4 0 20,-2 1-33,-5 1 1,5 3-2,-8-1-12,7 3 13,1-1 13,-1 1-13,0-1-17,4 0-3,2 0 20,-2 0 14,6-2-14,0 2-2,0-2-1,0 0-10,3-2 0,4 0 13,6 1 18,0-2 21,3 3-10,4-4 10,3 3-38,3-4 2,-3-1-2,3 3-1,0-2-3,0 1-36,0 0 7,-3 1 6,0 0 10,-3 0-7,-4 0 7,0 2 15,-6-2-25,3 2 23,-6-1-23,-1 2-3,-2-1 26,-1 1-45,-3 0 35,0 0 12,0 2 1,-3 0 11,-7-1-8,0-1 0,0 2 0,-3-2-3,0 0-14,-7 2 12,4-5-9,-4 2-18,4-2 6,-4 0 7,4-2-10,-3 0-52,2-1-6,1 0 0,-1-1-11,8 0-31,-1 0-57,0 0-48,3 0-49,4-1-131,3-6 26</inkml:trace>
          <inkml:trace contextRef="#ctx0" brushRef="#br1" timeOffset="139976">532 7247 301,'0'0'72,"0"0"-46,0 0 3,0 0 157,0 0 375,0 0-281,0 0-153,0 0-53,0 0 14,0 0 36,39 6-30,-26-6-46,7-2-22,-1 0 4,4 0-29,-3 0-1,3 0-10,0 1 8,0 0-37,-4 0-81,-2 0-75,-1 1-108,-6-3-185,-4 1-155</inkml:trace>
          <inkml:trace contextRef="#ctx0" brushRef="#br0" timeOffset="-128079.73">973 7188 57,'0'0'88,"0"0"0,0 0-37,0 0-51,0 0-4,0 0-9,0 0 13,0 0 1,0 0 13,0 0-11,0 0 0,0 0 13,0 0-3,0 0 0,0 0 4,0 0-1,0 0 157,0 0-49,0 0-36,0 0-26,0 0 6,0 0 10,0 0 7,0 0-10,0 0-13,0 0-7,0 0-6,0 0 0,0-2 0,0 2-10,0 0 3,0 0-3,0 0-10,0 0 1,0 0-7,0 0 3,0 0-10,0 0-14,0 0-2,0 0-1,0 0-2,0 0-14,0 0-2,0 0-1,0 0-9,0 0 3,0 0-6,-3 0 2,0 0 11,0 5 19,-4-2-23,4 0 21,-1 1-32,-2 2 34,-1-2 2,4 2 2,-3-2-4,2 3-3,-2-3 1,6 1-30,-4 0 2,-2 1 8,6-1 20,-3 2-11,-1 0-2,4-1 14,-3 1-1,3 0-31,0-1 30,0 0 3,0 1-13,0-2 14,0 3-2,0-1 0,0 1 1,0 0 0,0-3-16,0 3-1,0-1 14,0 1 3,0-1 13,3 1-13,-3-1-15,4 0 14,-1-2-14,-3 2-5,6-2-19,-2 3-55,2-1 9,4 0 43,-3-1-196,6-1-79,-3-2 56</inkml:trace>
          <inkml:trace contextRef="#ctx0" brushRef="#br0" timeOffset="-2867">-1882 7457 55,'0'0'186,"0"0"-147,0 0 389,0 0-5,0 0-149,0 0-82,0 0-72,0 0-26,0 0-6,0 0 0,-4-10-14,4 10-15,0 0-20,7 0-10,-4-2-3,4 1-26,3 0 1,6 0 14,0 1-14,10-1 18,7 0-15,6-1 5,4 2 4,9 0-3,4-1-10,3 1 3,9-1-3,1 0-10,0-1-12,6 0 44,4 0 15,-7-1-37,0 1-29,-4 0 0,-12-1-49,-7 2-16,-13-2-133,-13 2 12,-7 1-3,-9 0-36,-7-2-91,0-1-108,-10-3 79,-3 2 374</inkml:trace>
        </inkml:traceGroup>
      </inkml:traceGroup>
    </inkml:traceGroup>
  </inkml:traceGroup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9:22:43.762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E571E8C-FB3D-4568-BDA1-D26732536910}" emma:medium="tactile" emma:mode="ink">
          <msink:context xmlns:msink="http://schemas.microsoft.com/ink/2010/main" type="inkDrawing" rotatedBoundingBox="11607,14565 15555,14447 15557,14499 11609,14616" semanticType="underline" shapeName="Other">
            <msink:sourceLink direction="with" ref="{A2C25908-6D84-46F8-9D09-81FF97B4756D}"/>
            <msink:sourceLink direction="with" ref="{9FA14833-C083-4C4E-B5A2-822476CE9937}"/>
            <msink:sourceLink direction="with" ref="{6EF7DFCD-1ECA-4BAE-BFA5-955A8ED69581}"/>
          </msink:context>
        </emma:interpretation>
      </emma:emma>
    </inkml:annotationXML>
    <inkml:trace contextRef="#ctx0" brushRef="#br0">-1 125 62,'0'0'42,"0"0"-22,0 0 9,0 0 4,0 0 58,0 0 418,0 0-248,0 0-141,0 0-61,3-1 16,-3 1 48,0 0 50,0 0-76,0 0-38,0 0-14,0 0 1,0 0-1,0 0 7,0 0 0,0 0 0,0 0-3,0 0-4,0 0-3,0 0-9,0 0 22,0 0-36,0 0-18,4 0-1,-4 0-3,0 0 3,3 0 0,4 0 29,-4 0-6,3 0 16,4 0-17,3 0-20,0 1 40,0 0-3,4 1-19,2 0-8,1-1-8,6 1 15,4-1-1,2 0-17,8 0 11,2 0 4,4-1 23,6 0-36,1 0 10,2 0-3,4 0-9,0 0 0,0 0 8,3 0-9,-3 0-1,0 0-20,0 0 21,-4 0 16,1 0-1,-4-2-13,1 1-4,-1-1-3,3 0 5,-2-2 0,-1 2-13,10 0 12,-3-2 0,0 1-28,3-1-13,0 4 39,0-2-33,-3 0 23,0 1-16,0-1 29,-3 1-2,-1-1-1,1 0 2,0 2-49,-4 0 48,0-2-28,-3 1-2,0 0 28,0 0 4,-3-1-2,0-1 2,0 2-22,0-1 18,-1-1 4,1 3 0,0-2 0,3 1-13,0 0-3,-3 0 14,6-1 1,-6 2-1,3-2-17,-3-1 17,0 2-2,-1 1-12,-2-2-7,-4 1 23,1 0-1,-4 0 1,-1 0 0,1-2-3,-3 1-23,-3 0-6,2 0 25,-2 2-19,-1-2 10,1 1-4,-1 0 20,1-1 1,-8 0-1,5 2 0,-5-2 0,-2 1 0,0-1-9,-1 0-6,-2 2 14,-1-1 2,-3 0-8,4 0 7,-8 0 0,1 0 1,-3 1-1,2 0 1,-2-1 20,0 1-21,-1 0-22,1-2 22,-4 2 26,3-1-23,-2 0 14,-1 1 2,-3 0-3,3 0 1,-3-1 5,4 1-6,-1-1-13,0 1-3,-3 0 0,0-1 0,0 1 2,3 0 11,1-3 3,-1 3-16,-3-1 0,3 0-26,4 0 0,-4 0 24,4 0-18,-1 1 18,-3 0-11,4 0 12,-7-1-22,6 1-15,-2-1 5,2 0 17,-2-1-39,-1 2 0,0 0 6,-3 0 20,3 0-20,-3 0-13,0 0 0,0-1-9,0 1-20,0 0-62,0 0-65,-3 0-14,-3-2-81,-4 0-117,0-3 290,0 1 92</inkml:trace>
  </inkml:traceGroup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9:25:30.447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A379B483-22FD-4F43-8B8F-8359501C3AF1}" emma:medium="tactile" emma:mode="ink">
          <msink:context xmlns:msink="http://schemas.microsoft.com/ink/2010/main" type="writingRegion" rotatedBoundingBox="15131,15386 16780,15386 16780,15909 15131,15909"/>
        </emma:interpretation>
      </emma:emma>
    </inkml:annotationXML>
    <inkml:traceGroup>
      <inkml:annotationXML>
        <emma:emma xmlns:emma="http://www.w3.org/2003/04/emma" version="1.0">
          <emma:interpretation id="{FCEED862-B195-4D7B-9720-185DF7EC2257}" emma:medium="tactile" emma:mode="ink">
            <msink:context xmlns:msink="http://schemas.microsoft.com/ink/2010/main" type="paragraph" rotatedBoundingBox="15131,15386 16780,15386 16780,15909 15131,1590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D0F5A0A-31A3-4597-8B1B-C0CB5D9FBD93}" emma:medium="tactile" emma:mode="ink">
              <msink:context xmlns:msink="http://schemas.microsoft.com/ink/2010/main" type="line" rotatedBoundingBox="15131,15386 16780,15386 16780,15909 15131,15909"/>
            </emma:interpretation>
          </emma:emma>
        </inkml:annotationXML>
        <inkml:traceGroup>
          <inkml:annotationXML>
            <emma:emma xmlns:emma="http://www.w3.org/2003/04/emma" version="1.0">
              <emma:interpretation id="{AD6021FA-D6FC-4227-BE16-BCC006EC6364}" emma:medium="tactile" emma:mode="ink">
                <msink:context xmlns:msink="http://schemas.microsoft.com/ink/2010/main" type="inkWord" rotatedBoundingBox="15131,15386 16780,15386 16780,15909 15131,15909"/>
              </emma:interpretation>
              <emma:one-of disjunction-type="recognition" id="oneOf0">
                <emma:interpretation id="interp0" emma:lang="en-US" emma:confidence="0">
                  <emma:literal>372</emma:literal>
                </emma:interpretation>
                <emma:interpretation id="interp1" emma:lang="en-US" emma:confidence="0">
                  <emma:literal>37 Z</emma:literal>
                </emma:interpretation>
                <emma:interpretation id="interp2" emma:lang="en-US" emma:confidence="0">
                  <emma:literal>37 z</emma:literal>
                </emma:interpretation>
                <emma:interpretation id="interp3" emma:lang="en-US" emma:confidence="0">
                  <emma:literal>372.</emma:literal>
                </emma:interpretation>
                <emma:interpretation id="interp4" emma:lang="en-US" emma:confidence="0">
                  <emma:literal>37 I</emma:literal>
                </emma:interpretation>
              </emma:one-of>
            </emma:emma>
          </inkml:annotationXML>
          <inkml:trace contextRef="#ctx0" brushRef="#br0">8 74 146,'0'0'162,"0"0"-162,0 0-4,0 0 4,0 0 23,0 0 7,0 0 514,0 0-326,0 0-159,0 0-4,-4-16 30,1 14 6,3 0 26,0-1-52,0 0-6,0 2 3,0-2 6,0 0-10,0-1 1,0 2 12,0-2-48,0 1 19,0 1-6,0-2 3,3 0-13,1 1-10,-1 1 33,3-1 2,-2 1-20,2 0-31,4 1 0,-3-1 0,9 1 16,0 1-3,4 0-13,0-1-1,2 1-3,-5-1 3,2 1 1,-2 0 0,-4 0-2,0 0-9,-3 2 11,0 2 17,-4 1-17,1-1-4,-4 2-18,0 0 22,-3 1 0,0 0 0,0-1 2,-3 4-2,-4-1 26,-2 2 6,-1-2-16,0 1 0,0-1-16,-3 1-9,0-2 2,6-1 7,-6-1 36,0 1-7,3-1-10,4-2-18,-1 1 11,1-2-12,6-1-2,-3 0-14,3 0 3,0-1-10,0-1 7,0 1 0,0-1-3,3 0 19,7 3 41,-1-1-22,5 0 30,-1 2-49,0 1 0,0-3 0,3 3-3,-3 0 1,4-2-26,-4 1 28,0 1 1,0-2-1,-3 5-13,0-3 13,-4 1-26,1 1 10,-1 0 0,1 1 3,-4-3-3,0 3-20,0 0-6,-3 1 16,0-1 26,0 2 28,0 0-8,-6-3 6,-4 0-25,4 1 0,-4-1 17,0-1-16,0-1 21,-3-1 3,0 0-13,-3 0 3,-1-1 3,1 0-15,0-2 9,-1 1 0,1-1-11,-1 0 0,8-1 1,-4 0 0,3 0 1,0 0-2,3 0 1,1 0 13,6 0-3,-7 0-13,7 0-43,0 0-51,-3-2-35,0 0-59,3 0-105,-3-4-146,3 0-199,0-2 73,0-1 460</inkml:trace>
          <inkml:trace contextRef="#ctx0" brushRef="#br0" timeOffset="786">479 0 103,'0'0'72,"0"0"45,0 0-45,0 0 557,0 0-293,0 0-151,0 0-55,0 0-16,0 0 29,-20-28 23,20 27-43,-3 0-36,3 1-9,-3 0 3,3 0-13,0 0-4,0 0-6,0 0-22,0 0-14,0 0-5,0 0-14,0 0 10,0 0-11,0 0 11,3 1 0,0 0 6,4 0 10,-1 0 3,1 2 10,-1-1-10,4 0 3,0 1 10,6 0-10,-3-1-12,4-1-22,2 0 0,1-1-1,-4 0-1,4 0 1,0 0 1,-4 0 2,0 0-2,1 0-1,-1 0 0,-3 0-2,0 0 0,0 0 2,-3 0 1,-3-1 1,-4 1 0,7 0 14,-10-1-12,0 1-1,0 0-2,0 0-1,0 0-23,0 0-5,0 0-8,0 0-12,0 0 0,0 0 16,0 1 32,-4 5 29,4 0 0,-6 3-12,6-2-15,0 3 9,0 1-10,-3 0 12,3 3-10,0 0 16,0 2-3,0 0-16,0 0 0,0 2 0,0 0 0,0 0 16,-4 1 0,1-2-15,3 2 1,-3-4-1,-1 1 25,4 0-23,0-2-3,0-1-11,0 0-12,0-3-9,0-2-13,0 0 0,0-3-6,-3 0-4,3-2-3,0-1-6,0-2-14,-3 0-22,3 0-39,0 0-36,0 0-65,0 0-55,0 0-37,0-4-98,0-3-82,0-2 205,0-3 241</inkml:trace>
          <inkml:trace contextRef="#ctx0" brushRef="#br0" timeOffset="1091">603 161 214,'0'0'65,"0"0"7,0 0-23,0 0 632,0 0-228,0 0-232,0 0-124,0 0-41,0 0 22,-39 7 22,39-7-12,0 1-33,0-1-10,10 0 33,-4 0 9,4 2 10,3-2-26,3 0-65,-3 0-3,7 0-6,-4 0 3,7 0-25,-3 0 9,3 0 3,-4 0-26,-2 0-13,-1 0-16,-3 0 17,0 0-53,-3-3-87,0 0-27,0 1-87,-7-2-132,0-3-136,1 0 70,-4-2 485</inkml:trace>
          <inkml:trace contextRef="#ctx0" brushRef="#br0" timeOffset="1926">982-25 60,'0'0'231,"0"0"-159,0 0 420,0 0-45,0 0-177,0 0-56,0 0-97,0 0 0,0 0 32,0 0-19,-26-26-36,26 21-46,0-2-9,0 2 6,0-1 7,0-1-4,0 0-12,0 0-4,10 0 0,-7 1-9,4 0 6,-1-1 6,4 3-19,0-1 13,3 1 3,-3 1-3,3-1-29,3 1-9,4-1 9,0 4 1,3-1 28,3 1-27,-3 0 0,-1 0 30,1 1-13,-3 3-19,0 0 0,-4 1-16,-6 0-10,3 2 23,-3 2 3,-4 1 11,-2 3-1,-1 4-10,0 0-42,-3 2-116,3-1-737,-3-2 895,0-3 98,-3-2-98,-10 1-69,3 1-96,-6 1 135,-1 0 30,-2 0 71,-4 1-70,3-2 43,1-2-44,-4 3 0,3-3-2,4-1 2,3-2 9,-4 1-8,8-2-2,2-2-19,4-1 19,-1-1-2,1-3-29,3 2 6,0-2 13,0 0 9,0 0 1,0 0 0,0 1-26,3 1-56,4-1 69,0 1 16,2 0 1,4 0 87,1-2-88,2 1-14,0-1-52,4 0-44,-1 0-53,1 0 20,3 0 29,-3 0-10,3-1 16,-4 1-51,4-2-24,0-1 7,0 1 55,0-1 50,-7 0 2,4-1 4,-4 0 65</inkml:trace>
          <inkml:trace contextRef="#ctx0" brushRef="#br0" timeOffset="4029">1100 217 83,'0'0'78,"0"0"-36,0 0-22,0 0-18,0 0 14,0 0-14,0 0 21,0 0 3,0 0 10,0 0 264,0 0-114,0 0-72,0 0-29,3 0 0,1 0-7,-1 0 19,-3 0-9,3 1-26,1-1-26,-4 1-13,3-1 3,0 1 6,0-1 17,4 0 10,-1 1-37,-2 0 1,6 1 6,-4-2-3,4 1 4,0 0 9,-1 1-26,1-2-10,0 1 29,3 0-9,0 0-21,-6 0 15,9-1 5,-3 0-18,4 0-4,-4 0 2,6 3 14,-2-3-5,-1 0-10,4 1-1,-1-1 13,-2 0-10,-1 0 23,0 0-23,1 0-1,-1 0-1,-3 0-1,0 0 0,7 0 0,-10 0 0,6 0 2,-6 0-2,3 0 0,0 0 3,-3 0-3,-4 0-1,4 0 0,0 0-14,-3 0 15,-1 0-2,1 0 1,-1 0-15,-6 0-7,3 0-3,1 0-19,-4 0-17,0 0-25,0 0-60,0 0-55,0 0-74,0 0-89,0-1-102,-4-2 226</inkml:trace>
        </inkml:traceGroup>
      </inkml:traceGroup>
    </inkml:traceGroup>
  </inkml:traceGroup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9:26:16.412"/>
    </inkml:context>
    <inkml:brush xml:id="br0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4690586-5643-4E94-890E-96EDF2414778}" emma:medium="tactile" emma:mode="ink">
          <msink:context xmlns:msink="http://schemas.microsoft.com/ink/2010/main" type="writingRegion" rotatedBoundingBox="6043,18366 9123,18263 9142,18814 6061,18917"/>
        </emma:interpretation>
      </emma:emma>
    </inkml:annotationXML>
    <inkml:traceGroup>
      <inkml:annotationXML>
        <emma:emma xmlns:emma="http://www.w3.org/2003/04/emma" version="1.0">
          <emma:interpretation id="{E7C3ABF9-33C3-4EC4-B52E-5591A85813EC}" emma:medium="tactile" emma:mode="ink">
            <msink:context xmlns:msink="http://schemas.microsoft.com/ink/2010/main" type="paragraph" rotatedBoundingBox="6043,18366 9123,18263 9142,18814 6061,1891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5EDD2BD-DF3B-452F-A190-16F3AA99906A}" emma:medium="tactile" emma:mode="ink">
              <msink:context xmlns:msink="http://schemas.microsoft.com/ink/2010/main" type="line" rotatedBoundingBox="6043,18366 9123,18263 9142,18814 6061,18917"/>
            </emma:interpretation>
          </emma:emma>
        </inkml:annotationXML>
        <inkml:traceGroup>
          <inkml:annotationXML>
            <emma:emma xmlns:emma="http://www.w3.org/2003/04/emma" version="1.0">
              <emma:interpretation id="{07656D31-D998-4C50-AD9D-803FD2AF113D}" emma:medium="tactile" emma:mode="ink">
                <msink:context xmlns:msink="http://schemas.microsoft.com/ink/2010/main" type="inkWord" rotatedBoundingBox="6043,18366 9123,18263 9142,18814 6061,18917"/>
              </emma:interpretation>
              <emma:one-of disjunction-type="recognition" id="oneOf0">
                <emma:interpretation id="interp0" emma:lang="en-US" emma:confidence="1">
                  <emma:literal>constant</emma:literal>
                </emma:interpretation>
                <emma:interpretation id="interp1" emma:lang="en-US" emma:confidence="0">
                  <emma:literal>constant _</emma:literal>
                </emma:interpretation>
                <emma:interpretation id="interp2" emma:lang="en-US" emma:confidence="0">
                  <emma:literal>cons taut</emma:literal>
                </emma:interpretation>
                <emma:interpretation id="interp3" emma:lang="en-US" emma:confidence="0">
                  <emma:literal>constant -</emma:literal>
                </emma:interpretation>
                <emma:interpretation id="interp4" emma:lang="en-US" emma:confidence="0">
                  <emma:literal>cons taint</emma:literal>
                </emma:interpretation>
              </emma:one-of>
            </emma:emma>
          </inkml:annotationXML>
          <inkml:trace contextRef="#ctx0" brushRef="#br0">295 53 171,'0'0'45,"0"0"-41,0 0 449,0 0-78,0 0-102,0 0-126,0 0-82,0 0 84,0 0-9,0 0-42,0 0-8,0 0-8,-33-47-11,30 46 55,3 0-6,-7-1-43,4 2-44,-4-1-33,-3 1-33,1 0 31,-1 0-11,-3 0-9,0 0 6,-4 4-1,-2 5 17,2 1-1,-2 3-6,2 0 7,1 3 48,0-1-25,-1 3-23,4-1-17,3 2 15,-3-1-21,7 1 21,-1 0-27,7-2-13,0 0 19,0-3-71,0-1-26,10-1 42,0-1 20,9 0-43,4-3-19,4-1-62,-1-3-117,6-3-167,-2-1-144,-1-2 454,-3-4 99</inkml:trace>
          <inkml:trace contextRef="#ctx0" brushRef="#br0" timeOffset="1415">488 114 152,'0'0'88,"0"0"75,0 0 558,0 0-321,0 0-185,0 0-66,0 0-19,0 0-36,0 0-19,0 0-24,0 0-21,0 0-11,-69 34 17,59-30-10,4 4 9,2-4-6,-2 3-27,2 1-1,-2 1 15,6-2-13,0-1 0,-3 1 16,3 1-19,0 0-31,0-3-11,3 2-49,7-1 91,0 0 29,3-1-28,3 0 7,0-1-8,7-3-2,-3-1-69,3 0 55,-4 0-36,4 0 16,-3-5-22,0-1 22,-1 0 7,-6-1 0,0-1 26,-3 1-33,-7-3-6,4 1 12,-7-1 11,0-1-59,0 2 36,-3-2-1,-10 3-15,0-1 2,3 0 53,-7 0-27,1 1 10,-4 0 4,4 0-13,-4 2 22,4-1 7,0 1 26,6 2 0,0 1 27,0 0 12,10 2-13,-3-1 45,3 2-6,0 0-26,0 0 3,0 0 29,0 0-9,0 0-27,3 0-48,4-2-13,6 1-37,0-2 14,0 2 23,3-2 23,1 1-23,-4 0 2,3 0 1,4 2 20,-4 0-7,1 0 16,-4 0-30,3 0 2,-6 0-2,3 0 16,-3 0-17,-1 0-1,-2 0 1,0 0 0,-1 0 2,-3 0-2,4 4-1,-4-1-12,0 0-40,1 1-3,-1 1 55,0 2 45,1 1-19,-1 1 0,0 0 19,4 1-28,-7 0-17,3 2 42,0 0-20,0 0-22,-3 0-19,0-1 16,4-1-10,-4-1-13,0 0 23,3-1-43,-3-3-25,0 0 68,0 0 3,3-4 0,-3 3 19,0-4-19,0 0 13,0 0 29,0 0 13,0 0-9,4 0-21,-1 0 1,-3-1 10,10-3-23,-7-3-13,3 1 1,4-3 15,-3-1-14,3 0-2,-1-2-20,1-1 4,7 1 15,-8-3-43,4 2 15,1 1-32,-5-1 38,4 5 0,1 0-6,-8 1-13,7 2 41,-3 2 1,3 1 17,-6 1-4,2 1-13,1 0-18,-6 0 18,2 0-29,-3 0-3,4 2 9,-7 3-13,6-1-22,-2 3 35,-1-2 23,0 2 20,-3 2 22,7 0-40,-4 1 34,0 0-36,1 1-10,-1-2 10,7 2 29,-7 0-29,3-2 16,1 0 0,0 0-16,-1-1 21,1 0-21,-1-1-32,4-1 30,0-2-46,-4-3 41,4 2-6,3-3 7,0 0-14,4 0 20,-7 0 0,9-3-61,-9-2 61,6-3-23,-3-2-32,0 0 36,1 0-14,-1-1 33,-7-2-2,1-1 2,-1 0-20,4-1 1,-3 1-95,-7-2 59,3 3-13,0 0 32,-3 1-19,0 1 51,0 1-18,0 2 22,0 4 48,0 1 21,0 0 77,-3 2-45,0 1-27,3 0-48,0 0-24,0 0 15,-4 0-14,4 0-3,0 0-12,0 1-24,-3 2 4,3 0 32,0 1 19,-3 2 40,3 0-1,0 1 1,0 3-24,0-3 14,3 1-32,4 1-15,2-2 32,1 2-31,0 1 31,6-2-34,-3 1 0,1-1 11,2 0-10,0 1-1,-3-3-22,4 2-11,-1 0-41,-6 1 38,6-1 4,-6 0-95,0-2 43,-7 1 32,4 1-39,-4-3-7,-3 1 7,0 0-29,0-1-10,-3 0 19,-7 0 111,-3 0 29,0 0-12,-7 2-8,-6-4-9,0 2-61,0-2 5,-4-3-32,-3 1-13,4-1 33,0 0-49,2 0 81,8 0-3,2 0-118,4-1-55,7-5-49</inkml:trace>
          <inkml:trace contextRef="#ctx0" brushRef="#br0" timeOffset="2690">1551 40 45,'0'0'198,"0"0"588,0 0-236,0 0-218,0 0-76,0 0-26,0 0-46,0 0-52,0 0-22,0 0-27,0 0-50,26-2-33,-10-1-2,4-1 2,3 1-9,0 0 9,3 0 0,0-1-1,-3 2 0,3-1 1,-3 1 1,3 1-1,-6 1-2,3 0-18,-7 0 1,0 0 6,-3 0 11,-3 1-24,0 5 10,3-1-9,-10 1-4,7 1-4,-3 1-15,-4 1-52,4 1 42,2 1 3,-5-1-6,-1 2-43,0 0 69,0 1-66,-3-2 46,4-1-3,-4 1-10,0-3 16,0 1 9,0-1-9,0-1-6,3-1-33,-3-1 42,0-2-16,0 0 10,0-3-4,0 0 10,3 0 49,-3 0 24,0 0 41,0 0 23,0 0 7,0-3-63,0-3-12,0-1-20,0-1 0,0-1 0,0 1-2,-3-3 2,-4 3-22,4-1-3,-3 1 24,-1 0 2,1 3 43,-4-1-44,3 3-3,4 2 1,-4-1 4,-2 2 12,2 0-11,-3 0 27,0 0-40,1 0 12,-1 5-2,-7 3 62,8 0-17,-8 1-22,7 1 0,-3 1 3,4 0-26,-5 0 2,11 1-2,-3-1 0,-1 0 7,7-2-5,0 1 0,0-1-2,0-3-17,10 3 17,3-3 36,0 1-35,3-2-1,4-1-36,-4-2-38,4 0 35,0-2-62,-4 0-19,0 0 38,4-7-18,-4 2-5,1-2-48,2 1 4,-9-2 18,7 0-25,-11-1 2,4 0 86,-4-1-23,-2-1-66,-1 2 50,0 0-30,-3 1 137,4 1 0,-4 5 26,0-2 49,0 1 45,0 2-84,0 1 176,0 0-29,0 0-59,0 0-36,0 0-39,0 0-20,0 0 0,0 0-9,0 2-7,0 2 10,0-2-1,0 2 63,0 2-20,0 0-13,6 0-35,-3 0 5,4-1-22,-1-1-42,1 0-23,3 1-52,3-3-79,0 2-65,0-4-104,0 0 104,3 0 259,-6-1-12,3-4 14</inkml:trace>
          <inkml:trace contextRef="#ctx0" brushRef="#br0" timeOffset="1820">1616-190 118,'0'0'737,"0"0"45,0 0-493,0 0-146,0 0-4,0 0 4,0 0-20,0 0-39,0 0-62,0 0-9,-10 21 61,10-9 7,0 1 6,-3 0-65,3 2 10,0 0 23,0 1-39,0-1-2,0 2-13,0 0-1,0 1 3,7 1 0,-4-1 1,0 1-3,4 0 11,-4 1-12,0-1-1,0 1-15,4-3-25,-4 0-46,1-2-19,-1 0-10,0-2-62,0 0-3,1-2-127,-4 0 71,0-3-157,0-4-39,0-1-72,0-3 178,0 0 259</inkml:trace>
          <inkml:trace contextRef="#ctx0" brushRef="#br0" timeOffset="3607">2228 110 89,'0'0'26,"0"0"39,0 0 17,0 0-80,0 0 409,0 0 42,0 0-297,0 0-29,0 0-13,-30-53 72,30 53 5,0 0-51,0 0-66,-3 0-44,3 0-1,0 0-10,0 0-19,0 4-16,0-1 16,0 3 2,-3 0 40,3 2-9,0 1-11,0 1-6,-3 1-16,3-1-6,0 0 6,0 1 0,-4 0 1,4 0 9,0 0 19,0-1-29,0-1-2,0 0-27,0-1-39,4-3-20,-1 1 40,-3-3-24,6 0 71,-2-3-2,-1 0 3,0 0 61,4 0 8,-4 0-24,7-4-32,0-3 23,-4 2-8,4-4-27,0 0 0,-4 0 0,4-3 1,0 0 14,0 1-14,-4-1 11,4 0-12,3 1-1,-3-1-13,0 3 4,0 3 9,-4 0 74,1 3 49,-1 1-78,1 1-45,-4 1-3,0 0 3,1 0 27,-1 0-13,-3 0-14,3 0 0,-3 1 0,3 2 0,1 0 26,-1 3-4,0 1 1,1-1-23,2 1 0,-6 1 0,7-1 3,-4 1-1,3 2-2,-2-3-1,2 1-17,-2 1 17,2-2 0,1 0-2,-1 0-10,4-1-29,0-1-13,0 0 16,3-3-32,0 0-7,0-1-42,3-1 36,-3 0-13,0-1-23,0-4 3,1-3-65,-5-1 3,1-2 9,0-2 1,-4 1 84,1-4 50,-7-1 2,0-1-4,0-3 35,0-2-162,0 3 82,0-4 82,0 0 79,0 1-53,-3-1 16,-1 4 101,4-3 24,-6 5-21,3-2 10,-7 3 147,7 1-124,-4 3-24,1 0 43,-4 2-49,6 1-39,-2 3 19,6 2-39,-7 2 23,7 1 6,0 2-23,0 0-35,0 0-23,0 0-9,0 0-3,0 0-13,0 0-13,0 0-16,0 2-13,0 1 12,0 8 17,0 0 35,0 5-6,0 0 10,0 4-37,7-1 15,-4 2-16,4 1-1,-1 1 4,4 1-4,-3 1 1,-4 2-1,7-1 1,-1 0-1,-2-1 2,0-1-2,-1 0-32,1-1 3,2 0-12,-2-2-33,0-1-6,-1-2 16,1-2-23,-4-2-9,3-2-27,1-1 4,-7-3-20,7 0 13,-4-4-82,0-1 30,4-3-60,-7 0-19,6 0 7,-3-1-63,1-9-242,-1-2 298,0 0 246</inkml:trace>
          <inkml:trace contextRef="#ctx0" brushRef="#br0" timeOffset="3920">2686-67 91,'0'0'1,"0"0"83,0 0-2,0 0 583,0 0-213,0 0-165,0 0-108,0 0-40,0 0 10,0 0-9,0 0-17,0 0-23,-30 15 0,34-14-13,-1-1-45,7 0-10,-1 2 4,11-2-8,3 0-8,3 1-20,4-1-13,-4 0 12,3 0-57,4 0-16,-7 0-33,0-3-51,4-1 0,-4 0-102,0 0-143,-6-3-153,-1-1-145,-2-1 368,-4 2 318</inkml:trace>
        </inkml:traceGroup>
      </inkml:traceGroup>
    </inkml:traceGroup>
  </inkml:traceGroup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9:23:27.723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7E2C1DDC-E953-40A5-905E-0FB146A39B85}" emma:medium="tactile" emma:mode="ink">
          <msink:context xmlns:msink="http://schemas.microsoft.com/ink/2010/main" type="writingRegion" rotatedBoundingBox="9426,16082 8011,16638 7676,15787 9092,15231"/>
        </emma:interpretation>
      </emma:emma>
    </inkml:annotationXML>
    <inkml:traceGroup>
      <inkml:annotationXML>
        <emma:emma xmlns:emma="http://www.w3.org/2003/04/emma" version="1.0">
          <emma:interpretation id="{2D876777-190D-43A3-96E6-E1A3358D23D9}" emma:medium="tactile" emma:mode="ink">
            <msink:context xmlns:msink="http://schemas.microsoft.com/ink/2010/main" type="paragraph" rotatedBoundingBox="9426,16082 8011,16638 7676,15787 9092,152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88D866C-8BBE-4A6D-9F96-CB3CA9E91500}" emma:medium="tactile" emma:mode="ink">
              <msink:context xmlns:msink="http://schemas.microsoft.com/ink/2010/main" type="line" rotatedBoundingBox="9426,16082 8011,16638 7676,15787 9092,15231"/>
            </emma:interpretation>
          </emma:emma>
        </inkml:annotationXML>
        <inkml:traceGroup>
          <inkml:annotationXML>
            <emma:emma xmlns:emma="http://www.w3.org/2003/04/emma" version="1.0">
              <emma:interpretation id="{7F78FCC3-62A5-4E3A-B3EC-18F70F1B3070}" emma:medium="tactile" emma:mode="ink">
                <msink:context xmlns:msink="http://schemas.microsoft.com/ink/2010/main" type="inkWord" rotatedBoundingBox="9426,16082 8011,16638 7676,15787 9092,15231"/>
              </emma:interpretation>
              <emma:one-of disjunction-type="recognition" id="oneOf0">
                <emma:interpretation id="interp0" emma:lang="en-US" emma:confidence="0">
                  <emma:literal>293,</emma:literal>
                </emma:interpretation>
                <emma:interpretation id="interp1" emma:lang="en-US" emma:confidence="0">
                  <emma:literal>193,</emma:literal>
                </emma:interpretation>
                <emma:interpretation id="interp2" emma:lang="en-US" emma:confidence="0">
                  <emma:literal>293k,</emma:literal>
                </emma:interpretation>
                <emma:interpretation id="interp3" emma:lang="en-US" emma:confidence="0">
                  <emma:literal>[93,</emma:literal>
                </emma:interpretation>
                <emma:interpretation id="interp4" emma:lang="en-US" emma:confidence="0">
                  <emma:literal>It93</emma:literal>
                </emma:interpretation>
              </emma:one-of>
            </emma:emma>
          </inkml:annotationXML>
          <inkml:trace contextRef="#ctx0" brushRef="#br0">-1640 8128 39,'0'0'13,"0"0"13,0 0-6,0 0-4,0 0 13,0 0-6,0 0 0,0 0 6,0 0 180,0 0-150,0-10 16,0 7-49,0 2 20,0-2-4,0 1 30,0 1-27,0-2 14,0 2 39,0-3-49,0 2-36,0 0 23,0-2 32,0 3-3,0-1-10,0 0 4,0 0-43,0-1-3,0 2 39,0 1 20,0-1-23,0 1-47,0-4 18,0 1-20,0 2 2,0-2 40,0 2 17,0-1-17,0 0-26,0 0 23,0 1 7,0 0-17,0 0 0,0 0 7,0 0 13,0 1-1,0 0-2,0 0-7,0 0-4,0 0-6,0 0 1,0 0-8,0-1-5,0-1-14,-4 2 16,4-1-15,0 1-3,0 0-1,0 0-3,0 0-9,0 0-11,0 0-10,0 0-2,0 0-7,0 0-4,0 0-6,0 0-16,0 0-16,0 6 48,-3 3 36,3 1 1,-3 2 35,0 0-4,3 1-29,0 0 62,-4 2-39,4-2-26,0 2 26,0-1 3,0 3-27,0 0 0,0-2 31,0 2 6,0 1-39,4 0-26,-1 0 26,-3-1 3,3 1-3,-3-1 0,0-1 0,3 2 13,1-3-13,-4 2 3,0-1 0,0-1-3,0 0-26,0-1 6,0 0 20,0-2 0,0 1 0,0-1-13,0 1 12,0-2 2,0 2-2,0-1-5,0-2 6,3 0-26,-3-1 62,0 0-36,0-2 0,0-1-62,0 1 52,0-2 10,0 1 1,0-2 1,3 0-2,-3 0-10,0-1-52,4 0 62,-4-1-1,0-1-34,0 1-23,0-2 32,0 2 13,3-2-23,-3 1-6,0-1-4,0 1-29,3-1-9,-3 0-1,0 0-16,3 0 0,-3 0 7,0 0 9,0 0-29,0 0-91,0-8-226,0-1 226,-6 24 183</inkml:trace>
          <inkml:trace contextRef="#ctx0" brushRef="#br0" timeOffset="978">-1444 8590 32,'0'0'91,"0"0"-55,0 0-10,0 0-7,0 0 11,0 0 442,0 0-93,0 0-184,0 0-117,0 0-19,0 0 22,0 0 30,0 0-7,0 0-33,0 0-25,0 0-4,0 0-6,0 0-4,0 0-6,0 0 3,0 1-9,-3 0-17,-1 2-1,4 2 60,-3 0 3,0 2-10,-4 1-20,1-1-15,-1 0-18,-3 3-1,1-1 0,-4 2 25,0 0-23,-4 0-3,4 1-29,-3-3-26,3 1-19,0-2-14,3 1-58,0-1-10,0-1-85,0 0-117,7-2-17,-4-1-140,7-3 262</inkml:trace>
          <inkml:trace contextRef="#ctx0" brushRef="#br0" timeOffset="508">-1869 8621 80,'0'0'53,"0"0"-37,0 0 13,0 0 7,0 0 62,0 0 486,0 0-369,0 0-144,0 0-32,0 0 13,19 3 56,-12-3-27,-4 2-9,4 0-17,-1 0-6,1 0 3,-1-1-7,1 0-28,3 2 18,-4-1 1,4 2-10,0-1-13,0 1 20,-4-1-33,1 0 13,-1 0-13,4 0 2,-3 2-3,3-2 1,-4 2-13,4 0 9,-4 1 2,4-2-24,0 1 10,-3-1-101,-4 2-6,3-3-115,-2 2-19,-1-1-33,0 0-56,-3-1-42,0-2 299</inkml:trace>
          <inkml:trace contextRef="#ctx0" brushRef="#br1" timeOffset="109013">-2026 8775 190,'0'0'131,"0"0"-92,0 0 10,0 0-4,0 0 663,0 0-526,0 0-104,0 0-19,0 0 68,0 0-7,-43-21-16,40 16 0,0 2-26,3-1 6,-4-1-42,-2 2 4,6-2-27,0 1 13,-7-1 20,7 1 13,0 1-13,0-1 6,0 1 0,0 0-16,0-1-42,7-1-3,-4 0 3,4 0-13,-1 0-10,4-1-3,0 2-9,3-2 9,0 2 23,0 2-17,3 1 4,-2 1 16,-1 0-2,-4 0-17,-2 0 2,3 2-8,0 3 6,-4 1 18,-3 3 2,-3 0-1,4 2 13,-4-1-13,0 2 2,0 2-2,-4-3 4,1 2 31,-3 0-15,-4 0-4,0-2-3,0 2 2,0-1-14,1-4 11,-1 2 6,3-2-18,-3-3-13,4 1 13,3-2-2,-4-2 2,7 2 0,-3-2 2,-1 0-2,4-1-1,0-1-2,0 0-17,0 0 4,0 0-3,4 0-4,-1 0 7,4 1 16,-4 0 19,3 0 17,4 0-17,0-1-19,3 2 3,3-1-3,-2 0 3,2 0 8,0 1-11,1 1-26,-4 1 6,0 1 18,0 0-30,0 2-30,0 0 62,-3 2 23,0 0-10,-1 2-13,-2-2-18,-4 1 16,7 0 1,-10 0-15,0 1-6,0 0 20,0 2 2,0-1 20,-6 1-17,-1-1 0,0 1-2,1-2 1,-4 0 0,-3-2 20,0-1-2,0 2-4,0-3-13,-4-3 10,4 2-10,-3-2 26,3 0-12,0-1-14,-4-2-2,4 0 0,0-1-1,3 0 13,1 0-11,2 0 0,4 0 14,-4 0-12,4-1-4,0-2-62,-1 0-15,4 1-37,0-3-38,0 0-75,0 3-59,0-4-112,0 1-172,0-4 42</inkml:trace>
          <inkml:trace contextRef="#ctx0" brushRef="#br1" timeOffset="108104">-2281 8803 23,'0'0'104,"0"0"-45,0 0 35,0 0-61,0 0-13,0 0 19,0 0 0,0 0 443,0 0-361,0 0-82,0-23 26,0 17 33,-4 0 9,1 1 27,-3-1-53,2 0-29,-2 1 7,-1 1-20,1-1-7,-1 2 11,-3-1-8,4-1 1,-4 4-23,0-2 39,0 0 29,-3 1-55,0 0-6,3 1-19,-3-2 25,0 1 13,0 0 42,0 1-43,-3 1-36,-4 0-4,4 0 0,-1 0-14,1 0 14,3 0 1,0 0-22,0 4 23,3 1 12,3 1-10,-2-1-2,-1 2-1,3-3-22,4 3 1,0-2 22,-1 1-2,4 1-50,0 0 35,0-2 14,0 2 3,7-2-6,3 2 6,0-4 3,-1 3 42,4-2-45,1 0 0,2 0 0,0-1-22,1-2-7,2 0 6,-2-1-10,2 0 17,1 0-13,-4 0-4,4-3 9,-4-1 24,-6-1 0,6 1-8,-6-2 8,0 2 23,-4-2-10,-2 1 6,2-1-3,-2 0-14,-1 0 10,0 1-10,-3 0 17,3 0-8,1 2-10,-4-1-1,0 0 3,0 3 0,0 0 1,0 0 18,0 1 14,0-2-4,0 2-12,0 0-1,0 0-15,0 0 12,0 0-16,0 0-17,0 0-19,0 2 36,0 2 26,0 3 13,0 0 6,3 2-13,-3 1-29,3 0 21,0 1-22,1-1 13,2 2 1,1 2-16,-4-3 1,4 1 9,-4 2 9,3-3-16,-2 2-3,2 1 1,-2-2-1,-1 0 4,0 1-2,4 0 14,-7-3-16,6 2 0,-3-3-2,-3 0 2,0-1-16,0 1 16,0-1 8,0-2-7,0 1-1,0-2 10,-3 0-10,-3 0-2,-1-1 2,-3-1 1,0 2-1,1-3 3,-4 3 0,-4-2 10,4-1-12,-3 0-1,-1 1 4,4-1-1,-3-1-2,3 1-1,0-1-3,3-1-33,0 0 7,0 0 16,4 0-10,3 0 1,-4 0-27,4 0 4,-4 0 9,7-1-19,0-1-7,0 1-32,-3-2-16,3-1-10,0 3-76,0-2-87,0-2-98,0 2-85,3-5 166</inkml:trace>
          <inkml:trace contextRef="#ctx0" brushRef="#br1" timeOffset="106810">-2913 8794 11,'0'0'101,"0"0"-3,0 0-49,0 0-47,0 0-1,0 0 1,0 0 24,0 0-3,0 0 0,4-2 0,-4 2-4,0 0 304,0 0-124,0 0-79,0 0-38,0 0-4,0 0 13,0 0 10,0 0-10,0 0-19,0 0-14,0 0-5,0 0 5,0 0 7,0 0-3,0 0-4,0 0 1,0 0-7,0 0 3,0 0-7,0 0-9,0 0-6,3 0-1,-3 0 1,0 0-4,0 0 0,0 0-3,0 0 0,0 0 3,0 0 0,0-3-13,3 0-16,-3-1 1,0 0 1,0 0-2,3-1-2,4 1 2,-4-1-13,0-1-9,7 0 18,0-3 4,0 4 12,0-4-11,-4 2 12,4 2-11,-3-3-1,-4 1 3,3-1-1,-2 3 0,2-1 26,-6 2 10,4 1 0,-1 1-13,0 1-14,-3-1 5,0-1-15,0 2-1,0 0-1,0-1-1,0 2 1,0-1 0,0 1-2,0 0-21,0 0 4,0 0-7,0 0 0,0 0-10,0 0-9,0 0 3,0 3 3,0-1 17,0 3 22,0-2 45,0 3-43,0 1 1,0-1 13,0 2 14,0-1-28,0-2 11,0 0-11,0-1 17,0 1-17,0-3 1,0 1-2,0 1-1,0-2 2,0 3 0,0-2-2,0 0-2,0-1-16,0 2 18,0-1 0,0 1 1,0 0 2,0 1-3,0 1-10,0 1 10,0-2 1,0 2 15,0 2-15,0-1 2,0 1-2,0 1 12,0 0-10,0 1-1,0 0-2,0-1-2,0 1-11,0 1 13,0 0 27,0-1-27,0 0-10,-3 3 7,3-4 2,0 2-19,-3-1-2,-1 0 6,4 1-10,0-1-3,0-1-4,-3-1 14,3-1-4,0 1-6,0-4 29,0 2-16,0-3 14,0 1-18,0-2-2,0-3-8,0 4-2,0-3 12,0 0-2,0-1 6,0 0 3,0 0 13,0 0 13,0 0 13,0 0 3,0 0-7,-3 0 1,3 0-3,-4 0-7,4 0-1,0-2-10,0-2-2,-3 0-23,0 0 20,0 0-14,3 2-2,-4-2 19,1 2 0,0-1-1,-4 2-1,4-3 1,3 4-14,-7-1 13,7 0 1,-6 1-21,3 0-4,-4-1 6,4 0-2,0 1 2,-1 0 17,1 0-13,-4 0 12,7 0 1,0 0 3,0 0 1,0 0 12,0 0-11,0 0-2,0 0-1,0 0 1,0 0 0,0 0 0,7 0 1,-4 0 25,7 0 23,3 0 0,-3 0-10,6 0-20,-3 0 4,7 0 9,-4-1-9,4 0-23,-4 0-17,1-1 1,2 0 13,-2 0-16,-4 0-10,0 2-7,0-2-19,-3 2-10,-4 0-20,1 0-28,-7 0-4,3 0 0,0 0-26,-3 0-56,0 0-65,0 0-36,0 0-62,0-1 121,0-1 153</inkml:trace>
        </inkml:traceGroup>
      </inkml:traceGroup>
    </inkml:traceGroup>
  </inkml:traceGroup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9:37:45.249"/>
    </inkml:context>
    <inkml:brush xml:id="br0">
      <inkml:brushProperty name="width" value="0.06667" units="cm"/>
      <inkml:brushProperty name="height" value="0.06667" units="cm"/>
      <inkml:brushProperty name="color" value="#0000FF"/>
      <inkml:brushProperty name="fitToCurve" value="1"/>
    </inkml:brush>
    <inkml:brush xml:id="br1">
      <inkml:brushProperty name="width" value="0.06667" units="cm"/>
      <inkml:brushProperty name="height" value="0.06667" units="cm"/>
      <inkml:brushProperty name="color" value="#E36C09"/>
      <inkml:brushProperty name="fitToCurve" value="1"/>
    </inkml:brush>
  </inkml:definitions>
  <inkml:traceGroup>
    <inkml:annotationXML>
      <emma:emma xmlns:emma="http://www.w3.org/2003/04/emma" version="1.0">
        <emma:interpretation id="{D9AD6C16-0355-4030-8DAF-557D1815AA8B}" emma:medium="tactile" emma:mode="ink">
          <msink:context xmlns:msink="http://schemas.microsoft.com/ink/2010/main" type="inkDrawing" rotatedBoundingBox="14106,15658 17546,15806 17492,17066 14052,16919" hotPoints="17774,16323 15884,16974 13969,16397 15860,15747" semanticType="enclosure" shapeName="Ellipse"/>
        </emma:interpretation>
      </emma:emma>
    </inkml:annotationXML>
    <inkml:trace contextRef="#ctx0" brushRef="#br0">95 115 55,'0'0'59,"0"0"-10,0 0-26,0 0 3,0 0 10,0 0 293,0 0-65,0 0-98,0 0-71,-13 9 6,13-8 26,-3 0 13,0 2-10,-1-1-45,4 1-4,-6 1-16,2 1-7,1 1-3,0-1-3,3 1-52,0 1-416,-3-4 416,3 0 64,0-2 151,0 1-215,0-2 0,0 0-107,0 0 100,0 1 7,0-1 0,0 0-16,0 2-36,0-1 6,0 0 11,0 0 12,0 1 21,-4 2 2,1 1 39,3-1-39,-3 1 23,3 1-1,0 1-18,-3-3 22,3 3-26,-4-2 0,4 2 5,0-1-5,-3 1 0,3 1 11,0 0-11,0 2 16,0 0 0,0-2-16,0 1 23,0 1-10,0-1 10,0 1-7,0 0-16,0 1 0,0-1 11,0 2 18,0-1-9,0 1-19,0 0 25,0 1-25,0-1-1,3 0-33,-3 2 31,4 0 1,-1 1 1,0-1 0,-3-1-1,7 2 1,-4-2-16,3 2 3,1-2 22,-4 1-9,7-1 16,-3-1-15,2 1 14,1 1 1,0-1 10,0 3 58,6-3-48,-3 1-33,0-1 85,4 0-86,-1-2-1,0 1-1,1 1 46,2-2-27,-3 1-19,4-1 0,0-1 16,-4 0-5,0-1-11,1 1 0,-1 0 23,0 1-20,4-1-1,-4 1-2,1-1 0,-1 0 26,3-1-26,1 1-15,-4-3 15,7 1 6,0 2 11,0 0-17,-3-1-10,6-2 10,-7 1 19,4 1-19,0-1-35,0 0 35,-4 0 29,1-1-29,0 1-16,-1-1 12,4 0 4,-7-1 10,4 0-10,3-1-26,-4 3-3,4-2 29,-3-1 32,3 2-32,-4-2-32,4 0 9,-3 3 23,3-4 20,-4 2-20,1-1-65,-1 1 20,1 0 45,3 0 57,0 0-34,0 0-23,3 0-10,0 0 10,0-1 0,0 3-65,0-2 65,4 0 13,-4-1 13,0-1-52,0 0-3,-6 0-69,2 1 98,-2-2 20,6 3 51,-3-2-40,0-1-31,-4 1-17,-2-1-44,-1-2 59,-3 0 2,0 1-2,7-2-16,3 0 15,3 2 3,0-1 162,3 0-162,-3 0-137,-3 1 137,0 0 22,0 1-22,0-3-61,3 0 61,-3 2 22,0-1-22,3-1 33,-7 0-56,-6 0 23,4 0-34,-7 0 34,-1 0 0,1 0 13,0-1-10,3-1 0,0 2 10,-3-1-13,0-2-1,6 0-2,-6 1-14,6 0 17,-3-1-12,7 1-21,3 1 30,6 0 3,4 1 120,-1 0-120,4 0-84,-10 0 71,0 0 13,-3 0 0,0 0-57,-3 0 57,-4-1-22,0-2 22,1 1-36,-4 0 36,-7-1 0,4-1 11,0 1-10,0-2 0,-4 0 1,4 0 0,0 0 5,0-2-7,3 0-4,0 0-28,-3 0-27,6-3-9,-3 2 16,3-1 0,-3 0 16,7-1-22,-4 0 25,1 1-19,2-1 52,1 0 1,-4 0 22,4 0-23,-7 1-30,0 1 30,-3-1 3,3 2 26,-4-1-28,1-1 0,0 1 2,-3 1 26,-1-1 26,1 0-9,-1 2-1,4-2-44,0 1-1,0-2-9,3 3 8,-4-2 1,1-1-2,3 2 1,0-2 1,-3 0 4,0 0-2,0 0 17,3 2 4,-3-3 19,-1 2-3,1-1-3,0 1 19,0-1-32,0-2 3,-1 1 10,-2 0 12,3 1-9,-4-2-16,4 2 22,0 0-22,-4 0 16,4 0-23,0-2-14,0 1 15,-4 0-16,4-3 18,0 3-6,0 0-12,-1-1 28,-2 1 4,3-1-14,0 0-17,-1 0 34,-2-2-23,3 3-10,-1 0 20,-2-1-1,3 1-18,-4 0 6,1 0-7,3-1-3,-4 3 25,1-1-12,-1-2 0,4 2-10,-7 0 17,4 0-18,-4 1 14,4-2 3,-7 1-6,3 1 20,0 0-32,0 0 2,1-1 29,-1 2-30,0-3 27,1 2-25,-1-1 5,0 0-6,0-1-3,-3 0 21,7 1-20,-7 1 27,3 0-27,-3 2 15,0-1-13,0-1 10,0 1-3,0 0-8,0 2 14,0-3-13,-3 1 65,-4-1-68,7 0-18,-3 1-5,0 1 23,0-1 3,-4 0-3,7 0-6,-7 1-7,1-1 13,3 1 0,-4 0 0,1 2-1,-1-2-16,1 1 16,2 0 1,-2 1 0,-1 1 48,4 0-29,-4 0-19,1-1 0,-1 1-3,1-1 0,-1 1-13,4 0 1,-7 1 14,4-2 0,-4 2-25,3-2 10,1 2 1,-4-1 14,0-1-14,0 1 14,1 2 0,-1 0-2,0-4 1,0 3 2,0-1-13,-3 2-12,0-2 24,4 1-12,-1 1 9,-3-1 7,3 1-3,-3-1 2,0 0-1,3-1-1,0 1 3,0 0-1,1 0 1,-1 0 0,0 2 13,0-1-14,0-1-2,4 0-1,-1-1 1,1 2 0,-4-2 3,3 2-2,1 0 0,-1 0 0,1-2-1,-4 1 0,0 0-3,4 1-10,-4 0-3,3 1 3,1-2 13,-4 1-3,4 1-13,-1-1 12,-3 1 2,7-1 0,0 1 0,-7 0-13,7-1 15,-4-1 0,4 2 0,-4 0-1,1 0 1,-1 0 0,1 0 3,-1 0-2,1 0 0,-1-1 12,1 1-12,-1-1-1,-3 1 3,4-2 16,-4 2-18,0-1 0,0-1 1,1 1-2,-1 0 0,0-1 3,0 0 13,0 0-16,1 1 4,2 0-4,-3 0 2,0 0 11,4 0-12,-1-2 2,1 2 13,-1-1-13,1 0 17,-1 2-20,1-2-15,-4-1 15,3 0 0,-2 2-2,2-1 0,-3 1 1,1-2-28,-1 2 29,3-1 0,1 1 0,-4-1-9,3 2 9,1 0-3,-4 0-13,0 0 13,0 0 1,4-3-24,-4 3 23,0-1-10,4 0 2,-4 1 11,3-1 0,-2 1-3,2 0-20,1 0 7,-1 0 0,1 0 14,-1 0-14,0 0 14,1 0-18,-4 2 19,7-1-21,-4 2 21,4-2-16,-3 1 16,-1-1 1,4 1 0,-4 1 0,1 1 0,-1-2 2,1 2 2,-1-2 22,-3 0-23,4 1 8,-4 0-9,7-1-2,-4 0 2,-3-1-1,4 1-1,-1 0 3,-6 1-2,7 0 22,-4 0-20,3 1 22,-2-1-25,-1 0-1,3-2 0,-3 2 1,4-1-1,-4 1 0,4 0 1,-4-3 0,0 3 3,0-3-1,0 1-2,1 0 3,-1 1 13,0 0-16,-3 0 0,0-1-1,0-1-1,0 1-1,3 2 3,0-1-1,0 1-1,4-1 0,-4 0 1,0 0-1,4 0-1,-4-1 3,0 0 2,-3 2-1,3-1-1,-3 1 0,0-3 2,0 1 21,-3 0-22,3 0 0,-4 0 2,4 1-3,0 0 3,0-1-3,0-1 1,0 1-1,0 0 1,3-1 0,-3 1-2,0 0-1,3-1-9,1 2 9,-1-1 2,-3 0-1,3 0 1,-3 0 0,0 0-2,3 0 1,-6 0 0,6 0-15,-6-1 16,2 2 12,-2-2-11,3 0-2,-3 1 0,-1-1 0,1 0-18,0 0 6,-1 1 13,1-1-3,3 0 1,-7 1-11,7-1 11,-3 0-16,0 0 18,-1 0 0,1 0-2,0 0 2,-1 0 0,1 0 0,3 0-16,-3 0 1,3 0 13,-4 0 2,4 2-2,-3-1 1,3 0-15,-3 0 16,2 0 0,-2-1-3,3 2 2,0-2 1,0 1-1,0 0 1,0 0 2,0 0 17,0 0-19,-4 0-13,1 2-5,3-3 18,0 2 0,0 0-2,-3 0-14,-1-2 3,4 1 2,-3 1 9,0-1 2,-1 0 0,4 0-16,-3 0 12,-1 1 1,4-1 1,0 1 2,-3-1 11,6-1-11,-3 0-1,0 0 1,3 0-1,1 0 3,2 0-1,-3 0 10,0 0-10,7 0-1,-3 0 29,-1 0-29,1 0 0,-1 0-26,0 0 7,1 0 19,-1 0 19,4 0-16,-3 0-3,-1 0-9,1 0 9,-1-1 12,4-1 8,-4 1-20,1-1 0,-1 1-23,-3-1 23,4-1 0,-1 2 1,-2-1-1,2 1 10,-3-2-10,0 2 19,4-3-19,-4 1-25,4 0 25,-4 0 0,0 0 19,3 0-17,1-1 27,-1 2-28,1-1-1,-4 0-28,7 1 28,-4 0 39,4 1-37,-4 1 21,4-4-23,0 2-36,0 1 23,-4 0 10,4-1-18,-4 1 21,4-2 3,-3 1-3,-1 2 1,7-1 12,-7 0 13,4 0-26,-3 0-23,2-1 10,-2 1 12,3 0-1,-4-1 2,1 2 0,2-1-11,-2 0 11,2 0 29,1-1-9,0 2-2,0-2-18,-4 1 0,4 0 15,0 1-14,-1 0 0,4 0-1,-3 0 13,0 0-2,3 0-11,-3 0 0,-1-1 3,1 1 10,3-2-12,-7 1-1,4 0-1,3-1 0,-10 2-15,10-1 5,-6 0 10,3-1 2,-1 1 11,1 1-12,0 0 0,0 0 0,-1 0 3,1 0-3,-3-1-11,2 0 8,1 0-23,-4-2 23,4 2 3,0 0-13,-4 1-3,4 0 16,0-1-1,0 1-2,-4 0-33,1 0 35,2 0 0,-2 0-12,-1 0 11,4 0-27,0 0 25,-4 0 2,1 0-17,-1 1 18,1 2-12,-1 1-13,-3 0 24,0 0-14,4 0-1,-4-1 17,4 2-3,-4 0 2,0-1-12,0 1 2,0 1 9,4 0-9,-1-2-2,4 3 10,-7-3 0,4 2 3,-1-2 0,4 1-13,-7-1 1,7 1 12,-4-1 2,1 1-2,3-1 0,3 1-2,-7-1-11,7 0-16,0 2-33,-7 1-6,4-1-55,0 1-43,3 1-45,-3-1-69,-1 1-33,4-2-120,0-1 9,0-2 407</inkml:trace>
    <inkml:trace contextRef="#ctx0" brushRef="#br1" timeOffset="-174615">244 140 1,'0'0'1,"0"0"-1,0 0-1,0 0 0,0 0 1,0 0 0</inkml:trace>
  </inkml:traceGroup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9:37:48.119"/>
    </inkml:context>
    <inkml:brush xml:id="br0">
      <inkml:brushProperty name="width" value="0.06667" units="cm"/>
      <inkml:brushProperty name="height" value="0.06667" units="cm"/>
      <inkml:brushProperty name="color" value="#0000FF"/>
      <inkml:brushProperty name="fitToCurve" value="1"/>
    </inkml:brush>
  </inkml:definitions>
  <inkml:traceGroup>
    <inkml:annotationXML>
      <emma:emma xmlns:emma="http://www.w3.org/2003/04/emma" version="1.0">
        <emma:interpretation id="{1B19D037-40D9-441E-B68A-66CCEDC1744D}" emma:medium="tactile" emma:mode="ink">
          <msink:context xmlns:msink="http://schemas.microsoft.com/ink/2010/main" type="inkDrawing" rotatedBoundingBox="11656,15698 13584,15681 13595,16941 11667,16958" hotPoints="13617,16143 12660,16856 11577,16354 12534,15642" semanticType="enclosure" shapeName="Ellipse"/>
        </emma:interpretation>
      </emma:emma>
    </inkml:annotationXML>
    <inkml:trace contextRef="#ctx0" brushRef="#br0">1707 1221 73,'0'0'88,"0"0"-46,0 0 4,0 0 0,0 0 208,0 0 62,0 0-189,0 0-62,0 0-9,0 0 41,0 0 8,75-90 38,-69 76-10,4-1-84,0 0-3,-4-1 9,4 0 16,-3 2 7,-1-3-48,1 0 31,-1 0-19,1-1-19,0-2-10,-1 1 20,1-1 12,-1 0 4,-3-2-30,4 1 20,0 0-23,-4 1 20,0-1-7,4 0 10,-7 3 3,3-2-3,3 1 9,-6 2 10,0-1-19,4 1-36,-4 1 62,0 1-24,0 1-15,0-3 13,0 4-20,0-2-6,0 3 32,-4-3 3,4 1-44,-3 1-5,-3-1 2,6 1 17,-4 2 1,1-2 26,0 3-32,0 0-10,-1 0-3,1-1 0,-4 1 27,4-1 27,-3 3-54,-1-1 3,4 1-3,-4-2 29,1 5-26,-1-4 36,4 3-26,-4-2 22,1 0-26,-1 1-6,1 2 10,-1-3-12,1 1 38,-1-1-39,1 2-42,-4-1 39,3-1 3,1 2 24,-1 0-22,-3 0 22,4 0-24,-7 0-30,0-1 5,3 1 22,-7 0 0,4-2-19,0 2 0,-3-1 22,3 1 12,3 1 1,-6-2-13,3 1-16,-1 0 10,-2-1 6,0 0 0,3 1 0,0 1-2,0 0 1,-1 0-2,-2 0 1,3 0 1,0 1-15,0 1 16,0-1-2,0-1 2,0 2 9,3-3-9,0 1-1,-6-2 0,6 1 1,-3 2 0,0-1 3,0 2-4,-1 0 2,1-2-1,0 3 1,0-5-1,0 4-3,-3-3-23,3 2 23,-4-1 3,4 1 8,0 1-8,0-1-28,0 2 28,0-1-13,0-1 13,0 2-1,0-1-10,0 1-2,-4-1 11,4 2-1,0-1-16,-3 1-1,3-1 4,-4 0 14,1 2-14,0 0 13,-4 0-20,4 0 7,-4 0 15,-3 0-2,3 0 0,-3 0-7,1 0 7,-1 2-7,0 1 7,0-1-17,3 0 18,-6 1 1,6-2-2,-6 3-1,3-1-15,1 2-7,-5-1-5,4 0 30,1 1-24,-1 0 6,0 0-7,0 1 23,3 2 1,-3-1 1,4 0-12,-4 2 0,3 1 12,1-1 0,-1 3-22,-3 0 22,3 1-15,-6 2 13,7-1 3,-1 3-16,0-4-13,4 1 29,-4 0-1,7 1-20,-6-1 2,2 0 19,8 3-13,-8-1 11,4 0 2,0 3-3,0-2-39,0 2 13,3 0 3,3 0 23,1 1-33,-1 2 34,1 1-11,3-2 10,-1 0-30,1-1-2,3 1 34,0 1-18,0 0 18,0-1 0,0-1-18,0 3 18,0-3 2,3 3 12,4-2-11,-1 0-4,1 0-5,-1-1-14,4 0 21,0 0 0,3 1-20,-3-1 20,6 1 0,-6-1 2,7 1 0,-1-1-2,-3 0 3,3-2-3,1 0 0,2-2 1,-2 4 17,-1-5-17,4 2 0,-1 1-1,4-2 0,-3-2 23,6 1-52,0-3 51,-3 0-22,0-1 26,3 0-26,-6 0-39,3-2 37,-4-2-11,7 1-9,-3-1 22,3-1 1,-3-1-1,7 0 1,-7-2-2,6 1 0,-6-1 0,3-2-22,0-1-3,1 0-23,-1 0 33,0 0 16,0 0-13,0 0 11,0-3-14,1 1 16,-1-1-33,-3 0 14,3-1 18,-3 0-48,3-2 21,0-1 27,-3 2-40,0-2 2,3 0 13,-3 1 25,0-2-28,3-2 16,-6 3 10,2-2 2,-2 0-20,-4 1 20,4 1 1,0-1 0,-4 1-10,0-1-13,1-1 22,2 4 1,-2-3 0,-1 1 0,0 0 0,1-2 9,-4 2-9,7 2 0,-7-1 13,0 0-13,0-1 6,0 2-8,-3-2 4,3 3-4,-3-1-74,-4 1-18,1 0-72,-1 1-13,-3 0-78,4 0 2,-7 1-28,3-1-8,1-2 210,-1 2-18</inkml:trace>
  </inkml:traceGroup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9:37:49.903"/>
    </inkml:context>
    <inkml:brush xml:id="br0">
      <inkml:brushProperty name="width" value="0.06667" units="cm"/>
      <inkml:brushProperty name="height" value="0.06667" units="cm"/>
      <inkml:brushProperty name="color" value="#0000FF"/>
      <inkml:brushProperty name="fitToCurve" value="1"/>
    </inkml:brush>
  </inkml:definitions>
  <inkml:traceGroup>
    <inkml:annotationXML>
      <emma:emma xmlns:emma="http://www.w3.org/2003/04/emma" version="1.0">
        <emma:interpretation id="{20FF3B56-0774-408B-BF46-1E8C226BE020}" emma:medium="tactile" emma:mode="ink">
          <msink:context xmlns:msink="http://schemas.microsoft.com/ink/2010/main" type="writingRegion" rotatedBoundingBox="12087,17311 14402,17446 14331,18675 12016,18541"/>
        </emma:interpretation>
      </emma:emma>
    </inkml:annotationXML>
    <inkml:traceGroup>
      <inkml:annotationXML>
        <emma:emma xmlns:emma="http://www.w3.org/2003/04/emma" version="1.0">
          <emma:interpretation id="{3A7F2820-EF1D-468F-9566-C60B7E1232CB}" emma:medium="tactile" emma:mode="ink">
            <msink:context xmlns:msink="http://schemas.microsoft.com/ink/2010/main" type="paragraph" rotatedBoundingBox="12087,17311 14402,17446 14331,18675 12016,185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F145B96-AE97-45DE-93FF-D3D67EB91B25}" emma:medium="tactile" emma:mode="ink">
              <msink:context xmlns:msink="http://schemas.microsoft.com/ink/2010/main" type="line" rotatedBoundingBox="12087,17311 14402,17446 14331,18675 12016,18541"/>
            </emma:interpretation>
          </emma:emma>
        </inkml:annotationXML>
        <inkml:traceGroup>
          <inkml:annotationXML>
            <emma:emma xmlns:emma="http://www.w3.org/2003/04/emma" version="1.0">
              <emma:interpretation id="{4EAA6676-C87F-4ABB-89C5-D5E21B838D45}" emma:medium="tactile" emma:mode="ink">
                <msink:context xmlns:msink="http://schemas.microsoft.com/ink/2010/main" type="inkWord" rotatedBoundingBox="12087,17311 14402,17446 14331,18675 12016,18541"/>
              </emma:interpretation>
              <emma:one-of disjunction-type="recognition" id="oneOf0">
                <emma:interpretation id="interp0" emma:lang="en-US" emma:confidence="0">
                  <emma:literal>2:20</emma:literal>
                </emma:interpretation>
                <emma:interpretation id="interp1" emma:lang="en-US" emma:confidence="0">
                  <emma:literal>☹ 2</emma:literal>
                </emma:interpretation>
                <emma:interpretation id="interp2" emma:lang="en-US" emma:confidence="0">
                  <emma:literal>☺ 2</emma:literal>
                </emma:interpretation>
                <emma:interpretation id="interp3" emma:lang="en-US" emma:confidence="0">
                  <emma:literal>4:20</emma:literal>
                </emma:interpretation>
                <emma:interpretation id="interp4" emma:lang="en-US" emma:confidence="0">
                  <emma:literal>B 2</emma:literal>
                </emma:interpretation>
              </emma:one-of>
            </emma:emma>
          </inkml:annotationXML>
          <inkml:trace contextRef="#ctx0" brushRef="#br0">0 223 104,'0'0'75,"0"0"-32,0 0-14,0 0 13,0 0 611,0 0-246,0 0-232,0 0-77,0 0-17,7-16 33,-4 11-23,-3 0 23,0 2-37,3-2-18,-3 2 12,0 0 4,0-2-20,0 0 0,4-1-1,-4-1-15,3 1 29,0-1-39,-3-1 16,3 0-19,1-1 9,-1 0-18,0 0 1,1-2-17,-4 2 11,9-3-9,-5 0 13,2 2-6,-3 1 6,4-1-4,-7 2-11,6 1 20,-6 3-18,7-2-2,-4 3 12,-3 1 16,0 1 7,0 1-11,0 0-13,0 0-12,0 0-13,0 0-3,0 0 14,0 0-1,0 0-23,0 0-9,0 0-20,0 0-22,0 3 48,0 4 29,0 0 3,0 1 20,4 5-11,-1-1-8,0 2 8,-3 0-9,0 0-1,0 2-2,3 0 0,-3-1 0,4 3 0,-4 0 16,3 1-14,-3-2-2,3 1-1,0-3-41,-3 2 23,0 0 6,4-4-10,-4 4 23,3-2-16,0-1-10,-3 1 14,0-2 9,4-1 1,-4 0-17,3 0 17,-3-2-27,0 0 6,0-2-3,0 1 23,3-2-20,-3 1-6,0-1 28,0-2-25,0 1 4,0-1-14,0-1 33,0-1-36,0-1 37,0 0-30,0 0-1,0-1-12,0 1 16,0-1 9,0 1 4,0 0-13,0 0 3,0-1 3,0 1-3,0 1 24,-3-2-11,0-1-23,-1 2 22,-2-2 14,2 0 30,1 0 5,-3 0-12,2 1 0,1-1-7,-7 1-3,4-1-11,2 0 0,-2 0 1,-1 0 10,1 0 17,-1 0-8,4 0-18,-3 0 21,6 0 1,-4 0-3,1 0-4,3 0-15,0 0 12,-3 0 7,3 0-4,0 0-16,0 0 0,0 0 0,0 0-2,0 0 2,0 0 20,0 0-11,0 0-12,3 0-2,-3 0-24,3 0-3,1 0 10,-4 0-7,9 0-3,-2 0 29,3 0 6,-1 0 36,1 0-25,7 0-2,-4 0-15,3 0-59,-3 0 59,0 0-1,4 0-21,-4-1-75,0 0-10,0 1-7,0-2-13,-3 2-22,-4 0-33,4-1-49,-3 1-56,-4-2-55,3 1-1,-2-1 216,-4-2 46,0 1-15</inkml:trace>
          <inkml:trace contextRef="#ctx0" brushRef="#br0" timeOffset="793">592 437 215,'0'0'26,"0"0"163,0 0 555,0 0-338,0 0-136,0 0-52,0 0-27,0 0-3,0 0 9,0 0-11,0 5-15,0-5-21,4 0-41,-1 0-49,-3-3-6,3-1-54,0-1 2,1 0-2,-1 0-4,-3-1 1,0 2-16,3-1-45,-3 2-51,3-1-58,-3 1-45,0 1-24,4 0-52,-4-2-147,0-1-226,3 0-345,-3-3 904</inkml:trace>
          <inkml:trace contextRef="#ctx0" brushRef="#br0" timeOffset="478">573 99 24,'0'0'238,"0"0"482,0 0-270,0 0-213,0 0-58,0 0-43,0 0 14,0 0 8,0 0 11,0 0-24,-4-20-55,4 18-9,0-3 19,0 2 37,0 1-5,4-4-52,-1 3-10,-3-1-25,0 1-1,7-2-9,-4 2-6,-3-1-10,3 0-17,-3 3 0,3-2-2,-3 2-2,0 0 0,0-1-14,0 0-25,0 2-45,0 0-80,0 0-78,0 0-49,0 0-40,0 7 129,0 2-108,0-1-166,0 2-151,0 1 101,0-1 414,0-61 90</inkml:trace>
          <inkml:trace contextRef="#ctx0" brushRef="#br0" timeOffset="4720">1132 133 89,'0'0'95,"0"0"-43,0 0-6,0 0 667,0 0-253,0 0-236,0 0-104,0 0-12,0 0 15,0 0 13,-3 0-19,3 0-36,0 0-17,0 0 1,0 0 12,0 0 4,0 0 0,0 0-7,0 0-13,0 0-10,0 0-19,0 0-9,0 0 18,0 0 24,0 0-8,0-3-9,0 1-13,0 1-16,0-2-17,0 0 23,0 2 7,0-2-3,0 1-1,0-2-5,0 1 3,0-1-24,3 1 12,0-1 8,-3 0 1,0 1-20,7-1-2,-4-1 0,0 1 14,4-3-14,-1 2-1,-2 0 18,6-1-18,-4 1-19,7 0 15,-6 0-11,6 1 5,-3 0 10,-1 0 0,1 2-2,0 0-1,3 0-13,-3-1 13,0 1-1,0 1-11,-1 0 2,1 1 11,0-1 0,-3 0-14,2 1 14,-2 0-1,-1 0-12,1 0 14,3 1-3,-4 3-12,1 1 13,-4-2-29,4 6-9,-4-1-7,0 2 22,1 2 4,-4 2 20,0 0 1,0 3-1,0 0 2,-4 1 2,-2-1 17,-4 3 3,3-1-20,-2-1 18,-5 2-18,1-3 11,4 1-13,-5-1 2,1 1 0,0-2 23,0-1-21,0 0-3,0-2-1,3-2-1,0 2 1,1-3 0,-1 0 2,0-2 0,0-1 0,4 2-1,-1-3-1,-3 1 0,7-4-2,0 3 1,-4-3 1,4 0 0,0-1 0,-1 1 1,4-1 1,-3-1 0,3-1 0,0 1 1,0-1 1,0 0 12,0 0-15,0 0 0,0 0-1,0 0 0,0 0 1,0 0 0,3 0 0,-3 0 0,7 0-1,-1 0-3,1 0-10,6 0 13,0-1 2,4 0 21,2 0-21,1-1 1,-1 0 10,4-1-12,0 1 0,3 1 0,1-3 0,-1 2 1,0-2-2,3 3-2,-3-3-17,1 1 6,-4 0 0,-4 2-9,1-3-20,-4 2-22,-3 0-22,0 2-13,-6-3-23,-4 1-13,0 1-11,-3-1-34,0 2-44,0 0-71,0 0-79,-3 0-88,0 0-122,-4-4 258,1 1 254</inkml:trace>
          <inkml:trace contextRef="#ctx0" brushRef="#br0" timeOffset="9392">318-237 43,'0'0'95,"0"0"-56,0 0 10,0 0-7,0 0 597,0 0-195,0 0-226,0 0-108,0 0-16,3-9 30,-3 9 9,0 0-29,0 0-33,0-2-16,0 0-36,0 1 11,-3 0 34,3 0 1,-4 1-4,1-2-6,0 2-6,3 0-7,-7-1-33,4 0-9,0-1-19,-1 0 3,-5 0 3,2 1 0,0 0 10,-2-2 1,-1 3-2,-3 0 1,3 0 0,-6 0-13,3 0 14,-4 0 1,4 0-3,-7 0 4,4 2 3,0 0-1,3-1 1,-4 1-3,1-1 1,0 0 2,3-1-1,-4 2 1,4-2-1,0 0 0,0 1 11,3-1-12,-3 1-1,3-1-15,-3 0 12,0 0 0,3 2-13,4-2 13,-4 0 1,0 1-18,0 0 19,4 1-2,-4-1 0,3 2 0,1-1-17,-1 0 18,4-1 0,0-1 2,-7 2-12,7 0 12,-4 0 2,4 0-2,0-2 0,3 1 0,0-1 1,0 0-1,0 0 0,0 0-1,0 0-2,0 0-10,-4 0 0,4 1 10,0-1-10,0 0 10,0 0-10,0 1 10,0 1-13,0 1 16,0 0 16,0 2 39,0 2-30,-3-1-8,3 2-1,0 1 26,-3 1-29,3 0 32,0 3-20,0 0-25,0-1 0,0 1-1,0-2-6,0 1 7,0 0 0,0-1 2,0 3-1,0-1-2,0 2 2,0 0-1,0 0 13,3 2-13,0-2-1,1 2 1,-1 0 16,0 1-16,0-1-19,1 1 19,-1-1-1,3 1-8,-2 0 9,-1 0 16,0 0-12,-3 0-4,4-2 2,-1 0-1,0-1-1,-3-1-1,3 1 1,1-2 1,-1 0 0,-3 1 0,6-2-1,-2-1-16,-4 2 16,3-1-1,0 0-1,-3 0 2,0 2 1,3-1 15,1 0-13,-1 0-1,-3-2-2,3 1-1,-3-2-11,0 1 12,4 0 4,-1-1-4,-3 1 3,0-1-2,0 1 0,0-1 0,0 0 15,0 0-16,3 0-12,-3 0 12,0 0 0,0 2 0,0-3 0,0 1 1,0-1 0,0 1-1,0 0-2,0-1 2,0-1 3,0 1-3,0-1 2,0 0-2,0-1 0,0 0-2,0-1-10,0 2 12,0-2-3,0 1-9,0-1 8,0 0 3,0 1 1,0 0 0,0-1 0,0 1-1,0 1-12,0 0 11,0-1-1,0 1 1,0-1-21,0-2 20,0 4-13,0-4 0,0 1-7,0-1 4,0-1-10,0 3 27,0-2 0,0 0 1,0-1-15,0 0 0,0-1 15,3 0-18,-3 1 2,4-1 17,-4-1 0,0 3-2,0-2-12,6 0 14,-6 0 0,7 0 0,-4-1 2,7 1-2,-4-1 13,4 0-12,0-1 2,0 0-3,3-1-16,0 1-6,0-1 6,0 0-16,4 0 31,-1 0 2,3 0 1,1 0-2,-4 0-1,7-2-18,-3-1-17,0 1 20,-1-1-3,4 1 6,-3 1 13,6 0 0,-6 0-35,2 0 3,1 0 19,4 0 11,-5-1-5,1 1-19,0 0 26,0 1-22,0 0-8,3 0 30,0 0 4,4 0-4,-4 0-46,3 0 46,4 0 0,-7 0-16,7 0 0,-4 0 16,1 0-3,3 0-23,-4 0 26,0 0 0,1 0-36,-1 0 81,4 0-35,-4 0-7,-2 0 20,2 0-23,-3 0 1,0 0 28,4 0 0,-4-2 1,0 0-30,-3 1 13,7-2-39,-4 2 48,-3-1-61,6 0 78,-3-1-65,-3 2 65,0-2-78,6 2 56,-6 0-17,7 0 155,-1 0-155,1 1 33,2-2-69,1 2-3,6 0 39,-6 0 139,0 0-139,-7 0-39,-3-1 36,-4 0-39,-2 0 26,-4-1 16,3 2 23,-6-2-23,0-2 13,-4 3 16,4-1-26,-3 0 16,-4 2-6,7-3-11,-4 1 2,1 1-3,3-1-1,-4 0-2,7 1-2,-3-1 1,7 1 3,2 1 59,1 0-57,3 0 156,-4 0-145,-2 0-13,-8-1 0,1 0-58,0-1 45,-3 2 13,-4-4 19,3 3 4,-6 1-7,4-1 6,-1 0 11,-3-1-17,0 1-3,0-3 3,3 1-16,-3 1-11,0-3-5,0 2-16,0 0-17,0-1 49,0 0 13,0-1-13,0 1 0,0-1-14,0-2 14,0 2 9,-3-2-7,0 0-4,-1-1-8,1-3 9,-3 1-1,2-2 1,1 1 1,0-2 2,0-2 0,-1 1-1,1-3 17,-4 1 21,7 0-16,-3 0-1,-3-3-5,6 2-17,-4-3 2,1 2 11,3 0 9,-3-1-21,0 1 1,-1 1 9,4-1 21,-6 0-12,3-1-20,-1 1 1,-2-1 1,2 0 1,1 0 10,0-2 35,-4 2-3,7 1-32,-3-1-12,0 0 18,0 2-6,3-1 10,-4 3-7,4 0 0,-3 2 29,0 0-45,3 2 1,0 1 39,0 1-5,-4 0-3,4 1-12,0 0-17,-3-1-3,3 2 0,0-1-8,0 0 6,0 1-8,0 2 7,0-1 0,-3 1 3,3 0 0,0 1 0,0 0-1,0 0 1,0-1 0,0 3 0,0-2 1,0-1-1,0 4 13,0 0-13,0-1 0,0-1 0,0 1-2,0 0 1,-3 1 1,3 0 2,0 0-1,0-2-1,0 2 0,-4-1 2,4 0-2,0 1 0,0 0 12,0 0 1,0 0-11,0 0-2,-3-4-23,3 3 21,0-1 0,-3 0 1,3 0-18,-3 2 17,3-2-17,-4 2 19,1-1 0,3 0-10,-3-1 10,3 2-2,-4-2-40,1-1 7,-3-1 16,2 2 15,-5-1 2,2 0-46,0 2 32,-2-3-22,2 3 12,-6-2 24,3 0-37,-3 1 10,0-2 0,-3 3 29,3-1-32,-7-1 3,0 2 3,1 0 14,-1 0 9,-6-1 1,6 1-20,-3 1 20,1-1-18,-1 1 18,-4 0 1,5-1 1,-1 1 0,0 0 1,-3 1-3,3-1 2,-3 0-13,-1 1 12,1 0-1,0 0-11,-3 0 13,-1 0-2,1 0 1,-1 0-12,4 0-10,-3 0 20,2-2-19,1 2 21,0-1 0,3-1 0,0 1-1,0-2 2,4 1-1,-1 0-1,-3-1 2,7 2 0,-4-1 0,4 0 1,0-2 0,-1 2 0,1 1-1,0-1-2,-1 1-11,4-1 0,-3-1 12,-1 1-19,1 1 8,0 1-1,-4-1 9,0 1-38,4-2-9,-4 1 50,1-2-22,-1 1 23,1 1 13,-1 0-2,4 0-11,-4 1-4,4 0-9,-4-2 12,4 2-1,3 0 2,-4 0-1,4-1 1,0 1-3,0 0 3,0 0 0,0 0-1,3 0-7,-3 0 8,3 0 10,0-1-8,0 0-2,-3 0 3,7 1-2,-4 0-1,3 0 24,1 0-24,-1 0-6,4 0 5,-3 0 1,6 0-13,-7 0 13,4-2 0,-1 2-13,1 0 13,3 0-4,0-1-47,-3 1-21,3-1-22,0 1-16,0 0-29,0 0-30,0 0-33,0 0-62,-3 0 7,-1 0-349,-5-5 368,-1 2 107,3-3 130</inkml:trace>
        </inkml:traceGroup>
      </inkml:traceGroup>
    </inkml:traceGroup>
  </inkml:traceGroup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57:51.22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0A33587-D6F5-404D-874B-67C040B222AA}" emma:medium="tactile" emma:mode="ink">
          <msink:context xmlns:msink="http://schemas.microsoft.com/ink/2010/main" type="inkDrawing" rotatedBoundingBox="3608,15341 9074,15414 9070,15723 3604,15650" semanticType="underline" shapeName="Other">
            <msink:sourceLink direction="with" ref="{3B313D78-BFA6-4335-AE80-7424E4ADC7AF}"/>
            <msink:sourceLink direction="with" ref="{92F7200B-AD79-49F8-91D5-4C8F1597268F}"/>
            <msink:sourceLink direction="with" ref="{C96E4543-71EB-4358-B9ED-328C7CD395D9}"/>
          </msink:context>
        </emma:interpretation>
      </emma:emma>
    </inkml:annotationXML>
    <inkml:trace contextRef="#ctx0" brushRef="#br0">43 0 110,'0'0'42,"0"0"-6,0 0-23,0 0-11,0 0 2,0 0 35,0 0-26,0 0 42,0 0 239,0 0-125,0 0-78,7 3-42,-7-3 3,0 0 20,0 1 10,0-1 9,0 1-29,0-1-23,0 1 0,0 1 3,0-1 4,0 2-4,0 0 20,0-1-7,0 3-9,0-2 9,0 3-10,-3-1-15,3 2-4,-4 0 35,4 0-38,-3 0 3,3 0-13,-3 1 32,0-1-12,3 1 3,0 0-7,-3-1-26,0 1 0,0 0-3,3-1 1,-3 0 22,0 1 6,3-1-28,0 2-1,0 0 3,-7-1-2,7 1-1,0 1 3,-3-2 0,3 1 10,0 0 10,-3 0-23,3-1 2,-3-2-1,0 1 0,3-4-1,0 1-2,0-1 2,0 1 0,0 0 0,0-2 1,0 2-1,0 0 3,0-1-1,0 0 1,0-1-3,0 1 0,0-2 0,0 0-3,0 0 2,0 0 0,0 2 1,0-2 1,0 0-1,0-1 0,0 0-1,0 0 0,0 0 1,0 0-1,0 0-1,0 0-11,0 0 12,0 0 0,0 0 0,0 0 1,0 0 0,3 0 1,0 0 2,0 1 13,0 0 13,4 0 1,-1 0-14,0 0-14,0-1-2,4 1 1,-1-1 26,3 0-11,-2 1 4,5-1-6,-6 0-14,4 0-4,-1 0 4,4 0 0,-1 0-20,4 0-19,-4 0-3,1 0 10,-1 0-7,1 0 13,2 0-20,-2 0 43,3 0-36,-1 0 10,1 0-4,-1 0-2,1 0-11,3 0 27,-1 0 12,4-1-19,6 0-1,0 0 27,6 0 30,1 1-27,2-1 32,6 0-35,1 1 26,3 0-3,-1 0-23,-2 0 26,2 0-10,-2 0-32,2 0 6,-8 0 10,-1 0 13,-3 0-9,0 2-4,-6-1 0,-3 0-17,0-1 11,0 0-10,-3 1 12,3-1 4,-3 0-13,6 0 26,0 0-13,0 0 0,3 0 3,3 0 10,0 0-12,0 0-1,4 0 2,-4 0 14,3 0 7,1 0-17,2 1 7,0 0-16,-2-1 3,2 0-2,-3 0-31,1 0 17,-1 0-3,0 0 15,1 0 4,2 1 18,-6 1-15,7-1 20,-4-1 3,-3 0-26,7 0-5,-1 0 5,0 0 4,4 0-4,-4 0 22,7 0-22,-7 0-6,4 0 6,-1-2 19,-2 1-19,-4-1 0,3 1-41,-2-1 41,-7 1 26,3 0-26,-3 0-1,0 1 0,-3-1 1,3 1 14,-9-1-14,9 0-13,-9 0-2,9 1 15,-6 0 1,3 0-1,3 0 0,-3 0 6,3 0 7,1 0 17,2 0-8,-3 0-18,0 0 2,0 0-6,0 1-13,3 1 12,-3-2 1,4 1 13,-4 0-11,6 0 14,-6 1-16,3-1 4,-2 0-1,-1 0-3,0 0 0,-6 0 0,3-1 0,-3 0 2,-4 0-2,4 0-20,-3 0 20,0 0 1,0 0-1,-1 0-83,1 0 81,0 0-1,3 0-16,-3 0 16,3 0-36,0-2 39,0 1 2,3-1-2,-4 0-10,1 0-19,-3 1 26,0 1 0,-10-1-13,4 0-26,-3-2-14,-7 2 8,-3 0 48,0 1 2,0-1 1,1 0 13,-4 0-3,3 1-9,0-1-2,-3 0-2,3-1 0,1 1 0,5 0 0,-3 1-1,4-1-1,5 0-1,7 0 3,3 1 150,6-1-76,0 1-51,-3 0-21,-3 0-2,-3 0 0,0 0-3,-10 0-13,7 0-16,0 2 31,-1-2-10,1 1-27,-6 0 38,-1-1 22,-6 0-19,-2 0-3,-1 0 19,0 0-6,0 0 13,0 0-13,1 0-11,-1 0 1,0 0 14,0 0-17,4 0-13,-1 0 10,0-1 0,0 0 3,1 0 0,-1 0-3,3 0 0,1 1-1,2 0-20,4 0 24,0 0 120,5 0-119,-2 0-1,3 0-12,-6 0 12,2 0 0,1 0-7,-7 1 4,1-1 3,-4 1 0,1-1-25,-7 0 22,3 0 3,-6 0 36,7 0-33,-7 0-2,0 0 15,0 0 4,-3 0-1,3 0-5,0-1-14,-3 1-16,0-1-17,3 1 4,-3-1 10,3 0 6,-3 1 0,0-1-10,0 1-16,3 0-6,-3 0-1,4-1 17,-4 0-7,0 1 4,0-1-20,0 1-26,0 0-36,0 0-32,0 0-40,0-1-94,0 0-59,0-3-111,-4 0 316,4 17 120</inkml:trace>
  </inkml:traceGroup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57:28.546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51ED1B8-55D2-4ED0-AA9C-E0D8149014D9}" emma:medium="tactile" emma:mode="ink">
          <msink:context xmlns:msink="http://schemas.microsoft.com/ink/2010/main" type="writingRegion" rotatedBoundingBox="2485,14567 19923,14479 19944,18535 2506,18623"/>
        </emma:interpretation>
      </emma:emma>
    </inkml:annotationXML>
    <inkml:traceGroup>
      <inkml:annotationXML>
        <emma:emma xmlns:emma="http://www.w3.org/2003/04/emma" version="1.0">
          <emma:interpretation id="{DA574F79-E380-4102-AC96-6B8D5AEA35AC}" emma:medium="tactile" emma:mode="ink">
            <msink:context xmlns:msink="http://schemas.microsoft.com/ink/2010/main" type="paragraph" rotatedBoundingBox="3881,14560 10722,14526 10726,15256 3885,1529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943D650E-B252-44EC-BA9C-2918A393D4BD}" emma:medium="tactile" emma:mode="ink">
              <msink:context xmlns:msink="http://schemas.microsoft.com/ink/2010/main" type="line" rotatedBoundingBox="3881,14560 10722,14526 10726,15256 3885,15291"/>
            </emma:interpretation>
          </emma:emma>
        </inkml:annotationXML>
        <inkml:traceGroup>
          <inkml:annotationXML>
            <emma:emma xmlns:emma="http://www.w3.org/2003/04/emma" version="1.0">
              <emma:interpretation id="{3B313D78-BFA6-4335-AE80-7424E4ADC7AF}" emma:medium="tactile" emma:mode="ink">
                <msink:context xmlns:msink="http://schemas.microsoft.com/ink/2010/main" type="inkWord" rotatedBoundingBox="3882,14606 4903,14601 4907,15279 3885,15284">
                  <msink:destinationLink direction="with" ref="{20A33587-D6F5-404D-874B-67C040B222AA}"/>
                </msink:context>
              </emma:interpretation>
              <emma:one-of disjunction-type="recognition" id="oneOf0">
                <emma:interpretation id="interp0" emma:lang="en-US" emma:confidence="0">
                  <emma:literal>RR</emma:literal>
                </emma:interpretation>
                <emma:interpretation id="interp1" emma:lang="en-US" emma:confidence="0">
                  <emma:literal>R</emma:literal>
                </emma:interpretation>
                <emma:interpretation id="interp2" emma:lang="en-US" emma:confidence="0">
                  <emma:literal>RP</emma:literal>
                </emma:interpretation>
                <emma:interpretation id="interp3" emma:lang="en-US" emma:confidence="0">
                  <emma:literal>RB</emma:literal>
                </emma:interpretation>
                <emma:interpretation id="interp4" emma:lang="en-US" emma:confidence="0">
                  <emma:literal>Ros</emma:literal>
                </emma:interpretation>
              </emma:one-of>
            </emma:emma>
          </inkml:annotationXML>
          <inkml:trace contextRef="#ctx0" brushRef="#br0">89 352 68,'0'-3'14,"0"2"15,0 0 85,0 1-65,3-1-16,-3 1-17,0-2 46,0 1 195,0-3-149,0 2-79,0 0 33,0 0 56,0 0-14,0 1 13,0-1-3,0 0-42,0 0-53,0-1 30,0 1-16,0 1 19,0 0 29,0 1-6,0-1-26,0-1-17,0 1 1,0 1-32,0 0 38,0 0 6,0 0-6,0 0 3,0 0 4,0 0-4,-3 0-3,0 0 0,3 0-4,0 0-12,0 0-3,0 0-18,-3 0-2,3 0-1,0 0-12,0 0 0,0 0-7,0 0-6,0 1 0,0 2 7,0-1 3,0 2 16,-3 1 14,3 1 54,-3 0-20,3 3-5,-3-1-18,-1 0 3,1 2-28,3 0 0,0 0 7,-3 2-5,3-1 14,-3 0 2,0 1-17,3 0-1,0 0 29,0 1-29,0-2-1,0 0-12,0-1 13,0 2 1,0 0 2,0-2-3,0 1 0,0-1-6,0-1 7,0 0-2,0 0 2,0-1-1,3 0 2,0 0-2,0-2-13,-3-2 13,3 1-1,-3-2-26,4 0 27,-1 1 1,-3-1 15,0-1-15,3 2 1,-3-3-1,3 1 2,-3 0 22,0-1-2,0 0-21,0 0 0,0-1 11,0 0 4,0 0 12,0 0 3,0 0 0,0 0 1,0 0 5,0 0 1,0 0 6,0 0-3,0-2-7,0-1-15,0-1-7,0-2-11,-3-3 1,0-1-3,0 0-32,-4-2 31,7 0-19,-6-1 20,3 0 0,3 0 3,-6-1 22,3 1-25,3-2 20,-3 1-20,0-1-45,-1-2 23,4 1 21,-3 0-14,0 0 15,3 0 16,0 0-16,0-1-13,0 1 10,0-1 3,0-2-26,0 2 26,3-1 16,0 0-16,1 0 0,-1 0 31,0 0-31,0-1-16,3-1-48,0 2 51,0 1 11,1-1 2,-1 3 11,0 0-10,0 2 1,0 1-2,4 2-26,-4 1 14,0 1 11,0 2-17,1 0 5,2 0-1,-3 1 12,3 1-12,-2 1 12,-1 3-18,0-2 1,3 2-4,1 0 7,-1 0 14,-3 0-1,3 0 3,-2 4-42,-1 2 22,3 1 20,0 1 26,1 0-3,-4 2-17,3 0-6,-6 1 0,3-1 1,-6 2-1,7 1 0,-7 0 1,0 1 22,0-1 0,0 2-21,0-1-2,-7 0 2,-2 1 26,-3-2-28,-1-1-42,4 1 42,-6-1 3,2 1 23,-2-1-13,2 0 22,-2 0-18,-4-1-2,4-2-14,-1 1 11,4-2-10,-7 0 17,7-2-17,-1 0 1,1-1 14,3 0-14,-1-3-1,1 1 14,3-1-3,0-1-13,-1 0 1,1-1 0,3 0 1,3 0 2,0 0-1,0 0 0,0 0-3,0 1-1,0-1-22,0 0-15,0 0 2,0 0 4,0 0-4,0 0 4,0 0 0,3 0 6,0 2 3,0 0 23,4 2-2,-1 1 4,0 0-2,6 3 20,-2 1-4,5 0-3,-2 1 7,2 1-18,4 1-1,-4 0 12,1 2-2,2 0-11,-2 1-13,2-1 13,-2 0 7,-1 0-7,1 0-12,-4 0-14,1-1-23,-1 1 30,-3-2-52,1-2 9,-1 0-28,-3-2-4,4-1-33,-4 0-68,-3-1 20,3 0-27,0-3-94,-3 1-76,-3-3 30,4-1 38,-4 0 272,0 0-3</inkml:trace>
          <inkml:trace contextRef="#ctx0" brushRef="#br0" timeOffset="1098">477 238 325,'0'0'0,"0"0"0,0 0 434,0 0 106,0 0-211,0 0-124,0 0-69,0 0-6,0 0 3,0 0-13,3-4-36,-3 4-32,0 0-14,0 0-15,0 0-7,0 0-14,0 1-2,3 1 0,-3 1-35,6 1 35,-3 1 44,3 2-25,1 1 26,-1 3-22,-3 3-10,6-1-3,-6 2 12,3 2-19,4 0 0,-4 3 39,0-1-42,0 1 13,1 3-13,-4-2 1,0 1 9,3 0-8,-3-2-2,3-1 13,-3 0-11,0-3-2,1 0-1,-1-2 0,0-2-1,0-2-17,-3-2 19,0 0-13,3-4 13,-3 1-20,0-3 1,0-1 17,0-1 2,0 0 15,0 0 14,0 0 13,0 0 12,0-2 14,0-4-14,-3-2-50,-3-3-4,3 0-1,-4-4-2,1-1-17,0-2 19,0 0-28,0-1 16,-1-1-25,1-1 38,3-1 0,-3 0-35,3-1 34,0 2-30,0-1 12,-1 2-16,4 0 33,0 1 2,0 1-25,0 0 15,0-1 10,7 1-24,-1 1 24,-3 0 0,6 0-10,1 4-13,-4-1 23,3 1 0,-3 3 0,4-1-26,-4 2 10,3 2 14,0 0-30,1 1 30,2 1-37,0 0 20,-2 2 15,2-1-18,1 2 9,-1 1 0,0 1 12,-2 0-22,-1 0 4,3 1 17,-2 5-24,2 2 24,-3 2-23,-2 0 25,2 2 0,-3 2 1,-3 0 11,0 1-11,0 1-1,-3 1 1,0-2-1,-3 3 26,-6-2 13,0 1-8,-1-1-30,-2-2 11,-4 0-12,1-1-1,3-2 1,-4 1 2,-6-1 0,7-3 0,-4 1 1,4-2 23,-1-3-3,4 2-22,-1-4 12,4-1 3,0 0 0,3-1 3,-1 0-6,1 0 0,6 0 13,-3 0 3,3 0-10,0 0-3,0 0 4,0 0-18,0 0-2,0 0-2,0 0-11,0 0 10,0 0 3,0 0-1,3 0-1,-3 0-23,3 0-14,4 0 7,-4 0 0,3 1 32,6 2 19,1 2 16,2 2-12,1 1-20,2 1-3,4 2 2,-3-1 9,2 3-8,-2 0-3,-1 1-14,4 0 14,3 0 4,-3-1 11,3 0-15,-4 0-26,1 2-26,-7-2-25,4 1 9,0-2-3,-4-1-72,1-2 33,-1-1-143,-6 1-49,4-2 9,-7-3-225,3-1-131,-9-3 571</inkml:trace>
        </inkml:traceGroup>
        <inkml:traceGroup>
          <inkml:annotationXML>
            <emma:emma xmlns:emma="http://www.w3.org/2003/04/emma" version="1.0">
              <emma:interpretation id="{92F7200B-AD79-49F8-91D5-4C8F1597268F}" emma:medium="tactile" emma:mode="ink">
                <msink:context xmlns:msink="http://schemas.microsoft.com/ink/2010/main" type="inkWord" rotatedBoundingBox="6422,14616 7246,14611 7249,15274 6425,15278">
                  <msink:destinationLink direction="with" ref="{20A33587-D6F5-404D-874B-67C040B222AA}"/>
                </msink:context>
              </emma:interpretation>
              <emma:one-of disjunction-type="recognition" id="oneOf1">
                <emma:interpretation id="interp5" emma:lang="en-US" emma:confidence="0">
                  <emma:literal>RV</emma:literal>
                </emma:interpretation>
                <emma:interpretation id="interp6" emma:lang="en-US" emma:confidence="0">
                  <emma:literal>Rr</emma:literal>
                </emma:interpretation>
                <emma:interpretation id="interp7" emma:lang="en-US" emma:confidence="0">
                  <emma:literal>RN</emma:literal>
                </emma:interpretation>
                <emma:interpretation id="interp8" emma:lang="en-US" emma:confidence="0">
                  <emma:literal>R</emma:literal>
                </emma:interpretation>
                <emma:interpretation id="interp9" emma:lang="en-US" emma:confidence="0">
                  <emma:literal>R,</emma:literal>
                </emma:interpretation>
              </emma:one-of>
            </emma:emma>
          </inkml:annotationXML>
          <inkml:trace contextRef="#ctx0" brushRef="#br0" timeOffset="2730">2566 253 92,'0'0'206,"0"0"-125,0 0 659,0 0-499,0 0-98,0 0 17,0 0-7,0 0 25,0 0-45,0-31-32,0 31-30,0 0 0,0 0 10,0 0-7,0 0-9,0 0-10,0 0-13,0 0-17,0 0-14,0 0-11,0 0-35,0 3-23,4 1-7,-1 3 65,3 3 45,0 1-12,0 3 21,0 1-15,4 2-17,-4 1-18,0 1 25,0 1-26,1-1-2,-4 1 1,3 0-2,-3 1 2,3-1 21,-6 1-23,0-3 1,3 0 0,0-2-1,-3-2 0,0 0-1,0-2 2,0-1 0,0 0-1,0-4-23,0-1-2,0-3-3,0 0 28,0-2 2,0-1 1,0 0 13,0 0 7,0 0-4,0 0 20,0 0 6,-3-4 3,0 0-22,-3-3-26,0-3-39,0-1 39,-4-3 0,-2 0-15,3-2 14,-1-3-30,1 0 28,0-3-17,-1-1-18,4-2-1,-3 0 26,6 0-41,-3 1 41,6 1 10,0 0 0,0-1 3,0 3 0,3-3-38,3 2 31,3 0-6,0 2 0,-2-1 4,2 3 9,0 0 1,1 2-1,-1 1-14,0 2 13,1 1-6,-4 2 7,6 0 13,-3 2-13,4 1 0,-4 2-1,4 1-15,-1 1 3,3 1 12,-2 1 0,-1 0 1,1 1 0,-1 0-28,-3 3-9,4 4 37,-4 2 13,3 0-13,-5 3-18,2 2 18,-3-1 0,-3 2 2,-3 3 14,0 0-14,0 1 2,0 1-4,-6-1-24,-3-1 1,-1 0 21,-2-2 1,0 1-1,-4-3 2,1 0 0,-1-1 18,1-2-2,-4-2-16,7-2-2,-7-1 2,4-1 12,2-2 8,1-1-17,-1-1-1,4-1 21,0 0-4,-1 0 0,4 0-3,0 0 1,0 0 8,3 0 1,3-1 0,-3-1-23,3 1 17,0 0-18,0 0-2,0 1 3,0 0-3,0 0-3,0 0-11,0 0 14,0 0 19,0 0-19,0 0-16,3 0-20,3 0 20,0 3 16,3 4 61,7 0-3,-1 0-22,1 3-4,3 1-29,-1 1-3,4 0 0,3 2 34,-1 0-34,1 2-1,3 1 1,-3 0 0,3-1 0,-3-1 0,-7 1 4,4 0-4,-3 0-10,-4-1-29,-3 0-35,1-1 0,-7-1-13,3-1-19,-6-3 15,4 2-61,-4-4-45,3 0-76,-6-2-33,3-3-16,0-1-121,-3-1-59,0 0 374,0-6 23</inkml:trace>
          <inkml:trace contextRef="#ctx0" brushRef="#br0" timeOffset="3330">3007 319 233,'0'0'127,"0"0"636,0 0-353,0 0-150,0 0-85,0 0-55,0 0-6,0 0 2,0 0-22,0 0-20,28 3-19,-16 2 0,-3 1 0,1 0 0,2 1-20,1 2-12,-7-1-10,6 1-11,-6 1-2,4 0-2,-1 4 2,-3-1 0,0 1 19,-3 1-18,-3 2-1,4-1 0,-4 1 16,0 0-16,0-3-1,0 1-1,0-3-30,0 0 6,0-3-16,0-3 40,0 1-14,0-4 16,0 0 1,0-2 0,0-1 18,0 0 23,0 0 16,0 0 13,0-6-7,0-1-22,3-1-42,0-3-14,-3 1 12,3-3 2,0 0 2,0-1-2,3-1 0,-3-2-12,4 0 11,2-2-1,0 0-27,0 0 26,4 1-29,-4-1 9,4 2-18,-1 1 5,-3 3-9,1 3 45,2 1-26,-3 2 23,1 1-13,-1 2 0,-3 0-7,0 1-25,0 2-36,-2-1-6,-1 1-40,0-1-51,0 2-79,0 0-55,0 0-89,3 0-68,-6 0-27,0 0 391,3 0 31</inkml:trace>
        </inkml:traceGroup>
        <inkml:traceGroup>
          <inkml:annotationXML>
            <emma:emma xmlns:emma="http://www.w3.org/2003/04/emma" version="1.0">
              <emma:interpretation id="{C96E4543-71EB-4358-B9ED-328C7CD395D9}" emma:medium="tactile" emma:mode="ink">
                <msink:context xmlns:msink="http://schemas.microsoft.com/ink/2010/main" type="inkWord" rotatedBoundingBox="7960,14540 8936,14535 8939,15211 7964,15216">
                  <msink:destinationLink direction="with" ref="{20A33587-D6F5-404D-874B-67C040B222AA}"/>
                </msink:context>
              </emma:interpretation>
              <emma:one-of disjunction-type="recognition" id="oneOf2">
                <emma:interpretation id="interp10" emma:lang="en-US" emma:confidence="0">
                  <emma:literal>RV</emma:literal>
                </emma:interpretation>
                <emma:interpretation id="interp11" emma:lang="en-US" emma:confidence="0">
                  <emma:literal>Rr</emma:literal>
                </emma:interpretation>
                <emma:interpretation id="interp12" emma:lang="en-US" emma:confidence="0">
                  <emma:literal>R</emma:literal>
                </emma:interpretation>
                <emma:interpretation id="interp13" emma:lang="en-US" emma:confidence="0">
                  <emma:literal>R,</emma:literal>
                </emma:interpretation>
                <emma:interpretation id="interp14" emma:lang="en-US" emma:confidence="0">
                  <emma:literal>Ro</emma:literal>
                </emma:interpretation>
              </emma:one-of>
            </emma:emma>
          </inkml:annotationXML>
          <inkml:trace contextRef="#ctx0" brushRef="#br0" timeOffset="4698">4077 147 274,'0'0'81,"0"0"-81,0 0 626,0 0-323,0 0-59,0 0-58,0 0-14,0 0 6,0 0-6,0 0-36,0 0-26,0 0-29,9-41 6,-6 39 3,0 1 7,-3 1-17,3 0-12,-3 0-20,0 0-23,0 0-25,0 3-1,0 4 1,6 2 7,-3 2 60,4 3 0,2 2-32,-6 1 0,3-1 0,0 3-3,1 1-16,-1 0-3,3 0-13,-3 1 0,1 0 25,-1 0-7,-3 2-17,3-1 2,-3 1 12,0-3-15,0 1 0,-3-2-1,3-1 0,1-1 1,-1-3 0,-3-2-19,0-4 18,0 0-15,0-2 0,0-3-9,0 0 22,0-2-20,0-1 13,0 0 10,0 0 25,0 0 13,0 0 13,0-3 13,0-2-7,-7-1-39,4-4-17,-3-3-2,0 0 0,0-4-34,-4-1 32,4-1-10,0-2 13,-3-1-32,3-2-18,-1-3-4,4 0 9,-3 0 13,3 0 16,3 0-6,0 2-26,0 0 19,0-1 7,0 3 6,0 0 16,6 1 3,-3 3-1,3 0-2,4 2-16,-1-1-16,0 2 10,1 2 21,-1 0-1,3 3 2,-2 2 2,2 1-2,0 2 0,7 0 0,-3 2 19,2 0-18,-2 1 1,2 1-2,-2 0 1,2 2-1,-5 0-3,-1 0-26,4 2 3,-4 4 1,0 2 9,-2 2 14,-1 2-1,-3 1 3,1 2 21,-4 0-3,-3 1-17,0 2-1,0 0 32,0 0-32,-10 1-1,1-2-12,-7 1-4,1-1 15,-4 1-15,-5-2-6,-1 1-15,0-3-7,-6-1-3,3-1 9,0-1 17,3-1 22,1-1-11,5-2 11,0-2 0,7-1-2,-4-1 2,7-1 11,3-1 5,3-1 0,3 0-3,0 0-10,0 0 0,0 0 13,0 0 0,0 0 0,0 0-3,0 0-13,0 0 0,0 0 0,0 0-1,0 0-1,3 0-11,0 0 11,0 0-11,3 0-3,1 0 13,2-1 3,-3 1 13,3 0-13,1 0 0,2 0 0,-3 0 2,4 4 12,-1 1 5,1 0 0,-1 2-17,3 1 0,4 1 0,-3 0 0,-1 0 9,4 2-9,-1 0-1,1 3 11,3-2-12,-1 2-3,1-1 3,-3 2 0,2-2 16,4 2-16,-6-2-9,-1 0 5,4-1-8,-6-1-24,2-1-47,-2 1 15,-4-2-12,0 0-30,-2 0-32,-1-3-49,-3 0-98,-3-2-16,7 2-17,-10-4-128,9 2-29,-9-4 166,3 0 261,3 0 17</inkml:trace>
          <inkml:trace contextRef="#ctx0" brushRef="#br0" timeOffset="5348">4712 300 79,'0'0'147,"0"0"-140,0 0 1050,0 0-748,0 0-111,0 0-9,0 0-11,0 0-6,0 0-4,-6-5-42,6 5-43,0 0-15,0 0-7,0 0 0,3 0-9,-3 0-17,0 0-16,3 0-19,0 5 1,3-1 25,1 4 16,5 1-7,-3 1-22,1 2-11,-1-1-1,-3 3 21,0 2-19,1 0 19,-1 2-21,-3-1 20,0 1-21,0 1 1,-3-1 6,0 0-7,0 0-1,0-2-1,-3-2 0,0 0-1,-3-3-16,3-2-4,-1-2 7,1-3 13,0 0 0,3-2 3,0-1 1,0-1 25,0 0 15,0 0 10,0 0 7,0-4-14,0-3-31,0-2-13,0-3 0,3-1-25,0-1-1,4 0 4,-1-2 22,3-2-1,-3 1-20,4-2 19,2-1-23,0 0-1,4-1 14,-1 1-30,1 1-15,3 2 53,-4 2-31,1 0-13,-1 3 6,1 1-3,-1 4 4,-6 0 18,1 2-12,-1 1-26,-3 2-10,0 0-36,-2 1-35,-1 1-62,3 0-113,-3 0-106,0 0-157,0-1-39,0-2 410</inkml:trace>
        </inkml:traceGroup>
        <inkml:traceGroup>
          <inkml:annotationXML>
            <emma:emma xmlns:emma="http://www.w3.org/2003/04/emma" version="1.0">
              <emma:interpretation id="{A3C5729B-F2D3-4495-B2C9-CFDC5DA21888}" emma:medium="tactile" emma:mode="ink">
                <msink:context xmlns:msink="http://schemas.microsoft.com/ink/2010/main" type="inkWord" rotatedBoundingBox="9815,14815 10723,14810 10725,15163 9817,15168"/>
              </emma:interpretation>
              <emma:one-of disjunction-type="recognition" id="oneOf3">
                <emma:interpretation id="interp15" emma:lang="en-US" emma:confidence="0">
                  <emma:literal>vr</emma:literal>
                </emma:interpretation>
                <emma:interpretation id="interp16" emma:lang="en-US" emma:confidence="0">
                  <emma:literal>or</emma:literal>
                </emma:interpretation>
                <emma:interpretation id="interp17" emma:lang="en-US" emma:confidence="0">
                  <emma:literal>Jr</emma:literal>
                </emma:interpretation>
                <emma:interpretation id="interp18" emma:lang="en-US" emma:confidence="0">
                  <emma:literal>rx</emma:literal>
                </emma:interpretation>
                <emma:interpretation id="interp19" emma:lang="en-US" emma:confidence="0">
                  <emma:literal>re</emma:literal>
                </emma:interpretation>
              </emma:one-of>
            </emma:emma>
          </inkml:annotationXML>
          <inkml:trace contextRef="#ctx0" brushRef="#br0" timeOffset="6439">5931 310 202,'0'0'49,"0"0"-20,0 0 7,0 0 737,0 0-395,0 0-170,0 0-39,0 0-4,0 0 36,0 0 3,0 0-52,0 0-39,12-28-20,-12 27-6,0 0 6,3 0 0,-3-2-9,3 3-17,0-1-22,1 0-10,-1-1-10,3 1-2,0 0-1,0 0 0,4 1 0,-1 0-18,0 0 11,4 0-15,-4 0-20,6 4 20,-2 2 15,2 0-15,-2 3-3,2 0-16,-2 2-10,-1 2 13,0 0 16,1 1 2,-4 3 1,0-3 0,-2 4 0,-1-2-3,-3 0-25,0-2-4,0 1-25,-3-1-10,0-1 44,0-3-21,0 0 6,0-3 3,0-1 19,0-1 2,-3 0 11,-3-3 2,6 0 0,-3-2 11,3 0 16,-3 0 19,3 0 0,-4 0 3,4-3-19,-3-2-29,0-1 23,3-2-5,-3 0-21,0-2 0,3-1 17,0-4-17,0-1-9,0-1-49,6-3 42,0 0-3,4-1 19,2 0-13,4 1 0,-1-1-3,-2 1 13,5 3-13,1 1 15,-4 1 1,1 3-35,-1 3-7,-2 1-25,-4 3 29,0 2-7,-2 1 0,-1 1-13,-3 1-10,0 0-35,-3 0-23,0 0-16,3 0-17,-3 4-19,0 2-62,0-1-85,3 1-73,-3 0-110,0-2 22,0-1 405,0-1 73</inkml:trace>
          <inkml:trace contextRef="#ctx0" brushRef="#br0" timeOffset="7030">6480 231 13,'0'0'284,"0"0"544,0 0-304,0 0-222,0 0-49,0 0-43,0 0-35,0 0-1,0 0-26,0 0-39,3-3-23,-3 3 1,3 0-4,-3 0-10,0 0-6,6 0-16,-3 0-16,3 3 6,0 2-9,4 1-15,-1 0-17,0 2-19,1 0 1,2 3 18,-3 2 3,1 0 9,-1 2-11,0 0-1,1 2 12,-4 0-12,3 1-3,-6 0-19,3 0 19,-3 0-20,1-1-5,-1 1-7,-3-3-19,0-1-7,0-1 30,0-3 2,0 1 3,0-3-2,0-2-4,-3-1 3,-1-2 16,1-1 13,3-1 16,0-1 16,0 0 22,0 0 13,0 0 0,0-5-29,0-3-25,0-3-11,-3-1 20,3-2-5,-3 1-17,3-3-12,0 2 10,0-1-13,0-1 12,6-1 1,-3 0 2,7 0 2,2-3-2,-3 1-21,4 1-20,-1 0 39,4 1-1,-4 1-23,1 3 23,5 2-19,-8 1-20,2 2 4,0 2 0,-5 0-13,2 4-10,0-1-22,0 1-14,-5 1-25,2 1-26,0 0-62,-3 0-136,3 0-119,-6 0-231,0 0-84,0 0 634</inkml:trace>
        </inkml:traceGroup>
      </inkml:traceGroup>
    </inkml:traceGroup>
    <inkml:traceGroup>
      <inkml:annotationXML>
        <emma:emma xmlns:emma="http://www.w3.org/2003/04/emma" version="1.0">
          <emma:interpretation id="{C9F48947-4347-4CCF-B992-32A76BEC1847}" emma:medium="tactile" emma:mode="ink">
            <msink:context xmlns:msink="http://schemas.microsoft.com/ink/2010/main" type="paragraph" rotatedBoundingBox="6223,15421 19676,15318 19684,16361 6231,16464" alignmentLevel="4"/>
          </emma:interpretation>
        </emma:emma>
      </inkml:annotationXML>
      <inkml:traceGroup>
        <inkml:annotationXML>
          <emma:emma xmlns:emma="http://www.w3.org/2003/04/emma" version="1.0">
            <emma:interpretation id="{560AA5C2-4745-445F-A81A-FE0BC15F1C45}" emma:medium="tactile" emma:mode="ink">
              <msink:context xmlns:msink="http://schemas.microsoft.com/ink/2010/main" type="line" rotatedBoundingBox="6223,15421 19676,15318 19684,16361 6231,16464"/>
            </emma:interpretation>
          </emma:emma>
        </inkml:annotationXML>
        <inkml:traceGroup>
          <inkml:annotationXML>
            <emma:emma xmlns:emma="http://www.w3.org/2003/04/emma" version="1.0">
              <emma:interpretation id="{497F9620-C486-40D5-B71D-4531BFB99917}" emma:medium="tactile" emma:mode="ink">
                <msink:context xmlns:msink="http://schemas.microsoft.com/ink/2010/main" type="inkWord" rotatedBoundingBox="6230,15834 8012,15880 8003,16220 6221,16174"/>
              </emma:interpretation>
              <emma:one-of disjunction-type="recognition" id="oneOf4">
                <emma:interpretation id="interp20" emma:lang="en-US" emma:confidence="1">
                  <emma:literal>565</emma:literal>
                </emma:interpretation>
                <emma:interpretation id="interp21" emma:lang="en-US" emma:confidence="0">
                  <emma:literal>5565</emma:literal>
                </emma:interpretation>
                <emma:interpretation id="interp22" emma:lang="en-US" emma:confidence="0">
                  <emma:literal>555</emma:literal>
                </emma:interpretation>
                <emma:interpretation id="interp23" emma:lang="en-US" emma:confidence="0">
                  <emma:literal>55</emma:literal>
                </emma:interpretation>
                <emma:interpretation id="interp24" emma:lang="en-US" emma:confidence="0">
                  <emma:literal>5665</emma:literal>
                </emma:interpretation>
              </emma:one-of>
            </emma:emma>
          </inkml:annotationXML>
          <inkml:trace contextRef="#ctx0" brushRef="#br0" timeOffset="24430">2566 1255 230,'0'0'13,"0"0"-13,0 0 53,0 0 530,0 0-117,0 0-209,0 0-101,0 0-52,0 0-10,-37 0 4,31 0 18,0 0-41,-3 2-17,-1 0 7,1 2-7,3-2-19,-10 1-4,7 1-12,-3-1 6,-1 0-6,4 2-20,0-2 0,-4 3 0,4-3 1,-4 2 12,4-1-16,3 1-14,0-1 13,3 2 1,-4-1-1,4 0-2,0-1 1,3 1 0,0-1 0,0 0-11,0 0 0,0 0-9,3 0 5,7 1 17,2-1 0,0 1 17,4-1 25,3 1-30,5-1-8,-5 0-2,6-2 14,0 0 0,-1-1-16,-2 1-22,0 2-30,3-2 16,-7 3 17,4-1-13,-3 2-1,-1 0 31,-2 2-46,-1 0 15,-2 0-15,-4 0-10,-3 1 19,0 1 39,-6-1 1,0-1 0,0 0-1,0 1 16,-3-1-14,-3 0 31,-3-1-20,-4 1 9,1 0-2,-4-2 9,1-1-7,-4 1-5,4-3-4,-4 1-12,0-2 0,-2-1 20,2-1-21,1 0 0,2 0 0,1 0-18,-1-1 17,4-1-21,-1-3-17,4 1-22,0-2-10,-1 0-40,4 1-18,3-1-50,-3 2-49,3-1-3,0 2-39,0-2-144,-4 0 3,4-2 186,0 0 222</inkml:trace>
          <inkml:trace contextRef="#ctx0" brushRef="#br0" timeOffset="24842">2517 1285 200,'0'0'52,"0"0"-52,0 0 65,0 0 630,0 0-252,0 0-170,0 0-101,0 0-49,0 0 14,0 0 15,0 0-49,40-1-41,-24 1-4,-1-1-6,1 1-7,-1 0-16,1 0-16,-1 0 3,4 0-14,-1 0 0,1 0-1,3 0 2,-7 0-3,4 0-3,-7 0 0,1 0-24,2 0 25,-6 1-25,4 0-63,-7 1-14,0 1-35,4-1-26,-7-2-30,3 2-78,-3-1-81,0-1-119,-3 0-3,0 0 144,0 0 297</inkml:trace>
          <inkml:trace contextRef="#ctx0" brushRef="#br0" timeOffset="25596">3360 1264 195,'0'0'39,"0"0"-39,0 0 52,0 0 359,0 0 169,0 0-281,0 0-156,0 0-42,0 0 9,0 0 53,0-8 12,0 8-46,0 0-48,-3 0-10,0 0 6,-3 0 4,3 0-1,0 2 4,-4-1 0,1 1-17,0 2-19,-6-2-46,2 1-2,-5 2 19,2 1 4,-2 0-4,-1 1-16,4 2 10,-3 0 3,-1 3-15,4 0-1,-1-1-15,1 2 12,3 1-10,2-1 10,1 1-23,0-1 25,0 1 0,3-2 0,3 2-15,0-2 3,0 1 13,0-1 0,0-1-15,0-1-17,6 1 0,6-3 7,-2 0-17,5 0 19,1 0 4,-1-1 18,1-3-31,2 1-7,-2-2 23,-1 0 3,1-2-29,2 0 20,-5-1-20,2 0 7,1 0 6,-4 0 6,4-1-22,-1-3 16,-6 1 6,4-2 4,-4 1 6,-3 0 13,0-1 1,1 0 28,-7 0-28,0-1 22,0-1 2,0 2-5,0-2-4,0 0 0,0 0-2,-7 1-12,-2-1 19,0 0-19,-4 3 37,1 0-39,-3 1 41,-4 1-21,-3 0 2,4 1-20,-7 1 15,6 0-5,-2 0-9,5 0 9,-3 0-12,4 0 0,3 2-12,-1 1-17,4-1-26,3 0-39,-1 2-22,4-2-55,0-1-53,0 1-65,3-1-3,0 1-44,0-2-133,0 0-43,0 0 385,3 0 52</inkml:trace>
          <inkml:trace contextRef="#ctx0" brushRef="#br0" timeOffset="26506">3673 1314 136,'0'0'111,"0"0"-72,0 0-13,0 0 623,0 0-346,0 0-131,0 0-51,0 0-37,0 0 53,0 0 6,0 0-4,7-37-55,-7 33-9,0 1 22,0 0-6,0 1-20,0 2-3,0-1-17,0 1-2,0 0-4,-7 0 0,4 0 10,-3 0-10,-3 1-16,0 3-10,-4 1 10,1-1-27,-4 3 24,1 0-4,-1 3-22,1 1 0,-1 4-61,4 2 16,2-2-32,4-2-233,3-5 310,3-3 0,0-1-16,0 0-171,0 1 73,0 0 65,9 1 49,-5 0 24,5-1-24,3 2-26,1 0 25,2-2 1,1 0 29,-1-1-29,4 1-26,-4-2-9,4-1 22,-4 1-16,1-3 6,3 1-22,-4-1-69,1 1 13,-4 0-13,3 0-3,-5 0 3,-1 0 33,-3 2-17,4-1-35,-7 1 28,0 2 4,0-2 46,0 2-46,0-1 86,-3 2 15,0-1 39,0 1 7,0 0 25,-6-2 14,0 1-26,-1 0 3,-2 2-4,-3-1 27,-1 0-10,1 1 26,0-1-27,-4-1-12,1 1 3,2-2 10,-2 0-16,2-1-17,-2 0-6,2 0-34,-2-1 37,2-1-36,4 1 26,-3 0-12,2-1-16,1-1 15,-3 0-15,2 0-1,1 0-1,3 0 0,0 0-25,3 0-98,-1 0-71,1-3 10,-3 1-37,6-1-113,-6-2-40,6-2 16,-3-1 343,3 1-57</inkml:trace>
          <inkml:trace contextRef="#ctx0" brushRef="#br0" timeOffset="27980">3692 1317 99,'0'0'29,"0"0"-9,0 0 6,0 0 10,0 0 3,0 0 251,0 0 241,0 0-273,0 0-131,0 0-30,0 0 17,0 0 29,0 12 7,0-12-43,0 0-46,0 0-15,0 0 5,0 1 11,0-1 16,0 0 6,0 0 0,6 1-10,-3-1-13,10 1-9,-1 0 3,4 1 2,5-1-28,4-1-16,0 0-11,3 0 11,-3 0 12,3 0-25,-1 0 0,1 0-1,0 0-14,-3 0 13,0 0-38,-3 0-40,-1 0-1,-5 0-19,-4 0-48,-2 0-8,-1 0-25,-6 0-95,3 0-59,-6 0-121,0 0-118,0-3 180,-6 2 320,-3-1 74</inkml:trace>
        </inkml:traceGroup>
        <inkml:traceGroup>
          <inkml:annotationXML>
            <emma:emma xmlns:emma="http://www.w3.org/2003/04/emma" version="1.0">
              <emma:interpretation id="{9598E6C5-FA3D-4966-A35E-E4A75C155656}" emma:medium="tactile" emma:mode="ink">
                <msink:context xmlns:msink="http://schemas.microsoft.com/ink/2010/main" type="inkWord" rotatedBoundingBox="8139,15497 9632,15331 9733,16240 8240,16406"/>
              </emma:interpretation>
              <emma:one-of disjunction-type="recognition" id="oneOf5">
                <emma:interpretation id="interp25" emma:lang="en-US" emma:confidence="0">
                  <emma:literal>seeds</emma:literal>
                </emma:interpretation>
                <emma:interpretation id="interp26" emma:lang="en-US" emma:confidence="0">
                  <emma:literal>Seeds</emma:literal>
                </emma:interpretation>
                <emma:interpretation id="interp27" emma:lang="en-US" emma:confidence="0">
                  <emma:literal>feeds</emma:literal>
                </emma:interpretation>
                <emma:interpretation id="interp28" emma:lang="en-US" emma:confidence="0">
                  <emma:literal>"seeds</emma:literal>
                </emma:interpretation>
                <emma:interpretation id="interp29" emma:lang="en-US" emma:confidence="0">
                  <emma:literal>'seeds</emma:literal>
                </emma:interpretation>
              </emma:one-of>
            </emma:emma>
          </inkml:annotationXML>
          <inkml:trace contextRef="#ctx0" brushRef="#br0" timeOffset="23341">5125 797 136,'0'0'32,"0"0"11,0 0 42,0 0-20,0 0 619,0 0-283,0 0-167,0 0-78,0 0-45,0 0 5,3-2 14,-3 2-17,0 0-32,0 0-29,0 0-10,0 0-3,0 0-4,0 0-6,0 1-16,0 1-13,0 0-3,0 1 3,0 1 21,0 1 8,0-1 9,0 2-25,0 2-13,0-1 19,0 1 17,0 2-10,0-3-13,0 3-11,0-1-2,3 1 1,-3 2-1,0-2 3,0 1 0,0-1 0,0 0-3,0 0 4,0 1-4,0-2 1,0 0 0,0-2-1,0 0 0,0-1-3,0-3-14,0 2 16,0-3-11,0 0 8,0 0-12,0 0-6,0-1 6,0-1-10,0 0 10,0 0 3,0 0 10,0 0-1,0 0-9,0 0 12,0 0-1,0 0 0,0 0 2,-3 0-1,3-1-2,0 0-13,-3-1-1,-1 0-21,-2 0-56,3 0-26,-3-1 7,-6 1-59,2 0-110,-2-2-125,-7 1-169,-2-3 5,-1 0 345,140 42 226</inkml:trace>
          <inkml:trace contextRef="#ctx0" brushRef="#br0" timeOffset="29505">4570 1431 77,'0'0'108,"0"0"-92,0 0 10,0 0 13,0 0 607,0 0-190,0 0-261,0 0-101,0 0-12,0 0 38,0 0 26,0 0-36,0 0-63,-4 0-47,1 0 0,-3 0 52,0 0-52,-3 0-7,-1 0-12,-5 0-10,-1 0 6,1 0 23,-4 3 19,4-1 7,-4 3-22,0-1 8,1 0 21,-1 2-30,7-1 0,-4 0 12,7-1-15,0 0-25,6-1 12,-4 0 9,7 0-15,0-2-1,0 2-9,0 0 29,0 0 33,13 1-4,2 1 6,4-2-5,3 2-17,2-3-10,1 1 3,3 0-5,-3-2-2,0 1-1,-3 1-17,2 0-27,-2 0 14,-3 1-26,-1 0 22,-5-1 7,2 2-33,-6 0 46,-2 1-30,-4 1-31,-3 0-53,0-1 39,0 2 65,0-1-40,-13 1 66,1-2-39,-7 1 21,4 0 18,-7 0 22,0 0-22,1-1-26,-1-1 13,0-2 13,1 1 1,-1-2 2,3 0 0,4-1 20,-1-1-10,4 0-11,3 0 18,2 0 9,1 0 62,3 0-10,3 0-48,0 0-18,0-3-15,0-1-62,0 0 62,0 0 0,9-1-26,-2 0 3,5 0 7,-3 0-13,7 1 27,-4-1 2,4 1 0,2-1-1,1 1-1,0-2 0,-4 3-14,4-2 16,-1 1 0,1-1 0,-1 1 1,-2-1-1,3 1 2,-4-1-2,1 0 2,-1 0 7,1 0-8,-1-1-1,-3 0 3,4 2 10,-4-3-11,1 1 20,-4 0-20,3-2 11,-5 1 3,-1-1-3,0 2 6,-3 0 40,0 0-20,0 1 13,-3-1-7,0 2 30,0 0 6,0 1-36,0 0 20,-6 2 19,3-1-29,-3 2-55,-3 0-25,-1 0-8,1 0 33,-3 0 49,-1 0-7,4 4-16,-7 1 0,7 2 16,-3 0 6,-1 2-3,4 0-13,-3 1-30,2 2 1,4-1-3,3 1 1,-6 0-1,9 0 19,0 0-18,0-2 3,0 0 28,0-1 13,0 0-23,6-2-9,0-1 0,6 1-11,-2 0-1,5 0-1,-2-2 0,8 1-22,-2-2-1,3 0 11,-1-2-1,4-1-16,0-1-13,-6 0-7,5 0-6,-5 0-3,3-2-10,-1-4 7,1 2-14,-3-2 7,-1 0-10,1 1 14,-4-2-14,-2 0 16,2-1 10,-5 1-32,-1-2 32,-3-2 32,0 0-35,-3 1-10,1-1 6,-4 1 14,0 0 45,0 2 16,-4 1 26,1-1 33,-3 2-16,0 1 38,0 3-3,-4-1-58,7 2 16,-6 0-13,0 1 49,-1 0-37,1 0 21,0 0-17,0 0 13,-1 3-10,1 2 17,0 1-11,-4-1-9,1 3 6,3 1-22,-4 0-20,7 0 7,-3 2-10,2 1 4,1-1-4,6 1 3,-6-2 5,6 0-22,0 0 28,0-2-4,0 1-4,6-1-22,4 2 0,2-1 1,-3 1 0,10-2-1,-4 0-22,4-1 9,0-1-19,2-2 3,-2-3-20,6 2-18,-7-3-8,7 0 1,-3 0-26,-4 0-36,7 0-75,-3-4-81,-4-1-82,1-2-59,0-1-131,-10-1 241,6-2 256,-2 2 66</inkml:trace>
          <inkml:trace contextRef="#ctx0" brushRef="#br0" timeOffset="30217">5432 1513 86,'0'0'121,"0"0"-79,0 0 405,0 0 54,0 0-217,0 0-89,0 0-39,0 0-36,0 0 39,0 0-29,-81-26-20,68 24-7,4 0-54,0 1 6,0 0 9,-1 0 4,-2 0-17,3 1-15,-1 0-1,1 0-6,0 0-26,-1 0 17,1 0-18,0 4 11,-1 0 0,-2 3 12,3 2-10,-4-1-14,4 3 0,0 0 15,-1 0-3,4 1-13,0-1 0,3 0-1,0-2 2,3-1-2,0 1-22,0-1-19,3-1 10,0 0-20,9 0 10,1-2-22,-1 0 9,4-2-16,-1-2 10,4 0-7,-4-1-26,4 0-13,-4 0 39,4-2-9,-3-2 5,-1-2 24,4-2-24,-7-1 17,1-1 31,-4-1 24,-3-3 20,3 0-1,-2-4-3,-4 0 56,3-3-40,-6 0 26,3-1-57,-3 0 23,0-1-20,0-1-2,0 0 34,-3 1 12,-3 2 20,-1 0 42,1 1-39,0 1-3,0 2-6,-3 1 28,2 4 20,1 1-36,0 4 0,3 0 19,0 4 9,3 0-12,-3 3-23,3 0-29,0 0-12,0 0-25,0 0-1,0 0-32,0 0-22,-4 5-13,4 3 41,-3 4 26,0 2 3,0 1-3,0 1 0,3 2 0,-3 1 0,3 1 3,0 2 20,0-1-21,0 1 8,6-1-10,0 1-2,4 0-36,-4-2-13,3 1-13,-3 0 3,4-2 0,-4-1-33,3 0-2,-3-4-27,4 0-6,-4-1-23,0-3-10,0-1-42,1-2-30,-1-2-52,3-2-82,-3-1-33,0-2-36,1 0 323,-1 0 32,3-5 68</inkml:trace>
          <inkml:trace contextRef="#ctx0" brushRef="#br0" timeOffset="30692">5782 1374 161,'0'0'104,"0"0"-104,0 0 704,0 0-345,0 0-105,0 0-43,0 0 0,0 0-52,0 0 3,0 0-94,0 0-16,-34-47 22,21 46 6,4 1-12,0 0 10,-4 0-4,1 0-4,3 0-15,-7 1-23,4 4-16,-4 1-16,1 2 2,-1 0 13,4 3-15,-4-1 0,4 0-1,3 0-15,2-1 0,1 0 4,3-1 11,-3-1 1,6 1-2,0 1-33,0-1 9,0-1 13,9 0-22,-3 1 3,7 0 9,-1-1-32,4 0 33,5-1-14,-5 1-9,9-4-68,-7 1 3,7 0 17,-3-1-43,0 1-1,-4-1 24,1 2 6,-1-1 12,-5 1 8,-1 1-14,-2 0 29,-4 1 56,-3 0-4,-3-1 20,0 1 13,0 0 10,0 0-6,0-1 61,-6 1-7,-7 0 4,1-1-26,-7-1 9,4 2-32,-4-2-23,-6 0 1,0 0-4,1-3-106,-7 1-73,0-2-108,-3-1-104,-4 0-238,4 0 466,6 0 62</inkml:trace>
        </inkml:traceGroup>
        <inkml:traceGroup>
          <inkml:annotationXML>
            <emma:emma xmlns:emma="http://www.w3.org/2003/04/emma" version="1.0">
              <emma:interpretation id="{22A472A0-3CC4-45B1-A764-D172CF37BC5C}" emma:medium="tactile" emma:mode="ink">
                <msink:context xmlns:msink="http://schemas.microsoft.com/ink/2010/main" type="inkWord" rotatedBoundingBox="10875,15504 13556,15483 13563,16398 10882,16418"/>
              </emma:interpretation>
              <emma:one-of disjunction-type="recognition" id="oneOf6">
                <emma:interpretation id="interp30" emma:lang="en-US" emma:confidence="0">
                  <emma:literal>"Pure.</emma:literal>
                </emma:interpretation>
                <emma:interpretation id="interp31" emma:lang="en-US" emma:confidence="0">
                  <emma:literal>"Pine.</emma:literal>
                </emma:interpretation>
                <emma:interpretation id="interp32" emma:lang="en-US" emma:confidence="0">
                  <emma:literal>Impure.</emma:literal>
                </emma:interpretation>
                <emma:interpretation id="interp33" emma:lang="en-US" emma:confidence="0">
                  <emma:literal>"'Pure.</emma:literal>
                </emma:interpretation>
                <emma:interpretation id="interp34" emma:lang="en-US" emma:confidence="0">
                  <emma:literal>"'Pue.</emma:literal>
                </emma:interpretation>
              </emma:one-of>
            </emma:emma>
          </inkml:annotationXML>
          <inkml:trace contextRef="#ctx0" brushRef="#br0" timeOffset="172558">6991 906 47,'0'0'133,"0"0"24,0 0-43,0 0-81,0 0 48,0 0-32,0 0-3,0 0 19,0 0 326,0 0-179,0-7-95,0 7-62,0 0-6,0 0 16,0 0 39,0 0 7,0 0-24,0 0-38,0 0-30,0 0-19,0 0-1,0 4 1,6 0 54,4 3 44,-1 3-43,3 0 10,1 3-33,2-1-3,1 3-3,-1-1 26,4 1-49,-1-1 10,4 1-12,0-1 0,3 0 19,-4 0-20,4-2 0,0-2-3,0 0 3,0-1-38,-1-1-50,1 0-38,0-1-56,-3-3-58,-4 2-63,-2-4-188,-4 0-178</inkml:trace>
          <inkml:trace contextRef="#ctx0" brushRef="#br0" timeOffset="172874">7066 1306 229,'0'0'317,"0"0"-193,0 0-56,0 0-32,0 0 13,0 0 9,0 0 320,0 0-212,0 0-130,99 7-36,-87-7-3,7-1 3,-1-1 1,-2-2-1,3 2 0,-1-1-36,-2-1-13,-1 0-55,1 1-72,-1-2-68,1 2-141,-7-2 33</inkml:trace>
          <inkml:trace contextRef="#ctx0" brushRef="#br0" timeOffset="173179">7484 1049 391,'0'0'268,"0"0"-171,0 0 220,0 0 86,0 0-155,0 0-11,0 0-62,0 0-36,0 0-22,0 0-20,-6-29-36,6 29-26,0 1-12,0 3-20,0 2 20,0 2 6,3 1 13,3 3-10,-3 2-32,0 1-2,1 1 0,-4 1 2,3 2-1,0 0-21,0 1-10,0 1-68,-3-1-84,3 0-14,-3 0-87,0 1-79,0-2-193,0-1-154</inkml:trace>
          <inkml:trace contextRef="#ctx0" brushRef="#br0" timeOffset="174110">7698 1552 272,'0'0'293,"0"0"-201,0 0-11,0 0 167,0 0 130,0 0-138,0 0-71,0 0-45,0 0-24,0 0 17,0-52 6,0 52-29,0 0-19,0 0-27,0 0-9,0 0-13,0 0-12,0 0-14,0 3-2,3 4 2,0 2 48,4 2-29,-1 3-6,-3 2 7,3 1-19,0 1 2,0 2-2,1-1-1,-1 0 0,3 2-13,-3-1-38,4-2-17,-7-1 13,3-1-7,0-5 7,-3-1-3,-3-3 13,6-3 12,-6-2 7,0-2 26,0 0 17,0 0 34,0-2 14,0-6-13,0-4-32,-6-3-20,3-6 0,-3 0 31,3-1-12,-3-2-18,-4 1 0,7-1 19,-3 0-20,0-2-4,-3-1 3,-1 0-1,4-1-1,-3 0 0,-1-1 3,1-2-2,3-1-18,0 1 17,3-1 0,3 3 3,0-1-2,0 2 2,0 3-13,6 3 0,3 4 0,0 2 0,4 5-3,-1 2-4,4 3 17,-4 3-20,1 2 1,-1 1 18,-3 0-9,7 0 13,-7 3-2,0 6-17,4 3 3,-1 2 16,-6 4 32,4 2-29,-7 2-6,3 1-25,-6 0 27,0 2 0,0-2-51,-9 3 10,-4 0 3,1-1-49,-4-1-16,1-2 23,2-2-46,-2 0 33,6 0 10,-4-2-47,4-2-41,3 0-40,0-1-29,6-3-20,0 0 10,0-4 68</inkml:trace>
          <inkml:trace contextRef="#ctx0" brushRef="#br0" timeOffset="175444">7931 1543 90,'0'0'232,"0"0"-14,0 0-84,0 0-102,0 0 30,0 0 92,0 0 435,0 0-248,0 0-182,9-10-113,-9 11-4,0 1 26,0 1 23,0 3-7,0 2 13,0 3-16,0 2-29,0 2-30,3 0 14,0 0-23,0 2-13,3-1 0,1 1 0,2-1 0,-3 2 19,3-3-19,4 2-1,-1-1-12,-2-2 11,5-3-18,-6-1-12,1-3 6,2-2 4,0-2 20,-2-2 0,-1-1 2,-3 0 17,4-4-4,-1-4-1,3-2 8,1-4 1,-4-3-20,-3 0 2,4-2 16,-1 1-18,-3-1 0,-3 0 0,3 2 1,-6 0-1,10 0-1,-10 0 0,3 0 0,0 0 0,0 3 0,-3 3 1,0 2 2,0 3 13,0 2-3,0 2-10,3 2 10,-3 0-10,0 0 10,0 0 0,0 0-11,0 0-2,3 0-2,-3 0-13,3 5 15,3 1 35,1 1-33,-1 1-1,0 3 25,3 1-23,1 0 20,-4 0-20,6 1 13,-2-2-16,2-1-1,-6 1-15,10-2 13,-4 0-20,0 0 10,1-2-6,-1 0 17,1-3-21,-4 0-6,-3-3 27,3 0 0,-5-1 2,5 0 13,-3 0 6,0 0-17,4-5 1,-1-1-1,0-3-2,0 0 0,-2-4 0,2 2-1,-3-2 0,3-1 1,-2-2-2,-4 1-1,3-2 1,-3-1-11,3 0 4,-6-1 5,7 1 4,-4 0-19,0 1 16,0 0 0,0 5 3,0 1 1,0 4 0,-3 3 2,3 1 10,0 2 6,-3 1-6,0 0-10,0 0-1,0 0 1,3 0-3,-3 0-23,0 0-6,4 2 3,-1 4 26,3 0 0,0 4 29,0 2-16,4 0 19,-1 0-28,-6 2-4,3-2 12,3 1-12,1-2-16,-4-1 16,3-1 10,1-1-10,2 0-3,-3-2-17,1 0-9,-1-1 10,3-1 16,1-2-20,-4 0 20,3-1-13,1-1 3,-1 0-3,1 0-3,-1-1 15,0-2-15,-2 0 16,2-1-10,0 1 10,-2 0-1,-4 0 1,3 2 0,1 0 0,-7 1-1,0 0-12,0 0 15,0 0-2,0 0 0,0 0 1,0 0 2,3 2 2,-2 1 1,2 1 16,-3-1-18,6 1 2,-3-1 0,1 2-1,-1-3 1,0 1 13,3 0-16,1-1 16,-4-1-12,0-1 15,0 0-16,0 0 10,4 0 0,-1 0-10,0 0 17,1 0-4,-1-4-13,0-3 13,-3 0-16,7-2 13,-4-1 3,0-1 3,1-3 7,-1-1-11,0-2-14,-2-1 24,2 1-23,-6-1 0,0 0 13,3 0-15,-6 1 0,0 0 2,0 2 21,0 2-22,0 3 1,0 2 21,0 2 3,-3 5 9,0 1 10,3 0 6,-6 0 10,3 0-3,-3 5 2,-4 1-12,1 5-6,3 0-20,-7 3 0,7 2-6,-3 3 3,3 0-9,6 1-10,0-1 0,0 0-1,0 0 1,0-3 0,6-1 0,3 1 0,0-1 1,7 1-1,-4-2 0,4 1-18,2-2 17,1-1-14,0-1-10,-4-3 12,4-2-16,-4 0 10,-2-4-23,-1 0-25,0-2 16,1 0-7,-1 0-12,1 0-20,-1-1 9,-3-2-80,-2-3-100,-1 0-54,-3-2-139,3-1-84,-3-1-6,3-2 146</inkml:trace>
          <inkml:trace contextRef="#ctx0" brushRef="#br0" timeOffset="175691">9676 1514 418,'0'0'747,"0"0"47,0 0-480,0 0-197,0 0-30,0 0 42,0 0 67,0 0 7,0 0-65,0 0-59,-6-4-27,6 4-11,0 0-6,0 0-3,0 0-16,0 0-16,0 0-11,0 0-17,0 0-36,0 0-64,0 0-80,0-1-69,-3-1-153,3-2-372,-9 0-426,3-1 1006,24 21 222</inkml:trace>
        </inkml:traceGroup>
        <inkml:traceGroup>
          <inkml:annotationXML>
            <emma:emma xmlns:emma="http://www.w3.org/2003/04/emma" version="1.0">
              <emma:interpretation id="{968670FA-52DC-4843-91DA-39AFC7E41EBD}" emma:medium="tactile" emma:mode="ink">
                <msink:context xmlns:msink="http://schemas.microsoft.com/ink/2010/main" type="inkWord" rotatedBoundingBox="15624,16147 15655,15447 16100,15466 16069,16167">
                  <msink:destinationLink direction="with" ref="{7C571AD1-C682-4E83-8AAB-43C73EAEEADD}"/>
                </msink:context>
              </emma:interpretation>
              <emma:one-of disjunction-type="recognition" id="oneOf7">
                <emma:interpretation id="interp35" emma:lang="en-US" emma:confidence="1">
                  <emma:literal>R</emma:literal>
                </emma:interpretation>
                <emma:interpretation id="interp36" emma:lang="en-US" emma:confidence="0">
                  <emma:literal>r</emma:literal>
                </emma:interpretation>
                <emma:interpretation id="interp37" emma:lang="en-US" emma:confidence="0">
                  <emma:literal>k</emma:literal>
                </emma:interpretation>
                <emma:interpretation id="interp38" emma:lang="en-US" emma:confidence="0">
                  <emma:literal>ok</emma:literal>
                </emma:interpretation>
                <emma:interpretation id="interp39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90086">11760 1087 267,'0'0'33,"0"0"68,0 0 460,0 0-346,0 0-13,0 0 29,0 0-33,0 0 10,0 0-33,0 0-62,0 0-45,0 0-29,0 0-13,0 0-24,0 0-2,9-31-29,-9 35-26,0 3 49,0 1 6,0 4 32,0 0 48,0 4-79,0 1 17,0 1 1,0 1 7,3 3-13,1 0-11,-4 1 11,3-1-13,-3 3 32,0-2-30,0 1-2,0-1 2,3-2-1,0-1-1,-3-4 0,3-1 0,-3-4-16,0-2 3,0-2 11,0-4-31,0 0 31,3-2-9,-3-1 11,0 0 29,0 0 30,0 0 8,0-2 7,0-6-41,0-2-33,3-4 0,-3-3-19,0-1 18,0-4 0,0 0-50,0-1 19,0-1-23,0-1 35,0-1-51,0-2 3,0 0-3,0-2 3,-3 1 7,0 0-4,3 0-26,0 2 7,0 2 58,0 1-10,0 3 36,6 2 13,-3 1-13,3 1-47,4 3 47,-4 0 13,6 4 19,-2 1 36,2 2 68,-3 1-58,4 2-78,-1 0-55,4 1 39,-4 1 3,4 2 13,-1 0-2,-3 0-1,1 0-33,2 3-3,-2 1 0,-1 1 39,1 2 0,-7 4 0,0-1-45,-3 4 15,3 1 4,-3-1-9,-3 2 28,0 0 7,0 1 3,-3 1 23,-6 0-24,-3 0-1,-7-2 18,3-2-16,-2 0 40,-4-2-43,4-3 12,-1-1 5,0-2-17,-2 0 26,2 0-26,4-1 18,-4-1-18,3 0 0,7-3 0,3 2-1,3-2-22,-3-1-9,6 2-4,0-1 4,0 2-1,0 1 4,0 2 27,0 0 2,6 1 20,3 1 26,0 1 32,4 1-26,-1 0-33,7 2-17,-7 1-2,7-1 26,-4 2-13,4 0-13,0 1 3,5 1-3,-2 2-9,0 1-14,3 1-22,-1 1-33,-2 1-26,0 0-20,-1 3-188,-2-1-53,0 0-58,-7-1-37,0-2 287,-2-6 146</inkml:trace>
        </inkml:traceGroup>
        <inkml:traceGroup>
          <inkml:annotationXML>
            <emma:emma xmlns:emma="http://www.w3.org/2003/04/emma" version="1.0">
              <emma:interpretation id="{7131EED9-7DCE-4DAE-84A7-BFAD8873D4EE}" emma:medium="tactile" emma:mode="ink">
                <msink:context xmlns:msink="http://schemas.microsoft.com/ink/2010/main" type="inkWord" rotatedBoundingBox="17293,15513 18326,15638 18238,16371 17204,16246">
                  <msink:destinationLink direction="with" ref="{7C571AD1-C682-4E83-8AAB-43C73EAEEADD}"/>
                  <msink:destinationLink direction="with" ref="{5C444402-1906-4D11-B05E-0E7651291BF4}"/>
                </msink:context>
              </emma:interpretation>
              <emma:one-of disjunction-type="recognition" id="oneOf8">
                <emma:interpretation id="interp40" emma:lang="en-US" emma:confidence="0">
                  <emma:literal>RR</emma:literal>
                </emma:interpretation>
                <emma:interpretation id="interp41" emma:lang="en-US" emma:confidence="0">
                  <emma:literal>R</emma:literal>
                </emma:interpretation>
                <emma:interpretation id="interp42" emma:lang="en-US" emma:confidence="0">
                  <emma:literal>PR</emma:literal>
                </emma:interpretation>
                <emma:interpretation id="interp43" emma:lang="en-US" emma:confidence="0">
                  <emma:literal>Ros</emma:literal>
                </emma:interpretation>
                <emma:interpretation id="interp44" emma:lang="en-US" emma:confidence="0">
                  <emma:literal>Ris</emma:literal>
                </emma:interpretation>
              </emma:one-of>
            </emma:emma>
          </inkml:annotationXML>
          <inkml:trace contextRef="#ctx0" brushRef="#br0" timeOffset="98731">13410 1170 574,'0'0'72,"0"0"400,0 0-319,0 0-136,0 0 28,0 0 63,0 0-17,0 0-46,0 0 27,0 0 3,0 0 51,0 0-25,0 0-43,0 0 4,21 108-26,-18-87-7,-3-1-28,3 1 31,-3 2-29,4-1 10,-4 1-11,0-1-1,0 1 1,0-2-2,0-1-10,0-1 10,0-1 1,0-1-1,0-1 0,0-4 14,0-3-13,-4-2-2,1-2-1,3-3-1,0-1 3,0-1 28,0 0 17,0 0 10,0 0 17,0 0 21,0-1 46,-6-4-23,3-2-84,-3-3-3,3-2-27,-3-2 31,2 0 15,-2-3-30,3-1-18,-3-1-2,6-1-17,-6-1 6,3-1 13,0-3 1,-1-1-1,1 1-16,3-2-4,0 0-44,0 0 29,0 0 9,0 1 3,10-1-57,-1 3 51,0 1-29,1 2 19,5 0 10,1 3 29,-1 2 0,1 4-99,-1 2 99,1 2-23,-1 3 23,1 2 6,-4 1-6,0 2-32,-2 0 16,5 0-4,-5 0-6,-1 2-9,0 4 35,0 0-12,1 2 11,-4 2-30,3 0 8,-6 2-12,0 2 34,1 1-33,-4 2 30,0-1-12,0 1 16,-4 0 3,-5 2 17,-3-2-20,-1 0 3,-2-3 10,-4 0-10,1-2 17,-1-2-20,0 0 3,1-1 10,2-1-11,-2 0 21,2-3-10,1 1-13,2-2-3,1 0 1,6-2-1,-1 1 0,1-2 0,6 1-23,-3-1 13,3 0 12,-3 1-12,3-1-23,0 1-19,0 2 42,0 3 13,0 0 107,0 1 13,6 2-46,4 2-6,5-1 13,1 1-26,-1 2 3,4-2-25,5 3 9,-2-1-4,3 1-25,-3-1-10,6-1-3,-7 3 0,4-2-1,-6 2 1,-1 0-25,1-1 5,-4-2-12,-2 1-75,-1-2 1,-6-1-43,4-1 26,-1 0 9,-3 0-3,4-2-68,-7 0-17,3-1-55,-3-3-78,0 1-21,0-5-19,-3 0 209,0 0 153,0-5 13</inkml:trace>
          <inkml:trace contextRef="#ctx0" brushRef="#br0" timeOffset="99612">13813 1247 157,'0'0'176,"0"0"32,0 0 516,0 0-412,0 0-87,0 0-40,0 0-59,0 0-25,0 0-30,0 0-32,0 0-39,0 0-16,0 4-20,0 1 36,0 3 13,0 1 29,3 3 6,3 2-46,-3-1 40,3 5 3,-3-1-29,4 3 3,-1-1 4,3 0-23,-3 2-2,0-2 1,1 0-15,-1 0-1,-3-1-15,3-1-26,-3 0 9,0-3 1,0-1-1,1-3-15,-4-2 60,0-3-35,0-2 23,3-1 16,-3-1 1,0-1 41,0 0 39,0 0 20,0 0 9,0-4 3,0-5-49,-7-4-12,-2-1-17,3-3-9,-6 0-23,2-2 20,4 0-21,-6-1-2,2 0-1,1-1 0,0-3-1,-1-1-2,1-2-18,3 0-33,0-1 4,0-1-43,2 0 36,4-3-23,0 4 33,0 0-20,7 1 68,2 2 0,0 4 0,1 1-12,-1 4 1,0 1 11,0 4 0,4 1-3,-1 3 3,4 2 10,-4 0 36,1 3-46,-1 1-49,0 1 4,1 0 45,-4 0-2,-3 0 2,4 0 1,-1 4-1,-3 2-23,0 1 4,4 1 16,-7 2-36,6 0 16,-9 2 22,3 1-22,-3 1 21,0 1-40,0 2 42,-6-1 0,-3 1 9,-4 0 7,1-1-15,-4 0 42,4-2-43,-1 0 0,-2-2 0,-1-1 0,1 1 39,3-3-7,-4 0-32,4-1 0,-1-2-1,4 0 1,0 0 0,-1-2-1,4 1-11,3-2 11,-3 1-27,6-1-8,-3 1 1,0 1 22,3-1 13,0 3 29,0 0 26,0 2 10,3 1 9,3 1-32,0 0 4,7 1 9,-1 2 9,3-1-35,4 1 7,6 0 6,0 0-13,3 1-10,-1 2-17,4-2 0,1 1-2,2 1-21,0-1-8,0 0-36,0-2-22,0 1-36,-3-2-13,-3 1 20,0-3-47,-3 2-119,-4-3-122,-5-1-127,-4-4-23,-2-1 410</inkml:trace>
        </inkml:traceGroup>
        <inkml:traceGroup>
          <inkml:annotationXML>
            <emma:emma xmlns:emma="http://www.w3.org/2003/04/emma" version="1.0">
              <emma:interpretation id="{76C264B6-2D58-43D4-8E35-106AD938EE56}" emma:medium="tactile" emma:mode="ink">
                <msink:context xmlns:msink="http://schemas.microsoft.com/ink/2010/main" type="inkWord" rotatedBoundingBox="19065,15587 19682,16039 19319,16533 18703,16081">
                  <msink:destinationLink direction="with" ref="{7C571AD1-C682-4E83-8AAB-43C73EAEEADD}"/>
                  <msink:destinationLink direction="with" ref="{5C444402-1906-4D11-B05E-0E7651291BF4}"/>
                </msink:context>
              </emma:interpretation>
              <emma:one-of disjunction-type="recognition" id="oneOf9">
                <emma:interpretation id="interp45" emma:lang="en-US" emma:confidence="0">
                  <emma:literal>Rr</emma:literal>
                </emma:interpretation>
                <emma:interpretation id="interp46" emma:lang="en-US" emma:confidence="0">
                  <emma:literal>RV</emma:literal>
                </emma:interpretation>
                <emma:interpretation id="interp47" emma:lang="en-US" emma:confidence="0">
                  <emma:literal>Rd</emma:literal>
                </emma:interpretation>
                <emma:interpretation id="interp48" emma:lang="en-US" emma:confidence="0">
                  <emma:literal>R,</emma:literal>
                </emma:interpretation>
                <emma:interpretation id="interp49" emma:lang="en-US" emma:confidence="0">
                  <emma:literal>Re</emma:literal>
                </emma:interpretation>
              </emma:one-of>
            </emma:emma>
          </inkml:annotationXML>
          <inkml:trace contextRef="#ctx0" brushRef="#br0" timeOffset="101620">15078 1237 268,'0'0'62,"0"0"-13,0 0 13,0 0 284,0 0-121,0 0-92,0 0-68,0 0-35,0 0 15,0 0 76,0 0 61,0 0-107,0 0 91,0 0-56,0 0-61,0 0-10,0 0-36,0 0-3,-6 114 58,6-97-56,0 2 18,0 2 3,0-1-23,0 1-1,0 1-1,0-1 1,0 1-2,0 0 0,0-2 3,0-1 0,0-2-7,0-2-6,0-2 8,0-2 5,0-1 0,0-4-17,0 0 17,0-2 20,0-1-20,0-2 0,0 0 0,0-1 26,0 0 20,0 0 12,0 0 7,0 0 16,0 0 54,0-2 81,0-5-80,0-1-53,0-3-38,-4-3-29,-2-1-16,0-3 0,3-2 0,-3 1 1,3-2 0,-4-2-1,4 1-1,-3-2-1,6 0 1,-3-2-18,0 0 17,3-1-1,0-1-51,0 0 12,0 1 23,6 0-33,3 1-2,1 1 51,-1 0-19,3 3 20,1 1 2,-4 2-39,4 0 39,-1 5-16,3 0 3,-5 4 11,2 1-1,-3 3-13,1 2-7,-1-1 7,-3 5 16,4-1-26,-7 1 0,6 0 4,3 0-20,-2 1 26,-1 5-7,6 1 0,-5 0-12,2 3 6,1 1 3,-4 1 25,0 3-28,0 1 3,-2 0 13,-4 1 9,-3 2-12,0-1 14,0-1-1,0 1-20,-3-2-12,-7 1 31,-2 0-12,3-4 3,-10 3 11,4-1-17,-4-1 15,0 0 4,-2-2 0,-1-1 0,0 1 36,7-4-35,-7-1 25,3 0-26,1-1 1,2-2 31,1 0-12,2-2-20,4 0 0,3-1-1,6 0-9,-3-1 8,0 1-1,3-1 1,0 0-11,0 0 0,0 1-2,0 0 15,0 1 20,0 1-18,6 2 25,-3 0 18,6 2-9,1 1 26,-1 0 2,6 1-19,1 1-19,3 0-2,-1 1-22,4 2-4,0 0-13,2 2 15,-2-1 0,0 1 1,-1 1-1,-2-2-13,3 2-6,-4-1-33,-2 1-35,-1-2-7,-2 1-7,-4-2-67,0 2-24,1-3-48,-4 2-40,-3-3-7,0-1-75,0-3-6,-3-3 120,0-1 237</inkml:trace>
          <inkml:trace contextRef="#ctx0" brushRef="#br0" timeOffset="102118">15468 1476 163,'0'0'153,"0"0"-87,0 0 511,0 0-95,0 0-154,0 0-101,0 0-84,0 0-39,0 0-4,0 0-3,0 1-29,0 2-26,7-1-16,-4 0 0,3 3-1,3 1 14,1 0-14,-1 2-25,0-1-16,4 1 16,-4 2 26,0 0-24,0 3-2,1 0-2,-4-1-34,-3 0-16,3 1-9,-3-1-13,0 0 19,1 1 13,-4-1 6,0-1 14,0 0-4,0-4-7,0 0-3,0-2 34,0-1-38,-4-3 20,4 2 9,0-3 11,0 0 46,0 0 22,0 0 9,0 0 14,0 0 16,0-5-4,0-2-64,0-2-39,0-1-17,0-2 1,4 1 16,-1-2-3,3 0-23,3-2-32,4-1-13,-1 0 26,3-2-36,1 1-32,-1-2 6,4 3-29,0 0-46,-1 3-62,1 0-42,-4 2-50,-2 0-261,-4 1 229</inkml:trace>
        </inkml:traceGroup>
      </inkml:traceGroup>
    </inkml:traceGroup>
    <inkml:traceGroup>
      <inkml:annotationXML>
        <emma:emma xmlns:emma="http://www.w3.org/2003/04/emma" version="1.0">
          <emma:interpretation id="{938AD2FB-6373-40CD-8A22-A79BE8C851DD}" emma:medium="tactile" emma:mode="ink">
            <msink:context xmlns:msink="http://schemas.microsoft.com/ink/2010/main" type="paragraph" rotatedBoundingBox="2510,16360 19939,16723 19917,17768 2488,174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35EC613-A215-461C-ADAA-64DD2869395F}" emma:medium="tactile" emma:mode="ink">
              <msink:context xmlns:msink="http://schemas.microsoft.com/ink/2010/main" type="line" rotatedBoundingBox="2510,16360 19939,16723 19917,17768 2488,17405"/>
            </emma:interpretation>
          </emma:emma>
        </inkml:annotationXML>
        <inkml:traceGroup>
          <inkml:annotationXML>
            <emma:emma xmlns:emma="http://www.w3.org/2003/04/emma" version="1.0">
              <emma:interpretation id="{DBBA7A3E-602B-4AB6-8284-B1CC5E94462E}" emma:medium="tactile" emma:mode="ink">
                <msink:context xmlns:msink="http://schemas.microsoft.com/ink/2010/main" type="inkWord" rotatedBoundingBox="2508,16445 4353,16484 4338,17180 2493,17142"/>
              </emma:interpretation>
              <emma:one-of disjunction-type="recognition" id="oneOf10">
                <emma:interpretation id="interp50" emma:lang="en-US" emma:confidence="1">
                  <emma:literal>Round</emma:literal>
                </emma:interpretation>
                <emma:interpretation id="interp51" emma:lang="en-US" emma:confidence="0">
                  <emma:literal>Rosend</emma:literal>
                </emma:interpretation>
                <emma:interpretation id="interp52" emma:lang="en-US" emma:confidence="0">
                  <emma:literal>Rand</emma:literal>
                </emma:interpretation>
                <emma:interpretation id="interp53" emma:lang="en-US" emma:confidence="0">
                  <emma:literal>Rhond</emma:literal>
                </emma:interpretation>
                <emma:interpretation id="interp54" emma:lang="en-US" emma:confidence="0">
                  <emma:literal>Roved</emma:literal>
                </emma:interpretation>
              </emma:one-of>
            </emma:emma>
          </inkml:annotationXML>
          <inkml:trace contextRef="#ctx0" brushRef="#br0" timeOffset="41417">-1142 2218 437,'0'0'0,"0"0"414,0 0-196,0 0-153,0 0 66,0 0 74,0 0 10,0 0-53,0 0-45,0 0-29,0 0-24,-6-14-8,6 14-8,0 0-12,0 1-17,0-1-17,0 2-2,0 1-22,-3-1-24,3 2 4,-3 3 10,0 3 32,-4 5 19,1 2-17,3 2-2,-6 2 0,6-1 22,-4 2-22,4-1-6,-3 0-11,6 0 8,-3 0 5,0-2 4,3-2 10,-3-1 6,0-4 6,3-1-22,-3-2-3,3-2-14,0-2 34,0-2-15,0-1-1,0-2-1,0 0 2,0 0 24,0 0 10,0 0 15,0 0 8,0 0 2,0 0 10,0-2 7,0-2-7,-3-4-23,-4-4-42,4-1-6,0-2-2,0-2 2,0-2 0,0 0-24,-3-3 20,3-2-25,-4 0 4,4-1 5,0 0 1,0-2-1,-3 1 4,3-1-26,0 1 42,0 0-19,-1 3 19,4 0-11,0 3 11,0 3 23,0 1-21,0 4 27,0 0-18,10 1-10,-7 2-2,3 0 0,0 2-15,0 1-20,1 0 23,2 2 10,-3 2-16,3-1-1,1 2-28,2 0 12,-3 1 13,1 0-12,-1 0-14,3 1-22,-2 7 35,-1 1 17,0 2-1,-2 4 4,-1 1 16,0 1 0,0 2-27,-6 0 27,0 1 0,0 1 50,0 1-50,0-2 0,-6 0 22,-3 1-22,-4-3-18,1 1-33,-1-4 51,-2 0 2,-1-1-2,1-2 0,-4-2 13,4-1-9,-4-1-8,4-4 1,-1 1 3,7-1 2,-10-2 5,10 0-5,-3-2-2,2 0 19,1 0-15,3 0 25,0 0 3,-1-3-32,4 0-1,0 0 0,3-1 1,-3 2 3,3 0 4,0 1 6,0 0-26,0 0 10,0 1-14,3 0-15,3 0-30,1 0-9,5 0 42,0 0-7,1 0 20,5 3 6,4 1-6,-3 2 17,6 1-2,-4 1 2,1 1 11,3 0-12,0 1-7,-4 0-9,1 2 32,-3-1-12,2 2-4,-2-1-49,-4 0-29,4 1 16,-7-3-159,1 1 13,-1-1 87,1-1-192,-4-1-26,0-1 59,-3-1 81,1-4 188</inkml:trace>
          <inkml:trace contextRef="#ctx0" brushRef="#br0" timeOffset="42989">-844 2288 62,'0'0'212,"0"0"-131,0 0-45,0 0 72,0 0 371,0 0-166,0 0-163,0 0-111,0 0-26,0 0 29,0 0 52,-13 31-9,7-21-62,0 3-20,0 0 13,3 0 61,-7 1-77,7-1-3,0 1-30,0-2 17,3 0 13,0 1-11,0-2 14,0-1 1,0 0-1,9-2-12,-2-1-86,-1 0 72,3-2 26,0 0 0,4-2-29,-1 0-7,1-3 13,2 0 23,-3 0 20,4 0-20,-4 0-53,1-3 33,-4-4-16,3 1 69,-2-1-36,-1-1 3,-6-1-13,3-1 13,1 0 12,-7 0 4,0-1 3,0 0-9,0 1 3,-7 0-26,-2-1 13,3 1-23,-7 2 7,1-1-7,0 1 21,2 2 2,-2 1 7,6 0-4,-4 2 36,7 2 26,-3 0-32,3 1-30,0 0 33,0 0-4,3 0-32,0 0-16,0 0-4,0 0-22,0 0-7,0 0-3,0 1-2,0 0 54,0 0 3,3 0-1,3 1 2,3-1 64,4 1 20,-4 0-30,7-1-6,-1-1-29,1 0-21,-1 0 44,7 0-30,-7 0-3,4 0 2,-4-2-14,1-1 0,-1 2-1,-2-1 0,-4 0-2,0 0 3,-2 2-2,-4 0 1,0 0-16,-3 0-20,0 0-3,0 0 17,3 1 12,-3 2 10,0 2 39,0 1 19,0 1-25,3 1 9,-3 1-16,3 0-3,-3 2-1,0-2-22,3 2 13,-3-1-13,0-1 3,0 1-3,3-2 0,-3 0 11,4-1-11,-1-1 0,0-1 4,3 1-4,0-3 0,0 2 0,1-3-2,5 1-9,-3-2 11,7-1 26,-4 0-10,4 0-16,-1-3-2,4-1-34,-4-2 8,1 0 27,-4 1-5,1-3-16,-1 0 12,0 0 10,-5-3 17,-1 1 13,-3-1-27,0-1 45,-3 1-22,0-1-26,0 2-3,0 0-26,-3 0 29,-3 2-29,-1 0 19,-2 2 10,6 1 3,-3 2 17,6 2-1,-3 1 20,3 0-23,0 0-16,0 0 0,0 0-26,0 0-19,0 0-30,0 0-12,0 4 2,0 2 40,0 2 45,0 1 58,0 2-6,0-2-14,0 2-37,3-1 11,0 0 40,3 0-49,-3-1 36,3 0-36,4 0-3,-4-2-2,3 0 2,1-1-21,-1 1 20,-3-3-1,6 0-14,1-1 16,-1-2 0,1-1 0,-4 0-3,6 0-17,-5-1 20,2-4 35,-3-1 14,1-1-46,-1 0-2,-3-1 19,0 0 12,-2 1 10,-1-3-41,0 0-1,-3 0 36,0 1 32,0-1-32,0 1 19,-6 1-55,2 0 0,1 2 0,-3 1 61,6 2-12,-3 1-33,3 2 0,0 0 42,0 0-35,0 0-20,-3 0 0,3 0-3,0 0-19,0 0-23,0 1-29,-3 3-13,3 2 35,0 1 17,0 3 32,0 1 1,0 0-1,0 2 0,0-2-2,0 1-2,0 2-7,0-2 10,0 0-1,0 0 2,0 0 0,0-3 0,0-1-26,0-1 10,0-4-16,0 2-27,3-4 24,-3 0-1,3-1 0,-3 0 20,0 0 15,3 0 1,-3 0 36,0 0 29,0 0 25,3-2-2,3-4-49,-2-2-7,5-1-30,0-1-2,-3-2 1,7-1-1,-4 0-1,0-2-1,4 0-20,-1 2-37,-2 0 37,2 2-1,0 4-6,-2 1 27,-1 2-18,0 2-16,-3 1 10,4 1 10,-7 0 0,3 0-13,0 1 5,-3 2 24,4 1 16,-4 1 13,3 0-16,0 2-13,0 1 0,-3 1 0,7 0-3,-7 2 3,0-1 0,0 0-42,3 0-36,-3-1 42,3 2-113,-2-1 64,2-1-84,0-2-46,0 0-42,0-2-17,1-2-3,-1-3-20,3 0 190,-3 0 86</inkml:trace>
          <inkml:trace contextRef="#ctx0" brushRef="#br0" timeOffset="43669">402 2331 177,'0'0'72,"0"0"0,0 0 322,0 0 79,0 0-229,0 0-72,0 0-45,0 0 32,0 0-39,0 0-29,0 0 62,-65-32-69,53 30-52,2 0-3,-2 1 13,3 0-3,-4 0 9,1 1-6,6 0-6,-10 0-35,4 0 2,-4 2 0,1 1 32,5 1-35,-2 1-1,3 0-28,-1 2 9,-2 0 20,3 2-36,3 0 35,-4 3 1,1-2-26,3 2 13,3-1 10,3 1 2,-3-2-25,3-2 24,0 1-21,0-2-19,6 0-6,0 0 18,6-1 28,1-3-21,5 0 20,1-2 2,3-1 0,6 0-25,-7-1-9,1-4-46,0-3 46,-4-2 34,1-3 1,-4-1-45,1-1 45,-1-2-10,-2-1 26,-4-1-16,-3-1 13,4-2-13,-7-1-26,0-2 26,3 0-2,-3-3-1,-3 1-26,0-1 29,0-1-4,-6 0-80,0 0 81,-7 0 0,4 2 3,0 2 42,-4 3-29,1 2-10,3 3 117,-1 4-16,4 2 32,-3 2-46,6 4 26,0 4-19,3 0-29,0 1-17,-4 0-28,4 0-23,0 0-14,0 0-38,0 1-31,0 2-24,0 5 88,4 2 19,-1 4 51,0 1 11,0 4-61,3 0 41,-6 3-39,9 1 10,-5 3-13,2 2 0,0 4 0,3-1 22,-3 2-22,4 0 0,-4 0 0,0 0 0,0-3-22,1 1-59,-1-3-103,0-1-7,0 1 16,3-2-133,-2-3-144,-4-1-112,0-5-3,0-3 370</inkml:trace>
        </inkml:traceGroup>
        <inkml:traceGroup>
          <inkml:annotationXML>
            <emma:emma xmlns:emma="http://www.w3.org/2003/04/emma" version="1.0">
              <emma:interpretation id="{4C19B200-7151-4092-993F-0FBF26B15473}" emma:medium="tactile" emma:mode="ink">
                <msink:context xmlns:msink="http://schemas.microsoft.com/ink/2010/main" type="inkWord" rotatedBoundingBox="5416,16420 6334,16440 6323,16934 5406,16915"/>
              </emma:interpretation>
              <emma:one-of disjunction-type="recognition" id="oneOf11">
                <emma:interpretation id="interp55" emma:lang="en-US" emma:confidence="0">
                  <emma:literal>€</emma:literal>
                </emma:interpretation>
                <emma:interpretation id="interp56" emma:lang="en-US" emma:confidence="0">
                  <emma:literal>t</emma:literal>
                </emma:interpretation>
                <emma:interpretation id="interp57" emma:lang="en-US" emma:confidence="0">
                  <emma:literal>f</emma:literal>
                </emma:interpretation>
                <emma:interpretation id="interp58" emma:lang="en-US" emma:confidence="0">
                  <emma:literal>l</emma:literal>
                </emma:interpretation>
                <emma:interpretation id="interp59" emma:lang="en-US" emma:confidence="0">
                  <emma:literal>E</emma:literal>
                </emma:interpretation>
              </emma:one-of>
            </emma:emma>
          </inkml:annotationXML>
          <inkml:trace contextRef="#ctx0" brushRef="#br0" timeOffset="36723">2449 1840 142,'0'0'13,"0"0"4,0 0 15,0 0 11,0 0-17,0 0 117,0 0 278,0 0-186,0 0-128,0 0-68,0 0-6,0 0 35,0 0 20,0-5-3,0 7-14,0-2-19,-3 3-3,-1-1-13,1 0-1,0-1-2,-3 1-10,-3 2 25,3 0-12,-4 0 10,1 1-20,-3 0-4,-1 2 14,-2 0-7,-4 2-3,-3 0 16,4 0-25,-7 2 38,3 0-53,-6-1 1,0 2 23,4 1 16,-7-1-10,3-1-15,-3 2-8,3-2-9,-3 2 0,0-1 20,-3-1-17,3 1 8,-3-1-11,-1 1 0,11-1-1,-4-1-12,6-1-3,0-1 13,7-1-3,-1-1 6,4 1 1,-1-1 25,4-1-26,3-1-1,-3-1-2,2-1 0,4 0-39,-3 0 4,3-1 15,0 0-9,0 0-24,3 0-9,-3-1-3,3 0-10,-6 0-16,6 0-19,0 0-8,0 0-9,0 1-26,0-1-17,0 0-9,0 0-40,0 0-120,0-1 25,0-6 249,0 2 68</inkml:trace>
          <inkml:trace contextRef="#ctx0" brushRef="#br0" timeOffset="37221">1717 2043 187,'0'0'55,"0"0"-9,0 0-44,0 0 311,0 0 91,0 0-211,0 0-135,0 0-55,0 0 98,0 0 33,0 0-7,0 0-78,-28 71 12,22-63-22,-4 1 56,1 1-47,0 0 11,-4 1-17,1-1 6,0 2-31,-1-2-14,1 1-3,3-2 0,-1 1-2,-2-1 0,3 1-11,2-1 13,-2-1-17,6-1 16,-3-2-1,6 0-11,-6-2-6,6 0 18,0 0-19,0-2-6,0 1-22,0 1 5,0-1 27,6 1 14,0 1 2,3-2 10,4 1 42,2 0-17,1-1-35,2-1-9,-2-1-30,2 1-72,7-1-35,-6 0-26,2 0-86,4 0-116,-3-6-197,0-2 395,-10 2 81</inkml:trace>
        </inkml:traceGroup>
        <inkml:traceGroup>
          <inkml:annotationXML>
            <emma:emma xmlns:emma="http://www.w3.org/2003/04/emma" version="1.0">
              <emma:interpretation id="{8D5F0B9B-7E47-4E5E-91B0-14840DDA5487}" emma:medium="tactile" emma:mode="ink">
                <msink:context xmlns:msink="http://schemas.microsoft.com/ink/2010/main" type="inkWord" rotatedBoundingBox="7275,16459 14016,16694 13980,17726 7239,17491"/>
              </emma:interpretation>
              <emma:one-of disjunction-type="recognition" id="oneOf12">
                <emma:interpretation id="interp60" emma:lang="en-US" emma:confidence="0">
                  <emma:literal>3172nd</emma:literal>
                </emma:interpretation>
                <emma:interpretation id="interp61" emma:lang="en-US" emma:confidence="0">
                  <emma:literal>3572nd</emma:literal>
                </emma:interpretation>
                <emma:interpretation id="interp62" emma:lang="en-US" emma:confidence="0">
                  <emma:literal>372Roundininded</emma:literal>
                </emma:interpretation>
                <emma:interpretation id="interp63" emma:lang="en-US" emma:confidence="0">
                  <emma:literal>31722nd</emma:literal>
                </emma:interpretation>
                <emma:interpretation id="interp64" emma:lang="en-US" emma:confidence="0">
                  <emma:literal>35722nd</emma:literal>
                </emma:interpretation>
              </emma:one-of>
            </emma:emma>
          </inkml:annotationXML>
          <inkml:trace contextRef="#ctx0" brushRef="#br0" timeOffset="48996">3376 2464 210,'0'-3'98,"0"3"29,0 0-101,0 0 46,0 0-53,0 0 4,0 0 270,0 0-35,0-1-121,0 1-59,0 0 10,0 0 29,0-1 26,0 1-20,0 0-35,0 0-36,0 0-16,0 0-1,0 0 4,0-1 3,-3 0 4,3 1 6,0 0-10,-3 0-3,3-1-4,0 0 7,0-2-38,0 1 22,0-2-1,0 0 8,0-1-30,0 1 71,6 0-22,3-2-26,-3 2-20,4-1-6,-1 0-29,3 0 28,1 2-12,2-1-19,-2 2 19,2 0-6,1 1-1,2 0 17,-5 0-16,-1 1-4,-3 0 4,1 0-24,-4 0 14,3 4-26,-9 2 16,3-1-16,-3 4 13,0 0-84,0 2 51,0 1 7,-3 0 68,-3 2 29,0-1-6,-7 1 9,4-1-16,-3-1-15,-1 0 1,1-2-2,-1-2-18,4 0 18,0-2 22,3-1-22,-1-1-13,4-1-26,3-1 26,0-1 11,0-1 2,0 1 0,0-1 0,0 0-2,0 0-24,0 1-10,0 0 36,3 2 26,7 0 23,2 0-26,-3 2 3,4-2 16,-1 2-29,4 0 0,-4 1-13,4 1-9,-1-1 9,1 3 0,2-2-11,-2 3 8,-1 1-22,-5 1 24,2 0 1,-3 2-3,-3-2-36,-2 2-23,-4-2 17,0 0 6,0-1 35,-4 0 4,1 0 13,-9-1 13,0 0 7,2-1 6,-5-1-38,-1-1 57,-2-2-25,2 2 12,-6-4 10,7 1-25,-4-2-14,4 0-13,2 1 29,1-3-12,0 0-17,2 0 33,1 0-7,0 0-13,2 0-3,4 0 0,-3 0-13,3 0 0,-3-3-57,6 0-24,0 2-13,-3-1-30,3-1-83,0 1-102,0-2-82,0-1-127,0-2 90</inkml:trace>
          <inkml:trace contextRef="#ctx0" brushRef="#br0" timeOffset="49620">3878 2406 215,'0'0'209,"0"0"-170,0 0 339,0 0 26,0 0-127,0 0-82,0 0-81,0 0-36,0 0-4,0 0 14,0 0-30,0 0-22,19 6 0,-10-4-4,0 0 10,1 1 13,2 0 26,3-1-61,1 2 9,0-1-7,2 0 1,1 1-21,2-1-2,-2-1 2,3 0 13,-1-1-15,-5 0-3,3 0 0,-4 1-17,1-1 20,-1 2-1,-6-1 1,1-1-3,-4 1-20,-3-1 1,3 2-1,-3-1-9,-3 1-10,3 3-17,-3 2 37,0 2 22,0 0 0,0 2 0,0 2 0,3 0 1,-3 2-2,0-1 2,0 1 31,0 2 1,0 1-4,0 2-29,-6 1 1,0 1 9,0-1 19,0 1-29,-4 0 13,4-1-13,0-2 3,3-1-3,-6-1 0,5-3 0,1-3 0,0 1-31,3-4-37,-3-1-42,3-3 9,0 1-12,0-4-56,0 1-4,3-1-74,0-1-59,0-1-101,1 0-11,-1 0 203,0-5 151</inkml:trace>
          <inkml:trace contextRef="#ctx0" brushRef="#br0" timeOffset="49930">3996 2638 174,'0'0'183,"0"0"-131,0 0-16,0 0 65,0 0 365,0 0-157,0 0-101,0 0-64,0 0-44,0 0-5,0 0 15,0 0-22,46 1-37,-27-1-8,-3 0-11,5 0-6,1 0-24,0 0 0,-1-1-2,4-2-1,-3 1-2,-4 0-55,4-1-4,-6 2-22,2-1-62,-2-2-92,-4 3-90,-3-2-119,-2-2-110,-1 0 286,-3 1 244</inkml:trace>
          <inkml:trace contextRef="#ctx0" brushRef="#br0" timeOffset="50535">4439 2406 29,'0'0'300,"0"0"-176,0 0 463,0 0-193,0 0-163,0 0-104,0 0 74,0 0-39,0 0-29,0 0 19,0 0-65,0 0-58,50-45 23,-44 39-36,7 0 26,-4 2 6,0 1-15,7 0-11,-4 1 4,4 1 0,-1 0-7,1 0-16,-4 1 0,0 0 0,4 0 0,-4 2-3,-2 4-23,2 0-6,-3 1 4,4 2 12,-7 1 0,3 2 6,-3 2 5,-3 1-20,1 1-43,-4 2-22,0 2 85,0 1 2,-7 0-26,-2 0 16,-10 3-51,1-2 32,-1 1 29,-9-2-2,10 0-21,-4-2-9,3 0 31,4-2-2,-4-3-14,10-2 16,3-1-12,-3-3 12,5-1-15,1-1 0,3 0 14,0-2 2,0 2 0,0 0 3,0 0 49,7 0-17,2-2 43,6 2-13,4-1-36,0-1 22,2-1-2,7 1-48,0-3 1,3 0 1,3-1 10,-3 0-13,3 0-23,3 0-38,-2 0 0,-1 0-17,0-3-12,-3 0 6,0-1-43,-3 0-9,-3 1-23,-1 0-127,-2-3-95,-6 1-98,-1-1-33,-9-2 323</inkml:trace>
          <inkml:trace contextRef="#ctx0" brushRef="#br0" timeOffset="54149">3596 2214 98,'0'0'189,"0"0"-101,0 0-23,0 0-26,0 0-3,0 0 492,0 0-199,0 0-208,0 0-43,0 0 36,0 0 12,40 26-19,-34-24-19,4-1-23,2 1-36,1-1-3,-1 0 10,7 0-23,-4 0-13,1-1-45,-1 1 13,4 0-52,-7 1-7,4-2-49,-1 2-29,-6-2-91,4 0-82,-1 0-49,-6 0-134</inkml:trace>
          <inkml:trace contextRef="#ctx0" brushRef="#br0" timeOffset="53823">3652 1864 280,'0'0'134,"0"0"-52,0 0-46,0 0-1,0 0 73,0 0 185,0 0-104,0 0-91,0 0-43,0 0-12,0 0 19,0 0 3,0 0-20,0 0-12,0 0 2,0 0 37,0 0-56,3 17-12,-3-11 31,3 1 60,-3-2-34,6 3 11,-3-1-11,3 1-31,-2 1-11,2-1 65,0 1-19,-3 1-13,3 0-33,4 0 1,-4 1 35,3 1-10,0 1-16,-2-2-6,2 1-21,0 1 46,0-1-18,4 2-18,-4-1-12,4 1 3,-4-3 10,0 1-10,0-1-6,1-1-14,-7 1 17,6-3-16,0 2 0,-2-2-13,-4-1-81,3 0 26,0 0 0,-3 0-91,0-3 68,0 2 3,-3-2-140,0 1-36,0-2-131,0 2 95,-6-4 33,-3-1 1</inkml:trace>
          <inkml:trace contextRef="#ctx0" brushRef="#br0" timeOffset="54481">3990 2033 317,'0'0'196,"0"0"-141,0 0 128,0 0 143,0 0-52,0 0-83,0 0-90,0 0-39,0 0 0,0 0 6,0 0 0,0 0-29,-13 26-6,10-19 61,0 2-62,0 0 1,0 2 6,-3 0-37,-1 1-2,1 2 3,3-1-3,-6 2 0,3 1-13,-4-1-78,1 1-84,0 3-91,-1-2-31,-2 0-227,-3-2-76</inkml:trace>
          <inkml:trace contextRef="#ctx0" brushRef="#br0" timeOffset="78860">5224 2625 5,'0'0'46,"0"0"13,0 0 9,3 0-42,-3 0 33,0 0-4,0 0-28,0 0-11,0 0-13,0 0 13,3 0 7,-3 1-3,3-1 6,-3 0-3,0 0 35,0 0 86,0 0 29,0 0-43,0 0-42,0 0-10,0 0 0,0 0 4,0 0-7,0 0-14,0 0-12,0 0-6,0 0-11,0 0-3,0 0 20,0 0 3,0 0 3,0 0-3,0 0-9,0 0-1,0 0-10,0 0 1,0 0 9,0 0-13,0 0 0,0-1 1,0 1-11,0-2 1,0 0-11,0 2-9,0-2 0,0 1 20,0 1 25,0-1-9,0 1-10,0 0-4,0 0 4,0 0-3,0 0 6,0 0-10,0 0-15,0 0-4,0 0 0,0 0-13,0 0 0,0 0-7,0 0-2,0 0 2,0 0-9,0 0-16,0 1-23,0 1 13,0-1 9,3 4 4,0-2 42,0 4 32,0 2-2,1 0 2,-1 1-32,0 1-52,0-1 49,0 2-20,-3 1 39,6-2-16,-6 2 2,6-2-1,-3 1 12,-3-2-13,0 2-1,4-2 1,-1 0 3,-3-1-3,3-1-15,-3 0 15,0-2 2,0 0 15,0 0-17,0-2-16,0-2 3,0 2-13,0-3 23,0 0 3,0 0 1,0-1-1,0 0 2,0 0 21,0 0 19,0 0 0,0 0 10,0 0 3,0 0 3,0 0 0,0-2 4,0-4-1,0-2-47,-3-3-14,-4-1 0,1-3 7,3-1-4,-3 1-2,3-3-1,-3 1 0,6-2 32,-7 1-32,4-1-22,3-1 22,0 1-2,0 0-12,0 1 14,0 0 2,0 0-2,10 2-45,-7 1 22,3 0 21,3 3 2,-3 0-23,7 0 23,-4 2 52,4 0-52,-4 2-26,3 0 26,1 1-16,-4 1 16,3 0-20,1 1 1,-4 2 7,4-1 11,-4 2-20,0 0 8,-3 1-7,-3 1-6,4 0-6,-4 0 0,-3 0-1,3 0-16,-3 2-15,0 2 5,0 0 59,0 3-1,0 1-18,0 2-27,0 0 46,0 2-45,0 1 29,0-1 13,0 2 3,0-1 3,-6 1 39,-4-2-42,1 0 0,-3 1 0,2-3 2,-5 0-2,2-2-3,-2-1 3,-1-1 6,4-1-6,0-2-26,-4 2 26,7-4-1,-1 1 3,1-2 12,3 0-13,0 0 3,3 0 15,-4 0-17,7 0-1,0 0 16,-3 0 9,3 0-13,0 0-12,0 0-1,0 0-1,0 0-3,0 0-35,0 0-26,0 0-6,0 1 6,7 1 16,-1 2 10,0 0 38,6 3-2,1 0 3,-4 0 16,7 2-16,-4 1-2,0 1 2,7 1-2,-3 3-5,-1 1-9,4 0 15,-7 0-97,0 0 66,4-1-43,-7-1-45,4 0-24,-4-1 24,-3 0-108,-3-4 117,3 0-95,1-3-103,-7-1 123,6-2 177</inkml:trace>
          <inkml:trace contextRef="#ctx0" brushRef="#br0" timeOffset="80473">5602 2718 120,'0'0'179,"0"0"-130,0 0-46,0 0 36,0 0 23,0 0 43,0 0 266,0 0-201,0 0-112,0 0-6,0 0 33,-9 9-10,6-6-10,0 2 16,-1 0 23,1 1-65,0 0-13,3 0 4,-3 2-4,0 0-17,3 1 8,0-1-11,0 1 30,0 1-17,0-1-19,0-1 0,0 1 26,0 0-26,6-1 0,4-1 33,-4-1-10,0 0 3,3 0-23,4-2 36,-4 1-20,3-3 1,1 0-1,-4-1-19,7-1-6,-7 0 6,3 0 16,-2 0-16,-1 0 19,0-2 17,-3-1-16,1-4 5,-1 0 34,0 0-56,-3-2-1,-3-1-2,0 0-1,0-1 1,0 1 29,-3-3-29,-3 1-12,0 0-23,-7 0-24,4 2 24,-4 0 32,-2 2-27,6 2 1,-4 1 3,4 2 7,0 1 6,-1 0-16,7 1 6,-6 0 21,6 0-18,0 1-9,3 0 16,-3 0-7,3 0-12,0 0 6,0 0 3,0 0-13,0 0 4,0 0 3,0 0 6,0 0 5,3 0 18,0 0 19,6 2 27,0 0-43,4 0-1,2 0 86,1 0-7,2-1-42,4-1-16,-3 0-21,-1 0-2,4 0-2,-3 0 1,-1 0-1,1 0 2,0 0-2,-7 0 2,0 0 2,1 0-2,-7 0 0,-3 0-26,0 0 17,-3 0 9,0 1 13,0 2-13,0 1 1,0-1 15,0 2-13,0 0-3,0 0-16,0 1 16,0 0 0,0 1 3,0 1-3,0 0 20,3 0-33,-3 1 16,3-1-3,-3 1 13,7-2-13,-4 0 3,0 0 7,0-1-9,3-3 25,-3 1-25,3-2-1,1 1-26,-1-1 26,0-1 23,3-1 3,1 0-7,-1 0-18,3 0 0,1 0 25,-7 0-6,6-2 3,4-2-23,-7-1 1,3-1-2,-2 0 10,-1-1-9,0-1 3,1-1 16,-7 1-3,3-2-29,-3 1 13,0 1-32,-3-2 10,0 1 21,0 1-43,0 2 43,0-1 1,0 2-17,0 2 17,0 1 14,0 1 29,0 1-4,0 0-28,0 0-11,0 0-16,0 0 13,0 0-23,0 0-6,0 0-11,3 1-2,-3 2-4,3 1 49,0 2 0,1 0 14,-1 2-11,3-1 17,-3 1-19,6 1 25,-3-2-10,1 1 10,2 0-3,0-2 3,1-1-26,-1 0 0,0-2-3,4 0-10,-1-1 13,0-1 2,1-1-2,-4 0-3,0 0 3,1 0 1,-4 0 12,3-2-12,1-1 15,-4 0-3,0-3 10,-3 2-22,3-1 25,-3-1 9,-3 0-35,0-1-14,0 1 12,0 0-12,0-1 1,0 0 13,0 0 26,0 1-26,0 1-2,0 1 1,0-1 2,0 4 0,0 0 25,0 0 0,0 1-10,0 0-3,0 0 0,0 0 3,0 0-13,0 0-3,0 0-12,0 0-11,0 2-9,0 0-7,0 3-4,0-1 24,0 1 3,0 2 16,0 0 0,0 2 1,0 0 18,0 3-5,0-2-13,0 0-1,0-1 13,0 1-12,0-1-1,0-2 4,0-1-4,0 0 0,0-3-2,0 1-15,0-2-2,3-2 16,-3 0 3,4 0 3,-4 0 10,0 0-10,3 0 23,0 0 29,0 0 46,3-3 18,0-2-57,0 0-61,1-4-1,2 0 16,0 0 12,1 0-28,-4-3 0,6 0 0,4 0-1,-7 0-19,6 1 4,-5 3 13,5 1 1,-5 2-39,2 3 40,0-2-21,-5 3 0,2 1 6,-6 0-10,3 0 13,-3 0-13,0 1-26,0 4 52,1-1 46,-1 2-27,0 1-19,3-1-81,0 2 45,-3 1-9,7-1 25,-7 2-41,3 0-7,0 3-46,3-3-13,-2 0-42,-1-1 20,0-1-70,3-1-38,-3-2 48,4 1-77,-1-4 34,3-2 80,-2 0 126,-1 0 46</inkml:trace>
          <inkml:trace contextRef="#ctx0" brushRef="#br0" timeOffset="81098">6926 2755 190,'0'0'75,"0"0"-36,0 0 66,0 0 286,0 0 23,0 0-212,0 0-108,0 0 59,0 0-65,0 0 22,-22-56 13,16 53-51,3 2-11,-3 0-28,0 0 38,-1 0-25,-2 1-21,3 0 17,-6 0-6,5 0 9,-2 0-28,0 0 2,-1 1-3,1 4-16,-3 0 0,-1 2-21,4 0 17,0 1-31,3 0 35,-1-1-36,1 2 14,0-1 12,3 0 8,0 1 2,0 0-23,3-1 22,0 0 1,0 0-45,0-1-10,9-1-26,3 0 32,1-1-16,5-1 26,-2 0-36,2-3 4,-2-1-20,3 0-10,-4 0-35,-3-3 100,1-3-13,2-1-52,1-3 78,2-2-6,-8-1 29,2-3 21,-6 0 102,1 0 82,-7 0-84,0 0 21,0-3-44,0 0-62,0-2 3,-7-1 77,1 1-112,0-2 25,0 1-13,-4 0 10,4 3-7,-3 0 69,3 1-53,0 0 7,-1 2-9,1 2 15,0 1 20,3 3-26,-3 2 29,3 4-23,-1 0 23,4 3 3,0 1-26,0 0-29,-3 0-19,3 0-16,0 0-19,0 0-33,0 1-15,0 5-20,0 1 32,0 5 38,0 3 30,0 4 3,3 1 0,1 1 2,-1 2 12,6 2-14,-3-1-26,0 2 4,1 1-88,2 0-7,-3 0-2,3 0-11,-2-2-71,2-1-82,0-4-30,-3-1-29,1-5-140,2-2 100,-3-5 356</inkml:trace>
          <inkml:trace contextRef="#ctx0" brushRef="#br0" timeOffset="82125">7689 2809 99,'0'0'75,"0"0"-39,0 0 6,0 0 160,0 0 313,0 0-274,0 0-117,0 0 26,0 0-82,0 0 75,0 0 26,-130-96-87,111 82-24,0-2-55,4 2 26,-1-1-6,-5-2-7,5 1 13,-2-1 1,-1 2-9,0-1-21,4 0 0,-1 1 0,4 1 4,-4 0 57,7 1-61,0-1-10,6 2 10,-3-2 0,6 1-19,0 1 19,0-1 2,6 4-2,0 1-12,6 2-20,-2 1-1,-1 1-2,3 1 22,1 2-13,-1 0 6,1 1-2,-4 0 9,0 0-30,-3 0 1,4 3 16,-4 3-9,-3 1-4,3 2-33,-3 3 49,0 2-29,0 4 24,-3 1 27,0 2-11,0 3-4,0-1 16,-3 1 3,-3 0 10,-6 0-5,2-2-6,1 0 28,0-1-14,0-2-1,-1-1-15,4-4 0,0 0 10,3-2 20,0-3-30,0 0-4,-1-1 4,4-2 0,0-1 32,0 0-32,7-1 0,-1 0 17,6-1-17,-2 0-62,2-1 10,0-1-55,7-1-7,-4 0-68,4 0-102,-3 0-6,5-3-91,1-5 100,0-2 264</inkml:trace>
          <inkml:trace contextRef="#ctx0" brushRef="#br0" timeOffset="83346">7847 2539 196,'0'0'166,"0"0"-107,0 0-27,0 0 20,0 0 411,0 0-140,0 0-147,0 0-89,0 0-12,0 0 42,0 0-22,0 0-40,-53 55 6,50-44-15,-3 1-17,3-1 3,-3-1-19,6 1-10,-3 0 10,3 0-10,0 0 0,0-2 11,0 1-14,0-1 0,0-1 22,3 0-20,6 0-2,0-2 0,-3 0-2,4-1-14,2-1 14,-3-2 1,1-2-21,2 0 9,-6 0-4,4 0 17,-1 0-1,0 0-2,-3 0-26,4-2 16,-1-3-10,-3 0-25,0 0 48,1 0 0,-1-1 35,-3 0-35,0-1 4,0 1-8,3 0-28,-6 1-14,3-1 24,1 2 22,-4 0 2,0 2 21,3 1 3,-3 1 9,0 0 4,0 0 0,0 0-3,0 0-17,0 0-19,0 0-1,0 0-25,0 0-19,0 0-7,0 3 0,3 1 32,3 1 20,-3 0 33,3 0-7,4 1-23,-1 0 33,3-1-17,1-1-17,2 0 34,-2-2-36,-1 2-39,3-2 36,-2-1-29,-1-1 28,-2 0-22,2 0 10,0 0 13,-2 0-43,-1-1-6,-3-1 52,0-2-16,1 0 16,-4-1-32,0 0 32,-3-1 0,0 1 0,0-3 0,0 0 0,-3 0-26,-3 0 26,-4-1-17,-2-1 17,-1 1-22,1-1-21,0 1 14,-1-1 13,7 2 32,0 2-16,-4 2 46,7-1-30,0 3 7,0 0 22,0-1 1,3 2 9,0-1-3,0 0 22,0 0 14,0 0-55,3 0-31,0-1-2,10 1-21,-1-1-40,1 2 61,5-1 0,1 1 2,-4 0 27,7 1 0,0-1 10,-1 1-38,1 0 12,0 0-12,-4 0 1,4 0 54,-6 0-23,-1 3-33,-3 0-3,1 2 0,-4-1 2,0 0-1,-2 1-33,2 1 35,-6 0 61,0-1-32,3 2-5,1 1-24,-1 0-2,0 1-1,-3 2-20,3-1-9,0 2 30,-2 0 0,-4 0-33,0 0 9,0 1-7,0 0 30,0 0-65,0-4 65,0 0-49,0-3 6,0 0-2,0-3 6,0 0 39,0-2 3,0-1 20,0 1-4,0-1 10,0 0 16,0 0 23,0 0 23,0 0-1,0-2-16,0-3-37,0 1-32,0-3-4,0-1 21,0 0 20,6-1-3,-3 1-36,3-2-39,3-1 10,1 0 6,-1-1-13,3 1 20,1-1-32,-1 2-30,4 1 26,-4 0 23,7 2-46,-4 1 59,1 2 16,-4 2 0,4 0 13,-7 2 42,0 0-52,1 0-3,-4 0-2,-6 0 2,6 0 23,-6 3 16,3 1-3,0 3-23,0 0-13,0 1-4,0 2 2,4 0 0,-1 2-24,-6 2 24,6-1 1,-6 1 0,9 0 1,-9 0 0,3-2-20,1-2 7,-1 2 0,0-2-35,0-1-4,0-1-36,0-1-22,0 0-24,-3-2-97,3-3-9,0-1-174,0-1-66,4 0 223,-4-3 209</inkml:trace>
          <inkml:trace contextRef="#ctx0" brushRef="#br0" timeOffset="83606">8653 2442 432,'0'0'32,"0"0"193,0 0 456,0 0-349,0 0-108,0 0-42,0 0-53,0 0-38,0 0-33,0 0-58,0 0-52,-3-8-32,3 8-65,3 3 23,6 0 61,1 3-88,-1 2-32,3 2-27,1 0-42,-7 1-6,6 1-89,1 0 42,-4-1 117,-102-89 190</inkml:trace>
          <inkml:trace contextRef="#ctx0" brushRef="#br0" timeOffset="84123">8855 2635 197,'0'0'81,"0"0"-19,0 0 417,0 0 176,0 0-239,0 0-169,0 0-85,0 0-26,0 0 3,0 0-26,0 0-33,0 0-45,0 4-21,0-2-14,0 0-48,-3 0-10,3 1-9,0 3-8,0 0 75,0 3 24,3 2-22,0 1-2,0 2 36,3-1-35,-3 2-1,0-2-29,3 1 16,-2-1-36,2-2 33,-6 1-29,3-5-20,0 0 65,-3-3 0,0-1 0,0-2 0,3-1 0,-3 0 29,3 0 23,0 0 0,0 0-12,0-4-40,4-3-4,-1-1 4,3 0 9,0 0-8,1-2-2,-4 0-2,6 1 3,1-1 0,-1 0 0,4-1-15,-7 1 11,7 2-18,-7 0-33,3 1 42,1 2-3,-7 2 0,3 2-10,-3 1 23,1-1-26,-1 1 25,-3 0-18,0 0-14,-3 1 7,3 4 26,0 2 6,0 0 7,-3 2 6,3 0-16,0 2 1,1 2 1,-4-2-2,3 1-3,0 0-55,3 0-40,0-1-48,0-1 43,4-1-96,-4-1-90,3-1-14,4-3-98,-1-4-72,-3 0 255,1 0 181</inkml:trace>
          <inkml:trace contextRef="#ctx0" brushRef="#br0" timeOffset="84456">9261 2467 300,'0'0'228,"0"0"519,0 0-422,0 0-16,0 0-33,0 0-60,0 0-35,0 0-29,0 0-46,0 0-35,-28-12-23,28 14-42,0-2-6,0 2-57,0 2-27,0 1 16,0 5 50,0 3 18,0 1 12,0 5-11,0 1 8,0 1-8,0 1-1,0 3 13,0 0-13,0 0-12,3 2-46,-3-2-29,3 1-23,3-1-29,-6 1-55,7-5 57,-4 0-31,3-2-193,-6-5 6,3-2-62,0-3-40,0-6 213,-3-1 209</inkml:trace>
          <inkml:trace contextRef="#ctx0" brushRef="#br0" timeOffset="85530">9379 2647 252,'0'0'118,"0"0"-21,0 0 174,0 0 283,0 0-196,0 0-170,0 0-80,0 0-27,0 0 9,0 0 8,0 0-21,-16 1-35,13 3-16,-3-1 10,-3 1-10,-1 2 0,-2 1 6,-4 1 0,4 1-28,-4 0-1,4 3 10,-3-1-10,-1 1-3,1-1 3,5 1-3,1-3-1,0 1-12,2 0-6,4-1 6,0 0 15,3 0-4,-3 0 1,3 1-19,0-2 8,0 0-14,6 0 22,4 0-12,-1 0 15,6 0-41,4-2 19,0-1-67,-1-1 12,4 1-42,-3-3 45,-1-1-51,4 0-59,-4 1-7,4-2-49,-3 0-26,-4 0-14,4 0 4,-7-3 78,1-1 33,2-2 127,-2-1 28,-1 1 11,0-2 0,-5 0 0,2-2 0,-3 1 0,0-3 0,1-1 0,-7-1 59,3 0 22,-3-3-22,0-1-36,0-1 6,0-2 460,-7-3-150,-2-1-183,3 1 14,-3-1 45,2 1-11,-2-2 4,-3 3-39,6-2-40,-4 2-25,4 1-24,0 2 43,3 1-4,-3 0-29,6 2-19,-4 1-29,-2 4 64,6 2-7,-3 3 10,3 3 15,-3 3-54,3 1-43,0 0-27,-3 0-28,3 0-14,0 0-21,0 2-23,0 6-7,-3 5 50,0 2 43,-4 4 3,4 4 13,0-1-14,0 2-2,0 0 1,3 2 18,0-1-19,6 1-13,0 2 13,4 2 0,2-2-22,1 0-39,2-2-6,4 0 6,-1-4-20,1 1 14,3-3-20,-1-1-39,1-1 7,0-3 35,-1-2-46,-2-3 27,0 0 2,-4-2-19,1-3 29,-1-2-16,-2-1 6,-1-2 68,0 0-12,-2 0 6,2 0 3,-3-3-19,1-3 30,-1-2 24,0 1 2,1-4 47,-4 0-16,-3-2 36,0-2 11,-3-2-18,0 1-2,0-1-10,0 1 28,0 1-31,-6 0-27,3 4 43,-4 3 19,1 2-35,-3 1 35,6 3-52,-3 1-16,6 1 0,-7 0 3,7 0-3,-9 0-10,3 2 13,0 4-15,-4 3 32,4 2 9,-3 1-40,3 2 11,0-1-13,2 2 3,4 0 17,0 1-17,0 0 0,0-1 13,0-1-16,4 0 0,2-2-26,3 1 7,0-1 3,4 0-4,-1 0-44,7-3-11,-4 0-12,4-3-11,3-1-61,-4-1 7,-2-1 5,2-3-38,-2 0-11,-4 0 1,4 0-72,-1-4-20,1-1 32,2-3 102,-2-2 121,-4-1 30,1 0 0,-1-2-11,-3-1 11,4 0 1,-7 0 1</inkml:trace>
          <inkml:trace contextRef="#ctx0" brushRef="#br0" timeOffset="86002">10107 2787 27,'0'0'121,"0"0"6,0 0-23,0 0-51,0 0-5,0 0 37,0 0 303,0 0-160,0 0-117,0 0 0,-127-38-20,112 44 68,2 2-13,1 0-35,0 1-62,-1 2-24,4 0-2,-1 1-3,1 0 15,3-1-18,3-1-17,-3 1-17,6-3 17,0 1 0,0-1 7,0 0 6,6-1-13,3 0-3,4-3-33,-1 1-19,4-3 13,-1-1-23,-3-1 13,4 0-26,-4 0 16,1-3 26,-4-5 20,3-1 15,-2-1-25,-1-4 26,-6 1 19,6-2 79,-9-3 35,0-1-29,0-2 0,0-2-13,-3-3-17,-3-1 7,-3-1 6,0 0-6,2 0 35,1 0-77,-3 1 26,3 1 15,-4 0-22,-2 3 22,3 2-22,2 3 13,-2 4 82,0 2-95,6 3 2,0 2 14,0 3-36,3 3 13,0 1-20,0 0-30,0 0-1,0 0-22,0 0-57,0 4-17,0 5 10,3 6 54,3 3 32,0 4 27,0 4-5,0 1-9,4 0-13,-1 1-29,0 3 4,1 0-11,-1 2-37,0-1-36,1 1-97,-4-1 3,0-1-85,0-3-6,0-3-90,-3-3-163,4-5-144,-4-4 314</inkml:trace>
        </inkml:traceGroup>
        <inkml:traceGroup>
          <inkml:annotationXML>
            <emma:emma xmlns:emma="http://www.w3.org/2003/04/emma" version="1.0">
              <emma:interpretation id="{8B887546-F060-4844-8A3E-90BAA0559F99}" emma:medium="tactile" emma:mode="ink">
                <msink:context xmlns:msink="http://schemas.microsoft.com/ink/2010/main" type="inkWord" rotatedBoundingBox="15294,17170 18099,16583 18252,17310 15446,17897">
                  <msink:destinationLink direction="with" ref="{5C444402-1906-4D11-B05E-0E7651291BF4}"/>
                </msink:context>
              </emma:interpretation>
              <emma:one-of disjunction-type="recognition" id="oneOf13">
                <emma:interpretation id="interp65" emma:lang="en-US" emma:confidence="0">
                  <emma:literal>IR</emma:literal>
                </emma:interpretation>
                <emma:interpretation id="interp66" emma:lang="en-US" emma:confidence="0">
                  <emma:literal>nor</emma:literal>
                </emma:interpretation>
                <emma:interpretation id="interp67" emma:lang="en-US" emma:confidence="0">
                  <emma:literal>rare</emma:literal>
                </emma:interpretation>
                <emma:interpretation id="interp68" emma:lang="en-US" emma:confidence="0">
                  <emma:literal>err</emma:literal>
                </emma:interpretation>
                <emma:interpretation id="interp69" emma:lang="en-US" emma:confidence="0">
                  <emma:literal>Err</emma:literal>
                </emma:interpretation>
              </emma:one-of>
            </emma:emma>
          </inkml:annotationXML>
          <inkml:trace contextRef="#ctx0" brushRef="#br0" timeOffset="103222">13230 2458 158,'0'0'71,"0"0"-15,0 0 443,0 0 87,0 0-270,0 0-131,0 0-68,0 0 38,0 0 40,0 0-8,0 0-58,0 0-58,0 0-10,25-7-19,-22 7 10,0 0-14,0 0-21,0 0-17,0 0-22,0 0 22,6 6 0,-2 2 86,2 2-45,0 0-41,-3 3-1,4 0-2,2 0-19,-3 2 21,4 2 0,-4 1-15,-3 2 14,1-1 1,-4 0-14,3 1 14,-3-1-21,-3-1 21,0-4-12,0 0-16,0-3 0,0-2 0,0-3 16,0-4 0,0 0 13,0-1 3,0-1 33,0 0 12,0 0 3,0 0 10,0 0 3,0-7-41,0-1-21,0-4 24,0-1-26,0-3-3,0 1 2,0 0 0,0-1-1,0-2-1,0 1 1,3-1-46,0-1 3,0 1 26,3 0-39,1 0 23,-4 1-10,6 0-16,0 3 16,1 0 22,-1 4 4,-3 1-26,3 2 9,-2 2-35,2 0 32,-6 2-61,3-1 10,-3 2-53,4 1-16,-1 0-29,0 1-108,0 0 33,0 0-11,1 0-104,2 0-92,0 0 324,-3 0 112</inkml:trace>
          <inkml:trace contextRef="#ctx0" brushRef="#br0" timeOffset="104076">13757 2352 317,'0'0'40,"0"0"396,0 0 226,0 0-353,0 0-82,0 0-39,0 0-16,0 0-14,0 0-35,0 0-39,0 0-46,0 1-9,0 3 7,3 0-7,0 3 22,3 1-3,0 4 0,1 1-29,-1 1 4,3 1 25,-3 3-13,1 1-16,-1-1 10,0 2-10,3 2-6,-3-1-11,4 3-2,-4-2-10,0 0 9,0 0 1,1 0-16,-1 0 12,-3-2-5,3-1-14,-3-3 7,3-1 4,-6-3-1,3-5 10,-3-2-33,4-2 34,-4-2 0,0 0 2,0-1 16,0 0 13,0 0 16,0 0 6,0 0 13,0-3-10,0-5-43,-4-5-11,1-1-29,-3-4 27,-3 0 1,3-3 1,-1-1-3,1-1-20,-3-4-22,0 0-38,-1-1-16,-2-3 3,3 0-10,-1 0 51,4-2-35,-3 2-10,6-1-13,0 1-3,3 1 51,0 1 23,0 4 41,6 0-64,3 1 65,0 3-1,7 2-30,-4 2 31,4 2 1,-1 2 21,1 3-18,-1 1-2,1 2 37,-4 1-36,4 3 16,-4 1-6,1 1-13,2 1 3,-6 0-3,4 0-16,-4 1-13,0 4 3,1 1-16,-4 1 0,0 1 19,0 0 22,-6 4-25,3-1 26,-3 2-3,0 1 3,0 1-14,0-1 14,-6 1 21,-3 1-19,-3-2 15,-1 1-16,1-3 21,-4 1-9,-2-2 9,5-1-22,-2 0 0,-1-2 0,1 1 0,2 0 20,1-1 2,-1-2 1,7 0-20,0-1 14,0 0-17,3 0-3,3-1 3,0 1 13,0 1-12,0 1 38,0 0 23,0 2 2,3 2 11,9 0-17,-2 2-16,5-1-3,-3 2 3,7-1-29,0 2 3,-1-2-4,4 1-9,3-1-1,0 1-2,6 0-49,-3 0-25,3-1-10,0 1-81,0-3 29,0 1-36,-4-1-71,1-1-131,0-2-76,-3 0 72,0-4-121,-7-2 483</inkml:trace>
          <inkml:trace contextRef="#ctx0" brushRef="#br0" timeOffset="114917">13037 2984 148,'0'0'59,"0"0"-27,0 0-16,0 0 7,0 0 91,0 0 385,0 0-254,0 0-158,0 0-84,0 0 10,0 0 45,0 0 63,0 0 28,0 0-35,0 0-19,0 0-27,0 0-33,0 0-12,0 0-10,4-5 10,-4 5 22,-4 1 14,4-1-4,0 1-13,0 0 4,0-1-1,-3 0 0,3 1 10,-3-1-6,0 1 3,3-1-4,-3 2 20,-3-2 6,-3 0-29,-4 0-3,-2 0-13,-7 0-3,0 1-10,-6-1-14,4 2 0,-7-2-1,-7 2 12,4 0 0,-6 1-13,-3 0 1,-4 0 0,-6-1-1,1 1 1,-7-1-1,-3 0-1,0 2 0,0-2 1,0 1 0,0 0 2,0-3 15,6 1-17,0 1-2,3 0-1,4 0-10,2 1 10,7-1 1,3 0-14,6 3 15,0-2 0,0 2-2,3-3-19,0 1 6,6 0 15,7-1-15,2 0 13,1-1-9,2 0 9,1 0 3,3 1 0,-3-1 0,2 0-18,4-1-11,-3 0 3,6 0 1,-3 0-1,3 0-16,0 0-13,0 0-19,0 0-4,0 0-19,0 0-43,0 0 4,6 0-42,4 0-83,2 0-48,3 0-43,1-4-62,3 2 46,-4-3 283,-108 16 85</inkml:trace>
          <inkml:trace contextRef="#ctx0" brushRef="#br0" timeOffset="90923">11980 2520 292,'0'0'66,"0"0"520,0 0-266,0 0-151,0 0-6,0 0 25,0 0-25,0 0-4,0 0-36,0 0-55,0 0 19,0 0-3,0 0 13,37-65 6,-34 65-29,1 0-32,-4 0-42,6 0-17,0 0-18,0 4 9,3 3-3,-2 2 16,2 1 13,0 3 0,1 1 0,-1 0-3,-3 2 3,3 2-29,-2 0-4,-1 2-2,-6-1-1,3 0-18,-3 0 12,0-1-10,0-2 39,0-2-29,0-3 9,0-1 11,-3-4-4,3-1 10,0-3 6,0-2 10,0 1 49,0-1 18,0 0 11,0 0 13,0-1 2,0-7-54,0-2-28,0-2-9,0-2-1,3-2 12,3 1-10,-3-2 30,3-2-33,4 0-2,-4-4-17,6 2-26,-2-1-4,2 2 7,-3 0 23,4 2-26,-1-1-4,-3 3-38,4 1 45,-1 3-10,-2 1-16,-4 3-71,3 2-7,0 2-105,-2 1-103,-4 0-106,3-1-143,-3-1 377</inkml:trace>
        </inkml:traceGroup>
        <inkml:traceGroup>
          <inkml:annotationXML>
            <emma:emma xmlns:emma="http://www.w3.org/2003/04/emma" version="1.0">
              <emma:interpretation id="{DB439FF7-EC40-499D-8C9F-6C0D766CD345}" emma:medium="tactile" emma:mode="ink">
                <msink:context xmlns:msink="http://schemas.microsoft.com/ink/2010/main" type="inkWord" rotatedBoundingBox="19268,16882 19935,16896 19927,17318 19259,17304">
                  <msink:destinationLink direction="with" ref="{5C444402-1906-4D11-B05E-0E7651291BF4}"/>
                </msink:context>
              </emma:interpretation>
              <emma:one-of disjunction-type="recognition" id="oneOf14">
                <emma:interpretation id="interp70" emma:lang="en-US" emma:confidence="0">
                  <emma:literal>vr</emma:literal>
                </emma:interpretation>
                <emma:interpretation id="interp71" emma:lang="en-US" emma:confidence="0">
                  <emma:literal>or</emma:literal>
                </emma:interpretation>
                <emma:interpretation id="interp72" emma:lang="en-US" emma:confidence="0">
                  <emma:literal>re</emma:literal>
                </emma:interpretation>
                <emma:interpretation id="interp73" emma:lang="en-US" emma:confidence="0">
                  <emma:literal>rr</emma:literal>
                </emma:interpretation>
                <emma:interpretation id="interp74" emma:lang="en-US" emma:confidence="0">
                  <emma:literal>rx</emma:literal>
                </emma:interpretation>
              </emma:one-of>
            </emma:emma>
          </inkml:annotationXML>
          <inkml:trace contextRef="#ctx0" brushRef="#br0" timeOffset="105349">15379 2492 246,'0'0'65,"0"0"-36,0 0 776,0 0-378,0 0-193,0 0-85,0 0-38,0 0-14,0 0 7,0 0-20,0 0-36,0 0-12,0 0-4,0 0-19,6-7-13,-3 7 0,0 1 2,6 5 30,-3-2-30,1 2-1,2 1 1,-3 1 0,3 1-2,-2 1-1,-1 1 0,0 1 1,0 1-3,0 0-7,-2 1-10,-1-1 4,0 2-4,-3-2 18,0 0-35,0-2 14,0 1-2,0-4 5,0-1-9,0-1 16,0-3 13,0-1-17,0-2 17,0 0 45,0 0 17,0 0-1,0 0 7,0-2-7,0-6-19,0-2-3,0-2 0,0-2 6,0-1 0,3 1-20,0-1-5,6-1-20,-3 0 0,4 1-1,-1-3-14,0 2 12,-2-1 3,2 0-16,-3 2-32,3-1-3,-2 1-17,2 2 10,0 2 6,-3 1-6,1 3-26,-1 0 26,0 4-1,-3-1 11,0 3-36,0 0-30,0 0-29,-3 1-52,3 0-68,1 0-53,-1 0-108,-3 0 4,6 0 230,-6 0 142,3 0 28</inkml:trace>
          <inkml:trace contextRef="#ctx0" brushRef="#br0" timeOffset="105841">15772 2402 232,'0'0'39,"0"0"-20,0 0 363,0 0 269,0 0-234,0 0-193,0 0-85,0 0-45,0 0 7,0 0-1,0 0-48,0 5-39,6 0 9,1 2 20,-1 1-16,0 1 23,3-1-47,-2 3 17,-4-1-6,3 3-12,3 0 9,-3 0-10,-2 1-3,2 0-1,0 0-31,-3 0-4,-3 1 0,3-1-19,-3-1 36,0-1-24,0 0 4,0-3 16,0-1-29,0-3 13,0 0 13,0-3 16,0-1 0,0-1 13,0 0 33,0 0 31,0 0 17,0 0 7,0-4-8,0-4-34,0-3-14,0-1 0,0-2 0,0 1 10,0-1-41,0 1 48,0-1-11,3 0-16,0-1-22,4 0 0,2-2 0,-3-2-16,3 0-23,1 1-6,-1 0-29,3 1-29,1 0-40,-1 2 1,1 2-23,2 2-7,-3 1-20,1 3-101,-1-1-42,-2 1-115,-1-1-23,0-1 294,-3 4 179</inkml:trace>
        </inkml:traceGroup>
      </inkml:traceGroup>
    </inkml:traceGroup>
    <inkml:traceGroup>
      <inkml:annotationXML>
        <emma:emma xmlns:emma="http://www.w3.org/2003/04/emma" version="1.0">
          <emma:interpretation id="{D54831DE-CD20-4408-AEFE-8736F6B80ED9}" emma:medium="tactile" emma:mode="ink">
            <msink:context xmlns:msink="http://schemas.microsoft.com/ink/2010/main" type="paragraph" rotatedBoundingBox="2913,17308 4079,17369 4050,17912 2885,178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3A6D3CA-4198-412E-974E-750C0A8994DF}" emma:medium="tactile" emma:mode="ink">
              <msink:context xmlns:msink="http://schemas.microsoft.com/ink/2010/main" type="line" rotatedBoundingBox="2913,17308 4079,17369 4050,17912 2885,17851"/>
            </emma:interpretation>
          </emma:emma>
        </inkml:annotationXML>
        <inkml:traceGroup>
          <inkml:annotationXML>
            <emma:emma xmlns:emma="http://www.w3.org/2003/04/emma" version="1.0">
              <emma:interpretation id="{6BB5E63E-77C5-48D9-B060-984191A47F3E}" emma:medium="tactile" emma:mode="ink">
                <msink:context xmlns:msink="http://schemas.microsoft.com/ink/2010/main" type="inkWord" rotatedBoundingBox="2913,17308 4079,17369 4050,17912 2885,17851"/>
              </emma:interpretation>
              <emma:one-of disjunction-type="recognition" id="oneOf15">
                <emma:interpretation id="interp75" emma:lang="en-US" emma:confidence="1">
                  <emma:literal>193</emma:literal>
                </emma:interpretation>
                <emma:interpretation id="interp76" emma:lang="en-US" emma:confidence="1">
                  <emma:literal>I g 3</emma:literal>
                </emma:interpretation>
                <emma:interpretation id="interp77" emma:lang="en-US" emma:confidence="1">
                  <emma:literal>I 93</emma:literal>
                </emma:interpretation>
                <emma:interpretation id="interp78" emma:lang="en-US" emma:confidence="1">
                  <emma:literal>19 3</emma:literal>
                </emma:interpretation>
                <emma:interpretation id="interp79" emma:lang="en-US" emma:confidence="0">
                  <emma:literal>1 g 3</emma:literal>
                </emma:interpretation>
              </emma:one-of>
            </emma:emma>
          </inkml:annotationXML>
          <inkml:trace contextRef="#ctx0" brushRef="#br0" timeOffset="38498">-984 3027 75,'0'0'127,"0"0"-68,0 0-30,0 0 1,0 0 429,0 0-77,0 0-168,0 0-100,0 0-16,0 0 26,0 0 22,-3 0 3,3 0-39,0 0-54,0 0-18,0-2-18,0 0 19,0-4-5,0 0-33,0 0 40,3-2 18,0 0-4,-3-1-55,3-2-8,1 1 8,-1-2 39,3 0-27,-3 0-11,0 0 23,0 0 25,3 0 15,-3-1-44,-3 1-7,7-1-10,-4 2 13,-3-1 19,0 2-12,0-1-7,3 3-13,0 0 52,-3 2-54,0 2 0,0 1 27,3 2 11,-3 1-14,0 0-24,0 0-1,0 0-16,0 0-3,0 0 0,0 0-10,0 0-26,0 0-16,0 0 0,0 2-3,0 3 6,0 2 42,0 3 26,0 3 3,0 2-2,0 3-2,3 1-18,0 1 10,-3 2 5,0 0 8,0 2-8,0 1 14,0 0-26,0 0 6,0-1 10,0-1 0,0 0-68,0-3 65,0-2-26,0 0-23,0-4-6,0-1 45,0-2 0,0-2 13,0-1-29,0-1-17,0-1-25,0-2-23,0 0-43,6 0 17,-2-1-72,-4 1-94,3-1 25,3-1-104,-6-2-3,0 0 205,0 0 120</inkml:trace>
          <inkml:trace contextRef="#ctx0" brushRef="#br0" timeOffset="39379">-357 2939 140,'0'0'92,"0"0"-44,0 0 279,0 0 181,0 0-202,0 0-153,0 0-39,0 0 0,0 0-1,0 0 92,0 0-111,0 0-39,0-43-33,-7 37 66,4 0-14,-3 1-9,3-1-7,-3-1 23,-4 3-65,4 0 41,-3-1-56,3 1 20,-4 1-21,1 0 1,3 0 0,-3 1-1,-1 0-29,1 1 0,-3 1 7,-1 0-27,-2 0 1,2 0 12,1 4-9,-7 3 16,4-1 10,2 0 18,-2 2-28,6-1 16,-4 0-10,7 1-9,0 0 12,0 1 20,-1 0-26,4 1 25,3 0-2,0-1-26,0 0-29,0-1 12,6-2 11,1 1 18,2-1 17,3-1 33,1 0-32,-1-1-1,7-1 26,-4-3-13,4 0 0,0 0-13,-4 0 26,4-4-26,-4-1 1,1-1-1,-4 0 10,0 0-10,-2 0 0,-1 0 13,-3 1-9,0-1 15,-2 1-3,-4-1 23,0-1-26,0 2-13,0 1 2,0 0 11,0 1 7,0 2-4,0 0-14,0 1 11,0 0 2,0 0-15,0 0-19,0 0-1,0 0-25,0 0-13,0 4-17,0-1 23,0 1 36,0 3 16,3 2 13,0 2-13,0 1 1,0 1 15,0 2-16,3 0 13,-3 1-13,-3 2 23,3-1-21,-3 0 0,4 2-1,-4-1-1,0 0 0,0 2-12,0-1-30,0-2 23,0 0 3,-7-2-6,4-3 21,-3-3 1,0 0-52,0-3 52,-1 0 19,1-2 11,-3-2 5,-3 2-2,-1-1-17,1-2-16,-4 0-12,1-1-14,-1 0-6,-2 0-27,2 0-31,1 0-1,-1-2-30,4-1-51,-4-1-56,7-1 7,-4 0-46,4-1-177,0-1 151,3-2 211,3 1 42</inkml:trace>
          <inkml:trace contextRef="#ctx0" brushRef="#br0" timeOffset="40146">-187 2814 166,'0'0'49,"0"0"23,0 0 195,0 0 183,0 0-228,0 0-50,0 0-71,0 0 16,0 0-35,0 0 67,0 0-94,0 0 43,68-36-53,-58 32 4,-1 1-27,0-2 11,1 3 15,-1-2-25,0 1 3,0 2-25,1-1-1,-1 2-1,0 0 0,1 0-11,-1 0-11,0 0-22,-3 3 3,1 4 3,-1 0-3,-3 2-4,0 2 30,0 2 3,-3 2-10,0 2 22,-3 0 0,-6 1-57,-4 0 45,1 0 13,0-2 17,-4-2-17,4 0-14,-1-2 1,4-2 7,3-1 5,-4-2 1,10-1-20,-6-3 19,6-1-22,-3-1 0,3 0 10,0-1-3,0 0 3,0 1-39,0-1-17,6 1 69,1-1 45,-1 1 1,3 0 3,3-1-17,1 1-31,2-1 0,-2 1 29,-1 1-30,7-1-12,-7 3 11,4-1-21,-4 2-1,7 2 7,-4 0-7,-2 1 7,-1 2 0,7-1 15,-10 4 2,0-2 14,0 1-13,-2 1-1,-7 0 2,3 1-3,-3-1-3,0 1 3,-3-1 39,-10 1-16,1-1 6,3-1-27,-10-1 11,3-2-13,1 0 23,-1-3 3,-2 1 0,-1-1 19,1-2-15,-4 1-29,3-1 0,1-1 15,2-1-13,4-1 12,-1-1-15,4 0-71,3 0-65,0-2-66,3-4-143,-4-3-137,4-1-105,-6-4 434</inkml:trace>
        </inkml:traceGroup>
      </inkml:traceGroup>
    </inkml:traceGroup>
    <inkml:traceGroup>
      <inkml:annotationXML>
        <emma:emma xmlns:emma="http://www.w3.org/2003/04/emma" version="1.0">
          <emma:interpretation id="{09449FBF-D564-4AC5-A53F-FEEB765E8CA2}" emma:medium="tactile" emma:mode="ink">
            <msink:context xmlns:msink="http://schemas.microsoft.com/ink/2010/main" type="paragraph" rotatedBoundingBox="5008,17992 8937,17302 9066,18039 5138,18729" alignmentLevel="3"/>
          </emma:interpretation>
        </emma:emma>
      </inkml:annotationXML>
      <inkml:traceGroup>
        <inkml:annotationXML>
          <emma:emma xmlns:emma="http://www.w3.org/2003/04/emma" version="1.0">
            <emma:interpretation id="{80BF813F-B37D-43BB-A3D2-1093DCFFDC60}" emma:medium="tactile" emma:mode="ink">
              <msink:context xmlns:msink="http://schemas.microsoft.com/ink/2010/main" type="line" rotatedBoundingBox="5008,17992 8937,17302 9066,18039 5138,18729"/>
            </emma:interpretation>
          </emma:emma>
        </inkml:annotationXML>
        <inkml:traceGroup>
          <inkml:annotationXML>
            <emma:emma xmlns:emma="http://www.w3.org/2003/04/emma" version="1.0">
              <emma:interpretation id="{A92BD000-B8ED-4FED-A4CD-E95122A1C0CA}" emma:medium="tactile" emma:mode="ink">
                <msink:context xmlns:msink="http://schemas.microsoft.com/ink/2010/main" type="inkWord" rotatedBoundingBox="5375,18006 5489,18549 5126,18625 5012,18082"/>
              </emma:interpretation>
              <emma:one-of disjunction-type="recognition" id="oneOf16">
                <emma:interpretation id="interp80" emma:lang="en-US" emma:confidence="1">
                  <emma:literal>2</emma:literal>
                </emma:interpretation>
                <emma:interpretation id="interp81" emma:lang="en-US" emma:confidence="0">
                  <emma:literal>1</emma:literal>
                </emma:interpretation>
                <emma:interpretation id="interp82" emma:lang="en-US" emma:confidence="0">
                  <emma:literal>[</emma:literal>
                </emma:interpretation>
                <emma:interpretation id="interp83" emma:lang="en-US" emma:confidence="0">
                  <emma:literal>I</emma:literal>
                </emma:interpretation>
                <emma:interpretation id="interp84" emma:lang="en-US" emma:confidence="0">
                  <emma:literal>Z</emma:literal>
                </emma:interpretation>
              </emma:one-of>
            </emma:emma>
          </inkml:annotationXML>
          <inkml:trace contextRef="#ctx0" brushRef="#br0" timeOffset="168667">1199 3816 230,'0'0'284,"0"0"-173,0 0 423,0 0-221,0 0-124,0 0-63,0 0-25,0 0 39,0 0 15,0 0-32,0-6-38,3 6-5,0-1 8,0-2-8,-3 0-18,0 0-5,3-3-2,-3 2-7,4-2-9,-4 0-4,3 1-6,-3-2 6,3 1-2,0 0 2,-3-2-3,3 0-10,0-3 10,0 1-3,0-3-27,0 0 14,0-2 10,4-3-23,-7 1 13,0-2-16,6 0-1,-3-1 1,3 0 0,-3-1-28,4 1 28,2 2 0,-3 1-17,3 2 15,-2 3-9,-4 3-5,3 2 13,-3 3-13,0 2 3,-3 1-15,0 1 5,3 0-2,-3 0-1,0 0 0,3 0-6,-3 5 3,0 2 29,6 3 26,-2 2 48,5 4-58,-3 1-13,3 2-1,-2 4-1,-4 0 31,6 2-32,-3 1-41,0 1 41,1 0 0,2 1-36,-3-1 33,0-2-58,0 0 58,1-2-32,-4-2 6,0-1 0,3-3 0,-6-1-7,3-1 20,0-3-13,-3-2 4,0-1-11,0-2-2,0-1 8,3-3-2,-3 0-3,0-1 2,0-2-5,0 0 2,0 0 1,0 0 2,0 0 1,0 0 6,-3 0 3,3 0 4,0 0-4,0-2-6,-6 0-10,6 1 4,-3 0 9,0 1 13,0-1 12,-3 1-12,2 0-17,-2 0 1,-3 0-23,0 1 23,-1 3 6,1 2 9,-3 0 14,2-1 2,-2 1 1,3 0 13,-4-2 3,7 1 1,-6-1 12,5 1 1,1-2-4,3 1-3,0 0 3,0-2 16,3 0-6,0-1-6,0 0-33,0-1 0,6 0 0,7 0 26,-1 0 45,7-5-19,5-1-1,-2-1-31,0-2-20,3-2-26,2-1-32,-5 0-59,6-1-123,-6 2-215,3 0-219,-4 1-49,-2 1 541</inkml:trace>
        </inkml:traceGroup>
        <inkml:traceGroup>
          <inkml:annotationXML>
            <emma:emma xmlns:emma="http://www.w3.org/2003/04/emma" version="1.0">
              <emma:interpretation id="{6399EB65-045C-41BF-A9C0-C594F0609782}" emma:medium="tactile" emma:mode="ink">
                <msink:context xmlns:msink="http://schemas.microsoft.com/ink/2010/main" type="inkWord" rotatedBoundingBox="7020,17573 9019,17455 9059,18148 7061,18265"/>
              </emma:interpretation>
              <emma:one-of disjunction-type="recognition" id="oneOf17">
                <emma:interpretation id="interp85" emma:lang="en-US" emma:confidence="0">
                  <emma:literal>1.1-93</emma:literal>
                </emma:interpretation>
                <emma:interpretation id="interp86" emma:lang="en-US" emma:confidence="0">
                  <emma:literal>21.93</emma:literal>
                </emma:interpretation>
                <emma:interpretation id="interp87" emma:lang="en-US" emma:confidence="0">
                  <emma:literal>31.93</emma:literal>
                </emma:interpretation>
                <emma:interpretation id="interp88" emma:lang="en-US" emma:confidence="0">
                  <emma:literal>11.93</emma:literal>
                </emma:interpretation>
                <emma:interpretation id="interp89" emma:lang="en-US" emma:confidence="0">
                  <emma:literal>2.1-93</emma:literal>
                </emma:interpretation>
              </emma:one-of>
            </emma:emma>
          </inkml:annotationXML>
          <inkml:trace contextRef="#ctx0" brushRef="#br0" timeOffset="164541">3584 3187 128,'0'0'82,"0"0"136,0 0-94,0 0-19,0 0-37,0 0 13,0 0 7,0 0-32,0 0-54,0 0-2,0 0 23,0 0 29,0 0 114,-22 0 62,22 0-111,0 0-49,0 0-15,0 0 21,0 0 27,0 0 9,0 0-28,0 0-18,0 0-12,0 0 0,0 0 3,0 0 4,0 0-11,0 0 4,0 0-4,0 0-2,0 0-8,0 0 1,0 0-3,0 0 2,0 0-2,0 0 2,0 0-2,0 0-4,0 0 7,0 0 2,3-1-5,-3-2 2,3 1 1,0 0 2,-3-1 8,3-1 2,0-1-16,0-2-35,4-5-16,-4-2 13,3-1-13,3-2 16,1 0-2,-4 1-11,3-1 11,0 1-1,-2 2 1,2 0-9,-3 2 11,0 0 3,0 4-1,1 0-2,-4 0-2,3 1-1,-6 1 0,6 1-14,-3 1 15,-3 2-1,3 1-16,-3 1 16,0 0-1,3 0 1,-3 0 2,0 1-1,0 2-11,0 1 0,0 1 13,0 2 23,4 3 41,-4 2-32,6 0-32,-6 2 0,0-1 2,3 2 27,0 1-17,-3 1-11,3 2-2,-3 0 4,3 3-3,0-1 1,-3 1 2,3 0 10,-3-1-11,0 0 1,0-2-2,0 0 0,0-2 11,0 0-12,0-2 0,0-1 0,0-2 0,3-2-14,-3-1 14,0-2 0,0-2 0,0-1-19,0 0 17,4-2-21,-4-1-12,0-1-3,0 0-1,0 0-2,0 0-11,0 0 1,0 0-7,0-2-9,0-2-24,0 2-54,0 0-62,0-2 3,0 2-39,0-3-43,3 0-43,0 1-13,0-2-91,0 1 48,-15 46 275</inkml:trace>
          <inkml:trace contextRef="#ctx0" brushRef="#br0" timeOffset="164881">3881 3363 420,'0'0'270,"0"0"-113,0 0-115,0 0 4,0 0 110,0 0 495,0 0-352,0 0-140,0 0-56,0 0 27,16 8 41,-16-8 22,3 0-32,0-3-36,3-1-36,0 1-12,0-1-19,-2 0-7,-1 1-7,0-2-6,0 2-16,-3-1-18,3 0-1,0 0-1,-3-2-2,3 3-3,-3-2-35,0 2-20,0-1-24,0 0-24,0 1-19,0-1-22,0 2-20,0-1-56,3-1-78,3 1-88,-2-1-79,2 1-86,0 1-46</inkml:trace>
          <inkml:trace contextRef="#ctx0" brushRef="#br0" timeOffset="167617">3202 3659 546,'0'0'622,"0"0"136,0 0-515,0 0-120,0 0-32,0 0 100,0 0-62,0 0-30,0 0-60,-22-54-39,22 50-26,0 0-15,0 1-34,0 0-47,0 0-59,0-1-143,-3 0-215,0 0-477,0 3 499</inkml:trace>
          <inkml:trace contextRef="#ctx0" brushRef="#br0" timeOffset="166567">4951 3058 423,'0'0'173,"0"0"-85,0 0-10,0 0 313,0 0-105,0 0-64,0 0-105,0 0-30,0 0 4,-68-15 46,65 14-1,-1 0-16,1 0-10,0 1-30,3-2-6,-6 1 4,6 0-11,0-1 1,0 0 0,0-1-17,0 0 13,0 0-3,0-1 0,0-1-20,6-1-38,0-1-2,-2-1 11,8 1-9,0-1-2,1-1-1,2 2 2,1 0-2,-1 0-13,1 2-3,-1 0-6,-2 2 2,-4 3-12,-3 0 13,4 0 6,-1 0-19,0 3-6,-6 3 15,0 1 21,0 2-11,1 2 13,-4 1 3,0 3 35,0 1-22,0 0-15,-7 0-1,1 1-29,-3-1 29,-4 0 0,1-2-2,3 0-27,-1-1 28,1-1 1,0 0 0,3-3 16,-4-1-16,7-2-2,0 0-1,3-3 0,-3 1-17,3-2 8,0 0-11,0-2-12,0 2-10,0-1 6,3-1 0,3 0 24,1 1 15,2 0 62,0 1-27,7 0-32,-4 1 17,4 0-20,-1 0 0,-3 2-2,4 0 1,-4 2-24,1-1 9,2 3 16,-5 1-4,2 0-15,-3 3 17,-3 0 0,1 1 2,-4-1 19,-3 1-19,0-1 26,0 0 9,-3 0-3,-7-2-12,-2 1 18,0 1 10,-7-2-3,0-2 3,-2 1 0,-4-1 0,0-2 0,3 1-13,1-3 0,-4 0-19,0-1-3,0 0-13,3-2-12,-2-1-4,2-1-16,-3 0-3,7 0-73,-1 0-49,-6-7-78,10 0-49,-7 0-157,0 0-183,4 0-361,-1 1 583</inkml:trace>
          <inkml:trace contextRef="#ctx0" brushRef="#br0" timeOffset="165802">4449 3182 426,'0'0'251,"0"0"-156,0 0-43,0 0-7,0 0 34,0 0 432,0 0-251,0 0-107,0 0-88,18-40-7,-18 33 30,0-1 42,0 0-53,0-2 46,0 1-55,0 0-10,0 1-38,0-1 34,0-1-5,0 2-14,-3-1-2,-3 2 8,0 0-15,0 1-26,-1 2 32,-2 0-30,0 1 2,-4 2 9,4 0 9,0 1-21,-1 0 57,-5 0-58,2 0-3,1 2-29,-3 5 30,2-2-15,-2 3 1,5 0 13,1 1-16,-3 1-1,5 0 8,-2 2-1,6 0-3,-3-1-7,3 0 20,3 2-29,0-3 6,0 1 7,0-1-4,9-1-3,0-1 10,-2-1-19,5-3 22,0 0-16,1-3-20,2 0 1,1-1 28,-4 0-15,7 0 15,-7-5 1,1-2 17,-1-1-14,0 0 16,1 0 12,-4 0 11,-3 0-3,4 0-17,-7-1 19,3 2 1,-6-2-20,3 2 14,0 0-1,-3 3 9,0 1 1,0 1 3,0 2 4,0 0 2,0 0 1,0 0-7,3 0-4,-3 0-5,0 0-7,0 2-12,0 3-1,0 0 0,0 2 3,0 3 61,6 0-19,-2 3-45,2 0-12,3 2-11,-6-1 23,6 3-1,-2-1 14,-1 2-36,3-1 17,-3 1 5,1 2-15,-1-1 14,0 2-15,0-2 16,-3-2-31,-3 1 13,0-3 17,0 0 2,0 0 0,0-2 0,-3-1 3,-3 0 13,-3-3-14,-1-1 21,1-2-10,0 0-10,-4 0 10,4-2 6,-6-1-3,2-1-16,-2-1 0,2-1 2,1 0-1,-4 0-1,4 0-25,-1-1 2,1-3-25,0 1-10,2 0-29,1-1 19,0 1-45,3-2 3,2 0-59,1-1-48,0 0-76,3 2-6,0-3-69,3 1-183,7-3 189</inkml:trace>
          <inkml:trace contextRef="#ctx0" brushRef="#br0" timeOffset="167375">3205 3356 454,'0'0'281,"0"0"706,0 0-714,0 0-107,0 0-50,0 0 4,0 0 16,0 0 35,0 0-10,0 0-68,-18-39-32,18 38-20,0 0-5,0 0-7,0-1-14,0 1-15,3-1-11,-3 0-18,0 1 0,0 0 0,0 1-9,0 0-46,0 0-57,0 0-62,0 0-104,0 1-177,3 4-88,0 1-184,-3 6 299,-9-30 457</inkml:trace>
        </inkml:traceGroup>
      </inkml:traceGroup>
    </inkml:traceGroup>
  </inkml:traceGroup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59:00.756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C571AD1-C682-4E83-8AAB-43C73EAEEADD}" emma:medium="tactile" emma:mode="ink">
          <msink:context xmlns:msink="http://schemas.microsoft.com/ink/2010/main" type="inkDrawing" rotatedBoundingBox="15521,16546 19766,16575 19765,16667 15520,16638" semanticType="underline" shapeName="Other">
            <msink:sourceLink direction="with" ref="{968670FA-52DC-4843-91DA-39AFC7E41EBD}"/>
            <msink:sourceLink direction="with" ref="{7131EED9-7DCE-4DAE-84A7-BFAD8873D4EE}"/>
            <msink:sourceLink direction="with" ref="{76C264B6-2D58-43D4-8E35-106AD938EE56}"/>
          </msink:context>
        </emma:interpretation>
      </emma:emma>
    </inkml:annotationXML>
    <inkml:trace contextRef="#ctx0" brushRef="#br0">0 24 142,'0'0'150,"0"0"-81,0 0 462,0 0-120,0 0-96,0 0-116,0 0-89,0 0-9,0 0 38,0 0-13,0 0-58,0 0-55,0 0-9,124 0 9,-87 0 38,7 0-34,-1 0 12,7 0 6,5 0-32,1 0 1,6 0 5,3 0-9,4 2-3,-1 0 1,6 0-21,1 0 21,-4 0-24,6 0-16,-5 0 40,5-1-37,1 0 23,2 1 1,1-1 14,6-1 1,-3 0-13,6 1 13,-4-1 11,-2 0-11,6 1-3,3 0 0,0 0 3,3 1 1,3 1 2,4 0-2,-1 0-1,0 1 3,-2-1-6,2-1 12,-6 2-10,-3-2 2,0 0 15,-3 1-16,-6-1 22,-1 0-19,-5 0 17,-1 0-20,-2-1 0,-4-1 0,0 1 22,-5-1 4,-7 1-26,-7-1-42,-2 1 42,-7-1 1,1 0-1,-7 0 0,-3 0 0,-3 0 20,-3-3-8,-6-1-12,-7 1 0,1-1 18,-1 0-15,-6 2-3,1-3 1,-1 2-2,0-1 2,-2 0-23,-4 1 19,0-2 3,0 2 0,-3-2-86,0 3 18,0-1 3,0 1 1,0 1 51,-3 0 11,0 0-70,3 0-48,0 1-58,-3-1-50,-1-1 30,1 0 28,-6 0-143,6-1-81,-6-3-1,-1 1 291,1-1 103</inkml:trace>
  </inkml:traceGroup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59:02.019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C444402-1906-4D11-B05E-0E7651291BF4}" emma:medium="tactile" emma:mode="ink">
          <msink:context xmlns:msink="http://schemas.microsoft.com/ink/2010/main" type="inkDrawing" rotatedBoundingBox="16405,15257 19805,14708 20247,17441 16847,17990" hotPoints="19955,15313 19973,17506 16760,17534 16741,15341" semanticType="enclosure" shapeName="Rectangle">
            <msink:sourceLink direction="with" ref="{7131EED9-7DCE-4DAE-84A7-BFAD8873D4EE}"/>
            <msink:sourceLink direction="with" ref="{76C264B6-2D58-43D4-8E35-106AD938EE56}"/>
            <msink:sourceLink direction="with" ref="{8B887546-F060-4844-8A3E-90BAA0559F99}"/>
            <msink:sourceLink direction="with" ref="{DB439FF7-EC40-499D-8C9F-6C0D766CD345}"/>
            <msink:sourceLink direction="with" ref="{90BB2E6D-1317-4DB0-A41D-25CD5138094C}"/>
          </msink:context>
        </emma:interpretation>
      </emma:emma>
    </inkml:annotationXML>
    <inkml:trace contextRef="#ctx0" brushRef="#br0">0 20 137,'0'0'143,"0"0"-84,0 0 52,0 0-78,0 0 511,0 0-257,0 0-177,0 0-19,0 0 14,0 0 38,0 0 9,0 0-32,0 0-39,0 0-22,6-21-7,-6 21 3,0 0-17,0 0-5,0 0-17,0 1-16,0 1-12,0 1-23,0 2-27,-3 3 62,3 3 23,-3 3-7,3 4 2,0 3-18,0 3 0,0 3 60,0 1-25,0 2-12,0 2 25,9-1-9,-3 3-39,4 1 19,-1 1 23,0 1-6,0 0-20,1 2-3,2 1 6,1-1-19,-7 2-1,3-1-8,0-1 9,-2 2 0,2 1-11,-3-2 1,0 2 8,0-1 2,-2 0 0,-1-1-3,0-1 2,0 0 1,0-1 4,-3 0-4,6-1-39,-3 2 22,-3-2 16,0 1 1,0 2-11,0-1 9,0 0 4,0 2-1,0-1 25,0 2-10,0-1 13,0 1-13,0 0 7,0 0-4,0 1-6,0 0 29,0-2-7,0-1-12,0-1-7,0 0 7,0 0-20,0-1-1,0 0 14,0-1-16,-3 1 3,0-1-2,0-1-1,3-2 0,-6-1 0,3-2 0,3 0 0,-3-2-3,3-1 0,-4-2 0,4-2-10,0-1 0,0 1 13,0-4-16,0-1 14,0-2 1,0-2-19,0-3-2,0-1 20,0-3-11,0-1-32,0-3-10,0 0-3,0-3-13,0 1 0,0-1 0,0 0-1,0 1-70,0-2 116,0 0-75,0 0-58,0 0-16,0 0 77,0 0 30,0-7-212,0-7-401,0-4 238,-3-2 297,0 3 146</inkml:trace>
    <inkml:trace contextRef="#ctx0" brushRef="#br0" timeOffset="2338">204 36 78,'0'0'245,"0"0"-111,0 0-73,0 0-2,0 0-16,0 0 397,0 0-186,0 0-137,137 9-78,-106-7 19,-3 1 53,6 0-7,3 0-45,0-2-20,0 2-4,1-2-12,5 1 3,0-1-23,7 3 69,3-2-4,6 0-33,6 1-35,0 0 30,3 0-17,0 2-13,1 0-10,8 2 10,-6-1 0,4 1 0,2 0-16,1 0-1,-1 0 14,1-1-33,-4-1-28,4 1 60,-4-1-12,1 1-13,-1 1-7,1-2-12,-1 0 31,0-1 15,4 1-50,-7-1 36,0-1-4,4 0 1,-7 0 19,-3-2 0,-3 0 0,-3 0-88,-6 1 88,-7-2 0,-5 0-68,-10 0 52,0 0 3,-6-2 26,-4 0 87,1 2-70,-7 0-28,-2-1 11,-1-1 13,-2 0-23,-4 0-2,3 0-1,-3 0 0,0 0 0,1 1 0,-7-2 29,3 0-12,0 2 15,-3 1-17,3-2-15,-3 2-13,0-2-22,0 1-40,0 0 26,0 1 0,0-1 7,3-1-17,-3 1 1,0-1 55,3 0-10,-3 0-7,3 1 17,-3 0 2,0 0 0,3 0-2,-3 1 1,3-3-14,-3 2-17,0 1 33,4 0 2,-4 0 0,0 0 11,0-1-11,0 1 14,0-1 26,0 1 24,0 0 5,0 0 1,0 0-11,0 0-9,0 0-13,0 0-6,0 0-33,0 1-23,0 2-22,0 2 25,0 0 20,-4 1 77,4 3-35,-3 1-41,0 2 48,3 1-22,-6 1-25,3 0 16,0 3-18,-3 1 0,6 2 2,0 2 2,0-1-4,0 5-13,0 0 13,0 2 2,9 1 135,0 4-50,4-1-67,-1 3-19,-3 1-1,4-2 27,-1 1-27,-3-1-26,1 0 26,2-1 0,-3 1 0,1-3 0,-1 1 0,-3-2-2,-3-2 2,4 0 0,-1-1-1,-3-2-19,0 1 1,3 0 19,-6-1 75,3-1-75,-3 2 0,0 0-3,0 0 3,0 1-3,0 1 0,0 1 3,0 2 22,0-1-21,0 0-1,0 2 13,0-2-29,0 1 16,0 0 0,0-1 38,0-1-16,0-3-2,0-2-20,0-1-23,0-4 21,0-1-30,-3-1 32,3 0 9,-3-1-9,3 1-3,-3 1 3,0-1-20,3 0 20,-3 0 2,-3 1 0,6 1-2,0 2 0,0 1-3,0-1 3,0 0 3,0-1-3,0-4 13,-7 1-13,7-2-1,0 0-1,-6-1 0,3 1 0,0-1-13,-3 0 13,3 0 2,0 1 0,3-3-6,-4 0 4,1-1-15,0-1 17,3 0-3,-3 0 0,0 0 0,0 1-46,3-2 13,0 0-3,-3 0 36,3-2-29,-3 1 30,3-1-24,-3 0-4,3 0 17,0-2 10,-3 0-16,3 0-17,-4-1 35,4-1-2,0-1-23,-3 2 6,0-2 19,0 0-18,3 2-20,0-2 19,-3 1 19,0-1-18,0 2 16,0-2 3,-3 1-17,2 0 15,1-1 4,-3 1 8,3 0 3,-6-2-13,3 1-33,-1-1 17,-2 1 3,-3-1 13,2-1 12,-5 2-12,2-1 1,-5 0-1,-1 0 3,-2 0 10,-4-1-12,-3 0 2,0 0-1,-9 0-1,-1 0 1,-8 0 0,3 0 0,-4 0-2,-3 0 0,1 0 0,-1 0-2,-2-1 2,-1 1-1,-3 0 1,3 0 29,-3 0 27,4 0-14,-1 0 29,3 0 1,1 0-7,-1 0-1,1 0 11,2 0-14,1 0-12,-1 1-10,4 0-23,-4 1 16,4 1-6,-10-2-13,7 2-10,-7-1 22,0 0-24,0-1-1,-2 1 1,5 0-1,-6 0 1,3 1 3,1-2-1,-4 1-1,3-1 1,-3-1 9,1 0-11,5 0-2,-3 0 0,7 0 0,2 0-13,1 1 13,6 0 2,0 1-1,2-1 0,7 0-11,1 0 10,2-1-1,3 2 0,3 2 0,-2-3 2,2 2-2,7 0 1,-4 0-2,1 0-19,5-2-24,-5 1-5,-1 2 15,-2-3 4,2 2-14,-5 1 43,-1-3-33,3 1-28,-5-1 34,2-1 28,0 0-14,0 0 16,4 0-2,-1 0-44,1 0 7,-4 0 23,6-1-81,1 0 71,-1-1 23,4 1-98,0-2-107,2 1 65,1 1 71,0 0 26,2 0-64,1-2-105,0 1-62,3 1 39,-3-2-30,6-1 131,0-2 98,0-1 24</inkml:trace>
  </inkml:traceGroup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58:56.508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0FA01D4-D7E9-4337-94CF-EDFB41C0552D}" emma:medium="tactile" emma:mode="ink">
          <msink:context xmlns:msink="http://schemas.microsoft.com/ink/2010/main" type="writingRegion" rotatedBoundingBox="17608,14498 19750,14498 19750,15116 17608,15116"/>
        </emma:interpretation>
      </emma:emma>
    </inkml:annotationXML>
    <inkml:traceGroup>
      <inkml:annotationXML>
        <emma:emma xmlns:emma="http://www.w3.org/2003/04/emma" version="1.0">
          <emma:interpretation id="{5E8676A4-DCA7-48B2-8AB8-781CE84CA958}" emma:medium="tactile" emma:mode="ink">
            <msink:context xmlns:msink="http://schemas.microsoft.com/ink/2010/main" type="paragraph" rotatedBoundingBox="17608,14498 19750,14498 19750,15116 17608,1511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B095DD9-71D5-41D4-B7C6-F18F485BC1D6}" emma:medium="tactile" emma:mode="ink">
              <msink:context xmlns:msink="http://schemas.microsoft.com/ink/2010/main" type="line" rotatedBoundingBox="17608,14498 19750,14498 19750,15116 17608,15116"/>
            </emma:interpretation>
          </emma:emma>
        </inkml:annotationXML>
        <inkml:traceGroup>
          <inkml:annotationXML>
            <emma:emma xmlns:emma="http://www.w3.org/2003/04/emma" version="1.0">
              <emma:interpretation id="{E9158A1C-91DD-4A11-9B94-FA59A3276A9A}" emma:medium="tactile" emma:mode="ink">
                <msink:context xmlns:msink="http://schemas.microsoft.com/ink/2010/main" type="inkWord" rotatedBoundingBox="17608,14498 18265,14498 18265,15111 17608,15111"/>
              </emma:interpretation>
              <emma:one-of disjunction-type="recognition" id="oneOf0">
                <emma:interpretation id="interp0" emma:lang="en-US" emma:confidence="1">
                  <emma:literal>R</emma:literal>
                </emma:interpretation>
                <emma:interpretation id="interp1" emma:lang="en-US" emma:confidence="0">
                  <emma:literal>M</emma:literal>
                </emma:interpretation>
                <emma:interpretation id="interp2" emma:lang="en-US" emma:confidence="0">
                  <emma:literal>r</emma:literal>
                </emma:interpretation>
                <emma:interpretation id="interp3" emma:lang="en-US" emma:confidence="0">
                  <emma:literal>RX</emma:literal>
                </emma:interpretation>
                <emma:interpretation id="interp4" emma:lang="en-US" emma:confidence="0">
                  <emma:literal>RD</emma:literal>
                </emma:interpretation>
              </emma:one-of>
            </emma:emma>
          </inkml:annotationXML>
          <inkml:trace contextRef="#ctx0" brushRef="#br0">-948-213 38,'0'0'170,"0"0"61,0 0 310,0 0-368,0 0 19,0 0 36,0 0-105,0 0-15,0 0 44,0 0-9,0 0-59,0 0-12,0 0 5,0 0 11,0 0 2,0 0-6,0 0-10,0-35-16,0 35-9,0 0-11,-3 0-9,3 0-19,0 0-10,-3 1-32,3 2-23,0 1-9,0 2 2,0 3 62,0 3 27,0 3-7,3 2-8,0 1 8,-3 0-17,0 1-3,3 0 1,0 0 1,-3 1 28,3 2-27,1-3-3,-1 1 4,-3-1 12,0-3-16,0 0 2,3-3 4,0-2-6,-3-1-3,0-2 0,0-2-10,0-3 11,0 0 1,0-2 1,0-1 12,0 0 7,0 0 13,0 0 13,0 0 3,0-5 7,-6-4-55,-4-2 6,4-5-8,-6-2 2,2-1 0,1 1 0,0-2 23,3 1-23,-1-2 12,1-1-12,0 0-35,0-3 13,3 0 20,3-3-56,0 1 35,0-2-64,0-2 33,6 2 15,0 0-61,3 2 61,1 2 26,-1 1-3,-3 5 4,7 0 12,-1 5 1,-3 0 67,1 2-55,-1 4-13,0 0 13,4 2-13,-1 2-19,-3 0 15,7 1-12,-4 1 0,1 1-6,-1 1-11,0 0 7,-2 0-12,-1 0 12,3 1 0,-2 4-6,2 2 28,-3 2-31,4 1-20,-4 3 26,1-1 29,-4 3 21,-3-1-21,0 1-19,-3 1-30,0-2 48,0 3-15,0 0-15,-9-2 31,-4 2 12,-2-3 1,-4 1 13,-3-3 0,1-2-22,-4-1 26,3-2-30,0-1-12,1-2 12,-1 0 0,3-1 0,4-1-24,3 0 24,-4 1 3,10-2 0,3 0-3,0 0-4,0-1-15,3 1 3,0-1-4,0 0-2,0 1-21,0 2-9,0 1 52,0 1 4,6 0 57,0 2 14,3 1-36,4 2 58,2-1-3,7 3-23,0-2 10,2 2-30,4 0-12,0-2-37,0 1-1,3 2 19,-3 0-20,6 1 0,-3 0-4,0 0-9,0 1-25,0-1-14,0 1-45,0-1-16,-6 0-26,0-3 3,-7 2-23,4-2-49,-3-1-137,-7-3-85,0-2-92,-2-5 196,-1 0 238</inkml:trace>
        </inkml:traceGroup>
        <inkml:traceGroup>
          <inkml:annotationXML>
            <emma:emma xmlns:emma="http://www.w3.org/2003/04/emma" version="1.0">
              <emma:interpretation id="{9A81D425-8182-4A34-990D-B01DBB59A838}" emma:medium="tactile" emma:mode="ink">
                <msink:context xmlns:msink="http://schemas.microsoft.com/ink/2010/main" type="inkWord" rotatedBoundingBox="19214,14777 19750,14777 19750,15116 19214,15116"/>
              </emma:interpretation>
              <emma:one-of disjunction-type="recognition" id="oneOf1">
                <emma:interpretation id="interp5" emma:lang="en-US" emma:confidence="1">
                  <emma:literal>r</emma:literal>
                </emma:interpretation>
                <emma:interpretation id="interp6" emma:lang="en-US" emma:confidence="0">
                  <emma:literal>v</emma:literal>
                </emma:interpretation>
                <emma:interpretation id="interp7" emma:lang="en-US" emma:confidence="0">
                  <emma:literal>V</emma:literal>
                </emma:interpretation>
                <emma:interpretation id="interp8" emma:lang="en-US" emma:confidence="0">
                  <emma:literal>Y</emma:literal>
                </emma:interpretation>
                <emma:interpretation id="interp9" emma:lang="en-US" emma:confidence="0">
                  <emma:literal>•</emma:literal>
                </emma:interpretation>
              </emma:one-of>
            </emma:emma>
          </inkml:annotationXML>
          <inkml:trace contextRef="#ctx0" brushRef="#br0" timeOffset="725">584-214 127,'0'0'711,"0"0"-203,0 0-358,0 0-33,0 0 88,0 0 3,0 0 12,0 0-26,0 0-65,0 0-58,0 0-22,0 0-14,22-13-12,-16 13-10,-6 1-13,9 2 0,-3 2-17,4 1 15,-1 4-11,0 2 13,4 2 38,-1 1-15,-3 2-23,1 1-10,-1 1-6,0 1 1,1 0 14,-4 2-14,0-1-1,-3 0-26,-3-1-7,3-2 23,-3-2 1,0 0-27,0-3 50,0-4 1,0-2 0,0-2-25,-3-3 26,3-1 0,0-1 39,0 0 32,0 0 19,0 0-3,0-8-13,0-2-72,0-3 43,3-3 35,0-2-16,7-2-35,-1 1 10,6 0-20,1-2 0,6 2-6,-1 0-13,7 0 0,-3-1-42,6 1 23,-6 1 19,3 1-19,-4 3-23,1 1 4,-6 4-10,3 1 6,-7 2-3,-2 1-3,-7 2-49,3 1 10,-6 1-10,0 0-9,0 1-43,-3 0-111,0 0-175,0 0-213,0-2-56</inkml:trace>
        </inkml:traceGroup>
      </inkml:traceGroup>
    </inkml:traceGroup>
  </inkml:traceGroup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59:06.027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90BB2E6D-1317-4DB0-A41D-25CD5138094C}" emma:medium="tactile" emma:mode="ink">
          <msink:context xmlns:msink="http://schemas.microsoft.com/ink/2010/main" type="writingRegion" rotatedBoundingBox="18631,15011 18693,15011 18693,17654 18631,17654">
            <msink:destinationLink direction="with" ref="{5C444402-1906-4D11-B05E-0E7651291BF4}"/>
          </msink:context>
        </emma:interpretation>
      </emma:emma>
    </inkml:annotationXML>
    <inkml:traceGroup>
      <inkml:annotationXML>
        <emma:emma xmlns:emma="http://www.w3.org/2003/04/emma" version="1.0">
          <emma:interpretation id="{1B93C471-5E75-40DE-BB9B-6346542632A9}" emma:medium="tactile" emma:mode="ink">
            <msink:context xmlns:msink="http://schemas.microsoft.com/ink/2010/main" type="paragraph" rotatedBoundingBox="18631,15011 18693,15011 18693,17654 18631,1765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AF9D39B-BE39-4C41-B2DF-18DBB8ECBAD1}" emma:medium="tactile" emma:mode="ink">
              <msink:context xmlns:msink="http://schemas.microsoft.com/ink/2010/main" type="line" rotatedBoundingBox="18631,15011 18693,15011 18693,17654 18631,17654"/>
            </emma:interpretation>
          </emma:emma>
        </inkml:annotationXML>
        <inkml:traceGroup>
          <inkml:annotationXML>
            <emma:emma xmlns:emma="http://www.w3.org/2003/04/emma" version="1.0">
              <emma:interpretation id="{E3293411-0114-41E8-93AF-4A948E4E4E75}" emma:medium="tactile" emma:mode="ink">
                <msink:context xmlns:msink="http://schemas.microsoft.com/ink/2010/main" type="inkWord" rotatedBoundingBox="18631,15011 18693,15011 18693,17654 18631,17654"/>
              </emma:interpretation>
              <emma:one-of disjunction-type="recognition" id="oneOf0">
                <emma:interpretation id="interp0" emma:lang="en-US" emma:confidence="0">
                  <emma:literal>|</emma:literal>
                </emma:interpretation>
                <emma:interpretation id="interp1" emma:lang="en-US" emma:confidence="0">
                  <emma:literal>I</emma:literal>
                </emma:interpretation>
                <emma:interpretation id="interp2" emma:lang="en-US" emma:confidence="0">
                  <emma:literal>l</emma:literal>
                </emma:interpretation>
                <emma:interpretation id="interp3" emma:lang="en-US" emma:confidence="0">
                  <emma:literal>1</emma:literal>
                </emma:interpretation>
                <emma:interpretation id="interp4" emma:lang="en-US" emma:confidence="0">
                  <emma:literal>'</emma:literal>
                </emma:interpretation>
              </emma:one-of>
            </emma:emma>
          </inkml:annotationXML>
          <inkml:trace contextRef="#ctx0" brushRef="#br0">63 45 13,'0'0'59,"0"0"35,0 0-2,0 0-4,0 0 6,0 0-92,0 0 41,0 0 15,0 0-22,0 0-3,0 0 312,0 0-146,0 0-72,0 0-16,0-8-10,0 8 9,0 0 4,0 0-13,-3-1-7,3 1-9,0-1-4,0 0-4,0 0-5,-3-1-40,3-1 17,0 1 2,0-1 21,0 1-5,0 1-8,0 0-14,0 0-45,0-2 1,0 2 12,0 0 35,0 1 0,0 0-12,0 0-14,0 0 11,0 0 5,0-1 1,0 1-4,0 0 0,0-1-6,-3-1-3,3 0-26,0-1 0,0 1 13,0 0 9,0 1-22,0 1-1,0 0-1,0 0-11,0 0-12,-3 0-11,3 0-15,-4 0-7,4 0-29,0 2-64,-3 7 25,3 3 97,-3 6 29,0 6 23,3 2-23,0 3-19,0 1 19,0 4 16,0 0 4,0 1 5,0 2-8,0 1 5,0 1 17,0 1-26,0 0 13,3-2-26,0 2 0,0-4 8,1-1-8,-1-2-36,-3-1 34,3 2-9,-3-3 11,0 1-16,0 0 0,0 2 16,0 0-33,0 1 14,0-3 19,0 2-1,0 1-12,0-3 12,0 2-41,-3 0 39,3 0-30,-3-3 31,-1 2 2,4-3-2,-3 2-14,0-1 3,0 2 13,3 0 10,-3 2-10,0 1-3,3-1 0,-3 0-32,3-1 5,0 1 30,0-1 13,0 1-13,0 1 0,0 0 7,0 0 9,0-2 13,0-1-27,0-2 2,0 0 8,0 0-5,0-2 12,0 1 4,0-1-21,3-1-2,-3-1 22,0-1-21,0-1 17,0-1 7,0 0-24,0-3 0,0 1 22,0-1-23,0-3 0,0 1 0,0-3 12,0 0-10,-3-3-2,3-1-23,-3 0 23,3-3 3,-3 1 0,3-1-3,0 0 3,0-1 16,0 1-17,0-1-2,0-1-13,0 1 13,0 0 0,-3-1 0,3 0-1,0-1 1,-4 0 1,4 1-1,-3-2 0,3 2 0,0 1-1,0 1 2,-3 0-1,3 0 0,-3 2-2,3-2-11,-3 2 11,3-2 2,0 3 1,0-3 1,0 2 14,-3-2-16,3-1 0,0 0-13,0 0 13,0-2 4,0 1 9,0 0-13,0-2 3,0 1-13,0 0 23,0-1-13,0 0 2,3-1 1,-3 0-3,0-1-13,0-2-35,0 0-23,0 0-23,0 1-26,0-2-9,0 0-30,0 0-59,0 0-133,0 0-82,0 0-99,0-7 138,0 2 390,0 9-13</inkml:trace>
        </inkml:traceGroup>
      </inkml:traceGroup>
    </inkml:traceGroup>
  </inkml:traceGroup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</inkml:traceFormat>
        <inkml:channelProperties>
          <inkml:channelProperty channel="X" name="resolution" value="1462.81238" units="1/cm"/>
          <inkml:channelProperty channel="Y" name="resolution" value="2213.98633" units="1/cm"/>
          <inkml:channelProperty channel="F" name="resolution" value="22.75278" units="1/cm"/>
        </inkml:channelProperties>
      </inkml:inkSource>
      <inkml:timestamp xml:id="ts0" timeString="2021-01-19T07:59:18.28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3CAE0CB-F142-4B29-B38D-1E170DBAFB21}" emma:medium="tactile" emma:mode="ink">
          <msink:context xmlns:msink="http://schemas.microsoft.com/ink/2010/main" type="writingRegion" rotatedBoundingBox="20429,15630 21545,15972 21368,16552 20252,16210"/>
        </emma:interpretation>
      </emma:emma>
    </inkml:annotationXML>
    <inkml:traceGroup>
      <inkml:annotationXML>
        <emma:emma xmlns:emma="http://www.w3.org/2003/04/emma" version="1.0">
          <emma:interpretation id="{E489E2AE-D858-4F5F-8A25-0110DBC786F3}" emma:medium="tactile" emma:mode="ink">
            <msink:context xmlns:msink="http://schemas.microsoft.com/ink/2010/main" type="paragraph" rotatedBoundingBox="20429,15630 21545,15972 21368,16552 20252,1621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5673D21-0AF8-4494-93C7-689EC4D6AE77}" emma:medium="tactile" emma:mode="ink">
              <msink:context xmlns:msink="http://schemas.microsoft.com/ink/2010/main" type="line" rotatedBoundingBox="20429,15630 21545,15972 21368,16552 20252,16210"/>
            </emma:interpretation>
          </emma:emma>
        </inkml:annotationXML>
        <inkml:traceGroup>
          <inkml:annotationXML>
            <emma:emma xmlns:emma="http://www.w3.org/2003/04/emma" version="1.0">
              <emma:interpretation id="{A1F5777B-C5F9-4962-A01A-E8D336818EBE}" emma:medium="tactile" emma:mode="ink">
                <msink:context xmlns:msink="http://schemas.microsoft.com/ink/2010/main" type="inkWord" rotatedBoundingBox="20429,15630 21545,15972 21368,16552 20252,16210"/>
              </emma:interpretation>
              <emma:one-of disjunction-type="recognition" id="oneOf0">
                <emma:interpretation id="interp0" emma:lang="en-US" emma:confidence="0">
                  <emma:literal>3:}</emma:literal>
                </emma:interpretation>
                <emma:interpretation id="interp1" emma:lang="en-US" emma:confidence="0.5">
                  <emma:literal>3: I</emma:literal>
                </emma:interpretation>
                <emma:interpretation id="interp2" emma:lang="en-US" emma:confidence="0">
                  <emma:literal>33</emma:literal>
                </emma:interpretation>
                <emma:interpretation id="interp3" emma:lang="en-US" emma:confidence="0">
                  <emma:literal>31</emma:literal>
                </emma:interpretation>
                <emma:interpretation id="interp4" emma:lang="en-US" emma:confidence="0">
                  <emma:literal>3</emma:literal>
                </emma:interpretation>
              </emma:one-of>
            </emma:emma>
          </inkml:annotationXML>
          <inkml:trace contextRef="#ctx0" brushRef="#br0">77 86 349,'-3'-2'111,"0"-2"290,-3 1-167,3 0-168,0 2 135,3 0 43,0-2-35,-3 3-47,3-1-45,0-1-33,0 2 3,-3-2-19,3 0-29,0-1-26,0 1 29,0-1 10,0 1-7,-4-1 7,4 1-17,0 1 17,0-1-7,0-1 13,0 1-7,0 0-25,0-2 0,0 3-10,0-2-13,4-1-6,2 0-26,3 0-13,0-2 0,1 3 42,2-1-45,0 3 42,1-1-16,2 2-13,1 0 9,-4 0-3,1 0 7,-4 0-26,0 1 22,-3 1-22,-2 4 6,2-2 0,-3 3-12,0 0 5,0 2-22,-3 1 57,0 1 11,0 2 33,0-1-17,-6 1-16,0 1-13,-1-1 13,1 0 0,-3-1 15,0 1-13,-1-2-4,1-1 3,0-2-1,3-1 0,-1-2-20,4 1 20,-3-3 0,6 1-2,-3-2 1,0 1-1,0-1 2,3 0-2,0-1 1,0 0 0,0 0 1,0 0 0,0 0 2,0 1 11,3 2 10,3-2-4,-3 3 4,3-2-23,1 2 0,-1-1 19,3-1-15,0 3-4,1-2 0,-1 2-17,0 1 1,-3 1 0,1-1-17,-1 2 30,0 1-14,0-3-9,-3 2 0,0-1 23,-3 0-13,0 1 14,0 0 0,0 0-18,0 0 19,-6 1 1,-3-2-13,0-1-10,-4 0 23,1-1-23,-4-1 23,1-1 2,-1 0 69,-2-3-13,-4-1-58,3 1 39,1-1-16,2 0 26,7 0-20,-3 0 6,2 0 11,4 0-43,0 0 26,6 0 3,-3-1 7,3 1-7,0-1-3,0 0-3,0-2-9,0 1-17,0 1-113,0-2-55,0 0 39,0 0-85,0 0-127,3-1-131,6-1-173,1-2 61,-32 43 584</inkml:trace>
          <inkml:trace contextRef="#ctx0" brushRef="#br0" timeOffset="395">508 204 407,'0'0'185,"0"0"872,0 0-645,0 0-263,0 0 62,0 0 31,0 0-75,0 0-61,0 0 58,0 0-39,0 0-52,3-41-71,1 39 33,-1-1-3,-3 0 22,3 2-51,-3-3 13,3 2-16,-3 1-25,3 0 2,-3-1-15,0 1-45,0 1-57,0-2-68,3 2-72,0 0-105,0 0-99,3 5 26,4 1-86,-7-2 2,-37-10 312</inkml:trace>
          <inkml:trace contextRef="#ctx0" brushRef="#br0" timeOffset="699">502 481 126,'0'0'163,"0"0"-52,0 0 241,0 0 375,0 0-256,0 0-192,0 0-108,0 0-45,0 0 7,0 0-17,0 0-36,0 0-45,0 0-2,16-11-1,-16 9-29,0 0-3,3-1-14,0 1-53,-3 0-88,3-2-39,-3 2-25,0 0-76,3-2-297,0 0-216,0-2 194,-37 50 614</inkml:trace>
          <inkml:trace contextRef="#ctx0" brushRef="#br0" timeOffset="1565">874 409 330,'0'0'115,"0"0"-24,0 0 691,0 0-294,0 0-212,0 0-91,0 0-17,0 0-81,0 0 49,0 0 15,0 0-77,0 0-23,6-35-6,-6 27 19,0 0 7,0-1-1,0-2-44,0-1 6,0 1 6,0-3-22,4 1 0,-1-1-3,0 0-12,0-2 21,3 1-19,-6-1-3,6 0-9,4 1 9,-4 0 1,3 1 15,-3 1-16,0 1-11,1 2 10,-4 2 2,3 2 39,-6 2-30,3 2-7,0 0-3,-3 2 3,0 0-3,0 0-19,0 0-13,0 0-12,0 0-11,0 0-18,0 0-17,0 2-15,0 2-1,0 4 51,0 2 39,0 4 14,0 1 4,-3 4 22,3 2-24,0 0 6,0 0-6,0 2 0,0-2-13,0 1 10,0-1-20,3 0 10,0 0-44,3-1 8,-2-1 14,2-3 15,-3-1-18,3-1-8,0-1-44,-3 1 35,0-2-19,1 0 19,2-1-23,-3-1 10,0-3-17,0 2 37,0-3 19,0 2-33,0-1 3,0-1-15,1-2-34,-4 2 24,3-3-17,-3 1-16,0-3 65,0 1 6,0-1-19,0 0 23,0 1-4,0-1 33,0-1 13,-7 1-26,4-1 24,-3 1 2,0-1 32,-3 1-6,-1-1 17,1 1 22,-3-1 10,-4 0-49,4 0 32,-1 0 50,-2 0-40,2 1 30,1 1-49,3-1-1,-1 3 24,4-2-11,0 0-9,3 1-13,3-2-16,0-1-22,0 0 1,0 0 21,0 0 61,0 0 10,0 0-16,0 1-10,0 0 0,6 0 6,7 1 1,-1-1-14,3 0-35,4 0-26,0-1-12,2 1-49,1-1-91,0 1-33,-1-1-68,1 0-136,-3 0-347,-4-2-21,-241-4 642</inkml:trace>
        </inkml:traceGroup>
      </inkml:traceGroup>
    </inkml:traceGroup>
  </inkml:traceGroup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1462.8125" units="1/cm"/>
          <inkml:channelProperty channel="Y" name="resolution" value="2213.98657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1-04-01T05:43:51.3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22877 9748 1 0,'0'0'199'0,"0"0"-127"0,0 0-23 0,0 0 6 15,0 0-13-15,0 0 425 0,0 0-41 16,0 0-263-16,0 0-49 0,-4-9 3 0,4 8-13 16,0 1 20-16,0-1 9 0,0-1-26 15,0 1-13-15,0-1-4 0,0 1-12 16,0 1-17-16,0-1 1 0,0 1 2 16,0-1-3-16,0-2 4 0,0 3 2 15,0-1-2-15,0 0-8 0,0-2-15 16,0 2-3-16,0-1-4 0,0 1 3 15,0-2-2-15,0 2-1 0,0-1-3 16,0-1-13-16,4 2-3 0,-2-1-3 16,4 0-11-16,-6 0-1 0,8 0 0 15,-3-1 11-15,-3 1-10 0,4 1 0 16,0-2-1-16,-2 1 1 0,2 0 1 0,-1-1 0 16,5 3-1-16,-2-1-2 0,3 0-3 15,-3 0-9-15,4-1 12 0,1 2 0 16,-1 0 9-16,-4 0-9 0,7 0-16 15,-5 0 13-15,2 0-16 0,-7 0-4 16,5 3 11-16,-2-2-4 0,-4 0 13 0,3 3 1 16,-1-1 0-16,-2 1 1 0,2 0-21 15,-6-1 0-15,6 1-7 0,-6 1 28 16,0-2 0-16,0 1-12 0,0 0 10 16,0 1-17-16,0 0 17 0,-6 1 3 15,-4-2 0-15,-3-1 1 0,-3 2-1 16,-1 2 0-16,1-2 0 0,-1 0 17 0,1-1-3 15,3 0-14-15,-1 0-19 0,6-1 18 16,-3-2-1-16,5 0-1 0,0 1 0 16,-3-1 3-16,9-1 0 0,-2 0-1 15,2 0-15-15,0 2 4 0,0-2 8 16,0 0-9-16,0 0 1 0,0 0-8 16,0 0 1-16,0 0 3 0,2 0-6 15,5 0 22-15,1 0 1 0,2 0 13 16,-1 0-14-16,3 2 0 0,2-1 9 0,3 0-9 15,0-1-1-15,1 1-41 0,1 3 23 16,-5-3-13-16,5 1 3 0,-1 1 13 16,1-1-3-16,-2 2 17 0,-5 0-37 15,4 0 16-15,-5 1-9 0,1 0-16 16,-1 2-14-16,-3-1 11 0,-2 0-14 16,-4 0 23-16,4 1 41 0,-6-1-1 0,0 0-21 15,0 0 1-15,0 0 22 0,0-1 1 16,-2 1 25-16,-8-1-13 0,2-2-11 15,-1 3 14-15,-1-2-13 0,-4-2 20 16,5 2 9-16,-7-1-6 0,3 0-23 16,-1-1 20-16,-1-1 3 0,-1 2 12 15,6-3-12-15,-7 1-3 0,3-1-1 16,5 0 1-16,-3 0 6 0,-5 0-13 16,7 0 0-16,-2 0-16 0,1 0-1 0,-1 0 1 15,4 0 16-15,-1 0-3 0,5 0-11 16,-2-1 11-16,0-2-12 0,4 3-1 15,-5-1-2-15,7 1-14 0,0 0-10 16,0 0-42-16,0-1-48 0,0 1-48 16,0-1-44-16,0-1-90 0,0 1-134 15,0-2-109-15,3-1-95 0,3 2 333 0</inkml:trace>
  <inkml:trace contextRef="#ctx0" brushRef="#br0" timeOffset="1719.92">23251 9781 108 0,'0'0'101'0,"0"0"-39"16,0 0-13-16,0 0 16 0,0 0-13 16,0 0 43-16,0 0 374 0,0 0-231 15,0 0-121-15,0 0 0 0,0 0 7 16,0 0-1-16,0 0 1 0,13 0-14 16,-13 0-19-16,0 0-20 0,0 0-2 15,2 0 2-15,-2 0 6 0,0 0 11 16,0 0-1-16,0 0 0 0,4 0-6 0,-2 0 3 15,2 0-10-15,-2 0-10 0,-2-2-29 16,4-2-19-16,-2 3 0 0,2-3 16 16,-2 1 16-16,-2 0 1 0,9-1-5 15,-3 0-9-15,0-1-12 0,0-1-4 16,5 2 3-16,-7-2 7 0,8 0-10 0,-6-1-3 16,1 2 7-16,-1-1-21 0,4-2 17 15,-8 3-3-15,6-2-4 0,3 0 1 16,-5 1 0-16,2 2-13 0,-2-1 0 15,1 1 0-15,-1-1 13 0,-4 2 2 16,4-1-12-16,-6 1-1 0,4 1 1 16,-2 1 0-16,2 1 0 0,-4-1 0 0,0 1-1 15,0 0-2-15,0 0-4 0,0 0 1 16,0 0-16-16,0 0 0 0,0 0 6 16,0 0-3-16,0 0 0 0,0 0-12 15,0 0-7-15,0 1-10 0,-4 2 13 16,2-1 30-16,2 3 2 0,-4 0 13 15,4-1 10-15,-2 3-21 0,2 1-3 16,0-2 2-16,0 2 20 0,0-2-21 16,0 4-2-16,0-3-20 0,0 1 0 0,0-2 9 15,0 1 12-15,0 2 0 16,0-1 1-16,0-1 10 0,0 0-8 0,0 1-2 16,0 0 0-16,0-2-11 0,0 2-5 15,0 0-19-15,0-1 9 0,0-2 26 16,0 2 2-16,0 1-2 0,0-3-24 0,0 2 23 15,0-1-11-15,0 0-1 0,0-1-3 16,0 1 13-16,0 0-19 0,-4-2-1 16,4-1 1-16,-2 1 6 0,2 0 3 15,-4 0 10-15,4 0 1 0,0-2-23 16,0 2 23-16,0-1-11 0,0 1 10 16,0-2-17-16,0 2 1 0,0-3 3 15,0 2-6-15,0-1 2 0,0-1-2 16,0 0 2-16,0-1 8 0,0 1-11 15,0 1-3-15,0-1 7 0,0-1 0 0,0 0 3 16,0 0 3-16,0 0 9 0,0 0-12 16,0 0 14-16,0 0 2 0,0 0 1 15,0 0 1-15,0 0 2 0,0 0-1 16,0 0 13-16,-2 0-14 0,2 0 1 0,0 0 13 16,-5 0-16-16,5 0 0 0,0 0-16 15,-2 0 0-15,2 0 0 0,-2 0 0 16,-4 0-10-16,0 0 3 0,-4 1 23 15,1-1 0-15,1 0 4 0,-2 0-4 16,4 2 0-16,-1-2-2 0,1 1-1 16,-2 0 3-16,2 0 0 0,-1-1 1 15,1 1-1-15,0-1 2 0,6 0-2 16,-2 0-2-16,2 0-1 0,0 0 1 16,0 0-11-16,0 0 10 0,0 0-10 15,0 0 13-15,0 0 2 0,0 0 11 16,0 0 0-16,0 0-10 0,0 0 10 0,0 0-10 15,0 0 10-15,0 0-11 0,0 0-2 16,0 0-1-16,2 0-2 0,-2 0-10 16,4 0 10-16,2 0-13 0,1 0 13 15,1 0 3-15,0 0 16 0,5 0-13 16,-1 0 26-16,2 0-13 0,-3 0-16 0,-3 0-14 16,2 0-12-16,1 0 1 15,-5 0-14-15,4 0-26 0,-4 0-16 0,1 0-6 16,-3 0-10-16,2 0-26 0,0 0-46 15,0 0-52-15,1 0-52 0,-3 0-27 16,-2 0-68-16,-2 0-40 0,0 0 118 16</inkml:trace>
  <inkml:trace contextRef="#ctx0" brushRef="#br0" timeOffset="12392.79">23559 9684 75 0,'0'0'52'0,"0"0"-6"0,0 0-4 16,0 0 4-16,0 0-7 0,0 0-19 16,0 0-4-16,0 0 3 0,0 0 1 15,0 0 6-15,0 0-23 0,0 0 14 16,27-1 178-16,-27 1-15 0,4 0-57 15,-2 0-8-15,-2 0-15 0,0 0-8 16,0 0-4-16,0 0 3 0,4 0-7 0,-2 0-19 16,-2 0-19-16,5 0-13 0,-5 0-7 15,0 0 3-15,0 0 0 0,0 0 4 16,2 0-4-16,-2 0 0 0,0 0-3 16,0 0-3-16,0 0-7 0,0 0-3 15,0 0-10-15,0 0 10 0,0 0-10 16,0 0 14-16,0 0-1 0,0 0 10 0,0 0 6 15,0 0 4-15,0 0 9 0,0 0 4 16,0 0 3-16,0 0 3 0,0 0 0 16,0 0 10-16,0 0 0 0,0 0-7 15,0 0-13-15,0 0-3 0,0 0-13 16,0 0-6-16,0 0-1 0,0 0-6 16,-2 0 0-16,2 0 1 0,0 0 2 15,-5 0 0-15,5 0-6 0,0 0 0 16,-2 0-11-16,2 0 0 0,0 1-2 15,0-1 0-15,-4 0-1 0,4 2-15 16,0-1-7-16,0 0 22 0,0 1 1 0,0 1 33 16,0-1-1-16,-2 2-6 0,-2-2-7 15,4 1-17-15,0 0-2 0,0 1 1 16,-2-2 18-16,2 2-18 0,0 0 2 16,0 1-2-16,0 0 28 0,0 1-29 0,0-2 9 15,0-1-9-15,0 2-1 0,0 0 1 16,0-2 1-16,0 3-1 0,0-3 0 15,0 3 0-15,0-3 0 0,0 3 1 16,0-2-2-16,0-1-9 0,0 0 10 16,0-1 0-16,0 3-1 0,0-4 1 15,0 1 1-15,0 0 2 0,0-1-3 16,0-1 2-16,0 0 1 0,0 0-1 16,0 1-1-16,0-1 2 0,0 0 0 15,0 0 10-15,0 0-1 0,0 0-8 16,0 0 12-16,0 0-13 0,0 0 13 15,0 0-3-15,0 0 0 0,0 0 3 0,0 0 3 16,0 0 0-16,2 0-3 0,-2 0 0 16,4 0-15-16,-2 0 0 0,2 0-1 15,3-1-1-15,1 0-15 0,-2-1 14 16,2 2 0-16,3-1 1 0,-5 1 0 0,0-1 0 16,-4 1 0-16,4 0-2 0,3-1 2 15,-3 1 0-15,0 0 1 0,4-1 0 16,-4 1 0-16,3-2 0 0,-1 2-12 15,-2-2 9-15,5 2 0 0,-3 0 2 16,0 0 0-16,4 0-2 0,-5 0-10 16,3 0-3-16,-2 0 3 0,1 0 0 15,-3 0 12-15,0 0-11 0,0 2 11 16,4 0-1-16,-7-1-11 0,5 0 1 16,-2-1-4-16,0 2 3 0,0 0 10 15,1-1-36-15,-1-1 36 0,-4 2 3 0,4 1-13 16,0-2-7-16,1 1 1 15,-3 1 3-15,2-1 13 0,-4-2-13 0,4 3 3 16,-2-3 10-16,-2 2 2 0,7-1-12 16,-5 3 10-16,-2-2-1 0,2 1-12 0,-2-2 0 15,2 1 14-15,-2-1 0 0,2 2 0 16,-2-2 0-16,-2 1-1 0,5 0-9 16,-3 1 10-16,-2-2 0 0,2 3-1 15,4-3 2-15,-6 2-1 0,4 0-8 16,-2 1 10-16,-2-2 1 0,4 2 2 15,-4-2 14-15,2 4-17 0,-2-2 1 16,0-2-2-16,0 3-10 0,0 0 11 16,0-3 1-16,0 0-1 0,0 2 2 15,0-1-2-15,0 1 1 0,0-1-2 16,0 0-14-16,0-2 13 0,0 2 1 0,0 0 0 16,-2 0 1-16,-2-1-2 0,2-1 0 15,-2 2 0-15,2-2-10 0,-4 1 12 16,4 0 0-16,-3-1-19 0,-1 0 17 15,0 1 2-15,0 1 23 0,0-2-7 0,-3 0-16 16,1 0 0-16,-2 2 1 0,4-2-1 16,-3-1 1-16,-3 0-1 0,6 2-3 15,-3-2 3-15,-1 0 0 0,4 2 11 16,-5-2 6-16,1 0 2 0,4 0-18 16,-6 0 12-16,3 0-10 0,3 0-1 15,-2 0 1-15,-3 0-2 0,5 0-1 16,-2 0-1-16,2 0 0 0,-2 0 1 15,1 0 2-15,-3 0 11 0,2 0-13 16,-1 0 4-16,-1 0 12 0,4 0-13 16,0 0 10-16,0 0 3 0,3 0 6 0,-3 0-6 15,4 0-14-15,-4-2-2 0,2 2 0 16,2 0-4-16,-2-2 4 0,-3 2-1 16,1-1-2-16,0 1 2 0,4-3 0 15,0 2 1-15,-4 1 0 0,2 0-3 16,2-1-13-16,-3 1 15 0,-1 0-3 0,6-1-15 15,-6 1-16-15,-2-1-1 0,6 1-9 16,-2-2-3-16,-3 2-7 0,5 0 0 16,-2 0-3-16,2-2-13 0,2 2-20 15,0 0-19-15,-4 0-43 0,4-1-87 16,0 0-134-16,0-1-245 0,0-1-17 16,25 14 496-16</inkml:trace>
  <inkml:trace contextRef="#ctx0" brushRef="#br0" timeOffset="14841.09">23547 9688 83 0,'0'0'88'0,"0"0"-26"0,0 0-13 16,0 0-14-16,0 0-31 0,0 0 15 15,0 0 4-15,0 0 3 0,0 0-6 16,0 0-17-16,0 0 98 0,0 0 72 16,0 0-108-16,4 3-39 0,-4-3 16 0,0 2 17 15,0-2 6-15,0 0 1 16,0 0-5-16,0 0-8 0,0 0-8 0,0 0-9 16,0 0 10-16,0 0 2 0,2 1 1 15,-2-1-6-15,0 0-4 0,0 0 0 16,0 0 0-16,0 1-7 0,0-1-2 15,0 0-1-15,0 0 0 0,0 0 0 16,0 0 1-16,0 0-1 0,0 0 7 16,0 0 6-16,0 0 7 0,0 0-10 15,0 0-4-15,0 0 4 0,0 0-6 16,0 0-1-16,0 0 1 0,4 0-4 16,-4 0 0-16,0 0 0 0,0 0-3 15,2 0 3-15,-2 1 4 0,4-1 9 0,-4 0-3 16,2 2 3-16,2-1 3 0,-1 0-3 15,3 0 0-15,-6-1-10 0,8 2 7 16,-4-2-3-16,2 1-7 0,1 0-7 16,-1 1 4-16,2-1 9 0,0-1 1 15,5 2-10-15,-3-1-1 0,0-1 1 0,3 1-3 16,-1-1-7-16,1 0 6 0,1 0 4 16,-4 0-13-16,5 0 0 0,-1 0-1 15,-1 0-12-15,3 0-11 0,-5 0 10 16,1 0 0-16,4 0 0 0,-5 0 1 15,1 0 0-15,-1 0-4 0,-3 0 4 16,4-1 1-16,-3 1 0 0,1 0-1 16,-4 0 4-16,0 0 12 0,-4-1-15 15,0 1-1-15,3 0 1 0,-3-2-1 0,-2 2 0 16,0 0 0-16,0 0 0 0,0 0-1 16,0 0 0-16,0 0-12 0,0 0-3 15,0 0-3-15,0 0-1 0,0 0 7 16,0 0-3-16,0 0 3 0,0 0 11 15,0 0 2-15,0 0 1 0,0 0 3 16,0 0 8-16,0 0-8 0,0 0 9 0,0 0-10 16,0 0 0-16,0 0-1 0,0 0-2 15,0 0 0-15,0 0-3 0,0 0-23 16,0 0-9-16,0 0-10 0,0 0-7 16,0 0-12-16,0 0-7 0,0 0-20 15,-2 0-19-15,-5 0-6 0,5 0 9 16,-2 0-3-16,-2 2-49 0,0-1-69 15,0 1-84-15,-3-2-95 0,-3 0-105 16,4 0 169-16,70-5 263 0</inkml:trace>
  <inkml:trace contextRef="#ctx0" brushRef="#br0" timeOffset="28904.6">22966 11212 104 0,'0'0'186'0,"0"0"-121"16,0 0-19-16,0 0 3 0,0 0 443 16,0 0 52-16,0 0-264 0,0 0-137 15,0 0-20-15,0 0-3 0,0 0 0 16,0 0 6-16,0 0 3 0,0 0-25 16,0 0-24-16,0 0-9 0,0 0 3 0,0 0 0 15,-2-8-7-15,2 8-6 0,0-1-9 16,0 1-4-16,0 0 6 0,0-2-9 15,0 2-1-15,0-2-12 0,0 1 3 16,0 0-3-16,0-2-7 0,0 2-9 16,2-3-16-16,2 2 3 0,2-1 0 0,0-1-3 15,1-1 0-15,-1-1-3 0,0 1 2 16,2-1 1-16,1 0-1 0,3 2 1 16,-2-2 0-16,-1 1 2 0,5 1 1 15,-8-2-1-15,7 1 14 0,-7 2-13 16,6-2 9-16,-4-1-12 0,5 4-12 15,-5-2 9-15,5-1-10 0,-7 2 11 16,0 0-11-16,0 2 13 0,-2-1 1 0,-2 2 15 16,2 0-3-16,-4-2-11 0,0 2-2 15,0 0-3-15,0 0-13 0,0 0-7 16,0 0 1-16,0 0-6 0,0 0-14 16,0 0-12-16,0 2 0 0,0 0 54 15,0 3 28-15,0 1-25 0,-4 0 9 16,2 1-12-16,2 0-1 0,-4 0 1 15,2 2 1-15,-2-1 0 0,2-1 2 0,-2 3-3 16,-2-3-1-16,3 3-11 0,-1-2 12 16,-4 0 19-16,6 1-17 0,-2-1 0 15,2 1-2-15,-4-1 0 0,1-1-32 16,5-1 29-16,-6 0 3 0,4 1 0 16,-2-1 1-16,2 3-1 0,-4-3 3 15,6 0 42-15,-2 0-45 0,2-2-3 0,-4 1 1 16,4 0 2-16,0-1 13 0,-2-1-13 15,2 2-16-15,0-3 12 0,-5 1-21 16,5-2 22-16,0 0-1 0,0 2-8 16,0-1-1-16,0 0-3 0,0 1 3 15,0-2 12-15,0 0-1 0,0-1-17 16,0 0 3-16,0 1 3 0,0-1 10 16,0 0-10-16,0 0 11 0,0 0-11 15,0 2 10-15,-2-2 0 0,2 0 0 16,0 0-1-16,0 0-8 0,0 0 8 0,0 0 1 15,0 0 0-15,0 1 1 0,0-1-1 16,-4 0-1-16,4 0-8 0,0 0-1 16,-2 0 9-16,-2 0-12 0,2 1 16 15,-2-1 3-15,-2 1-3 0,4-1 0 16,2 3-1-16,-7-2-3 0,5 1 1 16,-2-1-10-16,2 0 13 0,-4 1 0 0,2-1-1 15,2-1-1-15,-2 2 2 0,-5-2 2 16,7 0 1-16,-4 0 1 0,0 0-1 15,2 0-1-15,2 2 0 0,-3-2-2 16,3 1-1-16,-2-1 1 0,4 0-1 16,0 1 0-16,-2-1-1 0,-2 0-11 15,2 0 12-15,2 1 1 0,0-1 0 16,0 0 1-16,0 0 1 0,0 0 1 16,0 0-1-16,0 0 2 0,0 0-1 15,0 0 10-15,0 0-11 0,0 0 0 16,0 0 1-16,0 0 0 0,0 0-2 0,0 0-1 15,0 0-2-15,0 0-1 0,0 0-10 16,0 0 11-16,2 0-1 0,2 0-13 16,-2 0 0-16,4 0 0 0,1 0 16 0,3 0 35 15,-2 0-12-15,7 3 12 0,1-3-32 16,1 2-3-16,-1-2 16 0,1 0 3 16,6 0-3-16,-7 0-16 0,7 0-3 15,-5 0 3-15,-1 0 1 0,2 0 2 16,-5 0-1-16,3 0-2 0,-9 0-11 15,-2-2-8-15,2 2-1 0,-8-1-5 16,5 1-1-16,-5 0 0 0,0 0-6 16,0 0-22-16,0 0-27 0,0 0-9 15,0 0-13-15,0 0-33 0,0-2-38 16,0 2-43-16,-5 0-23 0,3 0-63 16,-4 0-97-16,4-1-180 0,-4-1 130 0,27 7 314 15</inkml:trace>
  <inkml:trace contextRef="#ctx0" brushRef="#br0" timeOffset="29823.73">23468 11151 92 0,'0'0'160'0,"0"0"-91"16,0 0-27-16,0 0-9 0,0 0 6 16,0 0 609-16,0 0-293 0,0 0-211 15,0 0-11-15,0 0 13 0,0 0-29 16,0 0-13-16,0 0 0 0,0 0-17 16,27-15-26-16,-27 12 1 0,0 3 16 15,0-1-7-15,0 0-4 0,0-1 11 16,0 1 2-16,0 1-9 0,0-1-13 15,0 1-13-15,0 0-7 0,-2 0-2 0,0 0-7 16,-4 0-10-16,-1 0-19 0,3 0-18 16,-8 0-2-16,4 0 20 0,-5 0 0 15,1 4 26-15,-3-2-10 0,1 3 7 16,-3 1-11-16,3 0-8 0,-1 0 15 16,-1 1 13-16,1-1-31 0,3 1 1 0,0 1 15 15,3 0-17-15,1-1-7 0,-2 1 7 16,4 1 0-16,-1-1-11 0,1 3 11 15,4-3-1-15,0 2-11 0,2-3 12 16,-4 0 3-16,4 2 0 0,0-3 0 16,0 1-3-16,0 1-20 0,4-2 3 15,-2 0 17-15,6 1 19 0,5-1-19 16,-3 0-15-16,0 0-8 0,9-2 1 16,-2-2 18-16,-1 1-21 0,3 0 6 0,1 0-7 15,-1-2 0-15,2-1 1 0,-3 0-1 16,1 0-6-16,-1 0 0 0,-3 0 3 15,6-4 3-15,-5 1-3 0,-1-1 6 16,-1-2 22-16,-1 1 1 0,-1-2 0 16,-4 0 36-16,-2-1-1 0,1 0-15 15,-3 0-20-15,-2-2 29 0,-2 2 9 16,0-1-22-16,0 0-16 0,0 1 0 0,-2-1 4 16,-4 0-4-16,1 0-15 0,-1 0 15 15,4 0 26-15,-2 2-10 0,-4-1-3 16,6 2 38-16,-5 1-6 0,3-2-13 15,-4 3-19-15,4-1-10 0,-4 1 39 16,1 1-30-16,1 1-9 0,0 1 13 0,4-2-16 16,-4 3-1-16,2-1-25 0,-3 1 0 15,1-1-9-15,-2 1 3 0,6 0-6 16,-8 0-7-16,3 0 0 0,-1 0 10 16,-4 0 6-16,5 1-23 0,-1 3-38 15,-2-2-13-15,4 3-36 0,-1 0-61 16,5-2-69-16,2 2-98 0,0 1-76 15,0-4-170-15,0 1 88 0,67-39 446 16</inkml:trace>
  <inkml:trace contextRef="#ctx0" brushRef="#br0" timeOffset="30861.1">24146 11197 227 0,'0'0'137'0,"0"0"-94"16,0 0-11-16,0 0 555 0,0 0-229 15,0 0-189-15,0 0-16 0,0 0 13 16,0 0-56-16,0 0-19 0,0 0 10 16,-21-22-1-16,17 17 4 0,2 3-27 0,-2-2-12 15,-4 1 9-15,2 0 4 16,-1-3 2-16,1 4-22 0,0-2 0 0,0 2 0 15,-2-3-1-15,-1 3-12 0,-1-2-19 16,2 2-4-16,-3-2 11 0,3 1-2 16,0 0-15-16,-2 2-13 0,-3 0-2 15,3-2 0-15,-3 2 0 0,1 1 2 16,0-1-3-16,-1 1-2 0,-1 0-11 16,-1 0 12-16,-1 0-2 0,1 0-10 15,1 0 12-15,-3 0-2 0,3 1 2 16,-1 2-1-16,-1-1-2 0,1 0-12 0,3 1 7 15,-1 1 9-15,5 0 1 0,-4 0 0 16,4 1-1-16,-3-1 0 0,5 1-13 16,-2-1-16-16,2 0 7 0,6 0 20 15,-3 0-27-15,3-1 26 0,0 3 3 16,0-2-4-16,0 1 8 0,0-1-4 0,9 1 1 16,-1 0-1-16,4 0-13 0,5 0 13 15,4-1 9-15,-1 2-9 0,1-1-35 16,4 0-10-16,0-1 27 0,-3 0 17 15,7 0-17-15,-2-2-8 0,0 2 7 16,-2 0-7-16,2-1-3 0,-5 1 16 16,-3-2-6-16,2 1 6 0,-3 1 0 15,1 0-16-15,-5-2 0 0,-1 2 13 16,-3 0-3-16,-2 0-10 0,-1 0 16 16,-5-1 0-16,2 2 11 0,-4-1-18 0,0 1 18 15,0-2-14-15,0 3 14 0,-4-1-1 16,-3 0-1-16,-7 1 1 0,2 0-10 15,-1 0 12-15,-3 0-9 0,-1-1 7 16,-4-2-7-16,3 4 10 0,-3-3 28 16,0 1-11-16,1-1 5 0,-3 0-6 15,0-2-15-15,1 1 3 0,1-2 12 16,2 1 0-16,3-2 3 0,-1 1 17 0,-3-1 2 16,5 0 1-16,-1 0-39 0,-1-3 1 15,5 2 25-15,-1-3 16 0,5 1-7 16,-2-2-3-16,1-1-28 0,-1 1-1 15,2-2 15-15,4 1-17 0,2 1-2 16,-1-2 0-16,3 1-2 0,0-1 2 16,0 2-11-16,0 0 11 0,0-1-17 15,3 0 1-15,5 1 1 0,4-1-6 16,1 2-10-16,-1-2 30 0,7 1-2 16,-5 1-15-16,5-1-4 0,-1 1-9 0,-1 0 3 15,1-1 28-15,1 3-28 0,0-3 7 16,-1 3-20-16,-1-2-17 0,-5 1-37 15,1 1-14-15,1 0-20 0,-4-2-48 0,3 2-50 16,-3-3-103-16,0 5-103 0,-1-5-100 16,-3 2 129-16</inkml:trace>
  <inkml:trace contextRef="#ctx0" brushRef="#br0" timeOffset="71472.53">23119 13060 115 0,'0'0'36'15,"0"0"-23"-15,0 0 3 0,0 0 7 16,0 0 7-16,0 0-8 0,0 0 494 16,0 0-295-16,0 0-123 0,0 0-33 15,0-1 39-15,0 1 33 0,-4 0-17 16,2 0-61-16,2 0-30 0,-5 0-12 16,5 0-4-16,0 0 0 0,-2 0 3 0,2 0 0 15,-4 0 4-15,4 0 2 0,0 0-2 16,0 0 3-16,0 0-1 0,0 0 8 15,0 0 2-15,0 0 7 0,0 0 7 16,0 0-1-16,0 0 4 0,0 0-1 16,0 0 7-16,0 0 7 0,0 0 3 15,0 0-4-15,0 0 4 0,0 0 0 0,0 0-4 16,0 0 0-16,0 1 1 0,0-1-4 16,0 0 0-16,0 0 3 0,0 0-3 15,0 0-4-15,0 0 4 0,0 0 6 16,0 0-3-16,0 0 6 0,0 0 0 15,0 0-9-15,4 0-7 0,-2 0 0 16,-2 0-3-16,5 0-4 0,-3 0 7 16,4-1 15-16,0-1 4 0,2-1-23 15,5-1-18-15,-1 2-14 0,1-4-2 16,1 2 3-16,-4-3-1 0,3 0 4 0,-3 0 0 16,0 1-17-16,3 0 14 0,-5 0-13 15,0 1 19-15,-1 1-6 0,-1-1-13 16,0 1-2-16,0 0 0 0,-2 1 1 15,-2 0 11-15,7 0-11 0,-5 0 23 16,-2 1-24-16,-2 1 0 0,0-1-1 0,0 2-2 16,0 0-14-16,0 0 1 0,0 0 2 15,0 0 11-15,0 0-1 0,0 0 0 16,0 0 1-16,0 0-11 0,0 0 10 16,0 0 0-16,0 0-13 0,0 2 0 15,0-1 4-15,0 0 10 0,0 3 2 16,0 2 2-16,0-2-1 0,0 3 11 15,0 2 0-15,0-2-11 0,0 0-1 16,6 2 3-16,-6-1-3 0,4 2-12 16,-4-2 12-16,2 2-2 0,-2-1 2 0,4 2-2 15,-4 0 2-15,2 1 2 16,-2-1 2-16,0-1-3 0,5 3-1 0,-5-2 2 16,2-2 0-16,-2 0-2 0,0 0-1 15,0 0 0-15,0-2 0 0,0 2-1 16,0-1-14-16,0-1 15 0,0 1-12 0,0-1-3 15,0-1-2-15,2 1 2 0,-2-1 0 16,0-2-12-16,4 0 6 0,-4 1 0 16,0-1 18-16,0 0-11 0,0 1 2 15,0-1-3-15,0 0-3 0,0-1 3 16,0-1 0-16,0 1-3 0,0-1 4 16,0 1-1-16,0-1 3 0,0 0 10 15,0-1-13-15,0 2 13 0,0-2-10 16,0 0 0-16,0-1-6 0,0 2 4 15,0-1-5-15,0-1 5 0,0 0-1 0,0 0 3 16,0 1 10-16,0-1 0 16,0 0 0-16,0 0 1 0,0 0 2 0,0 0 0 15,0 0 1-15,0 0 1 16,-4 0 0-16,2 1 1 0,-5-1 0 0,-1 1-3 16,-2 1-12-16,-5-2-7 0,7 1 6 15,-2 1 11-15,-3-1 0 0,3-1 0 0,0 3 0 16,3-3 0-16,1 1 0 0,0 0 2 15,-2-1 0-15,6 0-1 0,-2 1 0 16,2-1 0-16,2 0-3 0,-5 0 1 16,5 0 0-16,0 0 0 0,0 0-10 15,0 0 12-15,0 0-1 0,0 0-11 16,0 0 12-16,0 0 1 0,0 0 0 16,0 0 1-16,0 0 0 0,0 0 0 15,0 0 2-15,0 0 10 0,5 0-11 16,1 0 17-16,-4 0 4 0,10 0 2 0,-4 0-22 15,5-1 13-15,1 1-15 0,3-1 12 16,-5 0-13-16,3-2-3 0,-3 3-16 16,1 0 18-16,-3 0-1 0,2 0-2 15,1 0-12-15,-3-1-31 0,-6 1-4 16,2-2 9-16,1 2-15 0,-3 0-1 0,-4 0-19 16,2 0-6-16,-2 0-10 15,4 0 2-15,-4 0 1 0,2 0-10 0,-2 0-16 16,0 0-36-16,0 0-52 0,0 0-85 15,0 0-75-15,0 0-56 0,0 0-105 16,0 0 208-16,-2 0 236 0,-4 0 68 16</inkml:trace>
  <inkml:trace contextRef="#ctx0" brushRef="#br0" timeOffset="72467.89">23644 13073 34 0,'0'0'42'0,"0"0"40"16,0 0-27-16,0 0-9 0,0 0 648 15,0 0-290-15,0 0-199 0,0 0-72 16,0 0 7-16,0 0-10 0,21-16-13 16,-21 14-10-16,4 0-17 0,-2-1-18 0,-2 2-11 15,0-3 7-15,0 2 3 0,0 1 0 16,0 0-3-16,0 0-4 0,0-1-3 16,0 2 4-16,0-2 2 0,0-1-6 0,0 2 0 15,0 0 6-15,0-1-6 0,0 1-7 16,-2-1-3-16,-2 2 3 0,4 0 7 15,-7 0-4-15,5 0-22 0,2 0-13 16,0 0-3-16,0 0 0 0,-2 0-16 16,-2 0 13-16,2 0-13 0,-8 0-2 15,3 0-1-15,-7 3-1 0,6 0 1 16,-9 3 1-16,3-2-1 0,-1 3 3 16,5-1-1-16,-5 1 0 0,7-1 0 15,2 2-2-15,-4 0 0 0,3 0-14 16,5-1 14-16,-2 3 0 0,-4-2-1 0,8 2-12 15,-2-2 10-15,2 2-9 0,-4-2 11 16,4 3-1-16,0-3-24 0,0 0 25 16,0 1-18-16,0-2-6 0,0 3-10 15,6-3 12-15,2 3-5 0,-2-3 15 16,5 0-25-16,1-1 0 0,-4 1-7 16,7-2-22-16,-5-1 25 0,5-1 10 0,-1-2-22 15,3 0-4-15,-1 0 33 0,3-1 25 16,2 0 0-16,-3 0-3 0,1 0-19 15,-1-2-4-15,-5 0 24 0,3-4 2 16,-3 1-2-16,-1 0 2 0,3 2 1 16,-3-4 15-16,-2 0 10 0,-4 2 3 15,-1-2-7-15,1-1 13 0,0 2-2 16,-6-2-1-16,4 0 15 0,-4 0-11 16,0-1 5-16,0 0-9 0,0 0 22 0,-4 0-25 15,-2 1 28-15,-2 1-38 16,1-3 35-16,-1 4-25 0,-2-2-4 0,-5 2 0 15,3 0 10-15,-1-2-16 0,1 0 3 16,4 1-6-16,-5 2-1 0,7 0-15 16,-6 0-3-16,4 1 2 0,1 0 1 15,-1 1-2-15,2 2-14 0,0 0-6 0,2-1-10 16,-3 2 4-16,5 0-10 0,0 0-7 16,-2 0-22-16,2 0-34 0,-2 0-14 15,2 0-10-15,2 0-10 0,-4 0-16 16,4 3-32-16,-2-1-53 0,-3 3-59 15,5-2-88-15,0 1-105 0,0 0-105 16,0-1 143-16,0 1 394 0,7-3 7 16</inkml:trace>
  <inkml:trace contextRef="#ctx0" brushRef="#br0" timeOffset="73692.6">24074 13099 45 0,'0'0'42'16,"0"0"53"-16,0 0-50 0,0 0 177 0,0 0 479 15,0 0-324-15,0 0-195 0,0 0-42 16,0 0 22-16,0 0 4 0,0 0-40 16,0 4-22-16,0-4-20 0,0 0-16 15,0 0-10-15,0 0 0 0,0 0 13 16,0 0 3-16,0 0 0 0,0 1-7 0,0-1-3 15,0 0 0-15,0 2-6 0,0-2-7 16,0 0-3-16,0 0-3 0,0 0 6 16,0 0-7-16,0 0-12 0,0 0-3 15,0 0-1-15,0 0 4 0,0 0 0 16,2 0-4-16,-2 0 7 0,0 0 3 16,0 0 13-16,6-2-1 0,-6 1 4 15,0 0 5-15,0-2-27 0,0 2-32 16,4-3-19-16,-4 1 19 0,2-3 0 15,-2 1 2-15,4 0-1 0,-2-2 34 16,3 2-13-16,1 0-10 0,-4 0 4 0,0-3 0 16,4 1-4-16,0 0-11 0,-2 0 1 15,3-1 1-15,-1 0 13 0,0 2-15 16,-4 2 1-16,6 0 11 0,-8-2-11 16,7 1 0-16,-7 3 0 0,6 1-1 15,-6-2 0-15,0 3 0 0,4 0 0 16,-4 0-1-16,0 0 0 0,0 0-1 0,0 0 0 15,0 0 0-15,0 0-1 0,0 0 0 16,0 0-1-16,0 0-10 0,0 0 10 16,0 0-9-16,0 3-4 0,0 0 0 15,0 2 16-15,0 1 0 0,0 1 3 16,0 0-1-16,0 2 20 0,0 0-21 0,0 1 3 16,0-1-4-16,0 1-2 0,0 0-14 15,0 0 14-15,0-1-1 0,0 1 1 16,0 0-20-16,0 0-7 0,0 0 11 15,0 0 5-15,0 1-9 0,0-1 0 16,0 0 3-16,0 1-3 0,0-2-10 16,0 0 7-16,0-1 0 0,0 1 0 15,0-1-4-15,0 0 4 0,0-2-7 16,0-1-3-16,0 0-2 0,0-1 2 0,0-1 9 16,0 1 4-16,0-1-4 0,0 2 1 15,0-4 0-15,0 3 6 0,0-4-4 16,0 1 7-16,0-1 13 0,0 0-13 15,0 0 14-15,0 0-11 0,0 0 10 16,0 0 2-16,0 0 1 0,0 0 2 0,-4 0 1 16,4 0 10-16,0 0-10 0,-2 0-1 15,-2 0-2-15,-5 0-23 0,1 0-9 16,-4 0 29-16,1 0-10 0,-3 0 11 16,6 0 2-16,-3 0 2 0,5 0-1 15,-6 0 1-15,3 0 17 0,1 0-17 16,-2 0-2-16,2 0 0 0,-3 0 9 15,7 0-6-15,-2 0 1 0,2 0-2 16,4 0 0-16,-2 0 0 0,-2 1-1 16,-3 1-1-16,5-1-2 0,-2-1-1 15,-4 1-13-15,8 0 0 0,0-1-10 0,0 0 1 16,0 0 5-16,0 0 8 0,0 0-8 16,0 0-8-16,0 0-1 0,0 2 3 15,0-2 1-15,0 0 25 0,2 1 3 16,4-1 10-16,0 2-13 0,1-2-20 0,3 0 1 15,-2 1 19-15,0-1 1 16,5 0 18-16,3 0-19 0,-1 0-21 0,-1 0 2 16,3 0-20-16,-3 0-15 0,-1 0-11 15,-5 0-9-15,4-1-6 0,-3-1-14 16,-3 1-25-16,0-1-30 0,0 2-26 16,0-1-29-16,-3 1-17 0,3-1-10 15,-6 1-46-15,4-1-16 0,-2 1-118 16,-2-2 69-16,0 1 299 0,0 0 30 15,0-1-19-15</inkml:trace>
  <inkml:trace contextRef="#ctx0" brushRef="#br0" timeOffset="86545.57">23328 14260 71 0,'0'0'150'0,"0"0"-111"0,0 0-23 0,0 0 708 16,0 0-356-16,0 0-179 0,0 0-56 16,0 0-6-16,0 0 3 0,0 0 3 15,0 0-10-15,-7-15-23 0,7 13-25 16,0 1-4-16,0-1 16 0,0 1 3 15,0-2-35-15,0 2-6 0,2-2 5 16,3 1-2-16,-3 0-1 0,-2 0-15 16,6 0-1-16,0-1-10 0,2 0-5 0,-1 0-4 15,3 0-3-15,0 2-1 0,7-2 1 16,-5-1-10-16,5 1 10 0,-5 1 0 16,5 0-11-16,-3 0-2 0,-2 1 0 15,1-1 0-15,-3 1 1 0,3 1-1 16,-3 0-3-16,-2 0-13 0,-2 0 13 15,-6 0-16-15,7 0 3 0,-5 0 3 16,-2 0 0-16,0 0 11 0,0 3 1 0,0 0 1 16,0 1 13-16,0 2 12 0,-2-1 1 15,-7 2-4-15,-1 2-9 0,2-4-11 16,-3 2-1-16,-3-1-1 0,6-1 2 16,-3 2-2-16,5-2-1 0,0 1-2 15,-2-2 1-15,1-1 0 0,1 1-1 16,0-1-10-16,6-1 10 0,-6 1-17 0,6-1 8 15,0-1 8-15,0-1-8 0,0 1-8 16,0 0 1-16,0 0 0 0,0 1 3 16,0-1 3-16,0 1 11 0,6-1 0 15,-2-1 0-15,4 3 0 0,-1-2 2 16,5 1 3-16,-4 1-1 0,5-1 15 16,-5 1-17-16,4 0-1 0,-1-1-2 15,-3 1-13-15,4 0 14 0,-3 0 0 16,1 2-10-16,-2 0 9 0,3 1 0 15,-7 1-10-15,6-1-12 0,-8-1-1 0,4 2 7 16,-6-1 15-16,0 1-18 0,0 0 22 16,0 0 0-16,0 0 0 0,-6 0 26 15,-6-1-7-15,4 3-17 0,-7-4 14 16,-2 0 7-16,3 0 6 0,-5-1 9 0,-1 0 0 16,-1 0-9-16,0-1-28 0,3 0 19 15,-1-1 15-15,5-1-6 0,3 0 12 16,1-1-12-16,0 0 0 0,1 0-4 15,-1 0-5-15,2 0-20 0,2 0 0 16,-3-1-16-16,-1 0-23 0,4-1-15 16,0-1-16-16,-1 2-27 0,5-1-9 15,0 0-22-15,2 0-30 0,0 0-26 16,0 0-43-16,0 0-55 0,0-3-43 16,0 1-92-16,4 3-78 0,7-4 35 15,-3-1 398-15,-2 3 36 0,5-1-10 0</inkml:trace>
  <inkml:trace contextRef="#ctx0" brushRef="#br0" timeOffset="87232.05">23689 14284 168 0,'0'0'23'16,"0"0"-23"-16,0 0 519 0,0 0 139 16,0 0-317-16,0 0-139 0,0 0-53 0,0 0-6 15,0 0 3-15,0 0 2 0,0 0-9 16,4-24-26-16,-4 21-17 0,3 1-6 15,-3-2-3-15,6 2-10 0,-6-1-7 16,6 1-3-16,-4 1-6 0,4-2-23 0,-6 1-6 16,6-1 0-16,1 0-13 0,3 1-16 15,0 0 13-15,3-2-15 0,3 1 2 16,1-1 0-16,-1-1 0 0,1 4-1 16,-1-1 0-16,-1 0-2 0,-1 2-1 15,-1-2-18-15,-1 2 15 0,-4 0-11 16,5 0-8-16,-7 0-5 0,0 0 2 15,0 2 4-15,1 0 19 0,-1 4-10 16,-4 1 13-16,2 1-1 0,-2 0-2 16,-2 2-32-16,0 2-4 0,-6 0 7 15,-2 0-3-15,-7 3 3 0,-1-3 0 0,-1 2 7 16,-2 1-1-16,1-4 23 0,-1-1-29 16,-1 1 12-16,5-1 8 0,-1 1 10 15,1-3-17-15,7 0-6 0,-3-2 21 16,3 0 1-16,2-1-19 0,4 1 2 0,-2-5-5 15,4 2 5-15,0 0-15 0,0-2-4 16,0-1 10-16,0 2 3 0,6-1 26 16,2-1 0-16,5 1 0 0,3-1-25 15,1 0-27-15,-1 0 17 0,5 0-20 16,-2 0 10-16,1-1-1 0,-1 0 1 16,4-2-16-16,-5 0 6 0,3 0 6 15,-3 2-16-15,3-1 7 0,2-1-23 16,-7 1-30-16,3 0-28 0,-7-1-30 15,3 1-66-15,-3-1-9 0,-1 2 16 0,-5-1-49 16,-4-1-29-16,-2 2 172 0,0-2 88 16,2 0 20-16,-2 1 3 0</inkml:trace>
  <inkml:trace contextRef="#ctx0" brushRef="#br0" timeOffset="111670.76">24239 9671 48 0,'0'0'49'16,"0"0"6"-16,0 0-55 0,0 0-3 16,0 0-4-16,0 0 7 0,0 0 23 15,0 0-6-15,0 0 9 0,0 0-23 16,0 0 39-16,0 0-29 0,6-6-9 16,-6 6 9-16,0 0-10 0,0 0 13 0,0 0-13 15,5-1 343-15,-5 1-85 0,0 0-173 16,0-1-75-16,0 1 10 0,0 0 29 15,0 0 0-15,0-1-6 0,0-1-1 16,0 1 14-16,0 1-7 0,0-2-3 16,0 2 3-16,0-1 6 0,0 1 1 15,0 0 3-15,0 0-4 0,0-2-3 0,0 2 1 16,0 0-8-16,0 0-2 16,0 0-1-16,0 0 1 0,0 0 9 0,0 0-3 15,0 0-3-15,0 0-1 0,0-1 4 16,0 1-7-16,0 0 1 0,0 0 2 15,0 0-6-15,0 0 0 0,0 0-3 0,0 0 0 16,0 0 3-16,0 0-4 0,0 0 1 16,0 0 0-16,0 0-4 0,0 0 1 15,0 0-4-15,0 0-3 0,0 0-3 16,0 0-7-16,0 0 0 0,0 0-3 16,0 1 4-16,0 1 15 0,2 1 3 15,2-2 4-15,2 3-7 0,-4-2-9 16,2 2-4-16,-2-1 1 0,4 1-11 15,-4-1 11-15,5 0-4 0,-7 0-3 16,6 1-13-16,0 0 16 0,0-2-3 16,-2 2-3-16,1 0-10 0,1 0 0 15,4 0 10-15,-4 1-13 0,3-1 2 0,-3 1-1 16,6 0 22-16,-4 1-23 0,-1-1-2 16,3 0 1-16,-2-1-2 0,0 1 2 15,-1 0 0-15,-1 0 0 0,0-1-1 16,0 0 0-16,-4 0-1 0,5 0 1 15,-1 0 2-15,-2 0-1 0,-2-2-3 0,4 3-21 16,-2-3-4-16,-4 0-12 0,2 0-11 16,-2-1-8-16,4-1-4 0,-4 0-10 15,0 0-13-15,0 0-22 0,0 0-30 16,0 0-13-16,0 0-16 0,0 0-20 16,0 0-42-16,-4 0-112 0,-2-3-234 15,0-1-37-15,0-2 473 0,0 0 65 16,34 25-48-16</inkml:trace>
  <inkml:trace contextRef="#ctx0" brushRef="#br0" timeOffset="112456.02">24582 9631 21 0,'0'0'88'0,"0"0"-20"0,0 0-38 0,0 0-1 16,0 0 0-16,0 0-3 0,0 0 551 15,0 0-251-15,0 0-189 0,0 0-59 16,0 0 20-16,0 0 25 0,0 0 17 15,0 0 3-15,-4 0-29 0,4 0-33 16,-2 0-26-16,2 0-10 0,-4 0 7 16,4 2 10-16,0-2-7 0,-2 1-13 15,-2 0-4-15,-2 2 4 0,6-1 10 16,-9 1-4-16,9 1-12 0,-6-1 3 16,4 0-4-16,-2 1-12 0,2-1 6 0,-2 2-10 15,2-1 3-15,-2 3 1 0,1-2 0 16,-1 1-4-16,-2 2-17 0,4 0 17 15,-4 1 6-15,4-1-24 0,-4 1 0 16,1-1 0-16,-1 0 0 0,0 2-1 16,-2-1 0-16,2 1 22 0,-1-1-22 0,-1 0 0 15,4 2 1-15,-2-2 0 0,0 1-1 16,-3-2-1-16,3 2 0 0,4-2-1 16,-4 1 2-16,2-1-1 0,-3 0-1 15,1 1 1-15,-2-1 1 0,2-2 2 16,0 3-2-16,4 0 0 0,-3-4-1 15,-1 1-15-15,6-1-6 0,-2-2-1 16,2 1 4-16,0-2-20 0,0 1-2 16,0-2-1-16,0 0-7 0,0-1-9 15,0 1-9-15,0 2 8 0,2-3-15 0,-2 0-26 16,4 0-14-16,-2 0-22 0,-2 0-13 16,5 0-10-16,-5 0 6 0,2 0-10 15,2 0-42-15,-2-3-49 0,2 2-55 16,-2-2 18-16,-2-1 102 0,2 0 145 15,2 0 43-15,-2 0-96 0,-2 0 36 16</inkml:trace>
  <inkml:trace contextRef="#ctx0" brushRef="#br0" timeOffset="114135.24">24818 9662 80 0,'0'0'40'0,"0"0"-1"0,0 0-16 0,0 0-1 15,0 0 4-15,0 0-6 0,0 0 52 16,0 0 316-16,0 0-277 0,0 0-89 15,-31-3 27-15,29 1 52 0,-2 2 7 16,2 0-4-16,-2-1 0 0,4 1-29 16,-7 0-23-16,7-2-13 0,-2 2-9 0,-2-1 9 15,2 1 0-15,-4 0-7 0,6 0-6 16,-2-1 7-16,2 1-1 0,0 0-12 16,0 0-7-16,0 0-10 0,0 0 13 15,0 0 0-15,0 0 1 0,0 0 5 16,0 0 4-16,0 0 13 0,0 0 4 15,0 0 9-15,0 0-1 0,0 0 1 16,0 0 0-16,0 0 0 0,0 0 10 16,0 0-1-16,0 0 7 0,0-2 0 15,0 2-3-15,0 0-4 0,0 0-9 16,0 0-1-16,0 0-6 0,0 0 0 0,0 0-6 16,0 0-3-16,0 0-4 0,0 0-3 15,2 0-7-15,-2 0 1 0,0 0-11 16,2 0 1-16,4 0 0 0,-6 2 3 15,6 2 13-15,-1-1 9 0,-3 2-2 16,4 0-33-16,-2 2 10 0,2-2-10 0,-4 2 13 16,4 0-14-16,1 1-2 0,-5 2-11 15,4-2 11-15,0 2 14 0,-2 1-13 16,2-1-2-16,-4-1 2 0,-2 2-1 16,5-2 0-16,-3 0-1 0,-2 0-2 15,0-2 3-15,0 3 17 0,0-3-17 16,0 3-16-16,0-3 3 0,0 0 1 15,0-1-1-15,0 1-26 0,0-2 26 16,0 0-12-16,0-1-4 0,0 0 10 16,0 0 6-16,0-2 0 0,0 1-13 0,0-2-6 15,0 1 0-15,0-2 10 0,0 0-1 16,0 0 7-16,0 0 14 0,0 0-1 16,0 0-10-16,0 0 13 0,0 0 1 15,0 0 1-15,0-3-2 0,0-1-47 16,0 1 32-16,0-3 14 0,0 1-14 15,0-1-2-15,0-1-28 0,0-1 42 0,0 0-14 16,0 2 15-16,0-3-19 0,0 0 8 16,0-2 12-16,-2 4 0 0,2-5-18 15,-5 4-13-15,3-3 30 0,2 3-40 16,0-2 31-16,0 2 11 0,0-2 22 16,0 4-7-16,0-2-14 0,0-1 14 15,0 2-11-15,2 1 25 0,3-2 0 16,-3 1-13-16,6-2 0 0,-2 3-15 15,-2 0 27-15,2-1-27 0,1 2-1 16,-1-2 20-16,-4 2-20 0,6 0-17 0,3 2 17 16,-3-2-12-16,2-1 8 15,0 3 2-15,3-1 0 0,-3 0 1 0,1 2 0 16,1-1 1-16,0 0-3 0,1 2 0 16,1 0 2-16,-1-1 1 0,-1 2-1 0,2-2 1 15,3 1 4-15,-2 1-4 0,-1 0 0 16,-2 0-4-16,1 0-22 0,-1 0 24 15,-4 0-1-15,3 0-19 0,-5 3-1 16,-4 0-3-16,2 1 23 0,-4 1 3 16,0 1 26-16,0-1-23 0,0 2 29 15,-4 1-12-15,-4 0 12 0,-3 0 10 16,-1-2-29-16,-2 3-13 0,-5-3 0 16,2 2 0-16,-1-2 1 0,-3 0-1 15,-2 0-2-15,1 0-34 0,-1-1 1 16,-4 1 32-16,0-3-9 0,2 1 8 15,3-1 3-15,3 1-1 0,0-3 1 0,1 2 1 16,5-2 0-16,-1 0-2 0,6-1 1 16,-3 1 1-16,5-1 1 0,-2 0 1 15,6 0 11-15,-2 0 0 0,4 0 0 16,0 0-11-16,0 0 11 0,0 0-12 0,0 0-1 16,0 2-2-16,0-2 0 0,0 0-2 15,0 0 1-15,0 0 0 0,0 0 0 16,0 0 1-16,0 1 0 0,4 1 2 15,-2-1 21-15,6 0 18 0,-2 4-10 16,1-1 3-16,3 3 0 0,-2-1-16 16,0 0 7-16,5 1-7 0,-1 1 6 15,1 0-21-15,1 0 0 0,3-1-1 16,-3 1 10-16,1 1-10 0,1-2-29 0,1 0 29 16,-1 1 0-16,1 0 0 0,-1-1 14 15,3-1-14-15,-3 2-16 0,-3-1-3 16,-1-3 2-16,3 3 1 0,-3-3 0 15,1 2-19-15,-1-2-10 0,-4 0 3 16,3 1-32-16,-3-4-7 0,0 2-26 16,2-2-3-16,-3 1-49 0,-1 1-81 15,-4-3-65-15,-2 1-161 0,0-1-107 0,0 0 276 16,0 0 183-16,-2 0 49 0</inkml:trace>
  <inkml:trace contextRef="#ctx0" brushRef="#br0" timeOffset="118513.2">24336 11187 118 0,'0'0'49'0,"0"0"-46"0,0 0 10 0,0 0 6 16,0 0 1-16,0 0-4 0,0 0 10 15,0 0 242-15,0 0 35 0,0 0-199 16,13 0-52-16,-13 0 33 0,0 0 16 0,2 0 6 16,2 0-6-16,-2 0-13 15,-2 0-16-15,4 0-30 0,-2 0 0 0,-2 2 1 16,4-2 12-16,-2 0 7 0,-2 0-4 15,5 1-3-15,-3-1-3 0,2 0-3 16,-2 2-7-16,-2-2-6 0,4 0-1 16,-2 1-5-16,0-1 9 0,4 1-4 15,-6-1-3-15,4 1 7 0,-2 1-3 16,-2-1 6-16,7 0-6 0,-7 1-10 16,4-1 3-16,-2 1-7 0,4-1 4 0,-2 3 3 15,-2-2-6-15,4-1 2 0,1 3-5 16,-1-1 2-16,0 1 1 0,0-3 3 15,0 5-10-15,1-1-14 0,-3-1 14 16,2 0 4-16,0 1-1 0,0 0-18 16,1 0 0-16,-1-2-1 0,0 3 19 15,2-2-19-15,-1 1-2 0,-3-2 2 16,-2 2 1-16,2-1-1 0,-2-1-1 0,2 1-10 16,-2-1 11-16,2 1 0 0,-2-2 0 15,-2 1 0-15,0-1-12 0,2 2 8 16,3-3-25-16,-5 0-19 0,0-1-20 15,0 0-19-15,0 1-13 0,0-1-4 16,0 0-15-16,0 0-31 0,0 0-51 16,0 0-49-16,0 0-56 0,0 0-49 0,-5-2-79 15,3-3 121-15,0 3 268 0,-2-3 12 16</inkml:trace>
  <inkml:trace contextRef="#ctx0" brushRef="#br0" timeOffset="119182.78">24630 11182 37 0,'0'0'98'0,"0"0"-49"0,0 0-30 15,0 0 7-15,0 0 4 0,0 0-1 16,0 0 535-16,0 0-206 0,0 0-214 15,0 0-69-15,0 0 22 0,4-2 33 0,-4 2 7 16,0 0-4-16,0 0-23 0,0 0-29 16,0 0-22-16,0 0-7 0,0 0 6 15,0 2 7-15,0 1 19 0,0-1 0 16,-4 0-26-16,2 2-6 0,2 0-17 16,-4 0-9-16,4 0-7 0,-2 3 10 15,-3-2-13-15,3 1-13 0,-2 0 14 0,2 1-1 16,-2-1-16-16,-2 3 3 0,4-2 16 15,-4 2-4-15,4-1-14 0,-5-1 1 16,1 2 10-16,0 1-11 0,0-3 0 16,0 3 1-16,-1-2 9 0,1 0-10 15,0 1-2-15,0 0-13 0,0-1 14 16,-1 1 16-16,-1 2-16 0,0-4-1 16,-3 4 1-16,3-2-1 0,-4 0 0 15,3 0 1-15,3-1-1 0,-4 0-1 16,4-2-1-16,0-1-13 0,-1 1 13 0,5-2-9 15,-4 1-1-15,4 0-10 16,2-1 1-16,-4-1 2 0,2 1-15 0,-2-2 0 16,4 2 2-16,0-3-6 0,-2 1-6 15,-3 1-13-15,5-2-19 0,0 1 2 0,0-2-2 16,0 0-24-16,0 0-42 0,0 0-35 16,0 0-27-16,0 0-36 0,0 0-88 15,0-2-98-15,0-3-19 0,0 2 423 16,0-1-16-16</inkml:trace>
  <inkml:trace contextRef="#ctx0" brushRef="#br0" timeOffset="123551.67">24746 11054 46 0,'0'0'84'16,"0"0"-71"-16,0 0-10 0,0 0 10 15,0 0 0-15,0 0 0 0,0 0 3 16,0 0-3-16,0 0 3 0,0 0 1 16,0 0-4-16,0 0-10 0,2 0 144 15,-2-1 78-15,0-1-105 0,0 1-25 16,0 0-1-16,0-1 7 0,0 1-9 16,4 1 9-16,-4-3 0 0,0 2-4 0,2 0-35 15,-2 1-7-15,0-1 14 0,2 0 5 16,2-1-9-16,-2 0 4 0,-2 2-4 15,0-2-20-15,4 1 7 0,-2 0 16 16,-2-1-9-16,0 1-4 0,5 1-10 0,-5 0 0 16,0-1-3-16,2 1 4 0,-2 0-1 15,0 0-3-15,0 0-3 0,0 0 0 16,0 0-7-16,0 0-3 0,0 0-10 16,0 0-3-16,0 0-12 0,0 0 9 15,0 0-11-15,0 0 1 0,0 0 0 16,0 0 13-16,0 2-3 0,0 0 10 15,0 1 6-15,0 2 6 0,0-2-12 16,0 2 9-16,0 1-6 0,0 0-4 16,0 1-6-16,4-2 7 0,-4 1-21 15,2 2-2-15,-2-3-1 0,4 3-1 0,-2 0 0 16,2-2-2-16,-4 1-15 0,2 1 16 16,2-2 3-16,-4 0 13 0,0 1-13 15,0-1 1-15,2 3-1 0,-2-2 0 16,0 0-17-16,0 0 17 0,0-2 0 0,0 2-13 15,0 0 10-15,-2-3 3 0,-2 3-4 16,2-2-14-16,2 2 18 0,0-2 1 16,-4 1-1-16,4-2-16 0,-2 0 4 15,2 1 11-15,-4 1-11 0,4-2 11 16,0-1-2-16,0 1-16 0,0-1-1 16,0 0 1-16,0-1 6 0,0 0-12 15,0-1 5-15,0 0 1 0,0 1-4 16,0-2 10-16,0 0-3 0,0 1 0 0,0-1 3 15,0 1-6-15,0-1-1 0,0 1 4 16,0-1 0-16,0 2 14 0,0-2-14 16,0 1 14-16,0-1-2 0,0 0-8 15,0 1 9-15,0 1 2 0,0-2-1 16,0 0-1-16,0 0-13 0,0 0 0 16,0 0-1-16,0 0 4 0,0 0 11 15,0 0 0-15,0 0-17 0,0 0 15 0,0 0 1 16,0 0-10-16,0 0 11 0,0 0-1 15,0 0-10-15,0 0 12 0,0 0-1 16,0 0 0-16,0-3-2 0,0 2-15 16,0-2 17-16,0 1 1 0,0-4-3 15,0 3 4-15,0-3-13 0,0 0 13 16,0 2 2-16,0-3 0 0,0 1-2 0,0-2 1 16,0-1 12-16,0 2-10 0,0 0 13 15,0-2-16-15,0 0 29 0,0-1-29 16,0 0-19-16,0 1 19 0,0-3 2 15,0 2-2-15,4 0-1 0,-4-1 1 16,2 1 10-16,2 2 3 0,-2-3-26 16,2 4 22-16,-2-2-9 0,0 1 0 15,-2 0 0-15,5 2 0 0,-3-1 17 16,-2 2-1-16,4-1 26 0,-2 3-17 0,-2-1-24 16,4 0-1-16,-2 2 29 0,4-3-11 15,-2 1-18-15,3 3 0 0,-5-1 12 16,6-2-10-16,-2 3-2 0,-2-1-19 15,-2-1 15-15,5 2-9 0,3 0 1 16,-2-2 8-16,0 2 2 0,3 0-9 0,1 0 11 16,-8-1 17-16,9 2-16 15,-7 0 2-15,0 0-1 0,4 0-1 0,1 0 18 16,-5 0-19-16,4 0 0 0,-1 0-1 16,1 0-12-16,-2 0 10 0,0 0 3 15,-1 2 1-15,-1 0 1 0,0 1 11 16,0-1-10-16,2 2-3 0,-8-1-12 15,7 3 12-15,-3-2 2 0,-4 2 30 16,0 0-30-16,0 0 24 0,0 1-25 16,0-1 0-16,0 1 12 0,-4-1 10 0,-3 1-22 15,-1-1 21-15,2 2-20 0,-6-3 1 16,-1 0-1-16,-1 1 24 0,-1-1-23 16,-1 0-3-16,-5-1-1 0,7 0-1 15,-5 0-11-15,0-2-7 0,5 2-5 16,-1-1 5-16,-1 1 20 0,1-3 1 0,-3 3 2 15,5-2 13-15,-1 0-16 16,2-1-13-16,5 1-7 0,-1-2 20 0,2 0 3 16,0 0-3-16,-1 1-4 0,1-1-12 15,4 0 14-15,-2 0-1 0,-2 0 3 16,6 0 3-16,-2 0 10 0,-2 0-12 16,4 0-1-16,0 0-1 0,0 0-12 15,0 0 11-15,0 0-1 0,0 0-14 16,0 0 1-16,0 0 14 0,0 0 0 15,0 0-11-15,4 0 10 0,-2 1 3 16,4 2 34-16,0-1 12 0,0 2-17 16,1 0 3-16,1 0-10 0,4 1-19 0,-1 0 13 15,1 1-13-15,-2 0 23 0,7 2 3 0,-3-2-27 16,1 2 1-16,4 1-3 16,-5-2 0-16,5 0 0 0,-3 2 13 0,1-1-12 15,1-1 22-15,-3-1-20 0,3 2-3 16,-1-1-12-16,-1-1 11 0,-3 1-27 15,-1-3 2-15,3 2-3 0,-5 0 7 16,-2-1-20-16,-1 1-10 0,5 0-3 16,-4-2 4-16,-2 0-21 0,1 0-9 15,-1-3 4-15,-4 3-14 0,4-3-26 16,-6 3-29-16,4-2-36 0,-4-1-52 16,2 0-53-16,-2 1-9 0,0-2-37 15,0 0 17-15,0 0 277 0,-2 0 16 16,-2 0-23-16</inkml:trace>
  <inkml:trace contextRef="#ctx0" brushRef="#br0" timeOffset="128323.52">24376 12853 39 0,'0'0'82'0,"0"0"-63"0,0 0 4 0,0 0-3 15,0 0-1-15,0 0 7 0,0 0 0 16,0 0 415-16,0 0-187 0,0 0-134 15,0 0-48-15,0 0 13 0,0 0 32 16,0 0 7-16,0 0-7 0,0 0 3 16,6-3-19-16,-6 3-33 0,4 0-13 15,-4 0-3-15,0 0 7 0,0 0-4 16,0 0 0-16,0 0-10 0,0 0 1 16,0 0 5-16,0 0-5 0,2 0-4 15,-2 0 0-15,0 0-3 0,0 0-4 16,0 0 4-16,0 0 0 0,2 0-4 0,4 0-3 15,-2 0 7-15,3 0 13 0,-1 0-7 16,0 3-7-16,2-1-9 0,1-1 0 16,1 2-13-16,-2 1 4 0,2-1 8 15,1 0 1-15,1 1-9 0,1 2-17 16,-1-2-1-16,3 0 11 0,-5 2 0 0,2-1-11 16,-1 0 0-16,-5 1-2 0,6 0 3 15,-1 0 13-15,-1-1-14 0,-4 1-1 16,4-1 19-16,-8 2-4 0,5-1-16 15,-3 1-20-15,-2-1 17 0,2 2-16 16,-2-2 6-16,-2 0 0 0,2 0-9 16,2 0-23-16,-2 1-3 0,-2-2-1 15,0 0 11-15,0 0-10 0,4 1-23 16,-4-3 6-16,3 2-22 0,-3-4-10 16,4 2-29-16,-4 0-23 0,2-3-46 0,-2 0-55 15,0 0-59-15,4 0-59 0,-4 0-10 16,2 0-62-16,-2-6 394 0,0 0-6 15,0 4-36-15</inkml:trace>
  <inkml:trace contextRef="#ctx0" brushRef="#br0" timeOffset="129093.98">24808 12844 125 0,'0'0'59'0,"0"0"-59"0,0 0 16 16,0 0 0-16,0 0 14 0,0 0 566 15,0 0-224-15,0 0-213 0,0 0-107 16,0 0 7-16,0 0 55 0,0 0 29 16,0 0-16-16,0 0 15 0,0 0-25 15,0 0-36-15,0 0-16 0,0 1 0 16,-2 0 9-16,-3 0 4 0,3 1-14 16,-4-1 7-16,4 2-16 0,-4-1-7 15,0-1-2-15,0 4-5 0,-5-1-5 16,5-1-7-16,2 2 0 0,-2 1-4 0,-1 0-2 15,-3 1-20-15,4-1 19 0,-2 2-18 16,1 0 18-16,1 0 4 0,-2-1-23 16,-2 3-3-16,1-2-1 0,3 2 1 15,-2-2 13-15,-2 2-13 0,1 0-1 16,-3 0 0-16,4 1-11 0,-5-1 11 0,-3 2 0 16,5-2 0-16,1 2 1 0,-4 0-1 15,1-1-21-15,1 1 22 0,-1 0 1 16,3-2 0-16,-2 2-1 0,1-1-1 15,3 0-21-15,0-2 9 0,1 1-3 16,3-1-7-16,-2 0 4 0,4-1-13 16,-2 0 13-16,2 0 6 0,-2-2-32 15,4-1 6-15,-2 1 17 0,-2-2-23 16,4 0 6-16,0-2-6 0,0-1-10 16,-3 2 3-16,3-3-28 0,0 2-8 15,0-1 1-15,0-1-14 0,0 0-25 0,0 1-30 16,0-1-32-16,0 0-47 0,0 0-45 15,0 0-13-15,0 0-46 0,0-1 10 16,0-3 293-16,-4 1-3 0,4-2-10 16</inkml:trace>
  <inkml:trace contextRef="#ctx0" brushRef="#br0" timeOffset="131874.78">24752 13096 113 0,'0'0'20'0,"0"0"12"0,0 0 1 0,0 0-1 15,0 0 1-15,0 0 492 0,0 0-101 16,0 0-242-16,0 0-101 0,0 0-6 16,0 0 39-16,16-10 26 0,-16 10 3 15,5 0-17-15,-3 0-22 0,-2-1-23 0,0 1-10 16,4 0 0-16,-4 0 10 0,2-1-7 15,-2 1-12-15,4 0-17 0,-4 0-3 16,0 0-7-16,0 0-6 0,2 0-6 16,-2 0-1-16,0 0-2 0,4 0-4 15,2 0 3-15,-2 0 10 0,3 1-13 16,-1 0-3-16,0 0-12 0,0 3 1 16,0-2 1-16,1 1-1 0,1 0 0 15,-2 1 2-15,0 2 8 0,1-1-12 16,-1-2 4-16,-2 6 15 0,-2-4-17 0,4-1 11 15,-4 3-10-15,-2-1 10 16,6-1-10-16,-6 4 13 0,0-4-3 0,0 0 5 16,5 1-18-16,-5 0 0 0,0-1-22 15,0 0 2-15,0 0 20 0,0 1 3 0,0-1-3 16,0 0-4-16,0-1-15 16,-5 0-10-16,5 0 16 0,0-1 1 0,-6 0-8 15,6 0-5-15,0-1 5 0,-2-2 1 16,-2 4 3-16,4-4 3 0,0 0 0 15,-2 0 11-15,2 0 0 0,0 0 2 16,0 0 12-16,0 0 1 0,0 0-11 16,0 0-1-16,0 0 1 0,0 0-2 15,0-3 0-15,0 2-26 0,0-2 4 16,0-2 20-16,0 2-18 0,0-1 19 16,2-1 1-16,4-1 1 0,-6 2 3 15,6-1-2-15,-6 1-2 0,7-1-4 16,-3 1 4-16,2-1 4 0,0 1-4 0,-4-1-29 15,0 0 10-15,4-1 18 0,1 3-10 16,-1-1-9-16,4-2 19 0,-2 1 0 16,1 2 0-16,3 0 1 0,-2-3 0 15,3 5-12-15,-3-1-4 0,1 0 3 0,1-1 13 16,-4 0 0-16,0 2 3 0,3-1-3 16,-3 2 0-16,2-1-2 0,-1 1 1 15,-3-1-1-15,-4-1-1 0,4 2-20 16,-6 0 7-16,4 0-10 0,-4 0-9 15,0 0-10-15,0 0-46 0,0 0-16 16,0 0-3-16,0 0-39 0,0 3-68 16,0-2-70-16,0 1-64 0,-4-1-66 15,-2 1-7-15,0-2 284 0,-2 0 68 16,-1 0 3-16</inkml:trace>
  <inkml:trace contextRef="#ctx0" brushRef="#br0" timeOffset="135912.37">24351 14269 47 0,'0'0'91'0,"0"0"-75"0,0 0-15 16,0 0 1-16,0 0 11 0,0 0-10 15,0 0 20-15,0 0-20 0,0 0 16 16,0 0-5-16,0 0-1 0,0 0-10 15,0 0 13-15,0 0 115 0,0 0 97 0,0 0-91 16,0 0-56-16,0 0-9 0,0 0 22 16,0 0 1-16,0 0-7 0,0 0-3 15,0 0-11-15,0 0-25 0,0 0-19 16,0 0-8-16,4 0 8 0,-4 0-1 16,0 0 3-16,2 0-9 0,-2 0 6 15,0 0 4-15,0 0 3 0,0 0-4 16,0 0 4-16,0 0 0 0,0 0-4 15,0 0 7-15,0 0 7 0,0 0-7 0,4 0 3 16,-4 0 3-16,0 0-12 0,0 0 2 16,2 0-2-16,-2 0 3 0,0 0-1 15,0 0-6-15,0 0 4 0,0 0-7 16,0 0 0-16,0 0 3 0,0 0-3 16,0 0 3-16,4 0 3 0,-2 0-6 15,-2 0 0-15,5 0 6 0,-3 1-13 16,2-1 1-16,-2 3 2 0,2-2-9 15,-2 1 7-15,6 0 6 0,-2 0-7 0,1 1 7 16,-3 1 0-16,2 0-23 0,0 1 10 16,-2-1 6-16,3 2-16 0,-1-1-1 15,4 1 11-15,-4 0 3 0,3 1-16 16,-3-1 2-16,2 1 11 0,-2 1-12 16,5-2 12-16,-5 2-12 0,0-2-1 0,-4 2 0 15,6 0-13-15,-4 0 10 0,-1-1-19 16,3 1 2-16,-2 0-31 0,-2 0-4 15,4-2 0-15,0 1 3 0,-4-2 14 16,5-1-11-16,-3-2-15 0,-2 0-27 16,-2 0-26-16,0-2-6 0,0 0-7 15,0 0-3-15,0 0-20 0,0 0-35 16,0 0-53-16,0-2-82 0,0-1-62 16,0-1 98-16,-6 1 225 0,4-4 43 15,-5 2-27-15</inkml:trace>
  <inkml:trace contextRef="#ctx0" brushRef="#br0" timeOffset="136579.41">24651 14309 128 0,'0'0'49'0,"0"0"-36"0,0 0 10 16,0 0 3-16,0 0 23 0,0 0 597 15,0 0-337-15,0 0-172 0,0 0-66 16,0 0 30-16,0 0 49 0,0-8 3 16,0 8-11-16,0 0-35 0,0 0-32 0,0 0-20 15,0 0-3-15,0 0 6 0,0 0 17 16,0 0-1-16,0 0-9 0,0 0-14 16,0 0-9-16,-3 0-13 0,-1 0-6 15,4 0-22-15,0 2 0 0,0-1 2 16,0-1 10-16,0 4 9 0,-2-1 27 15,-4 3-7-15,4-1-13 0,-4 1-4 16,2 2-9-16,-3 1-15 0,1 0 22 16,0 2 9-16,0-1-19 0,-2 2-12 0,-1 0-1 15,-1 1 15-15,4 0-14 16,-2 1 1-16,-1-1 1 0,-1 1-3 0,2-1 0 16,-3 1-3-16,3-1 1 0,-4 2 2 15,3-1 19-15,-1-1-19 0,0 0-3 16,-3-2-16-16,3 1 19 0,2-1 0 15,-5-3-16-15,7 3 0 0,-2-3-10 0,-3 1 7 16,5-3-20-16,-2 1-12 0,6-1 12 16,-4 0 0-16,2-3-6 0,2 1-6 15,-3 0-27-15,5-2-15 0,0 0-11 16,0 0 4-16,0-1 3 0,-2-1-23 16,2 1-36-16,-4-1-20 0,4 0-12 15,0 0-27-15,0 0-55 0,-2 0-50 16,-2 0-9-16,4 0 130 0,0-2 150 15,0-3 30-15,0 2-7 0</inkml:trace>
  <inkml:trace contextRef="#ctx0" brushRef="#br0" timeOffset="138365.79">24746 14316 125 0,'0'0'33'0,"0"0"-17"0,0 0 7 16,0 0-7-16,0 0 7 0,0 0 6 15,0 0 539-15,0 0-344 0,0 0-119 16,0 0-14-16,-5-6 55 0,3 6 27 15,2-1-11-15,0 0 1 0,0-1-43 16,0 2-23-16,0-2-16 0,0 2-6 16,0 0 2-16,0 0 8 0,0 0-11 15,0 0-13-15,0 0 1 0,0 0 2 16,0-1-6-16,0 1-3 0,0 0-7 16,0 0-3-16,0 0-3 0,0 0-1 0,0 0-5 15,0 0-4-15,0 0-3 0,2 0-4 16,-2 0-6-16,0 0-3 0,5 0-12 15,-5 0 8-15,2 0-11 0,2 0-1 16,-4 0-3-16,2 0-13 0,-2 0-3 16,0 0-3-16,0 0 2 0,2 0 20 15,-2 1 0-15,4 4 0 0,-2-1 3 0,-2 1 0 16,4 0-1-16,-2 2-2 0,-2-1-13 16,7 1 13-16,-7 1 10 0,4 0-9 15,-4-2-1-15,0 0-26 0,2 2 1 16,-2-2 8-16,0 3-2 0,0-3 18 15,0 0-1-15,0 1-17 0,0-1 3 16,0 1 0-16,0-1-4 0,0-2 8 16,0 0-1-16,0-1-10 0,0-2 10 15,0 0-3-15,0 0-13 0,0 1 7 16,0-2-1-16,0 0 10 0,0 0 10 0,0 0-10 16,0 0 12-16,0 0 1 0,0 0 1 15,0 0 3-15,0-2 6 0,0 0-10 16,0-2-35-16,0 0 23 0,0 0 11 15,0-1 0-15,0-1-1 0,0 0 1 16,0 3 1-16,0-3-1 0,0 1 1 0,0 0 10 16,4 0-10-16,-2-1-3 15,2 2 1-15,-2 0 2 0,2-1 16 0,0 0-13 16,3 2 13-16,-3-1-16 0,-2-2 1 16,4 0 22-16,4 2-10 0,-3 0 3 15,1-1-13-15,0 0 16 0,2 0 14 16,-1 1-20-16,-3 0-12 0,6 0 1 15,-3 1-1-15,-3-1-1 0,4 2 0 16,0-1 16-16,-3 2-5 0,3-2-11 16,-4 2-4-16,0-2-15 0,3 2 6 15,-3 0 10-15,0 0 0 0,0-1-10 16,-4 2 0-16,2 0-6 0,3 0-4 0,-7 0-6 16,2 0 0-16,2 0 0 0,-2 0 0 15,-2 0-22-15,0 0-4 0,2 0-16 16,-2 0-23-16,0 0-22 0,0 2-21 0,0-1-18 15,0 0-27-15,0 1 0 0,-2 0-43 16,-4-1-143-16,0-1-101 0,-3 2 104 16,-1-2 303-16,2 0 13 0</inkml:trace>
  <inkml:trace contextRef="#ctx0" brushRef="#br0" timeOffset="145458.81">23780 8728 85 0,'0'0'13'0,"0"0"3"15,0 0-3-15,0 0 0 0,0 0 0 16,0 0 4-16,0 0-15 0,0 0 350 15,0 0-85-15,-41 0-117 0,41 0-42 16,0 0 9-16,-4 0-6 0,4 0-10 0,-2 0-7 16,2 0-6-16,0 0-17 0,0 0-19 15,0 0-6-15,0 0-1 0,0 0 14 16,0 0 12-16,0 0-6 0,0-1-3 16,0-1-4-16,0 2-6 0,0 0-6 15,0 0-7-15,0 0-7 0,0-1 3 16,0 1-9-16,0 0 7 0,0 0 6 15,-6 0-14-15,1-2-21 0,-1 2 15 16,0 0-6-16,-6 0-12 0,3 0-1 16,1-2 2-16,-2 2 21 0,1 0-22 15,-3 0-1-15,0 0 0 0,-3 0 0 16,1 0 13-16,-3 0 4 0,1 0-17 0,-1 2-2 16,3 0-11-16,-1 1-3 0,-1 1 0 15,3-1 15-15,3 0 0 0,-3 3 1 16,3-3-1-16,-2 3-1 0,8-3 0 0,-3 3 1 15,1-1-12-15,2 0-3 0,2-1 16 16,-2 1 3-16,4 0 14 0,0 0-16 16,0 0-1-16,0-2 0 0,0 2 0 15,0 1 1-15,0-1-1 0,6 0 1 16,-2-1 0-16,2 1-1 0,3-1-33 16,-1 0 8-16,4-1 22 0,1 3-19 15,-1-1-7-15,3-2-4 0,-3 2 4 16,2 0 6-16,3-1-6 0,-5 1 3 15,-3-1 7-15,3 1-4 0,-4 1-35 16,3-4 32-16,-3 3 23 0,0-1-13 0,-2 0-1 16,1 0-18-16,-1 1-17 0,-6-2-4 15,4 2 34-15,-4-1 12 0,0 1 10 16,0-2 0-16,0 2 2 0,-6-3-1 16,-5 2 22-16,5 1-21 0,-4-2 18 15,-7 1-20-15,5-3 0 0,-5 3 16 0,1-1-16 16,-5 0 29-16,3-2-14 15,-1 0-14-15,2 0 18 0,-5 0-3 0,5 0-3 16,-1 1-12-16,-1-2 0 0,0 0 15 16,3 0-14-16,-1 0-2 0,-3 0 3 15,5 0-1-15,-1 1 11 0,1-1-13 16,3 0-1-16,-1 0-32 0,5 0-22 0,0 0-7 16,2 0 7-16,-5 0-39 0,5 0-26 15,0-3-10-15,4 1-49 0,0 1-56 16,2-1-42-16,-4-1-42 0,4 0-27 15,0-2 313-15,0 0-22 0,0 1-6 16</inkml:trace>
  <inkml:trace contextRef="#ctx0" brushRef="#br0" timeOffset="146539.62">23834 8935 24 0,'0'0'81'0,"0"0"-48"15,0 0-7-15,0 0 0 0,0 0-13 16,0 0 10-16,0 0 502 0,0 0-219 16,0 0-172-16,0 0-40 0,-17 0 17 15,17 0 6-15,-4 0 0 0,4 0-6 16,-2 0-33-16,2 0-33 0,-4 0-22 15,4 0-3-15,-2 0 15 0,-2 0-2 16,4 0-17-16,0 0-13 0,-6 0 0 0,6 0 0 16,-6 0-1-16,-1 0 20 0,3 1-18 15,-2-1 9-15,0 4 16 0,0-2-19 16,1-1-10-16,3 3-4 0,-2-2 4 16,4-1 3-16,0 2-3 0,0-1-4 15,0-1 4-15,0 2 2 0,0-2 11 0,0 1-13 16,0-2-3-16,4 1-20 0,3 1 12 15,-5-2 11-15,4 1 2 0,0 0 1 16,0-1 23-16,0 0-23 0,1 0-3 16,1 0-29-16,-2 0 3 0,4 0-6 15,1 0 12-15,-5-1-12 0,6 0-4 16,-1-2 16-16,-1 0 20 0,3-1 10 16,-3 2-10-16,-2-2 20 0,-2 2-7 15,1-3-10-15,-5 4 23 0,4-4-23 16,-6 4 23-16,0-2-10 0,0 0-15 0,0-1 12 15,0 2-13-15,0-2 1 16,-6 3 15-16,-1-3-16 0,3 3 32 0,-2-1-6 16,0 1 13-16,0-2 16 0,2 3-16 15,-3 0-16-15,-1-1-7 0,2 1-16 16,-2 0-16-16,-3 0 12 0,3 0 4 0,-4 0 0 16,3 0 4-16,-3 0 28 0,2 0-13 15,-5 2 7-15,3 3-10 0,3-3-12 16,-3 2 9-16,4 0 0 0,-5-2-2 15,3 4-11-15,2-1 0 0,-1-1-16 16,3 3 16-16,0-2 0 0,0-1 0 16,2 5 2-16,2-5 2 0,-2 3 14 15,4-2-17-15,0 3-1 0,0-3 0 16,0 0-2-16,0 0-18 0,4 2 17 16,2-2 0-16,2 0-23 0,2 2-13 15,-1-3-9-15,3-1 9 0,-4 3 36 16,9-1-33-16,-7-1-16 0,3-2 36 0,3 0-30 15,-5 1-5-15,5-2-8 0,-1-1-6 16,5 0 20-16,-3 0 19 0,-1 0-29 16,-3 0-10-16,3 0 6 0,-5 0-6 0,1-1-46 15,-2-1-45-15,-3 1 29 0,-3-1 0 16,2 0-16-16,-2 1-66 0,-4-2-39 16,0 0-19-16,0 1 176 0,0-1 48 15,-4-1-6-15</inkml:trace>
  <inkml:trace contextRef="#ctx0" brushRef="#br0" timeOffset="147430.31">24140 8929 1 0,'0'0'108'0,"0"0"-50"0,0 0-28 15,0 0-1-15,0 0 7 0,0 0 567 16,0 0-205-16,0 0-236 0,0 0-61 16,0 0 33-16,0 0 18 0,0-1-18 15,0 1-37-15,0 0-26 0,0 0-22 16,0 0-17-16,-2 0-3 0,2 0 14 16,-4 0 8-16,4 0-5 0,-2 0-33 15,2 0-13-15,-4 0 0 0,4 0-23 16,-3 0-6-16,-1 1 0 0,4-1 29 0,-6 2-3 15,-2-1 3-15,2 2 7 16,-1-2-7-16,1 3-2 0,0-2-21 0,4 1 21 16,-2 1 2-16,2-3-2 0,-2 3-8 15,4-2 10-15,-2 1 0 0,2-2 0 16,0 1-21-16,0 1 1 0,0-1-19 0,0-1 0 16,6 0-6-16,0 0 6 0,0 1 10 15,0-1 0-15,3-1-10 0,3 0 9 16,0 0-15-16,1 0 6 0,-5 0-3 15,7 0 16-15,-3 0 6 0,0-3-2 16,1 1 11-16,-5 0 11 0,2-2 22 16,-3 1 4-16,-5-1 4 0,0-1-27 15,2 3 0-15,-2-3 30 0,-2 2 2 16,0-1-34-16,0 0 29 0,0 1-27 16,-6 0 36-16,2 1 13 0,-3-2-26 0,-3 3-10 15,4 0-15-15,-6-1-1 16,3 0-19-16,1 2-4 0,-4 0 23 0,-3 0 15 15,3 0-15-15,-5 0 0 0,3 0 26 16,1 0 10-16,1 2-7 0,-3 1-3 16,1 0-23-16,2-1 0 0,-1 3 52 0,1-2-53 15,-1 1-1-15,5 1 1 16,0 1 17-16,-3-3 7 0,5 3 10 0,0 0-19 16,0-1-17-16,4 0 0 0,-2 2 0 15,2-2 16-15,2 0-15 0,0 2-1 16,0-4 0-16,0 2-3 0,8 0-20 15,-2 1-6-15,4-1-6 0,-1-2-4 16,5 2-7-16,-1-1 11 0,-3-2-1 16,4 2-29-16,1-2 3 0,-3 1-3 15,3-1 27-15,1-1-31 0,3 0-15 16,-3-1-17-16,3 0-45 0,2 0-24 0,-5 0-41 16,1 0 5-16,1 0-45 0,-5-1-68 15,5-2 172-15,-5 0 105 0,-1-3 25 16,-2 4-61-16</inkml:trace>
  <inkml:trace contextRef="#ctx0" brushRef="#br0" timeOffset="148291.59">24636 8972 78 0,'0'0'52'0,"0"0"-19"15,0 0-13-15,0 0 9 16,0 0-6-16,0 0 362 0,0 0-46 0,0 0-203 16,0 0-44-16,0 0 74 0,0 0 3 15,0-31-10-15,0 28-42 0,0 1-6 16,-2-2-11-16,-4 1-41 0,0-1 9 15,-1 3-23-15,3-3 17 0,-2 3-10 0,-2 0 12 16,2-1 8-16,-1 2-18 0,-1-1-25 16,-2 1 17-16,2-1-37 0,-7 1-9 15,-1 0-13-15,1 0 13 0,1 0-1 16,-3 0-1-16,3 1 0 0,1 2-1 16,1-2-10-16,-3 3 11 0,3-2 2 15,-1 2 3-15,5-1 12 0,-4 1-15 16,4 1-1-16,-3-1-2 0,5 1 3 15,-2 0-3-15,6-1 3 0,-5 2-13 0,3-3 13 16,2 2 0-16,2 2 0 0,0-1 0 16,0-2-3-16,0 0-9 0,2 0-24 15,9 1-19-15,-1-1-3 0,2 0-7 16,-1-1 4-16,-3-1 15 0,6-1-12 16,3 2-7-16,-7-3 3 0,9 0-25 0,-7 0 19 15,1 0 6-15,5 0 16 0,-3-3 11 16,-1 1 18-16,3-4 17 0,-5 1 14 15,-1-1-12-15,1-1 35 0,0 0 15 16,-3-3-22-16,3 2-27 0,-6-2 10 16,0 2 36-16,1-4-4 0,-1 1-6 15,-2 0 6-15,-4-1 14 0,2 0-23 16,-2-1-36-16,0 0 19 0,0-1 56 16,0 0-75-16,0 1 32 0,-6 0 23 15,0 0-54-15,4 1 44 0,-5 2-16 16,3 0 4-16,4-1 12 0,0 2-19 0,0 1 9 15,0 3 14-15,0 4-17 0,0-1-7 16,0 2-24-16,0 0 27 0,0 0-28 16,0 0-2-16,-2 0-30 0,2 0-7 15,0 2-3-15,-4 1 1 0,4 1 41 16,-2 4 39-16,-2 0-1 0,4 1-15 0,-6 1-23 16,4 1 1-16,2 0 2 15,-2-2 13-15,2 3-16 0,-5-1-50 0,3 1 50 16,-2 2 21-16,4-2-21 0,-2 3-22 15,2-3 2-15,0 2-15 0,0-1-13 16,0-1-27-16,-4-1 40 0,4 1-37 16,0 0-5-16,0-2 9 0,0 0-65 15,0 2 12-15,0-2-18 0,0-2-66 0,0 1 3 16,-6-1-111-16,6-1-26 0,-6-4-65 16,-3 0 241-16,3 0 114 0,0-2 10 15</inkml:trace>
  <inkml:trace contextRef="#ctx0" brushRef="#br0" timeOffset="148991.94">24938 8915 110 0,'0'0'55'0,"0"0"-42"16,0 0 7-16,0 0 19 0,0 0 525 16,0 0-176-16,0 0-245 0,0 0-81 15,0 0 32-15,0 0 1 0,27-23 9 16,-27 23 9-16,0-3 21 0,0 3-27 15,0-1-26-15,0 1-13 0,0 0 10 0,0 0 9 16,-2 0-13-16,-7 0-48 0,-1 0-26 16,-2 0 0-16,-3 0-14 0,-3 1 12 15,-3 2 3-15,0-1-2 0,3 2-11 16,-1 0 12-16,0 0-2 0,3 0-1 16,-1-1 2-16,3 2-15 0,1-3 13 15,1 2-9-15,0 0 9 0,3-1 2 16,3 2-1-16,0-3 1 0,4 2-17 0,-2 1 14 15,4-3 1-15,0 3 1 0,0 0-14 16,0-1-10-16,0 0-13 0,0-1-3 16,0 0 3-16,6 0 13 0,0 0-3 15,0-1 3-15,1 1 10 0,7-1 16 16,-4-2-3-16,3 3-20 0,3-2-6 16,1 0 9-16,-1-1-15 0,3 2-8 15,0 1 4-15,-1-2 13 0,-3 0 10 16,-1-1 13-16,-1 3-23 0,-1-1 10 0,-4-1-7 15,5 2 10-15,-7-1 13 0,0 3-16 16,-2-3-7-16,-2 2 21 0,-2-3 1 16,0 3 0-16,0-1 1 0,0 2 0 15,-8 0 12-15,-9-1 17 0,3 0-26 16,0 1 0-16,-5-2 27 0,-2 1 2 0,1 0 7 16,-3-4-10-16,0 2-6 0,0-1 26 15,1 2-36-15,-3-2-13 0,4 1 16 16,-2-2-16-16,9 0-23 0,2 1 22 15,-3-1-38-15,7 0-42 0,-3 0-75 16,5 0-52-16,0 0-114 0,0 0-144 16,4-3-66-16,-4-1 343 0,6 1 189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CC092-F54A-4DAD-B7E8-0677E7C28C66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F5CDC-3284-43F3-9EA4-1E2582B57B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8822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EF5CDC-3284-43F3-9EA4-1E2582B57B2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924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13F5-B3E4-4B5F-A5EB-9E7F35EF079A}" type="datetime1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7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88B9C-BC56-40F3-A7D3-3FE9D3D5ED15}" type="datetime1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03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CCDF-9A4E-4FD5-9892-13EA1FDD6580}" type="datetime1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5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C0387-4CF2-4E4B-8517-DB6C343471F7}" type="datetime1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4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06834-6122-4A37-8146-E117581FEADF}" type="datetime1">
              <a:rPr lang="en-US" smtClean="0"/>
              <a:t>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7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24C7F-08A1-4161-AD83-CD534B97F964}" type="datetime1">
              <a:rPr lang="en-US" smtClean="0"/>
              <a:t>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0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8A66-A5EE-4B26-9BAB-950F653E9D1B}" type="datetime1">
              <a:rPr lang="en-US" smtClean="0"/>
              <a:t>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5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5F06-DC43-4B63-BD57-2A8F2EBE8070}" type="datetime1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81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BFDD-24A1-4C3F-BE9E-5147D9A34DA7}" type="datetime1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30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C1911-DDA9-4025-957D-CB94299086DC}" type="datetime1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26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52CD7-374C-4586-99D5-B47D8F9339DA}" type="datetime1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81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9811" y="1727002"/>
            <a:ext cx="696557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775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56844419"/>
      </p:ext>
    </p:extLst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80503C-6073-4F42-9B8B-9C10D58F17D5}"/>
              </a:ext>
            </a:extLst>
          </p:cNvPr>
          <p:cNvCxnSpPr/>
          <p:nvPr userDrawn="1"/>
        </p:nvCxnSpPr>
        <p:spPr bwMode="auto">
          <a:xfrm>
            <a:off x="117476" y="642938"/>
            <a:ext cx="8909050" cy="0"/>
          </a:xfrm>
          <a:prstGeom prst="line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59607384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98133" y="2298702"/>
            <a:ext cx="6615113" cy="1362075"/>
          </a:xfrm>
        </p:spPr>
        <p:txBody>
          <a:bodyPr anchor="t"/>
          <a:lstStyle>
            <a:lvl1pPr algn="l">
              <a:defRPr sz="24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63448"/>
            <a:ext cx="6479646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1" y="6248402"/>
            <a:ext cx="2474913" cy="4540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80235487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476" y="741363"/>
            <a:ext cx="4378325" cy="5873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741363"/>
            <a:ext cx="4378325" cy="5873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3575055"/>
      </p:ext>
    </p:extLst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8558749"/>
      </p:ext>
    </p:extLst>
  </p:cSld>
  <p:clrMapOvr>
    <a:masterClrMapping/>
  </p:clrMapOvr>
  <p:transition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51765230"/>
      </p:ext>
    </p:extLst>
  </p:cSld>
  <p:clrMapOvr>
    <a:masterClrMapping/>
  </p:clrMapOvr>
  <p:transition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304384"/>
      </p:ext>
    </p:extLst>
  </p:cSld>
  <p:clrMapOvr>
    <a:masterClrMapping/>
  </p:clrMapOvr>
  <p:transition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9260139"/>
      </p:ext>
    </p:extLst>
  </p:cSld>
  <p:clrMapOvr>
    <a:masterClrMapping/>
  </p:clrMapOvr>
  <p:transition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4566791"/>
      </p:ext>
    </p:extLst>
  </p:cSld>
  <p:clrMapOvr>
    <a:masterClrMapping/>
  </p:clrMapOvr>
  <p:transition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8428488"/>
      </p:ext>
    </p:extLst>
  </p:cSld>
  <p:clrMapOvr>
    <a:masterClrMapping/>
  </p:clrMapOvr>
  <p:transition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7839" y="49213"/>
            <a:ext cx="2262187" cy="6565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8" y="49213"/>
            <a:ext cx="6635750" cy="6565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2286457"/>
      </p:ext>
    </p:extLst>
  </p:cSld>
  <p:clrMapOvr>
    <a:masterClrMapping/>
  </p:clrMapOvr>
  <p:transition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9811" y="1727002"/>
            <a:ext cx="696557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775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9475931"/>
      </p:ext>
    </p:extLst>
  </p:cSld>
  <p:clrMapOvr>
    <a:masterClrMapping/>
  </p:clrMapOvr>
  <p:transition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80503C-6073-4F42-9B8B-9C10D58F17D5}"/>
              </a:ext>
            </a:extLst>
          </p:cNvPr>
          <p:cNvCxnSpPr/>
          <p:nvPr userDrawn="1"/>
        </p:nvCxnSpPr>
        <p:spPr bwMode="auto">
          <a:xfrm>
            <a:off x="117476" y="642938"/>
            <a:ext cx="8909050" cy="0"/>
          </a:xfrm>
          <a:prstGeom prst="line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04985856"/>
      </p:ext>
    </p:extLst>
  </p:cSld>
  <p:clrMapOvr>
    <a:masterClrMapping/>
  </p:clrMapOvr>
  <p:transition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98133" y="2298702"/>
            <a:ext cx="6615113" cy="1362075"/>
          </a:xfrm>
        </p:spPr>
        <p:txBody>
          <a:bodyPr anchor="t"/>
          <a:lstStyle>
            <a:lvl1pPr algn="l">
              <a:defRPr sz="24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63448"/>
            <a:ext cx="6479646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1" y="6248402"/>
            <a:ext cx="2474913" cy="4540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11351707"/>
      </p:ext>
    </p:extLst>
  </p:cSld>
  <p:clrMapOvr>
    <a:masterClrMapping/>
  </p:clrMapOvr>
  <p:transition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476" y="741363"/>
            <a:ext cx="4378325" cy="5873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741363"/>
            <a:ext cx="4378325" cy="5873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6403311"/>
      </p:ext>
    </p:extLst>
  </p:cSld>
  <p:clrMapOvr>
    <a:masterClrMapping/>
  </p:clrMapOvr>
  <p:transition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5570913"/>
      </p:ext>
    </p:extLst>
  </p:cSld>
  <p:clrMapOvr>
    <a:masterClrMapping/>
  </p:clrMapOvr>
  <p:transition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8188378"/>
      </p:ext>
    </p:extLst>
  </p:cSld>
  <p:clrMapOvr>
    <a:masterClrMapping/>
  </p:clrMapOvr>
  <p:transition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2615072"/>
      </p:ext>
    </p:extLst>
  </p:cSld>
  <p:clrMapOvr>
    <a:masterClrMapping/>
  </p:clrMapOvr>
  <p:transition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4724027"/>
      </p:ext>
    </p:extLst>
  </p:cSld>
  <p:clrMapOvr>
    <a:masterClrMapping/>
  </p:clrMapOvr>
  <p:transition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918519"/>
      </p:ext>
    </p:extLst>
  </p:cSld>
  <p:clrMapOvr>
    <a:masterClrMapping/>
  </p:clrMapOvr>
  <p:transition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0745867"/>
      </p:ext>
    </p:extLst>
  </p:cSld>
  <p:clrMapOvr>
    <a:masterClrMapping/>
  </p:clrMapOvr>
  <p:transition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7839" y="49213"/>
            <a:ext cx="2262187" cy="6565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8" y="49213"/>
            <a:ext cx="6635750" cy="6565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002150"/>
      </p:ext>
    </p:extLst>
  </p:cSld>
  <p:clrMapOvr>
    <a:masterClrMapping/>
  </p:clrMapOvr>
  <p:transition>
    <p:fade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9811" y="1727002"/>
            <a:ext cx="696557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775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06347466"/>
      </p:ext>
    </p:extLst>
  </p:cSld>
  <p:clrMapOvr>
    <a:masterClrMapping/>
  </p:clrMapOvr>
  <p:transition>
    <p:fade thruBlk="1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F80503C-6073-4F42-9B8B-9C10D58F17D5}"/>
              </a:ext>
            </a:extLst>
          </p:cNvPr>
          <p:cNvCxnSpPr/>
          <p:nvPr userDrawn="1"/>
        </p:nvCxnSpPr>
        <p:spPr bwMode="auto">
          <a:xfrm>
            <a:off x="117476" y="642938"/>
            <a:ext cx="8909050" cy="0"/>
          </a:xfrm>
          <a:prstGeom prst="line">
            <a:avLst/>
          </a:prstGeom>
          <a:noFill/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31792538"/>
      </p:ext>
    </p:extLst>
  </p:cSld>
  <p:clrMapOvr>
    <a:masterClrMapping/>
  </p:clrMapOvr>
  <p:transition>
    <p:fade thruBlk="1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98133" y="2298702"/>
            <a:ext cx="6615113" cy="1362075"/>
          </a:xfrm>
        </p:spPr>
        <p:txBody>
          <a:bodyPr anchor="t"/>
          <a:lstStyle>
            <a:lvl1pPr algn="l">
              <a:defRPr sz="24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63448"/>
            <a:ext cx="6479646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1" y="6248402"/>
            <a:ext cx="2474913" cy="4540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284609"/>
      </p:ext>
    </p:extLst>
  </p:cSld>
  <p:clrMapOvr>
    <a:masterClrMapping/>
  </p:clrMapOvr>
  <p:transition>
    <p:fade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476" y="741363"/>
            <a:ext cx="4378325" cy="5873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741363"/>
            <a:ext cx="4378325" cy="58737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4706846"/>
      </p:ext>
    </p:extLst>
  </p:cSld>
  <p:clrMapOvr>
    <a:masterClrMapping/>
  </p:clrMapOvr>
  <p:transition>
    <p:fade thruBlk="1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6559984"/>
      </p:ext>
    </p:extLst>
  </p:cSld>
  <p:clrMapOvr>
    <a:masterClrMapping/>
  </p:clrMapOvr>
  <p:transition>
    <p:fade thruBlk="1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029620"/>
      </p:ext>
    </p:extLst>
  </p:cSld>
  <p:clrMapOvr>
    <a:masterClrMapping/>
  </p:clrMapOvr>
  <p:transition>
    <p:fade thruBlk="1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157085"/>
      </p:ext>
    </p:extLst>
  </p:cSld>
  <p:clrMapOvr>
    <a:masterClrMapping/>
  </p:clrMapOvr>
  <p:transition>
    <p:fade thruBlk="1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4209961"/>
      </p:ext>
    </p:extLst>
  </p:cSld>
  <p:clrMapOvr>
    <a:masterClrMapping/>
  </p:clrMapOvr>
  <p:transition>
    <p:fade thruBlk="1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6352373"/>
      </p:ext>
    </p:extLst>
  </p:cSld>
  <p:clrMapOvr>
    <a:masterClrMapping/>
  </p:clrMapOvr>
  <p:transition>
    <p:fade thruBlk="1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418803"/>
      </p:ext>
    </p:extLst>
  </p:cSld>
  <p:clrMapOvr>
    <a:masterClrMapping/>
  </p:clrMapOvr>
  <p:transition>
    <p:fade thruBlk="1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7839" y="49213"/>
            <a:ext cx="2262187" cy="6565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8" y="49213"/>
            <a:ext cx="6635750" cy="6565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3502433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7C794-F68E-4F68-9F23-C34600A0FA0F}" type="datetime1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5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689" y="49215"/>
            <a:ext cx="9050337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476" y="741363"/>
            <a:ext cx="8909050" cy="587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0056" name="AutoShape 8"/>
          <p:cNvSpPr>
            <a:spLocks noChangeArrowheads="1"/>
          </p:cNvSpPr>
          <p:nvPr/>
        </p:nvSpPr>
        <p:spPr bwMode="auto">
          <a:xfrm>
            <a:off x="49214" y="49215"/>
            <a:ext cx="9050337" cy="6764337"/>
          </a:xfrm>
          <a:prstGeom prst="roundRect">
            <a:avLst>
              <a:gd name="adj" fmla="val 1667"/>
            </a:avLst>
          </a:prstGeom>
          <a:noFill/>
          <a:ln w="57150" cmpd="thickThin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sp>
        <p:nvSpPr>
          <p:cNvPr id="130057" name="Text Box 9"/>
          <p:cNvSpPr txBox="1">
            <a:spLocks noChangeArrowheads="1"/>
          </p:cNvSpPr>
          <p:nvPr/>
        </p:nvSpPr>
        <p:spPr bwMode="auto">
          <a:xfrm>
            <a:off x="8444035" y="90487"/>
            <a:ext cx="495300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09FC7B-27C4-41AC-AD72-D6A0C8F519EB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10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 thruBlk="1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Comic Sans MS" pitchFamily="66" charset="0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Comic Sans MS" pitchFamily="66" charset="0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Comic Sans MS" pitchFamily="66" charset="0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Comic Sans MS" pitchFamily="66" charset="0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Comic Sans MS" pitchFamily="66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689" y="49215"/>
            <a:ext cx="9050337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476" y="741363"/>
            <a:ext cx="8909050" cy="587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0056" name="AutoShape 8"/>
          <p:cNvSpPr>
            <a:spLocks noChangeArrowheads="1"/>
          </p:cNvSpPr>
          <p:nvPr/>
        </p:nvSpPr>
        <p:spPr bwMode="auto">
          <a:xfrm>
            <a:off x="49214" y="49215"/>
            <a:ext cx="9050337" cy="6764337"/>
          </a:xfrm>
          <a:prstGeom prst="roundRect">
            <a:avLst>
              <a:gd name="adj" fmla="val 1667"/>
            </a:avLst>
          </a:prstGeom>
          <a:noFill/>
          <a:ln w="57150" cmpd="thickThin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sp>
        <p:nvSpPr>
          <p:cNvPr id="130057" name="Text Box 9"/>
          <p:cNvSpPr txBox="1">
            <a:spLocks noChangeArrowheads="1"/>
          </p:cNvSpPr>
          <p:nvPr/>
        </p:nvSpPr>
        <p:spPr bwMode="auto">
          <a:xfrm>
            <a:off x="8444035" y="90487"/>
            <a:ext cx="495300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09FC7B-27C4-41AC-AD72-D6A0C8F519EB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79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 thruBlk="1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Comic Sans MS" pitchFamily="66" charset="0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Comic Sans MS" pitchFamily="66" charset="0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Comic Sans MS" pitchFamily="66" charset="0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Comic Sans MS" pitchFamily="66" charset="0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Comic Sans MS" pitchFamily="66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689" y="49215"/>
            <a:ext cx="9050337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7476" y="741363"/>
            <a:ext cx="8909050" cy="587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0056" name="AutoShape 8"/>
          <p:cNvSpPr>
            <a:spLocks noChangeArrowheads="1"/>
          </p:cNvSpPr>
          <p:nvPr/>
        </p:nvSpPr>
        <p:spPr bwMode="auto">
          <a:xfrm>
            <a:off x="49214" y="49215"/>
            <a:ext cx="9050337" cy="6764337"/>
          </a:xfrm>
          <a:prstGeom prst="roundRect">
            <a:avLst>
              <a:gd name="adj" fmla="val 1667"/>
            </a:avLst>
          </a:prstGeom>
          <a:noFill/>
          <a:ln w="57150" cmpd="thickThin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sp>
        <p:nvSpPr>
          <p:cNvPr id="130057" name="Text Box 9"/>
          <p:cNvSpPr txBox="1">
            <a:spLocks noChangeArrowheads="1"/>
          </p:cNvSpPr>
          <p:nvPr/>
        </p:nvSpPr>
        <p:spPr bwMode="auto">
          <a:xfrm>
            <a:off x="8444035" y="90487"/>
            <a:ext cx="495300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09FC7B-27C4-41AC-AD72-D6A0C8F519EB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148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>
    <p:fade thruBlk="1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Comic Sans MS" pitchFamily="66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2100" b="1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Comic Sans MS" pitchFamily="66" charset="0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Comic Sans MS" pitchFamily="66" charset="0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Comic Sans MS" pitchFamily="66" charset="0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Comic Sans MS" pitchFamily="66" charset="0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Comic Sans MS" pitchFamily="66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openxmlformats.org/officeDocument/2006/relationships/customXml" Target="../ink/ink8.xml"/><Relationship Id="rId17" Type="http://schemas.openxmlformats.org/officeDocument/2006/relationships/image" Target="../media/image34.png"/><Relationship Id="rId2" Type="http://schemas.openxmlformats.org/officeDocument/2006/relationships/customXml" Target="../ink/ink3.xml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33.png"/><Relationship Id="rId10" Type="http://schemas.openxmlformats.org/officeDocument/2006/relationships/customXml" Target="../ink/ink7.xml"/><Relationship Id="rId4" Type="http://schemas.openxmlformats.org/officeDocument/2006/relationships/customXml" Target="../ink/ink4.xml"/><Relationship Id="rId9" Type="http://schemas.openxmlformats.org/officeDocument/2006/relationships/image" Target="../media/image30.png"/><Relationship Id="rId14" Type="http://schemas.openxmlformats.org/officeDocument/2006/relationships/customXml" Target="../ink/ink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customXml" Target="../ink/ink17.xml"/><Relationship Id="rId18" Type="http://schemas.openxmlformats.org/officeDocument/2006/relationships/image" Target="../media/image46.png"/><Relationship Id="rId26" Type="http://schemas.openxmlformats.org/officeDocument/2006/relationships/image" Target="../media/image50.png"/><Relationship Id="rId3" Type="http://schemas.openxmlformats.org/officeDocument/2006/relationships/customXml" Target="../ink/ink12.xml"/><Relationship Id="rId21" Type="http://schemas.openxmlformats.org/officeDocument/2006/relationships/customXml" Target="../ink/ink21.xml"/><Relationship Id="rId7" Type="http://schemas.openxmlformats.org/officeDocument/2006/relationships/customXml" Target="../ink/ink14.xml"/><Relationship Id="rId12" Type="http://schemas.openxmlformats.org/officeDocument/2006/relationships/image" Target="../media/image43.png"/><Relationship Id="rId17" Type="http://schemas.openxmlformats.org/officeDocument/2006/relationships/customXml" Target="../ink/ink19.xml"/><Relationship Id="rId25" Type="http://schemas.openxmlformats.org/officeDocument/2006/relationships/customXml" Target="../ink/ink23.xml"/><Relationship Id="rId2" Type="http://schemas.openxmlformats.org/officeDocument/2006/relationships/image" Target="../media/image26.png"/><Relationship Id="rId16" Type="http://schemas.openxmlformats.org/officeDocument/2006/relationships/image" Target="../media/image45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customXml" Target="../ink/ink16.xml"/><Relationship Id="rId24" Type="http://schemas.openxmlformats.org/officeDocument/2006/relationships/image" Target="../media/image49.png"/><Relationship Id="rId5" Type="http://schemas.openxmlformats.org/officeDocument/2006/relationships/customXml" Target="../ink/ink13.xml"/><Relationship Id="rId15" Type="http://schemas.openxmlformats.org/officeDocument/2006/relationships/customXml" Target="../ink/ink18.xml"/><Relationship Id="rId23" Type="http://schemas.openxmlformats.org/officeDocument/2006/relationships/customXml" Target="../ink/ink22.xml"/><Relationship Id="rId28" Type="http://schemas.openxmlformats.org/officeDocument/2006/relationships/image" Target="../media/image51.png"/><Relationship Id="rId10" Type="http://schemas.openxmlformats.org/officeDocument/2006/relationships/image" Target="../media/image42.png"/><Relationship Id="rId19" Type="http://schemas.openxmlformats.org/officeDocument/2006/relationships/customXml" Target="../ink/ink20.xml"/><Relationship Id="rId4" Type="http://schemas.openxmlformats.org/officeDocument/2006/relationships/image" Target="../media/image39.png"/><Relationship Id="rId9" Type="http://schemas.openxmlformats.org/officeDocument/2006/relationships/customXml" Target="../ink/ink15.xml"/><Relationship Id="rId14" Type="http://schemas.openxmlformats.org/officeDocument/2006/relationships/image" Target="../media/image44.png"/><Relationship Id="rId22" Type="http://schemas.openxmlformats.org/officeDocument/2006/relationships/image" Target="../media/image48.png"/><Relationship Id="rId27" Type="http://schemas.openxmlformats.org/officeDocument/2006/relationships/customXml" Target="../ink/ink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customXml" Target="../ink/ink31.xml"/><Relationship Id="rId18" Type="http://schemas.openxmlformats.org/officeDocument/2006/relationships/image" Target="../media/image43.png"/><Relationship Id="rId26" Type="http://schemas.openxmlformats.org/officeDocument/2006/relationships/image" Target="../media/image41.png"/><Relationship Id="rId3" Type="http://schemas.openxmlformats.org/officeDocument/2006/relationships/customXml" Target="../ink/ink26.xml"/><Relationship Id="rId21" Type="http://schemas.openxmlformats.org/officeDocument/2006/relationships/customXml" Target="../ink/ink35.xml"/><Relationship Id="rId7" Type="http://schemas.openxmlformats.org/officeDocument/2006/relationships/customXml" Target="../ink/ink28.xml"/><Relationship Id="rId12" Type="http://schemas.openxmlformats.org/officeDocument/2006/relationships/image" Target="../media/image55.png"/><Relationship Id="rId17" Type="http://schemas.openxmlformats.org/officeDocument/2006/relationships/customXml" Target="../ink/ink33.xml"/><Relationship Id="rId25" Type="http://schemas.openxmlformats.org/officeDocument/2006/relationships/customXml" Target="../ink/ink37.xml"/><Relationship Id="rId2" Type="http://schemas.openxmlformats.org/officeDocument/2006/relationships/image" Target="../media/image26.png"/><Relationship Id="rId16" Type="http://schemas.openxmlformats.org/officeDocument/2006/relationships/image" Target="../media/image57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customXml" Target="../ink/ink30.xml"/><Relationship Id="rId24" Type="http://schemas.openxmlformats.org/officeDocument/2006/relationships/image" Target="../media/image58.png"/><Relationship Id="rId5" Type="http://schemas.openxmlformats.org/officeDocument/2006/relationships/customXml" Target="../ink/ink27.xml"/><Relationship Id="rId15" Type="http://schemas.openxmlformats.org/officeDocument/2006/relationships/customXml" Target="../ink/ink32.xml"/><Relationship Id="rId23" Type="http://schemas.openxmlformats.org/officeDocument/2006/relationships/customXml" Target="../ink/ink36.xml"/><Relationship Id="rId10" Type="http://schemas.openxmlformats.org/officeDocument/2006/relationships/image" Target="../media/image54.png"/><Relationship Id="rId19" Type="http://schemas.openxmlformats.org/officeDocument/2006/relationships/customXml" Target="../ink/ink34.xml"/><Relationship Id="rId4" Type="http://schemas.openxmlformats.org/officeDocument/2006/relationships/image" Target="../media/image39.png"/><Relationship Id="rId9" Type="http://schemas.openxmlformats.org/officeDocument/2006/relationships/customXml" Target="../ink/ink29.xml"/><Relationship Id="rId14" Type="http://schemas.openxmlformats.org/officeDocument/2006/relationships/image" Target="../media/image56.png"/><Relationship Id="rId22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customXml" Target="../ink/ink43.xml"/><Relationship Id="rId18" Type="http://schemas.openxmlformats.org/officeDocument/2006/relationships/image" Target="../media/image66.png"/><Relationship Id="rId3" Type="http://schemas.openxmlformats.org/officeDocument/2006/relationships/customXml" Target="../ink/ink38.xml"/><Relationship Id="rId7" Type="http://schemas.openxmlformats.org/officeDocument/2006/relationships/customXml" Target="../ink/ink40.xml"/><Relationship Id="rId12" Type="http://schemas.openxmlformats.org/officeDocument/2006/relationships/image" Target="../media/image63.png"/><Relationship Id="rId17" Type="http://schemas.openxmlformats.org/officeDocument/2006/relationships/customXml" Target="../ink/ink45.xml"/><Relationship Id="rId2" Type="http://schemas.openxmlformats.org/officeDocument/2006/relationships/image" Target="../media/image26.png"/><Relationship Id="rId16" Type="http://schemas.openxmlformats.org/officeDocument/2006/relationships/image" Target="../media/image65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customXml" Target="../ink/ink42.xml"/><Relationship Id="rId5" Type="http://schemas.openxmlformats.org/officeDocument/2006/relationships/customXml" Target="../ink/ink39.xml"/><Relationship Id="rId15" Type="http://schemas.openxmlformats.org/officeDocument/2006/relationships/customXml" Target="../ink/ink44.xml"/><Relationship Id="rId10" Type="http://schemas.openxmlformats.org/officeDocument/2006/relationships/image" Target="../media/image62.png"/><Relationship Id="rId19" Type="http://schemas.openxmlformats.org/officeDocument/2006/relationships/customXml" Target="../ink/ink46.xml"/><Relationship Id="rId4" Type="http://schemas.openxmlformats.org/officeDocument/2006/relationships/image" Target="../media/image59.png"/><Relationship Id="rId9" Type="http://schemas.openxmlformats.org/officeDocument/2006/relationships/customXml" Target="../ink/ink41.xml"/><Relationship Id="rId1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13" Type="http://schemas.openxmlformats.org/officeDocument/2006/relationships/image" Target="../media/image73.png"/><Relationship Id="rId18" Type="http://schemas.openxmlformats.org/officeDocument/2006/relationships/customXml" Target="../ink/ink55.xml"/><Relationship Id="rId26" Type="http://schemas.openxmlformats.org/officeDocument/2006/relationships/customXml" Target="../ink/ink59.xml"/><Relationship Id="rId3" Type="http://schemas.openxmlformats.org/officeDocument/2006/relationships/image" Target="../media/image68.png"/><Relationship Id="rId21" Type="http://schemas.openxmlformats.org/officeDocument/2006/relationships/image" Target="../media/image77.png"/><Relationship Id="rId7" Type="http://schemas.openxmlformats.org/officeDocument/2006/relationships/image" Target="../media/image70.png"/><Relationship Id="rId12" Type="http://schemas.openxmlformats.org/officeDocument/2006/relationships/customXml" Target="../ink/ink52.xml"/><Relationship Id="rId17" Type="http://schemas.openxmlformats.org/officeDocument/2006/relationships/image" Target="../media/image75.png"/><Relationship Id="rId25" Type="http://schemas.openxmlformats.org/officeDocument/2006/relationships/image" Target="../media/image79.png"/><Relationship Id="rId2" Type="http://schemas.openxmlformats.org/officeDocument/2006/relationships/customXml" Target="../ink/ink47.xml"/><Relationship Id="rId16" Type="http://schemas.openxmlformats.org/officeDocument/2006/relationships/customXml" Target="../ink/ink54.xml"/><Relationship Id="rId20" Type="http://schemas.openxmlformats.org/officeDocument/2006/relationships/customXml" Target="../ink/ink56.xml"/><Relationship Id="rId29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9.xml"/><Relationship Id="rId11" Type="http://schemas.openxmlformats.org/officeDocument/2006/relationships/image" Target="../media/image72.png"/><Relationship Id="rId24" Type="http://schemas.openxmlformats.org/officeDocument/2006/relationships/customXml" Target="../ink/ink58.xml"/><Relationship Id="rId32" Type="http://schemas.openxmlformats.org/officeDocument/2006/relationships/image" Target="../media/image35.png"/><Relationship Id="rId5" Type="http://schemas.openxmlformats.org/officeDocument/2006/relationships/image" Target="../media/image69.png"/><Relationship Id="rId15" Type="http://schemas.openxmlformats.org/officeDocument/2006/relationships/image" Target="../media/image74.png"/><Relationship Id="rId23" Type="http://schemas.openxmlformats.org/officeDocument/2006/relationships/image" Target="../media/image78.png"/><Relationship Id="rId28" Type="http://schemas.openxmlformats.org/officeDocument/2006/relationships/customXml" Target="../ink/ink60.xml"/><Relationship Id="rId10" Type="http://schemas.openxmlformats.org/officeDocument/2006/relationships/customXml" Target="../ink/ink51.xml"/><Relationship Id="rId19" Type="http://schemas.openxmlformats.org/officeDocument/2006/relationships/image" Target="../media/image76.png"/><Relationship Id="rId31" Type="http://schemas.openxmlformats.org/officeDocument/2006/relationships/image" Target="../media/image82.png"/><Relationship Id="rId4" Type="http://schemas.openxmlformats.org/officeDocument/2006/relationships/customXml" Target="../ink/ink48.xml"/><Relationship Id="rId9" Type="http://schemas.openxmlformats.org/officeDocument/2006/relationships/image" Target="../media/image71.png"/><Relationship Id="rId14" Type="http://schemas.openxmlformats.org/officeDocument/2006/relationships/customXml" Target="../ink/ink53.xml"/><Relationship Id="rId22" Type="http://schemas.openxmlformats.org/officeDocument/2006/relationships/customXml" Target="../ink/ink57.xml"/><Relationship Id="rId27" Type="http://schemas.openxmlformats.org/officeDocument/2006/relationships/image" Target="../media/image80.png"/><Relationship Id="rId30" Type="http://schemas.openxmlformats.org/officeDocument/2006/relationships/customXml" Target="../ink/ink6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customXml" Target="../ink/ink67.xml"/><Relationship Id="rId18" Type="http://schemas.openxmlformats.org/officeDocument/2006/relationships/image" Target="../media/image87.png"/><Relationship Id="rId26" Type="http://schemas.openxmlformats.org/officeDocument/2006/relationships/image" Target="../media/image74.png"/><Relationship Id="rId3" Type="http://schemas.openxmlformats.org/officeDocument/2006/relationships/customXml" Target="../ink/ink62.xml"/><Relationship Id="rId21" Type="http://schemas.openxmlformats.org/officeDocument/2006/relationships/customXml" Target="../ink/ink71.xml"/><Relationship Id="rId7" Type="http://schemas.openxmlformats.org/officeDocument/2006/relationships/customXml" Target="../ink/ink64.xml"/><Relationship Id="rId12" Type="http://schemas.openxmlformats.org/officeDocument/2006/relationships/image" Target="../media/image85.png"/><Relationship Id="rId17" Type="http://schemas.openxmlformats.org/officeDocument/2006/relationships/customXml" Target="../ink/ink69.xml"/><Relationship Id="rId25" Type="http://schemas.openxmlformats.org/officeDocument/2006/relationships/customXml" Target="../ink/ink73.xml"/><Relationship Id="rId2" Type="http://schemas.openxmlformats.org/officeDocument/2006/relationships/image" Target="../media/image35.png"/><Relationship Id="rId16" Type="http://schemas.openxmlformats.org/officeDocument/2006/relationships/image" Target="../media/image80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customXml" Target="../ink/ink66.xml"/><Relationship Id="rId24" Type="http://schemas.openxmlformats.org/officeDocument/2006/relationships/image" Target="../media/image90.png"/><Relationship Id="rId5" Type="http://schemas.openxmlformats.org/officeDocument/2006/relationships/customXml" Target="../ink/ink63.xml"/><Relationship Id="rId15" Type="http://schemas.openxmlformats.org/officeDocument/2006/relationships/customXml" Target="../ink/ink68.xml"/><Relationship Id="rId23" Type="http://schemas.openxmlformats.org/officeDocument/2006/relationships/customXml" Target="../ink/ink72.xml"/><Relationship Id="rId10" Type="http://schemas.openxmlformats.org/officeDocument/2006/relationships/image" Target="../media/image84.png"/><Relationship Id="rId19" Type="http://schemas.openxmlformats.org/officeDocument/2006/relationships/customXml" Target="../ink/ink70.xml"/><Relationship Id="rId4" Type="http://schemas.openxmlformats.org/officeDocument/2006/relationships/image" Target="../media/image75.png"/><Relationship Id="rId9" Type="http://schemas.openxmlformats.org/officeDocument/2006/relationships/customXml" Target="../ink/ink65.xml"/><Relationship Id="rId14" Type="http://schemas.openxmlformats.org/officeDocument/2006/relationships/image" Target="../media/image86.png"/><Relationship Id="rId22" Type="http://schemas.openxmlformats.org/officeDocument/2006/relationships/image" Target="../media/image8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customXml" Target="../ink/ink77.xml"/><Relationship Id="rId13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3.png"/><Relationship Id="rId12" Type="http://schemas.openxmlformats.org/officeDocument/2006/relationships/customXml" Target="../ink/ink79.xml"/><Relationship Id="rId17" Type="http://schemas.openxmlformats.org/officeDocument/2006/relationships/image" Target="../media/image98.png"/><Relationship Id="rId2" Type="http://schemas.openxmlformats.org/officeDocument/2006/relationships/customXml" Target="../ink/ink74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6.xml"/><Relationship Id="rId11" Type="http://schemas.openxmlformats.org/officeDocument/2006/relationships/image" Target="../media/image95.png"/><Relationship Id="rId5" Type="http://schemas.openxmlformats.org/officeDocument/2006/relationships/image" Target="../media/image92.png"/><Relationship Id="rId15" Type="http://schemas.openxmlformats.org/officeDocument/2006/relationships/image" Target="../media/image97.png"/><Relationship Id="rId10" Type="http://schemas.openxmlformats.org/officeDocument/2006/relationships/customXml" Target="../ink/ink78.xml"/><Relationship Id="rId4" Type="http://schemas.openxmlformats.org/officeDocument/2006/relationships/customXml" Target="../ink/ink75.xml"/><Relationship Id="rId9" Type="http://schemas.openxmlformats.org/officeDocument/2006/relationships/image" Target="../media/image94.png"/><Relationship Id="rId14" Type="http://schemas.openxmlformats.org/officeDocument/2006/relationships/customXml" Target="../ink/ink8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84.xml"/><Relationship Id="rId13" Type="http://schemas.openxmlformats.org/officeDocument/2006/relationships/image" Target="../media/image104.png"/><Relationship Id="rId18" Type="http://schemas.openxmlformats.org/officeDocument/2006/relationships/customXml" Target="../ink/ink89.xml"/><Relationship Id="rId26" Type="http://schemas.openxmlformats.org/officeDocument/2006/relationships/customXml" Target="../ink/ink93.xml"/><Relationship Id="rId3" Type="http://schemas.openxmlformats.org/officeDocument/2006/relationships/image" Target="../media/image99.png"/><Relationship Id="rId21" Type="http://schemas.openxmlformats.org/officeDocument/2006/relationships/image" Target="../media/image108.png"/><Relationship Id="rId7" Type="http://schemas.openxmlformats.org/officeDocument/2006/relationships/image" Target="../media/image101.png"/><Relationship Id="rId12" Type="http://schemas.openxmlformats.org/officeDocument/2006/relationships/customXml" Target="../ink/ink86.xml"/><Relationship Id="rId17" Type="http://schemas.openxmlformats.org/officeDocument/2006/relationships/image" Target="../media/image106.png"/><Relationship Id="rId25" Type="http://schemas.openxmlformats.org/officeDocument/2006/relationships/image" Target="../media/image110.png"/><Relationship Id="rId2" Type="http://schemas.openxmlformats.org/officeDocument/2006/relationships/customXml" Target="../ink/ink81.xml"/><Relationship Id="rId16" Type="http://schemas.openxmlformats.org/officeDocument/2006/relationships/customXml" Target="../ink/ink88.xml"/><Relationship Id="rId20" Type="http://schemas.openxmlformats.org/officeDocument/2006/relationships/customXml" Target="../ink/ink9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3.xml"/><Relationship Id="rId11" Type="http://schemas.openxmlformats.org/officeDocument/2006/relationships/image" Target="../media/image103.png"/><Relationship Id="rId24" Type="http://schemas.openxmlformats.org/officeDocument/2006/relationships/customXml" Target="../ink/ink92.xml"/><Relationship Id="rId5" Type="http://schemas.openxmlformats.org/officeDocument/2006/relationships/image" Target="../media/image100.png"/><Relationship Id="rId15" Type="http://schemas.openxmlformats.org/officeDocument/2006/relationships/image" Target="../media/image105.png"/><Relationship Id="rId23" Type="http://schemas.openxmlformats.org/officeDocument/2006/relationships/image" Target="../media/image109.png"/><Relationship Id="rId10" Type="http://schemas.openxmlformats.org/officeDocument/2006/relationships/customXml" Target="../ink/ink85.xml"/><Relationship Id="rId19" Type="http://schemas.openxmlformats.org/officeDocument/2006/relationships/image" Target="../media/image107.png"/><Relationship Id="rId4" Type="http://schemas.openxmlformats.org/officeDocument/2006/relationships/customXml" Target="../ink/ink82.xml"/><Relationship Id="rId9" Type="http://schemas.openxmlformats.org/officeDocument/2006/relationships/image" Target="../media/image102.png"/><Relationship Id="rId14" Type="http://schemas.openxmlformats.org/officeDocument/2006/relationships/customXml" Target="../ink/ink87.xml"/><Relationship Id="rId22" Type="http://schemas.openxmlformats.org/officeDocument/2006/relationships/customXml" Target="../ink/ink91.xml"/><Relationship Id="rId27" Type="http://schemas.openxmlformats.org/officeDocument/2006/relationships/image" Target="../media/image11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7.xml"/><Relationship Id="rId13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4.png"/><Relationship Id="rId12" Type="http://schemas.openxmlformats.org/officeDocument/2006/relationships/customXml" Target="../ink/ink99.xml"/><Relationship Id="rId2" Type="http://schemas.openxmlformats.org/officeDocument/2006/relationships/customXml" Target="../ink/ink9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6.xml"/><Relationship Id="rId11" Type="http://schemas.openxmlformats.org/officeDocument/2006/relationships/image" Target="../media/image116.png"/><Relationship Id="rId5" Type="http://schemas.openxmlformats.org/officeDocument/2006/relationships/image" Target="../media/image113.png"/><Relationship Id="rId15" Type="http://schemas.openxmlformats.org/officeDocument/2006/relationships/image" Target="../media/image118.png"/><Relationship Id="rId10" Type="http://schemas.openxmlformats.org/officeDocument/2006/relationships/customXml" Target="../ink/ink98.xml"/><Relationship Id="rId4" Type="http://schemas.openxmlformats.org/officeDocument/2006/relationships/customXml" Target="../ink/ink95.xml"/><Relationship Id="rId9" Type="http://schemas.openxmlformats.org/officeDocument/2006/relationships/image" Target="../media/image115.png"/><Relationship Id="rId14" Type="http://schemas.openxmlformats.org/officeDocument/2006/relationships/customXml" Target="../ink/ink10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1.xml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746388"/>
            <a:ext cx="7772400" cy="1470025"/>
          </a:xfrm>
        </p:spPr>
        <p:txBody>
          <a:bodyPr/>
          <a:lstStyle/>
          <a:p>
            <a:r>
              <a:rPr lang="en-US" b="1"/>
              <a:t>LECTURE-1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91000"/>
            <a:ext cx="6400800" cy="1752600"/>
          </a:xfrm>
        </p:spPr>
        <p:txBody>
          <a:bodyPr>
            <a:normAutofit fontScale="77500" lnSpcReduction="20000"/>
          </a:bodyPr>
          <a:lstStyle/>
          <a:p>
            <a:pPr algn="just"/>
            <a:endParaRPr lang="en-US" b="1">
              <a:solidFill>
                <a:srgbClr val="C00000"/>
              </a:solidFill>
            </a:endParaRPr>
          </a:p>
          <a:p>
            <a:pPr algn="just"/>
            <a:r>
              <a:rPr lang="en-US" b="1">
                <a:solidFill>
                  <a:srgbClr val="C00000"/>
                </a:solidFill>
              </a:rPr>
              <a:t>Dr. Kusum K. Singh</a:t>
            </a:r>
          </a:p>
          <a:p>
            <a:pPr algn="just"/>
            <a:r>
              <a:rPr lang="en-US" b="1">
                <a:solidFill>
                  <a:srgbClr val="C00000"/>
                </a:solidFill>
              </a:rPr>
              <a:t>Department of Biosciences and Bioengineering</a:t>
            </a:r>
          </a:p>
          <a:p>
            <a:pPr algn="just"/>
            <a:r>
              <a:rPr lang="en-US" b="1">
                <a:solidFill>
                  <a:srgbClr val="C00000"/>
                </a:solidFill>
              </a:rPr>
              <a:t>Indian Institute of Technology Guwahati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33400" y="655677"/>
            <a:ext cx="6979920" cy="10648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u="sng">
                <a:solidFill>
                  <a:srgbClr val="0000FF"/>
                </a:solidFill>
              </a:rPr>
              <a:t>BT101-Introductory Biology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05" r="27385"/>
          <a:stretch/>
        </p:blipFill>
        <p:spPr bwMode="auto">
          <a:xfrm>
            <a:off x="7238999" y="481011"/>
            <a:ext cx="1383325" cy="150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9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04A24-AAA9-2C2B-E7D7-7F99BF3AC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3674C-0781-4C67-0F4F-4F437695F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05B94-FA65-5212-1445-95E524BC3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22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D1A7-3455-493A-AA67-01FC85D8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rgbClr val="0000FF"/>
                </a:solidFill>
              </a:rPr>
              <a:t>   Course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375" y="972320"/>
            <a:ext cx="8636019" cy="4792997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b="1">
                <a:solidFill>
                  <a:srgbClr val="C00000"/>
                </a:solidFill>
              </a:rPr>
              <a:t>BT101  Introductory Biology   (3-0-0=6)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16" y="2361434"/>
            <a:ext cx="7953375" cy="399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28715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D1A7-3455-493A-AA67-01FC85D8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679" y="3491855"/>
            <a:ext cx="9050337" cy="593725"/>
          </a:xfrm>
          <a:ln>
            <a:solidFill>
              <a:srgbClr val="92D050"/>
            </a:solidFill>
          </a:ln>
        </p:spPr>
        <p:txBody>
          <a:bodyPr/>
          <a:lstStyle/>
          <a:p>
            <a:r>
              <a:rPr lang="en-IN">
                <a:solidFill>
                  <a:srgbClr val="0000FF"/>
                </a:solidFill>
              </a:rPr>
              <a:t>   Course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375" y="1360004"/>
            <a:ext cx="8636019" cy="4405313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b="1">
                <a:solidFill>
                  <a:srgbClr val="C00000"/>
                </a:solidFill>
              </a:rPr>
              <a:t>BT101  Introductory Biology   (3-0-0=6)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>
              <a:solidFill>
                <a:srgbClr val="C0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819"/>
          <a:stretch/>
        </p:blipFill>
        <p:spPr bwMode="auto">
          <a:xfrm>
            <a:off x="1248615" y="6364074"/>
            <a:ext cx="6028862" cy="723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Priyadarshi Satpat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99" y="3490399"/>
            <a:ext cx="920764" cy="92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usum K Singh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8" y="3427681"/>
            <a:ext cx="993575" cy="99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ouptick Chan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94" y="5710544"/>
            <a:ext cx="873586" cy="79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ajkumar P. Thummer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17" y="5667112"/>
            <a:ext cx="925308" cy="87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43" b="20269"/>
          <a:stretch/>
        </p:blipFill>
        <p:spPr bwMode="auto">
          <a:xfrm>
            <a:off x="1044214" y="6633506"/>
            <a:ext cx="73640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ounded Rectangle 17"/>
          <p:cNvSpPr/>
          <p:nvPr/>
        </p:nvSpPr>
        <p:spPr bwMode="auto">
          <a:xfrm>
            <a:off x="1079267" y="5776937"/>
            <a:ext cx="7451463" cy="533400"/>
          </a:xfrm>
          <a:prstGeom prst="roundRect">
            <a:avLst/>
          </a:prstGeom>
          <a:solidFill>
            <a:srgbClr val="FF0000">
              <a:alpha val="14902"/>
            </a:srgbClr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marL="257175" indent="-257175" algn="ctr" defTabSz="685800" fontAlgn="base">
              <a:spcBef>
                <a:spcPct val="20000"/>
              </a:spcBef>
              <a:spcAft>
                <a:spcPct val="0"/>
              </a:spcAft>
            </a:pPr>
            <a:endParaRPr lang="en-US" sz="150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574" y="5815442"/>
            <a:ext cx="7407282" cy="4572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51" y="4286076"/>
            <a:ext cx="7762875" cy="504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8924" y="4786813"/>
            <a:ext cx="779145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22205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D1A7-3455-493A-AA67-01FC85D8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rgbClr val="0000FF"/>
                </a:solidFill>
              </a:rPr>
              <a:t>  Course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375" y="1360004"/>
            <a:ext cx="8636019" cy="4405313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b="1">
                <a:solidFill>
                  <a:srgbClr val="C00000"/>
                </a:solidFill>
              </a:rPr>
              <a:t>BT101  Introductory Biology   (3-0-0=6)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>
              <a:solidFill>
                <a:srgbClr val="C0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72" y="2150267"/>
            <a:ext cx="8810783" cy="2586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269019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D1A7-3455-493A-AA67-01FC85D8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rgbClr val="0000FF"/>
                </a:solidFill>
              </a:rPr>
              <a:t>  Course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375" y="1360004"/>
            <a:ext cx="8636019" cy="4405313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</a:pPr>
            <a:r>
              <a:rPr lang="en-US" b="1">
                <a:solidFill>
                  <a:srgbClr val="C00000"/>
                </a:solidFill>
              </a:rPr>
              <a:t>BT101  Introductory Biology   (3-0-0=6)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>
              <a:solidFill>
                <a:srgbClr val="C0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91"/>
          <a:stretch/>
        </p:blipFill>
        <p:spPr bwMode="auto">
          <a:xfrm>
            <a:off x="700088" y="3992336"/>
            <a:ext cx="8035289" cy="1394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ounded Rectangle 17"/>
          <p:cNvSpPr/>
          <p:nvPr/>
        </p:nvSpPr>
        <p:spPr bwMode="auto">
          <a:xfrm>
            <a:off x="700087" y="4171950"/>
            <a:ext cx="7958138" cy="500063"/>
          </a:xfrm>
          <a:prstGeom prst="roundRect">
            <a:avLst/>
          </a:prstGeom>
          <a:solidFill>
            <a:srgbClr val="FF0000">
              <a:alpha val="16078"/>
            </a:srgbClr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</a:bodyPr>
          <a:lstStyle/>
          <a:p>
            <a:pPr marL="257175" indent="-257175" algn="ctr" defTabSz="685800" fontAlgn="base">
              <a:spcBef>
                <a:spcPct val="20000"/>
              </a:spcBef>
              <a:spcAft>
                <a:spcPct val="0"/>
              </a:spcAft>
            </a:pPr>
            <a:endParaRPr lang="en-US" sz="150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9316" y="2188058"/>
            <a:ext cx="7958138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70C0"/>
                </a:solidFill>
                <a:latin typeface="Calibri" panose="020F0502020204030204" pitchFamily="34" charset="0"/>
                <a:cs typeface="Arial" charset="0"/>
              </a:rPr>
              <a:t>Flow of teaching : Mendelian Genetics; Genes and Chromosomes: DNA; Central Dogma: Replication, Transcription and Translation; G.E: cloning steps; Applications of cloning.</a:t>
            </a:r>
          </a:p>
        </p:txBody>
      </p:sp>
    </p:spTree>
    <p:extLst>
      <p:ext uri="{BB962C8B-B14F-4D97-AF65-F5344CB8AC3E}">
        <p14:creationId xmlns:p14="http://schemas.microsoft.com/office/powerpoint/2010/main" val="2225308053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969B5B1-3DD6-4674-8748-C55D6290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1" y="152400"/>
            <a:ext cx="9050337" cy="445294"/>
          </a:xfrm>
        </p:spPr>
        <p:txBody>
          <a:bodyPr/>
          <a:lstStyle/>
          <a:p>
            <a:r>
              <a:rPr lang="en-IN">
                <a:solidFill>
                  <a:srgbClr val="0000FF"/>
                </a:solidFill>
              </a:rPr>
              <a:t>  Lecture Schedule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38200"/>
            <a:ext cx="872744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31267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969B5B1-3DD6-4674-8748-C55D6290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1" y="152400"/>
            <a:ext cx="9050337" cy="445294"/>
          </a:xfrm>
        </p:spPr>
        <p:txBody>
          <a:bodyPr/>
          <a:lstStyle/>
          <a:p>
            <a:r>
              <a:rPr lang="en-IN">
                <a:solidFill>
                  <a:srgbClr val="0000FF"/>
                </a:solidFill>
              </a:rPr>
              <a:t>  Lecture Schedule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858"/>
          <a:stretch/>
        </p:blipFill>
        <p:spPr>
          <a:xfrm>
            <a:off x="196548" y="1557993"/>
            <a:ext cx="8807721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34679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969B5B1-3DD6-4674-8748-C55D6290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1" y="152400"/>
            <a:ext cx="9050337" cy="445294"/>
          </a:xfrm>
        </p:spPr>
        <p:txBody>
          <a:bodyPr/>
          <a:lstStyle/>
          <a:p>
            <a:r>
              <a:rPr lang="en-IN">
                <a:solidFill>
                  <a:srgbClr val="0000FF"/>
                </a:solidFill>
              </a:rPr>
              <a:t>  Lecture Schedule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80" y="1600200"/>
            <a:ext cx="8844657" cy="40385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 bwMode="auto">
          <a:xfrm>
            <a:off x="1066800" y="4267200"/>
            <a:ext cx="1066800" cy="685800"/>
          </a:xfrm>
          <a:prstGeom prst="rect">
            <a:avLst/>
          </a:prstGeom>
          <a:noFill/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670588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969B5B1-3DD6-4674-8748-C55D6290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1" y="152400"/>
            <a:ext cx="9050337" cy="445294"/>
          </a:xfrm>
        </p:spPr>
        <p:txBody>
          <a:bodyPr/>
          <a:lstStyle/>
          <a:p>
            <a:r>
              <a:rPr lang="en-IN">
                <a:solidFill>
                  <a:srgbClr val="0000FF"/>
                </a:solidFill>
              </a:rPr>
              <a:t>  Lecture Schedule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90" y="1848826"/>
            <a:ext cx="8793902" cy="2209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30" y="1143000"/>
            <a:ext cx="8714076" cy="72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8341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D1A7-3455-493A-AA67-01FC85D8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rgbClr val="0000FF"/>
                </a:solidFill>
              </a:rPr>
              <a:t>  Course Grading Scheme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4A0B29-88C9-499B-B032-055AECFAB359}"/>
              </a:ext>
            </a:extLst>
          </p:cNvPr>
          <p:cNvSpPr txBox="1"/>
          <p:nvPr/>
        </p:nvSpPr>
        <p:spPr>
          <a:xfrm>
            <a:off x="179806" y="1114371"/>
            <a:ext cx="526605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57175" indent="-257175" defTabSz="6858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1500">
                <a:solidFill>
                  <a:srgbClr val="000000"/>
                </a:solidFill>
                <a:latin typeface="Arial"/>
                <a:cs typeface="Arial" charset="0"/>
              </a:rPr>
              <a:t>There will be ONLY Mid and End semester examinations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04C719-C8E7-485A-B744-5E87CE48A41F}"/>
              </a:ext>
            </a:extLst>
          </p:cNvPr>
          <p:cNvSpPr txBox="1"/>
          <p:nvPr/>
        </p:nvSpPr>
        <p:spPr>
          <a:xfrm>
            <a:off x="653428" y="1585802"/>
            <a:ext cx="43188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57175" indent="-257175" defTabSz="6858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1500">
                <a:solidFill>
                  <a:srgbClr val="000000"/>
                </a:solidFill>
                <a:latin typeface="Arial"/>
                <a:cs typeface="Arial" charset="0"/>
              </a:rPr>
              <a:t>The Mid-semester had a weightage of 50 %.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02E82F-CF59-4861-8ADE-F3F956F7AA03}"/>
              </a:ext>
            </a:extLst>
          </p:cNvPr>
          <p:cNvSpPr txBox="1"/>
          <p:nvPr/>
        </p:nvSpPr>
        <p:spPr>
          <a:xfrm>
            <a:off x="656510" y="2046411"/>
            <a:ext cx="48333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57175" indent="-257175" defTabSz="6858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1500">
                <a:solidFill>
                  <a:srgbClr val="000000"/>
                </a:solidFill>
                <a:latin typeface="Arial"/>
                <a:cs typeface="Arial" charset="0"/>
              </a:rPr>
              <a:t>The End-semester will have a weightage of 50 %. 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319" y="3025302"/>
            <a:ext cx="6692916" cy="321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853637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D1A7-3455-493A-AA67-01FC85D8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rgbClr val="0000FF"/>
                </a:solidFill>
              </a:rPr>
              <a:t>  Rules and Regulations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F31E59-496B-4E05-BC3E-64C6568B882D}"/>
              </a:ext>
            </a:extLst>
          </p:cNvPr>
          <p:cNvSpPr txBox="1"/>
          <p:nvPr/>
        </p:nvSpPr>
        <p:spPr>
          <a:xfrm>
            <a:off x="518858" y="1393160"/>
            <a:ext cx="7027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rgbClr val="FF0000"/>
                </a:solidFill>
                <a:latin typeface="+mj-lt"/>
              </a:rPr>
              <a:t>Lectures</a:t>
            </a:r>
            <a:r>
              <a:rPr lang="en-IN" sz="2000">
                <a:latin typeface="+mj-lt"/>
              </a:rPr>
              <a:t>, it’s scheduled according to the time table.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DEA88E-6F75-493B-A91B-105253CB77D4}"/>
              </a:ext>
            </a:extLst>
          </p:cNvPr>
          <p:cNvSpPr txBox="1"/>
          <p:nvPr/>
        </p:nvSpPr>
        <p:spPr>
          <a:xfrm>
            <a:off x="501450" y="3145998"/>
            <a:ext cx="81561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latin typeface="+mj-lt"/>
              </a:rPr>
              <a:t>There will </a:t>
            </a:r>
            <a:r>
              <a:rPr lang="en-IN" sz="2000">
                <a:solidFill>
                  <a:srgbClr val="FF0000"/>
                </a:solidFill>
                <a:latin typeface="+mj-lt"/>
              </a:rPr>
              <a:t>NOT be any re-quizzes</a:t>
            </a:r>
            <a:r>
              <a:rPr lang="en-IN" sz="2000">
                <a:latin typeface="+mj-lt"/>
              </a:rPr>
              <a:t>  or </a:t>
            </a:r>
            <a:r>
              <a:rPr lang="en-IN" sz="2000">
                <a:solidFill>
                  <a:srgbClr val="FF0000"/>
                </a:solidFill>
                <a:latin typeface="+mj-lt"/>
              </a:rPr>
              <a:t>re-mid-semester </a:t>
            </a:r>
            <a:r>
              <a:rPr lang="en-IN" sz="2000">
                <a:latin typeface="+mj-lt"/>
              </a:rPr>
              <a:t>examination.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DEA88E-6F75-493B-A91B-105253CB77D4}"/>
              </a:ext>
            </a:extLst>
          </p:cNvPr>
          <p:cNvSpPr txBox="1"/>
          <p:nvPr/>
        </p:nvSpPr>
        <p:spPr>
          <a:xfrm>
            <a:off x="516104" y="3860852"/>
            <a:ext cx="81561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>
                <a:solidFill>
                  <a:srgbClr val="FF0000"/>
                </a:solidFill>
                <a:latin typeface="+mj-lt"/>
              </a:rPr>
              <a:t>Don’t copy or cheat in </a:t>
            </a:r>
            <a:r>
              <a:rPr lang="en-IN" sz="2000">
                <a:latin typeface="+mj-lt"/>
              </a:rPr>
              <a:t>mid- &amp; end-sem. If caught you will be penalised appropriately.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F31E59-496B-4E05-BC3E-64C6568B882D}"/>
              </a:ext>
            </a:extLst>
          </p:cNvPr>
          <p:cNvSpPr txBox="1"/>
          <p:nvPr/>
        </p:nvSpPr>
        <p:spPr>
          <a:xfrm>
            <a:off x="516104" y="2026482"/>
            <a:ext cx="8126814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/>
              <a:t>A student will be debarred from appearing in an examination if his/her </a:t>
            </a:r>
            <a:r>
              <a:rPr lang="en-US" sz="2000">
                <a:solidFill>
                  <a:srgbClr val="FF0000"/>
                </a:solidFill>
              </a:rPr>
              <a:t>attendance</a:t>
            </a:r>
            <a:r>
              <a:rPr lang="en-US" sz="2000"/>
              <a:t> falls below 75 percent. </a:t>
            </a:r>
            <a:endParaRPr lang="en-IN" sz="20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214645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600200"/>
            <a:ext cx="7467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Contents: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/>
              <a:t>Who was Mendel?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/>
              <a:t>What did he do?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/>
              <a:t>What were his observations?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/>
              <a:t>Conclusions from his experiments.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/>
              <a:t>Mendel’s Law.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dirty="0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280400" y="4531320"/>
              <a:ext cx="82440" cy="1209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71040" y="4521960"/>
                <a:ext cx="101160" cy="13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721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25"/>
                            </p:stCondLst>
                            <p:childTnLst>
                              <p:par>
                                <p:cTn id="10" presetID="15" presetClass="emph" presetSubtype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5" dur="indefinite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3" dur="indefinite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981200" y="1981200"/>
            <a:ext cx="6772274" cy="4343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400"/>
              <a:t>He obtained his studies &amp; trainings in </a:t>
            </a:r>
            <a:r>
              <a:rPr lang="en-US" sz="2400" b="1" err="1"/>
              <a:t>Maths</a:t>
            </a:r>
            <a:r>
              <a:rPr lang="en-US" sz="2400"/>
              <a:t> and </a:t>
            </a:r>
            <a:r>
              <a:rPr lang="en-US" sz="2400" b="1"/>
              <a:t>Physics</a:t>
            </a:r>
            <a:r>
              <a:rPr lang="en-US" sz="2400"/>
              <a:t> from University of Bruṅṅ and Vienna.</a:t>
            </a:r>
            <a:endParaRPr lang="en-US"/>
          </a:p>
          <a:p>
            <a:pPr algn="just">
              <a:lnSpc>
                <a:spcPct val="150000"/>
              </a:lnSpc>
            </a:pPr>
            <a:r>
              <a:rPr lang="en-US" sz="2400"/>
              <a:t>For the first time in history, he carefully conducted series of  detailed experiments on </a:t>
            </a:r>
            <a:r>
              <a:rPr lang="en-US" sz="2400" b="1"/>
              <a:t>pea</a:t>
            </a:r>
            <a:r>
              <a:rPr lang="en-US" sz="2400"/>
              <a:t> (</a:t>
            </a:r>
            <a:r>
              <a:rPr lang="en-US" sz="2400" err="1"/>
              <a:t>pisum</a:t>
            </a:r>
            <a:r>
              <a:rPr lang="en-US" sz="2400"/>
              <a:t> sativum) for entire 8-10 years in more than 28000 plants and presented his results in </a:t>
            </a:r>
            <a:r>
              <a:rPr lang="en-US" sz="2400" err="1"/>
              <a:t>Brünn</a:t>
            </a:r>
            <a:r>
              <a:rPr lang="en-US" sz="2400"/>
              <a:t> conference. (Reference: Annotated PDF article).</a:t>
            </a:r>
            <a:endParaRPr lang="en-US" sz="2400">
              <a:cs typeface="Calibri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2133600" y="1114425"/>
            <a:ext cx="5943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Who was Mendel?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8" t="17162" r="74362"/>
          <a:stretch/>
        </p:blipFill>
        <p:spPr bwMode="auto">
          <a:xfrm>
            <a:off x="278248" y="-709260"/>
            <a:ext cx="2009670" cy="3383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Pea Plants. Botanic Illustrations #receive#PNG#publications#popular | Pea  plant, Plant illustration, Plan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533400"/>
            <a:ext cx="1943204" cy="155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2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6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95275" y="1905000"/>
            <a:ext cx="8458200" cy="4343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400"/>
              <a:t>He developed the </a:t>
            </a:r>
            <a:r>
              <a:rPr lang="en-US" sz="2400" b="1"/>
              <a:t>principle of inheritance</a:t>
            </a:r>
            <a:r>
              <a:rPr lang="en-US" sz="2400"/>
              <a:t> by performing exp. on pea plants.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/>
              <a:t>Inheritance</a:t>
            </a:r>
            <a:r>
              <a:rPr lang="en-US" sz="2400"/>
              <a:t>: means characteristics passed down to individuals.</a:t>
            </a:r>
            <a:endParaRPr lang="en-US" sz="240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400"/>
              <a:t>Prior to Mendel: it was believed that inheritance was due to a </a:t>
            </a:r>
            <a:r>
              <a:rPr lang="en-US" sz="2400" b="1"/>
              <a:t>blending </a:t>
            </a:r>
            <a:r>
              <a:rPr lang="en-US" sz="2400"/>
              <a:t>of parental  “</a:t>
            </a:r>
            <a:r>
              <a:rPr lang="en-US" sz="2400" b="1"/>
              <a:t>essence</a:t>
            </a:r>
            <a:r>
              <a:rPr lang="en-US" sz="2400"/>
              <a:t>” → mixing </a:t>
            </a:r>
            <a:r>
              <a:rPr lang="en-US" sz="2400">
                <a:solidFill>
                  <a:srgbClr val="00B0F0"/>
                </a:solidFill>
              </a:rPr>
              <a:t>blue</a:t>
            </a:r>
            <a:r>
              <a:rPr lang="en-US" sz="2400"/>
              <a:t> + </a:t>
            </a:r>
            <a:r>
              <a:rPr lang="en-US" sz="2400">
                <a:solidFill>
                  <a:srgbClr val="FFC000"/>
                </a:solidFill>
              </a:rPr>
              <a:t>yellow</a:t>
            </a:r>
            <a:r>
              <a:rPr lang="en-US" sz="2400"/>
              <a:t> = </a:t>
            </a:r>
            <a:r>
              <a:rPr lang="en-US" sz="2400">
                <a:solidFill>
                  <a:schemeClr val="accent3">
                    <a:lumMod val="75000"/>
                  </a:schemeClr>
                </a:solidFill>
              </a:rPr>
              <a:t>green</a:t>
            </a:r>
            <a:r>
              <a:rPr lang="en-US" sz="2400"/>
              <a:t>.</a:t>
            </a:r>
            <a:endParaRPr lang="en-US" sz="240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400"/>
              <a:t>Mendel however, believed in discrete units of inheritance factors (or gene).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What did Mendel do?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rctx="PPT">
                                        <p:cTn id="20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7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4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09669" y="1981200"/>
            <a:ext cx="6743805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400"/>
              <a:t>Mendel was born on 20</a:t>
            </a:r>
            <a:r>
              <a:rPr lang="en-US" sz="2400" baseline="30000"/>
              <a:t>th</a:t>
            </a:r>
            <a:r>
              <a:rPr lang="en-US" sz="2400"/>
              <a:t> July 1822, at the                                           Moravian-Silesian (today’s Czech Republic).</a:t>
            </a:r>
          </a:p>
          <a:p>
            <a:pPr algn="just">
              <a:lnSpc>
                <a:spcPct val="150000"/>
              </a:lnSpc>
            </a:pPr>
            <a:r>
              <a:rPr lang="en-US" sz="2400"/>
              <a:t>He was named </a:t>
            </a:r>
            <a:r>
              <a:rPr lang="en-US" sz="2400" u="sng" err="1"/>
              <a:t>Johaan</a:t>
            </a:r>
            <a:r>
              <a:rPr lang="en-US" sz="2400" u="sng"/>
              <a:t> Mendel</a:t>
            </a:r>
            <a:r>
              <a:rPr lang="en-US" sz="2400"/>
              <a:t>. Later, for obtaining easier formal education he joined Augustinian monks and there he was given the name </a:t>
            </a:r>
            <a:r>
              <a:rPr lang="en-US" sz="2400" b="1" err="1"/>
              <a:t>Gregor</a:t>
            </a:r>
            <a:r>
              <a:rPr lang="en-US" sz="2400" b="1"/>
              <a:t> </a:t>
            </a:r>
            <a:r>
              <a:rPr lang="en-US" sz="2400" b="1" err="1"/>
              <a:t>Johaan</a:t>
            </a:r>
            <a:r>
              <a:rPr lang="en-US" sz="2400" b="1"/>
              <a:t> Mendel </a:t>
            </a:r>
            <a:r>
              <a:rPr lang="en-US" sz="2400"/>
              <a:t>or famous </a:t>
            </a:r>
            <a:r>
              <a:rPr lang="en-US" sz="2400" b="1" err="1"/>
              <a:t>Gregor</a:t>
            </a:r>
            <a:r>
              <a:rPr lang="en-US" sz="2400" b="1"/>
              <a:t> Mendel</a:t>
            </a:r>
            <a:r>
              <a:rPr lang="en-US" sz="2400"/>
              <a:t>.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2133600" y="1114425"/>
            <a:ext cx="5943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Who was Mendel?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8" t="17162" r="74362"/>
          <a:stretch/>
        </p:blipFill>
        <p:spPr bwMode="auto">
          <a:xfrm>
            <a:off x="0" y="0"/>
            <a:ext cx="2009670" cy="3383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 descr="Czech Republic | History, Flag, Map, Capital, Population, &amp; Facts |  Britannic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688" y="3505200"/>
            <a:ext cx="1988257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76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0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609600" y="914400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Some terminology</a:t>
            </a:r>
          </a:p>
        </p:txBody>
      </p:sp>
      <p:pic>
        <p:nvPicPr>
          <p:cNvPr id="3076" name="Picture 4" descr="allel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60" t="3088"/>
          <a:stretch/>
        </p:blipFill>
        <p:spPr bwMode="auto">
          <a:xfrm>
            <a:off x="2810018" y="1861899"/>
            <a:ext cx="5678083" cy="50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homologous pai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9" t="5205" r="78711" b="20275"/>
          <a:stretch/>
        </p:blipFill>
        <p:spPr bwMode="auto">
          <a:xfrm>
            <a:off x="2286000" y="1676400"/>
            <a:ext cx="4572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homologous pai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8" t="5205" r="86542" b="20275"/>
          <a:stretch/>
        </p:blipFill>
        <p:spPr bwMode="auto">
          <a:xfrm>
            <a:off x="1828800" y="1676400"/>
            <a:ext cx="45720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homologous pai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9" t="5205" r="78711" b="20275"/>
          <a:stretch/>
        </p:blipFill>
        <p:spPr bwMode="auto">
          <a:xfrm>
            <a:off x="2305050" y="4286250"/>
            <a:ext cx="438150" cy="248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homologous pai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8" t="5205" r="86542" b="20275"/>
          <a:stretch/>
        </p:blipFill>
        <p:spPr bwMode="auto">
          <a:xfrm>
            <a:off x="1910695" y="4301961"/>
            <a:ext cx="438150" cy="248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7622241" y="30162"/>
            <a:ext cx="4114800" cy="1646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7664824" y="-1915"/>
            <a:ext cx="4038600" cy="16462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8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95275" y="1905000"/>
            <a:ext cx="8458200" cy="4343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2400"/>
              <a:t>He crossed different varieties of pure bred pea plants, then collected seeds to determine their characteristics.</a:t>
            </a:r>
          </a:p>
          <a:p>
            <a:pPr algn="just">
              <a:lnSpc>
                <a:spcPct val="150000"/>
              </a:lnSpc>
            </a:pPr>
            <a:r>
              <a:rPr lang="en-US" sz="2400" b="1"/>
              <a:t>Pure bred/True bred</a:t>
            </a:r>
            <a:r>
              <a:rPr lang="en-US" sz="2400"/>
              <a:t>: when two pea plants were crossed the progeny showed </a:t>
            </a:r>
            <a:r>
              <a:rPr lang="en-US" sz="2400" b="1">
                <a:solidFill>
                  <a:schemeClr val="tx2">
                    <a:lumMod val="60000"/>
                    <a:lumOff val="40000"/>
                  </a:schemeClr>
                </a:solidFill>
              </a:rPr>
              <a:t>consistent, replicable and predictable characteristics.</a:t>
            </a:r>
            <a:endParaRPr lang="en-US" sz="2400" b="1">
              <a:solidFill>
                <a:schemeClr val="tx2">
                  <a:lumMod val="60000"/>
                  <a:lumOff val="4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02464" y="2011518"/>
            <a:ext cx="2895600" cy="554791"/>
          </a:xfrm>
          <a:prstGeom prst="roundRect">
            <a:avLst/>
          </a:prstGeom>
          <a:solidFill>
            <a:srgbClr val="FF0000">
              <a:alpha val="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What did Mendel 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7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9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0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37360" y="228600"/>
            <a:ext cx="8458200" cy="4343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endParaRPr lang="en-US" sz="2400"/>
          </a:p>
          <a:p>
            <a:pPr algn="just">
              <a:lnSpc>
                <a:spcPct val="150000"/>
              </a:lnSpc>
            </a:pPr>
            <a:endParaRPr lang="en-US" sz="2400"/>
          </a:p>
          <a:p>
            <a:pPr algn="just">
              <a:lnSpc>
                <a:spcPct val="150000"/>
              </a:lnSpc>
            </a:pPr>
            <a:endParaRPr lang="en-US" sz="2400"/>
          </a:p>
          <a:p>
            <a:pPr algn="just">
              <a:lnSpc>
                <a:spcPct val="150000"/>
              </a:lnSpc>
            </a:pPr>
            <a:r>
              <a:rPr lang="en-US" sz="2400"/>
              <a:t>For any trait, an individual inherits one gene from each parent so that has pairing of two genes (alleles).</a:t>
            </a:r>
            <a:endParaRPr lang="en-US" sz="2400"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400"/>
              <a:t>Two alleles that form the pair for a trait are identical, then the individual is said </a:t>
            </a:r>
            <a:r>
              <a:rPr lang="en-US" sz="2400" b="1"/>
              <a:t>homozygous</a:t>
            </a:r>
            <a:r>
              <a:rPr lang="en-US" sz="2400"/>
              <a:t>.</a:t>
            </a:r>
            <a:endParaRPr lang="en-US" sz="2400">
              <a:cs typeface="Calibri"/>
            </a:endParaRPr>
          </a:p>
          <a:p>
            <a:pPr algn="just">
              <a:lnSpc>
                <a:spcPct val="150000"/>
              </a:lnSpc>
            </a:pPr>
            <a:r>
              <a:rPr lang="en-US" sz="2400"/>
              <a:t>If two alleles are different = hete</a:t>
            </a:r>
            <a:r>
              <a:rPr lang="en-US" sz="2400" b="1"/>
              <a:t>rozygous</a:t>
            </a:r>
            <a:r>
              <a:rPr lang="en-US" sz="2400"/>
              <a:t>.</a:t>
            </a:r>
            <a:endParaRPr lang="en-US" sz="2400">
              <a:cs typeface="Calibri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609600" y="914400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Some terminology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172200" y="3886200"/>
              <a:ext cx="1524000" cy="22860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62839" y="3876840"/>
                <a:ext cx="1542721" cy="23047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2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6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What did Mendel do?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95275" y="1828800"/>
            <a:ext cx="84582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/>
              <a:t>Characters selected for experiment relate: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76425"/>
            <a:ext cx="5362575" cy="381000"/>
          </a:xfrm>
          <a:prstGeom prst="roundRect">
            <a:avLst/>
          </a:prstGeom>
          <a:solidFill>
            <a:srgbClr val="FF0000">
              <a:alpha val="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6" t="12026" r="3140" b="4089"/>
          <a:stretch/>
        </p:blipFill>
        <p:spPr bwMode="auto">
          <a:xfrm>
            <a:off x="935496" y="2380609"/>
            <a:ext cx="6381750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20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229600" y="404727"/>
            <a:ext cx="914400" cy="4464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8167033" y="68550"/>
            <a:ext cx="914400" cy="4464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03614" y="135786"/>
            <a:ext cx="914400" cy="4464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851400" y="707286"/>
            <a:ext cx="914400" cy="4464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7833657" y="920197"/>
            <a:ext cx="914400" cy="4464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7927973" y="1491697"/>
            <a:ext cx="914400" cy="4464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06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What did Mendel do?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95275" y="1828800"/>
            <a:ext cx="84582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/>
              <a:t>Characters selected for experiment relate: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76425"/>
            <a:ext cx="5362575" cy="381000"/>
          </a:xfrm>
          <a:prstGeom prst="roundRect">
            <a:avLst/>
          </a:prstGeom>
          <a:solidFill>
            <a:srgbClr val="FF0000">
              <a:alpha val="7059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02360" y="2851200"/>
              <a:ext cx="1055880" cy="432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000" y="2841840"/>
                <a:ext cx="107460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Ink 10"/>
              <p14:cNvContentPartPr/>
              <p14:nvPr/>
            </p14:nvContentPartPr>
            <p14:xfrm>
              <a:off x="630360" y="2500560"/>
              <a:ext cx="8404920" cy="55692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1000" y="2491200"/>
                <a:ext cx="8423640" cy="57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/>
              <p14:cNvContentPartPr/>
              <p14:nvPr/>
            </p14:nvContentPartPr>
            <p14:xfrm>
              <a:off x="4015440" y="2570760"/>
              <a:ext cx="1171800" cy="300240"/>
            </p14:xfrm>
          </p:contentPart>
        </mc:Choice>
        <mc:Fallback>
          <p:pic>
            <p:nvPicPr>
              <p:cNvPr id="12" name="Ink 1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06080" y="2561400"/>
                <a:ext cx="119052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/>
              <p14:cNvContentPartPr/>
              <p14:nvPr/>
            </p14:nvContentPartPr>
            <p14:xfrm>
              <a:off x="5960880" y="2855520"/>
              <a:ext cx="2770920" cy="952920"/>
            </p14:xfrm>
          </p:contentPart>
        </mc:Choice>
        <mc:Fallback>
          <p:pic>
            <p:nvPicPr>
              <p:cNvPr id="13" name="Ink 1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51520" y="2846160"/>
                <a:ext cx="2789640" cy="9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/>
              <p14:cNvContentPartPr/>
              <p14:nvPr/>
            </p14:nvContentPartPr>
            <p14:xfrm>
              <a:off x="2817360" y="3244680"/>
              <a:ext cx="226800" cy="161280"/>
            </p14:xfrm>
          </p:contentPart>
        </mc:Choice>
        <mc:Fallback>
          <p:pic>
            <p:nvPicPr>
              <p:cNvPr id="14" name="Ink 1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08000" y="3235320"/>
                <a:ext cx="24552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2" name="Ink 21"/>
              <p14:cNvContentPartPr/>
              <p14:nvPr/>
            </p14:nvContentPartPr>
            <p14:xfrm>
              <a:off x="1986840" y="3204360"/>
              <a:ext cx="3566729" cy="2966835"/>
            </p14:xfrm>
          </p:contentPart>
        </mc:Choice>
        <mc:Fallback>
          <p:pic>
            <p:nvPicPr>
              <p:cNvPr id="22" name="Ink 2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77480" y="3195000"/>
                <a:ext cx="3585448" cy="2985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4" name="Ink 23"/>
              <p14:cNvContentPartPr/>
              <p14:nvPr/>
            </p14:nvContentPartPr>
            <p14:xfrm>
              <a:off x="5113800" y="3410805"/>
              <a:ext cx="1119300" cy="445515"/>
            </p14:xfrm>
          </p:contentPart>
        </mc:Choice>
        <mc:Fallback>
          <p:pic>
            <p:nvPicPr>
              <p:cNvPr id="24" name="Ink 23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01923" y="3398977"/>
                <a:ext cx="1143054" cy="4691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5" name="Ink 24"/>
              <p14:cNvContentPartPr/>
              <p14:nvPr/>
            </p14:nvContentPartPr>
            <p14:xfrm>
              <a:off x="5000460" y="3445725"/>
              <a:ext cx="1181880" cy="440640"/>
            </p14:xfrm>
          </p:contentPart>
        </mc:Choice>
        <mc:Fallback>
          <p:pic>
            <p:nvPicPr>
              <p:cNvPr id="25" name="Ink 24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88587" y="3433816"/>
                <a:ext cx="1205626" cy="464458"/>
              </a:xfrm>
              <a:prstGeom prst="rect">
                <a:avLst/>
              </a:prstGeom>
            </p:spPr>
          </p:pic>
        </mc:Fallback>
      </mc:AlternateContent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21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29165" y="595560"/>
            <a:ext cx="3276600" cy="14618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9143435" y="496838"/>
            <a:ext cx="4265520" cy="2170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01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Mendel started expt. with Purebred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685800" y="1752600"/>
            <a:ext cx="84582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He crossed the characters and looked for the hybrids forms :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5" t="11553" r="2937" b="3790"/>
          <a:stretch/>
        </p:blipFill>
        <p:spPr bwMode="auto">
          <a:xfrm>
            <a:off x="1305617" y="2589149"/>
            <a:ext cx="5876925" cy="4100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/>
              <p14:cNvContentPartPr/>
              <p14:nvPr/>
            </p14:nvContentPartPr>
            <p14:xfrm>
              <a:off x="767160" y="2203560"/>
              <a:ext cx="1069920" cy="479520"/>
            </p14:xfrm>
          </p:contentPart>
        </mc:Choice>
        <mc:Fallback>
          <p:pic>
            <p:nvPicPr>
              <p:cNvPr id="12" name="Ink 1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7800" y="2194200"/>
                <a:ext cx="1088640" cy="49824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Image preview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45" r="8701" b="9738"/>
          <a:stretch/>
        </p:blipFill>
        <p:spPr bwMode="auto">
          <a:xfrm>
            <a:off x="2748671" y="3929605"/>
            <a:ext cx="2762036" cy="276378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0" r="32431"/>
          <a:stretch/>
        </p:blipFill>
        <p:spPr bwMode="auto">
          <a:xfrm rot="16200000">
            <a:off x="5903493" y="3530184"/>
            <a:ext cx="2763781" cy="35531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8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The forms of hybrids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95275" y="1828800"/>
            <a:ext cx="84582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2026" r="38254" b="40349"/>
          <a:stretch/>
        </p:blipFill>
        <p:spPr bwMode="auto">
          <a:xfrm>
            <a:off x="3556500" y="2259264"/>
            <a:ext cx="914401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4838700" y="2295526"/>
            <a:ext cx="914401" cy="2486024"/>
            <a:chOff x="4838700" y="2295526"/>
            <a:chExt cx="914401" cy="2486024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59110" r="38254" b="4089"/>
            <a:stretch/>
          </p:blipFill>
          <p:spPr bwMode="auto">
            <a:xfrm>
              <a:off x="4838700" y="2838450"/>
              <a:ext cx="914401" cy="1943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12026" r="38254" b="78232"/>
            <a:stretch/>
          </p:blipFill>
          <p:spPr bwMode="auto">
            <a:xfrm>
              <a:off x="4838700" y="2295526"/>
              <a:ext cx="914401" cy="514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/>
              <p14:cNvContentPartPr/>
              <p14:nvPr/>
            </p14:nvContentPartPr>
            <p14:xfrm>
              <a:off x="4905720" y="6049440"/>
              <a:ext cx="4140720" cy="66564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96360" y="6040080"/>
                <a:ext cx="4159440" cy="68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/>
              <p14:cNvContentPartPr/>
              <p14:nvPr/>
            </p14:nvContentPartPr>
            <p14:xfrm>
              <a:off x="2669400" y="6039720"/>
              <a:ext cx="1775880" cy="411840"/>
            </p14:xfrm>
          </p:contentPart>
        </mc:Choice>
        <mc:Fallback>
          <p:pic>
            <p:nvPicPr>
              <p:cNvPr id="14" name="Ink 1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60040" y="6030360"/>
                <a:ext cx="179460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1" name="Ink 20"/>
              <p14:cNvContentPartPr/>
              <p14:nvPr/>
            </p14:nvContentPartPr>
            <p14:xfrm>
              <a:off x="1448310" y="3962400"/>
              <a:ext cx="1567800" cy="392040"/>
            </p14:xfrm>
          </p:contentPart>
        </mc:Choice>
        <mc:Fallback>
          <p:pic>
            <p:nvPicPr>
              <p:cNvPr id="21" name="Ink 20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36435" y="3950542"/>
                <a:ext cx="1591549" cy="4157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56" name="Ink 1055"/>
              <p14:cNvContentPartPr/>
              <p14:nvPr/>
            </p14:nvContentPartPr>
            <p14:xfrm>
              <a:off x="5241660" y="5552460"/>
              <a:ext cx="3873960" cy="515520"/>
            </p14:xfrm>
          </p:contentPart>
        </mc:Choice>
        <mc:Fallback>
          <p:pic>
            <p:nvPicPr>
              <p:cNvPr id="1056" name="Ink 105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29781" y="5540588"/>
                <a:ext cx="3897718" cy="539263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/>
          <p:cNvGrpSpPr/>
          <p:nvPr/>
        </p:nvGrpSpPr>
        <p:grpSpPr>
          <a:xfrm>
            <a:off x="6129000" y="5128920"/>
            <a:ext cx="1129320" cy="547920"/>
            <a:chOff x="6129000" y="5128920"/>
            <a:chExt cx="1129320" cy="54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91" name="Ink 1090"/>
                <p14:cNvContentPartPr/>
                <p14:nvPr/>
              </p14:nvContentPartPr>
              <p14:xfrm>
                <a:off x="6608160" y="5609880"/>
                <a:ext cx="102240" cy="66960"/>
              </p14:xfrm>
            </p:contentPart>
          </mc:Choice>
          <mc:Fallback>
            <p:pic>
              <p:nvPicPr>
                <p:cNvPr id="1091" name="Ink 1090"/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98800" y="5600520"/>
                  <a:ext cx="120960" cy="8568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0" name="Group 9"/>
            <p:cNvGrpSpPr/>
            <p:nvPr/>
          </p:nvGrpSpPr>
          <p:grpSpPr>
            <a:xfrm>
              <a:off x="6129000" y="5128920"/>
              <a:ext cx="1129320" cy="541800"/>
              <a:chOff x="6129000" y="5128920"/>
              <a:chExt cx="1129320" cy="5418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1097" name="Ink 1096"/>
                  <p14:cNvContentPartPr/>
                  <p14:nvPr/>
                </p14:nvContentPartPr>
                <p14:xfrm>
                  <a:off x="6129000" y="5128920"/>
                  <a:ext cx="1129320" cy="210960"/>
                </p14:xfrm>
              </p:contentPart>
            </mc:Choice>
            <mc:Fallback>
              <p:pic>
                <p:nvPicPr>
                  <p:cNvPr id="1097" name="Ink 1096"/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6119640" y="5119560"/>
                    <a:ext cx="1148040" cy="229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1098" name="Ink 1097"/>
                  <p14:cNvContentPartPr/>
                  <p14:nvPr/>
                </p14:nvContentPartPr>
                <p14:xfrm>
                  <a:off x="6658200" y="5383800"/>
                  <a:ext cx="8280" cy="286920"/>
                </p14:xfrm>
              </p:contentPart>
            </mc:Choice>
            <mc:Fallback>
              <p:pic>
                <p:nvPicPr>
                  <p:cNvPr id="1098" name="Ink 1097"/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6648840" y="5374440"/>
                    <a:ext cx="27000" cy="3056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3" name="Group 2"/>
          <p:cNvGrpSpPr/>
          <p:nvPr/>
        </p:nvGrpSpPr>
        <p:grpSpPr>
          <a:xfrm>
            <a:off x="1284140" y="6106544"/>
            <a:ext cx="3821261" cy="507600"/>
            <a:chOff x="1284140" y="6106544"/>
            <a:chExt cx="3821261" cy="507600"/>
          </a:xfrm>
        </p:grpSpPr>
        <p:pic>
          <p:nvPicPr>
            <p:cNvPr id="13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5838" r="38254" b="56685"/>
            <a:stretch/>
          </p:blipFill>
          <p:spPr bwMode="auto">
            <a:xfrm>
              <a:off x="4191000" y="6117682"/>
              <a:ext cx="914401" cy="3947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13" name="Ink 1112"/>
                <p14:cNvContentPartPr/>
                <p14:nvPr/>
              </p14:nvContentPartPr>
              <p14:xfrm>
                <a:off x="1284140" y="6106544"/>
                <a:ext cx="1219320" cy="507600"/>
              </p14:xfrm>
            </p:contentPart>
          </mc:Choice>
          <mc:Fallback>
            <p:pic>
              <p:nvPicPr>
                <p:cNvPr id="1113" name="Ink 1112"/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72264" y="6094664"/>
                  <a:ext cx="1243073" cy="53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/>
          <p:cNvGrpSpPr/>
          <p:nvPr/>
        </p:nvGrpSpPr>
        <p:grpSpPr>
          <a:xfrm>
            <a:off x="3954660" y="4772386"/>
            <a:ext cx="1497210" cy="1321678"/>
            <a:chOff x="3954660" y="4772386"/>
            <a:chExt cx="1497210" cy="1321678"/>
          </a:xfrm>
        </p:grpSpPr>
        <p:grpSp>
          <p:nvGrpSpPr>
            <p:cNvPr id="1089" name="Group 1088"/>
            <p:cNvGrpSpPr/>
            <p:nvPr/>
          </p:nvGrpSpPr>
          <p:grpSpPr>
            <a:xfrm>
              <a:off x="3954660" y="4772386"/>
              <a:ext cx="1497210" cy="488654"/>
              <a:chOff x="3954660" y="4772386"/>
              <a:chExt cx="1497210" cy="488654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38" name="Ink 37"/>
                  <p14:cNvContentPartPr/>
                  <p14:nvPr/>
                </p14:nvContentPartPr>
                <p14:xfrm>
                  <a:off x="5303190" y="4858171"/>
                  <a:ext cx="148680" cy="185760"/>
                </p14:xfrm>
              </p:contentPart>
            </mc:Choice>
            <mc:Fallback>
              <p:pic>
                <p:nvPicPr>
                  <p:cNvPr id="38" name="Ink 37"/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5291310" y="4846291"/>
                    <a:ext cx="172440" cy="20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1034" name="Ink 1033"/>
                  <p14:cNvContentPartPr/>
                  <p14:nvPr/>
                </p14:nvContentPartPr>
                <p14:xfrm>
                  <a:off x="3954660" y="4772386"/>
                  <a:ext cx="138960" cy="240480"/>
                </p14:xfrm>
              </p:contentPart>
            </mc:Choice>
            <mc:Fallback>
              <p:pic>
                <p:nvPicPr>
                  <p:cNvPr id="1034" name="Ink 1033"/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3942780" y="4760506"/>
                    <a:ext cx="162720" cy="264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1036" name="Ink 1035"/>
                  <p14:cNvContentPartPr/>
                  <p14:nvPr/>
                </p14:nvContentPartPr>
                <p14:xfrm>
                  <a:off x="4361640" y="5029560"/>
                  <a:ext cx="695880" cy="231480"/>
                </p14:xfrm>
              </p:contentPart>
            </mc:Choice>
            <mc:Fallback>
              <p:pic>
                <p:nvPicPr>
                  <p:cNvPr id="1036" name="Ink 1035"/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4349772" y="5018021"/>
                    <a:ext cx="719615" cy="254558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/>
                <p14:cNvContentPartPr/>
                <p14:nvPr/>
              </p14:nvContentPartPr>
              <p14:xfrm>
                <a:off x="4518391" y="5306024"/>
                <a:ext cx="719640" cy="788040"/>
              </p14:xfrm>
            </p:contentPart>
          </mc:Choice>
          <mc:Fallback>
            <p:pic>
              <p:nvPicPr>
                <p:cNvPr id="18" name="Ink 17"/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06517" y="5294160"/>
                  <a:ext cx="743388" cy="8117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7" name="Ink 26"/>
                <p14:cNvContentPartPr/>
                <p14:nvPr/>
              </p14:nvContentPartPr>
              <p14:xfrm>
                <a:off x="4218871" y="5317904"/>
                <a:ext cx="374040" cy="726480"/>
              </p14:xfrm>
            </p:contentPart>
          </mc:Choice>
          <mc:Fallback>
            <p:pic>
              <p:nvPicPr>
                <p:cNvPr id="27" name="Ink 26"/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207037" y="5306036"/>
                  <a:ext cx="397709" cy="750216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>
                <a:solidFill>
                  <a:schemeClr val="bg1"/>
                </a:solidFill>
              </a:rPr>
              <a:t>23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53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What did Mendel do?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597373" y="2227240"/>
            <a:ext cx="6546493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/>
              <a:t>He crossed the characters and looked for the forms of hybrids: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3" t="11553" r="2937" b="3790"/>
          <a:stretch/>
        </p:blipFill>
        <p:spPr bwMode="auto">
          <a:xfrm>
            <a:off x="1064171" y="2758904"/>
            <a:ext cx="6705600" cy="4100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1395360" y="3862440"/>
              <a:ext cx="6415920" cy="244836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6000" y="3853080"/>
                <a:ext cx="6434640" cy="24670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8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What have we learned so far?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95275" y="1828800"/>
            <a:ext cx="8458200" cy="43434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/>
              <a:t>Idea of </a:t>
            </a:r>
            <a:r>
              <a:rPr lang="en-US" sz="2400" b="1">
                <a:solidFill>
                  <a:srgbClr val="C00000"/>
                </a:solidFill>
              </a:rPr>
              <a:t>blending</a:t>
            </a:r>
            <a:r>
              <a:rPr lang="en-US" sz="2400"/>
              <a:t> as heredity was challenged.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>
                <a:highlight>
                  <a:srgbClr val="FFFF00"/>
                </a:highlight>
              </a:rPr>
              <a:t>Pair of discrete heredity factors/Pair of genes/ Allele/ alternate of same gene = </a:t>
            </a:r>
            <a:r>
              <a:rPr lang="en-US" sz="2400" b="1">
                <a:solidFill>
                  <a:srgbClr val="C00000"/>
                </a:solidFill>
                <a:highlight>
                  <a:srgbClr val="FFFF00"/>
                </a:highlight>
              </a:rPr>
              <a:t>Trait or Phenotype</a:t>
            </a:r>
            <a:r>
              <a:rPr lang="en-US" sz="2400" b="1">
                <a:solidFill>
                  <a:srgbClr val="C00000"/>
                </a:solidFill>
              </a:rPr>
              <a:t>.</a:t>
            </a:r>
            <a:endParaRPr lang="en-US" sz="2400" b="1">
              <a:solidFill>
                <a:srgbClr val="C00000"/>
              </a:solidFill>
              <a:ea typeface="Calibri"/>
              <a:cs typeface="Calibri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/>
              <a:t>Character that is transmitted unchanged (entire): </a:t>
            </a:r>
            <a:r>
              <a:rPr lang="en-US" sz="2400" b="1">
                <a:solidFill>
                  <a:srgbClr val="C00000"/>
                </a:solidFill>
              </a:rPr>
              <a:t>Dominant. </a:t>
            </a:r>
            <a:endParaRPr lang="en-US" sz="2400" b="1">
              <a:solidFill>
                <a:srgbClr val="C00000"/>
              </a:solidFill>
              <a:ea typeface="Calibri"/>
              <a:cs typeface="Calibri"/>
            </a:endParaRP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/>
              <a:t>Character that is withdrawn in the </a:t>
            </a:r>
            <a:r>
              <a:rPr lang="en-US" sz="2400" err="1"/>
              <a:t>hybrid:</a:t>
            </a:r>
            <a:r>
              <a:rPr lang="en-US" sz="2400" b="1" err="1">
                <a:solidFill>
                  <a:srgbClr val="C00000"/>
                </a:solidFill>
              </a:rPr>
              <a:t>Recessive</a:t>
            </a:r>
            <a:r>
              <a:rPr lang="en-US" sz="2400" b="1">
                <a:solidFill>
                  <a:srgbClr val="C00000"/>
                </a:solidFill>
              </a:rPr>
              <a:t> </a:t>
            </a:r>
            <a:r>
              <a:rPr lang="en-US" sz="2400">
                <a:solidFill>
                  <a:schemeClr val="bg1"/>
                </a:solidFill>
              </a:rPr>
              <a:t>but reappears in their progeny (will see further).</a:t>
            </a:r>
            <a:endParaRPr lang="en-US" sz="24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7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What did Mendel do?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95275" y="1828800"/>
            <a:ext cx="84582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/>
              <a:t>The forms of hybrids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2026" r="38254" b="40349"/>
          <a:stretch/>
        </p:blipFill>
        <p:spPr bwMode="auto">
          <a:xfrm>
            <a:off x="3609974" y="2286001"/>
            <a:ext cx="914401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4838700" y="2295526"/>
            <a:ext cx="914401" cy="2486024"/>
            <a:chOff x="4838700" y="2295526"/>
            <a:chExt cx="914401" cy="2486024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59110" r="38254" b="4089"/>
            <a:stretch/>
          </p:blipFill>
          <p:spPr bwMode="auto">
            <a:xfrm>
              <a:off x="4838700" y="2838450"/>
              <a:ext cx="914401" cy="1943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12026" r="38254" b="78232"/>
            <a:stretch/>
          </p:blipFill>
          <p:spPr bwMode="auto">
            <a:xfrm>
              <a:off x="4838700" y="2295526"/>
              <a:ext cx="914401" cy="514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5838" r="38254" b="56685"/>
          <a:stretch/>
        </p:blipFill>
        <p:spPr bwMode="auto">
          <a:xfrm>
            <a:off x="4191000" y="6117682"/>
            <a:ext cx="914401" cy="394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/>
              <p14:cNvContentPartPr/>
              <p14:nvPr/>
            </p14:nvContentPartPr>
            <p14:xfrm>
              <a:off x="4905720" y="6049440"/>
              <a:ext cx="4140720" cy="66564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96360" y="6040080"/>
                <a:ext cx="4159440" cy="68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/>
              <p14:cNvContentPartPr/>
              <p14:nvPr/>
            </p14:nvContentPartPr>
            <p14:xfrm>
              <a:off x="2669400" y="6039720"/>
              <a:ext cx="1775880" cy="411840"/>
            </p14:xfrm>
          </p:contentPart>
        </mc:Choice>
        <mc:Fallback>
          <p:pic>
            <p:nvPicPr>
              <p:cNvPr id="14" name="Ink 1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60040" y="6030360"/>
                <a:ext cx="1794600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36" name="Ink 1035"/>
              <p14:cNvContentPartPr/>
              <p14:nvPr/>
            </p14:nvContentPartPr>
            <p14:xfrm>
              <a:off x="4361640" y="5029560"/>
              <a:ext cx="695880" cy="231480"/>
            </p14:xfrm>
          </p:contentPart>
        </mc:Choice>
        <mc:Fallback>
          <p:pic>
            <p:nvPicPr>
              <p:cNvPr id="1036" name="Ink 103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49772" y="5018021"/>
                <a:ext cx="719615" cy="254558"/>
              </a:xfrm>
              <a:prstGeom prst="rect">
                <a:avLst/>
              </a:prstGeom>
            </p:spPr>
          </p:pic>
        </mc:Fallback>
      </mc:AlternateContent>
      <p:grpSp>
        <p:nvGrpSpPr>
          <p:cNvPr id="1090" name="Group 1089"/>
          <p:cNvGrpSpPr/>
          <p:nvPr/>
        </p:nvGrpSpPr>
        <p:grpSpPr>
          <a:xfrm>
            <a:off x="4191540" y="5314140"/>
            <a:ext cx="4924080" cy="753840"/>
            <a:chOff x="4191540" y="5314140"/>
            <a:chExt cx="4924080" cy="75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48" name="Ink 1047"/>
                <p14:cNvContentPartPr/>
                <p14:nvPr/>
              </p14:nvContentPartPr>
              <p14:xfrm>
                <a:off x="4653420" y="5780340"/>
                <a:ext cx="129960" cy="274680"/>
              </p14:xfrm>
            </p:contentPart>
          </mc:Choice>
          <mc:Fallback>
            <p:pic>
              <p:nvPicPr>
                <p:cNvPr id="1048" name="Ink 1047"/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41605" y="5768460"/>
                  <a:ext cx="153589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54" name="Ink 1053"/>
                <p14:cNvContentPartPr/>
                <p14:nvPr/>
              </p14:nvContentPartPr>
              <p14:xfrm>
                <a:off x="4191540" y="5314140"/>
                <a:ext cx="456480" cy="482040"/>
              </p14:xfrm>
            </p:contentPart>
          </mc:Choice>
          <mc:Fallback>
            <p:pic>
              <p:nvPicPr>
                <p:cNvPr id="1054" name="Ink 1053"/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79669" y="5302278"/>
                  <a:ext cx="480221" cy="5057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55" name="Ink 1054"/>
                <p14:cNvContentPartPr/>
                <p14:nvPr/>
              </p14:nvContentPartPr>
              <p14:xfrm>
                <a:off x="4709580" y="5318820"/>
                <a:ext cx="681480" cy="587520"/>
              </p14:xfrm>
            </p:contentPart>
          </mc:Choice>
          <mc:Fallback>
            <p:pic>
              <p:nvPicPr>
                <p:cNvPr id="1055" name="Ink 1054"/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97719" y="5306947"/>
                  <a:ext cx="705202" cy="6112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56" name="Ink 1055"/>
                <p14:cNvContentPartPr/>
                <p14:nvPr/>
              </p14:nvContentPartPr>
              <p14:xfrm>
                <a:off x="5241660" y="5552460"/>
                <a:ext cx="3873960" cy="515520"/>
              </p14:xfrm>
            </p:contentPart>
          </mc:Choice>
          <mc:Fallback>
            <p:pic>
              <p:nvPicPr>
                <p:cNvPr id="1056" name="Ink 1055"/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29781" y="5540588"/>
                  <a:ext cx="3897718" cy="53926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091" name="Ink 1090"/>
              <p14:cNvContentPartPr/>
              <p14:nvPr/>
            </p14:nvContentPartPr>
            <p14:xfrm>
              <a:off x="6608160" y="5609880"/>
              <a:ext cx="102240" cy="66960"/>
            </p14:xfrm>
          </p:contentPart>
        </mc:Choice>
        <mc:Fallback>
          <p:pic>
            <p:nvPicPr>
              <p:cNvPr id="1091" name="Ink 1090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98800" y="5600520"/>
                <a:ext cx="12096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097" name="Ink 1096"/>
              <p14:cNvContentPartPr/>
              <p14:nvPr/>
            </p14:nvContentPartPr>
            <p14:xfrm>
              <a:off x="6129000" y="5128920"/>
              <a:ext cx="1129320" cy="210960"/>
            </p14:xfrm>
          </p:contentPart>
        </mc:Choice>
        <mc:Fallback>
          <p:pic>
            <p:nvPicPr>
              <p:cNvPr id="1097" name="Ink 1096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19640" y="5119560"/>
                <a:ext cx="114804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098" name="Ink 1097"/>
              <p14:cNvContentPartPr/>
              <p14:nvPr/>
            </p14:nvContentPartPr>
            <p14:xfrm>
              <a:off x="6658200" y="5383800"/>
              <a:ext cx="8280" cy="286920"/>
            </p14:xfrm>
          </p:contentPart>
        </mc:Choice>
        <mc:Fallback>
          <p:pic>
            <p:nvPicPr>
              <p:cNvPr id="1098" name="Ink 1097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648840" y="5374440"/>
                <a:ext cx="2700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9" name="Ink 18"/>
              <p14:cNvContentPartPr/>
              <p14:nvPr/>
            </p14:nvContentPartPr>
            <p14:xfrm>
              <a:off x="1398480" y="6111525"/>
              <a:ext cx="1996680" cy="401040"/>
            </p14:xfrm>
          </p:contentPart>
        </mc:Choice>
        <mc:Fallback>
          <p:pic>
            <p:nvPicPr>
              <p:cNvPr id="19" name="Ink 18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381562" y="6094605"/>
                <a:ext cx="2022597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3" name="Ink 22"/>
              <p14:cNvContentPartPr/>
              <p14:nvPr/>
            </p14:nvContentPartPr>
            <p14:xfrm>
              <a:off x="1448310" y="3962400"/>
              <a:ext cx="1567800" cy="392040"/>
            </p14:xfrm>
          </p:contentPart>
        </mc:Choice>
        <mc:Fallback>
          <p:pic>
            <p:nvPicPr>
              <p:cNvPr id="23" name="Ink 22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36435" y="3950542"/>
                <a:ext cx="1591549" cy="415756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8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2232" y="422122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5838" r="38254" b="56685"/>
          <a:stretch/>
        </p:blipFill>
        <p:spPr bwMode="auto">
          <a:xfrm rot="10980000">
            <a:off x="1766834" y="2037238"/>
            <a:ext cx="1445342" cy="608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5838" r="38254" b="56685"/>
          <a:stretch/>
        </p:blipFill>
        <p:spPr bwMode="auto">
          <a:xfrm>
            <a:off x="3526574" y="1996975"/>
            <a:ext cx="1253613" cy="616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80" name="Ink 1079"/>
              <p14:cNvContentPartPr/>
              <p14:nvPr/>
            </p14:nvContentPartPr>
            <p14:xfrm>
              <a:off x="3232140" y="2192138"/>
              <a:ext cx="187920" cy="247387"/>
            </p14:xfrm>
          </p:contentPart>
        </mc:Choice>
        <mc:Fallback>
          <p:pic>
            <p:nvPicPr>
              <p:cNvPr id="1080" name="Ink 107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0260" y="2180255"/>
                <a:ext cx="211680" cy="2711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16" name="Ink 1115"/>
              <p14:cNvContentPartPr/>
              <p14:nvPr/>
            </p14:nvContentPartPr>
            <p14:xfrm>
              <a:off x="967020" y="2019698"/>
              <a:ext cx="6978240" cy="2611507"/>
            </p14:xfrm>
          </p:contentPart>
        </mc:Choice>
        <mc:Fallback>
          <p:pic>
            <p:nvPicPr>
              <p:cNvPr id="1116" name="Ink 111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5142" y="2007818"/>
                <a:ext cx="7001996" cy="26352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35" name="Ink 1134"/>
              <p14:cNvContentPartPr/>
              <p14:nvPr/>
            </p14:nvContentPartPr>
            <p14:xfrm>
              <a:off x="6693360" y="2341605"/>
              <a:ext cx="2419380" cy="2415210"/>
            </p14:xfrm>
          </p:contentPart>
        </mc:Choice>
        <mc:Fallback>
          <p:pic>
            <p:nvPicPr>
              <p:cNvPr id="1135" name="Ink 113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81486" y="2329725"/>
                <a:ext cx="2443128" cy="24389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96" name="Ink 1195"/>
              <p14:cNvContentPartPr/>
              <p14:nvPr/>
            </p14:nvContentPartPr>
            <p14:xfrm>
              <a:off x="6291420" y="2452845"/>
              <a:ext cx="136440" cy="4246920"/>
            </p14:xfrm>
          </p:contentPart>
        </mc:Choice>
        <mc:Fallback>
          <p:pic>
            <p:nvPicPr>
              <p:cNvPr id="1196" name="Ink 119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79509" y="2440968"/>
                <a:ext cx="160263" cy="42706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01" name="Ink 1200"/>
              <p14:cNvContentPartPr/>
              <p14:nvPr/>
            </p14:nvContentPartPr>
            <p14:xfrm>
              <a:off x="7925820" y="3831645"/>
              <a:ext cx="284040" cy="271800"/>
            </p14:xfrm>
          </p:contentPart>
        </mc:Choice>
        <mc:Fallback>
          <p:pic>
            <p:nvPicPr>
              <p:cNvPr id="1201" name="Ink 1200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13970" y="3819796"/>
                <a:ext cx="307740" cy="2954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07" name="Ink 1206"/>
              <p14:cNvContentPartPr/>
              <p14:nvPr/>
            </p14:nvContentPartPr>
            <p14:xfrm>
              <a:off x="6715140" y="4892925"/>
              <a:ext cx="1573560" cy="530280"/>
            </p14:xfrm>
          </p:contentPart>
        </mc:Choice>
        <mc:Fallback>
          <p:pic>
            <p:nvPicPr>
              <p:cNvPr id="1207" name="Ink 120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03265" y="4881133"/>
                <a:ext cx="1597309" cy="553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28" name="Ink 1227"/>
              <p14:cNvContentPartPr/>
              <p14:nvPr/>
            </p14:nvContentPartPr>
            <p14:xfrm>
              <a:off x="8397060" y="5029725"/>
              <a:ext cx="602640" cy="254160"/>
            </p14:xfrm>
          </p:contentPart>
        </mc:Choice>
        <mc:Fallback>
          <p:pic>
            <p:nvPicPr>
              <p:cNvPr id="1228" name="Ink 1227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385180" y="5017862"/>
                <a:ext cx="626400" cy="277886"/>
              </a:xfrm>
              <a:prstGeom prst="rect">
                <a:avLst/>
              </a:prstGeom>
            </p:spPr>
          </p:pic>
        </mc:Fallback>
      </mc:AlternateContent>
      <p:pic>
        <p:nvPicPr>
          <p:cNvPr id="27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5838" r="38254" b="56685"/>
          <a:stretch/>
        </p:blipFill>
        <p:spPr bwMode="auto">
          <a:xfrm>
            <a:off x="2288594" y="4723665"/>
            <a:ext cx="914401" cy="394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5838" r="38254" b="56685"/>
          <a:stretch/>
        </p:blipFill>
        <p:spPr bwMode="auto">
          <a:xfrm>
            <a:off x="3232140" y="4723665"/>
            <a:ext cx="914401" cy="394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5838" r="38254" b="56685"/>
          <a:stretch/>
        </p:blipFill>
        <p:spPr bwMode="auto">
          <a:xfrm>
            <a:off x="4146541" y="4723665"/>
            <a:ext cx="914401" cy="394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69802" r="38254" b="19506"/>
          <a:stretch/>
        </p:blipFill>
        <p:spPr bwMode="auto">
          <a:xfrm>
            <a:off x="5108820" y="4610651"/>
            <a:ext cx="914401" cy="564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34" name="Ink 1233"/>
              <p14:cNvContentPartPr/>
              <p14:nvPr/>
            </p14:nvContentPartPr>
            <p14:xfrm>
              <a:off x="4895160" y="5364885"/>
              <a:ext cx="1437480" cy="690120"/>
            </p14:xfrm>
          </p:contentPart>
        </mc:Choice>
        <mc:Fallback>
          <p:pic>
            <p:nvPicPr>
              <p:cNvPr id="1234" name="Ink 1233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71052" y="5340740"/>
                <a:ext cx="1484976" cy="737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61" name="Ink 1260"/>
              <p14:cNvContentPartPr/>
              <p14:nvPr/>
            </p14:nvContentPartPr>
            <p14:xfrm>
              <a:off x="6713520" y="5027925"/>
              <a:ext cx="2220300" cy="1573530"/>
            </p14:xfrm>
          </p:contentPart>
        </mc:Choice>
        <mc:Fallback>
          <p:pic>
            <p:nvPicPr>
              <p:cNvPr id="1261" name="Ink 1260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701641" y="5016051"/>
                <a:ext cx="2244058" cy="1601956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38623" y="1747226"/>
            <a:ext cx="1974897" cy="6671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58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85" name="Ink 1084"/>
              <p14:cNvContentPartPr/>
              <p14:nvPr/>
            </p14:nvContentPartPr>
            <p14:xfrm>
              <a:off x="5820330" y="1750784"/>
              <a:ext cx="1741350" cy="306615"/>
            </p14:xfrm>
          </p:contentPart>
        </mc:Choice>
        <mc:Fallback>
          <p:pic>
            <p:nvPicPr>
              <p:cNvPr id="1085" name="Ink 108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3413" y="1733870"/>
                <a:ext cx="1774464" cy="339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73" name="Ink 172"/>
              <p14:cNvContentPartPr/>
              <p14:nvPr/>
            </p14:nvContentPartPr>
            <p14:xfrm>
              <a:off x="7258920" y="3707805"/>
              <a:ext cx="605520" cy="466920"/>
            </p14:xfrm>
          </p:contentPart>
        </mc:Choice>
        <mc:Fallback>
          <p:pic>
            <p:nvPicPr>
              <p:cNvPr id="173" name="Ink 17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42020" y="3690911"/>
                <a:ext cx="638601" cy="499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4" name="Ink 173"/>
              <p14:cNvContentPartPr/>
              <p14:nvPr/>
            </p14:nvContentPartPr>
            <p14:xfrm>
              <a:off x="6294480" y="4218645"/>
              <a:ext cx="134640" cy="87840"/>
            </p14:xfrm>
          </p:contentPart>
        </mc:Choice>
        <mc:Fallback>
          <p:pic>
            <p:nvPicPr>
              <p:cNvPr id="174" name="Ink 17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77650" y="4201725"/>
                <a:ext cx="167584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5" name="Ink 174"/>
              <p14:cNvContentPartPr/>
              <p14:nvPr/>
            </p14:nvContentPartPr>
            <p14:xfrm>
              <a:off x="6331200" y="3712485"/>
              <a:ext cx="262080" cy="567000"/>
            </p14:xfrm>
          </p:contentPart>
        </mc:Choice>
        <mc:Fallback>
          <p:pic>
            <p:nvPicPr>
              <p:cNvPr id="175" name="Ink 174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14326" y="3695597"/>
                <a:ext cx="295109" cy="6000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6" name="Ink 175"/>
              <p14:cNvContentPartPr/>
              <p14:nvPr/>
            </p14:nvContentPartPr>
            <p14:xfrm>
              <a:off x="7831320" y="4112445"/>
              <a:ext cx="68400" cy="97200"/>
            </p14:xfrm>
          </p:contentPart>
        </mc:Choice>
        <mc:Fallback>
          <p:pic>
            <p:nvPicPr>
              <p:cNvPr id="176" name="Ink 17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14400" y="4095587"/>
                <a:ext cx="101520" cy="1301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7" name="Ink 176"/>
              <p14:cNvContentPartPr/>
              <p14:nvPr/>
            </p14:nvContentPartPr>
            <p14:xfrm>
              <a:off x="7729800" y="4181565"/>
              <a:ext cx="102600" cy="14040"/>
            </p14:xfrm>
          </p:contentPart>
        </mc:Choice>
        <mc:Fallback>
          <p:pic>
            <p:nvPicPr>
              <p:cNvPr id="177" name="Ink 176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12939" y="4165068"/>
                <a:ext cx="135604" cy="463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62" name="Ink 1161"/>
              <p14:cNvContentPartPr/>
              <p14:nvPr/>
            </p14:nvContentPartPr>
            <p14:xfrm>
              <a:off x="7674000" y="5725935"/>
              <a:ext cx="186840" cy="167760"/>
            </p14:xfrm>
          </p:contentPart>
        </mc:Choice>
        <mc:Fallback>
          <p:pic>
            <p:nvPicPr>
              <p:cNvPr id="1162" name="Ink 116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57080" y="5709051"/>
                <a:ext cx="219960" cy="2008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64" name="Ink 1163"/>
              <p14:cNvContentPartPr/>
              <p14:nvPr/>
            </p14:nvContentPartPr>
            <p14:xfrm>
              <a:off x="3743359" y="2852752"/>
              <a:ext cx="281520" cy="277200"/>
            </p14:xfrm>
          </p:contentPart>
        </mc:Choice>
        <mc:Fallback>
          <p:pic>
            <p:nvPicPr>
              <p:cNvPr id="1164" name="Ink 1163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26461" y="2835919"/>
                <a:ext cx="314598" cy="3101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65" name="Ink 1164"/>
              <p14:cNvContentPartPr/>
              <p14:nvPr/>
            </p14:nvContentPartPr>
            <p14:xfrm>
              <a:off x="5631360" y="2234325"/>
              <a:ext cx="2678040" cy="440640"/>
            </p14:xfrm>
          </p:contentPart>
        </mc:Choice>
        <mc:Fallback>
          <p:pic>
            <p:nvPicPr>
              <p:cNvPr id="1165" name="Ink 1164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14442" y="2217419"/>
                <a:ext cx="2711156" cy="4737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66" name="Ink 1165"/>
              <p14:cNvContentPartPr/>
              <p14:nvPr/>
            </p14:nvContentPartPr>
            <p14:xfrm>
              <a:off x="5978040" y="3158805"/>
              <a:ext cx="2506680" cy="1481040"/>
            </p14:xfrm>
          </p:contentPart>
        </mc:Choice>
        <mc:Fallback>
          <p:pic>
            <p:nvPicPr>
              <p:cNvPr id="1166" name="Ink 1165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61118" y="3141885"/>
                <a:ext cx="2539805" cy="15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176" name="Ink 1175"/>
              <p14:cNvContentPartPr/>
              <p14:nvPr/>
            </p14:nvContentPartPr>
            <p14:xfrm>
              <a:off x="1462200" y="4324845"/>
              <a:ext cx="950400" cy="301680"/>
            </p14:xfrm>
          </p:contentPart>
        </mc:Choice>
        <mc:Fallback>
          <p:pic>
            <p:nvPicPr>
              <p:cNvPr id="1176" name="Ink 1175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45280" y="4307945"/>
                <a:ext cx="983520" cy="3347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179" name="Ink 1178"/>
              <p14:cNvContentPartPr/>
              <p14:nvPr/>
            </p14:nvContentPartPr>
            <p14:xfrm>
              <a:off x="1497398" y="2769285"/>
              <a:ext cx="947160" cy="365760"/>
            </p14:xfrm>
          </p:contentPart>
        </mc:Choice>
        <mc:Fallback>
          <p:pic>
            <p:nvPicPr>
              <p:cNvPr id="1179" name="Ink 1178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80497" y="2752398"/>
                <a:ext cx="980242" cy="3988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180" name="Ink 1179"/>
              <p14:cNvContentPartPr/>
              <p14:nvPr/>
            </p14:nvContentPartPr>
            <p14:xfrm>
              <a:off x="5924760" y="2769285"/>
              <a:ext cx="155520" cy="306360"/>
            </p14:xfrm>
          </p:contentPart>
        </mc:Choice>
        <mc:Fallback>
          <p:pic>
            <p:nvPicPr>
              <p:cNvPr id="1180" name="Ink 1179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07879" y="2752444"/>
                <a:ext cx="188564" cy="3393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90" name="Ink 1189"/>
              <p14:cNvContentPartPr/>
              <p14:nvPr/>
            </p14:nvContentPartPr>
            <p14:xfrm>
              <a:off x="1393440" y="4876800"/>
              <a:ext cx="7602120" cy="1671480"/>
            </p14:xfrm>
          </p:contentPart>
        </mc:Choice>
        <mc:Fallback>
          <p:pic>
            <p:nvPicPr>
              <p:cNvPr id="1190" name="Ink 1189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76521" y="4859876"/>
                <a:ext cx="7635238" cy="17118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" name="Ink 6"/>
              <p14:cNvContentPartPr/>
              <p14:nvPr/>
            </p14:nvContentPartPr>
            <p14:xfrm>
              <a:off x="6481652" y="4736420"/>
              <a:ext cx="2574360" cy="38088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469770" y="4724562"/>
                <a:ext cx="2598123" cy="404595"/>
              </a:xfrm>
              <a:prstGeom prst="rect">
                <a:avLst/>
              </a:prstGeom>
            </p:spPr>
          </p:pic>
        </mc:Fallback>
      </mc:AlternateContent>
      <p:pic>
        <p:nvPicPr>
          <p:cNvPr id="47" name="Picture 2"/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32" t="11553" r="50506" b="43094"/>
          <a:stretch/>
        </p:blipFill>
        <p:spPr bwMode="auto">
          <a:xfrm>
            <a:off x="3061740" y="1750785"/>
            <a:ext cx="625830" cy="219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2"/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32" t="66247" r="50506" b="3790"/>
          <a:stretch/>
        </p:blipFill>
        <p:spPr bwMode="auto">
          <a:xfrm>
            <a:off x="5194500" y="4264103"/>
            <a:ext cx="625830" cy="1451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Picture 2"/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32" t="30107" r="50506" b="41239"/>
          <a:stretch/>
        </p:blipFill>
        <p:spPr bwMode="auto">
          <a:xfrm>
            <a:off x="2680935" y="4264103"/>
            <a:ext cx="625830" cy="138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Picture 2"/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32" t="30107" r="50506" b="41239"/>
          <a:stretch/>
        </p:blipFill>
        <p:spPr bwMode="auto">
          <a:xfrm>
            <a:off x="3399049" y="4264103"/>
            <a:ext cx="625830" cy="138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2"/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32" t="30107" r="50506" b="41239"/>
          <a:stretch/>
        </p:blipFill>
        <p:spPr bwMode="auto">
          <a:xfrm>
            <a:off x="4308930" y="4264103"/>
            <a:ext cx="625830" cy="138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Picture 2"/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32" t="11553" r="50506" b="43094"/>
          <a:stretch/>
        </p:blipFill>
        <p:spPr bwMode="auto">
          <a:xfrm>
            <a:off x="4690690" y="1750785"/>
            <a:ext cx="657580" cy="2191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833347" y="6356350"/>
            <a:ext cx="2133600" cy="365125"/>
          </a:xfrm>
        </p:spPr>
        <p:txBody>
          <a:bodyPr/>
          <a:lstStyle/>
          <a:p>
            <a:fld id="{84F00E51-5C1A-4BCB-8FAB-C2CC5154BB5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38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What did Mendel do?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19" y="1840707"/>
            <a:ext cx="8770300" cy="4953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1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What did Mendel do?</a:t>
            </a: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5" t="31612" r="73214" b="54818"/>
          <a:stretch/>
        </p:blipFill>
        <p:spPr bwMode="auto">
          <a:xfrm>
            <a:off x="2819400" y="2133600"/>
            <a:ext cx="7715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5" t="68387" r="73214" b="17702"/>
          <a:stretch/>
        </p:blipFill>
        <p:spPr bwMode="auto">
          <a:xfrm>
            <a:off x="5155800" y="5151862"/>
            <a:ext cx="771525" cy="673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5" t="31612" r="73214" b="54818"/>
          <a:stretch/>
        </p:blipFill>
        <p:spPr bwMode="auto">
          <a:xfrm>
            <a:off x="3981449" y="2133600"/>
            <a:ext cx="7715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5" t="31612" r="73214" b="54818"/>
          <a:stretch/>
        </p:blipFill>
        <p:spPr bwMode="auto">
          <a:xfrm>
            <a:off x="2695155" y="5180812"/>
            <a:ext cx="7715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5" t="31612" r="73214" b="54818"/>
          <a:stretch/>
        </p:blipFill>
        <p:spPr bwMode="auto">
          <a:xfrm>
            <a:off x="3557676" y="5158245"/>
            <a:ext cx="7715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5" t="31612" r="73214" b="54818"/>
          <a:stretch/>
        </p:blipFill>
        <p:spPr bwMode="auto">
          <a:xfrm>
            <a:off x="4367210" y="5151862"/>
            <a:ext cx="7715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64" name="Ink 1163"/>
              <p14:cNvContentPartPr/>
              <p14:nvPr/>
            </p14:nvContentPartPr>
            <p14:xfrm>
              <a:off x="3619680" y="2253405"/>
              <a:ext cx="281520" cy="277200"/>
            </p14:xfrm>
          </p:contentPart>
        </mc:Choice>
        <mc:Fallback>
          <p:pic>
            <p:nvPicPr>
              <p:cNvPr id="1164" name="Ink 116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2782" y="2236572"/>
                <a:ext cx="314598" cy="3101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76" name="Ink 1175"/>
              <p14:cNvContentPartPr/>
              <p14:nvPr/>
            </p14:nvContentPartPr>
            <p14:xfrm>
              <a:off x="1462200" y="4324845"/>
              <a:ext cx="950400" cy="301680"/>
            </p14:xfrm>
          </p:contentPart>
        </mc:Choice>
        <mc:Fallback>
          <p:pic>
            <p:nvPicPr>
              <p:cNvPr id="1176" name="Ink 117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5280" y="4307945"/>
                <a:ext cx="983520" cy="3347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79" name="Ink 1178"/>
              <p14:cNvContentPartPr/>
              <p14:nvPr/>
            </p14:nvContentPartPr>
            <p14:xfrm>
              <a:off x="1540320" y="2262765"/>
              <a:ext cx="947160" cy="365760"/>
            </p14:xfrm>
          </p:contentPart>
        </mc:Choice>
        <mc:Fallback>
          <p:pic>
            <p:nvPicPr>
              <p:cNvPr id="1179" name="Ink 117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23419" y="2245878"/>
                <a:ext cx="980242" cy="3988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90" name="Ink 1189"/>
              <p14:cNvContentPartPr/>
              <p14:nvPr/>
            </p14:nvContentPartPr>
            <p14:xfrm>
              <a:off x="1393440" y="4687365"/>
              <a:ext cx="7602120" cy="1788840"/>
            </p14:xfrm>
          </p:contentPart>
        </mc:Choice>
        <mc:Fallback>
          <p:pic>
            <p:nvPicPr>
              <p:cNvPr id="1190" name="Ink 118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76521" y="4670445"/>
                <a:ext cx="7635238" cy="18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Ink 5"/>
              <p14:cNvContentPartPr/>
              <p14:nvPr/>
            </p14:nvContentPartPr>
            <p14:xfrm>
              <a:off x="4934760" y="1924725"/>
              <a:ext cx="1346760" cy="17172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17840" y="1907840"/>
                <a:ext cx="1379880" cy="204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Ink 7"/>
              <p14:cNvContentPartPr/>
              <p14:nvPr/>
            </p14:nvContentPartPr>
            <p14:xfrm>
              <a:off x="5781125" y="2372691"/>
              <a:ext cx="853200" cy="18288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769245" y="2360811"/>
                <a:ext cx="87696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9" name="Ink 8"/>
              <p14:cNvContentPartPr/>
              <p14:nvPr/>
            </p14:nvContentPartPr>
            <p14:xfrm>
              <a:off x="5924760" y="2769285"/>
              <a:ext cx="155525" cy="306360"/>
            </p14:xfrm>
          </p:contentPart>
        </mc:Choice>
        <mc:Fallback>
          <p:pic>
            <p:nvPicPr>
              <p:cNvPr id="9" name="Ink 8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07879" y="2752444"/>
                <a:ext cx="188570" cy="3393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7" name="Ink 16"/>
              <p14:cNvContentPartPr/>
              <p14:nvPr/>
            </p14:nvContentPartPr>
            <p14:xfrm>
              <a:off x="6038520" y="3316485"/>
              <a:ext cx="720725" cy="990000"/>
            </p14:xfrm>
          </p:contentPart>
        </mc:Choice>
        <mc:Fallback>
          <p:pic>
            <p:nvPicPr>
              <p:cNvPr id="17" name="Ink 16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26640" y="3304605"/>
                <a:ext cx="744485" cy="10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3" name="Ink 22"/>
              <p14:cNvContentPartPr/>
              <p14:nvPr/>
            </p14:nvContentPartPr>
            <p14:xfrm>
              <a:off x="7258920" y="3299691"/>
              <a:ext cx="774725" cy="909954"/>
            </p14:xfrm>
          </p:contentPart>
        </mc:Choice>
        <mc:Fallback>
          <p:pic>
            <p:nvPicPr>
              <p:cNvPr id="23" name="Ink 22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242063" y="3287822"/>
                <a:ext cx="803060" cy="938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0" name="Ink 29"/>
              <p14:cNvContentPartPr/>
              <p14:nvPr/>
            </p14:nvContentPartPr>
            <p14:xfrm>
              <a:off x="2774760" y="2860005"/>
              <a:ext cx="2077925" cy="341640"/>
            </p14:xfrm>
          </p:contentPart>
        </mc:Choice>
        <mc:Fallback>
          <p:pic>
            <p:nvPicPr>
              <p:cNvPr id="30" name="Ink 29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757831" y="2843049"/>
                <a:ext cx="2111062" cy="3748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51" name="Ink 50"/>
              <p14:cNvContentPartPr/>
              <p14:nvPr/>
            </p14:nvContentPartPr>
            <p14:xfrm>
              <a:off x="6053280" y="4380051"/>
              <a:ext cx="2814485" cy="1901394"/>
            </p14:xfrm>
          </p:contentPart>
        </mc:Choice>
        <mc:Fallback>
          <p:pic>
            <p:nvPicPr>
              <p:cNvPr id="51" name="Ink 50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29163" y="4368176"/>
                <a:ext cx="2850121" cy="1937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2" name="Ink 51"/>
              <p14:cNvContentPartPr/>
              <p14:nvPr/>
            </p14:nvContentPartPr>
            <p14:xfrm>
              <a:off x="7674000" y="5725935"/>
              <a:ext cx="186840" cy="167760"/>
            </p14:xfrm>
          </p:contentPart>
        </mc:Choice>
        <mc:Fallback>
          <p:pic>
            <p:nvPicPr>
              <p:cNvPr id="52" name="Ink 51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657080" y="5709051"/>
                <a:ext cx="219960" cy="200809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2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What did Mendel do?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45" name="Ink 1044"/>
              <p14:cNvContentPartPr/>
              <p14:nvPr/>
            </p14:nvContentPartPr>
            <p14:xfrm>
              <a:off x="714120" y="1766415"/>
              <a:ext cx="3875400" cy="387360"/>
            </p14:xfrm>
          </p:contentPart>
        </mc:Choice>
        <mc:Fallback>
          <p:pic>
            <p:nvPicPr>
              <p:cNvPr id="1045" name="Ink 104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202" y="1749495"/>
                <a:ext cx="3908517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7" name="Ink 156"/>
              <p14:cNvContentPartPr/>
              <p14:nvPr/>
            </p14:nvContentPartPr>
            <p14:xfrm>
              <a:off x="1614480" y="6313485"/>
              <a:ext cx="0" cy="26280"/>
            </p14:xfrm>
          </p:contentPart>
        </mc:Choice>
        <mc:Fallback>
          <p:pic>
            <p:nvPicPr>
              <p:cNvPr id="157" name="Ink 15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14480" y="6296794"/>
                <a:ext cx="0" cy="58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3" name="Ink 182"/>
              <p14:cNvContentPartPr/>
              <p14:nvPr/>
            </p14:nvContentPartPr>
            <p14:xfrm>
              <a:off x="4726680" y="4770165"/>
              <a:ext cx="1206720" cy="320040"/>
            </p14:xfrm>
          </p:contentPart>
        </mc:Choice>
        <mc:Fallback>
          <p:pic>
            <p:nvPicPr>
              <p:cNvPr id="183" name="Ink 18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09770" y="4753264"/>
                <a:ext cx="1239820" cy="3531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9" name="Ink 188"/>
              <p14:cNvContentPartPr/>
              <p14:nvPr/>
            </p14:nvContentPartPr>
            <p14:xfrm>
              <a:off x="848040" y="5687805"/>
              <a:ext cx="2134800" cy="1140120"/>
            </p14:xfrm>
          </p:contentPart>
        </mc:Choice>
        <mc:Fallback>
          <p:pic>
            <p:nvPicPr>
              <p:cNvPr id="189" name="Ink 18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1303" y="5670896"/>
                <a:ext cx="2167561" cy="1173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12" name="Ink 1111"/>
              <p14:cNvContentPartPr/>
              <p14:nvPr/>
            </p14:nvContentPartPr>
            <p14:xfrm>
              <a:off x="3743160" y="2231535"/>
              <a:ext cx="1166400" cy="900720"/>
            </p14:xfrm>
          </p:contentPart>
        </mc:Choice>
        <mc:Fallback>
          <p:pic>
            <p:nvPicPr>
              <p:cNvPr id="1112" name="Ink 111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26245" y="2214629"/>
                <a:ext cx="1199510" cy="9338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14" name="Ink 1113"/>
              <p14:cNvContentPartPr/>
              <p14:nvPr/>
            </p14:nvContentPartPr>
            <p14:xfrm>
              <a:off x="3516000" y="2217495"/>
              <a:ext cx="888480" cy="543600"/>
            </p14:xfrm>
          </p:contentPart>
        </mc:Choice>
        <mc:Fallback>
          <p:pic>
            <p:nvPicPr>
              <p:cNvPr id="1114" name="Ink 111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99087" y="2200597"/>
                <a:ext cx="921587" cy="576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15" name="Ink 1114"/>
              <p14:cNvContentPartPr/>
              <p14:nvPr/>
            </p14:nvContentPartPr>
            <p14:xfrm>
              <a:off x="819240" y="2568495"/>
              <a:ext cx="4680720" cy="2827080"/>
            </p14:xfrm>
          </p:contentPart>
        </mc:Choice>
        <mc:Fallback>
          <p:pic>
            <p:nvPicPr>
              <p:cNvPr id="1115" name="Ink 111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02320" y="2551575"/>
                <a:ext cx="4713840" cy="28602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3" t="11553" r="74860" b="76976"/>
          <a:stretch/>
        </p:blipFill>
        <p:spPr bwMode="auto">
          <a:xfrm>
            <a:off x="2204447" y="1747340"/>
            <a:ext cx="691153" cy="618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5" t="68387" r="73214" b="17702"/>
          <a:stretch/>
        </p:blipFill>
        <p:spPr bwMode="auto">
          <a:xfrm>
            <a:off x="4909560" y="1623202"/>
            <a:ext cx="771525" cy="673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5" t="31612" r="73214" b="54818"/>
          <a:stretch/>
        </p:blipFill>
        <p:spPr bwMode="auto">
          <a:xfrm>
            <a:off x="3130237" y="1688384"/>
            <a:ext cx="7715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89" t="13255" r="62360" b="47153"/>
          <a:stretch/>
        </p:blipFill>
        <p:spPr bwMode="auto">
          <a:xfrm>
            <a:off x="4032459" y="5439006"/>
            <a:ext cx="557062" cy="1265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6" t="62584" r="62360"/>
          <a:stretch/>
        </p:blipFill>
        <p:spPr bwMode="auto">
          <a:xfrm>
            <a:off x="4589520" y="5450390"/>
            <a:ext cx="575689" cy="1249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53" r="62360" b="87843"/>
          <a:stretch/>
        </p:blipFill>
        <p:spPr bwMode="auto">
          <a:xfrm>
            <a:off x="3115523" y="5548379"/>
            <a:ext cx="694478" cy="43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56" t="16003" r="14842" b="55104"/>
          <a:stretch/>
        </p:blipFill>
        <p:spPr bwMode="auto">
          <a:xfrm>
            <a:off x="4037901" y="5624332"/>
            <a:ext cx="552095" cy="1059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82" t="57603" r="13393" b="13505"/>
          <a:stretch/>
        </p:blipFill>
        <p:spPr bwMode="auto">
          <a:xfrm>
            <a:off x="4606947" y="5624331"/>
            <a:ext cx="547479" cy="1059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56" r="13393" b="88023"/>
          <a:stretch/>
        </p:blipFill>
        <p:spPr bwMode="auto">
          <a:xfrm>
            <a:off x="3125553" y="6039202"/>
            <a:ext cx="672863" cy="46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8" r="25232" b="87317"/>
          <a:stretch/>
        </p:blipFill>
        <p:spPr bwMode="auto">
          <a:xfrm>
            <a:off x="2162715" y="3562823"/>
            <a:ext cx="732885" cy="519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44" r="-760" b="87909"/>
          <a:stretch/>
        </p:blipFill>
        <p:spPr bwMode="auto">
          <a:xfrm>
            <a:off x="3113534" y="6039202"/>
            <a:ext cx="788228" cy="437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2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44" t="60350" r="1806"/>
          <a:stretch/>
        </p:blipFill>
        <p:spPr bwMode="auto">
          <a:xfrm>
            <a:off x="4701015" y="5571058"/>
            <a:ext cx="500731" cy="1128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44" t="15047" b="45473"/>
          <a:stretch/>
        </p:blipFill>
        <p:spPr bwMode="auto">
          <a:xfrm>
            <a:off x="4050960" y="5548379"/>
            <a:ext cx="584880" cy="1123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9" t="59750" r="25670"/>
          <a:stretch/>
        </p:blipFill>
        <p:spPr bwMode="auto">
          <a:xfrm>
            <a:off x="5499960" y="3374072"/>
            <a:ext cx="496899" cy="1164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9" t="17743" r="25670" b="44335"/>
          <a:stretch/>
        </p:blipFill>
        <p:spPr bwMode="auto">
          <a:xfrm>
            <a:off x="4986974" y="3383265"/>
            <a:ext cx="514264" cy="1135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24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What did Mendel observed ?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295275" y="1828800"/>
            <a:ext cx="8458200" cy="3048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n-US" sz="2400"/>
              <a:t>Recessive character didn’t vary in second generation and remained constant.</a:t>
            </a:r>
          </a:p>
          <a:p>
            <a:pPr marL="457200" indent="-457200" algn="just">
              <a:buAutoNum type="arabicPeriod"/>
            </a:pPr>
            <a:r>
              <a:rPr lang="en-US" sz="2400">
                <a:ea typeface="Calibri"/>
                <a:cs typeface="Calibri"/>
              </a:rPr>
              <a:t>    </a:t>
            </a:r>
          </a:p>
          <a:p>
            <a:pPr marL="457200" indent="-457200" algn="just">
              <a:buAutoNum type="arabicPeriod"/>
            </a:pPr>
            <a:endParaRPr lang="en-US" sz="2400"/>
          </a:p>
          <a:p>
            <a:pPr marL="0" indent="0" algn="just">
              <a:buNone/>
            </a:pPr>
            <a:endParaRPr lang="en-US" sz="2400">
              <a:ea typeface="Calibri"/>
              <a:cs typeface="Calibri"/>
            </a:endParaRPr>
          </a:p>
          <a:p>
            <a:pPr marL="457200" indent="-457200" algn="just">
              <a:buFont typeface="Arial" panose="020B0604020202020204" pitchFamily="34" charset="0"/>
              <a:buAutoNum type="arabicPeriod"/>
            </a:pPr>
            <a:r>
              <a:rPr lang="en-US" sz="2400"/>
              <a:t>Of the dominant character in the F1 Gen: </a:t>
            </a:r>
            <a:r>
              <a:rPr lang="en-US" sz="2400" i="1">
                <a:solidFill>
                  <a:srgbClr val="C00000"/>
                </a:solidFill>
              </a:rPr>
              <a:t>One-third</a:t>
            </a:r>
            <a:r>
              <a:rPr lang="en-US" sz="2400">
                <a:solidFill>
                  <a:srgbClr val="C00000"/>
                </a:solidFill>
              </a:rPr>
              <a:t> remains the dominant character constant. </a:t>
            </a:r>
            <a:r>
              <a:rPr lang="en-US" sz="2400" i="1">
                <a:solidFill>
                  <a:srgbClr val="00B050"/>
                </a:solidFill>
              </a:rPr>
              <a:t>Two-thirds </a:t>
            </a:r>
            <a:r>
              <a:rPr lang="en-US" sz="2400">
                <a:solidFill>
                  <a:srgbClr val="00B050"/>
                </a:solidFill>
              </a:rPr>
              <a:t>offspring display dominant and recessive characters in 3:1 ratio as hybrids.</a:t>
            </a:r>
            <a:endParaRPr lang="en-US" sz="2400">
              <a:solidFill>
                <a:srgbClr val="00B050"/>
              </a:solidFill>
              <a:ea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5" name="Ink 134"/>
              <p14:cNvContentPartPr/>
              <p14:nvPr/>
            </p14:nvContentPartPr>
            <p14:xfrm>
              <a:off x="3864058" y="2340020"/>
              <a:ext cx="4642920" cy="1280520"/>
            </p14:xfrm>
          </p:contentPart>
        </mc:Choice>
        <mc:Fallback>
          <p:pic>
            <p:nvPicPr>
              <p:cNvPr id="135" name="Ink 13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52179" y="2328143"/>
                <a:ext cx="4666678" cy="13042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3" name="Ink 182"/>
              <p14:cNvContentPartPr/>
              <p14:nvPr/>
            </p14:nvContentPartPr>
            <p14:xfrm>
              <a:off x="7322938" y="3561500"/>
              <a:ext cx="1007280" cy="43200"/>
            </p14:xfrm>
          </p:contentPart>
        </mc:Choice>
        <mc:Fallback>
          <p:pic>
            <p:nvPicPr>
              <p:cNvPr id="183" name="Ink 18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11126" y="3549718"/>
                <a:ext cx="1030905" cy="66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8" name="Ink 77"/>
              <p14:cNvContentPartPr/>
              <p14:nvPr/>
            </p14:nvContentPartPr>
            <p14:xfrm>
              <a:off x="4403338" y="6000860"/>
              <a:ext cx="1870920" cy="158760"/>
            </p14:xfrm>
          </p:contentPart>
        </mc:Choice>
        <mc:Fallback>
          <p:pic>
            <p:nvPicPr>
              <p:cNvPr id="78" name="Ink 77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91460" y="5989087"/>
                <a:ext cx="1894675" cy="182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6" name="Ink 105"/>
              <p14:cNvContentPartPr/>
              <p14:nvPr/>
            </p14:nvContentPartPr>
            <p14:xfrm>
              <a:off x="1782898" y="5666060"/>
              <a:ext cx="5570280" cy="928440"/>
            </p14:xfrm>
          </p:contentPart>
        </mc:Choice>
        <mc:Fallback>
          <p:pic>
            <p:nvPicPr>
              <p:cNvPr id="106" name="Ink 10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71018" y="5654180"/>
                <a:ext cx="5594040" cy="9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0" name="Ink 109"/>
              <p14:cNvContentPartPr/>
              <p14:nvPr/>
            </p14:nvContentPartPr>
            <p14:xfrm>
              <a:off x="4968178" y="5342780"/>
              <a:ext cx="149760" cy="234000"/>
            </p14:xfrm>
          </p:contentPart>
        </mc:Choice>
        <mc:Fallback>
          <p:pic>
            <p:nvPicPr>
              <p:cNvPr id="110" name="Ink 10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56298" y="5330936"/>
                <a:ext cx="173520" cy="2576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4" name="Ink 183"/>
              <p14:cNvContentPartPr/>
              <p14:nvPr/>
            </p14:nvContentPartPr>
            <p14:xfrm>
              <a:off x="1895938" y="5057168"/>
              <a:ext cx="4545720" cy="541440"/>
            </p14:xfrm>
          </p:contentPart>
        </mc:Choice>
        <mc:Fallback>
          <p:pic>
            <p:nvPicPr>
              <p:cNvPr id="184" name="Ink 18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84058" y="5045296"/>
                <a:ext cx="4569480" cy="565184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/>
          <p:cNvGrpSpPr/>
          <p:nvPr/>
        </p:nvGrpSpPr>
        <p:grpSpPr>
          <a:xfrm>
            <a:off x="2180698" y="5436608"/>
            <a:ext cx="3859560" cy="1341132"/>
            <a:chOff x="2180698" y="5436608"/>
            <a:chExt cx="3859560" cy="1341132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/>
                <p14:cNvContentPartPr/>
                <p14:nvPr/>
              </p14:nvContentPartPr>
              <p14:xfrm>
                <a:off x="4179418" y="5436608"/>
                <a:ext cx="1420560" cy="49680"/>
              </p14:xfrm>
            </p:contentPart>
          </mc:Choice>
          <mc:Fallback>
            <p:pic>
              <p:nvPicPr>
                <p:cNvPr id="16" name="Ink 15"/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67538" y="5424728"/>
                  <a:ext cx="1444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6" name="Ink 115"/>
                <p14:cNvContentPartPr/>
                <p14:nvPr/>
              </p14:nvContentPartPr>
              <p14:xfrm>
                <a:off x="5446978" y="5539340"/>
                <a:ext cx="593280" cy="189000"/>
              </p14:xfrm>
            </p:contentPart>
          </mc:Choice>
          <mc:Fallback>
            <p:pic>
              <p:nvPicPr>
                <p:cNvPr id="116" name="Ink 115"/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35120" y="5527505"/>
                  <a:ext cx="616997" cy="2126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9" name="Ink 128"/>
                <p14:cNvContentPartPr/>
                <p14:nvPr/>
              </p14:nvContentPartPr>
              <p14:xfrm>
                <a:off x="2180698" y="6581180"/>
                <a:ext cx="1106280" cy="196560"/>
              </p14:xfrm>
            </p:contentPart>
          </mc:Choice>
          <mc:Fallback>
            <p:pic>
              <p:nvPicPr>
                <p:cNvPr id="129" name="Ink 128"/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68818" y="6569365"/>
                  <a:ext cx="1130040" cy="2201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6" name="Ink 185"/>
                <p14:cNvContentPartPr/>
                <p14:nvPr/>
              </p14:nvContentPartPr>
              <p14:xfrm>
                <a:off x="2815738" y="5484260"/>
                <a:ext cx="528840" cy="394200"/>
              </p14:xfrm>
            </p:contentPart>
          </mc:Choice>
          <mc:Fallback>
            <p:pic>
              <p:nvPicPr>
                <p:cNvPr id="186" name="Ink 185"/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03866" y="5472380"/>
                  <a:ext cx="552584" cy="41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/>
          <p:cNvGrpSpPr/>
          <p:nvPr/>
        </p:nvGrpSpPr>
        <p:grpSpPr>
          <a:xfrm>
            <a:off x="4198890" y="5648420"/>
            <a:ext cx="2114640" cy="1034640"/>
            <a:chOff x="4198890" y="5648420"/>
            <a:chExt cx="2114640" cy="103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6" name="Ink 195"/>
                <p14:cNvContentPartPr/>
                <p14:nvPr/>
              </p14:nvContentPartPr>
              <p14:xfrm>
                <a:off x="5073330" y="5675420"/>
                <a:ext cx="1240200" cy="446040"/>
              </p14:xfrm>
            </p:contentPart>
          </mc:Choice>
          <mc:Fallback>
            <p:pic>
              <p:nvPicPr>
                <p:cNvPr id="196" name="Ink 195"/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61450" y="5663540"/>
                  <a:ext cx="12639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1" name="Ink 200"/>
                <p14:cNvContentPartPr/>
                <p14:nvPr/>
              </p14:nvContentPartPr>
              <p14:xfrm>
                <a:off x="4198890" y="5648420"/>
                <a:ext cx="693720" cy="455040"/>
              </p14:xfrm>
            </p:contentPart>
          </mc:Choice>
          <mc:Fallback>
            <p:pic>
              <p:nvPicPr>
                <p:cNvPr id="201" name="Ink 200"/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87022" y="5636540"/>
                  <a:ext cx="717455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2" name="Ink 201"/>
                <p14:cNvContentPartPr/>
                <p14:nvPr/>
              </p14:nvContentPartPr>
              <p14:xfrm>
                <a:off x="4349010" y="6240980"/>
                <a:ext cx="815760" cy="442080"/>
              </p14:xfrm>
            </p:contentPart>
          </mc:Choice>
          <mc:Fallback>
            <p:pic>
              <p:nvPicPr>
                <p:cNvPr id="202" name="Ink 201"/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37135" y="6229100"/>
                  <a:ext cx="839510" cy="465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42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u="sng"/>
              <a:t>What did Mendel observed ?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95275" y="1828800"/>
            <a:ext cx="84582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n-US" sz="2400">
                <a:solidFill>
                  <a:srgbClr val="C00000"/>
                </a:solidFill>
              </a:rPr>
              <a:t>NO Blending</a:t>
            </a:r>
          </a:p>
          <a:p>
            <a:pPr marL="457200" indent="-457200" algn="just">
              <a:buAutoNum type="arabicPeriod"/>
            </a:pPr>
            <a:r>
              <a:rPr lang="en-US" sz="2400">
                <a:solidFill>
                  <a:srgbClr val="C00000"/>
                </a:solidFill>
              </a:rPr>
              <a:t>Dominant</a:t>
            </a:r>
            <a:r>
              <a:rPr lang="en-US" sz="2400"/>
              <a:t>: Character that is present in the hybrid. </a:t>
            </a:r>
          </a:p>
          <a:p>
            <a:pPr marL="457200" indent="-457200" algn="just">
              <a:buAutoNum type="arabicPeriod"/>
            </a:pPr>
            <a:r>
              <a:rPr lang="en-US" sz="2400">
                <a:solidFill>
                  <a:srgbClr val="C00000"/>
                </a:solidFill>
              </a:rPr>
              <a:t>Recessive</a:t>
            </a:r>
            <a:r>
              <a:rPr lang="en-US" sz="2400"/>
              <a:t>: Character that is withdrawn in the hybrid </a:t>
            </a:r>
            <a:r>
              <a:rPr lang="en-US" sz="2400">
                <a:solidFill>
                  <a:schemeClr val="bg1"/>
                </a:solidFill>
              </a:rPr>
              <a:t>but reappears in their progeny.</a:t>
            </a:r>
          </a:p>
          <a:p>
            <a:pPr marL="457200" indent="-457200" algn="just">
              <a:buAutoNum type="arabicPeriod"/>
            </a:pPr>
            <a:r>
              <a:rPr lang="en-US" sz="2400"/>
              <a:t>It was found that </a:t>
            </a:r>
            <a:r>
              <a:rPr lang="en-US" sz="2400" b="1">
                <a:solidFill>
                  <a:srgbClr val="00B0F0"/>
                </a:solidFill>
              </a:rPr>
              <a:t>dominant</a:t>
            </a:r>
            <a:r>
              <a:rPr lang="en-US" sz="2400"/>
              <a:t> and </a:t>
            </a:r>
            <a:r>
              <a:rPr lang="en-US" sz="2400">
                <a:solidFill>
                  <a:schemeClr val="tx2">
                    <a:lumMod val="60000"/>
                    <a:lumOff val="40000"/>
                  </a:schemeClr>
                </a:solidFill>
              </a:rPr>
              <a:t>recessive</a:t>
            </a:r>
            <a:r>
              <a:rPr lang="en-US" sz="2400"/>
              <a:t> characters had an average ratio of </a:t>
            </a:r>
            <a:r>
              <a:rPr lang="en-US" sz="2400" b="1">
                <a:solidFill>
                  <a:srgbClr val="00B0F0"/>
                </a:solidFill>
              </a:rPr>
              <a:t>2.98</a:t>
            </a:r>
            <a:r>
              <a:rPr lang="en-US" sz="2400"/>
              <a:t>:</a:t>
            </a:r>
            <a:r>
              <a:rPr lang="en-US" sz="240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en-US" sz="2400"/>
              <a:t> or </a:t>
            </a:r>
            <a:r>
              <a:rPr lang="en-US" sz="2400" b="1">
                <a:solidFill>
                  <a:srgbClr val="00B0F0"/>
                </a:solidFill>
              </a:rPr>
              <a:t>3</a:t>
            </a:r>
            <a:r>
              <a:rPr lang="en-US" sz="2400"/>
              <a:t>:</a:t>
            </a:r>
            <a:r>
              <a:rPr lang="en-US" sz="240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en-US" sz="2400"/>
              <a:t>.</a:t>
            </a:r>
          </a:p>
          <a:p>
            <a:pPr marL="457200" indent="-457200" algn="just">
              <a:buAutoNum type="arabicPeriod"/>
            </a:pPr>
            <a:r>
              <a:rPr lang="en-US" sz="2400"/>
              <a:t>The dominant character have </a:t>
            </a:r>
            <a:r>
              <a:rPr lang="en-US" sz="2400" i="1">
                <a:solidFill>
                  <a:srgbClr val="FF0000"/>
                </a:solidFill>
              </a:rPr>
              <a:t>double significance</a:t>
            </a:r>
            <a:r>
              <a:rPr lang="en-US" sz="2400"/>
              <a:t>: a)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parental character</a:t>
            </a:r>
            <a:r>
              <a:rPr lang="en-US" sz="2400"/>
              <a:t> (RR) or b) </a:t>
            </a:r>
            <a:r>
              <a:rPr lang="en-US" sz="2400" b="1">
                <a:solidFill>
                  <a:schemeClr val="accent2">
                    <a:lumMod val="75000"/>
                  </a:schemeClr>
                </a:solidFill>
              </a:rPr>
              <a:t>a hybrid character </a:t>
            </a:r>
            <a:r>
              <a:rPr lang="en-US" sz="2400"/>
              <a:t>(Rr).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99520" y="5218695"/>
            <a:ext cx="6812640" cy="1481040"/>
            <a:chOff x="899520" y="5218695"/>
            <a:chExt cx="6812640" cy="148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9" name="Ink 18"/>
                <p14:cNvContentPartPr/>
                <p14:nvPr/>
              </p14:nvContentPartPr>
              <p14:xfrm>
                <a:off x="1298040" y="5523255"/>
                <a:ext cx="1965600" cy="113400"/>
              </p14:xfrm>
            </p:contentPart>
          </mc:Choice>
          <mc:Fallback>
            <p:pic>
              <p:nvPicPr>
                <p:cNvPr id="19" name="Ink 18"/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6169" y="5511375"/>
                  <a:ext cx="1989343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3" name="Ink 32"/>
                <p14:cNvContentPartPr/>
                <p14:nvPr/>
              </p14:nvContentPartPr>
              <p14:xfrm>
                <a:off x="899520" y="5233815"/>
                <a:ext cx="6278040" cy="1465920"/>
              </p14:xfrm>
            </p:contentPart>
          </mc:Choice>
          <mc:Fallback>
            <p:pic>
              <p:nvPicPr>
                <p:cNvPr id="33" name="Ink 32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7640" y="5221941"/>
                  <a:ext cx="6301800" cy="14896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9" name="Ink 58"/>
                <p14:cNvContentPartPr/>
                <p14:nvPr/>
              </p14:nvContentPartPr>
              <p14:xfrm>
                <a:off x="5587800" y="5967135"/>
                <a:ext cx="1528560" cy="40680"/>
              </p14:xfrm>
            </p:contentPart>
          </mc:Choice>
          <mc:Fallback>
            <p:pic>
              <p:nvPicPr>
                <p:cNvPr id="59" name="Ink 58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75920" y="5955149"/>
                  <a:ext cx="1552320" cy="646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2" name="Ink 61"/>
                <p14:cNvContentPartPr/>
                <p14:nvPr/>
              </p14:nvContentPartPr>
              <p14:xfrm>
                <a:off x="6006480" y="5476815"/>
                <a:ext cx="1218240" cy="929520"/>
              </p14:xfrm>
            </p:contentPart>
          </mc:Choice>
          <mc:Fallback>
            <p:pic>
              <p:nvPicPr>
                <p:cNvPr id="62" name="Ink 61"/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94607" y="5464930"/>
                  <a:ext cx="1241986" cy="9532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5" name="Ink 64"/>
                <p14:cNvContentPartPr/>
                <p14:nvPr/>
              </p14:nvContentPartPr>
              <p14:xfrm>
                <a:off x="6338760" y="5218695"/>
                <a:ext cx="771120" cy="222120"/>
              </p14:xfrm>
            </p:contentPart>
          </mc:Choice>
          <mc:Fallback>
            <p:pic>
              <p:nvPicPr>
                <p:cNvPr id="65" name="Ink 64"/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326897" y="5206834"/>
                  <a:ext cx="794847" cy="2458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4" name="Ink 73"/>
                <p14:cNvContentPartPr/>
                <p14:nvPr/>
              </p14:nvContentPartPr>
              <p14:xfrm>
                <a:off x="6707040" y="5404455"/>
                <a:ext cx="22680" cy="946800"/>
              </p14:xfrm>
            </p:contentPart>
          </mc:Choice>
          <mc:Fallback>
            <p:pic>
              <p:nvPicPr>
                <p:cNvPr id="74" name="Ink 73"/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95346" y="5392607"/>
                  <a:ext cx="46069" cy="9704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0" name="Ink 79"/>
                <p14:cNvContentPartPr/>
                <p14:nvPr/>
              </p14:nvContentPartPr>
              <p14:xfrm>
                <a:off x="7315800" y="5687055"/>
                <a:ext cx="396360" cy="221400"/>
              </p14:xfrm>
            </p:contentPart>
          </mc:Choice>
          <mc:Fallback>
            <p:pic>
              <p:nvPicPr>
                <p:cNvPr id="80" name="Ink 79"/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03877" y="5675194"/>
                  <a:ext cx="420207" cy="245121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33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41377" y="95250"/>
            <a:ext cx="7935823" cy="648947"/>
            <a:chOff x="817652" y="4419600"/>
            <a:chExt cx="7935823" cy="648947"/>
          </a:xfrm>
          <a:solidFill>
            <a:schemeClr val="bg1"/>
          </a:solidFill>
        </p:grpSpPr>
        <p:sp>
          <p:nvSpPr>
            <p:cNvPr id="7" name="Rectangle 6"/>
            <p:cNvSpPr/>
            <p:nvPr/>
          </p:nvSpPr>
          <p:spPr>
            <a:xfrm>
              <a:off x="7224720" y="4419600"/>
              <a:ext cx="1528755" cy="30480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17652" y="4763747"/>
              <a:ext cx="1776042" cy="304800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4344149" y="276601"/>
            <a:ext cx="3276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05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/>
              <a:t>Conclusions from his experiments</a:t>
            </a:r>
            <a:r>
              <a:rPr lang="en-US" sz="2800" b="1"/>
              <a:t>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295275" y="1828800"/>
            <a:ext cx="84582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AutoNum type="arabicPeriod"/>
            </a:pPr>
            <a:r>
              <a:rPr lang="en-US" sz="2400" b="1"/>
              <a:t>First Law : </a:t>
            </a:r>
            <a:r>
              <a:rPr lang="en-US" sz="2400" b="1">
                <a:solidFill>
                  <a:srgbClr val="C00000"/>
                </a:solidFill>
              </a:rPr>
              <a:t>Traits come as discrete units </a:t>
            </a:r>
          </a:p>
          <a:p>
            <a:pPr marL="0" indent="0" algn="just">
              <a:buNone/>
            </a:pPr>
            <a:endParaRPr lang="en-US" sz="2400" b="1"/>
          </a:p>
          <a:p>
            <a:pPr marL="0" indent="0" algn="just">
              <a:buNone/>
            </a:pPr>
            <a:r>
              <a:rPr lang="en-US" sz="2400" b="1"/>
              <a:t>Law of segregation</a:t>
            </a:r>
            <a:r>
              <a:rPr lang="en-US" sz="2400"/>
              <a:t>: </a:t>
            </a:r>
            <a:r>
              <a:rPr lang="en-US" sz="2400">
                <a:solidFill>
                  <a:srgbClr val="C00000"/>
                </a:solidFill>
              </a:rPr>
              <a:t>two alleles for each trait separate during    gamete formation </a:t>
            </a:r>
            <a:r>
              <a:rPr lang="en-US" sz="2400">
                <a:solidFill>
                  <a:schemeClr val="bg1"/>
                </a:solidFill>
              </a:rPr>
              <a:t>and then unite at random, one from each parent, at fertilization.</a:t>
            </a:r>
          </a:p>
          <a:p>
            <a:pPr algn="just"/>
            <a:endParaRPr lang="en-US" sz="1800"/>
          </a:p>
          <a:p>
            <a:pPr algn="just"/>
            <a:r>
              <a:rPr lang="en-US" sz="1800">
                <a:solidFill>
                  <a:srgbClr val="0070C0"/>
                </a:solidFill>
              </a:rPr>
              <a:t>Disproves </a:t>
            </a:r>
            <a:r>
              <a:rPr lang="en-US" sz="1800" err="1">
                <a:solidFill>
                  <a:srgbClr val="0070C0"/>
                </a:solidFill>
              </a:rPr>
              <a:t>Spermist</a:t>
            </a:r>
            <a:r>
              <a:rPr lang="en-US" sz="1800">
                <a:solidFill>
                  <a:srgbClr val="0070C0"/>
                </a:solidFill>
              </a:rPr>
              <a:t> theory: all information in sperm head.</a:t>
            </a:r>
          </a:p>
          <a:p>
            <a:pPr algn="just"/>
            <a:r>
              <a:rPr lang="en-US" sz="1800"/>
              <a:t>Variation in phenotype: existence of alternate versions of genes. These versions are called alleles.</a:t>
            </a:r>
          </a:p>
          <a:p>
            <a:pPr algn="just"/>
            <a:r>
              <a:rPr lang="en-US" sz="1800"/>
              <a:t>The alleles of each gene segregate, independently, one to each gamete.</a:t>
            </a:r>
          </a:p>
          <a:p>
            <a:pPr algn="just"/>
            <a:r>
              <a:rPr lang="en-US" sz="1800"/>
              <a:t>Every individual inherits two alleles of each gene, i.e. one gamete from each parent.</a:t>
            </a:r>
          </a:p>
          <a:p>
            <a:pPr algn="just"/>
            <a:r>
              <a:rPr lang="en-US" sz="1800"/>
              <a:t>If the alleles differ, one will be dominant and one recessive. Only the dominant trait will be expressed in the hybrid generation.  </a:t>
            </a:r>
          </a:p>
          <a:p>
            <a:pPr algn="just"/>
            <a:endParaRPr lang="en-US" sz="2000"/>
          </a:p>
          <a:p>
            <a:pPr marL="0" indent="0" algn="just">
              <a:buNone/>
            </a:pPr>
            <a:endParaRPr lang="en-US" sz="24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34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53190" y="6928641"/>
            <a:ext cx="8543925" cy="5619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58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9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9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4676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/>
              <a:t>Conclusions from his experiments</a:t>
            </a:r>
            <a:r>
              <a:rPr lang="en-US" sz="2800" b="1"/>
              <a:t>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295275" y="1828800"/>
            <a:ext cx="8458200" cy="3048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/>
              <a:t>Second Law:</a:t>
            </a:r>
            <a:r>
              <a:rPr lang="en-US" sz="2400" b="1">
                <a:solidFill>
                  <a:srgbClr val="C00000"/>
                </a:solidFill>
              </a:rPr>
              <a:t> Traits can be inherited independently from one another</a:t>
            </a:r>
            <a:endParaRPr lang="en-US" sz="2400" b="1"/>
          </a:p>
          <a:p>
            <a:pPr marL="0" indent="0" algn="just">
              <a:buNone/>
            </a:pPr>
            <a:endParaRPr lang="en-US" sz="2400" b="1"/>
          </a:p>
          <a:p>
            <a:pPr marL="0" indent="0" algn="just">
              <a:buNone/>
            </a:pPr>
            <a:r>
              <a:rPr lang="en-US" sz="2400" b="1"/>
              <a:t>Law of independent assortment</a:t>
            </a:r>
            <a:r>
              <a:rPr lang="en-US" sz="2400"/>
              <a:t>: </a:t>
            </a:r>
            <a:r>
              <a:rPr lang="en-US" sz="2400">
                <a:solidFill>
                  <a:srgbClr val="C00000"/>
                </a:solidFill>
              </a:rPr>
              <a:t>during gamete formation, the segregation of the alleles of one allelic pair is independent of the segregation of the alleles of another allelic pair. </a:t>
            </a:r>
            <a:r>
              <a:rPr lang="en-US" sz="2400">
                <a:solidFill>
                  <a:schemeClr val="bg1"/>
                </a:solidFill>
              </a:rPr>
              <a:t>random, </a:t>
            </a:r>
          </a:p>
          <a:p>
            <a:pPr marL="457200" indent="-457200" algn="just">
              <a:buFont typeface="+mj-lt"/>
              <a:buAutoNum type="arabicPeriod" startAt="2"/>
            </a:pPr>
            <a:endParaRPr lang="en-US" sz="240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1800"/>
              <a:t>Traits segregate independently; there is no linkage between genes for different traits. (</a:t>
            </a:r>
            <a:r>
              <a:rPr lang="en-US" sz="1800">
                <a:solidFill>
                  <a:srgbClr val="C00000"/>
                </a:solidFill>
                <a:sym typeface="Symbol"/>
              </a:rPr>
              <a:t></a:t>
            </a:r>
            <a:r>
              <a:rPr lang="en-US" sz="1800">
                <a:solidFill>
                  <a:srgbClr val="C00000"/>
                </a:solidFill>
              </a:rPr>
              <a:t>Note: This is not always true.) </a:t>
            </a:r>
          </a:p>
          <a:p>
            <a:pPr algn="just"/>
            <a:endParaRPr lang="en-US" sz="2000"/>
          </a:p>
          <a:p>
            <a:pPr marL="0" indent="0" algn="just">
              <a:buNone/>
            </a:pPr>
            <a:endParaRPr lang="en-US" sz="24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35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 flipV="1">
            <a:off x="-841744" y="6749902"/>
            <a:ext cx="9220200" cy="673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76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Mendelian Genetics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1114425"/>
            <a:ext cx="7696200" cy="76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400" b="1" u="sng"/>
              <a:t>How two different traits would behave in hybrids?</a:t>
            </a:r>
            <a:endParaRPr lang="en-US" sz="2400" b="1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5" t="10000" b="37500"/>
          <a:stretch/>
        </p:blipFill>
        <p:spPr bwMode="auto">
          <a:xfrm rot="16200000">
            <a:off x="1902651" y="440513"/>
            <a:ext cx="1169264" cy="3848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13"/>
          <p:cNvGrpSpPr/>
          <p:nvPr/>
        </p:nvGrpSpPr>
        <p:grpSpPr>
          <a:xfrm>
            <a:off x="563231" y="2950106"/>
            <a:ext cx="3848104" cy="1583742"/>
            <a:chOff x="609600" y="3084576"/>
            <a:chExt cx="3848104" cy="1583742"/>
          </a:xfrm>
        </p:grpSpPr>
        <p:pic>
          <p:nvPicPr>
            <p:cNvPr id="9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607" t="10000" r="12679" b="39091"/>
            <a:stretch/>
          </p:blipFill>
          <p:spPr bwMode="auto">
            <a:xfrm rot="16200000">
              <a:off x="1741781" y="1952395"/>
              <a:ext cx="1583742" cy="3848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16"/>
            <p:cNvSpPr/>
            <p:nvPr/>
          </p:nvSpPr>
          <p:spPr>
            <a:xfrm>
              <a:off x="685800" y="4191000"/>
              <a:ext cx="11430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rgbClr val="0070C0"/>
                  </a:solidFill>
                </a:rPr>
                <a:t>Hybrid Gen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572122" y="1779675"/>
            <a:ext cx="3556289" cy="4861832"/>
            <a:chOff x="4673310" y="1843768"/>
            <a:chExt cx="3556289" cy="4861832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429" t="10000" r="21373" b="39091"/>
            <a:stretch/>
          </p:blipFill>
          <p:spPr bwMode="auto">
            <a:xfrm rot="16200000">
              <a:off x="4020539" y="2496539"/>
              <a:ext cx="4861832" cy="3556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10"/>
            <p:cNvSpPr/>
            <p:nvPr/>
          </p:nvSpPr>
          <p:spPr>
            <a:xfrm>
              <a:off x="4800600" y="2057400"/>
              <a:ext cx="11430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rgbClr val="0070C0"/>
                  </a:solidFill>
                </a:rPr>
                <a:t>Hybrid Gen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773168" y="2779776"/>
              <a:ext cx="11430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rgbClr val="0070C0"/>
                  </a:solidFill>
                </a:rPr>
                <a:t>Hybrid gamete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840363" y="3455047"/>
              <a:ext cx="1039091" cy="27709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solidFill>
                    <a:srgbClr val="0070C0"/>
                  </a:solidFill>
                </a:rPr>
                <a:t>F1 Gen</a:t>
              </a:r>
            </a:p>
          </p:txBody>
        </p:sp>
      </p:grp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4" t="13590" r="73654" b="38718"/>
          <a:stretch/>
        </p:blipFill>
        <p:spPr bwMode="auto">
          <a:xfrm rot="16200000">
            <a:off x="1835961" y="4062420"/>
            <a:ext cx="1840525" cy="3260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8234280" y="3139200"/>
              <a:ext cx="824760" cy="214416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24920" y="3129840"/>
                <a:ext cx="843480" cy="21628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7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>
            <a:spLocks/>
          </p:cNvSpPr>
          <p:nvPr/>
        </p:nvSpPr>
        <p:spPr>
          <a:xfrm>
            <a:off x="381000" y="251460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>
                <a:solidFill>
                  <a:srgbClr val="0000FF"/>
                </a:solidFill>
              </a:rPr>
              <a:t>Thank You!</a:t>
            </a:r>
          </a:p>
          <a:p>
            <a:endParaRPr lang="en-US" sz="6000" b="1">
              <a:solidFill>
                <a:srgbClr val="0000FF"/>
              </a:solidFill>
            </a:endParaRPr>
          </a:p>
          <a:p>
            <a:endParaRPr lang="en-US" sz="600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040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5451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0000FF"/>
                </a:solidFill>
              </a:rPr>
              <a:t>Type of Questions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796623"/>
            <a:ext cx="8229600" cy="510094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2400" b="1">
                <a:solidFill>
                  <a:srgbClr val="FF0066"/>
                </a:solidFill>
              </a:rPr>
              <a:t>If a couple already have 3 daughters, what is the probability of them have a son?</a:t>
            </a:r>
            <a:endParaRPr lang="en-US" sz="2400" b="1">
              <a:solidFill>
                <a:srgbClr val="FF0066"/>
              </a:solidFill>
              <a:cs typeface="Calibri"/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2400" b="1">
                <a:solidFill>
                  <a:srgbClr val="FF0066"/>
                </a:solidFill>
              </a:rPr>
              <a:t>Classify the following heterozygous or homozygous: RR, Rr, </a:t>
            </a:r>
            <a:r>
              <a:rPr lang="en-US" sz="2400" b="1" err="1">
                <a:solidFill>
                  <a:srgbClr val="FF0066"/>
                </a:solidFill>
              </a:rPr>
              <a:t>yy</a:t>
            </a:r>
            <a:r>
              <a:rPr lang="en-US" sz="2400" b="1">
                <a:solidFill>
                  <a:srgbClr val="FF0066"/>
                </a:solidFill>
              </a:rPr>
              <a:t>, </a:t>
            </a:r>
            <a:r>
              <a:rPr lang="en-US" sz="2400" b="1" err="1">
                <a:solidFill>
                  <a:srgbClr val="FF0066"/>
                </a:solidFill>
              </a:rPr>
              <a:t>YyRR</a:t>
            </a:r>
            <a:r>
              <a:rPr lang="en-US" sz="2400" b="1">
                <a:solidFill>
                  <a:srgbClr val="FF0066"/>
                </a:solidFill>
              </a:rPr>
              <a:t>. </a:t>
            </a:r>
            <a:endParaRPr lang="en-US" sz="2400" b="1">
              <a:solidFill>
                <a:srgbClr val="FF0066"/>
              </a:solidFill>
              <a:cs typeface="Calibri"/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2400" b="1">
                <a:solidFill>
                  <a:srgbClr val="FF0066"/>
                </a:solidFill>
              </a:rPr>
              <a:t>What is the phenotype of the following: </a:t>
            </a:r>
            <a:r>
              <a:rPr lang="en-US" sz="2400" b="1" err="1">
                <a:solidFill>
                  <a:srgbClr val="FF0066"/>
                </a:solidFill>
              </a:rPr>
              <a:t>Yy</a:t>
            </a:r>
            <a:r>
              <a:rPr lang="en-US" sz="2400" b="1">
                <a:solidFill>
                  <a:srgbClr val="FF0066"/>
                </a:solidFill>
              </a:rPr>
              <a:t>, Rr, </a:t>
            </a:r>
            <a:r>
              <a:rPr lang="en-US" sz="2400" b="1" err="1">
                <a:solidFill>
                  <a:srgbClr val="FF0066"/>
                </a:solidFill>
              </a:rPr>
              <a:t>yy</a:t>
            </a:r>
            <a:r>
              <a:rPr lang="en-US" sz="2400" b="1">
                <a:solidFill>
                  <a:srgbClr val="FF0066"/>
                </a:solidFill>
              </a:rPr>
              <a:t>, </a:t>
            </a:r>
            <a:r>
              <a:rPr lang="en-US" sz="2400" b="1" err="1">
                <a:solidFill>
                  <a:srgbClr val="FF0066"/>
                </a:solidFill>
              </a:rPr>
              <a:t>YyRr</a:t>
            </a:r>
            <a:r>
              <a:rPr lang="en-US" sz="2400" b="1">
                <a:solidFill>
                  <a:srgbClr val="FF0066"/>
                </a:solidFill>
              </a:rPr>
              <a:t>.</a:t>
            </a:r>
            <a:endParaRPr lang="en-US" sz="2400" b="1">
              <a:solidFill>
                <a:srgbClr val="FF0066"/>
              </a:solidFill>
              <a:cs typeface="Calibri"/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2400" b="1">
                <a:solidFill>
                  <a:srgbClr val="FF0066"/>
                </a:solidFill>
              </a:rPr>
              <a:t>What is the probability of Rr X Rr producing wrinkled seeds?</a:t>
            </a:r>
            <a:endParaRPr lang="en-US" sz="2400" b="1">
              <a:solidFill>
                <a:srgbClr val="FF0066"/>
              </a:solidFill>
              <a:cs typeface="Calibri"/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2400" b="1">
                <a:solidFill>
                  <a:srgbClr val="FF0066"/>
                </a:solidFill>
              </a:rPr>
              <a:t>What is the probability of </a:t>
            </a:r>
            <a:r>
              <a:rPr lang="en-US" sz="2400" b="1" err="1">
                <a:solidFill>
                  <a:srgbClr val="FF0066"/>
                </a:solidFill>
              </a:rPr>
              <a:t>Yy</a:t>
            </a:r>
            <a:r>
              <a:rPr lang="en-US" sz="2400" b="1">
                <a:solidFill>
                  <a:srgbClr val="FF0066"/>
                </a:solidFill>
              </a:rPr>
              <a:t> X </a:t>
            </a:r>
            <a:r>
              <a:rPr lang="en-US" sz="2400" b="1" err="1">
                <a:solidFill>
                  <a:srgbClr val="FF0066"/>
                </a:solidFill>
              </a:rPr>
              <a:t>yy</a:t>
            </a:r>
            <a:r>
              <a:rPr lang="en-US" sz="2400" b="1">
                <a:solidFill>
                  <a:srgbClr val="FF0066"/>
                </a:solidFill>
              </a:rPr>
              <a:t> producing green seeds?</a:t>
            </a:r>
            <a:endParaRPr lang="en-US" sz="2400" b="1">
              <a:solidFill>
                <a:srgbClr val="FF0066"/>
              </a:solidFill>
              <a:cs typeface="Calibri"/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2400" b="1">
                <a:solidFill>
                  <a:srgbClr val="FF0066"/>
                </a:solidFill>
              </a:rPr>
              <a:t>What is the probability that </a:t>
            </a:r>
            <a:r>
              <a:rPr lang="en-US" sz="2400" b="1" err="1">
                <a:solidFill>
                  <a:srgbClr val="FF0066"/>
                </a:solidFill>
              </a:rPr>
              <a:t>RrYy</a:t>
            </a:r>
            <a:r>
              <a:rPr lang="en-US" sz="2400" b="1">
                <a:solidFill>
                  <a:srgbClr val="FF0066"/>
                </a:solidFill>
              </a:rPr>
              <a:t> X </a:t>
            </a:r>
            <a:r>
              <a:rPr lang="en-US" sz="2400" b="1" err="1">
                <a:solidFill>
                  <a:srgbClr val="FF0066"/>
                </a:solidFill>
              </a:rPr>
              <a:t>RRYy</a:t>
            </a:r>
            <a:r>
              <a:rPr lang="en-US" sz="2400" b="1">
                <a:solidFill>
                  <a:srgbClr val="FF0066"/>
                </a:solidFill>
              </a:rPr>
              <a:t> would produce </a:t>
            </a:r>
            <a:r>
              <a:rPr lang="en-US" sz="2400" b="1" err="1">
                <a:solidFill>
                  <a:srgbClr val="FF0066"/>
                </a:solidFill>
              </a:rPr>
              <a:t>RrYy</a:t>
            </a:r>
            <a:r>
              <a:rPr lang="en-US" sz="2400" b="1">
                <a:solidFill>
                  <a:srgbClr val="FF0066"/>
                </a:solidFill>
              </a:rPr>
              <a:t>?</a:t>
            </a:r>
            <a:endParaRPr lang="en-US" sz="2400" b="1">
              <a:solidFill>
                <a:srgbClr val="FF0066"/>
              </a:solidFill>
              <a:cs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23091" y="2884859"/>
            <a:ext cx="5190321" cy="64633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accent4">
                    <a:lumMod val="75000"/>
                  </a:schemeClr>
                </a:solidFill>
              </a:rPr>
              <a:t>Round (R) is dominant to wrinkled (r). Yellow (Y) is dominant to green (y)</a:t>
            </a: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38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8D8F59-D2D0-3312-3DAE-AD1377B1D458}"/>
              </a:ext>
            </a:extLst>
          </p:cNvPr>
          <p:cNvSpPr/>
          <p:nvPr/>
        </p:nvSpPr>
        <p:spPr>
          <a:xfrm>
            <a:off x="9195704" y="587136"/>
            <a:ext cx="1385785" cy="22259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5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_MyClass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ctr">
          <a:defRPr dirty="0" smtClean="0">
            <a:latin typeface="Comic Sans MS" pitchFamily="66" charset="0"/>
          </a:defRPr>
        </a:defPPr>
      </a:lstStyle>
    </a:tx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A_MyClass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ctr">
          <a:defRPr dirty="0" smtClean="0">
            <a:latin typeface="Comic Sans MS" pitchFamily="66" charset="0"/>
          </a:defRPr>
        </a:defPPr>
      </a:lstStyle>
    </a:tx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A_MyClass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ctr">
          <a:defRPr dirty="0" smtClean="0">
            <a:latin typeface="Comic Sans MS" pitchFamily="66" charset="0"/>
          </a:defRPr>
        </a:defPPr>
      </a:lstStyle>
    </a:tx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2622627FE0BB42A7311AF50D73D144" ma:contentTypeVersion="8" ma:contentTypeDescription="Create a new document." ma:contentTypeScope="" ma:versionID="86545f14451992e6e26b78a936813253">
  <xsd:schema xmlns:xsd="http://www.w3.org/2001/XMLSchema" xmlns:xs="http://www.w3.org/2001/XMLSchema" xmlns:p="http://schemas.microsoft.com/office/2006/metadata/properties" xmlns:ns2="f3d90b6b-40ba-4cf1-9177-eadded3cce4b" targetNamespace="http://schemas.microsoft.com/office/2006/metadata/properties" ma:root="true" ma:fieldsID="ebaf53cfe962b7f65b25ca3dc8735c37" ns2:_="">
    <xsd:import namespace="f3d90b6b-40ba-4cf1-9177-eadded3cce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d90b6b-40ba-4cf1-9177-eadded3cce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5F1C4A8-919E-4608-A538-EC3448D9BF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2517C6-058E-47FB-AC65-6FC8846556BB}">
  <ds:schemaRefs>
    <ds:schemaRef ds:uri="f3d90b6b-40ba-4cf1-9177-eadded3cce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722509E-4BE8-4003-98B1-ACB1E79BE17E}">
  <ds:schemaRefs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38</Slides>
  <Notes>1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Office Theme</vt:lpstr>
      <vt:lpstr>A_MyClass</vt:lpstr>
      <vt:lpstr>1_A_MyClass</vt:lpstr>
      <vt:lpstr>2_A_MyClass</vt:lpstr>
      <vt:lpstr>LECTURE-1</vt:lpstr>
      <vt:lpstr>PowerPoint Presentation</vt:lpstr>
      <vt:lpstr>   Course Content</vt:lpstr>
      <vt:lpstr>   Course Content</vt:lpstr>
      <vt:lpstr>  Course Content</vt:lpstr>
      <vt:lpstr>  Course Content</vt:lpstr>
      <vt:lpstr>  Lecture Schedule</vt:lpstr>
      <vt:lpstr>  Lecture Schedule</vt:lpstr>
      <vt:lpstr>  Lecture Schedule</vt:lpstr>
      <vt:lpstr>  Lecture Schedule</vt:lpstr>
      <vt:lpstr>  Course Grading Scheme</vt:lpstr>
      <vt:lpstr>  Rules and Regulations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Mendelian Genetics</vt:lpstr>
      <vt:lpstr>PowerPoint Presentation</vt:lpstr>
      <vt:lpstr>Type of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revision>1</cp:revision>
  <dcterms:created xsi:type="dcterms:W3CDTF">2020-06-08T04:19:45Z</dcterms:created>
  <dcterms:modified xsi:type="dcterms:W3CDTF">2024-01-19T07:34:55Z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0x010100252622627FE0BB42A7311AF50D73D144</vt:lpwstr>
  </property>
</Properties>
</file>