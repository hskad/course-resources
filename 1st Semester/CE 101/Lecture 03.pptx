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3" r:id="rId3"/>
    <p:sldMasterId id="2147483675" r:id="rId4"/>
    <p:sldMasterId id="2147483687" r:id="rId5"/>
    <p:sldMasterId id="2147483699" r:id="rId6"/>
    <p:sldMasterId id="2147483711" r:id="rId7"/>
  </p:sldMasterIdLst>
  <p:notesMasterIdLst>
    <p:notesMasterId r:id="rId66"/>
  </p:notesMasterIdLst>
  <p:sldIdLst>
    <p:sldId id="390" r:id="rId8"/>
    <p:sldId id="341" r:id="rId9"/>
    <p:sldId id="368" r:id="rId10"/>
    <p:sldId id="260" r:id="rId11"/>
    <p:sldId id="342" r:id="rId12"/>
    <p:sldId id="365" r:id="rId13"/>
    <p:sldId id="366" r:id="rId14"/>
    <p:sldId id="367" r:id="rId15"/>
    <p:sldId id="395" r:id="rId16"/>
    <p:sldId id="261" r:id="rId17"/>
    <p:sldId id="369" r:id="rId18"/>
    <p:sldId id="272" r:id="rId19"/>
    <p:sldId id="345" r:id="rId20"/>
    <p:sldId id="346" r:id="rId21"/>
    <p:sldId id="265" r:id="rId22"/>
    <p:sldId id="397" r:id="rId23"/>
    <p:sldId id="339" r:id="rId24"/>
    <p:sldId id="370" r:id="rId25"/>
    <p:sldId id="264" r:id="rId26"/>
    <p:sldId id="263" r:id="rId27"/>
    <p:sldId id="391" r:id="rId28"/>
    <p:sldId id="392" r:id="rId29"/>
    <p:sldId id="295" r:id="rId30"/>
    <p:sldId id="301" r:id="rId31"/>
    <p:sldId id="393" r:id="rId32"/>
    <p:sldId id="348" r:id="rId33"/>
    <p:sldId id="350" r:id="rId34"/>
    <p:sldId id="305" r:id="rId35"/>
    <p:sldId id="398" r:id="rId36"/>
    <p:sldId id="275" r:id="rId37"/>
    <p:sldId id="351" r:id="rId38"/>
    <p:sldId id="394" r:id="rId39"/>
    <p:sldId id="352" r:id="rId40"/>
    <p:sldId id="304" r:id="rId41"/>
    <p:sldId id="276" r:id="rId42"/>
    <p:sldId id="356" r:id="rId43"/>
    <p:sldId id="307" r:id="rId44"/>
    <p:sldId id="308" r:id="rId45"/>
    <p:sldId id="371" r:id="rId46"/>
    <p:sldId id="372" r:id="rId47"/>
    <p:sldId id="373" r:id="rId48"/>
    <p:sldId id="374" r:id="rId49"/>
    <p:sldId id="375" r:id="rId50"/>
    <p:sldId id="376" r:id="rId51"/>
    <p:sldId id="377" r:id="rId52"/>
    <p:sldId id="378" r:id="rId53"/>
    <p:sldId id="379" r:id="rId54"/>
    <p:sldId id="380" r:id="rId55"/>
    <p:sldId id="381" r:id="rId56"/>
    <p:sldId id="382" r:id="rId57"/>
    <p:sldId id="383" r:id="rId58"/>
    <p:sldId id="384" r:id="rId59"/>
    <p:sldId id="385" r:id="rId60"/>
    <p:sldId id="386" r:id="rId61"/>
    <p:sldId id="387" r:id="rId62"/>
    <p:sldId id="388" r:id="rId63"/>
    <p:sldId id="389" r:id="rId64"/>
    <p:sldId id="396" r:id="rId6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279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7.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arsh Johari " userId="d2a30c7a-ca21-4e42-9d44-285ffc33c77c" providerId="ADAL" clId="{9BA3A3DC-34C1-40DB-B120-B1BC9C9ABE33}"/>
    <pc:docChg chg="delSld">
      <pc:chgData name="Sparsh Johari " userId="d2a30c7a-ca21-4e42-9d44-285ffc33c77c" providerId="ADAL" clId="{9BA3A3DC-34C1-40DB-B120-B1BC9C9ABE33}" dt="2023-08-11T07:09:45.517" v="1" actId="2696"/>
      <pc:docMkLst>
        <pc:docMk/>
      </pc:docMkLst>
      <pc:sldChg chg="del">
        <pc:chgData name="Sparsh Johari " userId="d2a30c7a-ca21-4e42-9d44-285ffc33c77c" providerId="ADAL" clId="{9BA3A3DC-34C1-40DB-B120-B1BC9C9ABE33}" dt="2023-08-11T07:09:45.517" v="1" actId="2696"/>
        <pc:sldMkLst>
          <pc:docMk/>
          <pc:sldMk cId="0" sldId="266"/>
        </pc:sldMkLst>
      </pc:sldChg>
      <pc:sldChg chg="del">
        <pc:chgData name="Sparsh Johari " userId="d2a30c7a-ca21-4e42-9d44-285ffc33c77c" providerId="ADAL" clId="{9BA3A3DC-34C1-40DB-B120-B1BC9C9ABE33}" dt="2023-08-11T07:09:45.084" v="0" actId="2696"/>
        <pc:sldMkLst>
          <pc:docMk/>
          <pc:sldMk cId="1222418563" sldId="399"/>
        </pc:sldMkLst>
      </pc:sldChg>
    </pc:docChg>
  </pc:docChgLst>
  <pc:docChgLst>
    <pc:chgData name="Daksh Agarwal" userId="252623e2ba33a27a" providerId="LiveId" clId="{6DF03B02-32D0-414F-B73A-C5594521E487}"/>
    <pc:docChg chg="modSld">
      <pc:chgData name="Daksh Agarwal" userId="252623e2ba33a27a" providerId="LiveId" clId="{6DF03B02-32D0-414F-B73A-C5594521E487}" dt="2023-11-14T02:45:34.994" v="47" actId="1038"/>
      <pc:docMkLst>
        <pc:docMk/>
      </pc:docMkLst>
      <pc:sldChg chg="modSp mod">
        <pc:chgData name="Daksh Agarwal" userId="252623e2ba33a27a" providerId="LiveId" clId="{6DF03B02-32D0-414F-B73A-C5594521E487}" dt="2023-11-14T02:45:34.994" v="47" actId="1038"/>
        <pc:sldMkLst>
          <pc:docMk/>
          <pc:sldMk cId="1199514213" sldId="398"/>
        </pc:sldMkLst>
        <pc:spChg chg="mod">
          <ac:chgData name="Daksh Agarwal" userId="252623e2ba33a27a" providerId="LiveId" clId="{6DF03B02-32D0-414F-B73A-C5594521E487}" dt="2023-11-14T02:45:34.994" v="47" actId="1038"/>
          <ac:spMkLst>
            <pc:docMk/>
            <pc:sldMk cId="1199514213" sldId="398"/>
            <ac:spMk id="10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17B5B6D-A7F2-448D-BFDF-E7A016983DAD}" type="datetimeFigureOut">
              <a:rPr lang="en-US"/>
              <a:pPr>
                <a:defRPr/>
              </a:pPr>
              <a:t>11/14/2023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73E0AFF-175C-46FE-B1FC-BAD73E342595}" type="slidenum">
              <a:rPr lang="en-US" altLang="en-US"/>
              <a:pPr/>
              <a:t>‹#›</a:t>
            </a:fld>
            <a:endParaRPr lang="en-US" altLang="en-US"/>
          </a:p>
        </p:txBody>
      </p:sp>
    </p:spTree>
    <p:extLst>
      <p:ext uri="{BB962C8B-B14F-4D97-AF65-F5344CB8AC3E}">
        <p14:creationId xmlns:p14="http://schemas.microsoft.com/office/powerpoint/2010/main" val="33810339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Today we will discuss about the Modeling and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54EA00-3FE7-45BB-8861-608A115B0E7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47400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73E0AFF-175C-46FE-B1FC-BAD73E342595}" type="slidenum">
              <a:rPr lang="en-US" altLang="en-US" smtClean="0"/>
              <a:pPr/>
              <a:t>6</a:t>
            </a:fld>
            <a:endParaRPr lang="en-US" altLang="en-US"/>
          </a:p>
        </p:txBody>
      </p:sp>
    </p:spTree>
    <p:extLst>
      <p:ext uri="{BB962C8B-B14F-4D97-AF65-F5344CB8AC3E}">
        <p14:creationId xmlns:p14="http://schemas.microsoft.com/office/powerpoint/2010/main" val="1196347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85E5DD6-4BA5-4E2B-9BAF-4ECE764A0845}" type="datetime3">
              <a:rPr lang="en-US" smtClean="0"/>
              <a:t>14 November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6" name="Slide Number Placeholder 5"/>
          <p:cNvSpPr>
            <a:spLocks noGrp="1"/>
          </p:cNvSpPr>
          <p:nvPr>
            <p:ph type="sldNum" sz="quarter" idx="12"/>
          </p:nvPr>
        </p:nvSpPr>
        <p:spPr/>
        <p:txBody>
          <a:bodyPr/>
          <a:lstStyle>
            <a:lvl1pPr>
              <a:defRPr/>
            </a:lvl1pPr>
          </a:lstStyle>
          <a:p>
            <a:fld id="{F6843646-CD7C-4302-97BE-504DB723392E}" type="slidenum">
              <a:rPr lang="en-US" altLang="en-US"/>
              <a:pPr/>
              <a:t>‹#›</a:t>
            </a:fld>
            <a:endParaRPr lang="en-US" altLang="en-US"/>
          </a:p>
        </p:txBody>
      </p:sp>
    </p:spTree>
    <p:extLst>
      <p:ext uri="{BB962C8B-B14F-4D97-AF65-F5344CB8AC3E}">
        <p14:creationId xmlns:p14="http://schemas.microsoft.com/office/powerpoint/2010/main" val="274052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3500081-129A-4C19-9D4B-A2B5A487D2D3}" type="datetime3">
              <a:rPr lang="en-US" smtClean="0"/>
              <a:t>14 November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6" name="Slide Number Placeholder 5"/>
          <p:cNvSpPr>
            <a:spLocks noGrp="1"/>
          </p:cNvSpPr>
          <p:nvPr>
            <p:ph type="sldNum" sz="quarter" idx="12"/>
          </p:nvPr>
        </p:nvSpPr>
        <p:spPr/>
        <p:txBody>
          <a:bodyPr/>
          <a:lstStyle>
            <a:lvl1pPr>
              <a:defRPr/>
            </a:lvl1pPr>
          </a:lstStyle>
          <a:p>
            <a:fld id="{38EF81B1-1FE8-42FA-94F7-7123C4677856}" type="slidenum">
              <a:rPr lang="en-US" altLang="en-US"/>
              <a:pPr/>
              <a:t>‹#›</a:t>
            </a:fld>
            <a:endParaRPr lang="en-US" altLang="en-US"/>
          </a:p>
        </p:txBody>
      </p:sp>
    </p:spTree>
    <p:extLst>
      <p:ext uri="{BB962C8B-B14F-4D97-AF65-F5344CB8AC3E}">
        <p14:creationId xmlns:p14="http://schemas.microsoft.com/office/powerpoint/2010/main" val="52946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60E98E1-2275-4E01-8111-F67B246867FD}" type="datetime3">
              <a:rPr lang="en-US" smtClean="0"/>
              <a:t>14 November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6" name="Slide Number Placeholder 5"/>
          <p:cNvSpPr>
            <a:spLocks noGrp="1"/>
          </p:cNvSpPr>
          <p:nvPr>
            <p:ph type="sldNum" sz="quarter" idx="12"/>
          </p:nvPr>
        </p:nvSpPr>
        <p:spPr/>
        <p:txBody>
          <a:bodyPr/>
          <a:lstStyle>
            <a:lvl1pPr>
              <a:defRPr/>
            </a:lvl1pPr>
          </a:lstStyle>
          <a:p>
            <a:fld id="{936789F3-B756-4425-8B64-A0B5414ECAD5}" type="slidenum">
              <a:rPr lang="en-US" altLang="en-US"/>
              <a:pPr/>
              <a:t>‹#›</a:t>
            </a:fld>
            <a:endParaRPr lang="en-US" altLang="en-US"/>
          </a:p>
        </p:txBody>
      </p:sp>
    </p:spTree>
    <p:extLst>
      <p:ext uri="{BB962C8B-B14F-4D97-AF65-F5344CB8AC3E}">
        <p14:creationId xmlns:p14="http://schemas.microsoft.com/office/powerpoint/2010/main" val="3857428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0E92713-6C0A-4474-8EEB-B9164712700D}" type="datetime3">
              <a:rPr lang="en-US" smtClean="0"/>
              <a:t>14 November 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7" name="Slide Number Placeholder 5"/>
          <p:cNvSpPr>
            <a:spLocks noGrp="1"/>
          </p:cNvSpPr>
          <p:nvPr>
            <p:ph type="sldNum" sz="quarter" idx="12"/>
          </p:nvPr>
        </p:nvSpPr>
        <p:spPr/>
        <p:txBody>
          <a:bodyPr/>
          <a:lstStyle>
            <a:lvl1pPr>
              <a:defRPr/>
            </a:lvl1pPr>
          </a:lstStyle>
          <a:p>
            <a:fld id="{AC04107D-B717-4963-956D-15B7643FD81E}" type="slidenum">
              <a:rPr lang="en-US" altLang="en-US"/>
              <a:pPr/>
              <a:t>‹#›</a:t>
            </a:fld>
            <a:endParaRPr lang="en-US" altLang="en-US"/>
          </a:p>
        </p:txBody>
      </p:sp>
    </p:spTree>
    <p:extLst>
      <p:ext uri="{BB962C8B-B14F-4D97-AF65-F5344CB8AC3E}">
        <p14:creationId xmlns:p14="http://schemas.microsoft.com/office/powerpoint/2010/main" val="3865432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3522D6A-9056-423E-965E-C033FF30BCA1}" type="datetime3">
              <a:rPr lang="en-US" smtClean="0"/>
              <a:t>14 November 2023</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9" name="Slide Number Placeholder 5"/>
          <p:cNvSpPr>
            <a:spLocks noGrp="1"/>
          </p:cNvSpPr>
          <p:nvPr>
            <p:ph type="sldNum" sz="quarter" idx="12"/>
          </p:nvPr>
        </p:nvSpPr>
        <p:spPr/>
        <p:txBody>
          <a:bodyPr/>
          <a:lstStyle>
            <a:lvl1pPr>
              <a:defRPr/>
            </a:lvl1pPr>
          </a:lstStyle>
          <a:p>
            <a:fld id="{FE36849B-47D2-4B2B-AA6E-48EAFEC28055}" type="slidenum">
              <a:rPr lang="en-US" altLang="en-US"/>
              <a:pPr/>
              <a:t>‹#›</a:t>
            </a:fld>
            <a:endParaRPr lang="en-US" altLang="en-US"/>
          </a:p>
        </p:txBody>
      </p:sp>
    </p:spTree>
    <p:extLst>
      <p:ext uri="{BB962C8B-B14F-4D97-AF65-F5344CB8AC3E}">
        <p14:creationId xmlns:p14="http://schemas.microsoft.com/office/powerpoint/2010/main" val="1125846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142E0D41-9B40-4A43-9B17-C7FD9C6F2CDF}" type="datetime3">
              <a:rPr lang="en-US" smtClean="0"/>
              <a:t>14 November 2023</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5" name="Slide Number Placeholder 5"/>
          <p:cNvSpPr>
            <a:spLocks noGrp="1"/>
          </p:cNvSpPr>
          <p:nvPr>
            <p:ph type="sldNum" sz="quarter" idx="12"/>
          </p:nvPr>
        </p:nvSpPr>
        <p:spPr/>
        <p:txBody>
          <a:bodyPr/>
          <a:lstStyle>
            <a:lvl1pPr>
              <a:defRPr/>
            </a:lvl1pPr>
          </a:lstStyle>
          <a:p>
            <a:fld id="{0BC3E649-E818-45C7-ADAB-63FE761F8676}" type="slidenum">
              <a:rPr lang="en-US" altLang="en-US"/>
              <a:pPr/>
              <a:t>‹#›</a:t>
            </a:fld>
            <a:endParaRPr lang="en-US" altLang="en-US"/>
          </a:p>
        </p:txBody>
      </p:sp>
    </p:spTree>
    <p:extLst>
      <p:ext uri="{BB962C8B-B14F-4D97-AF65-F5344CB8AC3E}">
        <p14:creationId xmlns:p14="http://schemas.microsoft.com/office/powerpoint/2010/main" val="1128584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60FD225-0A4A-453F-B5A3-E651F4CE8B21}" type="datetime3">
              <a:rPr lang="en-US" smtClean="0"/>
              <a:t>14 November 2023</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4" name="Slide Number Placeholder 5"/>
          <p:cNvSpPr>
            <a:spLocks noGrp="1"/>
          </p:cNvSpPr>
          <p:nvPr>
            <p:ph type="sldNum" sz="quarter" idx="12"/>
          </p:nvPr>
        </p:nvSpPr>
        <p:spPr/>
        <p:txBody>
          <a:bodyPr/>
          <a:lstStyle>
            <a:lvl1pPr>
              <a:defRPr/>
            </a:lvl1pPr>
          </a:lstStyle>
          <a:p>
            <a:fld id="{F32E46E4-BA92-427D-A35F-E0F3BAA96972}" type="slidenum">
              <a:rPr lang="en-US" altLang="en-US"/>
              <a:pPr/>
              <a:t>‹#›</a:t>
            </a:fld>
            <a:endParaRPr lang="en-US" altLang="en-US"/>
          </a:p>
        </p:txBody>
      </p:sp>
    </p:spTree>
    <p:extLst>
      <p:ext uri="{BB962C8B-B14F-4D97-AF65-F5344CB8AC3E}">
        <p14:creationId xmlns:p14="http://schemas.microsoft.com/office/powerpoint/2010/main" val="2726610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C7B797A-C9B2-4EF0-A6AD-EB73BC4D94E6}" type="datetime3">
              <a:rPr lang="en-US" smtClean="0"/>
              <a:t>14 November 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7" name="Slide Number Placeholder 5"/>
          <p:cNvSpPr>
            <a:spLocks noGrp="1"/>
          </p:cNvSpPr>
          <p:nvPr>
            <p:ph type="sldNum" sz="quarter" idx="12"/>
          </p:nvPr>
        </p:nvSpPr>
        <p:spPr/>
        <p:txBody>
          <a:bodyPr/>
          <a:lstStyle>
            <a:lvl1pPr>
              <a:defRPr/>
            </a:lvl1pPr>
          </a:lstStyle>
          <a:p>
            <a:fld id="{016917DE-5044-4F7D-ABE0-C7355C9AE165}" type="slidenum">
              <a:rPr lang="en-US" altLang="en-US"/>
              <a:pPr/>
              <a:t>‹#›</a:t>
            </a:fld>
            <a:endParaRPr lang="en-US" altLang="en-US"/>
          </a:p>
        </p:txBody>
      </p:sp>
    </p:spTree>
    <p:extLst>
      <p:ext uri="{BB962C8B-B14F-4D97-AF65-F5344CB8AC3E}">
        <p14:creationId xmlns:p14="http://schemas.microsoft.com/office/powerpoint/2010/main" val="1901227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5E09B8B-EBBF-4C6F-884F-7A5B1182E7F8}" type="datetime3">
              <a:rPr lang="en-US" smtClean="0"/>
              <a:t>14 November 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7" name="Slide Number Placeholder 5"/>
          <p:cNvSpPr>
            <a:spLocks noGrp="1"/>
          </p:cNvSpPr>
          <p:nvPr>
            <p:ph type="sldNum" sz="quarter" idx="12"/>
          </p:nvPr>
        </p:nvSpPr>
        <p:spPr/>
        <p:txBody>
          <a:bodyPr/>
          <a:lstStyle>
            <a:lvl1pPr>
              <a:defRPr/>
            </a:lvl1pPr>
          </a:lstStyle>
          <a:p>
            <a:fld id="{85BC933F-7812-4939-A846-E425B59B960B}" type="slidenum">
              <a:rPr lang="en-US" altLang="en-US"/>
              <a:pPr/>
              <a:t>‹#›</a:t>
            </a:fld>
            <a:endParaRPr lang="en-US" altLang="en-US"/>
          </a:p>
        </p:txBody>
      </p:sp>
    </p:spTree>
    <p:extLst>
      <p:ext uri="{BB962C8B-B14F-4D97-AF65-F5344CB8AC3E}">
        <p14:creationId xmlns:p14="http://schemas.microsoft.com/office/powerpoint/2010/main" val="466015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AC0C3F3-EFB4-4603-8F53-A04DF49E1537}" type="datetime3">
              <a:rPr lang="en-US" smtClean="0"/>
              <a:t>14 November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6" name="Slide Number Placeholder 5"/>
          <p:cNvSpPr>
            <a:spLocks noGrp="1"/>
          </p:cNvSpPr>
          <p:nvPr>
            <p:ph type="sldNum" sz="quarter" idx="12"/>
          </p:nvPr>
        </p:nvSpPr>
        <p:spPr/>
        <p:txBody>
          <a:bodyPr/>
          <a:lstStyle>
            <a:lvl1pPr>
              <a:defRPr/>
            </a:lvl1pPr>
          </a:lstStyle>
          <a:p>
            <a:fld id="{421C9DCA-46F3-4807-B742-F71D3348A44D}" type="slidenum">
              <a:rPr lang="en-US" altLang="en-US"/>
              <a:pPr/>
              <a:t>‹#›</a:t>
            </a:fld>
            <a:endParaRPr lang="en-US" altLang="en-US"/>
          </a:p>
        </p:txBody>
      </p:sp>
    </p:spTree>
    <p:extLst>
      <p:ext uri="{BB962C8B-B14F-4D97-AF65-F5344CB8AC3E}">
        <p14:creationId xmlns:p14="http://schemas.microsoft.com/office/powerpoint/2010/main" val="1277963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05F285A-2695-4565-B9AB-48EC72D703DC}" type="datetime3">
              <a:rPr lang="en-US" smtClean="0"/>
              <a:t>14 November 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CE101 Lec1: Introduction and Basics</a:t>
            </a:r>
          </a:p>
        </p:txBody>
      </p:sp>
      <p:sp>
        <p:nvSpPr>
          <p:cNvPr id="6" name="Slide Number Placeholder 5"/>
          <p:cNvSpPr>
            <a:spLocks noGrp="1"/>
          </p:cNvSpPr>
          <p:nvPr>
            <p:ph type="sldNum" sz="quarter" idx="12"/>
          </p:nvPr>
        </p:nvSpPr>
        <p:spPr/>
        <p:txBody>
          <a:bodyPr/>
          <a:lstStyle>
            <a:lvl1pPr>
              <a:defRPr/>
            </a:lvl1pPr>
          </a:lstStyle>
          <a:p>
            <a:fld id="{8581A6D4-6E8D-49CE-844C-1FF58AB7BC24}" type="slidenum">
              <a:rPr lang="en-US" altLang="en-US"/>
              <a:pPr/>
              <a:t>‹#›</a:t>
            </a:fld>
            <a:endParaRPr lang="en-US" altLang="en-US"/>
          </a:p>
        </p:txBody>
      </p:sp>
    </p:spTree>
    <p:extLst>
      <p:ext uri="{BB962C8B-B14F-4D97-AF65-F5344CB8AC3E}">
        <p14:creationId xmlns:p14="http://schemas.microsoft.com/office/powerpoint/2010/main" val="1429018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9"/>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375116A-AFFE-4C48-B1F7-A2E058B85E1E}"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t>14 November 2023</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5" name="Footer Placeholder 21"/>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17B">
                    <a:shade val="90000"/>
                  </a:srgbClr>
                </a:solidFill>
                <a:effectLst/>
                <a:uLnTx/>
                <a:uFillTx/>
                <a:latin typeface="Franklin Gothic Book"/>
                <a:ea typeface="+mn-ea"/>
                <a:cs typeface="+mn-cs"/>
              </a:rPr>
              <a:t>CE101 Lec1: Introduction and Basics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6" name="Slide Number Placeholder 17"/>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E237F3A-BB05-4587-9A37-8B5E8F8C2482}"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Tree>
    <p:extLst>
      <p:ext uri="{BB962C8B-B14F-4D97-AF65-F5344CB8AC3E}">
        <p14:creationId xmlns:p14="http://schemas.microsoft.com/office/powerpoint/2010/main" val="312536845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477054"/>
          </a:xfrm>
        </p:spPr>
        <p:txBody>
          <a:bodyPr>
            <a:spAutoFit/>
          </a:bodyPr>
          <a:lstStyle>
            <a:lvl1pPr algn="ctr">
              <a:defRPr sz="2800" b="1" u="sng">
                <a:solidFill>
                  <a:srgbClr val="3333FF"/>
                </a:solidFill>
                <a:latin typeface="Times New Roman" pitchFamily="18" charset="0"/>
                <a:cs typeface="Times New Roman" pitchFamily="18" charset="0"/>
              </a:defRPr>
            </a:lvl1pPr>
          </a:lstStyle>
          <a:p>
            <a:r>
              <a:rPr lang="en-US" dirty="0"/>
              <a:t>Click to edit Master title style</a:t>
            </a:r>
          </a:p>
        </p:txBody>
      </p:sp>
      <p:sp>
        <p:nvSpPr>
          <p:cNvPr id="4" name="Date Placeholder 9"/>
          <p:cNvSpPr>
            <a:spLocks noGrp="1"/>
          </p:cNvSpPr>
          <p:nvPr>
            <p:ph type="dt" sz="half" idx="10"/>
          </p:nvPr>
        </p:nvSpPr>
        <p:spPr>
          <a:xfrm>
            <a:off x="228600" y="228600"/>
            <a:ext cx="1828800" cy="365125"/>
          </a:xfrm>
        </p:spPr>
        <p:txBody>
          <a:bodyPr anchor="ctr" anchorCtr="0"/>
          <a:lstStyle>
            <a:lvl1pPr algn="ctr">
              <a:defRPr sz="2400" b="1" i="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C8E4AB75-1E02-4E8E-87AF-C13FAEF69A55}" type="datetime3">
              <a:rPr kumimoji="0" lang="en-US" sz="2400" b="1" i="1" u="none" strike="noStrike" kern="1200" cap="none" spc="0" normalizeH="0" baseline="0" noProof="0" smtClean="0">
                <a:ln>
                  <a:noFill/>
                </a:ln>
                <a:solidFill>
                  <a:prstClr val="black"/>
                </a:solidFill>
                <a:effectLst/>
                <a:uLnTx/>
                <a:uFillTx/>
                <a:latin typeface="Monotype Corsiva" pitchFamily="66" charset="0"/>
                <a:ea typeface="+mn-ea"/>
                <a:cs typeface="Times New Roman" pitchFamily="18" charset="0"/>
              </a:rPr>
              <a:t>14 November 2023</a:t>
            </a:fld>
            <a:endParaRPr kumimoji="0" lang="en-US" sz="2400" b="1" i="1"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5" name="Footer Placeholder 21"/>
          <p:cNvSpPr>
            <a:spLocks noGrp="1"/>
          </p:cNvSpPr>
          <p:nvPr>
            <p:ph type="ftr" sz="quarter" idx="11"/>
          </p:nvPr>
        </p:nvSpPr>
        <p:spPr>
          <a:xfrm>
            <a:off x="1981200" y="228600"/>
            <a:ext cx="5562600" cy="369888"/>
          </a:xfrm>
        </p:spPr>
        <p:txBody>
          <a:bodyPr wrap="square" anchor="ctr" anchorCtr="0">
            <a:spAutoFit/>
          </a:bodyPr>
          <a:lstStyle>
            <a:lvl1pPr algn="ctr" fontAlgn="base">
              <a:spcBef>
                <a:spcPct val="0"/>
              </a:spcBef>
              <a:spcAft>
                <a:spcPct val="0"/>
              </a:spcAft>
              <a:defRPr sz="2400" b="1" dirty="0" smtClean="0">
                <a:solidFill>
                  <a:schemeClr val="tx1"/>
                </a:solidFill>
                <a:latin typeface="Monotype Corsiva" pitchFamily="66" charset="0"/>
                <a:cs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IN" sz="2400" b="1" i="0" u="none" strike="noStrike" kern="1200" cap="none" spc="0" normalizeH="0" baseline="0" noProof="0">
                <a:ln>
                  <a:noFill/>
                </a:ln>
                <a:solidFill>
                  <a:prstClr val="black"/>
                </a:solidFill>
                <a:effectLst/>
                <a:uLnTx/>
                <a:uFillTx/>
                <a:latin typeface="Monotype Corsiva" pitchFamily="66" charset="0"/>
                <a:ea typeface="+mn-ea"/>
                <a:cs typeface="Times New Roman" pitchFamily="18" charset="0"/>
              </a:rPr>
              <a:t>CE101 Lec1: Introduction and Basics</a:t>
            </a:r>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6" name="Slide Number Placeholder 17"/>
          <p:cNvSpPr>
            <a:spLocks noGrp="1"/>
          </p:cNvSpPr>
          <p:nvPr>
            <p:ph type="sldNum" sz="quarter" idx="12"/>
          </p:nvPr>
        </p:nvSpPr>
        <p:spPr>
          <a:xfrm>
            <a:off x="7772400" y="244475"/>
            <a:ext cx="914400" cy="365125"/>
          </a:xfrm>
        </p:spPr>
        <p:txBody>
          <a:bodyPr anchor="ctr" anchorCtr="0"/>
          <a:lstStyle>
            <a:lvl1pPr algn="ctr">
              <a:defRPr sz="2400" b="1">
                <a:solidFill>
                  <a:schemeClr val="tx1"/>
                </a:solidFill>
                <a:latin typeface="Monotype Corsiva" pitchFamily="66" charset="0"/>
                <a:cs typeface="Times New Roman"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1F63554-3180-4DAB-8FBB-F3364C1A10A9}" type="slidenum">
              <a:rPr kumimoji="0" lang="en-US" sz="2400" b="1" i="0" u="none" strike="noStrike" kern="1200" cap="none" spc="0" normalizeH="0" baseline="0" noProof="0">
                <a:ln>
                  <a:noFill/>
                </a:ln>
                <a:solidFill>
                  <a:prstClr val="black"/>
                </a:solidFill>
                <a:effectLst/>
                <a:uLnTx/>
                <a:uFillTx/>
                <a:latin typeface="Monotype Corsiva" pitchFamily="66" charset="0"/>
                <a:ea typeface="+mn-ea"/>
                <a:cs typeface="Times New Roman" pitchFamily="18"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prstClr val="black"/>
              </a:solidFill>
              <a:effectLst/>
              <a:uLnTx/>
              <a:uFillTx/>
              <a:latin typeface="Monotype Corsiva" pitchFamily="66" charset="0"/>
              <a:ea typeface="+mn-ea"/>
              <a:cs typeface="Times New Roman" pitchFamily="18" charset="0"/>
            </a:endParaRPr>
          </a:p>
        </p:txBody>
      </p:sp>
      <p:sp>
        <p:nvSpPr>
          <p:cNvPr id="3" name="Content Placeholder 2"/>
          <p:cNvSpPr>
            <a:spLocks noGrp="1"/>
          </p:cNvSpPr>
          <p:nvPr>
            <p:ph idx="1"/>
          </p:nvPr>
        </p:nvSpPr>
        <p:spPr>
          <a:xfrm>
            <a:off x="457200" y="1295400"/>
            <a:ext cx="8229600" cy="2046714"/>
          </a:xfrm>
        </p:spPr>
        <p:txBody>
          <a:bodyPr>
            <a:spAutoFit/>
          </a:bodyPr>
          <a:lstStyle>
            <a:lvl1pPr algn="just">
              <a:spcBef>
                <a:spcPts val="600"/>
              </a:spcBef>
              <a:spcAft>
                <a:spcPts val="300"/>
              </a:spcAft>
              <a:buClrTx/>
              <a:buSzPct val="80000"/>
              <a:defRPr sz="2400">
                <a:latin typeface="Times New Roman" pitchFamily="18" charset="0"/>
                <a:cs typeface="Times New Roman" pitchFamily="18" charset="0"/>
              </a:defRPr>
            </a:lvl1pPr>
            <a:lvl2pPr algn="just">
              <a:spcBef>
                <a:spcPts val="600"/>
              </a:spcBef>
              <a:spcAft>
                <a:spcPts val="300"/>
              </a:spcAft>
              <a:buClr>
                <a:srgbClr val="FF0000"/>
              </a:buClr>
              <a:buFont typeface="Wingdings" pitchFamily="2" charset="2"/>
              <a:buChar char="v"/>
              <a:defRPr sz="2000" i="0">
                <a:latin typeface="Times New Roman" pitchFamily="18" charset="0"/>
                <a:cs typeface="Times New Roman" pitchFamily="18" charset="0"/>
              </a:defRPr>
            </a:lvl2pPr>
            <a:lvl3pPr algn="just">
              <a:spcBef>
                <a:spcPts val="600"/>
              </a:spcBef>
              <a:spcAft>
                <a:spcPts val="300"/>
              </a:spcAft>
              <a:buClr>
                <a:srgbClr val="7030A0"/>
              </a:buClr>
              <a:buFont typeface="Wingdings" pitchFamily="2" charset="2"/>
              <a:buChar char="§"/>
              <a:defRPr sz="1800">
                <a:latin typeface="Times New Roman" pitchFamily="18" charset="0"/>
                <a:cs typeface="Times New Roman" pitchFamily="18" charset="0"/>
              </a:defRPr>
            </a:lvl3pPr>
            <a:lvl4pPr algn="just">
              <a:spcBef>
                <a:spcPts val="600"/>
              </a:spcBef>
              <a:spcAft>
                <a:spcPts val="300"/>
              </a:spcAft>
              <a:buClrTx/>
              <a:defRPr sz="1600"/>
            </a:lvl4pPr>
            <a:lvl5pPr algn="just">
              <a:spcBef>
                <a:spcPts val="600"/>
              </a:spcBef>
              <a:spcAft>
                <a:spcPts val="300"/>
              </a:spcAft>
              <a:buClr>
                <a:srgbClr val="FF0000"/>
              </a:buClr>
              <a:buFont typeface="Wingdings" pitchFamily="2" charset="2"/>
              <a:buChar char="Ø"/>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501203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DD93C60-27B4-4292-8D7C-B9B506D3F81C}"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551F28-01B4-4946-80F1-F9308EFA3C4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374121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1627217-DE41-450D-B68C-3B96E6F3E5D3}"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92799C3-8E7D-4440-B397-5B971C5BE7DB}"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562120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B4973306-4A88-45D8-860C-32B350C26F0C}"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B0F920-BE41-4C00-83F7-7C38AD02AA12}"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200280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4801394-3163-48FB-B1E1-D86375AB1D5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ACE23A-3C51-45FD-B094-E39F61EEC12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64980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A3EB544-7CDE-4178-8A64-3859B47BF702}"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13D61C0-8219-41E3-B24E-FC275B35A36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139945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2968FC3-EDF1-4F99-9DAB-CD1A7B43BC3E}"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66DED0-3A8E-49DF-8C4E-6250825C1C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3268040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77394BA-6C2D-41EB-8459-0B6376C564CA}"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50E37B-05DA-4024-9FC9-0BFFE5306B2D}"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766177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C1AE0DE-695A-454A-ABA0-D036F3BA1729}"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64EFD2-B708-4AA9-99E8-9EE418A9F3E8}"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37853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470AEB5-366A-4749-9916-6EFCBAC89718}"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B93C92-6E69-4DB5-B818-A15CA745137E}"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1938779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C6AF90B-A977-4815-BC65-2122B9493315}"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168F49-D1FA-4283-B6D5-C1AF5678625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858544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9A3ED6A-138A-475F-9F01-ABBA847AF3AD}"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5799E3D-FAB2-4F86-AB9F-10A1C4C1D10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197702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E06C17E-6AC3-4395-882C-12DC5D73FB08}"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551F28-01B4-4946-80F1-F9308EFA3C4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2083734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C2C2332-F0D3-4B6C-9D08-8897291E935B}"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92799C3-8E7D-4440-B397-5B971C5BE7DB}"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3412605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4BCC4B8-BA73-4A49-8175-EE08349290A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B0F920-BE41-4C00-83F7-7C38AD02AA12}"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82533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05CBDF5-AE54-469C-9F48-DB87DB70EBD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ACE23A-3C51-45FD-B094-E39F61EEC12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0606182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6E790F6-C17C-45B7-85FB-E7D6697D233B}"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13D61C0-8219-41E3-B24E-FC275B35A36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528456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06CD1C3-E7F9-405E-A7A1-9582C1E5E318}"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66DED0-3A8E-49DF-8C4E-6250825C1C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9994326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A045065-C312-4C90-89D2-1C52E399596C}"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50E37B-05DA-4024-9FC9-0BFFE5306B2D}"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6020416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05D49C9-E514-4A4C-A3E8-FDC9B644BD84}"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64EFD2-B708-4AA9-99E8-9EE418A9F3E8}"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0219393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DAF76AF5-2256-4CE5-9FE5-581A2EEFE063}"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B93C92-6E69-4DB5-B818-A15CA745137E}"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9903033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DB742C5-4957-4784-9286-991103BD57C5}"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168F49-D1FA-4283-B6D5-C1AF5678625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361786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4B78FE6-F9E6-47A4-A4C2-397B2EC311B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5799E3D-FAB2-4F86-AB9F-10A1C4C1D10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9577794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84B21213-A713-4BDF-8F12-49283C39F30F}"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551F28-01B4-4946-80F1-F9308EFA3C4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8289580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2425863-4881-4AED-B16F-662CC1DE4FB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92799C3-8E7D-4440-B397-5B971C5BE7DB}"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5320028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33F2A11-F61A-45C0-B46F-C6EE07FB0E57}"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B0F920-BE41-4C00-83F7-7C38AD02AA12}"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0782798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56E511-7840-42D7-B69F-F67CBB765F07}"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ACE23A-3C51-45FD-B094-E39F61EEC12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0504656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F6F23E9-DA2F-45FE-9C66-16448155C49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13D61C0-8219-41E3-B24E-FC275B35A36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5932787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DFB4662-0127-40A2-8088-EE10F95C26E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66DED0-3A8E-49DF-8C4E-6250825C1C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2391850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F9B98AD-B11A-4B6A-8A57-9F61EE8CF4FF}"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50E37B-05DA-4024-9FC9-0BFFE5306B2D}"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095475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16B24F5-B21B-4489-93A7-8AE05D7596F9}"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64EFD2-B708-4AA9-99E8-9EE418A9F3E8}"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6926283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7392008-83CF-4299-98D6-8726A0B8DE05}"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B93C92-6E69-4DB5-B818-A15CA745137E}"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5799101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72EEF1BE-DF09-45C9-86F8-84BAFFDD7653}"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168F49-D1FA-4283-B6D5-C1AF5678625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5873437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2FE3A40B-1339-4B44-901C-7F21CC091D8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5799E3D-FAB2-4F86-AB9F-10A1C4C1D10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1849238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66C1FB9-BC10-486D-BC9D-C20BCBA57DEB}"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551F28-01B4-4946-80F1-F9308EFA3C4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5193496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70079F2-EE7F-42C2-83D3-7931E9D3DF5E}"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92799C3-8E7D-4440-B397-5B971C5BE7DB}"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8086886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53508D1-A8B8-4D79-A3B2-098C90C4B0AB}"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B0F920-BE41-4C00-83F7-7C38AD02AA12}"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6760884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9F22EB2-27B0-4AB8-B9F8-03CA5E9804B2}"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ACE23A-3C51-45FD-B094-E39F61EEC12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7194160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416AC5B-AB37-45C4-8DD5-C5A62C9E6B18}"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13D61C0-8219-41E3-B24E-FC275B35A36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2465241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0773CF5-18CC-4950-A578-A214DF10F221}"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66DED0-3A8E-49DF-8C4E-6250825C1C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804312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95FC277-A3D4-4FEC-891A-3EBE36684240}"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50E37B-05DA-4024-9FC9-0BFFE5306B2D}"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5085080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8F5A20B-DBF5-4ECD-AE07-8BF4825A8979}"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64EFD2-B708-4AA9-99E8-9EE418A9F3E8}"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9348004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D833962-9F35-4B3B-9772-F3B9C95B6BAD}"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B93C92-6E69-4DB5-B818-A15CA745137E}"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8183690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109363A-37DC-4A58-BC68-6C5E4A3E1990}"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168F49-D1FA-4283-B6D5-C1AF5678625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8341420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02A9AB4D-0263-4673-A112-78856F8AD533}"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5799E3D-FAB2-4F86-AB9F-10A1C4C1D10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6372201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686DAD41-BB00-4C76-849D-CB33CD6B90FB}"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A551F28-01B4-4946-80F1-F9308EFA3C4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05276836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11E65203-238A-47E9-B7B5-674670A3BF09}"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92799C3-8E7D-4440-B397-5B971C5BE7DB}"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9781922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E7D7995-9681-4932-AD24-5F70770A09D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BB0F920-BE41-4C00-83F7-7C38AD02AA12}"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8727804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E4CE5E2-9D54-4FA9-B677-70D1863531EC}"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0ACE23A-3C51-45FD-B094-E39F61EEC12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8706307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D53E62F-6EB4-46CB-A379-4DFE281660C5}"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8" name="Footer Placeholder 7"/>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13D61C0-8219-41E3-B24E-FC275B35A36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7085736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A20CF06-51A2-4F76-9BE6-C5FA161BCB48}"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4" name="Footer Placeholder 3"/>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266DED0-3A8E-49DF-8C4E-6250825C1C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7098480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7E5E135-6CF0-4E71-B232-6DE393F9748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50E37B-05DA-4024-9FC9-0BFFE5306B2D}"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4528530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E313DBF-D3C4-4696-B660-72B5EB25CC45}"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64EFD2-B708-4AA9-99E8-9EE418A9F3E8}"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90388014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A772B54-F82A-4123-8747-C44A1A8672D4}"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AB93C92-6E69-4DB5-B818-A15CA745137E}"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6345388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F7261D18-8534-418D-BA61-623E20086EFA}"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F168F49-D1FA-4283-B6D5-C1AF5678625F}"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90812819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B61749E-D517-47CC-B07F-52CA49F0D410}"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5799E3D-FAB2-4F86-AB9F-10A1C4C1D100}"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818828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6.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7.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762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p:cNvSpPr>
            <a:spLocks noGrp="1"/>
          </p:cNvSpPr>
          <p:nvPr>
            <p:ph type="body" idx="1"/>
          </p:nvPr>
        </p:nvSpPr>
        <p:spPr bwMode="auto">
          <a:xfrm>
            <a:off x="152400" y="762000"/>
            <a:ext cx="8763000" cy="536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5084795-3128-48ED-8CE3-273A4CC1953E}" type="datetime3">
              <a:rPr lang="en-US" smtClean="0"/>
              <a:t>14 November 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CE101 Lec1: Introduction and Basics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11F2E224-1BBA-4FB6-B2D4-75CD722F277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Garamond" pitchFamily="18" charset="0"/>
          <a:ea typeface="+mj-ea"/>
          <a:cs typeface="+mj-cs"/>
        </a:defRPr>
      </a:lvl1pPr>
      <a:lvl2pPr algn="ctr" rtl="0" eaLnBrk="0" fontAlgn="base" hangingPunct="0">
        <a:spcBef>
          <a:spcPct val="0"/>
        </a:spcBef>
        <a:spcAft>
          <a:spcPct val="0"/>
        </a:spcAft>
        <a:defRPr sz="4400">
          <a:solidFill>
            <a:schemeClr val="tx1"/>
          </a:solidFill>
          <a:latin typeface="Garamond" pitchFamily="18" charset="0"/>
        </a:defRPr>
      </a:lvl2pPr>
      <a:lvl3pPr algn="ctr" rtl="0" eaLnBrk="0" fontAlgn="base" hangingPunct="0">
        <a:spcBef>
          <a:spcPct val="0"/>
        </a:spcBef>
        <a:spcAft>
          <a:spcPct val="0"/>
        </a:spcAft>
        <a:defRPr sz="4400">
          <a:solidFill>
            <a:schemeClr val="tx1"/>
          </a:solidFill>
          <a:latin typeface="Garamond" pitchFamily="18" charset="0"/>
        </a:defRPr>
      </a:lvl3pPr>
      <a:lvl4pPr algn="ctr" rtl="0" eaLnBrk="0" fontAlgn="base" hangingPunct="0">
        <a:spcBef>
          <a:spcPct val="0"/>
        </a:spcBef>
        <a:spcAft>
          <a:spcPct val="0"/>
        </a:spcAft>
        <a:defRPr sz="4400">
          <a:solidFill>
            <a:schemeClr val="tx1"/>
          </a:solidFill>
          <a:latin typeface="Garamond" pitchFamily="18" charset="0"/>
        </a:defRPr>
      </a:lvl4pPr>
      <a:lvl5pPr algn="ctr" rtl="0" eaLnBrk="0" fontAlgn="base" hangingPunct="0">
        <a:spcBef>
          <a:spcPct val="0"/>
        </a:spcBef>
        <a:spcAft>
          <a:spcPct val="0"/>
        </a:spcAft>
        <a:defRPr sz="4400">
          <a:solidFill>
            <a:schemeClr val="tx1"/>
          </a:solidFill>
          <a:latin typeface="Garamond" pitchFamily="18" charset="0"/>
        </a:defRPr>
      </a:lvl5pPr>
      <a:lvl6pPr marL="457200" algn="ctr" rtl="0" fontAlgn="base">
        <a:spcBef>
          <a:spcPct val="0"/>
        </a:spcBef>
        <a:spcAft>
          <a:spcPct val="0"/>
        </a:spcAft>
        <a:defRPr sz="4400">
          <a:solidFill>
            <a:schemeClr val="tx1"/>
          </a:solidFill>
          <a:latin typeface="Garamond" pitchFamily="18" charset="0"/>
        </a:defRPr>
      </a:lvl6pPr>
      <a:lvl7pPr marL="914400" algn="ctr" rtl="0" fontAlgn="base">
        <a:spcBef>
          <a:spcPct val="0"/>
        </a:spcBef>
        <a:spcAft>
          <a:spcPct val="0"/>
        </a:spcAft>
        <a:defRPr sz="4400">
          <a:solidFill>
            <a:schemeClr val="tx1"/>
          </a:solidFill>
          <a:latin typeface="Garamond" pitchFamily="18" charset="0"/>
        </a:defRPr>
      </a:lvl7pPr>
      <a:lvl8pPr marL="1371600" algn="ctr" rtl="0" fontAlgn="base">
        <a:spcBef>
          <a:spcPct val="0"/>
        </a:spcBef>
        <a:spcAft>
          <a:spcPct val="0"/>
        </a:spcAft>
        <a:defRPr sz="4400">
          <a:solidFill>
            <a:schemeClr val="tx1"/>
          </a:solidFill>
          <a:latin typeface="Garamond" pitchFamily="18" charset="0"/>
        </a:defRPr>
      </a:lvl8pPr>
      <a:lvl9pPr marL="1828800" algn="ctr" rtl="0" fontAlgn="base">
        <a:spcBef>
          <a:spcPct val="0"/>
        </a:spcBef>
        <a:spcAft>
          <a:spcPct val="0"/>
        </a:spcAft>
        <a:defRPr sz="4400">
          <a:solidFill>
            <a:schemeClr val="tx1"/>
          </a:solidFill>
          <a:latin typeface="Garamond"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Times New Roman"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Times New Roman"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Times New Roman"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638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638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A4F4296-17D8-4B07-B20B-36584FA22DE4}" type="datetime3">
              <a:rPr kumimoji="0" lang="en-US" sz="1200" b="0" i="0" u="none" strike="noStrike" kern="1200" cap="none" spc="0" normalizeH="0" baseline="0" noProof="0" smtClean="0">
                <a:ln>
                  <a:noFill/>
                </a:ln>
                <a:solidFill>
                  <a:srgbClr val="04617B">
                    <a:shade val="90000"/>
                  </a:srgbClr>
                </a:solidFill>
                <a:effectLst/>
                <a:uLnTx/>
                <a:uFillTx/>
                <a:latin typeface="Franklin Gothic Book"/>
                <a:ea typeface="+mn-ea"/>
                <a:cs typeface="+mn-cs"/>
              </a:rPr>
              <a:t>14 November 2023</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srgbClr val="04617B">
                    <a:shade val="90000"/>
                  </a:srgbClr>
                </a:solidFill>
                <a:effectLst/>
                <a:uLnTx/>
                <a:uFillTx/>
                <a:latin typeface="Franklin Gothic Book"/>
                <a:ea typeface="+mn-ea"/>
                <a:cs typeface="+mn-cs"/>
              </a:rPr>
              <a:t>CE101 Lec1: Introduction and Basics</a:t>
            </a:r>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u="none">
                <a:solidFill>
                  <a:schemeClr val="tx2">
                    <a:shade val="90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25A11F-53B3-45DC-85D0-8C2518F7BDFB}" type="slidenum">
              <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4617B">
                  <a:shade val="90000"/>
                </a:srgbClr>
              </a:solidFill>
              <a:effectLst/>
              <a:uLnTx/>
              <a:uFillTx/>
              <a:latin typeface="Franklin Gothic Book"/>
              <a:ea typeface="+mn-ea"/>
              <a:cs typeface="+mn-cs"/>
            </a:endParaRPr>
          </a:p>
        </p:txBody>
      </p:sp>
      <p:grpSp>
        <p:nvGrpSpPr>
          <p:cNvPr id="1639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a:ea typeface="+mn-ea"/>
                <a:cs typeface="+mn-cs"/>
              </a:endParaRPr>
            </a:p>
          </p:txBody>
        </p:sp>
      </p:grpSp>
    </p:spTree>
    <p:extLst>
      <p:ext uri="{BB962C8B-B14F-4D97-AF65-F5344CB8AC3E}">
        <p14:creationId xmlns:p14="http://schemas.microsoft.com/office/powerpoint/2010/main" val="4209213830"/>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Franklin Gothic Medium" pitchFamily="34" charset="0"/>
        </a:defRPr>
      </a:lvl2pPr>
      <a:lvl3pPr algn="l" rtl="0" eaLnBrk="0" fontAlgn="base" hangingPunct="0">
        <a:spcBef>
          <a:spcPct val="0"/>
        </a:spcBef>
        <a:spcAft>
          <a:spcPct val="0"/>
        </a:spcAft>
        <a:defRPr sz="5000">
          <a:solidFill>
            <a:schemeClr val="tx2"/>
          </a:solidFill>
          <a:latin typeface="Franklin Gothic Medium" pitchFamily="34" charset="0"/>
        </a:defRPr>
      </a:lvl3pPr>
      <a:lvl4pPr algn="l" rtl="0" eaLnBrk="0" fontAlgn="base" hangingPunct="0">
        <a:spcBef>
          <a:spcPct val="0"/>
        </a:spcBef>
        <a:spcAft>
          <a:spcPct val="0"/>
        </a:spcAft>
        <a:defRPr sz="5000">
          <a:solidFill>
            <a:schemeClr val="tx2"/>
          </a:solidFill>
          <a:latin typeface="Franklin Gothic Medium" pitchFamily="34" charset="0"/>
        </a:defRPr>
      </a:lvl4pPr>
      <a:lvl5pPr algn="l" rtl="0" eaLnBrk="0" fontAlgn="base" hangingPunct="0">
        <a:spcBef>
          <a:spcPct val="0"/>
        </a:spcBef>
        <a:spcAft>
          <a:spcPct val="0"/>
        </a:spcAft>
        <a:defRPr sz="5000">
          <a:solidFill>
            <a:schemeClr val="tx2"/>
          </a:solidFill>
          <a:latin typeface="Franklin Gothic Medium" pitchFamily="34" charset="0"/>
        </a:defRPr>
      </a:lvl5pPr>
      <a:lvl6pPr marL="457200" algn="l" rtl="0" fontAlgn="base">
        <a:spcBef>
          <a:spcPct val="0"/>
        </a:spcBef>
        <a:spcAft>
          <a:spcPct val="0"/>
        </a:spcAft>
        <a:defRPr sz="5000">
          <a:solidFill>
            <a:schemeClr val="tx2"/>
          </a:solidFill>
          <a:latin typeface="Franklin Gothic Medium" pitchFamily="34" charset="0"/>
        </a:defRPr>
      </a:lvl6pPr>
      <a:lvl7pPr marL="914400" algn="l" rtl="0" fontAlgn="base">
        <a:spcBef>
          <a:spcPct val="0"/>
        </a:spcBef>
        <a:spcAft>
          <a:spcPct val="0"/>
        </a:spcAft>
        <a:defRPr sz="5000">
          <a:solidFill>
            <a:schemeClr val="tx2"/>
          </a:solidFill>
          <a:latin typeface="Franklin Gothic Medium" pitchFamily="34" charset="0"/>
        </a:defRPr>
      </a:lvl7pPr>
      <a:lvl8pPr marL="1371600" algn="l" rtl="0" fontAlgn="base">
        <a:spcBef>
          <a:spcPct val="0"/>
        </a:spcBef>
        <a:spcAft>
          <a:spcPct val="0"/>
        </a:spcAft>
        <a:defRPr sz="5000">
          <a:solidFill>
            <a:schemeClr val="tx2"/>
          </a:solidFill>
          <a:latin typeface="Franklin Gothic Medium" pitchFamily="34" charset="0"/>
        </a:defRPr>
      </a:lvl8pPr>
      <a:lvl9pPr marL="1828800" algn="l" rtl="0" fontAlgn="base">
        <a:spcBef>
          <a:spcPct val="0"/>
        </a:spcBef>
        <a:spcAft>
          <a:spcPct val="0"/>
        </a:spcAft>
        <a:defRPr sz="5000">
          <a:solidFill>
            <a:schemeClr val="tx2"/>
          </a:solidFill>
          <a:latin typeface="Franklin Gothic Medium"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24"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A46B2C7-40F2-4477-9ED0-4F5ECAFE545C}"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843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184326"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77C676B-B708-4347-A2D6-EDBD7C24B2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15404742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24"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6F84363-4CCA-4D12-A4B1-925A1A032257}"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843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184326"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77C676B-B708-4347-A2D6-EDBD7C24B2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235908989"/>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24"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8FA0B21-705A-4154-B5E0-1E3EEF5DDD46}"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843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184326"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77C676B-B708-4347-A2D6-EDBD7C24B2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47320119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24"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E4E669E9-7AFA-4EC5-BD82-A5D057E0E9A4}"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843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184326"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77C676B-B708-4347-A2D6-EDBD7C24B2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35876712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843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24"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4C82C05-68C3-4749-B8DC-A8D4202E7289}" type="datetime3">
              <a:rPr kumimoji="0" lang="en-US" sz="1400" b="0" i="0" u="none" strike="noStrike" kern="1200" cap="none" spc="0" normalizeH="0" baseline="0" noProof="0" smtClean="0">
                <a:ln>
                  <a:noFill/>
                </a:ln>
                <a:solidFill>
                  <a:srgbClr val="000000"/>
                </a:solidFill>
                <a:effectLst/>
                <a:uLnTx/>
                <a:uFillTx/>
                <a:latin typeface="Times New Roman"/>
                <a:ea typeface="+mn-ea"/>
                <a:cs typeface="+mn-cs"/>
              </a:rPr>
              <a:t>14 November 2023</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
        <p:nvSpPr>
          <p:cNvPr id="184325"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a:ea typeface="+mn-ea"/>
                <a:cs typeface="+mn-cs"/>
              </a:rPr>
              <a:t>CE101 Lec1: Introduction and Basics</a:t>
            </a:r>
          </a:p>
        </p:txBody>
      </p:sp>
      <p:sp>
        <p:nvSpPr>
          <p:cNvPr id="184326"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77C676B-B708-4347-A2D6-EDBD7C24B241}" type="slidenum">
              <a:rPr kumimoji="0" lang="en-US" sz="1400" b="0" i="0" u="none" strike="noStrike" kern="1200" cap="none" spc="0" normalizeH="0" baseline="0" noProof="0">
                <a:ln>
                  <a:noFill/>
                </a:ln>
                <a:solidFill>
                  <a:srgbClr val="000000"/>
                </a:solidFill>
                <a:effectLst/>
                <a:uLnTx/>
                <a:uFillTx/>
                <a:latin typeface="Times New Roman"/>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96594225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64.xml"/><Relationship Id="rId5" Type="http://schemas.openxmlformats.org/officeDocument/2006/relationships/image" Target="../media/image18.pn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834747"/>
            <a:ext cx="8763000" cy="3508653"/>
          </a:xfrm>
        </p:spPr>
        <p:txBody>
          <a:bodyPr>
            <a:spAutoFit/>
          </a:bodyPr>
          <a:lstStyle/>
          <a:p>
            <a:pPr algn="ctr">
              <a:defRPr/>
            </a:pPr>
            <a:r>
              <a:rPr lang="en-US" sz="4000" dirty="0">
                <a:solidFill>
                  <a:srgbClr val="3333FF"/>
                </a:solidFill>
                <a:effectLst>
                  <a:outerShdw blurRad="38100" dist="38100" dir="2700000" algn="tl">
                    <a:srgbClr val="000000">
                      <a:alpha val="43137"/>
                    </a:srgbClr>
                  </a:outerShdw>
                </a:effectLst>
              </a:rPr>
              <a:t>CE101</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Engineering Drawing</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Lec2: Conics and Curves</a:t>
            </a:r>
            <a:br>
              <a:rPr lang="en-US" sz="4000" dirty="0">
                <a:solidFill>
                  <a:srgbClr val="3333FF"/>
                </a:solidFill>
                <a:effectLst>
                  <a:outerShdw blurRad="38100" dist="38100" dir="2700000" algn="tl">
                    <a:srgbClr val="000000">
                      <a:alpha val="43137"/>
                    </a:srgbClr>
                  </a:outerShdw>
                </a:effectLst>
              </a:rPr>
            </a:b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rial" charset="0"/>
                <a:ea typeface="+mn-ea"/>
                <a:cs typeface="+mn-cs"/>
              </a:rPr>
              <a:t>Indian Institute of Technology Guwahati</a:t>
            </a:r>
            <a:endParaRPr kumimoji="0" lang="en-US" sz="2400" b="1"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23432109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p:txBody>
          <a:bodyPr/>
          <a:lstStyle/>
          <a:p>
            <a:pPr eaLnBrk="1" hangingPunct="1">
              <a:buFont typeface="Arial" panose="020B0604020202020204" pitchFamily="34" charset="0"/>
              <a:buNone/>
            </a:pPr>
            <a:r>
              <a:rPr lang="en-US" altLang="en-US" b="1">
                <a:solidFill>
                  <a:srgbClr val="7030A0"/>
                </a:solidFill>
                <a:latin typeface="Garamond" panose="02020404030301010803" pitchFamily="18" charset="0"/>
              </a:rPr>
              <a:t>Conic </a:t>
            </a:r>
            <a:r>
              <a:rPr lang="en-US" altLang="en-US" b="1" dirty="0">
                <a:solidFill>
                  <a:srgbClr val="7030A0"/>
                </a:solidFill>
                <a:latin typeface="Garamond" panose="02020404030301010803" pitchFamily="18" charset="0"/>
              </a:rPr>
              <a:t>Sections</a:t>
            </a:r>
          </a:p>
          <a:p>
            <a:pPr eaLnBrk="1" hangingPunct="1"/>
            <a:r>
              <a:rPr lang="en-US" altLang="en-US" b="1" dirty="0">
                <a:latin typeface="Garamond" panose="02020404030301010803" pitchFamily="18" charset="0"/>
              </a:rPr>
              <a:t>Sections of a right circular cone obtained by cutting the cone in different ways</a:t>
            </a:r>
          </a:p>
          <a:p>
            <a:pPr eaLnBrk="1" hangingPunct="1"/>
            <a:r>
              <a:rPr lang="en-US" altLang="en-US" b="1" dirty="0">
                <a:latin typeface="Garamond" panose="02020404030301010803" pitchFamily="18" charset="0"/>
              </a:rPr>
              <a:t>Depending on the position of the cutting plane relative to the axis of cone, three conic sections can be obtained</a:t>
            </a:r>
          </a:p>
          <a:p>
            <a:pPr lvl="1" eaLnBrk="1" hangingPunct="1"/>
            <a:r>
              <a:rPr lang="en-US" altLang="en-US" b="1" dirty="0">
                <a:latin typeface="Garamond" panose="02020404030301010803" pitchFamily="18" charset="0"/>
              </a:rPr>
              <a:t>ellipse, </a:t>
            </a:r>
          </a:p>
          <a:p>
            <a:pPr lvl="1" eaLnBrk="1" hangingPunct="1"/>
            <a:r>
              <a:rPr lang="en-US" altLang="en-US" b="1" dirty="0">
                <a:latin typeface="Garamond" panose="02020404030301010803" pitchFamily="18" charset="0"/>
              </a:rPr>
              <a:t>parabola and </a:t>
            </a:r>
          </a:p>
          <a:p>
            <a:pPr lvl="1" eaLnBrk="1" hangingPunct="1"/>
            <a:r>
              <a:rPr lang="en-US" altLang="en-US" b="1" dirty="0">
                <a:latin typeface="Garamond" panose="02020404030301010803" pitchFamily="18" charset="0"/>
              </a:rPr>
              <a:t>hyperbola</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1047750" y="273050"/>
            <a:ext cx="7262813"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sz="1600" b="1" u="sng" dirty="0">
                <a:solidFill>
                  <a:schemeClr val="accent2"/>
                </a:solidFill>
                <a:latin typeface="Tahoma" panose="020B0604030504040204" pitchFamily="34" charset="0"/>
              </a:rPr>
              <a:t>CONIC SECTIONS</a:t>
            </a:r>
            <a:r>
              <a:rPr lang="en-US" altLang="en-US" sz="1400" dirty="0">
                <a:solidFill>
                  <a:srgbClr val="FF0066"/>
                </a:solidFill>
                <a:latin typeface="Tahoma" panose="020B0604030504040204" pitchFamily="34" charset="0"/>
              </a:rPr>
              <a:t> </a:t>
            </a:r>
          </a:p>
          <a:p>
            <a:pPr algn="ctr" eaLnBrk="1" hangingPunct="1"/>
            <a:r>
              <a:rPr lang="en-US" altLang="en-US" sz="1600" b="1" dirty="0">
                <a:solidFill>
                  <a:schemeClr val="accent2"/>
                </a:solidFill>
                <a:latin typeface="Tahoma" panose="020B0604030504040204" pitchFamily="34" charset="0"/>
              </a:rPr>
              <a:t>ELLIPSE</a:t>
            </a:r>
            <a:r>
              <a:rPr lang="en-US" altLang="en-US" sz="1600" b="1" dirty="0">
                <a:solidFill>
                  <a:srgbClr val="FF0066"/>
                </a:solidFill>
                <a:latin typeface="Tahoma" panose="020B0604030504040204" pitchFamily="34" charset="0"/>
              </a:rPr>
              <a:t>, </a:t>
            </a:r>
            <a:r>
              <a:rPr lang="en-US" altLang="en-US" sz="1600" b="1" dirty="0">
                <a:solidFill>
                  <a:schemeClr val="accent2"/>
                </a:solidFill>
                <a:latin typeface="Tahoma" panose="020B0604030504040204" pitchFamily="34" charset="0"/>
              </a:rPr>
              <a:t>PARABOLA</a:t>
            </a:r>
            <a:r>
              <a:rPr lang="en-US" altLang="en-US" sz="1600" b="1" dirty="0">
                <a:solidFill>
                  <a:srgbClr val="FF0066"/>
                </a:solidFill>
                <a:latin typeface="Tahoma" panose="020B0604030504040204" pitchFamily="34" charset="0"/>
              </a:rPr>
              <a:t> AND </a:t>
            </a:r>
            <a:r>
              <a:rPr lang="en-US" altLang="en-US" sz="1600" b="1" dirty="0">
                <a:solidFill>
                  <a:schemeClr val="accent2"/>
                </a:solidFill>
                <a:latin typeface="Tahoma" panose="020B0604030504040204" pitchFamily="34" charset="0"/>
              </a:rPr>
              <a:t>HYPERBOLA</a:t>
            </a:r>
            <a:r>
              <a:rPr lang="en-US" altLang="en-US" sz="1600" b="1" dirty="0">
                <a:solidFill>
                  <a:srgbClr val="FF0066"/>
                </a:solidFill>
                <a:latin typeface="Tahoma" panose="020B0604030504040204" pitchFamily="34" charset="0"/>
              </a:rPr>
              <a:t> ARE CALLED CONIC SECTIONS</a:t>
            </a:r>
          </a:p>
          <a:p>
            <a:pPr algn="ctr" eaLnBrk="1" hangingPunct="1"/>
            <a:r>
              <a:rPr lang="en-US" altLang="en-US" sz="1600" b="1" dirty="0">
                <a:solidFill>
                  <a:srgbClr val="FF0066"/>
                </a:solidFill>
                <a:latin typeface="Tahoma" panose="020B0604030504040204" pitchFamily="34" charset="0"/>
              </a:rPr>
              <a:t> BECAUSE </a:t>
            </a:r>
          </a:p>
          <a:p>
            <a:pPr algn="ctr" eaLnBrk="1" hangingPunct="1"/>
            <a:r>
              <a:rPr lang="en-US" altLang="en-US" sz="1600" b="1" dirty="0">
                <a:solidFill>
                  <a:srgbClr val="FF0066"/>
                </a:solidFill>
                <a:latin typeface="Tahoma" panose="020B0604030504040204" pitchFamily="34" charset="0"/>
              </a:rPr>
              <a:t>THESE CURVES APPEAR ON THE SURFACE OF A CONE </a:t>
            </a:r>
          </a:p>
          <a:p>
            <a:pPr algn="ctr" eaLnBrk="1" hangingPunct="1"/>
            <a:r>
              <a:rPr lang="en-US" altLang="en-US" sz="1600" b="1" dirty="0">
                <a:solidFill>
                  <a:srgbClr val="FF0066"/>
                </a:solidFill>
                <a:latin typeface="Tahoma" panose="020B0604030504040204" pitchFamily="34" charset="0"/>
              </a:rPr>
              <a:t>WHEN IT IS CUT BY SOME TYPICAL CUTTING PLANES.</a:t>
            </a:r>
          </a:p>
        </p:txBody>
      </p:sp>
      <p:grpSp>
        <p:nvGrpSpPr>
          <p:cNvPr id="2" name="Group 3"/>
          <p:cNvGrpSpPr>
            <a:grpSpLocks/>
          </p:cNvGrpSpPr>
          <p:nvPr/>
        </p:nvGrpSpPr>
        <p:grpSpPr bwMode="auto">
          <a:xfrm>
            <a:off x="1840706" y="2086769"/>
            <a:ext cx="1289050" cy="1368425"/>
            <a:chOff x="1201" y="1356"/>
            <a:chExt cx="812" cy="862"/>
          </a:xfrm>
        </p:grpSpPr>
        <p:sp>
          <p:nvSpPr>
            <p:cNvPr id="1055" name="Oval 4"/>
            <p:cNvSpPr>
              <a:spLocks noChangeArrowheads="1"/>
            </p:cNvSpPr>
            <p:nvPr/>
          </p:nvSpPr>
          <p:spPr bwMode="auto">
            <a:xfrm>
              <a:off x="1201" y="1974"/>
              <a:ext cx="796" cy="244"/>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56" name="Oval 5"/>
            <p:cNvSpPr>
              <a:spLocks noChangeArrowheads="1"/>
            </p:cNvSpPr>
            <p:nvPr/>
          </p:nvSpPr>
          <p:spPr bwMode="auto">
            <a:xfrm rot="2655357">
              <a:off x="1441" y="1356"/>
              <a:ext cx="172" cy="542"/>
            </a:xfrm>
            <a:prstGeom prst="ellipse">
              <a:avLst/>
            </a:prstGeom>
            <a:solidFill>
              <a:srgbClr val="FFCCFF"/>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57" name="Line 6"/>
            <p:cNvSpPr>
              <a:spLocks noChangeShapeType="1"/>
            </p:cNvSpPr>
            <p:nvPr/>
          </p:nvSpPr>
          <p:spPr bwMode="auto">
            <a:xfrm>
              <a:off x="1740" y="1469"/>
              <a:ext cx="273" cy="6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58" name="Line 7"/>
            <p:cNvSpPr>
              <a:spLocks noChangeShapeType="1"/>
            </p:cNvSpPr>
            <p:nvPr/>
          </p:nvSpPr>
          <p:spPr bwMode="auto">
            <a:xfrm flipH="1">
              <a:off x="1214" y="1748"/>
              <a:ext cx="126" cy="3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059" name="Oval 8"/>
            <p:cNvSpPr>
              <a:spLocks noChangeArrowheads="1"/>
            </p:cNvSpPr>
            <p:nvPr/>
          </p:nvSpPr>
          <p:spPr bwMode="auto">
            <a:xfrm>
              <a:off x="1216" y="1966"/>
              <a:ext cx="768" cy="205"/>
            </a:xfrm>
            <a:prstGeom prst="ellipse">
              <a:avLst/>
            </a:prstGeom>
            <a:solidFill>
              <a:schemeClr val="bg1"/>
            </a:solidFill>
            <a:ln w="9525">
              <a:solidFill>
                <a:schemeClr val="bg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60" name="Line 9"/>
            <p:cNvSpPr>
              <a:spLocks noChangeShapeType="1"/>
            </p:cNvSpPr>
            <p:nvPr/>
          </p:nvSpPr>
          <p:spPr bwMode="auto">
            <a:xfrm flipH="1">
              <a:off x="1201" y="1798"/>
              <a:ext cx="126" cy="3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
        <p:nvSpPr>
          <p:cNvPr id="11" name="Text Box 10"/>
          <p:cNvSpPr txBox="1">
            <a:spLocks noChangeArrowheads="1"/>
          </p:cNvSpPr>
          <p:nvPr/>
        </p:nvSpPr>
        <p:spPr bwMode="auto">
          <a:xfrm>
            <a:off x="162718" y="3420269"/>
            <a:ext cx="2016125" cy="579437"/>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Section Plane</a:t>
            </a:r>
          </a:p>
          <a:p>
            <a:pPr algn="ctr">
              <a:defRPr/>
            </a:pPr>
            <a:r>
              <a:rPr lang="en-US" sz="1600" dirty="0">
                <a:effectLst>
                  <a:outerShdw blurRad="38100" dist="38100" dir="2700000" algn="tl">
                    <a:srgbClr val="C0C0C0"/>
                  </a:outerShdw>
                </a:effectLst>
                <a:cs typeface="Arial" charset="0"/>
              </a:rPr>
              <a:t>Through Generators</a:t>
            </a:r>
          </a:p>
        </p:txBody>
      </p:sp>
      <p:sp>
        <p:nvSpPr>
          <p:cNvPr id="12" name="Text Box 11"/>
          <p:cNvSpPr txBox="1">
            <a:spLocks noChangeArrowheads="1"/>
          </p:cNvSpPr>
          <p:nvPr/>
        </p:nvSpPr>
        <p:spPr bwMode="auto">
          <a:xfrm>
            <a:off x="3210718" y="2448719"/>
            <a:ext cx="777875" cy="338137"/>
          </a:xfrm>
          <a:prstGeom prst="rect">
            <a:avLst/>
          </a:prstGeom>
          <a:noFill/>
          <a:ln w="9525">
            <a:noFill/>
            <a:miter lim="800000"/>
            <a:headEnd/>
            <a:tailEnd/>
          </a:ln>
          <a:effectLst/>
        </p:spPr>
        <p:txBody>
          <a:bodyPr wrap="none">
            <a:spAutoFit/>
          </a:bodyPr>
          <a:lstStyle/>
          <a:p>
            <a:pPr algn="ctr">
              <a:defRPr/>
            </a:pPr>
            <a:r>
              <a:rPr lang="en-US" sz="1600">
                <a:effectLst>
                  <a:outerShdw blurRad="38100" dist="38100" dir="2700000" algn="tl">
                    <a:srgbClr val="C0C0C0"/>
                  </a:outerShdw>
                </a:effectLst>
                <a:cs typeface="Arial" charset="0"/>
              </a:rPr>
              <a:t>Ellipse</a:t>
            </a:r>
          </a:p>
        </p:txBody>
      </p:sp>
      <p:sp>
        <p:nvSpPr>
          <p:cNvPr id="13" name="Line 12"/>
          <p:cNvSpPr>
            <a:spLocks noChangeShapeType="1"/>
          </p:cNvSpPr>
          <p:nvPr/>
        </p:nvSpPr>
        <p:spPr bwMode="auto">
          <a:xfrm flipH="1" flipV="1">
            <a:off x="2493168" y="2631281"/>
            <a:ext cx="946150" cy="2936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aphicFrame>
        <p:nvGraphicFramePr>
          <p:cNvPr id="14" name="Object 13"/>
          <p:cNvGraphicFramePr>
            <a:graphicFrameLocks noChangeAspect="1"/>
          </p:cNvGraphicFramePr>
          <p:nvPr>
            <p:extLst>
              <p:ext uri="{D42A27DB-BD31-4B8C-83A1-F6EECF244321}">
                <p14:modId xmlns:p14="http://schemas.microsoft.com/office/powerpoint/2010/main" val="2530765653"/>
              </p:ext>
            </p:extLst>
          </p:nvPr>
        </p:nvGraphicFramePr>
        <p:xfrm>
          <a:off x="2728912" y="4237832"/>
          <a:ext cx="1420812" cy="1951037"/>
        </p:xfrm>
        <a:graphic>
          <a:graphicData uri="http://schemas.openxmlformats.org/presentationml/2006/ole">
            <mc:AlternateContent xmlns:mc="http://schemas.openxmlformats.org/markup-compatibility/2006">
              <mc:Choice xmlns:v="urn:schemas-microsoft-com:vml" Requires="v">
                <p:oleObj name="Bitmap Image" r:id="rId2" imgW="638264" imgH="876190" progId="Paint.Picture">
                  <p:embed/>
                </p:oleObj>
              </mc:Choice>
              <mc:Fallback>
                <p:oleObj name="Bitmap Image" r:id="rId2" imgW="638264" imgH="876190" progId="Paint.Picture">
                  <p:embed/>
                  <p:pic>
                    <p:nvPicPr>
                      <p:cNvPr id="14"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8912" y="4237832"/>
                        <a:ext cx="1420812" cy="195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AutoShape 14"/>
          <p:cNvSpPr>
            <a:spLocks noChangeArrowheads="1"/>
          </p:cNvSpPr>
          <p:nvPr/>
        </p:nvSpPr>
        <p:spPr bwMode="auto">
          <a:xfrm>
            <a:off x="1408112" y="4126707"/>
            <a:ext cx="1430337" cy="1868487"/>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6" name="Line 15"/>
          <p:cNvSpPr>
            <a:spLocks noChangeShapeType="1"/>
          </p:cNvSpPr>
          <p:nvPr/>
        </p:nvSpPr>
        <p:spPr bwMode="auto">
          <a:xfrm flipH="1">
            <a:off x="1724024" y="4333082"/>
            <a:ext cx="592138" cy="1841500"/>
          </a:xfrm>
          <a:prstGeom prst="line">
            <a:avLst/>
          </a:prstGeom>
          <a:noFill/>
          <a:ln w="19050">
            <a:solidFill>
              <a:schemeClr val="tx1"/>
            </a:solidFill>
            <a:prstDash val="lgDashDot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7" name="Text Box 16"/>
          <p:cNvSpPr txBox="1">
            <a:spLocks noChangeArrowheads="1"/>
          </p:cNvSpPr>
          <p:nvPr/>
        </p:nvSpPr>
        <p:spPr bwMode="auto">
          <a:xfrm>
            <a:off x="1096962" y="6112669"/>
            <a:ext cx="2222500" cy="579438"/>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Section Plane Parallel </a:t>
            </a:r>
          </a:p>
          <a:p>
            <a:pPr algn="ctr">
              <a:defRPr/>
            </a:pPr>
            <a:r>
              <a:rPr lang="en-US" sz="1600" dirty="0">
                <a:effectLst>
                  <a:outerShdw blurRad="38100" dist="38100" dir="2700000" algn="tl">
                    <a:srgbClr val="C0C0C0"/>
                  </a:outerShdw>
                </a:effectLst>
                <a:cs typeface="Arial" charset="0"/>
              </a:rPr>
              <a:t>to end generator.</a:t>
            </a:r>
          </a:p>
        </p:txBody>
      </p:sp>
      <p:sp>
        <p:nvSpPr>
          <p:cNvPr id="18" name="Text Box 17"/>
          <p:cNvSpPr txBox="1">
            <a:spLocks noChangeArrowheads="1"/>
          </p:cNvSpPr>
          <p:nvPr/>
        </p:nvSpPr>
        <p:spPr bwMode="auto">
          <a:xfrm rot="17645247">
            <a:off x="2379661" y="4453732"/>
            <a:ext cx="993775" cy="336550"/>
          </a:xfrm>
          <a:prstGeom prst="rect">
            <a:avLst/>
          </a:prstGeom>
          <a:noFill/>
          <a:ln w="9525">
            <a:noFill/>
            <a:miter lim="800000"/>
            <a:headEnd/>
            <a:tailEnd/>
          </a:ln>
          <a:effectLst/>
        </p:spPr>
        <p:txBody>
          <a:bodyPr wrap="none">
            <a:spAutoFit/>
          </a:bodyPr>
          <a:lstStyle/>
          <a:p>
            <a:pPr algn="ctr">
              <a:defRPr/>
            </a:pPr>
            <a:r>
              <a:rPr lang="en-US" sz="1600">
                <a:effectLst>
                  <a:outerShdw blurRad="38100" dist="38100" dir="2700000" algn="tl">
                    <a:srgbClr val="C0C0C0"/>
                  </a:outerShdw>
                </a:effectLst>
                <a:cs typeface="Arial" charset="0"/>
              </a:rPr>
              <a:t>Parabola</a:t>
            </a:r>
          </a:p>
        </p:txBody>
      </p:sp>
      <p:sp>
        <p:nvSpPr>
          <p:cNvPr id="19" name="Line 18"/>
          <p:cNvSpPr>
            <a:spLocks noChangeShapeType="1"/>
          </p:cNvSpPr>
          <p:nvPr/>
        </p:nvSpPr>
        <p:spPr bwMode="auto">
          <a:xfrm>
            <a:off x="2549524" y="4902994"/>
            <a:ext cx="509588" cy="515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grpSp>
        <p:nvGrpSpPr>
          <p:cNvPr id="4" name="Group 19"/>
          <p:cNvGrpSpPr>
            <a:grpSpLocks/>
          </p:cNvGrpSpPr>
          <p:nvPr/>
        </p:nvGrpSpPr>
        <p:grpSpPr bwMode="auto">
          <a:xfrm>
            <a:off x="7562454" y="1490183"/>
            <a:ext cx="1466850" cy="2108200"/>
            <a:chOff x="5075" y="1056"/>
            <a:chExt cx="685" cy="984"/>
          </a:xfrm>
        </p:grpSpPr>
        <p:graphicFrame>
          <p:nvGraphicFramePr>
            <p:cNvPr id="1027" name="Object 20"/>
            <p:cNvGraphicFramePr>
              <a:graphicFrameLocks noChangeAspect="1"/>
            </p:cNvGraphicFramePr>
            <p:nvPr/>
          </p:nvGraphicFramePr>
          <p:xfrm>
            <a:off x="5075" y="1056"/>
            <a:ext cx="685" cy="984"/>
          </p:xfrm>
          <a:graphic>
            <a:graphicData uri="http://schemas.openxmlformats.org/presentationml/2006/ole">
              <mc:AlternateContent xmlns:mc="http://schemas.openxmlformats.org/markup-compatibility/2006">
                <mc:Choice xmlns:v="urn:schemas-microsoft-com:vml" Requires="v">
                  <p:oleObj name="Bitmap Image" r:id="rId4" imgW="609524" imgH="876190" progId="Paint.Picture">
                    <p:embed/>
                  </p:oleObj>
                </mc:Choice>
                <mc:Fallback>
                  <p:oleObj name="Bitmap Image" r:id="rId4" imgW="609524" imgH="876190" progId="Paint.Picture">
                    <p:embed/>
                    <p:pic>
                      <p:nvPicPr>
                        <p:cNvPr id="1027"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5" y="1056"/>
                          <a:ext cx="685" cy="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4" name="Line 21"/>
            <p:cNvSpPr>
              <a:spLocks noChangeShapeType="1"/>
            </p:cNvSpPr>
            <p:nvPr/>
          </p:nvSpPr>
          <p:spPr bwMode="auto">
            <a:xfrm rot="117133">
              <a:off x="5136" y="1956"/>
              <a:ext cx="528"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5" name="Group 22"/>
          <p:cNvGrpSpPr>
            <a:grpSpLocks/>
          </p:cNvGrpSpPr>
          <p:nvPr/>
        </p:nvGrpSpPr>
        <p:grpSpPr bwMode="auto">
          <a:xfrm>
            <a:off x="6209904" y="1640996"/>
            <a:ext cx="1336675" cy="1749425"/>
            <a:chOff x="4224" y="1632"/>
            <a:chExt cx="624" cy="816"/>
          </a:xfrm>
        </p:grpSpPr>
        <p:sp>
          <p:nvSpPr>
            <p:cNvPr id="1052" name="AutoShape 23"/>
            <p:cNvSpPr>
              <a:spLocks noChangeArrowheads="1"/>
            </p:cNvSpPr>
            <p:nvPr/>
          </p:nvSpPr>
          <p:spPr bwMode="auto">
            <a:xfrm>
              <a:off x="4224" y="1632"/>
              <a:ext cx="624" cy="816"/>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53" name="Line 24"/>
            <p:cNvSpPr>
              <a:spLocks noChangeShapeType="1"/>
            </p:cNvSpPr>
            <p:nvPr/>
          </p:nvSpPr>
          <p:spPr bwMode="auto">
            <a:xfrm>
              <a:off x="4536" y="1632"/>
              <a:ext cx="0" cy="816"/>
            </a:xfrm>
            <a:prstGeom prst="line">
              <a:avLst/>
            </a:prstGeom>
            <a:noFill/>
            <a:ln w="28575">
              <a:solidFill>
                <a:srgbClr val="FFFF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en-IN"/>
            </a:p>
          </p:txBody>
        </p:sp>
      </p:grpSp>
      <p:sp>
        <p:nvSpPr>
          <p:cNvPr id="26" name="Text Box 25"/>
          <p:cNvSpPr txBox="1">
            <a:spLocks noChangeArrowheads="1"/>
          </p:cNvSpPr>
          <p:nvPr/>
        </p:nvSpPr>
        <p:spPr bwMode="auto">
          <a:xfrm>
            <a:off x="5984479" y="3360258"/>
            <a:ext cx="1582738" cy="581025"/>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Section Plane </a:t>
            </a:r>
          </a:p>
          <a:p>
            <a:pPr algn="ctr">
              <a:defRPr/>
            </a:pPr>
            <a:r>
              <a:rPr lang="en-US" sz="1600" dirty="0">
                <a:effectLst>
                  <a:outerShdw blurRad="38100" dist="38100" dir="2700000" algn="tl">
                    <a:srgbClr val="C0C0C0"/>
                  </a:outerShdw>
                </a:effectLst>
                <a:cs typeface="Arial" charset="0"/>
              </a:rPr>
              <a:t>Parallel to Axis.</a:t>
            </a:r>
          </a:p>
        </p:txBody>
      </p:sp>
      <p:sp>
        <p:nvSpPr>
          <p:cNvPr id="27" name="Text Box 26"/>
          <p:cNvSpPr txBox="1">
            <a:spLocks noChangeArrowheads="1"/>
          </p:cNvSpPr>
          <p:nvPr/>
        </p:nvSpPr>
        <p:spPr bwMode="auto">
          <a:xfrm>
            <a:off x="7784704" y="3476146"/>
            <a:ext cx="1220788" cy="584200"/>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Rectangular </a:t>
            </a:r>
          </a:p>
          <a:p>
            <a:pPr algn="ctr">
              <a:defRPr/>
            </a:pPr>
            <a:r>
              <a:rPr lang="en-US" sz="1600" dirty="0">
                <a:effectLst>
                  <a:outerShdw blurRad="38100" dist="38100" dir="2700000" algn="tl">
                    <a:srgbClr val="C0C0C0"/>
                  </a:outerShdw>
                </a:effectLst>
                <a:cs typeface="Arial" charset="0"/>
              </a:rPr>
              <a:t>Hyperbola</a:t>
            </a:r>
          </a:p>
        </p:txBody>
      </p:sp>
      <p:sp>
        <p:nvSpPr>
          <p:cNvPr id="28" name="Line 27"/>
          <p:cNvSpPr>
            <a:spLocks noChangeShapeType="1"/>
          </p:cNvSpPr>
          <p:nvPr/>
        </p:nvSpPr>
        <p:spPr bwMode="auto">
          <a:xfrm flipV="1">
            <a:off x="7719617" y="3212621"/>
            <a:ext cx="204787" cy="411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29" name="Line 28"/>
          <p:cNvSpPr>
            <a:spLocks noChangeShapeType="1"/>
          </p:cNvSpPr>
          <p:nvPr/>
        </p:nvSpPr>
        <p:spPr bwMode="auto">
          <a:xfrm>
            <a:off x="6665517" y="1696558"/>
            <a:ext cx="0" cy="1851025"/>
          </a:xfrm>
          <a:prstGeom prst="line">
            <a:avLst/>
          </a:prstGeom>
          <a:noFill/>
          <a:ln w="19050">
            <a:solidFill>
              <a:schemeClr val="tx1"/>
            </a:solidFill>
            <a:prstDash val="lgDashDotDot"/>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6" name="Group 29"/>
          <p:cNvGrpSpPr>
            <a:grpSpLocks/>
          </p:cNvGrpSpPr>
          <p:nvPr/>
        </p:nvGrpSpPr>
        <p:grpSpPr bwMode="auto">
          <a:xfrm>
            <a:off x="437356" y="1686719"/>
            <a:ext cx="1303337" cy="1752600"/>
            <a:chOff x="317" y="1104"/>
            <a:chExt cx="821" cy="1104"/>
          </a:xfrm>
        </p:grpSpPr>
        <p:sp>
          <p:nvSpPr>
            <p:cNvPr id="1050" name="AutoShape 30"/>
            <p:cNvSpPr>
              <a:spLocks noChangeArrowheads="1"/>
            </p:cNvSpPr>
            <p:nvPr/>
          </p:nvSpPr>
          <p:spPr bwMode="auto">
            <a:xfrm>
              <a:off x="317" y="1104"/>
              <a:ext cx="821" cy="1072"/>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51" name="Line 31"/>
            <p:cNvSpPr>
              <a:spLocks noChangeShapeType="1"/>
            </p:cNvSpPr>
            <p:nvPr/>
          </p:nvSpPr>
          <p:spPr bwMode="auto">
            <a:xfrm>
              <a:off x="728" y="1104"/>
              <a:ext cx="0" cy="1104"/>
            </a:xfrm>
            <a:prstGeom prst="line">
              <a:avLst/>
            </a:prstGeom>
            <a:noFill/>
            <a:ln w="28575">
              <a:solidFill>
                <a:srgbClr val="FFFF00"/>
              </a:solidFill>
              <a:prstDash val="dashDot"/>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33" name="Line 32"/>
          <p:cNvSpPr>
            <a:spLocks noChangeShapeType="1"/>
          </p:cNvSpPr>
          <p:nvPr/>
        </p:nvSpPr>
        <p:spPr bwMode="auto">
          <a:xfrm>
            <a:off x="2124074" y="4090194"/>
            <a:ext cx="0" cy="1981200"/>
          </a:xfrm>
          <a:prstGeom prst="line">
            <a:avLst/>
          </a:prstGeom>
          <a:noFill/>
          <a:ln w="28575">
            <a:solidFill>
              <a:srgbClr val="FFFF00"/>
            </a:solidFill>
            <a:prstDash val="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Line 33"/>
          <p:cNvSpPr>
            <a:spLocks noChangeShapeType="1"/>
          </p:cNvSpPr>
          <p:nvPr/>
        </p:nvSpPr>
        <p:spPr bwMode="auto">
          <a:xfrm flipH="1">
            <a:off x="237331" y="2086769"/>
            <a:ext cx="1403350" cy="1101725"/>
          </a:xfrm>
          <a:prstGeom prst="line">
            <a:avLst/>
          </a:prstGeom>
          <a:noFill/>
          <a:ln w="19050">
            <a:solidFill>
              <a:schemeClr val="tx1"/>
            </a:solidFill>
            <a:prstDash val="lgDashDotDot"/>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7" name="Group 34"/>
          <p:cNvGrpSpPr>
            <a:grpSpLocks/>
          </p:cNvGrpSpPr>
          <p:nvPr/>
        </p:nvGrpSpPr>
        <p:grpSpPr bwMode="auto">
          <a:xfrm>
            <a:off x="3479800" y="1600200"/>
            <a:ext cx="2082800" cy="990600"/>
            <a:chOff x="2208" y="1104"/>
            <a:chExt cx="1312" cy="624"/>
          </a:xfrm>
        </p:grpSpPr>
        <p:sp>
          <p:nvSpPr>
            <p:cNvPr id="1048" name="Oval 35"/>
            <p:cNvSpPr>
              <a:spLocks noChangeArrowheads="1"/>
            </p:cNvSpPr>
            <p:nvPr/>
          </p:nvSpPr>
          <p:spPr bwMode="auto">
            <a:xfrm>
              <a:off x="2208" y="1104"/>
              <a:ext cx="1296" cy="624"/>
            </a:xfrm>
            <a:prstGeom prst="ellipse">
              <a:avLst/>
            </a:prstGeom>
            <a:solidFill>
              <a:srgbClr val="FFCCFF"/>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49" name="Text Box 36"/>
            <p:cNvSpPr txBox="1">
              <a:spLocks noChangeArrowheads="1"/>
            </p:cNvSpPr>
            <p:nvPr/>
          </p:nvSpPr>
          <p:spPr bwMode="auto">
            <a:xfrm>
              <a:off x="2245" y="1140"/>
              <a:ext cx="1275"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sz="1600" dirty="0">
                  <a:latin typeface="Arial Black" panose="020B0A04020102020204" pitchFamily="34" charset="0"/>
                </a:rPr>
                <a:t>OBSERVE </a:t>
              </a:r>
            </a:p>
            <a:p>
              <a:pPr algn="ctr" eaLnBrk="1" hangingPunct="1"/>
              <a:r>
                <a:rPr lang="en-US" altLang="en-US" sz="1600" dirty="0">
                  <a:latin typeface="Arial Black" panose="020B0A04020102020204" pitchFamily="34" charset="0"/>
                </a:rPr>
                <a:t>ILLUSTRATIONS</a:t>
              </a:r>
            </a:p>
            <a:p>
              <a:pPr algn="ctr" eaLnBrk="1" hangingPunct="1"/>
              <a:r>
                <a:rPr lang="en-US" altLang="en-US" sz="1600" dirty="0">
                  <a:latin typeface="Arial Black" panose="020B0A04020102020204" pitchFamily="34" charset="0"/>
                </a:rPr>
                <a:t>GIVEN BELOW..</a:t>
              </a:r>
            </a:p>
          </p:txBody>
        </p:sp>
      </p:grpSp>
      <p:graphicFrame>
        <p:nvGraphicFramePr>
          <p:cNvPr id="37" name="Object 36"/>
          <p:cNvGraphicFramePr>
            <a:graphicFrameLocks noChangeAspect="1"/>
          </p:cNvGraphicFramePr>
          <p:nvPr>
            <p:extLst>
              <p:ext uri="{D42A27DB-BD31-4B8C-83A1-F6EECF244321}">
                <p14:modId xmlns:p14="http://schemas.microsoft.com/office/powerpoint/2010/main" val="286376629"/>
              </p:ext>
            </p:extLst>
          </p:nvPr>
        </p:nvGraphicFramePr>
        <p:xfrm>
          <a:off x="6580761" y="4646598"/>
          <a:ext cx="1420812" cy="1449085"/>
        </p:xfrm>
        <a:graphic>
          <a:graphicData uri="http://schemas.openxmlformats.org/presentationml/2006/ole">
            <mc:AlternateContent xmlns:mc="http://schemas.openxmlformats.org/markup-compatibility/2006">
              <mc:Choice xmlns:v="urn:schemas-microsoft-com:vml" Requires="v">
                <p:oleObj name="Bitmap Image" r:id="rId2" imgW="638264" imgH="876190" progId="Paint.Picture">
                  <p:embed/>
                </p:oleObj>
              </mc:Choice>
              <mc:Fallback>
                <p:oleObj name="Bitmap Image" r:id="rId2" imgW="638264" imgH="876190" progId="Paint.Picture">
                  <p:embed/>
                  <p:pic>
                    <p:nvPicPr>
                      <p:cNvPr id="37" name="Object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0761" y="4646598"/>
                        <a:ext cx="1420812" cy="1449085"/>
                      </a:xfrm>
                      <a:prstGeom prst="rect">
                        <a:avLst/>
                      </a:prstGeom>
                      <a:noFill/>
                      <a:ln>
                        <a:noFill/>
                      </a:ln>
                      <a:effectLst/>
                    </p:spPr>
                  </p:pic>
                </p:oleObj>
              </mc:Fallback>
            </mc:AlternateContent>
          </a:graphicData>
        </a:graphic>
      </p:graphicFrame>
      <p:sp>
        <p:nvSpPr>
          <p:cNvPr id="38" name="AutoShape 14"/>
          <p:cNvSpPr>
            <a:spLocks noChangeArrowheads="1"/>
          </p:cNvSpPr>
          <p:nvPr/>
        </p:nvSpPr>
        <p:spPr bwMode="auto">
          <a:xfrm>
            <a:off x="5159133" y="3979069"/>
            <a:ext cx="1430337" cy="1868487"/>
          </a:xfrm>
          <a:prstGeom prst="triangle">
            <a:avLst>
              <a:gd name="adj" fmla="val 50000"/>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9" name="Line 15"/>
          <p:cNvSpPr>
            <a:spLocks noChangeShapeType="1"/>
          </p:cNvSpPr>
          <p:nvPr/>
        </p:nvSpPr>
        <p:spPr bwMode="auto">
          <a:xfrm flipH="1">
            <a:off x="5904488" y="4237832"/>
            <a:ext cx="496311" cy="1727199"/>
          </a:xfrm>
          <a:prstGeom prst="line">
            <a:avLst/>
          </a:prstGeom>
          <a:noFill/>
          <a:ln w="19050">
            <a:solidFill>
              <a:schemeClr val="tx1"/>
            </a:solidFill>
            <a:prstDash val="lgDashDotDot"/>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0" name="Text Box 16"/>
          <p:cNvSpPr txBox="1">
            <a:spLocks noChangeArrowheads="1"/>
          </p:cNvSpPr>
          <p:nvPr/>
        </p:nvSpPr>
        <p:spPr bwMode="auto">
          <a:xfrm>
            <a:off x="4847983" y="5965031"/>
            <a:ext cx="2222500" cy="579438"/>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Section Plane Parallel </a:t>
            </a:r>
          </a:p>
          <a:p>
            <a:pPr algn="ctr">
              <a:defRPr/>
            </a:pPr>
            <a:r>
              <a:rPr lang="en-US" sz="1600" dirty="0">
                <a:effectLst>
                  <a:outerShdw blurRad="38100" dist="38100" dir="2700000" algn="tl">
                    <a:srgbClr val="C0C0C0"/>
                  </a:outerShdw>
                </a:effectLst>
                <a:cs typeface="Arial" charset="0"/>
              </a:rPr>
              <a:t>to end generator.</a:t>
            </a:r>
          </a:p>
        </p:txBody>
      </p:sp>
      <p:sp>
        <p:nvSpPr>
          <p:cNvPr id="41" name="Text Box 17"/>
          <p:cNvSpPr txBox="1">
            <a:spLocks noChangeArrowheads="1"/>
          </p:cNvSpPr>
          <p:nvPr/>
        </p:nvSpPr>
        <p:spPr bwMode="auto">
          <a:xfrm rot="17645247">
            <a:off x="6103227" y="4305092"/>
            <a:ext cx="1048685" cy="338554"/>
          </a:xfrm>
          <a:prstGeom prst="rect">
            <a:avLst/>
          </a:prstGeom>
          <a:noFill/>
          <a:ln w="9525">
            <a:noFill/>
            <a:miter lim="800000"/>
            <a:headEnd/>
            <a:tailEnd/>
          </a:ln>
          <a:effectLst/>
        </p:spPr>
        <p:txBody>
          <a:bodyPr wrap="none">
            <a:spAutoFit/>
          </a:bodyPr>
          <a:lstStyle/>
          <a:p>
            <a:pPr algn="ctr">
              <a:defRPr/>
            </a:pPr>
            <a:r>
              <a:rPr lang="en-US" sz="1600" dirty="0">
                <a:effectLst>
                  <a:outerShdw blurRad="38100" dist="38100" dir="2700000" algn="tl">
                    <a:srgbClr val="C0C0C0"/>
                  </a:outerShdw>
                </a:effectLst>
                <a:cs typeface="Arial" charset="0"/>
              </a:rPr>
              <a:t>Hyperbola</a:t>
            </a:r>
          </a:p>
        </p:txBody>
      </p:sp>
      <p:sp>
        <p:nvSpPr>
          <p:cNvPr id="42" name="Line 18"/>
          <p:cNvSpPr>
            <a:spLocks noChangeShapeType="1"/>
          </p:cNvSpPr>
          <p:nvPr/>
        </p:nvSpPr>
        <p:spPr bwMode="auto">
          <a:xfrm>
            <a:off x="6300545" y="4755356"/>
            <a:ext cx="509588" cy="515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3" name="Line 32"/>
          <p:cNvSpPr>
            <a:spLocks noChangeShapeType="1"/>
          </p:cNvSpPr>
          <p:nvPr/>
        </p:nvSpPr>
        <p:spPr bwMode="auto">
          <a:xfrm flipH="1">
            <a:off x="5858326" y="3942556"/>
            <a:ext cx="16769" cy="2052638"/>
          </a:xfrm>
          <a:prstGeom prst="line">
            <a:avLst/>
          </a:prstGeom>
          <a:noFill/>
          <a:ln w="28575">
            <a:solidFill>
              <a:srgbClr val="FFFF00"/>
            </a:solidFill>
            <a:prstDash val="dashDot"/>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fill="hold"/>
                                        <p:tgtEl>
                                          <p:spTgt spid="6"/>
                                        </p:tgtEl>
                                        <p:attrNameLst>
                                          <p:attrName>ppt_y</p:attrName>
                                        </p:attrNameLst>
                                      </p:cBhvr>
                                      <p:tavLst>
                                        <p:tav tm="0">
                                          <p:val>
                                            <p:strVal val="#ppt_y+#ppt_h/2"/>
                                          </p:val>
                                        </p:tav>
                                        <p:tav tm="100000">
                                          <p:val>
                                            <p:strVal val="#ppt_y"/>
                                          </p:val>
                                        </p:tav>
                                      </p:tavLst>
                                    </p:anim>
                                    <p:anim calcmode="lin" valueType="num">
                                      <p:cBhvr>
                                        <p:cTn id="13" dur="500" fill="hold"/>
                                        <p:tgtEl>
                                          <p:spTgt spid="6"/>
                                        </p:tgtEl>
                                        <p:attrNameLst>
                                          <p:attrName>ppt_w</p:attrName>
                                        </p:attrNameLst>
                                      </p:cBhvr>
                                      <p:tavLst>
                                        <p:tav tm="0">
                                          <p:val>
                                            <p:strVal val="#ppt_w"/>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12"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strips(downLeft)">
                                      <p:cBhvr>
                                        <p:cTn id="19" dur="500"/>
                                        <p:tgtEl>
                                          <p:spTgt spid="3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4" fill="hold" nodeType="click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ppt_x</p:attrName>
                                        </p:attrNameLst>
                                      </p:cBhvr>
                                      <p:tavLst>
                                        <p:tav tm="0">
                                          <p:val>
                                            <p:strVal val="#ppt_x"/>
                                          </p:val>
                                        </p:tav>
                                        <p:tav tm="100000">
                                          <p:val>
                                            <p:strVal val="#ppt_x"/>
                                          </p:val>
                                        </p:tav>
                                      </p:tavLst>
                                    </p:anim>
                                    <p:anim calcmode="lin" valueType="num">
                                      <p:cBhvr>
                                        <p:cTn id="47" dur="500" fill="hold"/>
                                        <p:tgtEl>
                                          <p:spTgt spid="33"/>
                                        </p:tgtEl>
                                        <p:attrNameLst>
                                          <p:attrName>ppt_y</p:attrName>
                                        </p:attrNameLst>
                                      </p:cBhvr>
                                      <p:tavLst>
                                        <p:tav tm="0">
                                          <p:val>
                                            <p:strVal val="#ppt_y+#ppt_h/2"/>
                                          </p:val>
                                        </p:tav>
                                        <p:tav tm="100000">
                                          <p:val>
                                            <p:strVal val="#ppt_y"/>
                                          </p:val>
                                        </p:tav>
                                      </p:tavLst>
                                    </p:anim>
                                    <p:anim calcmode="lin" valueType="num">
                                      <p:cBhvr>
                                        <p:cTn id="48" dur="500" fill="hold"/>
                                        <p:tgtEl>
                                          <p:spTgt spid="33"/>
                                        </p:tgtEl>
                                        <p:attrNameLst>
                                          <p:attrName>ppt_w</p:attrName>
                                        </p:attrNameLst>
                                      </p:cBhvr>
                                      <p:tavLst>
                                        <p:tav tm="0">
                                          <p:val>
                                            <p:strVal val="#ppt_w"/>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18" presetClass="entr" presetSubtype="12"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strips(downLeft)">
                                      <p:cBhvr>
                                        <p:cTn id="54" dur="500"/>
                                        <p:tgtEl>
                                          <p:spTgt spid="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cBhvr additive="base">
                                        <p:cTn id="75" dur="500" fill="hold"/>
                                        <p:tgtEl>
                                          <p:spTgt spid="5"/>
                                        </p:tgtEl>
                                        <p:attrNameLst>
                                          <p:attrName>ppt_x</p:attrName>
                                        </p:attrNameLst>
                                      </p:cBhvr>
                                      <p:tavLst>
                                        <p:tav tm="0">
                                          <p:val>
                                            <p:strVal val="#ppt_x"/>
                                          </p:val>
                                        </p:tav>
                                        <p:tav tm="100000">
                                          <p:val>
                                            <p:strVal val="#ppt_x"/>
                                          </p:val>
                                        </p:tav>
                                      </p:tavLst>
                                    </p:anim>
                                    <p:anim calcmode="lin" valueType="num">
                                      <p:cBhvr additive="base">
                                        <p:cTn id="7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1" fill="hold" nodeType="click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p:cTn id="81" dur="500" fill="hold"/>
                                        <p:tgtEl>
                                          <p:spTgt spid="29"/>
                                        </p:tgtEl>
                                        <p:attrNameLst>
                                          <p:attrName>ppt_x</p:attrName>
                                        </p:attrNameLst>
                                      </p:cBhvr>
                                      <p:tavLst>
                                        <p:tav tm="0">
                                          <p:val>
                                            <p:strVal val="#ppt_x"/>
                                          </p:val>
                                        </p:tav>
                                        <p:tav tm="100000">
                                          <p:val>
                                            <p:strVal val="#ppt_x"/>
                                          </p:val>
                                        </p:tav>
                                      </p:tavLst>
                                    </p:anim>
                                    <p:anim calcmode="lin" valueType="num">
                                      <p:cBhvr>
                                        <p:cTn id="82" dur="500" fill="hold"/>
                                        <p:tgtEl>
                                          <p:spTgt spid="29"/>
                                        </p:tgtEl>
                                        <p:attrNameLst>
                                          <p:attrName>ppt_y</p:attrName>
                                        </p:attrNameLst>
                                      </p:cBhvr>
                                      <p:tavLst>
                                        <p:tav tm="0">
                                          <p:val>
                                            <p:strVal val="#ppt_y-#ppt_h/2"/>
                                          </p:val>
                                        </p:tav>
                                        <p:tav tm="100000">
                                          <p:val>
                                            <p:strVal val="#ppt_y"/>
                                          </p:val>
                                        </p:tav>
                                      </p:tavLst>
                                    </p:anim>
                                    <p:anim calcmode="lin" valueType="num">
                                      <p:cBhvr>
                                        <p:cTn id="83" dur="500" fill="hold"/>
                                        <p:tgtEl>
                                          <p:spTgt spid="29"/>
                                        </p:tgtEl>
                                        <p:attrNameLst>
                                          <p:attrName>ppt_w</p:attrName>
                                        </p:attrNameLst>
                                      </p:cBhvr>
                                      <p:tavLst>
                                        <p:tav tm="0">
                                          <p:val>
                                            <p:strVal val="#ppt_w"/>
                                          </p:val>
                                        </p:tav>
                                        <p:tav tm="100000">
                                          <p:val>
                                            <p:strVal val="#ppt_w"/>
                                          </p:val>
                                        </p:tav>
                                      </p:tavLst>
                                    </p:anim>
                                    <p:anim calcmode="lin" valueType="num">
                                      <p:cBhvr>
                                        <p:cTn id="84" dur="500" fill="hold"/>
                                        <p:tgtEl>
                                          <p:spTgt spid="29"/>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 presetClass="entr" presetSubtype="2" fill="hold" nodeType="clickEffect">
                                  <p:stCondLst>
                                    <p:cond delay="0"/>
                                  </p:stCondLst>
                                  <p:childTnLst>
                                    <p:set>
                                      <p:cBhvr>
                                        <p:cTn id="92" dur="1" fill="hold">
                                          <p:stCondLst>
                                            <p:cond delay="0"/>
                                          </p:stCondLst>
                                        </p:cTn>
                                        <p:tgtEl>
                                          <p:spTgt spid="4"/>
                                        </p:tgtEl>
                                        <p:attrNameLst>
                                          <p:attrName>style.visibility</p:attrName>
                                        </p:attrNameLst>
                                      </p:cBhvr>
                                      <p:to>
                                        <p:strVal val="visible"/>
                                      </p:to>
                                    </p:set>
                                    <p:anim calcmode="lin" valueType="num">
                                      <p:cBhvr additive="base">
                                        <p:cTn id="93" dur="500" fill="hold"/>
                                        <p:tgtEl>
                                          <p:spTgt spid="4"/>
                                        </p:tgtEl>
                                        <p:attrNameLst>
                                          <p:attrName>ppt_x</p:attrName>
                                        </p:attrNameLst>
                                      </p:cBhvr>
                                      <p:tavLst>
                                        <p:tav tm="0">
                                          <p:val>
                                            <p:strVal val="1+#ppt_w/2"/>
                                          </p:val>
                                        </p:tav>
                                        <p:tav tm="100000">
                                          <p:val>
                                            <p:strVal val="#ppt_x"/>
                                          </p:val>
                                        </p:tav>
                                      </p:tavLst>
                                    </p:anim>
                                    <p:anim calcmode="lin" valueType="num">
                                      <p:cBhvr additive="base">
                                        <p:cTn id="9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38"/>
                                        </p:tgtEl>
                                        <p:attrNameLst>
                                          <p:attrName>style.visibility</p:attrName>
                                        </p:attrNameLst>
                                      </p:cBhvr>
                                      <p:to>
                                        <p:strVal val="visible"/>
                                      </p:to>
                                    </p:set>
                                    <p:anim calcmode="lin" valueType="num">
                                      <p:cBhvr additive="base">
                                        <p:cTn id="105" dur="500" fill="hold"/>
                                        <p:tgtEl>
                                          <p:spTgt spid="38"/>
                                        </p:tgtEl>
                                        <p:attrNameLst>
                                          <p:attrName>ppt_x</p:attrName>
                                        </p:attrNameLst>
                                      </p:cBhvr>
                                      <p:tavLst>
                                        <p:tav tm="0">
                                          <p:val>
                                            <p:strVal val="#ppt_x"/>
                                          </p:val>
                                        </p:tav>
                                        <p:tav tm="100000">
                                          <p:val>
                                            <p:strVal val="#ppt_x"/>
                                          </p:val>
                                        </p:tav>
                                      </p:tavLst>
                                    </p:anim>
                                    <p:anim calcmode="lin" valueType="num">
                                      <p:cBhvr additive="base">
                                        <p:cTn id="10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17" presetClass="entr" presetSubtype="4" fill="hold" nodeType="clickEffect">
                                  <p:stCondLst>
                                    <p:cond delay="0"/>
                                  </p:stCondLst>
                                  <p:childTnLst>
                                    <p:set>
                                      <p:cBhvr>
                                        <p:cTn id="110" dur="1" fill="hold">
                                          <p:stCondLst>
                                            <p:cond delay="0"/>
                                          </p:stCondLst>
                                        </p:cTn>
                                        <p:tgtEl>
                                          <p:spTgt spid="43"/>
                                        </p:tgtEl>
                                        <p:attrNameLst>
                                          <p:attrName>style.visibility</p:attrName>
                                        </p:attrNameLst>
                                      </p:cBhvr>
                                      <p:to>
                                        <p:strVal val="visible"/>
                                      </p:to>
                                    </p:set>
                                    <p:anim calcmode="lin" valueType="num">
                                      <p:cBhvr>
                                        <p:cTn id="111" dur="500" fill="hold"/>
                                        <p:tgtEl>
                                          <p:spTgt spid="43"/>
                                        </p:tgtEl>
                                        <p:attrNameLst>
                                          <p:attrName>ppt_x</p:attrName>
                                        </p:attrNameLst>
                                      </p:cBhvr>
                                      <p:tavLst>
                                        <p:tav tm="0">
                                          <p:val>
                                            <p:strVal val="#ppt_x"/>
                                          </p:val>
                                        </p:tav>
                                        <p:tav tm="100000">
                                          <p:val>
                                            <p:strVal val="#ppt_x"/>
                                          </p:val>
                                        </p:tav>
                                      </p:tavLst>
                                    </p:anim>
                                    <p:anim calcmode="lin" valueType="num">
                                      <p:cBhvr>
                                        <p:cTn id="112" dur="500" fill="hold"/>
                                        <p:tgtEl>
                                          <p:spTgt spid="43"/>
                                        </p:tgtEl>
                                        <p:attrNameLst>
                                          <p:attrName>ppt_y</p:attrName>
                                        </p:attrNameLst>
                                      </p:cBhvr>
                                      <p:tavLst>
                                        <p:tav tm="0">
                                          <p:val>
                                            <p:strVal val="#ppt_y+#ppt_h/2"/>
                                          </p:val>
                                        </p:tav>
                                        <p:tav tm="100000">
                                          <p:val>
                                            <p:strVal val="#ppt_y"/>
                                          </p:val>
                                        </p:tav>
                                      </p:tavLst>
                                    </p:anim>
                                    <p:anim calcmode="lin" valueType="num">
                                      <p:cBhvr>
                                        <p:cTn id="113" dur="500" fill="hold"/>
                                        <p:tgtEl>
                                          <p:spTgt spid="43"/>
                                        </p:tgtEl>
                                        <p:attrNameLst>
                                          <p:attrName>ppt_w</p:attrName>
                                        </p:attrNameLst>
                                      </p:cBhvr>
                                      <p:tavLst>
                                        <p:tav tm="0">
                                          <p:val>
                                            <p:strVal val="#ppt_w"/>
                                          </p:val>
                                        </p:tav>
                                        <p:tav tm="100000">
                                          <p:val>
                                            <p:strVal val="#ppt_w"/>
                                          </p:val>
                                        </p:tav>
                                      </p:tavLst>
                                    </p:anim>
                                    <p:anim calcmode="lin" valueType="num">
                                      <p:cBhvr>
                                        <p:cTn id="114" dur="500" fill="hold"/>
                                        <p:tgtEl>
                                          <p:spTgt spid="43"/>
                                        </p:tgtEl>
                                        <p:attrNameLst>
                                          <p:attrName>ppt_h</p:attrName>
                                        </p:attrNameLst>
                                      </p:cBhvr>
                                      <p:tavLst>
                                        <p:tav tm="0">
                                          <p:val>
                                            <p:flt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18" presetClass="entr" presetSubtype="12" fill="hold" nodeType="clickEffect">
                                  <p:stCondLst>
                                    <p:cond delay="0"/>
                                  </p:stCondLst>
                                  <p:childTnLst>
                                    <p:set>
                                      <p:cBhvr>
                                        <p:cTn id="118" dur="1" fill="hold">
                                          <p:stCondLst>
                                            <p:cond delay="0"/>
                                          </p:stCondLst>
                                        </p:cTn>
                                        <p:tgtEl>
                                          <p:spTgt spid="39"/>
                                        </p:tgtEl>
                                        <p:attrNameLst>
                                          <p:attrName>style.visibility</p:attrName>
                                        </p:attrNameLst>
                                      </p:cBhvr>
                                      <p:to>
                                        <p:strVal val="visible"/>
                                      </p:to>
                                    </p:set>
                                    <p:animEffect transition="in" filter="strips(downLeft)">
                                      <p:cBhvr>
                                        <p:cTn id="119" dur="500"/>
                                        <p:tgtEl>
                                          <p:spTgt spid="39"/>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4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37"/>
                                        </p:tgtEl>
                                        <p:attrNameLst>
                                          <p:attrName>style.visibility</p:attrName>
                                        </p:attrNameLst>
                                      </p:cBhvr>
                                      <p:to>
                                        <p:strVal val="visible"/>
                                      </p:to>
                                    </p:set>
                                    <p:anim calcmode="lin" valueType="num">
                                      <p:cBhvr additive="base">
                                        <p:cTn id="128" dur="500" fill="hold"/>
                                        <p:tgtEl>
                                          <p:spTgt spid="37"/>
                                        </p:tgtEl>
                                        <p:attrNameLst>
                                          <p:attrName>ppt_x</p:attrName>
                                        </p:attrNameLst>
                                      </p:cBhvr>
                                      <p:tavLst>
                                        <p:tav tm="0">
                                          <p:val>
                                            <p:strVal val="#ppt_x"/>
                                          </p:val>
                                        </p:tav>
                                        <p:tav tm="100000">
                                          <p:val>
                                            <p:strVal val="#ppt_x"/>
                                          </p:val>
                                        </p:tav>
                                      </p:tavLst>
                                    </p:anim>
                                    <p:anim calcmode="lin" valueType="num">
                                      <p:cBhvr additive="base">
                                        <p:cTn id="12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42"/>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p:bldP spid="13" grpId="0" animBg="1"/>
      <p:bldP spid="15" grpId="0" animBg="1"/>
      <p:bldP spid="17" grpId="0"/>
      <p:bldP spid="18" grpId="0"/>
      <p:bldP spid="19" grpId="0" animBg="1"/>
      <p:bldP spid="26" grpId="0"/>
      <p:bldP spid="27" grpId="0"/>
      <p:bldP spid="28" grpId="0" animBg="1"/>
      <p:bldP spid="38" grpId="0" animBg="1"/>
      <p:bldP spid="40" grpId="0"/>
      <p:bldP spid="41" grpId="0"/>
      <p:bldP spid="4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 y="1028102"/>
            <a:ext cx="8867775" cy="441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Conic Sections</a:t>
            </a:r>
          </a:p>
        </p:txBody>
      </p:sp>
      <p:sp>
        <p:nvSpPr>
          <p:cNvPr id="3" name="Content Placeholder 2"/>
          <p:cNvSpPr>
            <a:spLocks noGrp="1"/>
          </p:cNvSpPr>
          <p:nvPr>
            <p:ph idx="1"/>
          </p:nvPr>
        </p:nvSpPr>
        <p:spPr>
          <a:xfrm>
            <a:off x="152400" y="762000"/>
            <a:ext cx="6477000" cy="5638800"/>
          </a:xfrm>
        </p:spPr>
        <p:txBody>
          <a:bodyPr rtlCol="0">
            <a:normAutofit fontScale="85000" lnSpcReduction="10000"/>
          </a:bodyPr>
          <a:lstStyle/>
          <a:p>
            <a:pPr eaLnBrk="1" fontAlgn="auto" hangingPunct="1">
              <a:spcAft>
                <a:spcPts val="0"/>
              </a:spcAft>
              <a:defRPr/>
            </a:pPr>
            <a:r>
              <a:rPr lang="en-US" b="1" dirty="0">
                <a:latin typeface="Garamond" pitchFamily="18" charset="0"/>
              </a:rPr>
              <a:t>An </a:t>
            </a:r>
            <a:r>
              <a:rPr lang="en-US" b="1" i="1" dirty="0">
                <a:solidFill>
                  <a:srgbClr val="7030A0"/>
                </a:solidFill>
                <a:latin typeface="Garamond" pitchFamily="18" charset="0"/>
              </a:rPr>
              <a:t>ellipse</a:t>
            </a:r>
            <a:r>
              <a:rPr lang="en-US" b="1" i="1" dirty="0">
                <a:latin typeface="Garamond" pitchFamily="18" charset="0"/>
              </a:rPr>
              <a:t> </a:t>
            </a:r>
            <a:r>
              <a:rPr lang="en-US" b="1" dirty="0">
                <a:latin typeface="Garamond" pitchFamily="18" charset="0"/>
              </a:rPr>
              <a:t>is obtained when a section plane </a:t>
            </a:r>
            <a:r>
              <a:rPr lang="en-US" b="1" i="1" dirty="0">
                <a:latin typeface="Garamond" pitchFamily="18" charset="0"/>
              </a:rPr>
              <a:t>A</a:t>
            </a:r>
            <a:r>
              <a:rPr lang="en-US" b="1" dirty="0">
                <a:latin typeface="Garamond" pitchFamily="18" charset="0"/>
              </a:rPr>
              <a:t>–</a:t>
            </a:r>
            <a:r>
              <a:rPr lang="en-US" b="1" i="1" dirty="0">
                <a:latin typeface="Garamond" pitchFamily="18" charset="0"/>
              </a:rPr>
              <a:t>A</a:t>
            </a:r>
            <a:r>
              <a:rPr lang="en-US" b="1" dirty="0">
                <a:latin typeface="Garamond" pitchFamily="18" charset="0"/>
              </a:rPr>
              <a:t>, inclined to the axis cuts all the generators of the cone.</a:t>
            </a:r>
          </a:p>
          <a:p>
            <a:pPr eaLnBrk="1" fontAlgn="auto" hangingPunct="1">
              <a:spcAft>
                <a:spcPts val="0"/>
              </a:spcAft>
              <a:defRPr/>
            </a:pPr>
            <a:r>
              <a:rPr lang="en-US" b="1" dirty="0">
                <a:latin typeface="Garamond" pitchFamily="18" charset="0"/>
              </a:rPr>
              <a:t>A </a:t>
            </a:r>
            <a:r>
              <a:rPr lang="en-US" b="1" i="1" dirty="0">
                <a:solidFill>
                  <a:srgbClr val="7030A0"/>
                </a:solidFill>
                <a:latin typeface="Garamond" pitchFamily="18" charset="0"/>
              </a:rPr>
              <a:t>parabola</a:t>
            </a:r>
            <a:r>
              <a:rPr lang="en-US" b="1" i="1" dirty="0">
                <a:latin typeface="Garamond" pitchFamily="18" charset="0"/>
              </a:rPr>
              <a:t> </a:t>
            </a:r>
            <a:r>
              <a:rPr lang="en-US" b="1" dirty="0">
                <a:latin typeface="Garamond" pitchFamily="18" charset="0"/>
              </a:rPr>
              <a:t>is obtained when a section plane </a:t>
            </a:r>
            <a:r>
              <a:rPr lang="en-US" b="1" i="1" dirty="0">
                <a:latin typeface="Garamond" pitchFamily="18" charset="0"/>
              </a:rPr>
              <a:t>B</a:t>
            </a:r>
            <a:r>
              <a:rPr lang="en-US" b="1" dirty="0">
                <a:latin typeface="Garamond" pitchFamily="18" charset="0"/>
              </a:rPr>
              <a:t>–</a:t>
            </a:r>
            <a:r>
              <a:rPr lang="en-US" b="1" i="1" dirty="0">
                <a:latin typeface="Garamond" pitchFamily="18" charset="0"/>
              </a:rPr>
              <a:t>B</a:t>
            </a:r>
            <a:r>
              <a:rPr lang="en-US" b="1" dirty="0">
                <a:latin typeface="Garamond" pitchFamily="18" charset="0"/>
              </a:rPr>
              <a:t>, parallel to one of the generators cuts the cone. Obviously, the section plane will cut the base of the cone.</a:t>
            </a:r>
          </a:p>
          <a:p>
            <a:pPr eaLnBrk="1" fontAlgn="auto" hangingPunct="1">
              <a:spcAft>
                <a:spcPts val="0"/>
              </a:spcAft>
              <a:defRPr/>
            </a:pPr>
            <a:r>
              <a:rPr lang="en-US" b="1" dirty="0">
                <a:latin typeface="Garamond" pitchFamily="18" charset="0"/>
              </a:rPr>
              <a:t>A </a:t>
            </a:r>
            <a:r>
              <a:rPr lang="en-US" b="1" i="1" dirty="0">
                <a:solidFill>
                  <a:srgbClr val="7030A0"/>
                </a:solidFill>
                <a:latin typeface="Garamond" pitchFamily="18" charset="0"/>
              </a:rPr>
              <a:t>hyperbola</a:t>
            </a:r>
            <a:r>
              <a:rPr lang="en-US" b="1" i="1" dirty="0">
                <a:latin typeface="Garamond" pitchFamily="18" charset="0"/>
              </a:rPr>
              <a:t> </a:t>
            </a:r>
            <a:r>
              <a:rPr lang="en-US" b="1" dirty="0">
                <a:latin typeface="Garamond" pitchFamily="18" charset="0"/>
              </a:rPr>
              <a:t>is obtained when a section plane </a:t>
            </a:r>
            <a:r>
              <a:rPr lang="en-US" b="1" i="1" dirty="0">
                <a:latin typeface="Garamond" pitchFamily="18" charset="0"/>
              </a:rPr>
              <a:t>C</a:t>
            </a:r>
            <a:r>
              <a:rPr lang="en-US" b="1" dirty="0">
                <a:latin typeface="Garamond" pitchFamily="18" charset="0"/>
              </a:rPr>
              <a:t>–</a:t>
            </a:r>
            <a:r>
              <a:rPr lang="en-US" b="1" i="1" dirty="0">
                <a:latin typeface="Garamond" pitchFamily="18" charset="0"/>
              </a:rPr>
              <a:t>C</a:t>
            </a:r>
            <a:r>
              <a:rPr lang="en-US" b="1" dirty="0">
                <a:latin typeface="Garamond" pitchFamily="18" charset="0"/>
              </a:rPr>
              <a:t>, inclined to the axis cuts the cone on one side of the axis. </a:t>
            </a:r>
          </a:p>
          <a:p>
            <a:pPr eaLnBrk="1" fontAlgn="auto" hangingPunct="1">
              <a:spcAft>
                <a:spcPts val="0"/>
              </a:spcAft>
              <a:defRPr/>
            </a:pPr>
            <a:r>
              <a:rPr lang="en-US" b="1" dirty="0">
                <a:latin typeface="Garamond" pitchFamily="18" charset="0"/>
              </a:rPr>
              <a:t>A </a:t>
            </a:r>
            <a:r>
              <a:rPr lang="en-US" b="1" i="1" dirty="0">
                <a:solidFill>
                  <a:srgbClr val="7030A0"/>
                </a:solidFill>
                <a:latin typeface="Garamond" pitchFamily="18" charset="0"/>
              </a:rPr>
              <a:t>rectangular hyperbola </a:t>
            </a:r>
            <a:r>
              <a:rPr lang="en-US" b="1" dirty="0">
                <a:latin typeface="Garamond" pitchFamily="18" charset="0"/>
              </a:rPr>
              <a:t>is obtained when a section plane </a:t>
            </a:r>
            <a:r>
              <a:rPr lang="en-US" b="1" i="1" dirty="0">
                <a:latin typeface="Garamond" pitchFamily="18" charset="0"/>
              </a:rPr>
              <a:t>D</a:t>
            </a:r>
            <a:r>
              <a:rPr lang="en-US" b="1" dirty="0">
                <a:latin typeface="Garamond" pitchFamily="18" charset="0"/>
              </a:rPr>
              <a:t>–</a:t>
            </a:r>
            <a:r>
              <a:rPr lang="en-US" b="1" i="1" dirty="0">
                <a:latin typeface="Garamond" pitchFamily="18" charset="0"/>
              </a:rPr>
              <a:t>D</a:t>
            </a:r>
            <a:r>
              <a:rPr lang="en-US" b="1" dirty="0">
                <a:latin typeface="Garamond" pitchFamily="18" charset="0"/>
              </a:rPr>
              <a:t>, parallel to the axis cuts the cone.</a:t>
            </a:r>
          </a:p>
          <a:p>
            <a:pPr eaLnBrk="1" fontAlgn="auto" hangingPunct="1">
              <a:spcAft>
                <a:spcPts val="0"/>
              </a:spcAft>
              <a:defRPr/>
            </a:pPr>
            <a:endParaRPr lang="en-US" b="1" dirty="0">
              <a:latin typeface="Garamond" pitchFamily="18" charset="0"/>
            </a:endParaRPr>
          </a:p>
          <a:p>
            <a:pPr eaLnBrk="1" fontAlgn="auto" hangingPunct="1">
              <a:spcAft>
                <a:spcPts val="0"/>
              </a:spcAft>
              <a:defRPr/>
            </a:pPr>
            <a:endParaRPr lang="en-US" b="1" dirty="0">
              <a:latin typeface="Garamond" pitchFamily="18" charset="0"/>
            </a:endParaRPr>
          </a:p>
          <a:p>
            <a:pPr eaLnBrk="1" fontAlgn="auto" hangingPunct="1">
              <a:spcAft>
                <a:spcPts val="0"/>
              </a:spcAft>
              <a:defRPr/>
            </a:pPr>
            <a:endParaRPr lang="en-US" dirty="0"/>
          </a:p>
        </p:txBody>
      </p:sp>
      <p:sp>
        <p:nvSpPr>
          <p:cNvPr id="5" name="Isosceles Triangle 4"/>
          <p:cNvSpPr/>
          <p:nvPr/>
        </p:nvSpPr>
        <p:spPr>
          <a:xfrm>
            <a:off x="6324600" y="1524000"/>
            <a:ext cx="2743200" cy="335280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7" name="Straight Connector 6"/>
          <p:cNvCxnSpPr/>
          <p:nvPr/>
        </p:nvCxnSpPr>
        <p:spPr>
          <a:xfrm>
            <a:off x="7696200" y="1371600"/>
            <a:ext cx="0" cy="3733800"/>
          </a:xfrm>
          <a:prstGeom prst="line">
            <a:avLst/>
          </a:prstGeom>
          <a:ln w="2540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553200" y="1524000"/>
            <a:ext cx="1828800" cy="1371600"/>
          </a:xfrm>
          <a:prstGeom prst="line">
            <a:avLst/>
          </a:prstGeom>
          <a:ln w="25400">
            <a:solidFill>
              <a:schemeClr val="tx1"/>
            </a:solidFill>
            <a:prstDash val="lgDashDot"/>
          </a:ln>
        </p:spPr>
        <p:style>
          <a:lnRef idx="1">
            <a:schemeClr val="accent1"/>
          </a:lnRef>
          <a:fillRef idx="0">
            <a:schemeClr val="accent1"/>
          </a:fillRef>
          <a:effectRef idx="0">
            <a:schemeClr val="accent1"/>
          </a:effectRef>
          <a:fontRef idx="minor">
            <a:schemeClr val="tx1"/>
          </a:fontRef>
        </p:style>
      </p:cxnSp>
      <p:sp>
        <p:nvSpPr>
          <p:cNvPr id="6151" name="TextBox 18"/>
          <p:cNvSpPr txBox="1">
            <a:spLocks noChangeArrowheads="1"/>
          </p:cNvSpPr>
          <p:nvPr/>
        </p:nvSpPr>
        <p:spPr bwMode="auto">
          <a:xfrm>
            <a:off x="6400800" y="23622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A</a:t>
            </a:r>
          </a:p>
        </p:txBody>
      </p:sp>
      <p:sp>
        <p:nvSpPr>
          <p:cNvPr id="6152" name="TextBox 19"/>
          <p:cNvSpPr txBox="1">
            <a:spLocks noChangeArrowheads="1"/>
          </p:cNvSpPr>
          <p:nvPr/>
        </p:nvSpPr>
        <p:spPr bwMode="auto">
          <a:xfrm>
            <a:off x="8305800" y="1066800"/>
            <a:ext cx="317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A</a:t>
            </a:r>
          </a:p>
        </p:txBody>
      </p:sp>
      <p:grpSp>
        <p:nvGrpSpPr>
          <p:cNvPr id="4" name="Group 28"/>
          <p:cNvGrpSpPr>
            <a:grpSpLocks/>
          </p:cNvGrpSpPr>
          <p:nvPr/>
        </p:nvGrpSpPr>
        <p:grpSpPr bwMode="auto">
          <a:xfrm>
            <a:off x="6629400" y="1458913"/>
            <a:ext cx="2062163" cy="4179887"/>
            <a:chOff x="6629400" y="1459468"/>
            <a:chExt cx="2062300" cy="4179332"/>
          </a:xfrm>
        </p:grpSpPr>
        <p:cxnSp>
          <p:nvCxnSpPr>
            <p:cNvPr id="11" name="Straight Connector 10"/>
            <p:cNvCxnSpPr/>
            <p:nvPr/>
          </p:nvCxnSpPr>
          <p:spPr>
            <a:xfrm flipV="1">
              <a:off x="6858015" y="1676926"/>
              <a:ext cx="1600306" cy="3885684"/>
            </a:xfrm>
            <a:prstGeom prst="line">
              <a:avLst/>
            </a:prstGeom>
            <a:ln w="25400">
              <a:solidFill>
                <a:schemeClr val="tx1"/>
              </a:solidFill>
              <a:prstDash val="lgDashDot"/>
            </a:ln>
          </p:spPr>
          <p:style>
            <a:lnRef idx="1">
              <a:schemeClr val="accent1"/>
            </a:lnRef>
            <a:fillRef idx="0">
              <a:schemeClr val="accent1"/>
            </a:fillRef>
            <a:effectRef idx="0">
              <a:schemeClr val="accent1"/>
            </a:effectRef>
            <a:fontRef idx="minor">
              <a:schemeClr val="tx1"/>
            </a:fontRef>
          </p:style>
        </p:cxnSp>
        <p:sp>
          <p:nvSpPr>
            <p:cNvPr id="6165" name="TextBox 20"/>
            <p:cNvSpPr txBox="1">
              <a:spLocks noChangeArrowheads="1"/>
            </p:cNvSpPr>
            <p:nvPr/>
          </p:nvSpPr>
          <p:spPr bwMode="auto">
            <a:xfrm>
              <a:off x="6629400" y="526946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B</a:t>
              </a:r>
            </a:p>
          </p:txBody>
        </p:sp>
        <p:sp>
          <p:nvSpPr>
            <p:cNvPr id="6166" name="TextBox 21"/>
            <p:cNvSpPr txBox="1">
              <a:spLocks noChangeArrowheads="1"/>
            </p:cNvSpPr>
            <p:nvPr/>
          </p:nvSpPr>
          <p:spPr bwMode="auto">
            <a:xfrm>
              <a:off x="8382000" y="1459468"/>
              <a:ext cx="309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B</a:t>
              </a:r>
            </a:p>
          </p:txBody>
        </p:sp>
      </p:grpSp>
      <p:grpSp>
        <p:nvGrpSpPr>
          <p:cNvPr id="6" name="Group 29"/>
          <p:cNvGrpSpPr>
            <a:grpSpLocks/>
          </p:cNvGrpSpPr>
          <p:nvPr/>
        </p:nvGrpSpPr>
        <p:grpSpPr bwMode="auto">
          <a:xfrm>
            <a:off x="7540625" y="2209800"/>
            <a:ext cx="1301750" cy="3646488"/>
            <a:chOff x="7540502" y="2209800"/>
            <a:chExt cx="1301996" cy="3645932"/>
          </a:xfrm>
        </p:grpSpPr>
        <p:cxnSp>
          <p:nvCxnSpPr>
            <p:cNvPr id="13" name="Straight Connector 12"/>
            <p:cNvCxnSpPr>
              <a:endCxn id="6163" idx="1"/>
            </p:cNvCxnSpPr>
            <p:nvPr/>
          </p:nvCxnSpPr>
          <p:spPr>
            <a:xfrm flipV="1">
              <a:off x="7772321" y="2393922"/>
              <a:ext cx="762144" cy="3244355"/>
            </a:xfrm>
            <a:prstGeom prst="line">
              <a:avLst/>
            </a:prstGeom>
            <a:ln w="25400">
              <a:solidFill>
                <a:schemeClr val="tx1"/>
              </a:solidFill>
              <a:prstDash val="lgDashDot"/>
            </a:ln>
          </p:spPr>
          <p:style>
            <a:lnRef idx="1">
              <a:schemeClr val="accent1"/>
            </a:lnRef>
            <a:fillRef idx="0">
              <a:schemeClr val="accent1"/>
            </a:fillRef>
            <a:effectRef idx="0">
              <a:schemeClr val="accent1"/>
            </a:effectRef>
            <a:fontRef idx="minor">
              <a:schemeClr val="tx1"/>
            </a:fontRef>
          </p:style>
        </p:cxnSp>
        <p:sp>
          <p:nvSpPr>
            <p:cNvPr id="6162" name="TextBox 22"/>
            <p:cNvSpPr txBox="1">
              <a:spLocks noChangeArrowheads="1"/>
            </p:cNvSpPr>
            <p:nvPr/>
          </p:nvSpPr>
          <p:spPr bwMode="auto">
            <a:xfrm>
              <a:off x="7540502" y="5486400"/>
              <a:ext cx="308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a:t>
              </a:r>
            </a:p>
          </p:txBody>
        </p:sp>
        <p:sp>
          <p:nvSpPr>
            <p:cNvPr id="6163" name="TextBox 24"/>
            <p:cNvSpPr txBox="1">
              <a:spLocks noChangeArrowheads="1"/>
            </p:cNvSpPr>
            <p:nvPr/>
          </p:nvSpPr>
          <p:spPr bwMode="auto">
            <a:xfrm>
              <a:off x="8534400" y="2209800"/>
              <a:ext cx="308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a:t>
              </a:r>
            </a:p>
          </p:txBody>
        </p:sp>
      </p:grpSp>
      <p:grpSp>
        <p:nvGrpSpPr>
          <p:cNvPr id="8" name="Group 30"/>
          <p:cNvGrpSpPr>
            <a:grpSpLocks/>
          </p:cNvGrpSpPr>
          <p:nvPr/>
        </p:nvGrpSpPr>
        <p:grpSpPr bwMode="auto">
          <a:xfrm>
            <a:off x="8534400" y="3287713"/>
            <a:ext cx="403225" cy="2579687"/>
            <a:chOff x="8534400" y="3288268"/>
            <a:chExt cx="403534" cy="2579132"/>
          </a:xfrm>
        </p:grpSpPr>
        <p:cxnSp>
          <p:nvCxnSpPr>
            <p:cNvPr id="15" name="Straight Connector 14"/>
            <p:cNvCxnSpPr/>
            <p:nvPr/>
          </p:nvCxnSpPr>
          <p:spPr>
            <a:xfrm flipH="1" flipV="1">
              <a:off x="8610658" y="3429525"/>
              <a:ext cx="76258" cy="1980774"/>
            </a:xfrm>
            <a:prstGeom prst="line">
              <a:avLst/>
            </a:prstGeom>
            <a:ln w="25400">
              <a:solidFill>
                <a:schemeClr val="tx1"/>
              </a:solidFill>
              <a:prstDash val="lgDashDot"/>
            </a:ln>
          </p:spPr>
          <p:style>
            <a:lnRef idx="1">
              <a:schemeClr val="accent1"/>
            </a:lnRef>
            <a:fillRef idx="0">
              <a:schemeClr val="accent1"/>
            </a:fillRef>
            <a:effectRef idx="0">
              <a:schemeClr val="accent1"/>
            </a:effectRef>
            <a:fontRef idx="minor">
              <a:schemeClr val="tx1"/>
            </a:fontRef>
          </p:style>
        </p:cxnSp>
        <p:sp>
          <p:nvSpPr>
            <p:cNvPr id="6159" name="TextBox 23"/>
            <p:cNvSpPr txBox="1">
              <a:spLocks noChangeArrowheads="1"/>
            </p:cNvSpPr>
            <p:nvPr/>
          </p:nvSpPr>
          <p:spPr bwMode="auto">
            <a:xfrm>
              <a:off x="8534400" y="5498068"/>
              <a:ext cx="3273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D</a:t>
              </a:r>
            </a:p>
          </p:txBody>
        </p:sp>
        <p:sp>
          <p:nvSpPr>
            <p:cNvPr id="6160" name="TextBox 25"/>
            <p:cNvSpPr txBox="1">
              <a:spLocks noChangeArrowheads="1"/>
            </p:cNvSpPr>
            <p:nvPr/>
          </p:nvSpPr>
          <p:spPr bwMode="auto">
            <a:xfrm>
              <a:off x="8610600" y="3288268"/>
              <a:ext cx="32733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D</a:t>
              </a:r>
            </a:p>
          </p:txBody>
        </p:sp>
      </p:grpSp>
      <p:sp>
        <p:nvSpPr>
          <p:cNvPr id="6156" name="TextBox 26"/>
          <p:cNvSpPr txBox="1">
            <a:spLocks noChangeArrowheads="1"/>
          </p:cNvSpPr>
          <p:nvPr/>
        </p:nvSpPr>
        <p:spPr bwMode="auto">
          <a:xfrm>
            <a:off x="7513638" y="1001713"/>
            <a:ext cx="334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i="1"/>
              <a:t>O</a:t>
            </a:r>
          </a:p>
        </p:txBody>
      </p:sp>
      <p:sp>
        <p:nvSpPr>
          <p:cNvPr id="6157" name="TextBox 27"/>
          <p:cNvSpPr txBox="1">
            <a:spLocks noChangeArrowheads="1"/>
          </p:cNvSpPr>
          <p:nvPr/>
        </p:nvSpPr>
        <p:spPr bwMode="auto">
          <a:xfrm>
            <a:off x="7391400" y="4953000"/>
            <a:ext cx="33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i="1"/>
              <a:t>O</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Few Applications of Ellipse</a:t>
            </a:r>
          </a:p>
        </p:txBody>
      </p:sp>
      <p:pic>
        <p:nvPicPr>
          <p:cNvPr id="819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38862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4" descr="http://www.cunningham-ind.com/images/Battlebot3we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884863"/>
            <a:ext cx="38100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TextBox 6"/>
          <p:cNvSpPr txBox="1">
            <a:spLocks noChangeArrowheads="1"/>
          </p:cNvSpPr>
          <p:nvPr/>
        </p:nvSpPr>
        <p:spPr bwMode="auto">
          <a:xfrm>
            <a:off x="6781800" y="6019800"/>
            <a:ext cx="160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dirty="0"/>
              <a:t>Elliptical gear</a:t>
            </a:r>
          </a:p>
        </p:txBody>
      </p:sp>
      <p:sp>
        <p:nvSpPr>
          <p:cNvPr id="8200" name="TextBox 7"/>
          <p:cNvSpPr txBox="1">
            <a:spLocks noChangeArrowheads="1"/>
          </p:cNvSpPr>
          <p:nvPr/>
        </p:nvSpPr>
        <p:spPr bwMode="auto">
          <a:xfrm>
            <a:off x="1219200" y="32766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Few Applications of Parabola</a:t>
            </a:r>
          </a:p>
        </p:txBody>
      </p:sp>
      <p:sp>
        <p:nvSpPr>
          <p:cNvPr id="9219" name="Content Placeholder 2"/>
          <p:cNvSpPr>
            <a:spLocks noGrp="1"/>
          </p:cNvSpPr>
          <p:nvPr>
            <p:ph idx="1"/>
          </p:nvPr>
        </p:nvSpPr>
        <p:spPr/>
        <p:txBody>
          <a:bodyPr/>
          <a:lstStyle/>
          <a:p>
            <a:pPr eaLnBrk="1" hangingPunct="1"/>
            <a:endParaRPr lang="en-US" altLang="en-US"/>
          </a:p>
        </p:txBody>
      </p:sp>
      <p:pic>
        <p:nvPicPr>
          <p:cNvPr id="922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0"/>
            <a:ext cx="39624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03650"/>
            <a:ext cx="3200400" cy="305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685800"/>
            <a:ext cx="3162300"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810000"/>
            <a:ext cx="37528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276600"/>
            <a:ext cx="37909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6172200"/>
            <a:ext cx="32575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Few Applications of Hyperbola</a:t>
            </a:r>
          </a:p>
        </p:txBody>
      </p:sp>
      <p:sp>
        <p:nvSpPr>
          <p:cNvPr id="10243" name="Content Placeholder 2"/>
          <p:cNvSpPr>
            <a:spLocks noGrp="1"/>
          </p:cNvSpPr>
          <p:nvPr>
            <p:ph idx="1"/>
          </p:nvPr>
        </p:nvSpPr>
        <p:spPr/>
        <p:txBody>
          <a:bodyPr/>
          <a:lstStyle/>
          <a:p>
            <a:pPr eaLnBrk="1" hangingPunct="1"/>
            <a:endParaRPr lang="en-US" altLang="en-US"/>
          </a:p>
        </p:txBody>
      </p:sp>
      <p:pic>
        <p:nvPicPr>
          <p:cNvPr id="1024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914400"/>
            <a:ext cx="836295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24200" y="135523"/>
            <a:ext cx="5257800" cy="33855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Tahoma" pitchFamily="34" charset="0"/>
                <a:ea typeface="+mn-ea"/>
                <a:cs typeface="+mn-cs"/>
              </a:rPr>
              <a:t>FRENCH CURVES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909271"/>
            <a:ext cx="4762500" cy="27432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304800"/>
            <a:ext cx="3314700" cy="197607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000" y="3276600"/>
            <a:ext cx="4850382" cy="2953882"/>
          </a:xfrm>
          <a:prstGeom prst="rect">
            <a:avLst/>
          </a:prstGeom>
        </p:spPr>
      </p:pic>
      <p:pic>
        <p:nvPicPr>
          <p:cNvPr id="6" name="Picture 5"/>
          <p:cNvPicPr>
            <a:picLocks noChangeAspect="1"/>
          </p:cNvPicPr>
          <p:nvPr/>
        </p:nvPicPr>
        <p:blipFill>
          <a:blip r:embed="rId5"/>
          <a:stretch>
            <a:fillRect/>
          </a:stretch>
        </p:blipFill>
        <p:spPr>
          <a:xfrm>
            <a:off x="123825" y="4138687"/>
            <a:ext cx="4067175" cy="2295525"/>
          </a:xfrm>
          <a:prstGeom prst="rect">
            <a:avLst/>
          </a:prstGeom>
        </p:spPr>
      </p:pic>
    </p:spTree>
    <p:extLst>
      <p:ext uri="{BB962C8B-B14F-4D97-AF65-F5344CB8AC3E}">
        <p14:creationId xmlns:p14="http://schemas.microsoft.com/office/powerpoint/2010/main" val="146628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2"/>
          <p:cNvPicPr>
            <a:picLocks noChangeAspect="1" noChangeArrowheads="1"/>
          </p:cNvPicPr>
          <p:nvPr/>
        </p:nvPicPr>
        <p:blipFill>
          <a:blip r:embed="rId2">
            <a:extLst>
              <a:ext uri="{28A0092B-C50C-407E-A947-70E740481C1C}">
                <a14:useLocalDpi xmlns:a14="http://schemas.microsoft.com/office/drawing/2010/main" val="0"/>
              </a:ext>
            </a:extLst>
          </a:blip>
          <a:srcRect l="3598"/>
          <a:stretch>
            <a:fillRect/>
          </a:stretch>
        </p:blipFill>
        <p:spPr bwMode="auto">
          <a:xfrm>
            <a:off x="4724400" y="2879725"/>
            <a:ext cx="4230688"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Box 2"/>
          <p:cNvSpPr txBox="1">
            <a:spLocks noChangeArrowheads="1"/>
          </p:cNvSpPr>
          <p:nvPr/>
        </p:nvSpPr>
        <p:spPr bwMode="auto">
          <a:xfrm>
            <a:off x="0" y="0"/>
            <a:ext cx="9144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sz="2000" b="1">
                <a:latin typeface="Garamond" panose="02020404030301010803" pitchFamily="18" charset="0"/>
              </a:rPr>
              <a:t>Conic is defined as the locus of a point moving in a plane such that the ratio of its distance from a fixed point (F) to the fixed straight line is always a constant.</a:t>
            </a:r>
          </a:p>
          <a:p>
            <a:pPr algn="just" eaLnBrk="1" hangingPunct="1"/>
            <a:r>
              <a:rPr lang="en-US" altLang="en-US" sz="2000" b="1">
                <a:latin typeface="Garamond" panose="02020404030301010803" pitchFamily="18" charset="0"/>
              </a:rPr>
              <a:t>The ratio is called eccentricity (e). </a:t>
            </a:r>
          </a:p>
        </p:txBody>
      </p:sp>
      <p:sp>
        <p:nvSpPr>
          <p:cNvPr id="5" name="Rectangle 4"/>
          <p:cNvSpPr/>
          <p:nvPr/>
        </p:nvSpPr>
        <p:spPr>
          <a:xfrm>
            <a:off x="152400" y="1341438"/>
            <a:ext cx="6934200" cy="1477962"/>
          </a:xfrm>
          <a:prstGeom prst="rect">
            <a:avLst/>
          </a:prstGeom>
          <a:solidFill>
            <a:schemeClr val="accent1">
              <a:lumMod val="20000"/>
              <a:lumOff val="80000"/>
            </a:schemeClr>
          </a:solidFill>
        </p:spPr>
        <p:txBody>
          <a:bodyPr>
            <a:spAutoFit/>
          </a:bodyPr>
          <a:lstStyle/>
          <a:p>
            <a:pPr marL="285750" indent="-285750" algn="just" fontAlgn="auto">
              <a:spcBef>
                <a:spcPts val="0"/>
              </a:spcBef>
              <a:spcAft>
                <a:spcPts val="0"/>
              </a:spcAft>
              <a:buFont typeface="Arial" panose="020B0604020202020204" pitchFamily="34" charset="0"/>
              <a:buChar char="•"/>
              <a:defRPr/>
            </a:pPr>
            <a:r>
              <a:rPr lang="en-US" b="1" dirty="0">
                <a:latin typeface="Garamond" pitchFamily="18" charset="0"/>
                <a:cs typeface="+mn-cs"/>
              </a:rPr>
              <a:t>Moving point P</a:t>
            </a:r>
          </a:p>
          <a:p>
            <a:pPr marL="285750" indent="-285750" algn="just" fontAlgn="auto">
              <a:spcBef>
                <a:spcPts val="0"/>
              </a:spcBef>
              <a:spcAft>
                <a:spcPts val="0"/>
              </a:spcAft>
              <a:buFont typeface="Arial" panose="020B0604020202020204" pitchFamily="34" charset="0"/>
              <a:buChar char="•"/>
              <a:defRPr/>
            </a:pPr>
            <a:r>
              <a:rPr lang="en-US" b="1" dirty="0">
                <a:latin typeface="Garamond" pitchFamily="18" charset="0"/>
                <a:cs typeface="+mn-cs"/>
              </a:rPr>
              <a:t>Fixed point is called the Focus (F)</a:t>
            </a:r>
          </a:p>
          <a:p>
            <a:pPr marL="285750" indent="-285750" algn="just" fontAlgn="auto">
              <a:spcBef>
                <a:spcPts val="0"/>
              </a:spcBef>
              <a:spcAft>
                <a:spcPts val="0"/>
              </a:spcAft>
              <a:buFont typeface="Arial" panose="020B0604020202020204" pitchFamily="34" charset="0"/>
              <a:buChar char="•"/>
              <a:defRPr/>
            </a:pPr>
            <a:r>
              <a:rPr lang="en-US" b="1" dirty="0">
                <a:latin typeface="Garamond" pitchFamily="18" charset="0"/>
                <a:cs typeface="+mn-cs"/>
              </a:rPr>
              <a:t>Fixed line is called the </a:t>
            </a:r>
            <a:r>
              <a:rPr lang="en-US" b="1" dirty="0" err="1">
                <a:latin typeface="Garamond" pitchFamily="18" charset="0"/>
                <a:cs typeface="+mn-cs"/>
              </a:rPr>
              <a:t>Directrix</a:t>
            </a:r>
            <a:r>
              <a:rPr lang="en-US" b="1" dirty="0">
                <a:latin typeface="Garamond" pitchFamily="18" charset="0"/>
                <a:cs typeface="+mn-cs"/>
              </a:rPr>
              <a:t> (DD)</a:t>
            </a:r>
          </a:p>
          <a:p>
            <a:pPr marL="285750" indent="-285750" algn="just" fontAlgn="auto">
              <a:spcBef>
                <a:spcPts val="0"/>
              </a:spcBef>
              <a:spcAft>
                <a:spcPts val="0"/>
              </a:spcAft>
              <a:buFont typeface="Arial" panose="020B0604020202020204" pitchFamily="34" charset="0"/>
              <a:buChar char="•"/>
              <a:defRPr/>
            </a:pPr>
            <a:r>
              <a:rPr lang="en-US" b="1" dirty="0">
                <a:latin typeface="Garamond" pitchFamily="18" charset="0"/>
                <a:cs typeface="+mn-cs"/>
              </a:rPr>
              <a:t>Axis (CA) is the line passing though F and perpendicular to DD</a:t>
            </a:r>
          </a:p>
          <a:p>
            <a:pPr marL="285750" indent="-285750" algn="just" fontAlgn="auto">
              <a:spcBef>
                <a:spcPts val="0"/>
              </a:spcBef>
              <a:spcAft>
                <a:spcPts val="0"/>
              </a:spcAft>
              <a:buFont typeface="Arial" panose="020B0604020202020204" pitchFamily="34" charset="0"/>
              <a:buChar char="•"/>
              <a:defRPr/>
            </a:pPr>
            <a:r>
              <a:rPr lang="en-US" b="1" dirty="0">
                <a:latin typeface="Garamond" pitchFamily="18" charset="0"/>
                <a:cs typeface="+mn-cs"/>
              </a:rPr>
              <a:t>Vertex (V) is a point where the conic cuts the axis</a:t>
            </a:r>
          </a:p>
        </p:txBody>
      </p:sp>
      <p:graphicFrame>
        <p:nvGraphicFramePr>
          <p:cNvPr id="2050" name="Object 6"/>
          <p:cNvGraphicFramePr>
            <a:graphicFrameLocks noChangeAspect="1"/>
          </p:cNvGraphicFramePr>
          <p:nvPr/>
        </p:nvGraphicFramePr>
        <p:xfrm>
          <a:off x="414338" y="3733800"/>
          <a:ext cx="1262062" cy="558800"/>
        </p:xfrm>
        <a:graphic>
          <a:graphicData uri="http://schemas.openxmlformats.org/presentationml/2006/ole">
            <mc:AlternateContent xmlns:mc="http://schemas.openxmlformats.org/markup-compatibility/2006">
              <mc:Choice xmlns:v="urn:schemas-microsoft-com:vml" Requires="v">
                <p:oleObj name="Equation" r:id="rId3" imgW="888614" imgH="393529" progId="Equation.3">
                  <p:embed/>
                </p:oleObj>
              </mc:Choice>
              <mc:Fallback>
                <p:oleObj name="Equation" r:id="rId3" imgW="888614" imgH="393529" progId="Equation.3">
                  <p:embed/>
                  <p:pic>
                    <p:nvPicPr>
                      <p:cNvPr id="205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8" y="3733800"/>
                        <a:ext cx="126206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Table 1"/>
          <p:cNvGraphicFramePr>
            <a:graphicFrameLocks noGrp="1"/>
          </p:cNvGraphicFramePr>
          <p:nvPr/>
        </p:nvGraphicFramePr>
        <p:xfrm>
          <a:off x="304800" y="4572000"/>
          <a:ext cx="3313113" cy="1482724"/>
        </p:xfrm>
        <a:graphic>
          <a:graphicData uri="http://schemas.openxmlformats.org/drawingml/2006/table">
            <a:tbl>
              <a:tblPr firstRow="1" bandRow="1">
                <a:tableStyleId>{5C22544A-7EE6-4342-B048-85BDC9FD1C3A}</a:tableStyleId>
              </a:tblPr>
              <a:tblGrid>
                <a:gridCol w="1599894">
                  <a:extLst>
                    <a:ext uri="{9D8B030D-6E8A-4147-A177-3AD203B41FA5}">
                      <a16:colId xmlns:a16="http://schemas.microsoft.com/office/drawing/2014/main" val="20000"/>
                    </a:ext>
                  </a:extLst>
                </a:gridCol>
                <a:gridCol w="1713219">
                  <a:extLst>
                    <a:ext uri="{9D8B030D-6E8A-4147-A177-3AD203B41FA5}">
                      <a16:colId xmlns:a16="http://schemas.microsoft.com/office/drawing/2014/main" val="20001"/>
                    </a:ext>
                  </a:extLst>
                </a:gridCol>
              </a:tblGrid>
              <a:tr h="370681">
                <a:tc>
                  <a:txBody>
                    <a:bodyPr/>
                    <a:lstStyle/>
                    <a:p>
                      <a:pPr algn="ctr"/>
                      <a:r>
                        <a:rPr lang="en-US" sz="1800" dirty="0"/>
                        <a:t>Eccentricity (e)</a:t>
                      </a:r>
                    </a:p>
                  </a:txBody>
                  <a:tcPr marL="91423" marR="91423" marT="45700" marB="45700"/>
                </a:tc>
                <a:tc>
                  <a:txBody>
                    <a:bodyPr/>
                    <a:lstStyle/>
                    <a:p>
                      <a:pPr algn="ctr"/>
                      <a:r>
                        <a:rPr lang="en-US" sz="1800" dirty="0"/>
                        <a:t>Conic</a:t>
                      </a:r>
                    </a:p>
                  </a:txBody>
                  <a:tcPr marL="91423" marR="91423" marT="45700" marB="45700"/>
                </a:tc>
                <a:extLst>
                  <a:ext uri="{0D108BD9-81ED-4DB2-BD59-A6C34878D82A}">
                    <a16:rowId xmlns:a16="http://schemas.microsoft.com/office/drawing/2014/main" val="10000"/>
                  </a:ext>
                </a:extLst>
              </a:tr>
              <a:tr h="370681">
                <a:tc>
                  <a:txBody>
                    <a:bodyPr/>
                    <a:lstStyle/>
                    <a:p>
                      <a:pPr algn="ctr"/>
                      <a:r>
                        <a:rPr lang="en-US" sz="1800" b="1" dirty="0"/>
                        <a:t>&lt;1</a:t>
                      </a:r>
                    </a:p>
                  </a:txBody>
                  <a:tcPr marL="91423" marR="91423" marT="45700" marB="45700"/>
                </a:tc>
                <a:tc>
                  <a:txBody>
                    <a:bodyPr/>
                    <a:lstStyle/>
                    <a:p>
                      <a:pPr algn="ctr"/>
                      <a:r>
                        <a:rPr lang="en-US" sz="1800" b="1" dirty="0"/>
                        <a:t>Ellipse</a:t>
                      </a:r>
                    </a:p>
                  </a:txBody>
                  <a:tcPr marL="91423" marR="91423" marT="45700" marB="45700"/>
                </a:tc>
                <a:extLst>
                  <a:ext uri="{0D108BD9-81ED-4DB2-BD59-A6C34878D82A}">
                    <a16:rowId xmlns:a16="http://schemas.microsoft.com/office/drawing/2014/main" val="10001"/>
                  </a:ext>
                </a:extLst>
              </a:tr>
              <a:tr h="370681">
                <a:tc>
                  <a:txBody>
                    <a:bodyPr/>
                    <a:lstStyle/>
                    <a:p>
                      <a:pPr algn="ctr"/>
                      <a:r>
                        <a:rPr lang="en-US" sz="1800" b="1" dirty="0"/>
                        <a:t>1</a:t>
                      </a:r>
                    </a:p>
                  </a:txBody>
                  <a:tcPr marL="91423" marR="91423" marT="45700" marB="45700"/>
                </a:tc>
                <a:tc>
                  <a:txBody>
                    <a:bodyPr/>
                    <a:lstStyle/>
                    <a:p>
                      <a:pPr algn="ctr"/>
                      <a:r>
                        <a:rPr lang="en-US" sz="1800" b="1" dirty="0"/>
                        <a:t>Parabola</a:t>
                      </a:r>
                    </a:p>
                  </a:txBody>
                  <a:tcPr marL="91423" marR="91423" marT="45700" marB="45700"/>
                </a:tc>
                <a:extLst>
                  <a:ext uri="{0D108BD9-81ED-4DB2-BD59-A6C34878D82A}">
                    <a16:rowId xmlns:a16="http://schemas.microsoft.com/office/drawing/2014/main" val="10002"/>
                  </a:ext>
                </a:extLst>
              </a:tr>
              <a:tr h="370681">
                <a:tc>
                  <a:txBody>
                    <a:bodyPr/>
                    <a:lstStyle/>
                    <a:p>
                      <a:pPr algn="ctr"/>
                      <a:r>
                        <a:rPr lang="en-US" sz="1800" b="1" dirty="0"/>
                        <a:t>&gt;1</a:t>
                      </a:r>
                    </a:p>
                  </a:txBody>
                  <a:tcPr marL="91423" marR="91423" marT="45700" marB="45700"/>
                </a:tc>
                <a:tc>
                  <a:txBody>
                    <a:bodyPr/>
                    <a:lstStyle/>
                    <a:p>
                      <a:pPr algn="ctr"/>
                      <a:r>
                        <a:rPr lang="en-US" sz="1800" b="1" dirty="0"/>
                        <a:t>Hyperbola</a:t>
                      </a:r>
                    </a:p>
                  </a:txBody>
                  <a:tcPr marL="91423" marR="91423" marT="45700" marB="45700"/>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5"/>
          <p:cNvSpPr txBox="1">
            <a:spLocks noChangeArrowheads="1"/>
          </p:cNvSpPr>
          <p:nvPr/>
        </p:nvSpPr>
        <p:spPr bwMode="auto">
          <a:xfrm>
            <a:off x="685800" y="762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spcBef>
                <a:spcPct val="50000"/>
              </a:spcBef>
            </a:pPr>
            <a:r>
              <a:rPr lang="en-US" altLang="en-US" sz="3200" b="1">
                <a:solidFill>
                  <a:srgbClr val="3333FF"/>
                </a:solidFill>
                <a:latin typeface="Times New Roman" panose="02020603050405020304" pitchFamily="18" charset="0"/>
              </a:rPr>
              <a:t>Ellipse</a:t>
            </a:r>
          </a:p>
        </p:txBody>
      </p:sp>
      <p:sp>
        <p:nvSpPr>
          <p:cNvPr id="11267" name="Text Box 6"/>
          <p:cNvSpPr txBox="1">
            <a:spLocks noChangeArrowheads="1"/>
          </p:cNvSpPr>
          <p:nvPr/>
        </p:nvSpPr>
        <p:spPr bwMode="auto">
          <a:xfrm>
            <a:off x="304800" y="968375"/>
            <a:ext cx="8458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a:spcBef>
                <a:spcPct val="20000"/>
              </a:spcBef>
              <a:buClr>
                <a:schemeClr val="bg1"/>
              </a:buClr>
              <a:buFont typeface="Wingdings" panose="05000000000000000000" pitchFamily="2" charset="2"/>
              <a:buNone/>
            </a:pPr>
            <a:r>
              <a:rPr lang="en-IN" altLang="en-US" sz="2000" b="1" i="1">
                <a:solidFill>
                  <a:srgbClr val="A50021"/>
                </a:solidFill>
                <a:latin typeface="Times New Roman" panose="02020603050405020304" pitchFamily="18" charset="0"/>
                <a:cs typeface="Times New Roman" panose="02020603050405020304" pitchFamily="18" charset="0"/>
              </a:rPr>
              <a:t>A curved line forming a closed loop, where the sum of the distances from two points (foci) to every point on the line is constant = Length of  its major axis</a:t>
            </a:r>
            <a:endParaRPr lang="en-US" altLang="en-US" sz="2000" b="1" i="1">
              <a:solidFill>
                <a:srgbClr val="A50021"/>
              </a:solidFill>
              <a:latin typeface="Times New Roman" panose="02020603050405020304" pitchFamily="18" charset="0"/>
              <a:cs typeface="Times New Roman" panose="02020603050405020304" pitchFamily="18" charset="0"/>
            </a:endParaRPr>
          </a:p>
        </p:txBody>
      </p:sp>
      <p:pic>
        <p:nvPicPr>
          <p:cNvPr id="11268" name="Picture 2" descr="File:Ellipse Properties of Directrix and String Construction.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25" y="3200400"/>
            <a:ext cx="49149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srcRect/>
          <a:stretch>
            <a:fillRect/>
          </a:stretch>
        </p:blipFill>
        <p:spPr bwMode="auto">
          <a:xfrm>
            <a:off x="304800" y="2134752"/>
            <a:ext cx="3733800" cy="228369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045403"/>
            <a:ext cx="4784936" cy="368300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12291" name="TextBox 3"/>
          <p:cNvSpPr txBox="1">
            <a:spLocks noChangeArrowheads="1"/>
          </p:cNvSpPr>
          <p:nvPr/>
        </p:nvSpPr>
        <p:spPr bwMode="auto">
          <a:xfrm>
            <a:off x="88900" y="565150"/>
            <a:ext cx="8674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a:solidFill>
                  <a:srgbClr val="FF0000"/>
                </a:solidFill>
                <a:latin typeface="Garamond" panose="02020404030301010803" pitchFamily="18" charset="0"/>
              </a:rPr>
              <a:t>The sum of the distances of a point on the ellipse from the two foci is equal to the major axis</a:t>
            </a:r>
          </a:p>
        </p:txBody>
      </p:sp>
      <p:sp>
        <p:nvSpPr>
          <p:cNvPr id="12292" name="TextBox 4"/>
          <p:cNvSpPr txBox="1">
            <a:spLocks noChangeArrowheads="1"/>
          </p:cNvSpPr>
          <p:nvPr/>
        </p:nvSpPr>
        <p:spPr bwMode="auto">
          <a:xfrm>
            <a:off x="1219200" y="131763"/>
            <a:ext cx="609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000" b="1" dirty="0">
                <a:latin typeface="Garamond" panose="02020404030301010803" pitchFamily="18" charset="0"/>
              </a:rPr>
              <a:t>Relationship between Major axis, Minor axis and Foci</a:t>
            </a:r>
          </a:p>
        </p:txBody>
      </p:sp>
      <p:sp>
        <p:nvSpPr>
          <p:cNvPr id="12293" name="TextBox 6"/>
          <p:cNvSpPr txBox="1">
            <a:spLocks noChangeArrowheads="1"/>
          </p:cNvSpPr>
          <p:nvPr/>
        </p:nvSpPr>
        <p:spPr bwMode="auto">
          <a:xfrm>
            <a:off x="88900" y="2274888"/>
            <a:ext cx="8839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dirty="0">
                <a:solidFill>
                  <a:srgbClr val="FF0000"/>
                </a:solidFill>
                <a:latin typeface="Garamond" panose="02020404030301010803" pitchFamily="18" charset="0"/>
              </a:rPr>
              <a:t>If minor axis (CD) is given instead of the distance between the foci, then the foci F and F</a:t>
            </a:r>
            <a:r>
              <a:rPr lang="en-US" altLang="en-US" b="1" baseline="30000" dirty="0">
                <a:solidFill>
                  <a:srgbClr val="FF0000"/>
                </a:solidFill>
                <a:latin typeface="Garamond" panose="02020404030301010803" pitchFamily="18" charset="0"/>
              </a:rPr>
              <a:t>’</a:t>
            </a:r>
            <a:r>
              <a:rPr lang="en-US" altLang="en-US" b="1" dirty="0">
                <a:solidFill>
                  <a:srgbClr val="FF0000"/>
                </a:solidFill>
                <a:latin typeface="Garamond" panose="02020404030301010803" pitchFamily="18" charset="0"/>
              </a:rPr>
              <a:t> can be located by cutting the arcs on major axis with C as a center and radius= ½ major axis= OA</a:t>
            </a:r>
          </a:p>
        </p:txBody>
      </p:sp>
      <p:sp>
        <p:nvSpPr>
          <p:cNvPr id="12294" name="Rectangle 8"/>
          <p:cNvSpPr>
            <a:spLocks noChangeArrowheads="1"/>
          </p:cNvSpPr>
          <p:nvPr/>
        </p:nvSpPr>
        <p:spPr bwMode="auto">
          <a:xfrm>
            <a:off x="88900" y="1096963"/>
            <a:ext cx="9055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a:solidFill>
                  <a:srgbClr val="0000FF"/>
                </a:solidFill>
                <a:latin typeface="Garamond" panose="02020404030301010803" pitchFamily="18" charset="0"/>
              </a:rPr>
              <a:t>The distance of any end of the minor axis from any focus is equal to the half of the major axis</a:t>
            </a:r>
          </a:p>
        </p:txBody>
      </p:sp>
      <p:sp>
        <p:nvSpPr>
          <p:cNvPr id="7" name="TextBox 4"/>
          <p:cNvSpPr txBox="1">
            <a:spLocks noChangeArrowheads="1"/>
          </p:cNvSpPr>
          <p:nvPr/>
        </p:nvSpPr>
        <p:spPr bwMode="auto">
          <a:xfrm>
            <a:off x="100445" y="1770784"/>
            <a:ext cx="3429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3200" b="1" dirty="0">
                <a:solidFill>
                  <a:srgbClr val="0000FF"/>
                </a:solidFill>
                <a:latin typeface="Garamond" panose="02020404030301010803" pitchFamily="18" charset="0"/>
              </a:rPr>
              <a:t>How to find Foci?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Methods for Generating Ellipse</a:t>
            </a:r>
          </a:p>
        </p:txBody>
      </p:sp>
      <p:sp>
        <p:nvSpPr>
          <p:cNvPr id="13315" name="Content Placeholder 2"/>
          <p:cNvSpPr>
            <a:spLocks noGrp="1"/>
          </p:cNvSpPr>
          <p:nvPr>
            <p:ph idx="1"/>
          </p:nvPr>
        </p:nvSpPr>
        <p:spPr>
          <a:xfrm>
            <a:off x="152400" y="762000"/>
            <a:ext cx="8763000" cy="5791200"/>
          </a:xfrm>
        </p:spPr>
        <p:txBody>
          <a:bodyPr/>
          <a:lstStyle/>
          <a:p>
            <a:pPr marL="514350" indent="-514350" eaLnBrk="1" hangingPunct="1">
              <a:buFont typeface="Calibri" panose="020F0502020204030204" pitchFamily="34" charset="0"/>
              <a:buAutoNum type="arabicPeriod"/>
            </a:pPr>
            <a:r>
              <a:rPr lang="en-US" altLang="en-US" b="1" dirty="0">
                <a:solidFill>
                  <a:srgbClr val="FF0000"/>
                </a:solidFill>
                <a:latin typeface="Garamond" panose="02020404030301010803" pitchFamily="18" charset="0"/>
              </a:rPr>
              <a:t>Focus-</a:t>
            </a:r>
            <a:r>
              <a:rPr lang="en-US" altLang="en-US" b="1" dirty="0" err="1">
                <a:solidFill>
                  <a:srgbClr val="FF0000"/>
                </a:solidFill>
                <a:latin typeface="Garamond" panose="02020404030301010803" pitchFamily="18" charset="0"/>
              </a:rPr>
              <a:t>Directrix</a:t>
            </a:r>
            <a:r>
              <a:rPr lang="en-US" altLang="en-US" b="1" dirty="0">
                <a:solidFill>
                  <a:srgbClr val="FF0000"/>
                </a:solidFill>
                <a:latin typeface="Garamond" panose="02020404030301010803" pitchFamily="18" charset="0"/>
              </a:rPr>
              <a:t> Or Eccentricity Method</a:t>
            </a:r>
          </a:p>
          <a:p>
            <a:pPr marL="914400" lvl="1" indent="-514350" eaLnBrk="1" hangingPunct="1"/>
            <a:r>
              <a:rPr lang="en-US" altLang="en-US" dirty="0">
                <a:solidFill>
                  <a:srgbClr val="FF0000"/>
                </a:solidFill>
                <a:latin typeface="Garamond" panose="02020404030301010803" pitchFamily="18" charset="0"/>
              </a:rPr>
              <a:t>General method of constructing any conic when the distance of the focus from the </a:t>
            </a:r>
            <a:r>
              <a:rPr lang="en-US" altLang="en-US" dirty="0" err="1">
                <a:solidFill>
                  <a:srgbClr val="FF0000"/>
                </a:solidFill>
                <a:latin typeface="Garamond" panose="02020404030301010803" pitchFamily="18" charset="0"/>
              </a:rPr>
              <a:t>directrix</a:t>
            </a:r>
            <a:r>
              <a:rPr lang="en-US" altLang="en-US" dirty="0">
                <a:solidFill>
                  <a:srgbClr val="FF0000"/>
                </a:solidFill>
                <a:latin typeface="Garamond" panose="02020404030301010803" pitchFamily="18" charset="0"/>
              </a:rPr>
              <a:t> and its eccentricity is given.</a:t>
            </a:r>
            <a:endParaRPr lang="en-US" altLang="en-US" b="1" dirty="0">
              <a:solidFill>
                <a:srgbClr val="FF0000"/>
              </a:solidFill>
              <a:latin typeface="Garamond" panose="02020404030301010803" pitchFamily="18" charset="0"/>
            </a:endParaRPr>
          </a:p>
          <a:p>
            <a:pPr marL="514350" indent="-514350" eaLnBrk="1" hangingPunct="1">
              <a:buFont typeface="Calibri" panose="020F0502020204030204" pitchFamily="34" charset="0"/>
              <a:buAutoNum type="arabicPeriod"/>
            </a:pPr>
            <a:r>
              <a:rPr lang="en-US" altLang="en-US" b="1" dirty="0">
                <a:latin typeface="Garamond" panose="02020404030301010803" pitchFamily="18" charset="0"/>
              </a:rPr>
              <a:t>Concentric Method</a:t>
            </a:r>
          </a:p>
          <a:p>
            <a:pPr marL="914400" lvl="1" indent="-514350" eaLnBrk="1" hangingPunct="1"/>
            <a:r>
              <a:rPr lang="en-US" altLang="en-US" dirty="0">
                <a:latin typeface="Garamond" panose="02020404030301010803" pitchFamily="18" charset="0"/>
              </a:rPr>
              <a:t>This method is applicable when the major axis and minor axis of an ellipse are given</a:t>
            </a:r>
            <a:endParaRPr lang="en-US" altLang="en-US" b="1" dirty="0">
              <a:latin typeface="Garamond" panose="02020404030301010803" pitchFamily="18" charset="0"/>
            </a:endParaRPr>
          </a:p>
          <a:p>
            <a:pPr marL="514350" indent="-514350" eaLnBrk="1" hangingPunct="1">
              <a:buFont typeface="Calibri" panose="020F0502020204030204" pitchFamily="34" charset="0"/>
              <a:buAutoNum type="arabicPeriod"/>
            </a:pPr>
            <a:r>
              <a:rPr lang="en-US" altLang="en-US" b="1" dirty="0">
                <a:latin typeface="Garamond" panose="02020404030301010803" pitchFamily="18" charset="0"/>
              </a:rPr>
              <a:t>Oblong Method</a:t>
            </a:r>
          </a:p>
          <a:p>
            <a:pPr marL="914400" lvl="1" indent="-514350" eaLnBrk="1" hangingPunct="1"/>
            <a:r>
              <a:rPr lang="en-US" altLang="en-US" dirty="0">
                <a:latin typeface="Garamond" panose="02020404030301010803" pitchFamily="18" charset="0"/>
              </a:rPr>
              <a:t>This method is applicable when the major axis and minor axis or the conjugate axes with the angle between them  is given.</a:t>
            </a:r>
            <a:endParaRPr lang="en-US" altLang="en-US" b="1" dirty="0">
              <a:latin typeface="Garamond" panose="02020404030301010803" pitchFamily="18" charset="0"/>
            </a:endParaRPr>
          </a:p>
          <a:p>
            <a:pPr marL="914400" lvl="1" indent="-514350" eaLnBrk="1" hangingPunct="1">
              <a:buFont typeface="Calibri" panose="020F0502020204030204" pitchFamily="34" charset="0"/>
              <a:buAutoNum type="arabicPeriod"/>
            </a:pPr>
            <a:endParaRPr lang="en-US" altLang="en-US" b="1" dirty="0">
              <a:latin typeface="Garamond" panose="02020404030301010803" pitchFamily="18" charset="0"/>
            </a:endParaRPr>
          </a:p>
          <a:p>
            <a:pPr marL="514350" indent="-514350" eaLnBrk="1" hangingPunct="1">
              <a:buFont typeface="Calibri" panose="020F0502020204030204" pitchFamily="34" charset="0"/>
              <a:buAutoNum type="arabicPeriod"/>
            </a:pPr>
            <a:endParaRPr lang="en-US" altLang="en-US" b="1" dirty="0">
              <a:latin typeface="Garamond" panose="02020404030301010803" pitchFamily="18" charset="0"/>
            </a:endParaRPr>
          </a:p>
          <a:p>
            <a:pPr marL="514350" indent="-514350" eaLnBrk="1" hangingPunct="1">
              <a:buFont typeface="Calibri" panose="020F0502020204030204" pitchFamily="34" charset="0"/>
              <a:buAutoNum type="arabicPeriod"/>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Types of Problems</a:t>
            </a:r>
          </a:p>
        </p:txBody>
      </p:sp>
      <p:sp>
        <p:nvSpPr>
          <p:cNvPr id="3" name="Content Placeholder 2"/>
          <p:cNvSpPr>
            <a:spLocks noGrp="1"/>
          </p:cNvSpPr>
          <p:nvPr>
            <p:ph idx="1"/>
          </p:nvPr>
        </p:nvSpPr>
        <p:spPr>
          <a:xfrm>
            <a:off x="152400" y="762000"/>
            <a:ext cx="8763000" cy="5562600"/>
          </a:xfrm>
        </p:spPr>
        <p:txBody>
          <a:bodyPr rtlCol="0">
            <a:normAutofit fontScale="92500" lnSpcReduction="20000"/>
          </a:bodyPr>
          <a:lstStyle/>
          <a:p>
            <a:pPr eaLnBrk="1" fontAlgn="auto" hangingPunct="1">
              <a:spcAft>
                <a:spcPts val="0"/>
              </a:spcAft>
              <a:defRPr/>
            </a:pPr>
            <a:r>
              <a:rPr lang="en-US" b="1" dirty="0">
                <a:latin typeface="Garamond" pitchFamily="18" charset="0"/>
              </a:rPr>
              <a:t>Focus-</a:t>
            </a:r>
            <a:r>
              <a:rPr lang="en-US" b="1" dirty="0" err="1">
                <a:latin typeface="Garamond" pitchFamily="18" charset="0"/>
              </a:rPr>
              <a:t>Directrix</a:t>
            </a:r>
            <a:r>
              <a:rPr lang="en-US" b="1" dirty="0">
                <a:latin typeface="Garamond" pitchFamily="18" charset="0"/>
              </a:rPr>
              <a:t> Or Eccentricity Method</a:t>
            </a:r>
          </a:p>
          <a:p>
            <a:pPr lvl="1" eaLnBrk="1" fontAlgn="auto" hangingPunct="1">
              <a:spcAft>
                <a:spcPts val="0"/>
              </a:spcAft>
              <a:defRPr/>
            </a:pPr>
            <a:r>
              <a:rPr lang="en-US" dirty="0">
                <a:solidFill>
                  <a:srgbClr val="FF0000"/>
                </a:solidFill>
                <a:cs typeface="+mn-cs"/>
              </a:rPr>
              <a:t>Draw an ellipse if the distance of the focus from the </a:t>
            </a:r>
            <a:r>
              <a:rPr lang="en-US" dirty="0" err="1">
                <a:solidFill>
                  <a:srgbClr val="FF0000"/>
                </a:solidFill>
                <a:cs typeface="+mn-cs"/>
              </a:rPr>
              <a:t>directrix</a:t>
            </a:r>
            <a:r>
              <a:rPr lang="en-US" dirty="0">
                <a:solidFill>
                  <a:srgbClr val="FF0000"/>
                </a:solidFill>
                <a:cs typeface="+mn-cs"/>
              </a:rPr>
              <a:t> is 70 mm and the eccentricity is 3/4</a:t>
            </a:r>
          </a:p>
          <a:p>
            <a:pPr lvl="1" eaLnBrk="1" fontAlgn="auto" hangingPunct="1">
              <a:spcAft>
                <a:spcPts val="0"/>
              </a:spcAft>
              <a:defRPr/>
            </a:pPr>
            <a:r>
              <a:rPr lang="en-US" dirty="0">
                <a:solidFill>
                  <a:schemeClr val="bg1">
                    <a:lumMod val="65000"/>
                  </a:schemeClr>
                </a:solidFill>
                <a:cs typeface="+mn-cs"/>
              </a:rPr>
              <a:t>Draw a parabola if the distance of the focus from the </a:t>
            </a:r>
            <a:r>
              <a:rPr lang="en-US" dirty="0" err="1">
                <a:solidFill>
                  <a:schemeClr val="bg1">
                    <a:lumMod val="65000"/>
                  </a:schemeClr>
                </a:solidFill>
                <a:cs typeface="+mn-cs"/>
              </a:rPr>
              <a:t>directrix</a:t>
            </a:r>
            <a:r>
              <a:rPr lang="en-US" dirty="0">
                <a:solidFill>
                  <a:schemeClr val="bg1">
                    <a:lumMod val="65000"/>
                  </a:schemeClr>
                </a:solidFill>
                <a:cs typeface="+mn-cs"/>
              </a:rPr>
              <a:t> is 55 mm</a:t>
            </a:r>
          </a:p>
          <a:p>
            <a:pPr lvl="1" eaLnBrk="1" fontAlgn="auto" hangingPunct="1">
              <a:spcAft>
                <a:spcPts val="0"/>
              </a:spcAft>
              <a:defRPr/>
            </a:pPr>
            <a:r>
              <a:rPr lang="en-US" dirty="0">
                <a:solidFill>
                  <a:schemeClr val="bg1">
                    <a:lumMod val="65000"/>
                  </a:schemeClr>
                </a:solidFill>
                <a:cs typeface="+mn-cs"/>
              </a:rPr>
              <a:t>Draw a  hyperbola of e = 4/3 and the distance of the focus from the </a:t>
            </a:r>
            <a:r>
              <a:rPr lang="en-US" dirty="0" err="1">
                <a:solidFill>
                  <a:schemeClr val="bg1">
                    <a:lumMod val="65000"/>
                  </a:schemeClr>
                </a:solidFill>
                <a:cs typeface="+mn-cs"/>
              </a:rPr>
              <a:t>directrix</a:t>
            </a:r>
            <a:r>
              <a:rPr lang="en-US" dirty="0">
                <a:solidFill>
                  <a:schemeClr val="bg1">
                    <a:lumMod val="65000"/>
                  </a:schemeClr>
                </a:solidFill>
                <a:cs typeface="+mn-cs"/>
              </a:rPr>
              <a:t> = 60 mm </a:t>
            </a:r>
            <a:endParaRPr lang="en-US" dirty="0">
              <a:solidFill>
                <a:schemeClr val="bg1">
                  <a:lumMod val="65000"/>
                </a:schemeClr>
              </a:solidFill>
              <a:latin typeface="Garamond" pitchFamily="18" charset="0"/>
              <a:cs typeface="+mn-cs"/>
            </a:endParaRPr>
          </a:p>
          <a:p>
            <a:pPr eaLnBrk="1" fontAlgn="auto" hangingPunct="1">
              <a:spcAft>
                <a:spcPts val="0"/>
              </a:spcAft>
              <a:defRPr/>
            </a:pPr>
            <a:r>
              <a:rPr lang="en-US" b="1" dirty="0">
                <a:latin typeface="Garamond" pitchFamily="18" charset="0"/>
              </a:rPr>
              <a:t>Concentric Circle Method</a:t>
            </a:r>
          </a:p>
          <a:p>
            <a:pPr lvl="1" eaLnBrk="1" fontAlgn="auto" hangingPunct="1">
              <a:spcAft>
                <a:spcPts val="0"/>
              </a:spcAft>
              <a:defRPr/>
            </a:pPr>
            <a:r>
              <a:rPr lang="en-US" dirty="0">
                <a:solidFill>
                  <a:srgbClr val="FF0000"/>
                </a:solidFill>
                <a:cs typeface="+mn-cs"/>
              </a:rPr>
              <a:t>Draw an ellipse having the major axis of 60 mm and the minor axis of 40 mm </a:t>
            </a:r>
            <a:endParaRPr lang="en-US" b="1" dirty="0">
              <a:solidFill>
                <a:srgbClr val="FF0000"/>
              </a:solidFill>
              <a:latin typeface="Garamond" pitchFamily="18" charset="0"/>
              <a:cs typeface="+mn-cs"/>
            </a:endParaRPr>
          </a:p>
          <a:p>
            <a:pPr eaLnBrk="1" fontAlgn="auto" hangingPunct="1">
              <a:spcAft>
                <a:spcPts val="0"/>
              </a:spcAft>
              <a:defRPr/>
            </a:pPr>
            <a:r>
              <a:rPr lang="en-US" b="1" dirty="0">
                <a:latin typeface="Garamond" pitchFamily="18" charset="0"/>
              </a:rPr>
              <a:t>Oblong Method</a:t>
            </a:r>
            <a:r>
              <a:rPr lang="en-US" dirty="0">
                <a:latin typeface="Garamond" pitchFamily="18" charset="0"/>
              </a:rPr>
              <a:t> </a:t>
            </a:r>
          </a:p>
          <a:p>
            <a:pPr lvl="1" eaLnBrk="1" fontAlgn="auto" hangingPunct="1">
              <a:spcAft>
                <a:spcPts val="0"/>
              </a:spcAft>
              <a:defRPr/>
            </a:pPr>
            <a:r>
              <a:rPr lang="en-US" dirty="0">
                <a:solidFill>
                  <a:srgbClr val="FF0000"/>
                </a:solidFill>
                <a:cs typeface="+mn-cs"/>
              </a:rPr>
              <a:t>Draw an ellipse having conjugate axes of 60 mm and 40 mm long and inclined at 75</a:t>
            </a:r>
            <a:r>
              <a:rPr lang="en-US" baseline="30000" dirty="0">
                <a:solidFill>
                  <a:srgbClr val="FF0000"/>
                </a:solidFill>
                <a:cs typeface="+mn-cs"/>
              </a:rPr>
              <a:t>0</a:t>
            </a:r>
            <a:r>
              <a:rPr lang="en-US" dirty="0">
                <a:solidFill>
                  <a:srgbClr val="FF0000"/>
                </a:solidFill>
                <a:cs typeface="+mn-cs"/>
              </a:rPr>
              <a:t> to each other</a:t>
            </a:r>
            <a:r>
              <a:rPr lang="en-US" dirty="0">
                <a:solidFill>
                  <a:srgbClr val="FF0000"/>
                </a:solidFill>
                <a:latin typeface="Garamond" pitchFamily="18" charset="0"/>
                <a:cs typeface="+mn-cs"/>
              </a:rPr>
              <a:t>	</a:t>
            </a:r>
          </a:p>
          <a:p>
            <a:pPr eaLnBrk="1" fontAlgn="auto" hangingPunct="1">
              <a:spcAft>
                <a:spcPts val="0"/>
              </a:spcAft>
              <a:defRPr/>
            </a:pPr>
            <a:r>
              <a:rPr lang="en-US" b="1" dirty="0"/>
              <a:t>Arc of Circle Method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76200" y="533400"/>
            <a:ext cx="495300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sz="1600" b="1" dirty="0">
                <a:solidFill>
                  <a:srgbClr val="FF0000"/>
                </a:solidFill>
                <a:latin typeface="Garamond" panose="02020404030301010803" pitchFamily="18" charset="0"/>
              </a:rPr>
              <a:t>Q.1: Draw an ellipse if the distance of focus from the </a:t>
            </a:r>
            <a:r>
              <a:rPr lang="en-US" altLang="en-US" sz="1600" b="1" dirty="0" err="1">
                <a:solidFill>
                  <a:srgbClr val="FF0000"/>
                </a:solidFill>
                <a:latin typeface="Garamond" panose="02020404030301010803" pitchFamily="18" charset="0"/>
              </a:rPr>
              <a:t>directrix</a:t>
            </a:r>
            <a:r>
              <a:rPr lang="en-US" altLang="en-US" sz="1600" b="1" dirty="0">
                <a:solidFill>
                  <a:srgbClr val="FF0000"/>
                </a:solidFill>
                <a:latin typeface="Garamond" panose="02020404030301010803" pitchFamily="18" charset="0"/>
              </a:rPr>
              <a:t> is 70 mm and the eccentricity is 3/4.</a:t>
            </a:r>
          </a:p>
          <a:p>
            <a:pPr algn="just" eaLnBrk="1" hangingPunct="1">
              <a:spcBef>
                <a:spcPct val="50000"/>
              </a:spcBef>
              <a:buFontTx/>
              <a:buAutoNum type="arabicPeriod"/>
            </a:pPr>
            <a:r>
              <a:rPr lang="en-US" altLang="en-US" sz="1600" b="1" dirty="0">
                <a:latin typeface="Garamond" panose="02020404030301010803" pitchFamily="18" charset="0"/>
              </a:rPr>
              <a:t>Draw the </a:t>
            </a:r>
            <a:r>
              <a:rPr lang="en-US" altLang="en-US" sz="1600" b="1" dirty="0" err="1">
                <a:latin typeface="Garamond" panose="02020404030301010803" pitchFamily="18" charset="0"/>
              </a:rPr>
              <a:t>directrix</a:t>
            </a:r>
            <a:r>
              <a:rPr lang="en-US" altLang="en-US" sz="1600" b="1" dirty="0">
                <a:latin typeface="Garamond" panose="02020404030301010803" pitchFamily="18" charset="0"/>
              </a:rPr>
              <a:t> and axis.</a:t>
            </a:r>
          </a:p>
          <a:p>
            <a:pPr algn="just" eaLnBrk="1" hangingPunct="1">
              <a:spcBef>
                <a:spcPct val="50000"/>
              </a:spcBef>
              <a:buFontTx/>
              <a:buAutoNum type="arabicPeriod"/>
            </a:pPr>
            <a:r>
              <a:rPr lang="en-US" altLang="en-US" sz="1600" b="1" dirty="0">
                <a:latin typeface="Garamond" panose="02020404030301010803" pitchFamily="18" charset="0"/>
              </a:rPr>
              <a:t>Mark F on axis such that CF = 70 mm.</a:t>
            </a:r>
          </a:p>
          <a:p>
            <a:pPr algn="just" eaLnBrk="1" hangingPunct="1">
              <a:spcBef>
                <a:spcPct val="50000"/>
              </a:spcBef>
              <a:buFontTx/>
              <a:buAutoNum type="arabicPeriod"/>
            </a:pPr>
            <a:r>
              <a:rPr lang="en-US" altLang="en-US" sz="1600" b="1" dirty="0">
                <a:latin typeface="Garamond" panose="02020404030301010803" pitchFamily="18" charset="0"/>
              </a:rPr>
              <a:t>Divide CF into 3 + 4 = 7 equal parts and mark V at the fourth division from C. Now, e = FV/ CV = 3/4.</a:t>
            </a:r>
          </a:p>
          <a:p>
            <a:pPr algn="just" eaLnBrk="1" hangingPunct="1">
              <a:spcBef>
                <a:spcPct val="50000"/>
              </a:spcBef>
              <a:buFontTx/>
              <a:buAutoNum type="arabicPeriod"/>
            </a:pPr>
            <a:r>
              <a:rPr lang="en-US" altLang="en-US" sz="1600" b="1" dirty="0">
                <a:latin typeface="Garamond" panose="02020404030301010803" pitchFamily="18" charset="0"/>
              </a:rPr>
              <a:t>At V, erect a perpendicular VB = VF. Join CB.</a:t>
            </a:r>
          </a:p>
          <a:p>
            <a:pPr algn="just" eaLnBrk="1" hangingPunct="1">
              <a:spcBef>
                <a:spcPct val="50000"/>
              </a:spcBef>
              <a:buFontTx/>
              <a:buAutoNum type="arabicPeriod"/>
            </a:pPr>
            <a:r>
              <a:rPr lang="en-US" altLang="en-US" sz="1600" b="1" dirty="0">
                <a:latin typeface="Garamond" panose="02020404030301010803" pitchFamily="18" charset="0"/>
              </a:rPr>
              <a:t>Through F, draw a line at 45° to meet CB produced at D. Through D, drop a perpendicular DV’ on CC’. Mark O at the midpoint of V– V’.</a:t>
            </a:r>
          </a:p>
          <a:p>
            <a:pPr algn="just" eaLnBrk="1" hangingPunct="1">
              <a:spcBef>
                <a:spcPct val="50000"/>
              </a:spcBef>
              <a:buFontTx/>
              <a:buAutoNum type="arabicPeriod"/>
            </a:pPr>
            <a:r>
              <a:rPr lang="en-US" altLang="en-US" sz="1600" b="1" dirty="0">
                <a:latin typeface="Garamond" panose="02020404030301010803" pitchFamily="18" charset="0"/>
              </a:rPr>
              <a:t>Mark a few points, 1, 2, 3, … on V– V’ and erect perpendiculars through them meeting CD at 1’, 2’, 3’…. Also erect a perpendicular through O.</a:t>
            </a:r>
          </a:p>
          <a:p>
            <a:pPr algn="just" eaLnBrk="1" hangingPunct="1">
              <a:spcBef>
                <a:spcPct val="50000"/>
              </a:spcBef>
              <a:buFontTx/>
              <a:buAutoNum type="arabicPeriod"/>
            </a:pPr>
            <a:r>
              <a:rPr lang="en-US" altLang="en-US" sz="1600" b="1" dirty="0">
                <a:latin typeface="Garamond" panose="02020404030301010803" pitchFamily="18" charset="0"/>
              </a:rPr>
              <a:t>With F as a </a:t>
            </a:r>
            <a:r>
              <a:rPr lang="en-US" altLang="en-US" sz="1600" b="1" dirty="0" err="1">
                <a:latin typeface="Garamond" panose="02020404030301010803" pitchFamily="18" charset="0"/>
              </a:rPr>
              <a:t>centre</a:t>
            </a:r>
            <a:r>
              <a:rPr lang="en-US" altLang="en-US" sz="1600" b="1" dirty="0">
                <a:latin typeface="Garamond" panose="02020404030301010803" pitchFamily="18" charset="0"/>
              </a:rPr>
              <a:t> and radius = 1–1’, cut two arcs on the perpendicular through 1 to locate P1 and P1’. Similarly, with F as a </a:t>
            </a:r>
            <a:r>
              <a:rPr lang="en-US" altLang="en-US" sz="1600" b="1" dirty="0" err="1">
                <a:latin typeface="Garamond" panose="02020404030301010803" pitchFamily="18" charset="0"/>
              </a:rPr>
              <a:t>centre</a:t>
            </a:r>
            <a:r>
              <a:rPr lang="en-US" altLang="en-US" sz="1600" b="1" dirty="0">
                <a:latin typeface="Garamond" panose="02020404030301010803" pitchFamily="18" charset="0"/>
              </a:rPr>
              <a:t> and radii = 2–2’, 3–3’, etc., cut arcs on the corresponding perpendiculars to locate P2 and P2’, P3 and P3’, etc. Also, cut similar arcs on the perpendicular through O to locate V1 and V1’.</a:t>
            </a:r>
          </a:p>
        </p:txBody>
      </p:sp>
      <p:sp>
        <p:nvSpPr>
          <p:cNvPr id="3" name="Title 1"/>
          <p:cNvSpPr txBox="1">
            <a:spLocks/>
          </p:cNvSpPr>
          <p:nvPr/>
        </p:nvSpPr>
        <p:spPr>
          <a:xfrm>
            <a:off x="457200" y="76200"/>
            <a:ext cx="8229600" cy="609600"/>
          </a:xfrm>
          <a:prstGeom prst="rect">
            <a:avLst/>
          </a:prstGeom>
        </p:spPr>
        <p:txBody>
          <a:bodyPr>
            <a:normAutofit fontScale="75000" lnSpcReduction="20000"/>
          </a:bodyPr>
          <a:lstStyle/>
          <a:p>
            <a:pPr marL="342900" indent="-342900" algn="just" fontAlgn="auto">
              <a:spcBef>
                <a:spcPct val="50000"/>
              </a:spcBef>
              <a:spcAft>
                <a:spcPts val="0"/>
              </a:spcAft>
              <a:defRPr/>
            </a:pPr>
            <a:r>
              <a:rPr lang="en-US" sz="4000" b="1" dirty="0">
                <a:latin typeface="Garamond" pitchFamily="18" charset="0"/>
                <a:cs typeface="+mn-cs"/>
              </a:rPr>
              <a:t>Steps for Focus-</a:t>
            </a:r>
            <a:r>
              <a:rPr lang="en-US" sz="4000" b="1" dirty="0" err="1">
                <a:latin typeface="Garamond" pitchFamily="18" charset="0"/>
                <a:cs typeface="+mn-cs"/>
              </a:rPr>
              <a:t>Directrix</a:t>
            </a:r>
            <a:r>
              <a:rPr lang="en-US" sz="4000" b="1" dirty="0">
                <a:latin typeface="Garamond" pitchFamily="18" charset="0"/>
                <a:cs typeface="+mn-cs"/>
              </a:rPr>
              <a:t> or Eccentricity Method</a:t>
            </a:r>
          </a:p>
        </p:txBody>
      </p:sp>
      <p:pic>
        <p:nvPicPr>
          <p:cNvPr id="15389" name="Picture 15388"/>
          <p:cNvPicPr>
            <a:picLocks noChangeAspect="1"/>
          </p:cNvPicPr>
          <p:nvPr/>
        </p:nvPicPr>
        <p:blipFill>
          <a:blip r:embed="rId2"/>
          <a:stretch>
            <a:fillRect/>
          </a:stretch>
        </p:blipFill>
        <p:spPr>
          <a:xfrm>
            <a:off x="5257800" y="1828800"/>
            <a:ext cx="3973131" cy="38681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p:cNvCxnSpPr/>
          <p:nvPr/>
        </p:nvCxnSpPr>
        <p:spPr>
          <a:xfrm>
            <a:off x="6843602" y="3352800"/>
            <a:ext cx="0" cy="327600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50" idx="5"/>
          </p:cNvCxnSpPr>
          <p:nvPr/>
        </p:nvCxnSpPr>
        <p:spPr>
          <a:xfrm flipH="1" flipV="1">
            <a:off x="1742451" y="3349845"/>
            <a:ext cx="5131533" cy="3339939"/>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8" name="Arc 37"/>
          <p:cNvSpPr/>
          <p:nvPr/>
        </p:nvSpPr>
        <p:spPr>
          <a:xfrm rot="2541165">
            <a:off x="3234623" y="3224898"/>
            <a:ext cx="432173" cy="1212258"/>
          </a:xfrm>
          <a:custGeom>
            <a:avLst/>
            <a:gdLst>
              <a:gd name="connsiteX0" fmla="*/ 560702 w 807183"/>
              <a:gd name="connsiteY0" fmla="*/ 50564 h 1282034"/>
              <a:gd name="connsiteX1" fmla="*/ 805311 w 807183"/>
              <a:gd name="connsiteY1" fmla="*/ 702699 h 1282034"/>
              <a:gd name="connsiteX2" fmla="*/ 375022 w 807183"/>
              <a:gd name="connsiteY2" fmla="*/ 1280426 h 1282034"/>
              <a:gd name="connsiteX3" fmla="*/ 403592 w 807183"/>
              <a:gd name="connsiteY3" fmla="*/ 641017 h 1282034"/>
              <a:gd name="connsiteX4" fmla="*/ 560702 w 807183"/>
              <a:gd name="connsiteY4" fmla="*/ 50564 h 1282034"/>
              <a:gd name="connsiteX0" fmla="*/ 560702 w 807183"/>
              <a:gd name="connsiteY0" fmla="*/ 50564 h 1282034"/>
              <a:gd name="connsiteX1" fmla="*/ 805311 w 807183"/>
              <a:gd name="connsiteY1" fmla="*/ 702699 h 1282034"/>
              <a:gd name="connsiteX2" fmla="*/ 375022 w 807183"/>
              <a:gd name="connsiteY2" fmla="*/ 1280426 h 1282034"/>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430289 w 432173"/>
              <a:gd name="connsiteY1" fmla="*/ 652135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77120 w 432173"/>
              <a:gd name="connsiteY2" fmla="*/ 593810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39386 w 432173"/>
              <a:gd name="connsiteY2" fmla="*/ 576654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64313 w 432173"/>
              <a:gd name="connsiteY3" fmla="*/ 1049190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173" h="1231495" stroke="0" extrusionOk="0">
                <a:moveTo>
                  <a:pt x="185680" y="0"/>
                </a:moveTo>
                <a:cubicBezTo>
                  <a:pt x="348200" y="109088"/>
                  <a:pt x="447267" y="373204"/>
                  <a:pt x="430289" y="652135"/>
                </a:cubicBezTo>
                <a:cubicBezTo>
                  <a:pt x="409227" y="998172"/>
                  <a:pt x="218336" y="1254472"/>
                  <a:pt x="0" y="1229862"/>
                </a:cubicBezTo>
                <a:lnTo>
                  <a:pt x="28570" y="590453"/>
                </a:lnTo>
                <a:lnTo>
                  <a:pt x="185680" y="0"/>
                </a:lnTo>
                <a:close/>
              </a:path>
              <a:path w="432173" h="1231495" fill="none">
                <a:moveTo>
                  <a:pt x="178935" y="20879"/>
                </a:moveTo>
                <a:cubicBezTo>
                  <a:pt x="201538" y="53437"/>
                  <a:pt x="251893" y="115838"/>
                  <a:pt x="283800" y="214806"/>
                </a:cubicBezTo>
                <a:cubicBezTo>
                  <a:pt x="315707" y="313774"/>
                  <a:pt x="332357" y="457855"/>
                  <a:pt x="317852" y="625744"/>
                </a:cubicBezTo>
                <a:cubicBezTo>
                  <a:pt x="278590" y="864455"/>
                  <a:pt x="215917" y="971236"/>
                  <a:pt x="144202" y="1067524"/>
                </a:cubicBezTo>
                <a:cubicBezTo>
                  <a:pt x="72487" y="1163812"/>
                  <a:pt x="44330" y="1208239"/>
                  <a:pt x="0" y="1229862"/>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 name="Straight Connector 1"/>
          <p:cNvCxnSpPr/>
          <p:nvPr/>
        </p:nvCxnSpPr>
        <p:spPr>
          <a:xfrm>
            <a:off x="1735138" y="1644394"/>
            <a:ext cx="17462" cy="37658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1752600" y="3352800"/>
            <a:ext cx="58674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9812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286000" y="328530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5908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895600" y="328530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505200" y="328530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8100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408348" y="3157965"/>
            <a:ext cx="282450" cy="369332"/>
          </a:xfrm>
          <a:prstGeom prst="rect">
            <a:avLst/>
          </a:prstGeom>
          <a:noFill/>
        </p:spPr>
        <p:txBody>
          <a:bodyPr wrap="none" rtlCol="0">
            <a:spAutoFit/>
          </a:bodyPr>
          <a:lstStyle/>
          <a:p>
            <a:r>
              <a:rPr lang="en-IN" dirty="0"/>
              <a:t>c</a:t>
            </a:r>
          </a:p>
        </p:txBody>
      </p:sp>
      <p:sp>
        <p:nvSpPr>
          <p:cNvPr id="19" name="TextBox 18"/>
          <p:cNvSpPr txBox="1"/>
          <p:nvPr/>
        </p:nvSpPr>
        <p:spPr>
          <a:xfrm>
            <a:off x="2667000" y="2993638"/>
            <a:ext cx="288862" cy="369332"/>
          </a:xfrm>
          <a:prstGeom prst="rect">
            <a:avLst/>
          </a:prstGeom>
          <a:noFill/>
        </p:spPr>
        <p:txBody>
          <a:bodyPr wrap="none" rtlCol="0">
            <a:spAutoFit/>
          </a:bodyPr>
          <a:lstStyle/>
          <a:p>
            <a:r>
              <a:rPr lang="en-IN" dirty="0"/>
              <a:t>v</a:t>
            </a:r>
          </a:p>
        </p:txBody>
      </p:sp>
      <p:sp>
        <p:nvSpPr>
          <p:cNvPr id="20" name="TextBox 19"/>
          <p:cNvSpPr txBox="1"/>
          <p:nvPr/>
        </p:nvSpPr>
        <p:spPr>
          <a:xfrm>
            <a:off x="3581400" y="2993638"/>
            <a:ext cx="288862" cy="369332"/>
          </a:xfrm>
          <a:prstGeom prst="rect">
            <a:avLst/>
          </a:prstGeom>
          <a:noFill/>
        </p:spPr>
        <p:txBody>
          <a:bodyPr wrap="none" rtlCol="0">
            <a:spAutoFit/>
          </a:bodyPr>
          <a:lstStyle/>
          <a:p>
            <a:r>
              <a:rPr lang="en-IN" dirty="0"/>
              <a:t>F</a:t>
            </a:r>
          </a:p>
        </p:txBody>
      </p:sp>
      <p:cxnSp>
        <p:nvCxnSpPr>
          <p:cNvPr id="21" name="Straight Connector 20"/>
          <p:cNvCxnSpPr/>
          <p:nvPr/>
        </p:nvCxnSpPr>
        <p:spPr>
          <a:xfrm flipV="1">
            <a:off x="2901433" y="3393307"/>
            <a:ext cx="0" cy="75183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4" name="Flowchart: Connector 23"/>
          <p:cNvSpPr/>
          <p:nvPr/>
        </p:nvSpPr>
        <p:spPr>
          <a:xfrm>
            <a:off x="2847861" y="3298798"/>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Connector 24"/>
          <p:cNvSpPr/>
          <p:nvPr/>
        </p:nvSpPr>
        <p:spPr>
          <a:xfrm>
            <a:off x="3762261" y="3321000"/>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Connector 25"/>
          <p:cNvCxnSpPr/>
          <p:nvPr/>
        </p:nvCxnSpPr>
        <p:spPr>
          <a:xfrm>
            <a:off x="4114800" y="3276712"/>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495800" y="3276711"/>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800600" y="327849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410200" y="3278201"/>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7912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Flowchart: Connector 38"/>
          <p:cNvSpPr/>
          <p:nvPr/>
        </p:nvSpPr>
        <p:spPr>
          <a:xfrm>
            <a:off x="2841600" y="4079418"/>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p:cNvSpPr txBox="1"/>
          <p:nvPr/>
        </p:nvSpPr>
        <p:spPr>
          <a:xfrm>
            <a:off x="2632800" y="4170494"/>
            <a:ext cx="309700" cy="369332"/>
          </a:xfrm>
          <a:prstGeom prst="rect">
            <a:avLst/>
          </a:prstGeom>
          <a:noFill/>
        </p:spPr>
        <p:txBody>
          <a:bodyPr wrap="none" rtlCol="0">
            <a:spAutoFit/>
          </a:bodyPr>
          <a:lstStyle/>
          <a:p>
            <a:r>
              <a:rPr lang="en-IN" dirty="0"/>
              <a:t>B</a:t>
            </a:r>
          </a:p>
        </p:txBody>
      </p:sp>
      <p:cxnSp>
        <p:nvCxnSpPr>
          <p:cNvPr id="47" name="Straight Connector 46"/>
          <p:cNvCxnSpPr>
            <a:endCxn id="25" idx="5"/>
          </p:cNvCxnSpPr>
          <p:nvPr/>
        </p:nvCxnSpPr>
        <p:spPr>
          <a:xfrm flipH="1" flipV="1">
            <a:off x="3854445" y="3413184"/>
            <a:ext cx="3003555" cy="324640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50" name="Flowchart: Connector 49"/>
          <p:cNvSpPr/>
          <p:nvPr/>
        </p:nvSpPr>
        <p:spPr>
          <a:xfrm>
            <a:off x="6781800" y="6597600"/>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p:cNvSpPr txBox="1"/>
          <p:nvPr/>
        </p:nvSpPr>
        <p:spPr>
          <a:xfrm>
            <a:off x="6889800" y="6520934"/>
            <a:ext cx="327334" cy="369332"/>
          </a:xfrm>
          <a:prstGeom prst="rect">
            <a:avLst/>
          </a:prstGeom>
          <a:noFill/>
        </p:spPr>
        <p:txBody>
          <a:bodyPr wrap="none" rtlCol="0">
            <a:spAutoFit/>
          </a:bodyPr>
          <a:lstStyle/>
          <a:p>
            <a:r>
              <a:rPr lang="en-IN" dirty="0"/>
              <a:t>D</a:t>
            </a:r>
          </a:p>
        </p:txBody>
      </p:sp>
      <p:sp>
        <p:nvSpPr>
          <p:cNvPr id="52" name="Arc 37"/>
          <p:cNvSpPr/>
          <p:nvPr/>
        </p:nvSpPr>
        <p:spPr>
          <a:xfrm rot="1607605">
            <a:off x="4218808" y="3374020"/>
            <a:ext cx="142481" cy="425965"/>
          </a:xfrm>
          <a:custGeom>
            <a:avLst/>
            <a:gdLst>
              <a:gd name="connsiteX0" fmla="*/ 560702 w 807183"/>
              <a:gd name="connsiteY0" fmla="*/ 50564 h 1282034"/>
              <a:gd name="connsiteX1" fmla="*/ 805311 w 807183"/>
              <a:gd name="connsiteY1" fmla="*/ 702699 h 1282034"/>
              <a:gd name="connsiteX2" fmla="*/ 375022 w 807183"/>
              <a:gd name="connsiteY2" fmla="*/ 1280426 h 1282034"/>
              <a:gd name="connsiteX3" fmla="*/ 403592 w 807183"/>
              <a:gd name="connsiteY3" fmla="*/ 641017 h 1282034"/>
              <a:gd name="connsiteX4" fmla="*/ 560702 w 807183"/>
              <a:gd name="connsiteY4" fmla="*/ 50564 h 1282034"/>
              <a:gd name="connsiteX0" fmla="*/ 560702 w 807183"/>
              <a:gd name="connsiteY0" fmla="*/ 50564 h 1282034"/>
              <a:gd name="connsiteX1" fmla="*/ 805311 w 807183"/>
              <a:gd name="connsiteY1" fmla="*/ 702699 h 1282034"/>
              <a:gd name="connsiteX2" fmla="*/ 375022 w 807183"/>
              <a:gd name="connsiteY2" fmla="*/ 1280426 h 1282034"/>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430289 w 432173"/>
              <a:gd name="connsiteY1" fmla="*/ 652135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77120 w 432173"/>
              <a:gd name="connsiteY2" fmla="*/ 593810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39386 w 432173"/>
              <a:gd name="connsiteY2" fmla="*/ 576654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64313 w 432173"/>
              <a:gd name="connsiteY3" fmla="*/ 1049190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173" h="1231495" stroke="0" extrusionOk="0">
                <a:moveTo>
                  <a:pt x="185680" y="0"/>
                </a:moveTo>
                <a:cubicBezTo>
                  <a:pt x="348200" y="109088"/>
                  <a:pt x="447267" y="373204"/>
                  <a:pt x="430289" y="652135"/>
                </a:cubicBezTo>
                <a:cubicBezTo>
                  <a:pt x="409227" y="998172"/>
                  <a:pt x="218336" y="1254472"/>
                  <a:pt x="0" y="1229862"/>
                </a:cubicBezTo>
                <a:lnTo>
                  <a:pt x="28570" y="590453"/>
                </a:lnTo>
                <a:lnTo>
                  <a:pt x="185680" y="0"/>
                </a:lnTo>
                <a:close/>
              </a:path>
              <a:path w="432173" h="1231495" fill="none">
                <a:moveTo>
                  <a:pt x="178935" y="20879"/>
                </a:moveTo>
                <a:cubicBezTo>
                  <a:pt x="201538" y="53437"/>
                  <a:pt x="251893" y="115838"/>
                  <a:pt x="283800" y="214806"/>
                </a:cubicBezTo>
                <a:cubicBezTo>
                  <a:pt x="315707" y="313774"/>
                  <a:pt x="332357" y="457855"/>
                  <a:pt x="317852" y="625744"/>
                </a:cubicBezTo>
                <a:cubicBezTo>
                  <a:pt x="278590" y="864455"/>
                  <a:pt x="215917" y="971236"/>
                  <a:pt x="144202" y="1067524"/>
                </a:cubicBezTo>
                <a:cubicBezTo>
                  <a:pt x="72487" y="1163812"/>
                  <a:pt x="44330" y="1208239"/>
                  <a:pt x="0" y="1229862"/>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3" name="TextBox 52"/>
          <p:cNvSpPr txBox="1"/>
          <p:nvPr/>
        </p:nvSpPr>
        <p:spPr>
          <a:xfrm>
            <a:off x="3962180" y="3350198"/>
            <a:ext cx="431528" cy="307777"/>
          </a:xfrm>
          <a:prstGeom prst="rect">
            <a:avLst/>
          </a:prstGeom>
          <a:noFill/>
        </p:spPr>
        <p:txBody>
          <a:bodyPr wrap="none" rtlCol="0">
            <a:spAutoFit/>
          </a:bodyPr>
          <a:lstStyle/>
          <a:p>
            <a:r>
              <a:rPr lang="en-IN" sz="1400" dirty="0"/>
              <a:t>45◦</a:t>
            </a:r>
          </a:p>
        </p:txBody>
      </p:sp>
      <p:sp>
        <p:nvSpPr>
          <p:cNvPr id="58" name="TextBox 57"/>
          <p:cNvSpPr txBox="1"/>
          <p:nvPr/>
        </p:nvSpPr>
        <p:spPr>
          <a:xfrm>
            <a:off x="6866330" y="3007435"/>
            <a:ext cx="358303" cy="338554"/>
          </a:xfrm>
          <a:prstGeom prst="rect">
            <a:avLst/>
          </a:prstGeom>
          <a:noFill/>
        </p:spPr>
        <p:txBody>
          <a:bodyPr wrap="none" rtlCol="0">
            <a:spAutoFit/>
          </a:bodyPr>
          <a:lstStyle/>
          <a:p>
            <a:r>
              <a:rPr lang="en-IN" sz="1600" dirty="0"/>
              <a:t>V’</a:t>
            </a:r>
          </a:p>
        </p:txBody>
      </p:sp>
      <p:sp>
        <p:nvSpPr>
          <p:cNvPr id="59" name="Flowchart: Connector 58"/>
          <p:cNvSpPr/>
          <p:nvPr/>
        </p:nvSpPr>
        <p:spPr>
          <a:xfrm>
            <a:off x="6789602" y="3281822"/>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Flowchart: Connector 59"/>
          <p:cNvSpPr/>
          <p:nvPr/>
        </p:nvSpPr>
        <p:spPr>
          <a:xfrm>
            <a:off x="4757174" y="3277816"/>
            <a:ext cx="108000" cy="108000"/>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p:cNvSpPr txBox="1"/>
          <p:nvPr/>
        </p:nvSpPr>
        <p:spPr>
          <a:xfrm>
            <a:off x="4721489" y="3298798"/>
            <a:ext cx="320922" cy="338554"/>
          </a:xfrm>
          <a:prstGeom prst="rect">
            <a:avLst/>
          </a:prstGeom>
          <a:noFill/>
        </p:spPr>
        <p:txBody>
          <a:bodyPr wrap="square" rtlCol="0">
            <a:spAutoFit/>
          </a:bodyPr>
          <a:lstStyle/>
          <a:p>
            <a:r>
              <a:rPr lang="en-IN" sz="1600" dirty="0"/>
              <a:t>O</a:t>
            </a:r>
          </a:p>
        </p:txBody>
      </p:sp>
      <p:cxnSp>
        <p:nvCxnSpPr>
          <p:cNvPr id="67" name="Straight Connector 66"/>
          <p:cNvCxnSpPr/>
          <p:nvPr/>
        </p:nvCxnSpPr>
        <p:spPr>
          <a:xfrm>
            <a:off x="64770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61722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5105400" y="328496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3200400" y="1616503"/>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3505200" y="1616503"/>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810000" y="1616503"/>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114800" y="1616503"/>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4958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8006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1054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54102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57912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61722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477000" y="1644394"/>
            <a:ext cx="0" cy="3793697"/>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2971509" y="3300162"/>
            <a:ext cx="309700" cy="369332"/>
          </a:xfrm>
          <a:prstGeom prst="rect">
            <a:avLst/>
          </a:prstGeom>
          <a:noFill/>
        </p:spPr>
        <p:txBody>
          <a:bodyPr wrap="none" rtlCol="0">
            <a:spAutoFit/>
          </a:bodyPr>
          <a:lstStyle/>
          <a:p>
            <a:r>
              <a:rPr lang="en-IN" dirty="0">
                <a:solidFill>
                  <a:srgbClr val="FF0000"/>
                </a:solidFill>
              </a:rPr>
              <a:t>1</a:t>
            </a:r>
          </a:p>
        </p:txBody>
      </p:sp>
      <p:sp>
        <p:nvSpPr>
          <p:cNvPr id="85" name="TextBox 84"/>
          <p:cNvSpPr txBox="1"/>
          <p:nvPr/>
        </p:nvSpPr>
        <p:spPr>
          <a:xfrm>
            <a:off x="3245778" y="3297264"/>
            <a:ext cx="309700" cy="369332"/>
          </a:xfrm>
          <a:prstGeom prst="rect">
            <a:avLst/>
          </a:prstGeom>
          <a:noFill/>
        </p:spPr>
        <p:txBody>
          <a:bodyPr wrap="none" rtlCol="0">
            <a:spAutoFit/>
          </a:bodyPr>
          <a:lstStyle/>
          <a:p>
            <a:r>
              <a:rPr lang="en-IN" dirty="0">
                <a:solidFill>
                  <a:srgbClr val="7030A0"/>
                </a:solidFill>
              </a:rPr>
              <a:t>2</a:t>
            </a:r>
          </a:p>
        </p:txBody>
      </p:sp>
      <p:sp>
        <p:nvSpPr>
          <p:cNvPr id="86" name="TextBox 85"/>
          <p:cNvSpPr txBox="1"/>
          <p:nvPr/>
        </p:nvSpPr>
        <p:spPr>
          <a:xfrm>
            <a:off x="4104180" y="3004965"/>
            <a:ext cx="309700" cy="369332"/>
          </a:xfrm>
          <a:prstGeom prst="rect">
            <a:avLst/>
          </a:prstGeom>
          <a:noFill/>
        </p:spPr>
        <p:txBody>
          <a:bodyPr wrap="none" rtlCol="0">
            <a:spAutoFit/>
          </a:bodyPr>
          <a:lstStyle/>
          <a:p>
            <a:r>
              <a:rPr lang="en-IN" dirty="0"/>
              <a:t>3</a:t>
            </a:r>
          </a:p>
        </p:txBody>
      </p:sp>
      <p:sp>
        <p:nvSpPr>
          <p:cNvPr id="87" name="TextBox 86"/>
          <p:cNvSpPr txBox="1"/>
          <p:nvPr/>
        </p:nvSpPr>
        <p:spPr>
          <a:xfrm>
            <a:off x="4411430" y="3013659"/>
            <a:ext cx="309700" cy="369332"/>
          </a:xfrm>
          <a:prstGeom prst="rect">
            <a:avLst/>
          </a:prstGeom>
          <a:noFill/>
        </p:spPr>
        <p:txBody>
          <a:bodyPr wrap="none" rtlCol="0">
            <a:spAutoFit/>
          </a:bodyPr>
          <a:lstStyle/>
          <a:p>
            <a:r>
              <a:rPr lang="en-IN" dirty="0">
                <a:solidFill>
                  <a:srgbClr val="C00000"/>
                </a:solidFill>
              </a:rPr>
              <a:t>4</a:t>
            </a:r>
          </a:p>
        </p:txBody>
      </p:sp>
      <p:sp>
        <p:nvSpPr>
          <p:cNvPr id="88" name="TextBox 87"/>
          <p:cNvSpPr txBox="1"/>
          <p:nvPr/>
        </p:nvSpPr>
        <p:spPr>
          <a:xfrm>
            <a:off x="4757174" y="3013659"/>
            <a:ext cx="309700" cy="369332"/>
          </a:xfrm>
          <a:prstGeom prst="rect">
            <a:avLst/>
          </a:prstGeom>
          <a:noFill/>
        </p:spPr>
        <p:txBody>
          <a:bodyPr wrap="none" rtlCol="0">
            <a:spAutoFit/>
          </a:bodyPr>
          <a:lstStyle/>
          <a:p>
            <a:r>
              <a:rPr lang="en-IN" dirty="0">
                <a:solidFill>
                  <a:srgbClr val="0000FF"/>
                </a:solidFill>
              </a:rPr>
              <a:t>5</a:t>
            </a:r>
          </a:p>
        </p:txBody>
      </p:sp>
      <p:sp>
        <p:nvSpPr>
          <p:cNvPr id="89" name="TextBox 88"/>
          <p:cNvSpPr txBox="1"/>
          <p:nvPr/>
        </p:nvSpPr>
        <p:spPr>
          <a:xfrm>
            <a:off x="2910473" y="4295829"/>
            <a:ext cx="359394" cy="369332"/>
          </a:xfrm>
          <a:prstGeom prst="rect">
            <a:avLst/>
          </a:prstGeom>
          <a:noFill/>
        </p:spPr>
        <p:txBody>
          <a:bodyPr wrap="none" rtlCol="0">
            <a:spAutoFit/>
          </a:bodyPr>
          <a:lstStyle/>
          <a:p>
            <a:r>
              <a:rPr lang="en-IN" dirty="0">
                <a:solidFill>
                  <a:srgbClr val="FF0000"/>
                </a:solidFill>
              </a:rPr>
              <a:t>1’</a:t>
            </a:r>
          </a:p>
        </p:txBody>
      </p:sp>
      <p:sp>
        <p:nvSpPr>
          <p:cNvPr id="90" name="TextBox 89"/>
          <p:cNvSpPr txBox="1"/>
          <p:nvPr/>
        </p:nvSpPr>
        <p:spPr>
          <a:xfrm>
            <a:off x="3207837" y="4450358"/>
            <a:ext cx="359394" cy="369332"/>
          </a:xfrm>
          <a:prstGeom prst="rect">
            <a:avLst/>
          </a:prstGeom>
          <a:noFill/>
        </p:spPr>
        <p:txBody>
          <a:bodyPr wrap="none" rtlCol="0">
            <a:spAutoFit/>
          </a:bodyPr>
          <a:lstStyle/>
          <a:p>
            <a:r>
              <a:rPr lang="en-IN" dirty="0">
                <a:solidFill>
                  <a:srgbClr val="7030A0"/>
                </a:solidFill>
              </a:rPr>
              <a:t>2’</a:t>
            </a:r>
          </a:p>
        </p:txBody>
      </p:sp>
      <p:sp>
        <p:nvSpPr>
          <p:cNvPr id="91" name="TextBox 90"/>
          <p:cNvSpPr txBox="1"/>
          <p:nvPr/>
        </p:nvSpPr>
        <p:spPr>
          <a:xfrm>
            <a:off x="3838350" y="4871681"/>
            <a:ext cx="359394" cy="369332"/>
          </a:xfrm>
          <a:prstGeom prst="rect">
            <a:avLst/>
          </a:prstGeom>
          <a:noFill/>
        </p:spPr>
        <p:txBody>
          <a:bodyPr wrap="none" rtlCol="0">
            <a:spAutoFit/>
          </a:bodyPr>
          <a:lstStyle/>
          <a:p>
            <a:r>
              <a:rPr lang="en-IN" dirty="0"/>
              <a:t>3’</a:t>
            </a:r>
          </a:p>
        </p:txBody>
      </p:sp>
      <p:sp>
        <p:nvSpPr>
          <p:cNvPr id="93" name="TextBox 92"/>
          <p:cNvSpPr txBox="1"/>
          <p:nvPr/>
        </p:nvSpPr>
        <p:spPr>
          <a:xfrm>
            <a:off x="4528984" y="5305055"/>
            <a:ext cx="359394" cy="369332"/>
          </a:xfrm>
          <a:prstGeom prst="rect">
            <a:avLst/>
          </a:prstGeom>
          <a:noFill/>
        </p:spPr>
        <p:txBody>
          <a:bodyPr wrap="none" rtlCol="0">
            <a:spAutoFit/>
          </a:bodyPr>
          <a:lstStyle/>
          <a:p>
            <a:r>
              <a:rPr lang="en-IN" dirty="0">
                <a:solidFill>
                  <a:srgbClr val="0000FF"/>
                </a:solidFill>
              </a:rPr>
              <a:t>5’</a:t>
            </a:r>
          </a:p>
        </p:txBody>
      </p:sp>
      <p:sp>
        <p:nvSpPr>
          <p:cNvPr id="94" name="TextBox 93"/>
          <p:cNvSpPr txBox="1"/>
          <p:nvPr/>
        </p:nvSpPr>
        <p:spPr>
          <a:xfrm>
            <a:off x="4133808" y="5066874"/>
            <a:ext cx="359394" cy="369332"/>
          </a:xfrm>
          <a:prstGeom prst="rect">
            <a:avLst/>
          </a:prstGeom>
          <a:noFill/>
        </p:spPr>
        <p:txBody>
          <a:bodyPr wrap="none" rtlCol="0">
            <a:spAutoFit/>
          </a:bodyPr>
          <a:lstStyle/>
          <a:p>
            <a:r>
              <a:rPr lang="en-IN" dirty="0">
                <a:solidFill>
                  <a:srgbClr val="C00000"/>
                </a:solidFill>
              </a:rPr>
              <a:t>4’</a:t>
            </a:r>
          </a:p>
        </p:txBody>
      </p:sp>
      <p:sp>
        <p:nvSpPr>
          <p:cNvPr id="96" name="Flowchart: Connector 95"/>
          <p:cNvSpPr/>
          <p:nvPr/>
        </p:nvSpPr>
        <p:spPr>
          <a:xfrm>
            <a:off x="2898866" y="1975779"/>
            <a:ext cx="3921118" cy="2895902"/>
          </a:xfrm>
          <a:prstGeom prst="flowChartConnector">
            <a:avLst/>
          </a:prstGeom>
          <a:no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Arc 97"/>
          <p:cNvSpPr/>
          <p:nvPr/>
        </p:nvSpPr>
        <p:spPr>
          <a:xfrm rot="10800000">
            <a:off x="3167500" y="3959858"/>
            <a:ext cx="304800" cy="307341"/>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9" name="Arc 98"/>
          <p:cNvSpPr/>
          <p:nvPr/>
        </p:nvSpPr>
        <p:spPr>
          <a:xfrm rot="16518233">
            <a:off x="3160247" y="2607061"/>
            <a:ext cx="304800" cy="307341"/>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0" name="Arc 99"/>
          <p:cNvSpPr/>
          <p:nvPr/>
        </p:nvSpPr>
        <p:spPr>
          <a:xfrm rot="16693138">
            <a:off x="3431012" y="2329306"/>
            <a:ext cx="304800" cy="307341"/>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2" name="Arc 101"/>
          <p:cNvSpPr/>
          <p:nvPr/>
        </p:nvSpPr>
        <p:spPr>
          <a:xfrm rot="20429435">
            <a:off x="3918411" y="2060705"/>
            <a:ext cx="304800" cy="307341"/>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3" name="Arc 102"/>
          <p:cNvSpPr/>
          <p:nvPr/>
        </p:nvSpPr>
        <p:spPr>
          <a:xfrm rot="21118373">
            <a:off x="4234823" y="1970917"/>
            <a:ext cx="304800" cy="307341"/>
          </a:xfrm>
          <a:prstGeom prst="arc">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4" name="Arc 103"/>
          <p:cNvSpPr/>
          <p:nvPr/>
        </p:nvSpPr>
        <p:spPr>
          <a:xfrm rot="223598">
            <a:off x="4550368" y="1930168"/>
            <a:ext cx="304800" cy="307341"/>
          </a:xfrm>
          <a:prstGeom prst="arc">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5" name="Arc 104"/>
          <p:cNvSpPr/>
          <p:nvPr/>
        </p:nvSpPr>
        <p:spPr>
          <a:xfrm rot="10282812">
            <a:off x="3452320" y="4197384"/>
            <a:ext cx="304800" cy="307341"/>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6" name="Arc 105"/>
          <p:cNvSpPr/>
          <p:nvPr/>
        </p:nvSpPr>
        <p:spPr>
          <a:xfrm rot="4714160">
            <a:off x="3854793" y="4478930"/>
            <a:ext cx="304800" cy="307341"/>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7" name="Arc 106"/>
          <p:cNvSpPr/>
          <p:nvPr/>
        </p:nvSpPr>
        <p:spPr>
          <a:xfrm rot="4665325">
            <a:off x="4221381" y="4575019"/>
            <a:ext cx="304800" cy="307341"/>
          </a:xfrm>
          <a:prstGeom prst="arc">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8" name="Arc 107"/>
          <p:cNvSpPr/>
          <p:nvPr/>
        </p:nvSpPr>
        <p:spPr>
          <a:xfrm rot="5370550">
            <a:off x="4530243" y="4599275"/>
            <a:ext cx="304800" cy="307341"/>
          </a:xfrm>
          <a:prstGeom prst="arc">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7" name="Flowchart: Connector 96"/>
          <p:cNvSpPr/>
          <p:nvPr/>
        </p:nvSpPr>
        <p:spPr>
          <a:xfrm>
            <a:off x="3155898" y="2558584"/>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Flowchart: Connector 109"/>
          <p:cNvSpPr/>
          <p:nvPr/>
        </p:nvSpPr>
        <p:spPr>
          <a:xfrm>
            <a:off x="3479758" y="230421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Flowchart: Connector 110"/>
          <p:cNvSpPr/>
          <p:nvPr/>
        </p:nvSpPr>
        <p:spPr>
          <a:xfrm>
            <a:off x="4066742" y="203975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Flowchart: Connector 111"/>
          <p:cNvSpPr/>
          <p:nvPr/>
        </p:nvSpPr>
        <p:spPr>
          <a:xfrm>
            <a:off x="4457871" y="1964631"/>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Flowchart: Connector 112"/>
          <p:cNvSpPr/>
          <p:nvPr/>
        </p:nvSpPr>
        <p:spPr>
          <a:xfrm>
            <a:off x="4752468" y="1940432"/>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Flowchart: Connector 113"/>
          <p:cNvSpPr/>
          <p:nvPr/>
        </p:nvSpPr>
        <p:spPr>
          <a:xfrm>
            <a:off x="5037599" y="1957552"/>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Flowchart: Connector 114"/>
          <p:cNvSpPr/>
          <p:nvPr/>
        </p:nvSpPr>
        <p:spPr>
          <a:xfrm>
            <a:off x="5053545" y="4806945"/>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Flowchart: Connector 115"/>
          <p:cNvSpPr/>
          <p:nvPr/>
        </p:nvSpPr>
        <p:spPr>
          <a:xfrm>
            <a:off x="5351099" y="4752945"/>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Flowchart: Connector 116"/>
          <p:cNvSpPr/>
          <p:nvPr/>
        </p:nvSpPr>
        <p:spPr>
          <a:xfrm>
            <a:off x="5731046" y="4625344"/>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Flowchart: Connector 117"/>
          <p:cNvSpPr/>
          <p:nvPr/>
        </p:nvSpPr>
        <p:spPr>
          <a:xfrm>
            <a:off x="6105298" y="4456602"/>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Flowchart: Connector 118"/>
          <p:cNvSpPr/>
          <p:nvPr/>
        </p:nvSpPr>
        <p:spPr>
          <a:xfrm>
            <a:off x="6423177" y="4199032"/>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Flowchart: Connector 119"/>
          <p:cNvSpPr/>
          <p:nvPr/>
        </p:nvSpPr>
        <p:spPr>
          <a:xfrm>
            <a:off x="5346970" y="198575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Flowchart: Connector 120"/>
          <p:cNvSpPr/>
          <p:nvPr/>
        </p:nvSpPr>
        <p:spPr>
          <a:xfrm>
            <a:off x="5712517" y="209375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Flowchart: Connector 121"/>
          <p:cNvSpPr/>
          <p:nvPr/>
        </p:nvSpPr>
        <p:spPr>
          <a:xfrm>
            <a:off x="6398379" y="2549735"/>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Flowchart: Connector 122"/>
          <p:cNvSpPr/>
          <p:nvPr/>
        </p:nvSpPr>
        <p:spPr>
          <a:xfrm>
            <a:off x="6096000" y="2288280"/>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5" name="Flowchart: Connector 124"/>
          <p:cNvSpPr/>
          <p:nvPr/>
        </p:nvSpPr>
        <p:spPr>
          <a:xfrm>
            <a:off x="4055416" y="4665161"/>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Flowchart: Connector 125"/>
          <p:cNvSpPr/>
          <p:nvPr/>
        </p:nvSpPr>
        <p:spPr>
          <a:xfrm>
            <a:off x="4422017" y="4766520"/>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Flowchart: Connector 126"/>
          <p:cNvSpPr/>
          <p:nvPr/>
        </p:nvSpPr>
        <p:spPr>
          <a:xfrm>
            <a:off x="4760428" y="479848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Flowchart: Connector 127"/>
          <p:cNvSpPr/>
          <p:nvPr/>
        </p:nvSpPr>
        <p:spPr>
          <a:xfrm>
            <a:off x="3477230" y="4417831"/>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Flowchart: Connector 128"/>
          <p:cNvSpPr/>
          <p:nvPr/>
        </p:nvSpPr>
        <p:spPr>
          <a:xfrm>
            <a:off x="3129476" y="4139156"/>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TextBox 129"/>
          <p:cNvSpPr txBox="1"/>
          <p:nvPr/>
        </p:nvSpPr>
        <p:spPr>
          <a:xfrm>
            <a:off x="4762112" y="4922102"/>
            <a:ext cx="421910" cy="338554"/>
          </a:xfrm>
          <a:prstGeom prst="rect">
            <a:avLst/>
          </a:prstGeom>
          <a:noFill/>
        </p:spPr>
        <p:txBody>
          <a:bodyPr wrap="none" rtlCol="0">
            <a:spAutoFit/>
          </a:bodyPr>
          <a:lstStyle/>
          <a:p>
            <a:r>
              <a:rPr lang="en-IN" sz="1600" dirty="0"/>
              <a:t>V</a:t>
            </a:r>
            <a:r>
              <a:rPr lang="en-IN" sz="1600" baseline="-25000" dirty="0"/>
              <a:t>1</a:t>
            </a:r>
            <a:r>
              <a:rPr lang="en-IN" sz="1600" dirty="0"/>
              <a:t>’</a:t>
            </a:r>
          </a:p>
        </p:txBody>
      </p:sp>
      <p:sp>
        <p:nvSpPr>
          <p:cNvPr id="131" name="TextBox 130"/>
          <p:cNvSpPr txBox="1"/>
          <p:nvPr/>
        </p:nvSpPr>
        <p:spPr>
          <a:xfrm>
            <a:off x="4718741" y="1608602"/>
            <a:ext cx="370614" cy="338554"/>
          </a:xfrm>
          <a:prstGeom prst="rect">
            <a:avLst/>
          </a:prstGeom>
          <a:noFill/>
        </p:spPr>
        <p:txBody>
          <a:bodyPr wrap="none" rtlCol="0">
            <a:spAutoFit/>
          </a:bodyPr>
          <a:lstStyle/>
          <a:p>
            <a:r>
              <a:rPr lang="en-IN" sz="1600" dirty="0"/>
              <a:t>V</a:t>
            </a:r>
            <a:r>
              <a:rPr lang="en-IN" sz="1600" baseline="-25000" dirty="0"/>
              <a:t>1</a:t>
            </a:r>
            <a:endParaRPr lang="en-IN" sz="1600" dirty="0"/>
          </a:p>
        </p:txBody>
      </p:sp>
      <p:sp>
        <p:nvSpPr>
          <p:cNvPr id="132" name="TextBox 131"/>
          <p:cNvSpPr txBox="1"/>
          <p:nvPr/>
        </p:nvSpPr>
        <p:spPr>
          <a:xfrm>
            <a:off x="7198631" y="3448171"/>
            <a:ext cx="620683" cy="369332"/>
          </a:xfrm>
          <a:prstGeom prst="rect">
            <a:avLst/>
          </a:prstGeom>
          <a:noFill/>
        </p:spPr>
        <p:txBody>
          <a:bodyPr wrap="none" rtlCol="0">
            <a:spAutoFit/>
          </a:bodyPr>
          <a:lstStyle/>
          <a:p>
            <a:r>
              <a:rPr lang="en-IN" b="1" dirty="0"/>
              <a:t>AXIS</a:t>
            </a:r>
          </a:p>
        </p:txBody>
      </p:sp>
      <p:sp>
        <p:nvSpPr>
          <p:cNvPr id="133" name="TextBox 132"/>
          <p:cNvSpPr txBox="1"/>
          <p:nvPr/>
        </p:nvSpPr>
        <p:spPr>
          <a:xfrm rot="16200000">
            <a:off x="673834" y="3112597"/>
            <a:ext cx="1184299" cy="369332"/>
          </a:xfrm>
          <a:prstGeom prst="rect">
            <a:avLst/>
          </a:prstGeom>
          <a:noFill/>
        </p:spPr>
        <p:txBody>
          <a:bodyPr wrap="none" rtlCol="0">
            <a:spAutoFit/>
          </a:bodyPr>
          <a:lstStyle/>
          <a:p>
            <a:r>
              <a:rPr lang="en-IN" b="1" dirty="0"/>
              <a:t>DIRECTRIX</a:t>
            </a:r>
          </a:p>
        </p:txBody>
      </p:sp>
    </p:spTree>
    <p:extLst>
      <p:ext uri="{BB962C8B-B14F-4D97-AF65-F5344CB8AC3E}">
        <p14:creationId xmlns:p14="http://schemas.microsoft.com/office/powerpoint/2010/main" val="21541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1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ipe(right)">
                                      <p:cBhvr>
                                        <p:cTn id="49" dur="500"/>
                                        <p:tgtEl>
                                          <p:spTgt spid="3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linds(horizontal)">
                                      <p:cBhvr>
                                        <p:cTn id="58" dur="500"/>
                                        <p:tgtEl>
                                          <p:spTgt spid="21"/>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left)">
                                      <p:cBhvr>
                                        <p:cTn id="70" dur="500"/>
                                        <p:tgtEl>
                                          <p:spTgt spid="47"/>
                                        </p:tgtEl>
                                      </p:cBhvr>
                                    </p:animEffect>
                                  </p:childTnLst>
                                </p:cTn>
                              </p:par>
                              <p:par>
                                <p:cTn id="71" presetID="22" presetClass="entr" presetSubtype="2"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wipe(right)">
                                      <p:cBhvr>
                                        <p:cTn id="73" dur="500"/>
                                        <p:tgtEl>
                                          <p:spTgt spid="52"/>
                                        </p:tgtEl>
                                      </p:cBhvr>
                                    </p:animEffect>
                                  </p:childTnLst>
                                </p:cTn>
                              </p:par>
                              <p:par>
                                <p:cTn id="74" presetID="1" presetClass="entr" presetSubtype="0" fill="hold" grpId="0" nodeType="withEffect">
                                  <p:stCondLst>
                                    <p:cond delay="0"/>
                                  </p:stCondLst>
                                  <p:childTnLst>
                                    <p:set>
                                      <p:cBhvr>
                                        <p:cTn id="75" dur="1" fill="hold">
                                          <p:stCondLst>
                                            <p:cond delay="0"/>
                                          </p:stCondLst>
                                        </p:cTn>
                                        <p:tgtEl>
                                          <p:spTgt spid="5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50"/>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wipe(down)">
                                      <p:cBhvr>
                                        <p:cTn id="86" dur="500"/>
                                        <p:tgtEl>
                                          <p:spTgt spid="54"/>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8"/>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70"/>
                                        </p:tgtEl>
                                        <p:attrNameLst>
                                          <p:attrName>style.visibility</p:attrName>
                                        </p:attrNameLst>
                                      </p:cBhvr>
                                      <p:to>
                                        <p:strVal val="visible"/>
                                      </p:to>
                                    </p:set>
                                    <p:animEffect transition="in" filter="wipe(down)">
                                      <p:cBhvr>
                                        <p:cTn id="121" dur="500"/>
                                        <p:tgtEl>
                                          <p:spTgt spid="70"/>
                                        </p:tgtEl>
                                      </p:cBhvr>
                                    </p:animEffect>
                                  </p:childTnLst>
                                </p:cTn>
                              </p:par>
                              <p:par>
                                <p:cTn id="122" presetID="22" presetClass="entr" presetSubtype="4" fill="hold" nodeType="with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wipe(down)">
                                      <p:cBhvr>
                                        <p:cTn id="124" dur="500"/>
                                        <p:tgtEl>
                                          <p:spTgt spid="71"/>
                                        </p:tgtEl>
                                      </p:cBhvr>
                                    </p:animEffect>
                                  </p:childTnLst>
                                </p:cTn>
                              </p:par>
                              <p:par>
                                <p:cTn id="125" presetID="22" presetClass="entr" presetSubtype="4" fill="hold" nodeType="withEffect">
                                  <p:stCondLst>
                                    <p:cond delay="0"/>
                                  </p:stCondLst>
                                  <p:childTnLst>
                                    <p:set>
                                      <p:cBhvr>
                                        <p:cTn id="126" dur="1" fill="hold">
                                          <p:stCondLst>
                                            <p:cond delay="0"/>
                                          </p:stCondLst>
                                        </p:cTn>
                                        <p:tgtEl>
                                          <p:spTgt spid="74"/>
                                        </p:tgtEl>
                                        <p:attrNameLst>
                                          <p:attrName>style.visibility</p:attrName>
                                        </p:attrNameLst>
                                      </p:cBhvr>
                                      <p:to>
                                        <p:strVal val="visible"/>
                                      </p:to>
                                    </p:set>
                                    <p:animEffect transition="in" filter="wipe(down)">
                                      <p:cBhvr>
                                        <p:cTn id="127" dur="500"/>
                                        <p:tgtEl>
                                          <p:spTgt spid="74"/>
                                        </p:tgtEl>
                                      </p:cBhvr>
                                    </p:animEffect>
                                  </p:childTnLst>
                                </p:cTn>
                              </p:par>
                              <p:par>
                                <p:cTn id="128" presetID="22" presetClass="entr" presetSubtype="4" fill="hold" nodeType="withEffect">
                                  <p:stCondLst>
                                    <p:cond delay="0"/>
                                  </p:stCondLst>
                                  <p:childTnLst>
                                    <p:set>
                                      <p:cBhvr>
                                        <p:cTn id="129" dur="1" fill="hold">
                                          <p:stCondLst>
                                            <p:cond delay="0"/>
                                          </p:stCondLst>
                                        </p:cTn>
                                        <p:tgtEl>
                                          <p:spTgt spid="75"/>
                                        </p:tgtEl>
                                        <p:attrNameLst>
                                          <p:attrName>style.visibility</p:attrName>
                                        </p:attrNameLst>
                                      </p:cBhvr>
                                      <p:to>
                                        <p:strVal val="visible"/>
                                      </p:to>
                                    </p:set>
                                    <p:animEffect transition="in" filter="wipe(down)">
                                      <p:cBhvr>
                                        <p:cTn id="130" dur="500"/>
                                        <p:tgtEl>
                                          <p:spTgt spid="75"/>
                                        </p:tgtEl>
                                      </p:cBhvr>
                                    </p:animEffect>
                                  </p:childTnLst>
                                </p:cTn>
                              </p:par>
                              <p:par>
                                <p:cTn id="131" presetID="22" presetClass="entr" presetSubtype="4" fill="hold" nodeType="with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wipe(down)">
                                      <p:cBhvr>
                                        <p:cTn id="133" dur="500"/>
                                        <p:tgtEl>
                                          <p:spTgt spid="76"/>
                                        </p:tgtEl>
                                      </p:cBhvr>
                                    </p:animEffect>
                                  </p:childTnLst>
                                </p:cTn>
                              </p:par>
                              <p:par>
                                <p:cTn id="134" presetID="22" presetClass="entr" presetSubtype="4" fill="hold" nodeType="withEffect">
                                  <p:stCondLst>
                                    <p:cond delay="0"/>
                                  </p:stCondLst>
                                  <p:childTnLst>
                                    <p:set>
                                      <p:cBhvr>
                                        <p:cTn id="135" dur="1" fill="hold">
                                          <p:stCondLst>
                                            <p:cond delay="0"/>
                                          </p:stCondLst>
                                        </p:cTn>
                                        <p:tgtEl>
                                          <p:spTgt spid="77"/>
                                        </p:tgtEl>
                                        <p:attrNameLst>
                                          <p:attrName>style.visibility</p:attrName>
                                        </p:attrNameLst>
                                      </p:cBhvr>
                                      <p:to>
                                        <p:strVal val="visible"/>
                                      </p:to>
                                    </p:set>
                                    <p:animEffect transition="in" filter="wipe(down)">
                                      <p:cBhvr>
                                        <p:cTn id="136" dur="500"/>
                                        <p:tgtEl>
                                          <p:spTgt spid="77"/>
                                        </p:tgtEl>
                                      </p:cBhvr>
                                    </p:animEffect>
                                  </p:childTnLst>
                                </p:cTn>
                              </p:par>
                              <p:par>
                                <p:cTn id="137" presetID="22" presetClass="entr" presetSubtype="4" fill="hold" nodeType="withEffect">
                                  <p:stCondLst>
                                    <p:cond delay="0"/>
                                  </p:stCondLst>
                                  <p:childTnLst>
                                    <p:set>
                                      <p:cBhvr>
                                        <p:cTn id="138" dur="1" fill="hold">
                                          <p:stCondLst>
                                            <p:cond delay="0"/>
                                          </p:stCondLst>
                                        </p:cTn>
                                        <p:tgtEl>
                                          <p:spTgt spid="78"/>
                                        </p:tgtEl>
                                        <p:attrNameLst>
                                          <p:attrName>style.visibility</p:attrName>
                                        </p:attrNameLst>
                                      </p:cBhvr>
                                      <p:to>
                                        <p:strVal val="visible"/>
                                      </p:to>
                                    </p:set>
                                    <p:animEffect transition="in" filter="wipe(down)">
                                      <p:cBhvr>
                                        <p:cTn id="139" dur="500"/>
                                        <p:tgtEl>
                                          <p:spTgt spid="78"/>
                                        </p:tgtEl>
                                      </p:cBhvr>
                                    </p:animEffect>
                                  </p:childTnLst>
                                </p:cTn>
                              </p:par>
                              <p:par>
                                <p:cTn id="140" presetID="22" presetClass="entr" presetSubtype="4" fill="hold" nodeType="withEffect">
                                  <p:stCondLst>
                                    <p:cond delay="0"/>
                                  </p:stCondLst>
                                  <p:childTnLst>
                                    <p:set>
                                      <p:cBhvr>
                                        <p:cTn id="141" dur="1" fill="hold">
                                          <p:stCondLst>
                                            <p:cond delay="0"/>
                                          </p:stCondLst>
                                        </p:cTn>
                                        <p:tgtEl>
                                          <p:spTgt spid="79"/>
                                        </p:tgtEl>
                                        <p:attrNameLst>
                                          <p:attrName>style.visibility</p:attrName>
                                        </p:attrNameLst>
                                      </p:cBhvr>
                                      <p:to>
                                        <p:strVal val="visible"/>
                                      </p:to>
                                    </p:set>
                                    <p:animEffect transition="in" filter="wipe(down)">
                                      <p:cBhvr>
                                        <p:cTn id="142" dur="500"/>
                                        <p:tgtEl>
                                          <p:spTgt spid="79"/>
                                        </p:tgtEl>
                                      </p:cBhvr>
                                    </p:animEffect>
                                  </p:childTnLst>
                                </p:cTn>
                              </p:par>
                              <p:par>
                                <p:cTn id="143" presetID="22" presetClass="entr" presetSubtype="4" fill="hold"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wipe(down)">
                                      <p:cBhvr>
                                        <p:cTn id="145" dur="500"/>
                                        <p:tgtEl>
                                          <p:spTgt spid="80"/>
                                        </p:tgtEl>
                                      </p:cBhvr>
                                    </p:animEffect>
                                  </p:childTnLst>
                                </p:cTn>
                              </p:par>
                              <p:par>
                                <p:cTn id="146" presetID="22" presetClass="entr" presetSubtype="4" fill="hold" nodeType="withEffect">
                                  <p:stCondLst>
                                    <p:cond delay="0"/>
                                  </p:stCondLst>
                                  <p:childTnLst>
                                    <p:set>
                                      <p:cBhvr>
                                        <p:cTn id="147" dur="1" fill="hold">
                                          <p:stCondLst>
                                            <p:cond delay="0"/>
                                          </p:stCondLst>
                                        </p:cTn>
                                        <p:tgtEl>
                                          <p:spTgt spid="81"/>
                                        </p:tgtEl>
                                        <p:attrNameLst>
                                          <p:attrName>style.visibility</p:attrName>
                                        </p:attrNameLst>
                                      </p:cBhvr>
                                      <p:to>
                                        <p:strVal val="visible"/>
                                      </p:to>
                                    </p:set>
                                    <p:animEffect transition="in" filter="wipe(down)">
                                      <p:cBhvr>
                                        <p:cTn id="148" dur="500"/>
                                        <p:tgtEl>
                                          <p:spTgt spid="81"/>
                                        </p:tgtEl>
                                      </p:cBhvr>
                                    </p:animEffect>
                                  </p:childTnLst>
                                </p:cTn>
                              </p:par>
                              <p:par>
                                <p:cTn id="149" presetID="22" presetClass="entr" presetSubtype="4" fill="hold" nodeType="withEffect">
                                  <p:stCondLst>
                                    <p:cond delay="0"/>
                                  </p:stCondLst>
                                  <p:childTnLst>
                                    <p:set>
                                      <p:cBhvr>
                                        <p:cTn id="150" dur="1" fill="hold">
                                          <p:stCondLst>
                                            <p:cond delay="0"/>
                                          </p:stCondLst>
                                        </p:cTn>
                                        <p:tgtEl>
                                          <p:spTgt spid="82"/>
                                        </p:tgtEl>
                                        <p:attrNameLst>
                                          <p:attrName>style.visibility</p:attrName>
                                        </p:attrNameLst>
                                      </p:cBhvr>
                                      <p:to>
                                        <p:strVal val="visible"/>
                                      </p:to>
                                    </p:set>
                                    <p:animEffect transition="in" filter="wipe(down)">
                                      <p:cBhvr>
                                        <p:cTn id="151" dur="500"/>
                                        <p:tgtEl>
                                          <p:spTgt spid="82"/>
                                        </p:tgtEl>
                                      </p:cBhvr>
                                    </p:animEffect>
                                  </p:childTnLst>
                                </p:cTn>
                              </p:par>
                              <p:par>
                                <p:cTn id="152" presetID="1" presetClass="entr" presetSubtype="0" fill="hold" grpId="0" nodeType="withEffect">
                                  <p:stCondLst>
                                    <p:cond delay="0"/>
                                  </p:stCondLst>
                                  <p:childTnLst>
                                    <p:set>
                                      <p:cBhvr>
                                        <p:cTn id="153" dur="1" fill="hold">
                                          <p:stCondLst>
                                            <p:cond delay="0"/>
                                          </p:stCondLst>
                                        </p:cTn>
                                        <p:tgtEl>
                                          <p:spTgt spid="84"/>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85"/>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6"/>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87"/>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88"/>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89"/>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90"/>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91"/>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93"/>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94"/>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130"/>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131"/>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99"/>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100"/>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102"/>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103"/>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104"/>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98"/>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105"/>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10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107"/>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108"/>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ntr" presetSubtype="0" fill="hold" grpId="0" nodeType="clickEffect">
                                  <p:stCondLst>
                                    <p:cond delay="0"/>
                                  </p:stCondLst>
                                  <p:childTnLst>
                                    <p:set>
                                      <p:cBhvr>
                                        <p:cTn id="201" dur="1" fill="hold">
                                          <p:stCondLst>
                                            <p:cond delay="0"/>
                                          </p:stCondLst>
                                        </p:cTn>
                                        <p:tgtEl>
                                          <p:spTgt spid="97"/>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110"/>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11"/>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12"/>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13"/>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14"/>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120"/>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121"/>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123"/>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122"/>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19"/>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118"/>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17"/>
                                        </p:tgtEl>
                                        <p:attrNameLst>
                                          <p:attrName>style.visibility</p:attrName>
                                        </p:attrNameLst>
                                      </p:cBhvr>
                                      <p:to>
                                        <p:strVal val="visible"/>
                                      </p:to>
                                    </p:set>
                                  </p:childTnLst>
                                </p:cTn>
                              </p:par>
                              <p:par>
                                <p:cTn id="226" presetID="1" presetClass="entr" presetSubtype="0" fill="hold" grpId="0" nodeType="withEffect">
                                  <p:stCondLst>
                                    <p:cond delay="0"/>
                                  </p:stCondLst>
                                  <p:childTnLst>
                                    <p:set>
                                      <p:cBhvr>
                                        <p:cTn id="227" dur="1" fill="hold">
                                          <p:stCondLst>
                                            <p:cond delay="0"/>
                                          </p:stCondLst>
                                        </p:cTn>
                                        <p:tgtEl>
                                          <p:spTgt spid="116"/>
                                        </p:tgtEl>
                                        <p:attrNameLst>
                                          <p:attrName>style.visibility</p:attrName>
                                        </p:attrNameLst>
                                      </p:cBhvr>
                                      <p:to>
                                        <p:strVal val="visible"/>
                                      </p:to>
                                    </p:set>
                                  </p:childTnLst>
                                </p:cTn>
                              </p:par>
                              <p:par>
                                <p:cTn id="228" presetID="1" presetClass="entr" presetSubtype="0" fill="hold" grpId="0" nodeType="withEffect">
                                  <p:stCondLst>
                                    <p:cond delay="0"/>
                                  </p:stCondLst>
                                  <p:childTnLst>
                                    <p:set>
                                      <p:cBhvr>
                                        <p:cTn id="229" dur="1" fill="hold">
                                          <p:stCondLst>
                                            <p:cond delay="0"/>
                                          </p:stCondLst>
                                        </p:cTn>
                                        <p:tgtEl>
                                          <p:spTgt spid="115"/>
                                        </p:tgtEl>
                                        <p:attrNameLst>
                                          <p:attrName>style.visibility</p:attrName>
                                        </p:attrNameLst>
                                      </p:cBhvr>
                                      <p:to>
                                        <p:strVal val="visible"/>
                                      </p:to>
                                    </p:set>
                                  </p:childTnLst>
                                </p:cTn>
                              </p:par>
                              <p:par>
                                <p:cTn id="230" presetID="1" presetClass="entr" presetSubtype="0" fill="hold" grpId="0" nodeType="withEffect">
                                  <p:stCondLst>
                                    <p:cond delay="0"/>
                                  </p:stCondLst>
                                  <p:childTnLst>
                                    <p:set>
                                      <p:cBhvr>
                                        <p:cTn id="231" dur="1" fill="hold">
                                          <p:stCondLst>
                                            <p:cond delay="0"/>
                                          </p:stCondLst>
                                        </p:cTn>
                                        <p:tgtEl>
                                          <p:spTgt spid="127"/>
                                        </p:tgtEl>
                                        <p:attrNameLst>
                                          <p:attrName>style.visibility</p:attrName>
                                        </p:attrNameLst>
                                      </p:cBhvr>
                                      <p:to>
                                        <p:strVal val="visible"/>
                                      </p:to>
                                    </p:set>
                                  </p:childTnLst>
                                </p:cTn>
                              </p:par>
                              <p:par>
                                <p:cTn id="232" presetID="1" presetClass="entr" presetSubtype="0" fill="hold" grpId="0" nodeType="withEffect">
                                  <p:stCondLst>
                                    <p:cond delay="0"/>
                                  </p:stCondLst>
                                  <p:childTnLst>
                                    <p:set>
                                      <p:cBhvr>
                                        <p:cTn id="233" dur="1" fill="hold">
                                          <p:stCondLst>
                                            <p:cond delay="0"/>
                                          </p:stCondLst>
                                        </p:cTn>
                                        <p:tgtEl>
                                          <p:spTgt spid="126"/>
                                        </p:tgtEl>
                                        <p:attrNameLst>
                                          <p:attrName>style.visibility</p:attrName>
                                        </p:attrNameLst>
                                      </p:cBhvr>
                                      <p:to>
                                        <p:strVal val="visible"/>
                                      </p:to>
                                    </p:set>
                                  </p:childTnLst>
                                </p:cTn>
                              </p:par>
                              <p:par>
                                <p:cTn id="234" presetID="1" presetClass="entr" presetSubtype="0" fill="hold" grpId="0" nodeType="withEffect">
                                  <p:stCondLst>
                                    <p:cond delay="0"/>
                                  </p:stCondLst>
                                  <p:childTnLst>
                                    <p:set>
                                      <p:cBhvr>
                                        <p:cTn id="235" dur="1" fill="hold">
                                          <p:stCondLst>
                                            <p:cond delay="0"/>
                                          </p:stCondLst>
                                        </p:cTn>
                                        <p:tgtEl>
                                          <p:spTgt spid="125"/>
                                        </p:tgtEl>
                                        <p:attrNameLst>
                                          <p:attrName>style.visibility</p:attrName>
                                        </p:attrNameLst>
                                      </p:cBhvr>
                                      <p:to>
                                        <p:strVal val="visible"/>
                                      </p:to>
                                    </p:set>
                                  </p:childTnLst>
                                </p:cTn>
                              </p:par>
                              <p:par>
                                <p:cTn id="236" presetID="1" presetClass="entr" presetSubtype="0" fill="hold" grpId="0" nodeType="withEffect">
                                  <p:stCondLst>
                                    <p:cond delay="0"/>
                                  </p:stCondLst>
                                  <p:childTnLst>
                                    <p:set>
                                      <p:cBhvr>
                                        <p:cTn id="237" dur="1" fill="hold">
                                          <p:stCondLst>
                                            <p:cond delay="0"/>
                                          </p:stCondLst>
                                        </p:cTn>
                                        <p:tgtEl>
                                          <p:spTgt spid="128"/>
                                        </p:tgtEl>
                                        <p:attrNameLst>
                                          <p:attrName>style.visibility</p:attrName>
                                        </p:attrNameLst>
                                      </p:cBhvr>
                                      <p:to>
                                        <p:strVal val="visible"/>
                                      </p:to>
                                    </p:set>
                                  </p:childTnLst>
                                </p:cTn>
                              </p:par>
                              <p:par>
                                <p:cTn id="238" presetID="1" presetClass="entr" presetSubtype="0" fill="hold" grpId="0" nodeType="withEffect">
                                  <p:stCondLst>
                                    <p:cond delay="0"/>
                                  </p:stCondLst>
                                  <p:childTnLst>
                                    <p:set>
                                      <p:cBhvr>
                                        <p:cTn id="239" dur="1" fill="hold">
                                          <p:stCondLst>
                                            <p:cond delay="0"/>
                                          </p:stCondLst>
                                        </p:cTn>
                                        <p:tgtEl>
                                          <p:spTgt spid="129"/>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grpId="0" nodeType="clickEffect">
                                  <p:stCondLst>
                                    <p:cond delay="0"/>
                                  </p:stCondLst>
                                  <p:childTnLst>
                                    <p:set>
                                      <p:cBhvr>
                                        <p:cTn id="243"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18" grpId="0"/>
      <p:bldP spid="19" grpId="0"/>
      <p:bldP spid="20" grpId="0"/>
      <p:bldP spid="24" grpId="0" animBg="1"/>
      <p:bldP spid="25" grpId="0" animBg="1"/>
      <p:bldP spid="39" grpId="0" animBg="1"/>
      <p:bldP spid="40" grpId="0"/>
      <p:bldP spid="50" grpId="0" animBg="1"/>
      <p:bldP spid="51" grpId="0"/>
      <p:bldP spid="52" grpId="0" animBg="1"/>
      <p:bldP spid="53" grpId="0"/>
      <p:bldP spid="58" grpId="0"/>
      <p:bldP spid="59" grpId="0" animBg="1"/>
      <p:bldP spid="60" grpId="0" animBg="1"/>
      <p:bldP spid="63" grpId="0"/>
      <p:bldP spid="84" grpId="0"/>
      <p:bldP spid="85" grpId="0"/>
      <p:bldP spid="86" grpId="0"/>
      <p:bldP spid="87" grpId="0"/>
      <p:bldP spid="88" grpId="0"/>
      <p:bldP spid="89" grpId="0"/>
      <p:bldP spid="90" grpId="0"/>
      <p:bldP spid="91" grpId="0"/>
      <p:bldP spid="93" grpId="0"/>
      <p:bldP spid="94" grpId="0"/>
      <p:bldP spid="96" grpId="0" animBg="1"/>
      <p:bldP spid="98" grpId="0" animBg="1"/>
      <p:bldP spid="99" grpId="0" animBg="1"/>
      <p:bldP spid="100" grpId="0" animBg="1"/>
      <p:bldP spid="102" grpId="0" animBg="1"/>
      <p:bldP spid="103" grpId="0" animBg="1"/>
      <p:bldP spid="104" grpId="0" animBg="1"/>
      <p:bldP spid="105" grpId="0" animBg="1"/>
      <p:bldP spid="106" grpId="0" animBg="1"/>
      <p:bldP spid="107" grpId="0" animBg="1"/>
      <p:bldP spid="108" grpId="0" animBg="1"/>
      <p:bldP spid="97"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5" grpId="0" animBg="1"/>
      <p:bldP spid="126" grpId="0" animBg="1"/>
      <p:bldP spid="127" grpId="0" animBg="1"/>
      <p:bldP spid="128" grpId="0" animBg="1"/>
      <p:bldP spid="129" grpId="0" animBg="1"/>
      <p:bldP spid="130" grpId="0"/>
      <p:bldP spid="131" grpId="0"/>
      <p:bldP spid="132" grpId="0"/>
      <p:bldP spid="1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9"/>
          <p:cNvPicPr>
            <a:picLocks noChangeAspect="1" noChangeArrowheads="1"/>
          </p:cNvPicPr>
          <p:nvPr/>
        </p:nvPicPr>
        <p:blipFill>
          <a:blip r:embed="rId2">
            <a:extLst>
              <a:ext uri="{28A0092B-C50C-407E-A947-70E740481C1C}">
                <a14:useLocalDpi xmlns:a14="http://schemas.microsoft.com/office/drawing/2010/main" val="0"/>
              </a:ext>
            </a:extLst>
          </a:blip>
          <a:srcRect b="5000"/>
          <a:stretch>
            <a:fillRect/>
          </a:stretch>
        </p:blipFill>
        <p:spPr bwMode="auto">
          <a:xfrm>
            <a:off x="838200" y="762000"/>
            <a:ext cx="76962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p:cNvSpPr txBox="1">
            <a:spLocks/>
          </p:cNvSpPr>
          <p:nvPr/>
        </p:nvSpPr>
        <p:spPr>
          <a:xfrm>
            <a:off x="457200" y="76200"/>
            <a:ext cx="8229600" cy="609600"/>
          </a:xfrm>
          <a:prstGeom prst="rect">
            <a:avLst/>
          </a:prstGeom>
        </p:spPr>
        <p:txBody>
          <a:bodyPr>
            <a:normAutofit fontScale="90000" lnSpcReduction="10000"/>
          </a:bodyPr>
          <a:lstStyle/>
          <a:p>
            <a:pPr marL="342900" indent="-342900" algn="just" fontAlgn="auto">
              <a:spcBef>
                <a:spcPct val="50000"/>
              </a:spcBef>
              <a:spcAft>
                <a:spcPts val="0"/>
              </a:spcAft>
              <a:defRPr/>
            </a:pPr>
            <a:r>
              <a:rPr lang="en-US" sz="4000" b="1" dirty="0">
                <a:latin typeface="Garamond" pitchFamily="18" charset="0"/>
                <a:cs typeface="+mn-cs"/>
              </a:rPr>
              <a:t>Focus-</a:t>
            </a:r>
            <a:r>
              <a:rPr lang="en-US" sz="4000" b="1" dirty="0" err="1">
                <a:latin typeface="Garamond" pitchFamily="18" charset="0"/>
                <a:cs typeface="+mn-cs"/>
              </a:rPr>
              <a:t>Directrix</a:t>
            </a:r>
            <a:r>
              <a:rPr lang="en-US" sz="4000" b="1" dirty="0">
                <a:latin typeface="Garamond" pitchFamily="18" charset="0"/>
                <a:cs typeface="+mn-cs"/>
              </a:rPr>
              <a:t> or Eccentricity Method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
          <p:cNvSpPr>
            <a:spLocks noChangeArrowheads="1"/>
          </p:cNvSpPr>
          <p:nvPr/>
        </p:nvSpPr>
        <p:spPr bwMode="auto">
          <a:xfrm>
            <a:off x="4265613" y="1339850"/>
            <a:ext cx="3971925" cy="3970338"/>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 name="Oval 3"/>
          <p:cNvSpPr>
            <a:spLocks noChangeArrowheads="1"/>
          </p:cNvSpPr>
          <p:nvPr/>
        </p:nvSpPr>
        <p:spPr bwMode="auto">
          <a:xfrm>
            <a:off x="5056188" y="2205038"/>
            <a:ext cx="2354262" cy="2411412"/>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4" name="Line 4"/>
          <p:cNvSpPr>
            <a:spLocks noChangeShapeType="1"/>
          </p:cNvSpPr>
          <p:nvPr/>
        </p:nvSpPr>
        <p:spPr bwMode="auto">
          <a:xfrm>
            <a:off x="4265613" y="3362325"/>
            <a:ext cx="3971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 name="Line 5"/>
          <p:cNvSpPr>
            <a:spLocks noChangeShapeType="1"/>
          </p:cNvSpPr>
          <p:nvPr/>
        </p:nvSpPr>
        <p:spPr bwMode="auto">
          <a:xfrm>
            <a:off x="6248400" y="1364656"/>
            <a:ext cx="0" cy="3956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 name="Line 6"/>
          <p:cNvSpPr>
            <a:spLocks noChangeShapeType="1"/>
          </p:cNvSpPr>
          <p:nvPr/>
        </p:nvSpPr>
        <p:spPr bwMode="auto">
          <a:xfrm rot="130507">
            <a:off x="4466250" y="2434034"/>
            <a:ext cx="3519597" cy="1859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 name="Line 7"/>
          <p:cNvSpPr>
            <a:spLocks noChangeShapeType="1"/>
          </p:cNvSpPr>
          <p:nvPr/>
        </p:nvSpPr>
        <p:spPr bwMode="auto">
          <a:xfrm flipH="1">
            <a:off x="4495421" y="2401312"/>
            <a:ext cx="3508052" cy="18713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 name="Line 8"/>
          <p:cNvSpPr>
            <a:spLocks noChangeShapeType="1"/>
          </p:cNvSpPr>
          <p:nvPr/>
        </p:nvSpPr>
        <p:spPr bwMode="auto">
          <a:xfrm rot="5493622" flipH="1" flipV="1">
            <a:off x="4501137" y="2407625"/>
            <a:ext cx="3483923" cy="18477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 name="Line 9"/>
          <p:cNvSpPr>
            <a:spLocks noChangeShapeType="1"/>
          </p:cNvSpPr>
          <p:nvPr/>
        </p:nvSpPr>
        <p:spPr bwMode="auto">
          <a:xfrm rot="16200000" flipH="1">
            <a:off x="4484730" y="2454235"/>
            <a:ext cx="3481303" cy="18272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Line 10"/>
          <p:cNvSpPr>
            <a:spLocks noChangeShapeType="1"/>
          </p:cNvSpPr>
          <p:nvPr/>
        </p:nvSpPr>
        <p:spPr bwMode="auto">
          <a:xfrm>
            <a:off x="4515490" y="2376488"/>
            <a:ext cx="0" cy="4175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 name="Line 11"/>
          <p:cNvSpPr>
            <a:spLocks noChangeShapeType="1"/>
          </p:cNvSpPr>
          <p:nvPr/>
        </p:nvSpPr>
        <p:spPr bwMode="auto">
          <a:xfrm>
            <a:off x="5311775" y="1627188"/>
            <a:ext cx="0" cy="7221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 name="Line 12"/>
          <p:cNvSpPr>
            <a:spLocks noChangeShapeType="1"/>
          </p:cNvSpPr>
          <p:nvPr/>
        </p:nvSpPr>
        <p:spPr bwMode="auto">
          <a:xfrm>
            <a:off x="7202488" y="1627188"/>
            <a:ext cx="0" cy="68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Line 13"/>
          <p:cNvSpPr>
            <a:spLocks noChangeShapeType="1"/>
          </p:cNvSpPr>
          <p:nvPr/>
        </p:nvSpPr>
        <p:spPr bwMode="auto">
          <a:xfrm flipH="1">
            <a:off x="8003473" y="2397126"/>
            <a:ext cx="0" cy="453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 name="Line 14"/>
          <p:cNvSpPr>
            <a:spLocks noChangeShapeType="1"/>
          </p:cNvSpPr>
          <p:nvPr/>
        </p:nvSpPr>
        <p:spPr bwMode="auto">
          <a:xfrm flipV="1">
            <a:off x="4491037" y="3895726"/>
            <a:ext cx="7937" cy="3794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5" name="Line 15"/>
          <p:cNvSpPr>
            <a:spLocks noChangeShapeType="1"/>
          </p:cNvSpPr>
          <p:nvPr/>
        </p:nvSpPr>
        <p:spPr bwMode="auto">
          <a:xfrm flipH="1" flipV="1">
            <a:off x="5261159" y="4397481"/>
            <a:ext cx="4579" cy="6247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 name="Line 16"/>
          <p:cNvSpPr>
            <a:spLocks noChangeShapeType="1"/>
          </p:cNvSpPr>
          <p:nvPr/>
        </p:nvSpPr>
        <p:spPr bwMode="auto">
          <a:xfrm flipV="1">
            <a:off x="7141978" y="4438846"/>
            <a:ext cx="30115" cy="6696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 name="Line 17"/>
          <p:cNvSpPr>
            <a:spLocks noChangeShapeType="1"/>
          </p:cNvSpPr>
          <p:nvPr/>
        </p:nvSpPr>
        <p:spPr bwMode="auto">
          <a:xfrm flipV="1">
            <a:off x="7949287" y="3952875"/>
            <a:ext cx="12026" cy="394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 name="Line 18"/>
          <p:cNvSpPr>
            <a:spLocks noChangeShapeType="1"/>
          </p:cNvSpPr>
          <p:nvPr/>
        </p:nvSpPr>
        <p:spPr bwMode="auto">
          <a:xfrm flipH="1">
            <a:off x="4543760" y="2794009"/>
            <a:ext cx="685001" cy="157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 name="Line 19"/>
          <p:cNvSpPr>
            <a:spLocks noChangeShapeType="1"/>
          </p:cNvSpPr>
          <p:nvPr/>
        </p:nvSpPr>
        <p:spPr bwMode="auto">
          <a:xfrm flipH="1">
            <a:off x="5262562" y="2335213"/>
            <a:ext cx="4320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 name="Line 20"/>
          <p:cNvSpPr>
            <a:spLocks noChangeShapeType="1"/>
          </p:cNvSpPr>
          <p:nvPr/>
        </p:nvSpPr>
        <p:spPr bwMode="auto">
          <a:xfrm>
            <a:off x="6804289" y="2347912"/>
            <a:ext cx="398200" cy="246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 name="Line 21"/>
          <p:cNvSpPr>
            <a:spLocks noChangeShapeType="1"/>
          </p:cNvSpPr>
          <p:nvPr/>
        </p:nvSpPr>
        <p:spPr bwMode="auto">
          <a:xfrm>
            <a:off x="7254520" y="2813144"/>
            <a:ext cx="7560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2" name="Line 22"/>
          <p:cNvSpPr>
            <a:spLocks noChangeShapeType="1"/>
          </p:cNvSpPr>
          <p:nvPr/>
        </p:nvSpPr>
        <p:spPr bwMode="auto">
          <a:xfrm>
            <a:off x="7284064" y="3957694"/>
            <a:ext cx="69691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3" name="Line 23"/>
          <p:cNvSpPr>
            <a:spLocks noChangeShapeType="1"/>
          </p:cNvSpPr>
          <p:nvPr/>
        </p:nvSpPr>
        <p:spPr bwMode="auto">
          <a:xfrm>
            <a:off x="6810805" y="4459495"/>
            <a:ext cx="342470" cy="10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 name="Line 24"/>
          <p:cNvSpPr>
            <a:spLocks noChangeShapeType="1"/>
          </p:cNvSpPr>
          <p:nvPr/>
        </p:nvSpPr>
        <p:spPr bwMode="auto">
          <a:xfrm flipH="1">
            <a:off x="5220650" y="4428546"/>
            <a:ext cx="400590" cy="103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Line 25"/>
          <p:cNvSpPr>
            <a:spLocks noChangeShapeType="1"/>
          </p:cNvSpPr>
          <p:nvPr/>
        </p:nvSpPr>
        <p:spPr bwMode="auto">
          <a:xfrm flipH="1">
            <a:off x="4478338" y="3902075"/>
            <a:ext cx="6969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 name="Arc 38"/>
          <p:cNvSpPr>
            <a:spLocks/>
          </p:cNvSpPr>
          <p:nvPr/>
        </p:nvSpPr>
        <p:spPr bwMode="auto">
          <a:xfrm rot="20775352" flipV="1">
            <a:off x="6062663" y="3376613"/>
            <a:ext cx="2282825" cy="1074737"/>
          </a:xfrm>
          <a:custGeom>
            <a:avLst/>
            <a:gdLst>
              <a:gd name="T0" fmla="*/ 0 w 30519"/>
              <a:gd name="T1" fmla="*/ 2147483647 h 21600"/>
              <a:gd name="T2" fmla="*/ 2147483647 w 30519"/>
              <a:gd name="T3" fmla="*/ 2147483647 h 21600"/>
              <a:gd name="T4" fmla="*/ 2147483647 w 30519"/>
              <a:gd name="T5" fmla="*/ 2147483647 h 21600"/>
              <a:gd name="T6" fmla="*/ 0 60000 65536"/>
              <a:gd name="T7" fmla="*/ 0 60000 65536"/>
              <a:gd name="T8" fmla="*/ 0 60000 65536"/>
              <a:gd name="T9" fmla="*/ 0 w 30519"/>
              <a:gd name="T10" fmla="*/ 0 h 21600"/>
              <a:gd name="T11" fmla="*/ 30519 w 30519"/>
              <a:gd name="T12" fmla="*/ 21600 h 21600"/>
            </a:gdLst>
            <a:ahLst/>
            <a:cxnLst>
              <a:cxn ang="T6">
                <a:pos x="T0" y="T1"/>
              </a:cxn>
              <a:cxn ang="T7">
                <a:pos x="T2" y="T3"/>
              </a:cxn>
              <a:cxn ang="T8">
                <a:pos x="T4" y="T5"/>
              </a:cxn>
            </a:cxnLst>
            <a:rect l="T9" t="T10" r="T11" b="T12"/>
            <a:pathLst>
              <a:path w="30519" h="21600" fill="none" extrusionOk="0">
                <a:moveTo>
                  <a:pt x="0" y="2152"/>
                </a:moveTo>
                <a:cubicBezTo>
                  <a:pt x="2930" y="735"/>
                  <a:pt x="6143" y="-1"/>
                  <a:pt x="9399" y="0"/>
                </a:cubicBezTo>
                <a:cubicBezTo>
                  <a:pt x="19583" y="0"/>
                  <a:pt x="28384" y="7114"/>
                  <a:pt x="30519" y="17072"/>
                </a:cubicBezTo>
              </a:path>
              <a:path w="30519" h="21600" stroke="0" extrusionOk="0">
                <a:moveTo>
                  <a:pt x="0" y="2152"/>
                </a:moveTo>
                <a:cubicBezTo>
                  <a:pt x="2930" y="735"/>
                  <a:pt x="6143" y="-1"/>
                  <a:pt x="9399" y="0"/>
                </a:cubicBezTo>
                <a:cubicBezTo>
                  <a:pt x="19583" y="0"/>
                  <a:pt x="28384" y="7114"/>
                  <a:pt x="30519" y="17072"/>
                </a:cubicBezTo>
                <a:lnTo>
                  <a:pt x="9399" y="21600"/>
                </a:lnTo>
                <a:lnTo>
                  <a:pt x="0" y="2152"/>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9" name="Arc 39"/>
          <p:cNvSpPr>
            <a:spLocks/>
          </p:cNvSpPr>
          <p:nvPr/>
        </p:nvSpPr>
        <p:spPr bwMode="auto">
          <a:xfrm rot="768042" flipH="1" flipV="1">
            <a:off x="4170363" y="3373438"/>
            <a:ext cx="2216150" cy="1076325"/>
          </a:xfrm>
          <a:custGeom>
            <a:avLst/>
            <a:gdLst>
              <a:gd name="T0" fmla="*/ 0 w 29607"/>
              <a:gd name="T1" fmla="*/ 2147483647 h 21600"/>
              <a:gd name="T2" fmla="*/ 2147483647 w 29607"/>
              <a:gd name="T3" fmla="*/ 2147483647 h 21600"/>
              <a:gd name="T4" fmla="*/ 2147483647 w 29607"/>
              <a:gd name="T5" fmla="*/ 2147483647 h 21600"/>
              <a:gd name="T6" fmla="*/ 0 60000 65536"/>
              <a:gd name="T7" fmla="*/ 0 60000 65536"/>
              <a:gd name="T8" fmla="*/ 0 60000 65536"/>
              <a:gd name="T9" fmla="*/ 0 w 29607"/>
              <a:gd name="T10" fmla="*/ 0 h 21600"/>
              <a:gd name="T11" fmla="*/ 29607 w 29607"/>
              <a:gd name="T12" fmla="*/ 21600 h 21600"/>
            </a:gdLst>
            <a:ahLst/>
            <a:cxnLst>
              <a:cxn ang="T6">
                <a:pos x="T0" y="T1"/>
              </a:cxn>
              <a:cxn ang="T7">
                <a:pos x="T2" y="T3"/>
              </a:cxn>
              <a:cxn ang="T8">
                <a:pos x="T4" y="T5"/>
              </a:cxn>
            </a:cxnLst>
            <a:rect l="T9" t="T10" r="T11" b="T12"/>
            <a:pathLst>
              <a:path w="29607" h="21600" fill="none" extrusionOk="0">
                <a:moveTo>
                  <a:pt x="0" y="1737"/>
                </a:moveTo>
                <a:cubicBezTo>
                  <a:pt x="2682" y="590"/>
                  <a:pt x="5569" y="-1"/>
                  <a:pt x="8487" y="0"/>
                </a:cubicBezTo>
                <a:cubicBezTo>
                  <a:pt x="18671" y="0"/>
                  <a:pt x="27472" y="7114"/>
                  <a:pt x="29607" y="17072"/>
                </a:cubicBezTo>
              </a:path>
              <a:path w="29607" h="21600" stroke="0" extrusionOk="0">
                <a:moveTo>
                  <a:pt x="0" y="1737"/>
                </a:moveTo>
                <a:cubicBezTo>
                  <a:pt x="2682" y="590"/>
                  <a:pt x="5569" y="-1"/>
                  <a:pt x="8487" y="0"/>
                </a:cubicBezTo>
                <a:cubicBezTo>
                  <a:pt x="18671" y="0"/>
                  <a:pt x="27472" y="7114"/>
                  <a:pt x="29607" y="17072"/>
                </a:cubicBezTo>
                <a:lnTo>
                  <a:pt x="8487" y="21600"/>
                </a:lnTo>
                <a:lnTo>
                  <a:pt x="0" y="1737"/>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 name="Arc 40"/>
          <p:cNvSpPr>
            <a:spLocks/>
          </p:cNvSpPr>
          <p:nvPr/>
        </p:nvSpPr>
        <p:spPr bwMode="auto">
          <a:xfrm rot="20831958" flipH="1">
            <a:off x="4159250" y="2335213"/>
            <a:ext cx="2214563" cy="1076325"/>
          </a:xfrm>
          <a:custGeom>
            <a:avLst/>
            <a:gdLst>
              <a:gd name="T0" fmla="*/ 0 w 29607"/>
              <a:gd name="T1" fmla="*/ 2147483647 h 21600"/>
              <a:gd name="T2" fmla="*/ 2147483647 w 29607"/>
              <a:gd name="T3" fmla="*/ 2147483647 h 21600"/>
              <a:gd name="T4" fmla="*/ 2147483647 w 29607"/>
              <a:gd name="T5" fmla="*/ 2147483647 h 21600"/>
              <a:gd name="T6" fmla="*/ 0 60000 65536"/>
              <a:gd name="T7" fmla="*/ 0 60000 65536"/>
              <a:gd name="T8" fmla="*/ 0 60000 65536"/>
              <a:gd name="T9" fmla="*/ 0 w 29607"/>
              <a:gd name="T10" fmla="*/ 0 h 21600"/>
              <a:gd name="T11" fmla="*/ 29607 w 29607"/>
              <a:gd name="T12" fmla="*/ 21600 h 21600"/>
            </a:gdLst>
            <a:ahLst/>
            <a:cxnLst>
              <a:cxn ang="T6">
                <a:pos x="T0" y="T1"/>
              </a:cxn>
              <a:cxn ang="T7">
                <a:pos x="T2" y="T3"/>
              </a:cxn>
              <a:cxn ang="T8">
                <a:pos x="T4" y="T5"/>
              </a:cxn>
            </a:cxnLst>
            <a:rect l="T9" t="T10" r="T11" b="T12"/>
            <a:pathLst>
              <a:path w="29607" h="21600" fill="none" extrusionOk="0">
                <a:moveTo>
                  <a:pt x="0" y="1737"/>
                </a:moveTo>
                <a:cubicBezTo>
                  <a:pt x="2682" y="590"/>
                  <a:pt x="5569" y="-1"/>
                  <a:pt x="8487" y="0"/>
                </a:cubicBezTo>
                <a:cubicBezTo>
                  <a:pt x="18671" y="0"/>
                  <a:pt x="27472" y="7114"/>
                  <a:pt x="29607" y="17072"/>
                </a:cubicBezTo>
              </a:path>
              <a:path w="29607" h="21600" stroke="0" extrusionOk="0">
                <a:moveTo>
                  <a:pt x="0" y="1737"/>
                </a:moveTo>
                <a:cubicBezTo>
                  <a:pt x="2682" y="590"/>
                  <a:pt x="5569" y="-1"/>
                  <a:pt x="8487" y="0"/>
                </a:cubicBezTo>
                <a:cubicBezTo>
                  <a:pt x="18671" y="0"/>
                  <a:pt x="27472" y="7114"/>
                  <a:pt x="29607" y="17072"/>
                </a:cubicBezTo>
                <a:lnTo>
                  <a:pt x="8487" y="21600"/>
                </a:lnTo>
                <a:lnTo>
                  <a:pt x="0" y="1737"/>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1" name="Arc 41"/>
          <p:cNvSpPr>
            <a:spLocks/>
          </p:cNvSpPr>
          <p:nvPr/>
        </p:nvSpPr>
        <p:spPr bwMode="auto">
          <a:xfrm rot="768042">
            <a:off x="6159354" y="2330527"/>
            <a:ext cx="2171340" cy="1068166"/>
          </a:xfrm>
          <a:custGeom>
            <a:avLst/>
            <a:gdLst>
              <a:gd name="T0" fmla="*/ 0 w 29607"/>
              <a:gd name="T1" fmla="*/ 2147483647 h 21600"/>
              <a:gd name="T2" fmla="*/ 2147483647 w 29607"/>
              <a:gd name="T3" fmla="*/ 2147483647 h 21600"/>
              <a:gd name="T4" fmla="*/ 2147483647 w 29607"/>
              <a:gd name="T5" fmla="*/ 2147483647 h 21600"/>
              <a:gd name="T6" fmla="*/ 0 60000 65536"/>
              <a:gd name="T7" fmla="*/ 0 60000 65536"/>
              <a:gd name="T8" fmla="*/ 0 60000 65536"/>
              <a:gd name="T9" fmla="*/ 0 w 29607"/>
              <a:gd name="T10" fmla="*/ 0 h 21600"/>
              <a:gd name="T11" fmla="*/ 29607 w 29607"/>
              <a:gd name="T12" fmla="*/ 21600 h 21600"/>
            </a:gdLst>
            <a:ahLst/>
            <a:cxnLst>
              <a:cxn ang="T6">
                <a:pos x="T0" y="T1"/>
              </a:cxn>
              <a:cxn ang="T7">
                <a:pos x="T2" y="T3"/>
              </a:cxn>
              <a:cxn ang="T8">
                <a:pos x="T4" y="T5"/>
              </a:cxn>
            </a:cxnLst>
            <a:rect l="T9" t="T10" r="T11" b="T12"/>
            <a:pathLst>
              <a:path w="29607" h="21600" fill="none" extrusionOk="0">
                <a:moveTo>
                  <a:pt x="0" y="1737"/>
                </a:moveTo>
                <a:cubicBezTo>
                  <a:pt x="2682" y="590"/>
                  <a:pt x="5569" y="-1"/>
                  <a:pt x="8487" y="0"/>
                </a:cubicBezTo>
                <a:cubicBezTo>
                  <a:pt x="18671" y="0"/>
                  <a:pt x="27472" y="7114"/>
                  <a:pt x="29607" y="17072"/>
                </a:cubicBezTo>
              </a:path>
              <a:path w="29607" h="21600" stroke="0" extrusionOk="0">
                <a:moveTo>
                  <a:pt x="0" y="1737"/>
                </a:moveTo>
                <a:cubicBezTo>
                  <a:pt x="2682" y="590"/>
                  <a:pt x="5569" y="-1"/>
                  <a:pt x="8487" y="0"/>
                </a:cubicBezTo>
                <a:cubicBezTo>
                  <a:pt x="18671" y="0"/>
                  <a:pt x="27472" y="7114"/>
                  <a:pt x="29607" y="17072"/>
                </a:cubicBezTo>
                <a:lnTo>
                  <a:pt x="8487" y="21600"/>
                </a:lnTo>
                <a:lnTo>
                  <a:pt x="0" y="1737"/>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43" name="Group 43"/>
          <p:cNvGrpSpPr>
            <a:grpSpLocks/>
          </p:cNvGrpSpPr>
          <p:nvPr/>
        </p:nvGrpSpPr>
        <p:grpSpPr bwMode="auto">
          <a:xfrm>
            <a:off x="4167188" y="1141413"/>
            <a:ext cx="4043362" cy="4452937"/>
            <a:chOff x="1152" y="624"/>
            <a:chExt cx="1950" cy="2148"/>
          </a:xfrm>
        </p:grpSpPr>
        <p:sp>
          <p:nvSpPr>
            <p:cNvPr id="18496" name="Text Box 44"/>
            <p:cNvSpPr txBox="1">
              <a:spLocks noChangeArrowheads="1"/>
            </p:cNvSpPr>
            <p:nvPr/>
          </p:nvSpPr>
          <p:spPr bwMode="auto">
            <a:xfrm>
              <a:off x="1200" y="1104"/>
              <a:ext cx="126"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1</a:t>
              </a:r>
            </a:p>
          </p:txBody>
        </p:sp>
        <p:sp>
          <p:nvSpPr>
            <p:cNvPr id="18497" name="Text Box 45"/>
            <p:cNvSpPr txBox="1">
              <a:spLocks noChangeArrowheads="1"/>
            </p:cNvSpPr>
            <p:nvPr/>
          </p:nvSpPr>
          <p:spPr bwMode="auto">
            <a:xfrm>
              <a:off x="1584" y="720"/>
              <a:ext cx="1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2</a:t>
              </a:r>
            </a:p>
          </p:txBody>
        </p:sp>
        <p:sp>
          <p:nvSpPr>
            <p:cNvPr id="18498" name="Text Box 46"/>
            <p:cNvSpPr txBox="1">
              <a:spLocks noChangeArrowheads="1"/>
            </p:cNvSpPr>
            <p:nvPr/>
          </p:nvSpPr>
          <p:spPr bwMode="auto">
            <a:xfrm>
              <a:off x="2065" y="624"/>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3</a:t>
              </a:r>
            </a:p>
          </p:txBody>
        </p:sp>
        <p:sp>
          <p:nvSpPr>
            <p:cNvPr id="18499" name="Text Box 47"/>
            <p:cNvSpPr txBox="1">
              <a:spLocks noChangeArrowheads="1"/>
            </p:cNvSpPr>
            <p:nvPr/>
          </p:nvSpPr>
          <p:spPr bwMode="auto">
            <a:xfrm>
              <a:off x="2544" y="720"/>
              <a:ext cx="1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4</a:t>
              </a:r>
            </a:p>
          </p:txBody>
        </p:sp>
        <p:sp>
          <p:nvSpPr>
            <p:cNvPr id="18500" name="Text Box 48"/>
            <p:cNvSpPr txBox="1">
              <a:spLocks noChangeArrowheads="1"/>
            </p:cNvSpPr>
            <p:nvPr/>
          </p:nvSpPr>
          <p:spPr bwMode="auto">
            <a:xfrm>
              <a:off x="2940" y="1104"/>
              <a:ext cx="125"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5</a:t>
              </a:r>
            </a:p>
          </p:txBody>
        </p:sp>
        <p:sp>
          <p:nvSpPr>
            <p:cNvPr id="18501" name="Text Box 49"/>
            <p:cNvSpPr txBox="1">
              <a:spLocks noChangeArrowheads="1"/>
            </p:cNvSpPr>
            <p:nvPr/>
          </p:nvSpPr>
          <p:spPr bwMode="auto">
            <a:xfrm>
              <a:off x="2976" y="2112"/>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6</a:t>
              </a:r>
            </a:p>
          </p:txBody>
        </p:sp>
        <p:sp>
          <p:nvSpPr>
            <p:cNvPr id="18502" name="Text Box 50"/>
            <p:cNvSpPr txBox="1">
              <a:spLocks noChangeArrowheads="1"/>
            </p:cNvSpPr>
            <p:nvPr/>
          </p:nvSpPr>
          <p:spPr bwMode="auto">
            <a:xfrm>
              <a:off x="2544" y="2528"/>
              <a:ext cx="1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7</a:t>
              </a:r>
            </a:p>
          </p:txBody>
        </p:sp>
        <p:sp>
          <p:nvSpPr>
            <p:cNvPr id="18503" name="Text Box 51"/>
            <p:cNvSpPr txBox="1">
              <a:spLocks noChangeArrowheads="1"/>
            </p:cNvSpPr>
            <p:nvPr/>
          </p:nvSpPr>
          <p:spPr bwMode="auto">
            <a:xfrm>
              <a:off x="2065" y="2640"/>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8</a:t>
              </a:r>
            </a:p>
          </p:txBody>
        </p:sp>
        <p:sp>
          <p:nvSpPr>
            <p:cNvPr id="18504" name="Text Box 52"/>
            <p:cNvSpPr txBox="1">
              <a:spLocks noChangeArrowheads="1"/>
            </p:cNvSpPr>
            <p:nvPr/>
          </p:nvSpPr>
          <p:spPr bwMode="auto">
            <a:xfrm>
              <a:off x="1584" y="2496"/>
              <a:ext cx="12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9</a:t>
              </a:r>
            </a:p>
          </p:txBody>
        </p:sp>
        <p:sp>
          <p:nvSpPr>
            <p:cNvPr id="18505" name="Text Box 53"/>
            <p:cNvSpPr txBox="1">
              <a:spLocks noChangeArrowheads="1"/>
            </p:cNvSpPr>
            <p:nvPr/>
          </p:nvSpPr>
          <p:spPr bwMode="auto">
            <a:xfrm>
              <a:off x="1152" y="2064"/>
              <a:ext cx="16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10</a:t>
              </a:r>
            </a:p>
          </p:txBody>
        </p:sp>
      </p:grpSp>
      <p:grpSp>
        <p:nvGrpSpPr>
          <p:cNvPr id="44" name="Group 54"/>
          <p:cNvGrpSpPr>
            <a:grpSpLocks/>
          </p:cNvGrpSpPr>
          <p:nvPr/>
        </p:nvGrpSpPr>
        <p:grpSpPr bwMode="auto">
          <a:xfrm>
            <a:off x="3941071" y="1937275"/>
            <a:ext cx="4612302" cy="2991788"/>
            <a:chOff x="1083" y="960"/>
            <a:chExt cx="2224" cy="1443"/>
          </a:xfrm>
        </p:grpSpPr>
        <p:sp>
          <p:nvSpPr>
            <p:cNvPr id="18492" name="Text Box 55"/>
            <p:cNvSpPr txBox="1">
              <a:spLocks noChangeArrowheads="1"/>
            </p:cNvSpPr>
            <p:nvPr/>
          </p:nvSpPr>
          <p:spPr bwMode="auto">
            <a:xfrm>
              <a:off x="3160" y="1632"/>
              <a:ext cx="14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b="1" dirty="0">
                  <a:solidFill>
                    <a:srgbClr val="0000FF"/>
                  </a:solidFill>
                  <a:latin typeface="Times New Roman" panose="02020603050405020304" pitchFamily="18" charset="0"/>
                </a:rPr>
                <a:t>B</a:t>
              </a:r>
            </a:p>
          </p:txBody>
        </p:sp>
        <p:sp>
          <p:nvSpPr>
            <p:cNvPr id="18493" name="Text Box 56"/>
            <p:cNvSpPr txBox="1">
              <a:spLocks noChangeArrowheads="1"/>
            </p:cNvSpPr>
            <p:nvPr/>
          </p:nvSpPr>
          <p:spPr bwMode="auto">
            <a:xfrm>
              <a:off x="1083" y="1602"/>
              <a:ext cx="16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600" b="1" dirty="0">
                  <a:solidFill>
                    <a:srgbClr val="0000FF"/>
                  </a:solidFill>
                  <a:latin typeface="Times New Roman" panose="02020603050405020304" pitchFamily="18" charset="0"/>
                </a:rPr>
                <a:t>A</a:t>
              </a:r>
            </a:p>
          </p:txBody>
        </p:sp>
        <p:sp>
          <p:nvSpPr>
            <p:cNvPr id="18494" name="Text Box 57"/>
            <p:cNvSpPr txBox="1">
              <a:spLocks noChangeArrowheads="1"/>
            </p:cNvSpPr>
            <p:nvPr/>
          </p:nvSpPr>
          <p:spPr bwMode="auto">
            <a:xfrm>
              <a:off x="2064" y="2255"/>
              <a:ext cx="15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b="1" dirty="0">
                  <a:solidFill>
                    <a:srgbClr val="0000FF"/>
                  </a:solidFill>
                  <a:latin typeface="Times New Roman" panose="02020603050405020304" pitchFamily="18" charset="0"/>
                </a:rPr>
                <a:t>D</a:t>
              </a:r>
            </a:p>
          </p:txBody>
        </p:sp>
        <p:sp>
          <p:nvSpPr>
            <p:cNvPr id="18495" name="Text Box 58"/>
            <p:cNvSpPr txBox="1">
              <a:spLocks noChangeArrowheads="1"/>
            </p:cNvSpPr>
            <p:nvPr/>
          </p:nvSpPr>
          <p:spPr bwMode="auto">
            <a:xfrm>
              <a:off x="2064" y="960"/>
              <a:ext cx="152"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b="1" dirty="0">
                  <a:solidFill>
                    <a:srgbClr val="0000FF"/>
                  </a:solidFill>
                  <a:latin typeface="Times New Roman" panose="02020603050405020304" pitchFamily="18" charset="0"/>
                </a:rPr>
                <a:t>C</a:t>
              </a:r>
            </a:p>
          </p:txBody>
        </p:sp>
      </p:grpSp>
      <p:grpSp>
        <p:nvGrpSpPr>
          <p:cNvPr id="45" name="Group 59"/>
          <p:cNvGrpSpPr>
            <a:grpSpLocks/>
          </p:cNvGrpSpPr>
          <p:nvPr/>
        </p:nvGrpSpPr>
        <p:grpSpPr bwMode="auto">
          <a:xfrm>
            <a:off x="5059977" y="2178830"/>
            <a:ext cx="2310746" cy="2272893"/>
            <a:chOff x="1175" y="582"/>
            <a:chExt cx="2043" cy="2186"/>
          </a:xfrm>
        </p:grpSpPr>
        <p:sp>
          <p:nvSpPr>
            <p:cNvPr id="18482" name="Text Box 60"/>
            <p:cNvSpPr txBox="1">
              <a:spLocks noChangeArrowheads="1"/>
            </p:cNvSpPr>
            <p:nvPr/>
          </p:nvSpPr>
          <p:spPr bwMode="auto">
            <a:xfrm>
              <a:off x="1258" y="1156"/>
              <a:ext cx="2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1</a:t>
              </a:r>
            </a:p>
          </p:txBody>
        </p:sp>
        <p:sp>
          <p:nvSpPr>
            <p:cNvPr id="18483" name="Text Box 61"/>
            <p:cNvSpPr txBox="1">
              <a:spLocks noChangeArrowheads="1"/>
            </p:cNvSpPr>
            <p:nvPr/>
          </p:nvSpPr>
          <p:spPr bwMode="auto">
            <a:xfrm>
              <a:off x="1584" y="720"/>
              <a:ext cx="2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a:latin typeface="Times New Roman" panose="02020603050405020304" pitchFamily="18" charset="0"/>
                </a:rPr>
                <a:t>2</a:t>
              </a:r>
            </a:p>
          </p:txBody>
        </p:sp>
        <p:sp>
          <p:nvSpPr>
            <p:cNvPr id="18484" name="Text Box 62"/>
            <p:cNvSpPr txBox="1">
              <a:spLocks noChangeArrowheads="1"/>
            </p:cNvSpPr>
            <p:nvPr/>
          </p:nvSpPr>
          <p:spPr bwMode="auto">
            <a:xfrm>
              <a:off x="2151" y="582"/>
              <a:ext cx="263"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 3</a:t>
              </a:r>
            </a:p>
          </p:txBody>
        </p:sp>
        <p:sp>
          <p:nvSpPr>
            <p:cNvPr id="18485" name="Text Box 63"/>
            <p:cNvSpPr txBox="1">
              <a:spLocks noChangeArrowheads="1"/>
            </p:cNvSpPr>
            <p:nvPr/>
          </p:nvSpPr>
          <p:spPr bwMode="auto">
            <a:xfrm>
              <a:off x="2599" y="776"/>
              <a:ext cx="2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4</a:t>
              </a:r>
            </a:p>
          </p:txBody>
        </p:sp>
        <p:sp>
          <p:nvSpPr>
            <p:cNvPr id="18486" name="Text Box 64"/>
            <p:cNvSpPr txBox="1">
              <a:spLocks noChangeArrowheads="1"/>
            </p:cNvSpPr>
            <p:nvPr/>
          </p:nvSpPr>
          <p:spPr bwMode="auto">
            <a:xfrm>
              <a:off x="2959" y="1186"/>
              <a:ext cx="2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5</a:t>
              </a:r>
            </a:p>
          </p:txBody>
        </p:sp>
        <p:sp>
          <p:nvSpPr>
            <p:cNvPr id="18487" name="Text Box 65"/>
            <p:cNvSpPr txBox="1">
              <a:spLocks noChangeArrowheads="1"/>
            </p:cNvSpPr>
            <p:nvPr/>
          </p:nvSpPr>
          <p:spPr bwMode="auto">
            <a:xfrm>
              <a:off x="2988" y="2010"/>
              <a:ext cx="23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6</a:t>
              </a:r>
            </a:p>
          </p:txBody>
        </p:sp>
        <p:sp>
          <p:nvSpPr>
            <p:cNvPr id="18488" name="Text Box 66"/>
            <p:cNvSpPr txBox="1">
              <a:spLocks noChangeArrowheads="1"/>
            </p:cNvSpPr>
            <p:nvPr/>
          </p:nvSpPr>
          <p:spPr bwMode="auto">
            <a:xfrm>
              <a:off x="2625" y="2461"/>
              <a:ext cx="23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7</a:t>
              </a:r>
            </a:p>
          </p:txBody>
        </p:sp>
        <p:sp>
          <p:nvSpPr>
            <p:cNvPr id="18489" name="Text Box 67"/>
            <p:cNvSpPr txBox="1">
              <a:spLocks noChangeArrowheads="1"/>
            </p:cNvSpPr>
            <p:nvPr/>
          </p:nvSpPr>
          <p:spPr bwMode="auto">
            <a:xfrm>
              <a:off x="2133" y="2503"/>
              <a:ext cx="29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  8</a:t>
              </a:r>
            </a:p>
          </p:txBody>
        </p:sp>
        <p:sp>
          <p:nvSpPr>
            <p:cNvPr id="18490" name="Text Box 68"/>
            <p:cNvSpPr txBox="1">
              <a:spLocks noChangeArrowheads="1"/>
            </p:cNvSpPr>
            <p:nvPr/>
          </p:nvSpPr>
          <p:spPr bwMode="auto">
            <a:xfrm>
              <a:off x="1534" y="2461"/>
              <a:ext cx="23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9</a:t>
              </a:r>
            </a:p>
          </p:txBody>
        </p:sp>
        <p:sp>
          <p:nvSpPr>
            <p:cNvPr id="18491" name="Text Box 69"/>
            <p:cNvSpPr txBox="1">
              <a:spLocks noChangeArrowheads="1"/>
            </p:cNvSpPr>
            <p:nvPr/>
          </p:nvSpPr>
          <p:spPr bwMode="auto">
            <a:xfrm>
              <a:off x="1175" y="1980"/>
              <a:ext cx="29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dirty="0">
                  <a:latin typeface="Times New Roman" panose="02020603050405020304" pitchFamily="18" charset="0"/>
                </a:rPr>
                <a:t>10</a:t>
              </a:r>
            </a:p>
          </p:txBody>
        </p:sp>
      </p:grpSp>
      <p:grpSp>
        <p:nvGrpSpPr>
          <p:cNvPr id="46" name="Group 70"/>
          <p:cNvGrpSpPr>
            <a:grpSpLocks/>
          </p:cNvGrpSpPr>
          <p:nvPr/>
        </p:nvGrpSpPr>
        <p:grpSpPr bwMode="auto">
          <a:xfrm>
            <a:off x="381000" y="228600"/>
            <a:ext cx="3581400" cy="6526213"/>
            <a:chOff x="240" y="736"/>
            <a:chExt cx="2256" cy="2804"/>
          </a:xfrm>
        </p:grpSpPr>
        <p:sp>
          <p:nvSpPr>
            <p:cNvPr id="18480" name="Rectangle 71"/>
            <p:cNvSpPr>
              <a:spLocks noChangeArrowheads="1"/>
            </p:cNvSpPr>
            <p:nvPr/>
          </p:nvSpPr>
          <p:spPr bwMode="auto">
            <a:xfrm>
              <a:off x="240" y="736"/>
              <a:ext cx="2256" cy="2685"/>
            </a:xfrm>
            <a:prstGeom prst="rect">
              <a:avLst/>
            </a:prstGeom>
            <a:solidFill>
              <a:srgbClr val="66FFFF"/>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 name="Rectangle 72"/>
            <p:cNvSpPr>
              <a:spLocks noChangeArrowheads="1"/>
            </p:cNvSpPr>
            <p:nvPr/>
          </p:nvSpPr>
          <p:spPr bwMode="auto">
            <a:xfrm>
              <a:off x="240" y="816"/>
              <a:ext cx="2208" cy="2724"/>
            </a:xfrm>
            <a:prstGeom prst="rect">
              <a:avLst/>
            </a:prstGeom>
            <a:noFill/>
            <a:ln w="9525">
              <a:noFill/>
              <a:miter lim="800000"/>
              <a:headEnd/>
              <a:tailEnd/>
            </a:ln>
          </p:spPr>
          <p:txBody>
            <a:bodyPr>
              <a:spAutoFit/>
            </a:bodyPr>
            <a:lstStyle/>
            <a:p>
              <a:pPr algn="just">
                <a:defRPr/>
              </a:pPr>
              <a:r>
                <a:rPr lang="en-US" sz="1400" b="1" dirty="0">
                  <a:solidFill>
                    <a:srgbClr val="FF0000"/>
                  </a:solidFill>
                  <a:latin typeface="Garamond" pitchFamily="18" charset="0"/>
                  <a:cs typeface="Arial" charset="0"/>
                </a:rPr>
                <a:t>Draw an ellipse having the major axis of 70 mm and the minor axis of 40 mm.</a:t>
              </a:r>
            </a:p>
            <a:p>
              <a:pPr algn="just">
                <a:defRPr/>
              </a:pPr>
              <a:r>
                <a:rPr lang="en-US" sz="1400" b="1" dirty="0">
                  <a:latin typeface="Times New Roman" pitchFamily="18" charset="0"/>
                  <a:cs typeface="Times New Roman" pitchFamily="18" charset="0"/>
                </a:rPr>
                <a:t>Steps:</a:t>
              </a:r>
            </a:p>
            <a:p>
              <a:pPr algn="just">
                <a:defRPr/>
              </a:pPr>
              <a:endParaRPr lang="en-US" sz="1400" dirty="0">
                <a:latin typeface="Times New Roman" pitchFamily="18" charset="0"/>
                <a:cs typeface="Times New Roman" pitchFamily="18" charset="0"/>
              </a:endParaRPr>
            </a:p>
            <a:p>
              <a:pPr marL="342900" indent="-342900" algn="just">
                <a:defRPr/>
              </a:pPr>
              <a:r>
                <a:rPr lang="en-US" sz="1400" dirty="0">
                  <a:latin typeface="Times New Roman" pitchFamily="18" charset="0"/>
                  <a:cs typeface="Times New Roman" pitchFamily="18" charset="0"/>
                </a:rPr>
                <a:t>1. Draw both axes as perpendicular bisectors of each other &amp; name their ends as shown.</a:t>
              </a:r>
            </a:p>
            <a:p>
              <a:pPr marL="342900" indent="-342900"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2. Taking their intersecting point as a center, draw two concentric circles considering both as respective  diameters.</a:t>
              </a:r>
            </a:p>
            <a:p>
              <a:pPr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3. Divide both circles in 12 equal parts &amp; name as shown.</a:t>
              </a:r>
            </a:p>
            <a:p>
              <a:pPr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4. From all points of outer circle draw vertical lines downwards and upwards respectively.</a:t>
              </a:r>
            </a:p>
            <a:p>
              <a:pPr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5.From all points of inner circle draw horizontal lines to intersect those vertical lines.</a:t>
              </a:r>
            </a:p>
            <a:p>
              <a:pPr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6. Mark all intersecting points properly as those are the points on ellipse.</a:t>
              </a:r>
            </a:p>
            <a:p>
              <a:pPr algn="just">
                <a:defRPr/>
              </a:pPr>
              <a:endParaRPr lang="en-US" sz="1400" dirty="0">
                <a:latin typeface="Times New Roman" pitchFamily="18" charset="0"/>
                <a:cs typeface="Times New Roman" pitchFamily="18" charset="0"/>
              </a:endParaRPr>
            </a:p>
            <a:p>
              <a:pPr algn="just">
                <a:defRPr/>
              </a:pPr>
              <a:r>
                <a:rPr lang="en-US" sz="1400" dirty="0">
                  <a:latin typeface="Times New Roman" pitchFamily="18" charset="0"/>
                  <a:cs typeface="Times New Roman" pitchFamily="18" charset="0"/>
                </a:rPr>
                <a:t>7. Join all these points along with the ends of both axes in smooth possible curve. It is required ellipse.</a:t>
              </a:r>
            </a:p>
            <a:p>
              <a:pPr>
                <a:defRPr/>
              </a:pPr>
              <a:endParaRPr lang="en-US" sz="1400" dirty="0">
                <a:latin typeface="Times New Roman" pitchFamily="18" charset="0"/>
                <a:cs typeface="Arial" charset="0"/>
              </a:endParaRPr>
            </a:p>
          </p:txBody>
        </p:sp>
      </p:grpSp>
      <p:sp>
        <p:nvSpPr>
          <p:cNvPr id="18479" name="Text Box 76"/>
          <p:cNvSpPr txBox="1">
            <a:spLocks noChangeArrowheads="1"/>
          </p:cNvSpPr>
          <p:nvPr/>
        </p:nvSpPr>
        <p:spPr bwMode="auto">
          <a:xfrm>
            <a:off x="5867400" y="227013"/>
            <a:ext cx="31384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b="1" u="sng">
                <a:solidFill>
                  <a:schemeClr val="accent2"/>
                </a:solidFill>
                <a:latin typeface="Arial Black" panose="020B0A04020102020204" pitchFamily="34" charset="0"/>
              </a:rPr>
              <a:t>ELLIPSE </a:t>
            </a:r>
          </a:p>
          <a:p>
            <a:pPr algn="ctr" eaLnBrk="1" hangingPunct="1"/>
            <a:r>
              <a:rPr lang="en-US" altLang="en-US" sz="1400" b="1" i="1">
                <a:solidFill>
                  <a:srgbClr val="FF0000"/>
                </a:solidFill>
                <a:latin typeface="Times New Roman" panose="02020603050405020304" pitchFamily="18" charset="0"/>
              </a:rPr>
              <a:t>BY CONCENTRIC CIRCLE METHOD</a:t>
            </a:r>
          </a:p>
        </p:txBody>
      </p:sp>
      <p:sp>
        <p:nvSpPr>
          <p:cNvPr id="26" name="Oval 26"/>
          <p:cNvSpPr>
            <a:spLocks noChangeArrowheads="1"/>
          </p:cNvSpPr>
          <p:nvPr/>
        </p:nvSpPr>
        <p:spPr bwMode="auto">
          <a:xfrm>
            <a:off x="4498975" y="2741613"/>
            <a:ext cx="98425" cy="100012"/>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7" name="Oval 27"/>
          <p:cNvSpPr>
            <a:spLocks noChangeArrowheads="1"/>
          </p:cNvSpPr>
          <p:nvPr/>
        </p:nvSpPr>
        <p:spPr bwMode="auto">
          <a:xfrm>
            <a:off x="5262563" y="2286000"/>
            <a:ext cx="98425"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8" name="Oval 28"/>
          <p:cNvSpPr>
            <a:spLocks noChangeArrowheads="1"/>
          </p:cNvSpPr>
          <p:nvPr/>
        </p:nvSpPr>
        <p:spPr bwMode="auto">
          <a:xfrm>
            <a:off x="7153275" y="2278063"/>
            <a:ext cx="100013" cy="98425"/>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9" name="Oval 29"/>
          <p:cNvSpPr>
            <a:spLocks noChangeArrowheads="1"/>
          </p:cNvSpPr>
          <p:nvPr/>
        </p:nvSpPr>
        <p:spPr bwMode="auto">
          <a:xfrm>
            <a:off x="6183313" y="2144713"/>
            <a:ext cx="98425" cy="100012"/>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0" name="Oval 30"/>
          <p:cNvSpPr>
            <a:spLocks noChangeArrowheads="1"/>
          </p:cNvSpPr>
          <p:nvPr/>
        </p:nvSpPr>
        <p:spPr bwMode="auto">
          <a:xfrm>
            <a:off x="7932738" y="2767013"/>
            <a:ext cx="100012" cy="98425"/>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1" name="Oval 31"/>
          <p:cNvSpPr>
            <a:spLocks noChangeArrowheads="1"/>
          </p:cNvSpPr>
          <p:nvPr/>
        </p:nvSpPr>
        <p:spPr bwMode="auto">
          <a:xfrm>
            <a:off x="8189913" y="3305175"/>
            <a:ext cx="100012"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2" name="Oval 32"/>
          <p:cNvSpPr>
            <a:spLocks noChangeArrowheads="1"/>
          </p:cNvSpPr>
          <p:nvPr/>
        </p:nvSpPr>
        <p:spPr bwMode="auto">
          <a:xfrm>
            <a:off x="7916863" y="3902075"/>
            <a:ext cx="98425"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3" name="Oval 33"/>
          <p:cNvSpPr>
            <a:spLocks noChangeArrowheads="1"/>
          </p:cNvSpPr>
          <p:nvPr/>
        </p:nvSpPr>
        <p:spPr bwMode="auto">
          <a:xfrm>
            <a:off x="7112000" y="4400550"/>
            <a:ext cx="100013"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5" name="Oval 35"/>
          <p:cNvSpPr>
            <a:spLocks noChangeArrowheads="1"/>
          </p:cNvSpPr>
          <p:nvPr/>
        </p:nvSpPr>
        <p:spPr bwMode="auto">
          <a:xfrm>
            <a:off x="5203080" y="4370963"/>
            <a:ext cx="100013"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6" name="Oval 36"/>
          <p:cNvSpPr>
            <a:spLocks noChangeArrowheads="1"/>
          </p:cNvSpPr>
          <p:nvPr/>
        </p:nvSpPr>
        <p:spPr bwMode="auto">
          <a:xfrm>
            <a:off x="4440238" y="3844925"/>
            <a:ext cx="100012" cy="100013"/>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7" name="Oval 37"/>
          <p:cNvSpPr>
            <a:spLocks noChangeArrowheads="1"/>
          </p:cNvSpPr>
          <p:nvPr/>
        </p:nvSpPr>
        <p:spPr bwMode="auto">
          <a:xfrm>
            <a:off x="4208463" y="3314700"/>
            <a:ext cx="100012" cy="98425"/>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4" name="Oval 34"/>
          <p:cNvSpPr>
            <a:spLocks noChangeArrowheads="1"/>
          </p:cNvSpPr>
          <p:nvPr/>
        </p:nvSpPr>
        <p:spPr bwMode="auto">
          <a:xfrm>
            <a:off x="6186597" y="4558724"/>
            <a:ext cx="100012" cy="100012"/>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ppt_x</p:attrName>
                                        </p:attrNameLst>
                                      </p:cBhvr>
                                      <p:tavLst>
                                        <p:tav tm="0">
                                          <p:val>
                                            <p:strVal val="#ppt_x"/>
                                          </p:val>
                                        </p:tav>
                                        <p:tav tm="100000">
                                          <p:val>
                                            <p:strVal val="#ppt_x"/>
                                          </p:val>
                                        </p:tav>
                                      </p:tavLst>
                                    </p:anim>
                                    <p:anim calcmode="lin" valueType="num">
                                      <p:cBhvr>
                                        <p:cTn id="8" dur="500" fill="hold"/>
                                        <p:tgtEl>
                                          <p:spTgt spid="46"/>
                                        </p:tgtEl>
                                        <p:attrNameLst>
                                          <p:attrName>ppt_y</p:attrName>
                                        </p:attrNameLst>
                                      </p:cBhvr>
                                      <p:tavLst>
                                        <p:tav tm="0">
                                          <p:val>
                                            <p:strVal val="#ppt_y+#ppt_h/2"/>
                                          </p:val>
                                        </p:tav>
                                        <p:tav tm="100000">
                                          <p:val>
                                            <p:strVal val="#ppt_y"/>
                                          </p:val>
                                        </p:tav>
                                      </p:tavLst>
                                    </p:anim>
                                    <p:anim calcmode="lin" valueType="num">
                                      <p:cBhvr>
                                        <p:cTn id="9" dur="500" fill="hold"/>
                                        <p:tgtEl>
                                          <p:spTgt spid="46"/>
                                        </p:tgtEl>
                                        <p:attrNameLst>
                                          <p:attrName>ppt_w</p:attrName>
                                        </p:attrNameLst>
                                      </p:cBhvr>
                                      <p:tavLst>
                                        <p:tav tm="0">
                                          <p:val>
                                            <p:strVal val="#ppt_w"/>
                                          </p:val>
                                        </p:tav>
                                        <p:tav tm="100000">
                                          <p:val>
                                            <p:strVal val="#ppt_w"/>
                                          </p:val>
                                        </p:tav>
                                      </p:tavLst>
                                    </p:anim>
                                    <p:anim calcmode="lin" valueType="num">
                                      <p:cBhvr>
                                        <p:cTn id="10" dur="5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1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p:cTn id="27" dur="500" fill="hold"/>
                                        <p:tgtEl>
                                          <p:spTgt spid="44"/>
                                        </p:tgtEl>
                                        <p:attrNameLst>
                                          <p:attrName>ppt_w</p:attrName>
                                        </p:attrNameLst>
                                      </p:cBhvr>
                                      <p:tavLst>
                                        <p:tav tm="0">
                                          <p:val>
                                            <p:fltVal val="0"/>
                                          </p:val>
                                        </p:tav>
                                        <p:tav tm="100000">
                                          <p:val>
                                            <p:strVal val="#ppt_w"/>
                                          </p:val>
                                        </p:tav>
                                      </p:tavLst>
                                    </p:anim>
                                    <p:anim calcmode="lin" valueType="num">
                                      <p:cBhvr>
                                        <p:cTn id="28"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p:cTn id="45" dur="500" fill="hold"/>
                                        <p:tgtEl>
                                          <p:spTgt spid="6"/>
                                        </p:tgtEl>
                                        <p:attrNameLst>
                                          <p:attrName>ppt_w</p:attrName>
                                        </p:attrNameLst>
                                      </p:cBhvr>
                                      <p:tavLst>
                                        <p:tav tm="0">
                                          <p:val>
                                            <p:fltVal val="0"/>
                                          </p:val>
                                        </p:tav>
                                        <p:tav tm="100000">
                                          <p:val>
                                            <p:strVal val="#ppt_w"/>
                                          </p:val>
                                        </p:tav>
                                      </p:tavLst>
                                    </p:anim>
                                    <p:anim calcmode="lin" valueType="num">
                                      <p:cBhvr>
                                        <p:cTn id="4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p:cTn id="51" dur="500" fill="hold"/>
                                        <p:tgtEl>
                                          <p:spTgt spid="7"/>
                                        </p:tgtEl>
                                        <p:attrNameLst>
                                          <p:attrName>ppt_w</p:attrName>
                                        </p:attrNameLst>
                                      </p:cBhvr>
                                      <p:tavLst>
                                        <p:tav tm="0">
                                          <p:val>
                                            <p:fltVal val="0"/>
                                          </p:val>
                                        </p:tav>
                                        <p:tav tm="100000">
                                          <p:val>
                                            <p:strVal val="#ppt_w"/>
                                          </p:val>
                                        </p:tav>
                                      </p:tavLst>
                                    </p:anim>
                                    <p:anim calcmode="lin" valueType="num">
                                      <p:cBhvr>
                                        <p:cTn id="52"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p:cTn id="63" dur="500" fill="hold"/>
                                        <p:tgtEl>
                                          <p:spTgt spid="9"/>
                                        </p:tgtEl>
                                        <p:attrNameLst>
                                          <p:attrName>ppt_w</p:attrName>
                                        </p:attrNameLst>
                                      </p:cBhvr>
                                      <p:tavLst>
                                        <p:tav tm="0">
                                          <p:val>
                                            <p:fltVal val="0"/>
                                          </p:val>
                                        </p:tav>
                                        <p:tav tm="100000">
                                          <p:val>
                                            <p:strVal val="#ppt_w"/>
                                          </p:val>
                                        </p:tav>
                                      </p:tavLst>
                                    </p:anim>
                                    <p:anim calcmode="lin" valueType="num">
                                      <p:cBhvr>
                                        <p:cTn id="6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anim calcmode="lin" valueType="num">
                                      <p:cBhvr>
                                        <p:cTn id="69" dur="500" fill="hold"/>
                                        <p:tgtEl>
                                          <p:spTgt spid="43"/>
                                        </p:tgtEl>
                                        <p:attrNameLst>
                                          <p:attrName>ppt_w</p:attrName>
                                        </p:attrNameLst>
                                      </p:cBhvr>
                                      <p:tavLst>
                                        <p:tav tm="0">
                                          <p:val>
                                            <p:fltVal val="0"/>
                                          </p:val>
                                        </p:tav>
                                        <p:tav tm="100000">
                                          <p:val>
                                            <p:strVal val="#ppt_w"/>
                                          </p:val>
                                        </p:tav>
                                      </p:tavLst>
                                    </p:anim>
                                    <p:anim calcmode="lin" valueType="num">
                                      <p:cBhvr>
                                        <p:cTn id="70" dur="500" fill="hold"/>
                                        <p:tgtEl>
                                          <p:spTgt spid="43"/>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3" presetClass="entr" presetSubtype="16" fill="hold" nodeType="clickEffect">
                                  <p:stCondLst>
                                    <p:cond delay="0"/>
                                  </p:stCondLst>
                                  <p:childTnLst>
                                    <p:set>
                                      <p:cBhvr>
                                        <p:cTn id="74" dur="1" fill="hold">
                                          <p:stCondLst>
                                            <p:cond delay="0"/>
                                          </p:stCondLst>
                                        </p:cTn>
                                        <p:tgtEl>
                                          <p:spTgt spid="45"/>
                                        </p:tgtEl>
                                        <p:attrNameLst>
                                          <p:attrName>style.visibility</p:attrName>
                                        </p:attrNameLst>
                                      </p:cBhvr>
                                      <p:to>
                                        <p:strVal val="visible"/>
                                      </p:to>
                                    </p:set>
                                    <p:anim calcmode="lin" valueType="num">
                                      <p:cBhvr>
                                        <p:cTn id="75" dur="500" fill="hold"/>
                                        <p:tgtEl>
                                          <p:spTgt spid="45"/>
                                        </p:tgtEl>
                                        <p:attrNameLst>
                                          <p:attrName>ppt_w</p:attrName>
                                        </p:attrNameLst>
                                      </p:cBhvr>
                                      <p:tavLst>
                                        <p:tav tm="0">
                                          <p:val>
                                            <p:fltVal val="0"/>
                                          </p:val>
                                        </p:tav>
                                        <p:tav tm="100000">
                                          <p:val>
                                            <p:strVal val="#ppt_w"/>
                                          </p:val>
                                        </p:tav>
                                      </p:tavLst>
                                    </p:anim>
                                    <p:anim calcmode="lin" valueType="num">
                                      <p:cBhvr>
                                        <p:cTn id="76" dur="500" fill="hold"/>
                                        <p:tgtEl>
                                          <p:spTgt spid="45"/>
                                        </p:tgtEl>
                                        <p:attrNameLst>
                                          <p:attrName>ppt_h</p:attrName>
                                        </p:attrNameLst>
                                      </p:cBhvr>
                                      <p:tavLst>
                                        <p:tav tm="0">
                                          <p:val>
                                            <p:fltVal val="0"/>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1" fill="hold" nodeType="clickEffect">
                                  <p:stCondLst>
                                    <p:cond delay="0"/>
                                  </p:stCondLst>
                                  <p:childTnLst>
                                    <p:set>
                                      <p:cBhvr>
                                        <p:cTn id="80" dur="1" fill="hold">
                                          <p:stCondLst>
                                            <p:cond delay="0"/>
                                          </p:stCondLst>
                                        </p:cTn>
                                        <p:tgtEl>
                                          <p:spTgt spid="10"/>
                                        </p:tgtEl>
                                        <p:attrNameLst>
                                          <p:attrName>style.visibility</p:attrName>
                                        </p:attrNameLst>
                                      </p:cBhvr>
                                      <p:to>
                                        <p:strVal val="visible"/>
                                      </p:to>
                                    </p:set>
                                    <p:anim calcmode="lin" valueType="num">
                                      <p:cBhvr>
                                        <p:cTn id="81" dur="500" fill="hold"/>
                                        <p:tgtEl>
                                          <p:spTgt spid="10"/>
                                        </p:tgtEl>
                                        <p:attrNameLst>
                                          <p:attrName>ppt_x</p:attrName>
                                        </p:attrNameLst>
                                      </p:cBhvr>
                                      <p:tavLst>
                                        <p:tav tm="0">
                                          <p:val>
                                            <p:strVal val="#ppt_x"/>
                                          </p:val>
                                        </p:tav>
                                        <p:tav tm="100000">
                                          <p:val>
                                            <p:strVal val="#ppt_x"/>
                                          </p:val>
                                        </p:tav>
                                      </p:tavLst>
                                    </p:anim>
                                    <p:anim calcmode="lin" valueType="num">
                                      <p:cBhvr>
                                        <p:cTn id="82" dur="500" fill="hold"/>
                                        <p:tgtEl>
                                          <p:spTgt spid="10"/>
                                        </p:tgtEl>
                                        <p:attrNameLst>
                                          <p:attrName>ppt_y</p:attrName>
                                        </p:attrNameLst>
                                      </p:cBhvr>
                                      <p:tavLst>
                                        <p:tav tm="0">
                                          <p:val>
                                            <p:strVal val="#ppt_y-#ppt_h/2"/>
                                          </p:val>
                                        </p:tav>
                                        <p:tav tm="100000">
                                          <p:val>
                                            <p:strVal val="#ppt_y"/>
                                          </p:val>
                                        </p:tav>
                                      </p:tavLst>
                                    </p:anim>
                                    <p:anim calcmode="lin" valueType="num">
                                      <p:cBhvr>
                                        <p:cTn id="83" dur="500" fill="hold"/>
                                        <p:tgtEl>
                                          <p:spTgt spid="10"/>
                                        </p:tgtEl>
                                        <p:attrNameLst>
                                          <p:attrName>ppt_w</p:attrName>
                                        </p:attrNameLst>
                                      </p:cBhvr>
                                      <p:tavLst>
                                        <p:tav tm="0">
                                          <p:val>
                                            <p:strVal val="#ppt_w"/>
                                          </p:val>
                                        </p:tav>
                                        <p:tav tm="100000">
                                          <p:val>
                                            <p:strVal val="#ppt_w"/>
                                          </p:val>
                                        </p:tav>
                                      </p:tavLst>
                                    </p:anim>
                                    <p:anim calcmode="lin" valueType="num">
                                      <p:cBhvr>
                                        <p:cTn id="84"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1" fill="hold" nodeType="clickEffect">
                                  <p:stCondLst>
                                    <p:cond delay="0"/>
                                  </p:stCondLst>
                                  <p:childTnLst>
                                    <p:set>
                                      <p:cBhvr>
                                        <p:cTn id="88" dur="1" fill="hold">
                                          <p:stCondLst>
                                            <p:cond delay="0"/>
                                          </p:stCondLst>
                                        </p:cTn>
                                        <p:tgtEl>
                                          <p:spTgt spid="11"/>
                                        </p:tgtEl>
                                        <p:attrNameLst>
                                          <p:attrName>style.visibility</p:attrName>
                                        </p:attrNameLst>
                                      </p:cBhvr>
                                      <p:to>
                                        <p:strVal val="visible"/>
                                      </p:to>
                                    </p:set>
                                    <p:anim calcmode="lin" valueType="num">
                                      <p:cBhvr>
                                        <p:cTn id="89" dur="500" fill="hold"/>
                                        <p:tgtEl>
                                          <p:spTgt spid="11"/>
                                        </p:tgtEl>
                                        <p:attrNameLst>
                                          <p:attrName>ppt_x</p:attrName>
                                        </p:attrNameLst>
                                      </p:cBhvr>
                                      <p:tavLst>
                                        <p:tav tm="0">
                                          <p:val>
                                            <p:strVal val="#ppt_x"/>
                                          </p:val>
                                        </p:tav>
                                        <p:tav tm="100000">
                                          <p:val>
                                            <p:strVal val="#ppt_x"/>
                                          </p:val>
                                        </p:tav>
                                      </p:tavLst>
                                    </p:anim>
                                    <p:anim calcmode="lin" valueType="num">
                                      <p:cBhvr>
                                        <p:cTn id="90" dur="500" fill="hold"/>
                                        <p:tgtEl>
                                          <p:spTgt spid="11"/>
                                        </p:tgtEl>
                                        <p:attrNameLst>
                                          <p:attrName>ppt_y</p:attrName>
                                        </p:attrNameLst>
                                      </p:cBhvr>
                                      <p:tavLst>
                                        <p:tav tm="0">
                                          <p:val>
                                            <p:strVal val="#ppt_y-#ppt_h/2"/>
                                          </p:val>
                                        </p:tav>
                                        <p:tav tm="100000">
                                          <p:val>
                                            <p:strVal val="#ppt_y"/>
                                          </p:val>
                                        </p:tav>
                                      </p:tavLst>
                                    </p:anim>
                                    <p:anim calcmode="lin" valueType="num">
                                      <p:cBhvr>
                                        <p:cTn id="91" dur="500" fill="hold"/>
                                        <p:tgtEl>
                                          <p:spTgt spid="11"/>
                                        </p:tgtEl>
                                        <p:attrNameLst>
                                          <p:attrName>ppt_w</p:attrName>
                                        </p:attrNameLst>
                                      </p:cBhvr>
                                      <p:tavLst>
                                        <p:tav tm="0">
                                          <p:val>
                                            <p:strVal val="#ppt_w"/>
                                          </p:val>
                                        </p:tav>
                                        <p:tav tm="100000">
                                          <p:val>
                                            <p:strVal val="#ppt_w"/>
                                          </p:val>
                                        </p:tav>
                                      </p:tavLst>
                                    </p:anim>
                                    <p:anim calcmode="lin" valueType="num">
                                      <p:cBhvr>
                                        <p:cTn id="9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1" fill="hold" nodeType="clickEffect">
                                  <p:stCondLst>
                                    <p:cond delay="0"/>
                                  </p:stCondLst>
                                  <p:childTnLst>
                                    <p:set>
                                      <p:cBhvr>
                                        <p:cTn id="96" dur="1" fill="hold">
                                          <p:stCondLst>
                                            <p:cond delay="0"/>
                                          </p:stCondLst>
                                        </p:cTn>
                                        <p:tgtEl>
                                          <p:spTgt spid="12"/>
                                        </p:tgtEl>
                                        <p:attrNameLst>
                                          <p:attrName>style.visibility</p:attrName>
                                        </p:attrNameLst>
                                      </p:cBhvr>
                                      <p:to>
                                        <p:strVal val="visible"/>
                                      </p:to>
                                    </p:set>
                                    <p:anim calcmode="lin" valueType="num">
                                      <p:cBhvr>
                                        <p:cTn id="97" dur="500" fill="hold"/>
                                        <p:tgtEl>
                                          <p:spTgt spid="12"/>
                                        </p:tgtEl>
                                        <p:attrNameLst>
                                          <p:attrName>ppt_x</p:attrName>
                                        </p:attrNameLst>
                                      </p:cBhvr>
                                      <p:tavLst>
                                        <p:tav tm="0">
                                          <p:val>
                                            <p:strVal val="#ppt_x"/>
                                          </p:val>
                                        </p:tav>
                                        <p:tav tm="100000">
                                          <p:val>
                                            <p:strVal val="#ppt_x"/>
                                          </p:val>
                                        </p:tav>
                                      </p:tavLst>
                                    </p:anim>
                                    <p:anim calcmode="lin" valueType="num">
                                      <p:cBhvr>
                                        <p:cTn id="98" dur="500" fill="hold"/>
                                        <p:tgtEl>
                                          <p:spTgt spid="12"/>
                                        </p:tgtEl>
                                        <p:attrNameLst>
                                          <p:attrName>ppt_y</p:attrName>
                                        </p:attrNameLst>
                                      </p:cBhvr>
                                      <p:tavLst>
                                        <p:tav tm="0">
                                          <p:val>
                                            <p:strVal val="#ppt_y-#ppt_h/2"/>
                                          </p:val>
                                        </p:tav>
                                        <p:tav tm="100000">
                                          <p:val>
                                            <p:strVal val="#ppt_y"/>
                                          </p:val>
                                        </p:tav>
                                      </p:tavLst>
                                    </p:anim>
                                    <p:anim calcmode="lin" valueType="num">
                                      <p:cBhvr>
                                        <p:cTn id="99" dur="500" fill="hold"/>
                                        <p:tgtEl>
                                          <p:spTgt spid="12"/>
                                        </p:tgtEl>
                                        <p:attrNameLst>
                                          <p:attrName>ppt_w</p:attrName>
                                        </p:attrNameLst>
                                      </p:cBhvr>
                                      <p:tavLst>
                                        <p:tav tm="0">
                                          <p:val>
                                            <p:strVal val="#ppt_w"/>
                                          </p:val>
                                        </p:tav>
                                        <p:tav tm="100000">
                                          <p:val>
                                            <p:strVal val="#ppt_w"/>
                                          </p:val>
                                        </p:tav>
                                      </p:tavLst>
                                    </p:anim>
                                    <p:anim calcmode="lin" valueType="num">
                                      <p:cBhvr>
                                        <p:cTn id="100"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7" presetClass="entr" presetSubtype="1" fill="hold" nodeType="clickEffect">
                                  <p:stCondLst>
                                    <p:cond delay="0"/>
                                  </p:stCondLst>
                                  <p:childTnLst>
                                    <p:set>
                                      <p:cBhvr>
                                        <p:cTn id="104" dur="1" fill="hold">
                                          <p:stCondLst>
                                            <p:cond delay="0"/>
                                          </p:stCondLst>
                                        </p:cTn>
                                        <p:tgtEl>
                                          <p:spTgt spid="13"/>
                                        </p:tgtEl>
                                        <p:attrNameLst>
                                          <p:attrName>style.visibility</p:attrName>
                                        </p:attrNameLst>
                                      </p:cBhvr>
                                      <p:to>
                                        <p:strVal val="visible"/>
                                      </p:to>
                                    </p:set>
                                    <p:anim calcmode="lin" valueType="num">
                                      <p:cBhvr>
                                        <p:cTn id="105" dur="500" fill="hold"/>
                                        <p:tgtEl>
                                          <p:spTgt spid="13"/>
                                        </p:tgtEl>
                                        <p:attrNameLst>
                                          <p:attrName>ppt_x</p:attrName>
                                        </p:attrNameLst>
                                      </p:cBhvr>
                                      <p:tavLst>
                                        <p:tav tm="0">
                                          <p:val>
                                            <p:strVal val="#ppt_x"/>
                                          </p:val>
                                        </p:tav>
                                        <p:tav tm="100000">
                                          <p:val>
                                            <p:strVal val="#ppt_x"/>
                                          </p:val>
                                        </p:tav>
                                      </p:tavLst>
                                    </p:anim>
                                    <p:anim calcmode="lin" valueType="num">
                                      <p:cBhvr>
                                        <p:cTn id="106" dur="500" fill="hold"/>
                                        <p:tgtEl>
                                          <p:spTgt spid="13"/>
                                        </p:tgtEl>
                                        <p:attrNameLst>
                                          <p:attrName>ppt_y</p:attrName>
                                        </p:attrNameLst>
                                      </p:cBhvr>
                                      <p:tavLst>
                                        <p:tav tm="0">
                                          <p:val>
                                            <p:strVal val="#ppt_y-#ppt_h/2"/>
                                          </p:val>
                                        </p:tav>
                                        <p:tav tm="100000">
                                          <p:val>
                                            <p:strVal val="#ppt_y"/>
                                          </p:val>
                                        </p:tav>
                                      </p:tavLst>
                                    </p:anim>
                                    <p:anim calcmode="lin" valueType="num">
                                      <p:cBhvr>
                                        <p:cTn id="107" dur="500" fill="hold"/>
                                        <p:tgtEl>
                                          <p:spTgt spid="13"/>
                                        </p:tgtEl>
                                        <p:attrNameLst>
                                          <p:attrName>ppt_w</p:attrName>
                                        </p:attrNameLst>
                                      </p:cBhvr>
                                      <p:tavLst>
                                        <p:tav tm="0">
                                          <p:val>
                                            <p:strVal val="#ppt_w"/>
                                          </p:val>
                                        </p:tav>
                                        <p:tav tm="100000">
                                          <p:val>
                                            <p:strVal val="#ppt_w"/>
                                          </p:val>
                                        </p:tav>
                                      </p:tavLst>
                                    </p:anim>
                                    <p:anim calcmode="lin" valueType="num">
                                      <p:cBhvr>
                                        <p:cTn id="108"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7" presetClass="entr" presetSubtype="4" fill="hold" nodeType="clickEffect">
                                  <p:stCondLst>
                                    <p:cond delay="0"/>
                                  </p:stCondLst>
                                  <p:childTnLst>
                                    <p:set>
                                      <p:cBhvr>
                                        <p:cTn id="112" dur="1" fill="hold">
                                          <p:stCondLst>
                                            <p:cond delay="0"/>
                                          </p:stCondLst>
                                        </p:cTn>
                                        <p:tgtEl>
                                          <p:spTgt spid="14"/>
                                        </p:tgtEl>
                                        <p:attrNameLst>
                                          <p:attrName>style.visibility</p:attrName>
                                        </p:attrNameLst>
                                      </p:cBhvr>
                                      <p:to>
                                        <p:strVal val="visible"/>
                                      </p:to>
                                    </p:set>
                                    <p:anim calcmode="lin" valueType="num">
                                      <p:cBhvr>
                                        <p:cTn id="113" dur="500" fill="hold"/>
                                        <p:tgtEl>
                                          <p:spTgt spid="14"/>
                                        </p:tgtEl>
                                        <p:attrNameLst>
                                          <p:attrName>ppt_x</p:attrName>
                                        </p:attrNameLst>
                                      </p:cBhvr>
                                      <p:tavLst>
                                        <p:tav tm="0">
                                          <p:val>
                                            <p:strVal val="#ppt_x"/>
                                          </p:val>
                                        </p:tav>
                                        <p:tav tm="100000">
                                          <p:val>
                                            <p:strVal val="#ppt_x"/>
                                          </p:val>
                                        </p:tav>
                                      </p:tavLst>
                                    </p:anim>
                                    <p:anim calcmode="lin" valueType="num">
                                      <p:cBhvr>
                                        <p:cTn id="114" dur="500" fill="hold"/>
                                        <p:tgtEl>
                                          <p:spTgt spid="14"/>
                                        </p:tgtEl>
                                        <p:attrNameLst>
                                          <p:attrName>ppt_y</p:attrName>
                                        </p:attrNameLst>
                                      </p:cBhvr>
                                      <p:tavLst>
                                        <p:tav tm="0">
                                          <p:val>
                                            <p:strVal val="#ppt_y+#ppt_h/2"/>
                                          </p:val>
                                        </p:tav>
                                        <p:tav tm="100000">
                                          <p:val>
                                            <p:strVal val="#ppt_y"/>
                                          </p:val>
                                        </p:tav>
                                      </p:tavLst>
                                    </p:anim>
                                    <p:anim calcmode="lin" valueType="num">
                                      <p:cBhvr>
                                        <p:cTn id="115" dur="500" fill="hold"/>
                                        <p:tgtEl>
                                          <p:spTgt spid="14"/>
                                        </p:tgtEl>
                                        <p:attrNameLst>
                                          <p:attrName>ppt_w</p:attrName>
                                        </p:attrNameLst>
                                      </p:cBhvr>
                                      <p:tavLst>
                                        <p:tav tm="0">
                                          <p:val>
                                            <p:strVal val="#ppt_w"/>
                                          </p:val>
                                        </p:tav>
                                        <p:tav tm="100000">
                                          <p:val>
                                            <p:strVal val="#ppt_w"/>
                                          </p:val>
                                        </p:tav>
                                      </p:tavLst>
                                    </p:anim>
                                    <p:anim calcmode="lin" valueType="num">
                                      <p:cBhvr>
                                        <p:cTn id="116"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7" presetClass="entr" presetSubtype="4" fill="hold" nodeType="clickEffect">
                                  <p:stCondLst>
                                    <p:cond delay="0"/>
                                  </p:stCondLst>
                                  <p:childTnLst>
                                    <p:set>
                                      <p:cBhvr>
                                        <p:cTn id="120" dur="1" fill="hold">
                                          <p:stCondLst>
                                            <p:cond delay="0"/>
                                          </p:stCondLst>
                                        </p:cTn>
                                        <p:tgtEl>
                                          <p:spTgt spid="15"/>
                                        </p:tgtEl>
                                        <p:attrNameLst>
                                          <p:attrName>style.visibility</p:attrName>
                                        </p:attrNameLst>
                                      </p:cBhvr>
                                      <p:to>
                                        <p:strVal val="visible"/>
                                      </p:to>
                                    </p:set>
                                    <p:anim calcmode="lin" valueType="num">
                                      <p:cBhvr>
                                        <p:cTn id="121" dur="500" fill="hold"/>
                                        <p:tgtEl>
                                          <p:spTgt spid="15"/>
                                        </p:tgtEl>
                                        <p:attrNameLst>
                                          <p:attrName>ppt_x</p:attrName>
                                        </p:attrNameLst>
                                      </p:cBhvr>
                                      <p:tavLst>
                                        <p:tav tm="0">
                                          <p:val>
                                            <p:strVal val="#ppt_x"/>
                                          </p:val>
                                        </p:tav>
                                        <p:tav tm="100000">
                                          <p:val>
                                            <p:strVal val="#ppt_x"/>
                                          </p:val>
                                        </p:tav>
                                      </p:tavLst>
                                    </p:anim>
                                    <p:anim calcmode="lin" valueType="num">
                                      <p:cBhvr>
                                        <p:cTn id="122" dur="500" fill="hold"/>
                                        <p:tgtEl>
                                          <p:spTgt spid="15"/>
                                        </p:tgtEl>
                                        <p:attrNameLst>
                                          <p:attrName>ppt_y</p:attrName>
                                        </p:attrNameLst>
                                      </p:cBhvr>
                                      <p:tavLst>
                                        <p:tav tm="0">
                                          <p:val>
                                            <p:strVal val="#ppt_y+#ppt_h/2"/>
                                          </p:val>
                                        </p:tav>
                                        <p:tav tm="100000">
                                          <p:val>
                                            <p:strVal val="#ppt_y"/>
                                          </p:val>
                                        </p:tav>
                                      </p:tavLst>
                                    </p:anim>
                                    <p:anim calcmode="lin" valueType="num">
                                      <p:cBhvr>
                                        <p:cTn id="123" dur="500" fill="hold"/>
                                        <p:tgtEl>
                                          <p:spTgt spid="15"/>
                                        </p:tgtEl>
                                        <p:attrNameLst>
                                          <p:attrName>ppt_w</p:attrName>
                                        </p:attrNameLst>
                                      </p:cBhvr>
                                      <p:tavLst>
                                        <p:tav tm="0">
                                          <p:val>
                                            <p:strVal val="#ppt_w"/>
                                          </p:val>
                                        </p:tav>
                                        <p:tav tm="100000">
                                          <p:val>
                                            <p:strVal val="#ppt_w"/>
                                          </p:val>
                                        </p:tav>
                                      </p:tavLst>
                                    </p:anim>
                                    <p:anim calcmode="lin" valueType="num">
                                      <p:cBhvr>
                                        <p:cTn id="124"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7" presetClass="entr" presetSubtype="4" fill="hold" nodeType="clickEffect">
                                  <p:stCondLst>
                                    <p:cond delay="0"/>
                                  </p:stCondLst>
                                  <p:childTnLst>
                                    <p:set>
                                      <p:cBhvr>
                                        <p:cTn id="128" dur="1" fill="hold">
                                          <p:stCondLst>
                                            <p:cond delay="0"/>
                                          </p:stCondLst>
                                        </p:cTn>
                                        <p:tgtEl>
                                          <p:spTgt spid="16"/>
                                        </p:tgtEl>
                                        <p:attrNameLst>
                                          <p:attrName>style.visibility</p:attrName>
                                        </p:attrNameLst>
                                      </p:cBhvr>
                                      <p:to>
                                        <p:strVal val="visible"/>
                                      </p:to>
                                    </p:set>
                                    <p:anim calcmode="lin" valueType="num">
                                      <p:cBhvr>
                                        <p:cTn id="129" dur="500" fill="hold"/>
                                        <p:tgtEl>
                                          <p:spTgt spid="16"/>
                                        </p:tgtEl>
                                        <p:attrNameLst>
                                          <p:attrName>ppt_x</p:attrName>
                                        </p:attrNameLst>
                                      </p:cBhvr>
                                      <p:tavLst>
                                        <p:tav tm="0">
                                          <p:val>
                                            <p:strVal val="#ppt_x"/>
                                          </p:val>
                                        </p:tav>
                                        <p:tav tm="100000">
                                          <p:val>
                                            <p:strVal val="#ppt_x"/>
                                          </p:val>
                                        </p:tav>
                                      </p:tavLst>
                                    </p:anim>
                                    <p:anim calcmode="lin" valueType="num">
                                      <p:cBhvr>
                                        <p:cTn id="130" dur="500" fill="hold"/>
                                        <p:tgtEl>
                                          <p:spTgt spid="16"/>
                                        </p:tgtEl>
                                        <p:attrNameLst>
                                          <p:attrName>ppt_y</p:attrName>
                                        </p:attrNameLst>
                                      </p:cBhvr>
                                      <p:tavLst>
                                        <p:tav tm="0">
                                          <p:val>
                                            <p:strVal val="#ppt_y+#ppt_h/2"/>
                                          </p:val>
                                        </p:tav>
                                        <p:tav tm="100000">
                                          <p:val>
                                            <p:strVal val="#ppt_y"/>
                                          </p:val>
                                        </p:tav>
                                      </p:tavLst>
                                    </p:anim>
                                    <p:anim calcmode="lin" valueType="num">
                                      <p:cBhvr>
                                        <p:cTn id="131" dur="500" fill="hold"/>
                                        <p:tgtEl>
                                          <p:spTgt spid="16"/>
                                        </p:tgtEl>
                                        <p:attrNameLst>
                                          <p:attrName>ppt_w</p:attrName>
                                        </p:attrNameLst>
                                      </p:cBhvr>
                                      <p:tavLst>
                                        <p:tav tm="0">
                                          <p:val>
                                            <p:strVal val="#ppt_w"/>
                                          </p:val>
                                        </p:tav>
                                        <p:tav tm="100000">
                                          <p:val>
                                            <p:strVal val="#ppt_w"/>
                                          </p:val>
                                        </p:tav>
                                      </p:tavLst>
                                    </p:anim>
                                    <p:anim calcmode="lin" valueType="num">
                                      <p:cBhvr>
                                        <p:cTn id="132"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7" presetClass="entr" presetSubtype="4" fill="hold" nodeType="clickEffect">
                                  <p:stCondLst>
                                    <p:cond delay="0"/>
                                  </p:stCondLst>
                                  <p:childTnLst>
                                    <p:set>
                                      <p:cBhvr>
                                        <p:cTn id="136" dur="1" fill="hold">
                                          <p:stCondLst>
                                            <p:cond delay="0"/>
                                          </p:stCondLst>
                                        </p:cTn>
                                        <p:tgtEl>
                                          <p:spTgt spid="17"/>
                                        </p:tgtEl>
                                        <p:attrNameLst>
                                          <p:attrName>style.visibility</p:attrName>
                                        </p:attrNameLst>
                                      </p:cBhvr>
                                      <p:to>
                                        <p:strVal val="visible"/>
                                      </p:to>
                                    </p:set>
                                    <p:anim calcmode="lin" valueType="num">
                                      <p:cBhvr>
                                        <p:cTn id="137" dur="500" fill="hold"/>
                                        <p:tgtEl>
                                          <p:spTgt spid="17"/>
                                        </p:tgtEl>
                                        <p:attrNameLst>
                                          <p:attrName>ppt_x</p:attrName>
                                        </p:attrNameLst>
                                      </p:cBhvr>
                                      <p:tavLst>
                                        <p:tav tm="0">
                                          <p:val>
                                            <p:strVal val="#ppt_x"/>
                                          </p:val>
                                        </p:tav>
                                        <p:tav tm="100000">
                                          <p:val>
                                            <p:strVal val="#ppt_x"/>
                                          </p:val>
                                        </p:tav>
                                      </p:tavLst>
                                    </p:anim>
                                    <p:anim calcmode="lin" valueType="num">
                                      <p:cBhvr>
                                        <p:cTn id="138" dur="500" fill="hold"/>
                                        <p:tgtEl>
                                          <p:spTgt spid="17"/>
                                        </p:tgtEl>
                                        <p:attrNameLst>
                                          <p:attrName>ppt_y</p:attrName>
                                        </p:attrNameLst>
                                      </p:cBhvr>
                                      <p:tavLst>
                                        <p:tav tm="0">
                                          <p:val>
                                            <p:strVal val="#ppt_y+#ppt_h/2"/>
                                          </p:val>
                                        </p:tav>
                                        <p:tav tm="100000">
                                          <p:val>
                                            <p:strVal val="#ppt_y"/>
                                          </p:val>
                                        </p:tav>
                                      </p:tavLst>
                                    </p:anim>
                                    <p:anim calcmode="lin" valueType="num">
                                      <p:cBhvr>
                                        <p:cTn id="139" dur="500" fill="hold"/>
                                        <p:tgtEl>
                                          <p:spTgt spid="17"/>
                                        </p:tgtEl>
                                        <p:attrNameLst>
                                          <p:attrName>ppt_w</p:attrName>
                                        </p:attrNameLst>
                                      </p:cBhvr>
                                      <p:tavLst>
                                        <p:tav tm="0">
                                          <p:val>
                                            <p:strVal val="#ppt_w"/>
                                          </p:val>
                                        </p:tav>
                                        <p:tav tm="100000">
                                          <p:val>
                                            <p:strVal val="#ppt_w"/>
                                          </p:val>
                                        </p:tav>
                                      </p:tavLst>
                                    </p:anim>
                                    <p:anim calcmode="lin" valueType="num">
                                      <p:cBhvr>
                                        <p:cTn id="14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7" presetClass="entr" presetSubtype="10" fill="hold" nodeType="clickEffect">
                                  <p:stCondLst>
                                    <p:cond delay="0"/>
                                  </p:stCondLst>
                                  <p:childTnLst>
                                    <p:set>
                                      <p:cBhvr>
                                        <p:cTn id="144" dur="1" fill="hold">
                                          <p:stCondLst>
                                            <p:cond delay="0"/>
                                          </p:stCondLst>
                                        </p:cTn>
                                        <p:tgtEl>
                                          <p:spTgt spid="18"/>
                                        </p:tgtEl>
                                        <p:attrNameLst>
                                          <p:attrName>style.visibility</p:attrName>
                                        </p:attrNameLst>
                                      </p:cBhvr>
                                      <p:to>
                                        <p:strVal val="visible"/>
                                      </p:to>
                                    </p:set>
                                    <p:anim calcmode="lin" valueType="num">
                                      <p:cBhvr>
                                        <p:cTn id="145" dur="500" fill="hold"/>
                                        <p:tgtEl>
                                          <p:spTgt spid="18"/>
                                        </p:tgtEl>
                                        <p:attrNameLst>
                                          <p:attrName>ppt_w</p:attrName>
                                        </p:attrNameLst>
                                      </p:cBhvr>
                                      <p:tavLst>
                                        <p:tav tm="0">
                                          <p:val>
                                            <p:fltVal val="0"/>
                                          </p:val>
                                        </p:tav>
                                        <p:tav tm="100000">
                                          <p:val>
                                            <p:strVal val="#ppt_w"/>
                                          </p:val>
                                        </p:tav>
                                      </p:tavLst>
                                    </p:anim>
                                    <p:anim calcmode="lin" valueType="num">
                                      <p:cBhvr>
                                        <p:cTn id="146"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10" fill="hold" nodeType="clickEffect">
                                  <p:stCondLst>
                                    <p:cond delay="0"/>
                                  </p:stCondLst>
                                  <p:childTnLst>
                                    <p:set>
                                      <p:cBhvr>
                                        <p:cTn id="150" dur="1" fill="hold">
                                          <p:stCondLst>
                                            <p:cond delay="0"/>
                                          </p:stCondLst>
                                        </p:cTn>
                                        <p:tgtEl>
                                          <p:spTgt spid="19"/>
                                        </p:tgtEl>
                                        <p:attrNameLst>
                                          <p:attrName>style.visibility</p:attrName>
                                        </p:attrNameLst>
                                      </p:cBhvr>
                                      <p:to>
                                        <p:strVal val="visible"/>
                                      </p:to>
                                    </p:set>
                                    <p:anim calcmode="lin" valueType="num">
                                      <p:cBhvr>
                                        <p:cTn id="151" dur="500" fill="hold"/>
                                        <p:tgtEl>
                                          <p:spTgt spid="19"/>
                                        </p:tgtEl>
                                        <p:attrNameLst>
                                          <p:attrName>ppt_w</p:attrName>
                                        </p:attrNameLst>
                                      </p:cBhvr>
                                      <p:tavLst>
                                        <p:tav tm="0">
                                          <p:val>
                                            <p:fltVal val="0"/>
                                          </p:val>
                                        </p:tav>
                                        <p:tav tm="100000">
                                          <p:val>
                                            <p:strVal val="#ppt_w"/>
                                          </p:val>
                                        </p:tav>
                                      </p:tavLst>
                                    </p:anim>
                                    <p:anim calcmode="lin" valueType="num">
                                      <p:cBhvr>
                                        <p:cTn id="152"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7" presetClass="entr" presetSubtype="10" fill="hold" nodeType="clickEffect">
                                  <p:stCondLst>
                                    <p:cond delay="0"/>
                                  </p:stCondLst>
                                  <p:childTnLst>
                                    <p:set>
                                      <p:cBhvr>
                                        <p:cTn id="156" dur="1" fill="hold">
                                          <p:stCondLst>
                                            <p:cond delay="0"/>
                                          </p:stCondLst>
                                        </p:cTn>
                                        <p:tgtEl>
                                          <p:spTgt spid="20"/>
                                        </p:tgtEl>
                                        <p:attrNameLst>
                                          <p:attrName>style.visibility</p:attrName>
                                        </p:attrNameLst>
                                      </p:cBhvr>
                                      <p:to>
                                        <p:strVal val="visible"/>
                                      </p:to>
                                    </p:set>
                                    <p:anim calcmode="lin" valueType="num">
                                      <p:cBhvr>
                                        <p:cTn id="157" dur="500" fill="hold"/>
                                        <p:tgtEl>
                                          <p:spTgt spid="20"/>
                                        </p:tgtEl>
                                        <p:attrNameLst>
                                          <p:attrName>ppt_w</p:attrName>
                                        </p:attrNameLst>
                                      </p:cBhvr>
                                      <p:tavLst>
                                        <p:tav tm="0">
                                          <p:val>
                                            <p:fltVal val="0"/>
                                          </p:val>
                                        </p:tav>
                                        <p:tav tm="100000">
                                          <p:val>
                                            <p:strVal val="#ppt_w"/>
                                          </p:val>
                                        </p:tav>
                                      </p:tavLst>
                                    </p:anim>
                                    <p:anim calcmode="lin" valueType="num">
                                      <p:cBhvr>
                                        <p:cTn id="158"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7" presetClass="entr" presetSubtype="10" fill="hold" nodeType="clickEffect">
                                  <p:stCondLst>
                                    <p:cond delay="0"/>
                                  </p:stCondLst>
                                  <p:childTnLst>
                                    <p:set>
                                      <p:cBhvr>
                                        <p:cTn id="162" dur="1" fill="hold">
                                          <p:stCondLst>
                                            <p:cond delay="0"/>
                                          </p:stCondLst>
                                        </p:cTn>
                                        <p:tgtEl>
                                          <p:spTgt spid="21"/>
                                        </p:tgtEl>
                                        <p:attrNameLst>
                                          <p:attrName>style.visibility</p:attrName>
                                        </p:attrNameLst>
                                      </p:cBhvr>
                                      <p:to>
                                        <p:strVal val="visible"/>
                                      </p:to>
                                    </p:set>
                                    <p:anim calcmode="lin" valueType="num">
                                      <p:cBhvr>
                                        <p:cTn id="163" dur="500" fill="hold"/>
                                        <p:tgtEl>
                                          <p:spTgt spid="21"/>
                                        </p:tgtEl>
                                        <p:attrNameLst>
                                          <p:attrName>ppt_w</p:attrName>
                                        </p:attrNameLst>
                                      </p:cBhvr>
                                      <p:tavLst>
                                        <p:tav tm="0">
                                          <p:val>
                                            <p:fltVal val="0"/>
                                          </p:val>
                                        </p:tav>
                                        <p:tav tm="100000">
                                          <p:val>
                                            <p:strVal val="#ppt_w"/>
                                          </p:val>
                                        </p:tav>
                                      </p:tavLst>
                                    </p:anim>
                                    <p:anim calcmode="lin" valueType="num">
                                      <p:cBhvr>
                                        <p:cTn id="164" dur="5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7" presetClass="entr" presetSubtype="10" fill="hold" nodeType="clickEffect">
                                  <p:stCondLst>
                                    <p:cond delay="0"/>
                                  </p:stCondLst>
                                  <p:childTnLst>
                                    <p:set>
                                      <p:cBhvr>
                                        <p:cTn id="168" dur="1" fill="hold">
                                          <p:stCondLst>
                                            <p:cond delay="0"/>
                                          </p:stCondLst>
                                        </p:cTn>
                                        <p:tgtEl>
                                          <p:spTgt spid="22"/>
                                        </p:tgtEl>
                                        <p:attrNameLst>
                                          <p:attrName>style.visibility</p:attrName>
                                        </p:attrNameLst>
                                      </p:cBhvr>
                                      <p:to>
                                        <p:strVal val="visible"/>
                                      </p:to>
                                    </p:set>
                                    <p:anim calcmode="lin" valueType="num">
                                      <p:cBhvr>
                                        <p:cTn id="169" dur="500" fill="hold"/>
                                        <p:tgtEl>
                                          <p:spTgt spid="22"/>
                                        </p:tgtEl>
                                        <p:attrNameLst>
                                          <p:attrName>ppt_w</p:attrName>
                                        </p:attrNameLst>
                                      </p:cBhvr>
                                      <p:tavLst>
                                        <p:tav tm="0">
                                          <p:val>
                                            <p:fltVal val="0"/>
                                          </p:val>
                                        </p:tav>
                                        <p:tav tm="100000">
                                          <p:val>
                                            <p:strVal val="#ppt_w"/>
                                          </p:val>
                                        </p:tav>
                                      </p:tavLst>
                                    </p:anim>
                                    <p:anim calcmode="lin" valueType="num">
                                      <p:cBhvr>
                                        <p:cTn id="170"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10" fill="hold" nodeType="clickEffect">
                                  <p:stCondLst>
                                    <p:cond delay="0"/>
                                  </p:stCondLst>
                                  <p:childTnLst>
                                    <p:set>
                                      <p:cBhvr>
                                        <p:cTn id="174" dur="1" fill="hold">
                                          <p:stCondLst>
                                            <p:cond delay="0"/>
                                          </p:stCondLst>
                                        </p:cTn>
                                        <p:tgtEl>
                                          <p:spTgt spid="23"/>
                                        </p:tgtEl>
                                        <p:attrNameLst>
                                          <p:attrName>style.visibility</p:attrName>
                                        </p:attrNameLst>
                                      </p:cBhvr>
                                      <p:to>
                                        <p:strVal val="visible"/>
                                      </p:to>
                                    </p:set>
                                    <p:anim calcmode="lin" valueType="num">
                                      <p:cBhvr>
                                        <p:cTn id="175" dur="500" fill="hold"/>
                                        <p:tgtEl>
                                          <p:spTgt spid="23"/>
                                        </p:tgtEl>
                                        <p:attrNameLst>
                                          <p:attrName>ppt_w</p:attrName>
                                        </p:attrNameLst>
                                      </p:cBhvr>
                                      <p:tavLst>
                                        <p:tav tm="0">
                                          <p:val>
                                            <p:fltVal val="0"/>
                                          </p:val>
                                        </p:tav>
                                        <p:tav tm="100000">
                                          <p:val>
                                            <p:strVal val="#ppt_w"/>
                                          </p:val>
                                        </p:tav>
                                      </p:tavLst>
                                    </p:anim>
                                    <p:anim calcmode="lin" valueType="num">
                                      <p:cBhvr>
                                        <p:cTn id="176"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7" presetClass="entr" presetSubtype="10" fill="hold" nodeType="clickEffect">
                                  <p:stCondLst>
                                    <p:cond delay="0"/>
                                  </p:stCondLst>
                                  <p:childTnLst>
                                    <p:set>
                                      <p:cBhvr>
                                        <p:cTn id="180" dur="1" fill="hold">
                                          <p:stCondLst>
                                            <p:cond delay="0"/>
                                          </p:stCondLst>
                                        </p:cTn>
                                        <p:tgtEl>
                                          <p:spTgt spid="24"/>
                                        </p:tgtEl>
                                        <p:attrNameLst>
                                          <p:attrName>style.visibility</p:attrName>
                                        </p:attrNameLst>
                                      </p:cBhvr>
                                      <p:to>
                                        <p:strVal val="visible"/>
                                      </p:to>
                                    </p:set>
                                    <p:anim calcmode="lin" valueType="num">
                                      <p:cBhvr>
                                        <p:cTn id="181" dur="500" fill="hold"/>
                                        <p:tgtEl>
                                          <p:spTgt spid="24"/>
                                        </p:tgtEl>
                                        <p:attrNameLst>
                                          <p:attrName>ppt_w</p:attrName>
                                        </p:attrNameLst>
                                      </p:cBhvr>
                                      <p:tavLst>
                                        <p:tav tm="0">
                                          <p:val>
                                            <p:fltVal val="0"/>
                                          </p:val>
                                        </p:tav>
                                        <p:tav tm="100000">
                                          <p:val>
                                            <p:strVal val="#ppt_w"/>
                                          </p:val>
                                        </p:tav>
                                      </p:tavLst>
                                    </p:anim>
                                    <p:anim calcmode="lin" valueType="num">
                                      <p:cBhvr>
                                        <p:cTn id="182" dur="5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0" fill="hold" nodeType="clickEffect">
                                  <p:stCondLst>
                                    <p:cond delay="0"/>
                                  </p:stCondLst>
                                  <p:childTnLst>
                                    <p:set>
                                      <p:cBhvr>
                                        <p:cTn id="186" dur="1" fill="hold">
                                          <p:stCondLst>
                                            <p:cond delay="0"/>
                                          </p:stCondLst>
                                        </p:cTn>
                                        <p:tgtEl>
                                          <p:spTgt spid="25"/>
                                        </p:tgtEl>
                                        <p:attrNameLst>
                                          <p:attrName>style.visibility</p:attrName>
                                        </p:attrNameLst>
                                      </p:cBhvr>
                                      <p:to>
                                        <p:strVal val="visible"/>
                                      </p:to>
                                    </p:set>
                                    <p:anim calcmode="lin" valueType="num">
                                      <p:cBhvr>
                                        <p:cTn id="187" dur="500" fill="hold"/>
                                        <p:tgtEl>
                                          <p:spTgt spid="25"/>
                                        </p:tgtEl>
                                        <p:attrNameLst>
                                          <p:attrName>ppt_w</p:attrName>
                                        </p:attrNameLst>
                                      </p:cBhvr>
                                      <p:tavLst>
                                        <p:tav tm="0">
                                          <p:val>
                                            <p:fltVal val="0"/>
                                          </p:val>
                                        </p:tav>
                                        <p:tav tm="100000">
                                          <p:val>
                                            <p:strVal val="#ppt_w"/>
                                          </p:val>
                                        </p:tav>
                                      </p:tavLst>
                                    </p:anim>
                                    <p:anim calcmode="lin" valueType="num">
                                      <p:cBhvr>
                                        <p:cTn id="188"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3" presetClass="entr" presetSubtype="32" fill="hold" grpId="0" nodeType="clickEffect">
                                  <p:stCondLst>
                                    <p:cond delay="0"/>
                                  </p:stCondLst>
                                  <p:childTnLst>
                                    <p:set>
                                      <p:cBhvr>
                                        <p:cTn id="192" dur="1" fill="hold">
                                          <p:stCondLst>
                                            <p:cond delay="0"/>
                                          </p:stCondLst>
                                        </p:cTn>
                                        <p:tgtEl>
                                          <p:spTgt spid="26"/>
                                        </p:tgtEl>
                                        <p:attrNameLst>
                                          <p:attrName>style.visibility</p:attrName>
                                        </p:attrNameLst>
                                      </p:cBhvr>
                                      <p:to>
                                        <p:strVal val="visible"/>
                                      </p:to>
                                    </p:set>
                                    <p:anim calcmode="lin" valueType="num">
                                      <p:cBhvr>
                                        <p:cTn id="193" dur="500" fill="hold"/>
                                        <p:tgtEl>
                                          <p:spTgt spid="26"/>
                                        </p:tgtEl>
                                        <p:attrNameLst>
                                          <p:attrName>ppt_w</p:attrName>
                                        </p:attrNameLst>
                                      </p:cBhvr>
                                      <p:tavLst>
                                        <p:tav tm="0">
                                          <p:val>
                                            <p:strVal val="4*#ppt_w"/>
                                          </p:val>
                                        </p:tav>
                                        <p:tav tm="100000">
                                          <p:val>
                                            <p:strVal val="#ppt_w"/>
                                          </p:val>
                                        </p:tav>
                                      </p:tavLst>
                                    </p:anim>
                                    <p:anim calcmode="lin" valueType="num">
                                      <p:cBhvr>
                                        <p:cTn id="194" dur="500" fill="hold"/>
                                        <p:tgtEl>
                                          <p:spTgt spid="26"/>
                                        </p:tgtEl>
                                        <p:attrNameLst>
                                          <p:attrName>ppt_h</p:attrName>
                                        </p:attrNameLst>
                                      </p:cBhvr>
                                      <p:tavLst>
                                        <p:tav tm="0">
                                          <p:val>
                                            <p:strVal val="4*#ppt_h"/>
                                          </p:val>
                                        </p:tav>
                                        <p:tav tm="100000">
                                          <p:val>
                                            <p:strVal val="#ppt_h"/>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3" presetClass="entr" presetSubtype="32" fill="hold" grpId="0" nodeType="clickEffect">
                                  <p:stCondLst>
                                    <p:cond delay="0"/>
                                  </p:stCondLst>
                                  <p:childTnLst>
                                    <p:set>
                                      <p:cBhvr>
                                        <p:cTn id="198" dur="1" fill="hold">
                                          <p:stCondLst>
                                            <p:cond delay="0"/>
                                          </p:stCondLst>
                                        </p:cTn>
                                        <p:tgtEl>
                                          <p:spTgt spid="27"/>
                                        </p:tgtEl>
                                        <p:attrNameLst>
                                          <p:attrName>style.visibility</p:attrName>
                                        </p:attrNameLst>
                                      </p:cBhvr>
                                      <p:to>
                                        <p:strVal val="visible"/>
                                      </p:to>
                                    </p:set>
                                    <p:anim calcmode="lin" valueType="num">
                                      <p:cBhvr>
                                        <p:cTn id="199" dur="500" fill="hold"/>
                                        <p:tgtEl>
                                          <p:spTgt spid="27"/>
                                        </p:tgtEl>
                                        <p:attrNameLst>
                                          <p:attrName>ppt_w</p:attrName>
                                        </p:attrNameLst>
                                      </p:cBhvr>
                                      <p:tavLst>
                                        <p:tav tm="0">
                                          <p:val>
                                            <p:strVal val="4*#ppt_w"/>
                                          </p:val>
                                        </p:tav>
                                        <p:tav tm="100000">
                                          <p:val>
                                            <p:strVal val="#ppt_w"/>
                                          </p:val>
                                        </p:tav>
                                      </p:tavLst>
                                    </p:anim>
                                    <p:anim calcmode="lin" valueType="num">
                                      <p:cBhvr>
                                        <p:cTn id="200" dur="500" fill="hold"/>
                                        <p:tgtEl>
                                          <p:spTgt spid="27"/>
                                        </p:tgtEl>
                                        <p:attrNameLst>
                                          <p:attrName>ppt_h</p:attrName>
                                        </p:attrNameLst>
                                      </p:cBhvr>
                                      <p:tavLst>
                                        <p:tav tm="0">
                                          <p:val>
                                            <p:strVal val="4*#ppt_h"/>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3" presetClass="entr" presetSubtype="32" fill="hold" grpId="0" nodeType="clickEffect">
                                  <p:stCondLst>
                                    <p:cond delay="0"/>
                                  </p:stCondLst>
                                  <p:childTnLst>
                                    <p:set>
                                      <p:cBhvr>
                                        <p:cTn id="204" dur="1" fill="hold">
                                          <p:stCondLst>
                                            <p:cond delay="0"/>
                                          </p:stCondLst>
                                        </p:cTn>
                                        <p:tgtEl>
                                          <p:spTgt spid="29"/>
                                        </p:tgtEl>
                                        <p:attrNameLst>
                                          <p:attrName>style.visibility</p:attrName>
                                        </p:attrNameLst>
                                      </p:cBhvr>
                                      <p:to>
                                        <p:strVal val="visible"/>
                                      </p:to>
                                    </p:set>
                                    <p:anim calcmode="lin" valueType="num">
                                      <p:cBhvr>
                                        <p:cTn id="205" dur="500" fill="hold"/>
                                        <p:tgtEl>
                                          <p:spTgt spid="29"/>
                                        </p:tgtEl>
                                        <p:attrNameLst>
                                          <p:attrName>ppt_w</p:attrName>
                                        </p:attrNameLst>
                                      </p:cBhvr>
                                      <p:tavLst>
                                        <p:tav tm="0">
                                          <p:val>
                                            <p:strVal val="4*#ppt_w"/>
                                          </p:val>
                                        </p:tav>
                                        <p:tav tm="100000">
                                          <p:val>
                                            <p:strVal val="#ppt_w"/>
                                          </p:val>
                                        </p:tav>
                                      </p:tavLst>
                                    </p:anim>
                                    <p:anim calcmode="lin" valueType="num">
                                      <p:cBhvr>
                                        <p:cTn id="206" dur="500" fill="hold"/>
                                        <p:tgtEl>
                                          <p:spTgt spid="29"/>
                                        </p:tgtEl>
                                        <p:attrNameLst>
                                          <p:attrName>ppt_h</p:attrName>
                                        </p:attrNameLst>
                                      </p:cBhvr>
                                      <p:tavLst>
                                        <p:tav tm="0">
                                          <p:val>
                                            <p:strVal val="4*#ppt_h"/>
                                          </p:val>
                                        </p:tav>
                                        <p:tav tm="100000">
                                          <p:val>
                                            <p:strVal val="#ppt_h"/>
                                          </p:val>
                                        </p:tav>
                                      </p:tavLst>
                                    </p:anim>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3" presetClass="entr" presetSubtype="32" fill="hold" grpId="0" nodeType="clickEffect">
                                  <p:stCondLst>
                                    <p:cond delay="0"/>
                                  </p:stCondLst>
                                  <p:childTnLst>
                                    <p:set>
                                      <p:cBhvr>
                                        <p:cTn id="210" dur="1" fill="hold">
                                          <p:stCondLst>
                                            <p:cond delay="0"/>
                                          </p:stCondLst>
                                        </p:cTn>
                                        <p:tgtEl>
                                          <p:spTgt spid="28"/>
                                        </p:tgtEl>
                                        <p:attrNameLst>
                                          <p:attrName>style.visibility</p:attrName>
                                        </p:attrNameLst>
                                      </p:cBhvr>
                                      <p:to>
                                        <p:strVal val="visible"/>
                                      </p:to>
                                    </p:set>
                                    <p:anim calcmode="lin" valueType="num">
                                      <p:cBhvr>
                                        <p:cTn id="211" dur="500" fill="hold"/>
                                        <p:tgtEl>
                                          <p:spTgt spid="28"/>
                                        </p:tgtEl>
                                        <p:attrNameLst>
                                          <p:attrName>ppt_w</p:attrName>
                                        </p:attrNameLst>
                                      </p:cBhvr>
                                      <p:tavLst>
                                        <p:tav tm="0">
                                          <p:val>
                                            <p:strVal val="4*#ppt_w"/>
                                          </p:val>
                                        </p:tav>
                                        <p:tav tm="100000">
                                          <p:val>
                                            <p:strVal val="#ppt_w"/>
                                          </p:val>
                                        </p:tav>
                                      </p:tavLst>
                                    </p:anim>
                                    <p:anim calcmode="lin" valueType="num">
                                      <p:cBhvr>
                                        <p:cTn id="212" dur="500" fill="hold"/>
                                        <p:tgtEl>
                                          <p:spTgt spid="28"/>
                                        </p:tgtEl>
                                        <p:attrNameLst>
                                          <p:attrName>ppt_h</p:attrName>
                                        </p:attrNameLst>
                                      </p:cBhvr>
                                      <p:tavLst>
                                        <p:tav tm="0">
                                          <p:val>
                                            <p:strVal val="4*#ppt_h"/>
                                          </p:val>
                                        </p:tav>
                                        <p:tav tm="100000">
                                          <p:val>
                                            <p:strVal val="#ppt_h"/>
                                          </p:val>
                                        </p:tav>
                                      </p:tavLst>
                                    </p:anim>
                                  </p:childTnLst>
                                </p:cTn>
                              </p:par>
                            </p:childTnLst>
                          </p:cTn>
                        </p:par>
                      </p:childTnLst>
                    </p:cTn>
                  </p:par>
                  <p:par>
                    <p:cTn id="213" fill="hold" nodeType="clickPar">
                      <p:stCondLst>
                        <p:cond delay="indefinite"/>
                      </p:stCondLst>
                      <p:childTnLst>
                        <p:par>
                          <p:cTn id="214" fill="hold" nodeType="withGroup">
                            <p:stCondLst>
                              <p:cond delay="0"/>
                            </p:stCondLst>
                            <p:childTnLst>
                              <p:par>
                                <p:cTn id="215" presetID="23" presetClass="entr" presetSubtype="32" fill="hold" grpId="0" nodeType="clickEffect">
                                  <p:stCondLst>
                                    <p:cond delay="0"/>
                                  </p:stCondLst>
                                  <p:childTnLst>
                                    <p:set>
                                      <p:cBhvr>
                                        <p:cTn id="216" dur="1" fill="hold">
                                          <p:stCondLst>
                                            <p:cond delay="0"/>
                                          </p:stCondLst>
                                        </p:cTn>
                                        <p:tgtEl>
                                          <p:spTgt spid="30"/>
                                        </p:tgtEl>
                                        <p:attrNameLst>
                                          <p:attrName>style.visibility</p:attrName>
                                        </p:attrNameLst>
                                      </p:cBhvr>
                                      <p:to>
                                        <p:strVal val="visible"/>
                                      </p:to>
                                    </p:set>
                                    <p:anim calcmode="lin" valueType="num">
                                      <p:cBhvr>
                                        <p:cTn id="217" dur="500" fill="hold"/>
                                        <p:tgtEl>
                                          <p:spTgt spid="30"/>
                                        </p:tgtEl>
                                        <p:attrNameLst>
                                          <p:attrName>ppt_w</p:attrName>
                                        </p:attrNameLst>
                                      </p:cBhvr>
                                      <p:tavLst>
                                        <p:tav tm="0">
                                          <p:val>
                                            <p:strVal val="4*#ppt_w"/>
                                          </p:val>
                                        </p:tav>
                                        <p:tav tm="100000">
                                          <p:val>
                                            <p:strVal val="#ppt_w"/>
                                          </p:val>
                                        </p:tav>
                                      </p:tavLst>
                                    </p:anim>
                                    <p:anim calcmode="lin" valueType="num">
                                      <p:cBhvr>
                                        <p:cTn id="218" dur="500" fill="hold"/>
                                        <p:tgtEl>
                                          <p:spTgt spid="30"/>
                                        </p:tgtEl>
                                        <p:attrNameLst>
                                          <p:attrName>ppt_h</p:attrName>
                                        </p:attrNameLst>
                                      </p:cBhvr>
                                      <p:tavLst>
                                        <p:tav tm="0">
                                          <p:val>
                                            <p:strVal val="4*#ppt_h"/>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23" presetClass="entr" presetSubtype="32" fill="hold" grpId="0" nodeType="clickEffect">
                                  <p:stCondLst>
                                    <p:cond delay="0"/>
                                  </p:stCondLst>
                                  <p:childTnLst>
                                    <p:set>
                                      <p:cBhvr>
                                        <p:cTn id="222" dur="1" fill="hold">
                                          <p:stCondLst>
                                            <p:cond delay="0"/>
                                          </p:stCondLst>
                                        </p:cTn>
                                        <p:tgtEl>
                                          <p:spTgt spid="31"/>
                                        </p:tgtEl>
                                        <p:attrNameLst>
                                          <p:attrName>style.visibility</p:attrName>
                                        </p:attrNameLst>
                                      </p:cBhvr>
                                      <p:to>
                                        <p:strVal val="visible"/>
                                      </p:to>
                                    </p:set>
                                    <p:anim calcmode="lin" valueType="num">
                                      <p:cBhvr>
                                        <p:cTn id="223" dur="500" fill="hold"/>
                                        <p:tgtEl>
                                          <p:spTgt spid="31"/>
                                        </p:tgtEl>
                                        <p:attrNameLst>
                                          <p:attrName>ppt_w</p:attrName>
                                        </p:attrNameLst>
                                      </p:cBhvr>
                                      <p:tavLst>
                                        <p:tav tm="0">
                                          <p:val>
                                            <p:strVal val="4*#ppt_w"/>
                                          </p:val>
                                        </p:tav>
                                        <p:tav tm="100000">
                                          <p:val>
                                            <p:strVal val="#ppt_w"/>
                                          </p:val>
                                        </p:tav>
                                      </p:tavLst>
                                    </p:anim>
                                    <p:anim calcmode="lin" valueType="num">
                                      <p:cBhvr>
                                        <p:cTn id="224" dur="500" fill="hold"/>
                                        <p:tgtEl>
                                          <p:spTgt spid="31"/>
                                        </p:tgtEl>
                                        <p:attrNameLst>
                                          <p:attrName>ppt_h</p:attrName>
                                        </p:attrNameLst>
                                      </p:cBhvr>
                                      <p:tavLst>
                                        <p:tav tm="0">
                                          <p:val>
                                            <p:strVal val="4*#ppt_h"/>
                                          </p:val>
                                        </p:tav>
                                        <p:tav tm="100000">
                                          <p:val>
                                            <p:strVal val="#ppt_h"/>
                                          </p:val>
                                        </p:tav>
                                      </p:tavLst>
                                    </p:anim>
                                  </p:childTnLst>
                                </p:cTn>
                              </p:par>
                            </p:childTnLst>
                          </p:cTn>
                        </p:par>
                      </p:childTnLst>
                    </p:cTn>
                  </p:par>
                  <p:par>
                    <p:cTn id="225" fill="hold" nodeType="clickPar">
                      <p:stCondLst>
                        <p:cond delay="indefinite"/>
                      </p:stCondLst>
                      <p:childTnLst>
                        <p:par>
                          <p:cTn id="226" fill="hold" nodeType="withGroup">
                            <p:stCondLst>
                              <p:cond delay="0"/>
                            </p:stCondLst>
                            <p:childTnLst>
                              <p:par>
                                <p:cTn id="227" presetID="23" presetClass="entr" presetSubtype="32" fill="hold" grpId="0" nodeType="clickEffect">
                                  <p:stCondLst>
                                    <p:cond delay="0"/>
                                  </p:stCondLst>
                                  <p:childTnLst>
                                    <p:set>
                                      <p:cBhvr>
                                        <p:cTn id="228" dur="1" fill="hold">
                                          <p:stCondLst>
                                            <p:cond delay="0"/>
                                          </p:stCondLst>
                                        </p:cTn>
                                        <p:tgtEl>
                                          <p:spTgt spid="32"/>
                                        </p:tgtEl>
                                        <p:attrNameLst>
                                          <p:attrName>style.visibility</p:attrName>
                                        </p:attrNameLst>
                                      </p:cBhvr>
                                      <p:to>
                                        <p:strVal val="visible"/>
                                      </p:to>
                                    </p:set>
                                    <p:anim calcmode="lin" valueType="num">
                                      <p:cBhvr>
                                        <p:cTn id="229" dur="500" fill="hold"/>
                                        <p:tgtEl>
                                          <p:spTgt spid="32"/>
                                        </p:tgtEl>
                                        <p:attrNameLst>
                                          <p:attrName>ppt_w</p:attrName>
                                        </p:attrNameLst>
                                      </p:cBhvr>
                                      <p:tavLst>
                                        <p:tav tm="0">
                                          <p:val>
                                            <p:strVal val="4*#ppt_w"/>
                                          </p:val>
                                        </p:tav>
                                        <p:tav tm="100000">
                                          <p:val>
                                            <p:strVal val="#ppt_w"/>
                                          </p:val>
                                        </p:tav>
                                      </p:tavLst>
                                    </p:anim>
                                    <p:anim calcmode="lin" valueType="num">
                                      <p:cBhvr>
                                        <p:cTn id="230" dur="500" fill="hold"/>
                                        <p:tgtEl>
                                          <p:spTgt spid="32"/>
                                        </p:tgtEl>
                                        <p:attrNameLst>
                                          <p:attrName>ppt_h</p:attrName>
                                        </p:attrNameLst>
                                      </p:cBhvr>
                                      <p:tavLst>
                                        <p:tav tm="0">
                                          <p:val>
                                            <p:strVal val="4*#ppt_h"/>
                                          </p:val>
                                        </p:tav>
                                        <p:tav tm="100000">
                                          <p:val>
                                            <p:strVal val="#ppt_h"/>
                                          </p:val>
                                        </p:tav>
                                      </p:tavLst>
                                    </p:anim>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3" presetClass="entr" presetSubtype="32" fill="hold" grpId="0" nodeType="clickEffect">
                                  <p:stCondLst>
                                    <p:cond delay="0"/>
                                  </p:stCondLst>
                                  <p:childTnLst>
                                    <p:set>
                                      <p:cBhvr>
                                        <p:cTn id="234" dur="1" fill="hold">
                                          <p:stCondLst>
                                            <p:cond delay="0"/>
                                          </p:stCondLst>
                                        </p:cTn>
                                        <p:tgtEl>
                                          <p:spTgt spid="33"/>
                                        </p:tgtEl>
                                        <p:attrNameLst>
                                          <p:attrName>style.visibility</p:attrName>
                                        </p:attrNameLst>
                                      </p:cBhvr>
                                      <p:to>
                                        <p:strVal val="visible"/>
                                      </p:to>
                                    </p:set>
                                    <p:anim calcmode="lin" valueType="num">
                                      <p:cBhvr>
                                        <p:cTn id="235" dur="500" fill="hold"/>
                                        <p:tgtEl>
                                          <p:spTgt spid="33"/>
                                        </p:tgtEl>
                                        <p:attrNameLst>
                                          <p:attrName>ppt_w</p:attrName>
                                        </p:attrNameLst>
                                      </p:cBhvr>
                                      <p:tavLst>
                                        <p:tav tm="0">
                                          <p:val>
                                            <p:strVal val="4*#ppt_w"/>
                                          </p:val>
                                        </p:tav>
                                        <p:tav tm="100000">
                                          <p:val>
                                            <p:strVal val="#ppt_w"/>
                                          </p:val>
                                        </p:tav>
                                      </p:tavLst>
                                    </p:anim>
                                    <p:anim calcmode="lin" valueType="num">
                                      <p:cBhvr>
                                        <p:cTn id="236" dur="500" fill="hold"/>
                                        <p:tgtEl>
                                          <p:spTgt spid="33"/>
                                        </p:tgtEl>
                                        <p:attrNameLst>
                                          <p:attrName>ppt_h</p:attrName>
                                        </p:attrNameLst>
                                      </p:cBhvr>
                                      <p:tavLst>
                                        <p:tav tm="0">
                                          <p:val>
                                            <p:strVal val="4*#ppt_h"/>
                                          </p:val>
                                        </p:tav>
                                        <p:tav tm="100000">
                                          <p:val>
                                            <p:strVal val="#ppt_h"/>
                                          </p:val>
                                        </p:tav>
                                      </p:tavLst>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3" presetClass="entr" presetSubtype="32" fill="hold" grpId="0" nodeType="clickEffect">
                                  <p:stCondLst>
                                    <p:cond delay="0"/>
                                  </p:stCondLst>
                                  <p:childTnLst>
                                    <p:set>
                                      <p:cBhvr>
                                        <p:cTn id="240" dur="1" fill="hold">
                                          <p:stCondLst>
                                            <p:cond delay="0"/>
                                          </p:stCondLst>
                                        </p:cTn>
                                        <p:tgtEl>
                                          <p:spTgt spid="34"/>
                                        </p:tgtEl>
                                        <p:attrNameLst>
                                          <p:attrName>style.visibility</p:attrName>
                                        </p:attrNameLst>
                                      </p:cBhvr>
                                      <p:to>
                                        <p:strVal val="visible"/>
                                      </p:to>
                                    </p:set>
                                    <p:anim calcmode="lin" valueType="num">
                                      <p:cBhvr>
                                        <p:cTn id="241" dur="500" fill="hold"/>
                                        <p:tgtEl>
                                          <p:spTgt spid="34"/>
                                        </p:tgtEl>
                                        <p:attrNameLst>
                                          <p:attrName>ppt_w</p:attrName>
                                        </p:attrNameLst>
                                      </p:cBhvr>
                                      <p:tavLst>
                                        <p:tav tm="0">
                                          <p:val>
                                            <p:strVal val="4*#ppt_w"/>
                                          </p:val>
                                        </p:tav>
                                        <p:tav tm="100000">
                                          <p:val>
                                            <p:strVal val="#ppt_w"/>
                                          </p:val>
                                        </p:tav>
                                      </p:tavLst>
                                    </p:anim>
                                    <p:anim calcmode="lin" valueType="num">
                                      <p:cBhvr>
                                        <p:cTn id="242" dur="500" fill="hold"/>
                                        <p:tgtEl>
                                          <p:spTgt spid="34"/>
                                        </p:tgtEl>
                                        <p:attrNameLst>
                                          <p:attrName>ppt_h</p:attrName>
                                        </p:attrNameLst>
                                      </p:cBhvr>
                                      <p:tavLst>
                                        <p:tav tm="0">
                                          <p:val>
                                            <p:strVal val="4*#ppt_h"/>
                                          </p:val>
                                        </p:tav>
                                        <p:tav tm="100000">
                                          <p:val>
                                            <p:strVal val="#ppt_h"/>
                                          </p:val>
                                        </p:tav>
                                      </p:tavLst>
                                    </p:anim>
                                  </p:childTnLst>
                                </p:cTn>
                              </p:par>
                            </p:childTnLst>
                          </p:cTn>
                        </p:par>
                      </p:childTnLst>
                    </p:cTn>
                  </p:par>
                  <p:par>
                    <p:cTn id="243" fill="hold" nodeType="clickPar">
                      <p:stCondLst>
                        <p:cond delay="indefinite"/>
                      </p:stCondLst>
                      <p:childTnLst>
                        <p:par>
                          <p:cTn id="244" fill="hold" nodeType="withGroup">
                            <p:stCondLst>
                              <p:cond delay="0"/>
                            </p:stCondLst>
                            <p:childTnLst>
                              <p:par>
                                <p:cTn id="245" presetID="23" presetClass="entr" presetSubtype="32" fill="hold" grpId="0" nodeType="clickEffect">
                                  <p:stCondLst>
                                    <p:cond delay="0"/>
                                  </p:stCondLst>
                                  <p:childTnLst>
                                    <p:set>
                                      <p:cBhvr>
                                        <p:cTn id="246" dur="1" fill="hold">
                                          <p:stCondLst>
                                            <p:cond delay="0"/>
                                          </p:stCondLst>
                                        </p:cTn>
                                        <p:tgtEl>
                                          <p:spTgt spid="35"/>
                                        </p:tgtEl>
                                        <p:attrNameLst>
                                          <p:attrName>style.visibility</p:attrName>
                                        </p:attrNameLst>
                                      </p:cBhvr>
                                      <p:to>
                                        <p:strVal val="visible"/>
                                      </p:to>
                                    </p:set>
                                    <p:anim calcmode="lin" valueType="num">
                                      <p:cBhvr>
                                        <p:cTn id="247" dur="500" fill="hold"/>
                                        <p:tgtEl>
                                          <p:spTgt spid="35"/>
                                        </p:tgtEl>
                                        <p:attrNameLst>
                                          <p:attrName>ppt_w</p:attrName>
                                        </p:attrNameLst>
                                      </p:cBhvr>
                                      <p:tavLst>
                                        <p:tav tm="0">
                                          <p:val>
                                            <p:strVal val="4*#ppt_w"/>
                                          </p:val>
                                        </p:tav>
                                        <p:tav tm="100000">
                                          <p:val>
                                            <p:strVal val="#ppt_w"/>
                                          </p:val>
                                        </p:tav>
                                      </p:tavLst>
                                    </p:anim>
                                    <p:anim calcmode="lin" valueType="num">
                                      <p:cBhvr>
                                        <p:cTn id="248" dur="500" fill="hold"/>
                                        <p:tgtEl>
                                          <p:spTgt spid="35"/>
                                        </p:tgtEl>
                                        <p:attrNameLst>
                                          <p:attrName>ppt_h</p:attrName>
                                        </p:attrNameLst>
                                      </p:cBhvr>
                                      <p:tavLst>
                                        <p:tav tm="0">
                                          <p:val>
                                            <p:strVal val="4*#ppt_h"/>
                                          </p:val>
                                        </p:tav>
                                        <p:tav tm="100000">
                                          <p:val>
                                            <p:strVal val="#ppt_h"/>
                                          </p:val>
                                        </p:tav>
                                      </p:tavLst>
                                    </p:anim>
                                  </p:childTnLst>
                                </p:cTn>
                              </p:par>
                            </p:childTnLst>
                          </p:cTn>
                        </p:par>
                      </p:childTnLst>
                    </p:cTn>
                  </p:par>
                  <p:par>
                    <p:cTn id="249" fill="hold" nodeType="clickPar">
                      <p:stCondLst>
                        <p:cond delay="indefinite"/>
                      </p:stCondLst>
                      <p:childTnLst>
                        <p:par>
                          <p:cTn id="250" fill="hold" nodeType="withGroup">
                            <p:stCondLst>
                              <p:cond delay="0"/>
                            </p:stCondLst>
                            <p:childTnLst>
                              <p:par>
                                <p:cTn id="251" presetID="23" presetClass="entr" presetSubtype="32" fill="hold" grpId="0" nodeType="clickEffect">
                                  <p:stCondLst>
                                    <p:cond delay="0"/>
                                  </p:stCondLst>
                                  <p:childTnLst>
                                    <p:set>
                                      <p:cBhvr>
                                        <p:cTn id="252" dur="1" fill="hold">
                                          <p:stCondLst>
                                            <p:cond delay="0"/>
                                          </p:stCondLst>
                                        </p:cTn>
                                        <p:tgtEl>
                                          <p:spTgt spid="36"/>
                                        </p:tgtEl>
                                        <p:attrNameLst>
                                          <p:attrName>style.visibility</p:attrName>
                                        </p:attrNameLst>
                                      </p:cBhvr>
                                      <p:to>
                                        <p:strVal val="visible"/>
                                      </p:to>
                                    </p:set>
                                    <p:anim calcmode="lin" valueType="num">
                                      <p:cBhvr>
                                        <p:cTn id="253" dur="500" fill="hold"/>
                                        <p:tgtEl>
                                          <p:spTgt spid="36"/>
                                        </p:tgtEl>
                                        <p:attrNameLst>
                                          <p:attrName>ppt_w</p:attrName>
                                        </p:attrNameLst>
                                      </p:cBhvr>
                                      <p:tavLst>
                                        <p:tav tm="0">
                                          <p:val>
                                            <p:strVal val="4*#ppt_w"/>
                                          </p:val>
                                        </p:tav>
                                        <p:tav tm="100000">
                                          <p:val>
                                            <p:strVal val="#ppt_w"/>
                                          </p:val>
                                        </p:tav>
                                      </p:tavLst>
                                    </p:anim>
                                    <p:anim calcmode="lin" valueType="num">
                                      <p:cBhvr>
                                        <p:cTn id="254" dur="500" fill="hold"/>
                                        <p:tgtEl>
                                          <p:spTgt spid="36"/>
                                        </p:tgtEl>
                                        <p:attrNameLst>
                                          <p:attrName>ppt_h</p:attrName>
                                        </p:attrNameLst>
                                      </p:cBhvr>
                                      <p:tavLst>
                                        <p:tav tm="0">
                                          <p:val>
                                            <p:strVal val="4*#ppt_h"/>
                                          </p:val>
                                        </p:tav>
                                        <p:tav tm="100000">
                                          <p:val>
                                            <p:strVal val="#ppt_h"/>
                                          </p:val>
                                        </p:tav>
                                      </p:tavLst>
                                    </p:anim>
                                  </p:childTnLst>
                                </p:cTn>
                              </p:par>
                            </p:childTnLst>
                          </p:cTn>
                        </p:par>
                      </p:childTnLst>
                    </p:cTn>
                  </p:par>
                  <p:par>
                    <p:cTn id="255" fill="hold" nodeType="clickPar">
                      <p:stCondLst>
                        <p:cond delay="indefinite"/>
                      </p:stCondLst>
                      <p:childTnLst>
                        <p:par>
                          <p:cTn id="256" fill="hold" nodeType="withGroup">
                            <p:stCondLst>
                              <p:cond delay="0"/>
                            </p:stCondLst>
                            <p:childTnLst>
                              <p:par>
                                <p:cTn id="257" presetID="23" presetClass="entr" presetSubtype="32" fill="hold" grpId="0" nodeType="clickEffect">
                                  <p:stCondLst>
                                    <p:cond delay="0"/>
                                  </p:stCondLst>
                                  <p:childTnLst>
                                    <p:set>
                                      <p:cBhvr>
                                        <p:cTn id="258" dur="1" fill="hold">
                                          <p:stCondLst>
                                            <p:cond delay="0"/>
                                          </p:stCondLst>
                                        </p:cTn>
                                        <p:tgtEl>
                                          <p:spTgt spid="37"/>
                                        </p:tgtEl>
                                        <p:attrNameLst>
                                          <p:attrName>style.visibility</p:attrName>
                                        </p:attrNameLst>
                                      </p:cBhvr>
                                      <p:to>
                                        <p:strVal val="visible"/>
                                      </p:to>
                                    </p:set>
                                    <p:anim calcmode="lin" valueType="num">
                                      <p:cBhvr>
                                        <p:cTn id="259" dur="500" fill="hold"/>
                                        <p:tgtEl>
                                          <p:spTgt spid="37"/>
                                        </p:tgtEl>
                                        <p:attrNameLst>
                                          <p:attrName>ppt_w</p:attrName>
                                        </p:attrNameLst>
                                      </p:cBhvr>
                                      <p:tavLst>
                                        <p:tav tm="0">
                                          <p:val>
                                            <p:strVal val="4*#ppt_w"/>
                                          </p:val>
                                        </p:tav>
                                        <p:tav tm="100000">
                                          <p:val>
                                            <p:strVal val="#ppt_w"/>
                                          </p:val>
                                        </p:tav>
                                      </p:tavLst>
                                    </p:anim>
                                    <p:anim calcmode="lin" valueType="num">
                                      <p:cBhvr>
                                        <p:cTn id="260" dur="500" fill="hold"/>
                                        <p:tgtEl>
                                          <p:spTgt spid="37"/>
                                        </p:tgtEl>
                                        <p:attrNameLst>
                                          <p:attrName>ppt_h</p:attrName>
                                        </p:attrNameLst>
                                      </p:cBhvr>
                                      <p:tavLst>
                                        <p:tav tm="0">
                                          <p:val>
                                            <p:strVal val="4*#ppt_h"/>
                                          </p:val>
                                        </p:tav>
                                        <p:tav tm="100000">
                                          <p:val>
                                            <p:strVal val="#ppt_h"/>
                                          </p:val>
                                        </p:tav>
                                      </p:tavLst>
                                    </p:anim>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8" presetClass="entr" presetSubtype="3" fill="hold" nodeType="clickEffect">
                                  <p:stCondLst>
                                    <p:cond delay="0"/>
                                  </p:stCondLst>
                                  <p:childTnLst>
                                    <p:set>
                                      <p:cBhvr>
                                        <p:cTn id="264" dur="1" fill="hold">
                                          <p:stCondLst>
                                            <p:cond delay="0"/>
                                          </p:stCondLst>
                                        </p:cTn>
                                        <p:tgtEl>
                                          <p:spTgt spid="40"/>
                                        </p:tgtEl>
                                        <p:attrNameLst>
                                          <p:attrName>style.visibility</p:attrName>
                                        </p:attrNameLst>
                                      </p:cBhvr>
                                      <p:to>
                                        <p:strVal val="visible"/>
                                      </p:to>
                                    </p:set>
                                    <p:animEffect transition="in" filter="strips(upRight)">
                                      <p:cBhvr>
                                        <p:cTn id="265" dur="500"/>
                                        <p:tgtEl>
                                          <p:spTgt spid="40"/>
                                        </p:tgtEl>
                                      </p:cBhvr>
                                    </p:animEffect>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8" presetClass="entr" presetSubtype="6" fill="hold" nodeType="clickEffect">
                                  <p:stCondLst>
                                    <p:cond delay="0"/>
                                  </p:stCondLst>
                                  <p:childTnLst>
                                    <p:set>
                                      <p:cBhvr>
                                        <p:cTn id="269" dur="1" fill="hold">
                                          <p:stCondLst>
                                            <p:cond delay="0"/>
                                          </p:stCondLst>
                                        </p:cTn>
                                        <p:tgtEl>
                                          <p:spTgt spid="41"/>
                                        </p:tgtEl>
                                        <p:attrNameLst>
                                          <p:attrName>style.visibility</p:attrName>
                                        </p:attrNameLst>
                                      </p:cBhvr>
                                      <p:to>
                                        <p:strVal val="visible"/>
                                      </p:to>
                                    </p:set>
                                    <p:animEffect transition="in" filter="strips(downRight)">
                                      <p:cBhvr>
                                        <p:cTn id="270" dur="500"/>
                                        <p:tgtEl>
                                          <p:spTgt spid="41"/>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18" presetClass="entr" presetSubtype="12" fill="hold" nodeType="clickEffect">
                                  <p:stCondLst>
                                    <p:cond delay="0"/>
                                  </p:stCondLst>
                                  <p:childTnLst>
                                    <p:set>
                                      <p:cBhvr>
                                        <p:cTn id="274" dur="1" fill="hold">
                                          <p:stCondLst>
                                            <p:cond delay="0"/>
                                          </p:stCondLst>
                                        </p:cTn>
                                        <p:tgtEl>
                                          <p:spTgt spid="38"/>
                                        </p:tgtEl>
                                        <p:attrNameLst>
                                          <p:attrName>style.visibility</p:attrName>
                                        </p:attrNameLst>
                                      </p:cBhvr>
                                      <p:to>
                                        <p:strVal val="visible"/>
                                      </p:to>
                                    </p:set>
                                    <p:animEffect transition="in" filter="strips(downLeft)">
                                      <p:cBhvr>
                                        <p:cTn id="275" dur="500"/>
                                        <p:tgtEl>
                                          <p:spTgt spid="38"/>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18" presetClass="entr" presetSubtype="9" fill="hold" nodeType="clickEffect">
                                  <p:stCondLst>
                                    <p:cond delay="0"/>
                                  </p:stCondLst>
                                  <p:childTnLst>
                                    <p:set>
                                      <p:cBhvr>
                                        <p:cTn id="279" dur="1" fill="hold">
                                          <p:stCondLst>
                                            <p:cond delay="0"/>
                                          </p:stCondLst>
                                        </p:cTn>
                                        <p:tgtEl>
                                          <p:spTgt spid="39"/>
                                        </p:tgtEl>
                                        <p:attrNameLst>
                                          <p:attrName>style.visibility</p:attrName>
                                        </p:attrNameLst>
                                      </p:cBhvr>
                                      <p:to>
                                        <p:strVal val="visible"/>
                                      </p:to>
                                    </p:set>
                                    <p:animEffect transition="in" filter="strips(upLeft)">
                                      <p:cBhvr>
                                        <p:cTn id="28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6" grpId="0" animBg="1"/>
      <p:bldP spid="27" grpId="0" animBg="1"/>
      <p:bldP spid="28" grpId="0" animBg="1"/>
      <p:bldP spid="29" grpId="0" animBg="1"/>
      <p:bldP spid="30" grpId="0" animBg="1"/>
      <p:bldP spid="31" grpId="0" animBg="1"/>
      <p:bldP spid="32" grpId="0" animBg="1"/>
      <p:bldP spid="33" grpId="0" animBg="1"/>
      <p:bldP spid="35" grpId="0" animBg="1"/>
      <p:bldP spid="36" grpId="0" animBg="1"/>
      <p:bldP spid="37" grpId="0" animBg="1"/>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5486400" y="982663"/>
            <a:ext cx="3657600"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sz="2200" b="1" dirty="0">
                <a:solidFill>
                  <a:srgbClr val="7030A0"/>
                </a:solidFill>
                <a:latin typeface="Garamond" panose="02020404030301010803" pitchFamily="18" charset="0"/>
              </a:rPr>
              <a:t>	</a:t>
            </a:r>
            <a:r>
              <a:rPr lang="en-US" altLang="en-US" b="1" dirty="0">
                <a:solidFill>
                  <a:srgbClr val="FF0000"/>
                </a:solidFill>
                <a:latin typeface="Garamond" panose="02020404030301010803" pitchFamily="18" charset="0"/>
              </a:rPr>
              <a:t>Draw an ellipse with a 70 mm long major axis and a 45 mm long minor axis.</a:t>
            </a:r>
          </a:p>
          <a:p>
            <a:pPr algn="ctr" eaLnBrk="1" hangingPunct="1">
              <a:spcBef>
                <a:spcPct val="50000"/>
              </a:spcBef>
            </a:pPr>
            <a:r>
              <a:rPr lang="en-US" altLang="en-US" b="1" dirty="0">
                <a:solidFill>
                  <a:srgbClr val="FF0000"/>
                </a:solidFill>
                <a:latin typeface="Garamond" panose="02020404030301010803" pitchFamily="18" charset="0"/>
              </a:rPr>
              <a:t>or</a:t>
            </a:r>
          </a:p>
          <a:p>
            <a:pPr algn="just" eaLnBrk="1" hangingPunct="1">
              <a:spcBef>
                <a:spcPct val="50000"/>
              </a:spcBef>
            </a:pPr>
            <a:r>
              <a:rPr lang="en-US" altLang="en-US" b="1" dirty="0">
                <a:solidFill>
                  <a:srgbClr val="FF0000"/>
                </a:solidFill>
                <a:latin typeface="Garamond" panose="02020404030301010803" pitchFamily="18" charset="0"/>
              </a:rPr>
              <a:t>	Draw an ellipse circumscribing a rectangle having sides 70 mm and 45 mm.</a:t>
            </a:r>
          </a:p>
        </p:txBody>
      </p:sp>
      <p:pic>
        <p:nvPicPr>
          <p:cNvPr id="19459" name="Picture 9"/>
          <p:cNvPicPr>
            <a:picLocks noChangeAspect="1" noChangeArrowheads="1"/>
          </p:cNvPicPr>
          <p:nvPr/>
        </p:nvPicPr>
        <p:blipFill>
          <a:blip r:embed="rId2">
            <a:extLst>
              <a:ext uri="{28A0092B-C50C-407E-A947-70E740481C1C}">
                <a14:useLocalDpi xmlns:a14="http://schemas.microsoft.com/office/drawing/2010/main" val="0"/>
              </a:ext>
            </a:extLst>
          </a:blip>
          <a:srcRect b="10596"/>
          <a:stretch>
            <a:fillRect/>
          </a:stretch>
        </p:blipFill>
        <p:spPr bwMode="auto">
          <a:xfrm>
            <a:off x="76200" y="287338"/>
            <a:ext cx="5410200" cy="359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3"/>
          <p:cNvSpPr>
            <a:spLocks noChangeArrowheads="1"/>
          </p:cNvSpPr>
          <p:nvPr/>
        </p:nvSpPr>
        <p:spPr bwMode="auto">
          <a:xfrm>
            <a:off x="152400" y="3767138"/>
            <a:ext cx="88392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buFontTx/>
              <a:buAutoNum type="arabicPeriod"/>
            </a:pPr>
            <a:r>
              <a:rPr lang="en-US" altLang="en-US" b="1">
                <a:latin typeface="Garamond" panose="02020404030301010803" pitchFamily="18" charset="0"/>
              </a:rPr>
              <a:t>Draw the major axis AB = 70 mm and minor axis CD = 45 mm, bisecting each other at right angles at O.</a:t>
            </a:r>
          </a:p>
          <a:p>
            <a:pPr algn="just" eaLnBrk="1" hangingPunct="1">
              <a:spcBef>
                <a:spcPct val="50000"/>
              </a:spcBef>
              <a:buFontTx/>
              <a:buAutoNum type="arabicPeriod"/>
            </a:pPr>
            <a:r>
              <a:rPr lang="en-US" altLang="en-US" b="1">
                <a:latin typeface="Garamond" panose="02020404030301010803" pitchFamily="18" charset="0"/>
              </a:rPr>
              <a:t>Draw a rectangle EFGH such that EF = AB and FG = CD.</a:t>
            </a:r>
          </a:p>
          <a:p>
            <a:pPr algn="just" eaLnBrk="1" hangingPunct="1">
              <a:spcBef>
                <a:spcPct val="50000"/>
              </a:spcBef>
              <a:buFontTx/>
              <a:buAutoNum type="arabicPeriod"/>
            </a:pPr>
            <a:r>
              <a:rPr lang="en-US" altLang="en-US" b="1">
                <a:latin typeface="Garamond" panose="02020404030301010803" pitchFamily="18" charset="0"/>
              </a:rPr>
              <a:t>Divide AO and AE into same number of equal parts, say 4. Number the divisions as 1, 2, 3 and 1’, 2’, 3’, starting from A.</a:t>
            </a:r>
          </a:p>
          <a:p>
            <a:pPr algn="just" eaLnBrk="1" hangingPunct="1">
              <a:spcBef>
                <a:spcPct val="50000"/>
              </a:spcBef>
              <a:buFontTx/>
              <a:buAutoNum type="arabicPeriod"/>
            </a:pPr>
            <a:r>
              <a:rPr lang="en-US" altLang="en-US" b="1">
                <a:latin typeface="Garamond" panose="02020404030301010803" pitchFamily="18" charset="0"/>
              </a:rPr>
              <a:t>Join C with 1, 2 and 3.</a:t>
            </a:r>
          </a:p>
          <a:p>
            <a:pPr algn="just" eaLnBrk="1" hangingPunct="1">
              <a:spcBef>
                <a:spcPct val="50000"/>
              </a:spcBef>
              <a:buFontTx/>
              <a:buAutoNum type="arabicPeriod"/>
            </a:pPr>
            <a:r>
              <a:rPr lang="en-US" altLang="en-US" b="1">
                <a:latin typeface="Garamond" panose="02020404030301010803" pitchFamily="18" charset="0"/>
              </a:rPr>
              <a:t>Join D with 1’ and extend it to meet C–1 at P1. Similarly, join D with 2’ and 3’ and extend them to meet C–2 and C–3 respectively to locate P2 and P3.</a:t>
            </a:r>
          </a:p>
        </p:txBody>
      </p:sp>
      <p:sp>
        <p:nvSpPr>
          <p:cNvPr id="19461" name="Rectangle 4"/>
          <p:cNvSpPr>
            <a:spLocks noChangeArrowheads="1"/>
          </p:cNvSpPr>
          <p:nvPr/>
        </p:nvSpPr>
        <p:spPr bwMode="auto">
          <a:xfrm>
            <a:off x="5486400" y="239713"/>
            <a:ext cx="3486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u="sng">
                <a:solidFill>
                  <a:srgbClr val="7030A0"/>
                </a:solidFill>
                <a:latin typeface="Garamond" panose="02020404030301010803" pitchFamily="18" charset="0"/>
              </a:rPr>
              <a:t>Steps for Oblong Method</a:t>
            </a: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620713" y="2743200"/>
            <a:ext cx="7162800" cy="15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a:off x="1905001" y="2743200"/>
            <a:ext cx="4572000" cy="317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09600" y="457200"/>
            <a:ext cx="7162800" cy="45720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p:cNvSpPr txBox="1">
            <a:spLocks noChangeArrowheads="1"/>
          </p:cNvSpPr>
          <p:nvPr/>
        </p:nvSpPr>
        <p:spPr bwMode="auto">
          <a:xfrm>
            <a:off x="152400" y="26670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A</a:t>
            </a:r>
          </a:p>
        </p:txBody>
      </p:sp>
      <p:sp>
        <p:nvSpPr>
          <p:cNvPr id="9" name="TextBox 8"/>
          <p:cNvSpPr txBox="1">
            <a:spLocks noChangeArrowheads="1"/>
          </p:cNvSpPr>
          <p:nvPr/>
        </p:nvSpPr>
        <p:spPr bwMode="auto">
          <a:xfrm>
            <a:off x="7848600" y="27432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B</a:t>
            </a:r>
          </a:p>
        </p:txBody>
      </p:sp>
      <p:sp>
        <p:nvSpPr>
          <p:cNvPr id="10" name="TextBox 9"/>
          <p:cNvSpPr txBox="1">
            <a:spLocks noChangeArrowheads="1"/>
          </p:cNvSpPr>
          <p:nvPr/>
        </p:nvSpPr>
        <p:spPr bwMode="auto">
          <a:xfrm>
            <a:off x="4046538" y="106759"/>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dirty="0"/>
              <a:t>C</a:t>
            </a:r>
          </a:p>
        </p:txBody>
      </p:sp>
      <p:sp>
        <p:nvSpPr>
          <p:cNvPr id="11" name="TextBox 10"/>
          <p:cNvSpPr txBox="1">
            <a:spLocks noChangeArrowheads="1"/>
          </p:cNvSpPr>
          <p:nvPr/>
        </p:nvSpPr>
        <p:spPr bwMode="auto">
          <a:xfrm>
            <a:off x="3810000" y="5029200"/>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D</a:t>
            </a:r>
          </a:p>
        </p:txBody>
      </p:sp>
      <p:sp>
        <p:nvSpPr>
          <p:cNvPr id="12" name="TextBox 11"/>
          <p:cNvSpPr txBox="1">
            <a:spLocks noChangeArrowheads="1"/>
          </p:cNvSpPr>
          <p:nvPr/>
        </p:nvSpPr>
        <p:spPr bwMode="auto">
          <a:xfrm>
            <a:off x="4191000" y="27432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O</a:t>
            </a:r>
          </a:p>
        </p:txBody>
      </p:sp>
      <p:sp>
        <p:nvSpPr>
          <p:cNvPr id="14" name="Oval 13"/>
          <p:cNvSpPr>
            <a:spLocks noChangeAspect="1"/>
          </p:cNvSpPr>
          <p:nvPr/>
        </p:nvSpPr>
        <p:spPr>
          <a:xfrm>
            <a:off x="1447800" y="2670175"/>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Oval 14"/>
          <p:cNvSpPr>
            <a:spLocks noChangeAspect="1"/>
          </p:cNvSpPr>
          <p:nvPr/>
        </p:nvSpPr>
        <p:spPr>
          <a:xfrm>
            <a:off x="2362200" y="2676525"/>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Oval 15"/>
          <p:cNvSpPr>
            <a:spLocks noChangeAspect="1"/>
          </p:cNvSpPr>
          <p:nvPr/>
        </p:nvSpPr>
        <p:spPr>
          <a:xfrm>
            <a:off x="3276600" y="2686050"/>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Oval 16"/>
          <p:cNvSpPr>
            <a:spLocks noChangeAspect="1"/>
          </p:cNvSpPr>
          <p:nvPr/>
        </p:nvSpPr>
        <p:spPr>
          <a:xfrm>
            <a:off x="561975" y="2057400"/>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8" name="Oval 17"/>
          <p:cNvSpPr>
            <a:spLocks noChangeAspect="1"/>
          </p:cNvSpPr>
          <p:nvPr/>
        </p:nvSpPr>
        <p:spPr>
          <a:xfrm>
            <a:off x="571500" y="1524000"/>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9" name="Oval 18"/>
          <p:cNvSpPr>
            <a:spLocks noChangeAspect="1"/>
          </p:cNvSpPr>
          <p:nvPr/>
        </p:nvSpPr>
        <p:spPr>
          <a:xfrm>
            <a:off x="561975" y="990600"/>
            <a:ext cx="92075" cy="92075"/>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TextBox 19"/>
          <p:cNvSpPr txBox="1">
            <a:spLocks noChangeArrowheads="1"/>
          </p:cNvSpPr>
          <p:nvPr/>
        </p:nvSpPr>
        <p:spPr bwMode="auto">
          <a:xfrm>
            <a:off x="1371600" y="2790825"/>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1’</a:t>
            </a:r>
          </a:p>
        </p:txBody>
      </p:sp>
      <p:sp>
        <p:nvSpPr>
          <p:cNvPr id="21" name="TextBox 20"/>
          <p:cNvSpPr txBox="1">
            <a:spLocks noChangeArrowheads="1"/>
          </p:cNvSpPr>
          <p:nvPr/>
        </p:nvSpPr>
        <p:spPr bwMode="auto">
          <a:xfrm>
            <a:off x="2286000" y="2790825"/>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2</a:t>
            </a:r>
            <a:r>
              <a:rPr lang="en-US" altLang="en-US" baseline="30000"/>
              <a:t>’</a:t>
            </a:r>
            <a:endParaRPr lang="en-US" altLang="en-US"/>
          </a:p>
        </p:txBody>
      </p:sp>
      <p:sp>
        <p:nvSpPr>
          <p:cNvPr id="22" name="TextBox 21"/>
          <p:cNvSpPr txBox="1">
            <a:spLocks noChangeArrowheads="1"/>
          </p:cNvSpPr>
          <p:nvPr/>
        </p:nvSpPr>
        <p:spPr bwMode="auto">
          <a:xfrm>
            <a:off x="3200400" y="2790825"/>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3’</a:t>
            </a:r>
          </a:p>
        </p:txBody>
      </p:sp>
      <p:sp>
        <p:nvSpPr>
          <p:cNvPr id="23" name="TextBox 22"/>
          <p:cNvSpPr txBox="1">
            <a:spLocks noChangeArrowheads="1"/>
          </p:cNvSpPr>
          <p:nvPr/>
        </p:nvSpPr>
        <p:spPr bwMode="auto">
          <a:xfrm>
            <a:off x="304800" y="1981200"/>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1</a:t>
            </a:r>
          </a:p>
        </p:txBody>
      </p:sp>
      <p:sp>
        <p:nvSpPr>
          <p:cNvPr id="25" name="TextBox 24"/>
          <p:cNvSpPr txBox="1">
            <a:spLocks noChangeArrowheads="1"/>
          </p:cNvSpPr>
          <p:nvPr/>
        </p:nvSpPr>
        <p:spPr bwMode="auto">
          <a:xfrm>
            <a:off x="304800" y="838200"/>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3</a:t>
            </a:r>
          </a:p>
        </p:txBody>
      </p:sp>
      <p:sp>
        <p:nvSpPr>
          <p:cNvPr id="26" name="TextBox 25"/>
          <p:cNvSpPr txBox="1">
            <a:spLocks noChangeArrowheads="1"/>
          </p:cNvSpPr>
          <p:nvPr/>
        </p:nvSpPr>
        <p:spPr bwMode="auto">
          <a:xfrm>
            <a:off x="304800" y="1447800"/>
            <a:ext cx="228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2</a:t>
            </a:r>
          </a:p>
        </p:txBody>
      </p:sp>
      <p:cxnSp>
        <p:nvCxnSpPr>
          <p:cNvPr id="28" name="Straight Connector 27"/>
          <p:cNvCxnSpPr>
            <a:stCxn id="19" idx="4"/>
          </p:cNvCxnSpPr>
          <p:nvPr/>
        </p:nvCxnSpPr>
        <p:spPr>
          <a:xfrm rot="5400000" flipH="1" flipV="1">
            <a:off x="2086769" y="-1021556"/>
            <a:ext cx="625475" cy="35829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8" idx="4"/>
          </p:cNvCxnSpPr>
          <p:nvPr/>
        </p:nvCxnSpPr>
        <p:spPr>
          <a:xfrm rot="5400000" flipH="1" flipV="1">
            <a:off x="1824831" y="-750093"/>
            <a:ext cx="1158875" cy="3573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17" idx="4"/>
          </p:cNvCxnSpPr>
          <p:nvPr/>
        </p:nvCxnSpPr>
        <p:spPr>
          <a:xfrm rot="5400000" flipH="1" flipV="1">
            <a:off x="1553369" y="-488156"/>
            <a:ext cx="1692275" cy="358298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0800000">
            <a:off x="762000" y="2057400"/>
            <a:ext cx="3429000" cy="29718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6200000" flipV="1">
            <a:off x="952500" y="1790700"/>
            <a:ext cx="3657600" cy="28194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V="1">
            <a:off x="1219200" y="2057400"/>
            <a:ext cx="4267200" cy="16764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191000" y="473075"/>
            <a:ext cx="3592513" cy="46989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7" idx="0"/>
          </p:cNvCxnSpPr>
          <p:nvPr/>
        </p:nvCxnSpPr>
        <p:spPr>
          <a:xfrm>
            <a:off x="4191000" y="457200"/>
            <a:ext cx="3563051" cy="94947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 idx="0"/>
          </p:cNvCxnSpPr>
          <p:nvPr/>
        </p:nvCxnSpPr>
        <p:spPr>
          <a:xfrm>
            <a:off x="4191000" y="457200"/>
            <a:ext cx="3563051" cy="1687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4191000" y="2043113"/>
            <a:ext cx="3352800" cy="2986087"/>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2" idx="7"/>
          </p:cNvCxnSpPr>
          <p:nvPr/>
        </p:nvCxnSpPr>
        <p:spPr>
          <a:xfrm flipV="1">
            <a:off x="4198143" y="1117044"/>
            <a:ext cx="2530805" cy="3918109"/>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7" idx="2"/>
          </p:cNvCxnSpPr>
          <p:nvPr/>
        </p:nvCxnSpPr>
        <p:spPr>
          <a:xfrm flipV="1">
            <a:off x="4191000" y="609600"/>
            <a:ext cx="1219200" cy="44196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09600" y="3276600"/>
            <a:ext cx="358140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617537" y="3979016"/>
            <a:ext cx="3573463" cy="10501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609600" y="4495800"/>
            <a:ext cx="358140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4191000" y="3428206"/>
            <a:ext cx="3617912" cy="160099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V="1">
            <a:off x="4191000" y="4036219"/>
            <a:ext cx="3592513" cy="992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4191000" y="4662488"/>
            <a:ext cx="3580606" cy="366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10800000" flipV="1">
            <a:off x="762000" y="457200"/>
            <a:ext cx="3429000" cy="28956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1289844" y="457200"/>
            <a:ext cx="2901156" cy="3686174"/>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1181100" y="1790700"/>
            <a:ext cx="4343400" cy="167640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4185443" y="486596"/>
            <a:ext cx="3359137" cy="3059061"/>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4185444" y="468254"/>
            <a:ext cx="2681288" cy="3782616"/>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rot="16200000" flipH="1">
            <a:off x="2590800" y="2057400"/>
            <a:ext cx="4419600" cy="1219200"/>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106" name="TextBox 105"/>
          <p:cNvSpPr txBox="1">
            <a:spLocks noChangeArrowheads="1"/>
          </p:cNvSpPr>
          <p:nvPr/>
        </p:nvSpPr>
        <p:spPr bwMode="auto">
          <a:xfrm>
            <a:off x="685800" y="16764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P</a:t>
            </a:r>
            <a:r>
              <a:rPr lang="en-US" altLang="en-US" baseline="-25000"/>
              <a:t>1</a:t>
            </a:r>
          </a:p>
        </p:txBody>
      </p:sp>
      <p:sp>
        <p:nvSpPr>
          <p:cNvPr id="107" name="TextBox 106"/>
          <p:cNvSpPr txBox="1">
            <a:spLocks noChangeArrowheads="1"/>
          </p:cNvSpPr>
          <p:nvPr/>
        </p:nvSpPr>
        <p:spPr bwMode="auto">
          <a:xfrm>
            <a:off x="990600" y="1066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P</a:t>
            </a:r>
            <a:r>
              <a:rPr lang="en-US" altLang="en-US" baseline="-25000"/>
              <a:t>2</a:t>
            </a:r>
          </a:p>
        </p:txBody>
      </p:sp>
      <p:sp>
        <p:nvSpPr>
          <p:cNvPr id="108" name="TextBox 107"/>
          <p:cNvSpPr txBox="1">
            <a:spLocks noChangeArrowheads="1"/>
          </p:cNvSpPr>
          <p:nvPr/>
        </p:nvSpPr>
        <p:spPr bwMode="auto">
          <a:xfrm>
            <a:off x="2133600" y="5334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P</a:t>
            </a:r>
            <a:r>
              <a:rPr lang="en-US" altLang="en-US" baseline="-25000"/>
              <a:t>3</a:t>
            </a:r>
          </a:p>
        </p:txBody>
      </p:sp>
      <p:sp>
        <p:nvSpPr>
          <p:cNvPr id="51" name="Title 1"/>
          <p:cNvSpPr txBox="1">
            <a:spLocks/>
          </p:cNvSpPr>
          <p:nvPr/>
        </p:nvSpPr>
        <p:spPr>
          <a:xfrm>
            <a:off x="2438400" y="5562600"/>
            <a:ext cx="3429000" cy="609600"/>
          </a:xfrm>
          <a:prstGeom prst="rect">
            <a:avLst/>
          </a:prstGeom>
        </p:spPr>
        <p:txBody>
          <a:bodyPr>
            <a:normAutofit fontScale="90000" lnSpcReduction="10000"/>
          </a:bodyPr>
          <a:lstStyle/>
          <a:p>
            <a:pPr marL="342900" indent="-342900" algn="just" fontAlgn="auto">
              <a:spcBef>
                <a:spcPct val="50000"/>
              </a:spcBef>
              <a:spcAft>
                <a:spcPts val="0"/>
              </a:spcAft>
              <a:defRPr/>
            </a:pPr>
            <a:r>
              <a:rPr lang="en-US" sz="4000" b="1" dirty="0">
                <a:latin typeface="Garamond" pitchFamily="18" charset="0"/>
                <a:cs typeface="+mn-cs"/>
              </a:rPr>
              <a:t>Oblong Method</a:t>
            </a:r>
          </a:p>
        </p:txBody>
      </p:sp>
      <p:sp>
        <p:nvSpPr>
          <p:cNvPr id="2" name="Flowchart: Connector 1"/>
          <p:cNvSpPr/>
          <p:nvPr/>
        </p:nvSpPr>
        <p:spPr>
          <a:xfrm>
            <a:off x="605630" y="448071"/>
            <a:ext cx="7173913" cy="4568031"/>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par>
                                <p:cTn id="19" presetID="3" presetClass="entr" presetSubtype="1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linds(horizontal)">
                                      <p:cBhvr>
                                        <p:cTn id="40" dur="500"/>
                                        <p:tgtEl>
                                          <p:spTgt spid="1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linds(horizontal)">
                                      <p:cBhvr>
                                        <p:cTn id="43" dur="500"/>
                                        <p:tgtEl>
                                          <p:spTgt spid="19"/>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linds(horizontal)">
                                      <p:cBhvr>
                                        <p:cTn id="46" dur="500"/>
                                        <p:tgtEl>
                                          <p:spTgt spid="2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blinds(horizontal)">
                                      <p:cBhvr>
                                        <p:cTn id="49" dur="500"/>
                                        <p:tgtEl>
                                          <p:spTgt spid="26"/>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linds(horizontal)">
                                      <p:cBhvr>
                                        <p:cTn id="52" dur="500"/>
                                        <p:tgtEl>
                                          <p:spTgt spid="2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blinds(horizontal)">
                                      <p:cBhvr>
                                        <p:cTn id="57" dur="500"/>
                                        <p:tgtEl>
                                          <p:spTgt spid="32"/>
                                        </p:tgtEl>
                                      </p:cBhvr>
                                    </p:animEffect>
                                  </p:childTnLst>
                                </p:cTn>
                              </p:par>
                              <p:par>
                                <p:cTn id="58" presetID="3" presetClass="entr" presetSubtype="1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blinds(horizontal)">
                                      <p:cBhvr>
                                        <p:cTn id="60" dur="500"/>
                                        <p:tgtEl>
                                          <p:spTgt spid="30"/>
                                        </p:tgtEl>
                                      </p:cBhvr>
                                    </p:animEffect>
                                  </p:childTnLst>
                                </p:cTn>
                              </p:par>
                              <p:par>
                                <p:cTn id="61" presetID="3" presetClass="entr" presetSubtype="1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blinds(horizontal)">
                                      <p:cBhvr>
                                        <p:cTn id="63" dur="500"/>
                                        <p:tgtEl>
                                          <p:spTgt spid="2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linds(horizontal)">
                                      <p:cBhvr>
                                        <p:cTn id="68" dur="500"/>
                                        <p:tgtEl>
                                          <p:spTgt spid="15"/>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blinds(horizontal)">
                                      <p:cBhvr>
                                        <p:cTn id="71" dur="500"/>
                                        <p:tgtEl>
                                          <p:spTgt spid="14"/>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blinds(horizontal)">
                                      <p:cBhvr>
                                        <p:cTn id="74" dur="500"/>
                                        <p:tgtEl>
                                          <p:spTgt spid="16"/>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blinds(horizontal)">
                                      <p:cBhvr>
                                        <p:cTn id="77" dur="500"/>
                                        <p:tgtEl>
                                          <p:spTgt spid="22"/>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blinds(horizontal)">
                                      <p:cBhvr>
                                        <p:cTn id="80" dur="500"/>
                                        <p:tgtEl>
                                          <p:spTgt spid="21"/>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blinds(horizontal)">
                                      <p:cBhvr>
                                        <p:cTn id="83" dur="500"/>
                                        <p:tgtEl>
                                          <p:spTgt spid="2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blinds(horizontal)">
                                      <p:cBhvr>
                                        <p:cTn id="88" dur="500"/>
                                        <p:tgtEl>
                                          <p:spTgt spid="35"/>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06"/>
                                        </p:tgtEl>
                                        <p:attrNameLst>
                                          <p:attrName>style.visibility</p:attrName>
                                        </p:attrNameLst>
                                      </p:cBhvr>
                                      <p:to>
                                        <p:strVal val="visible"/>
                                      </p:to>
                                    </p:set>
                                    <p:animEffect transition="in" filter="blinds(horizontal)">
                                      <p:cBhvr>
                                        <p:cTn id="91" dur="500"/>
                                        <p:tgtEl>
                                          <p:spTgt spid="106"/>
                                        </p:tgtEl>
                                      </p:cBhvr>
                                    </p:animEffect>
                                  </p:childTnLst>
                                </p:cTn>
                              </p:par>
                              <p:par>
                                <p:cTn id="92" presetID="3" presetClass="entr" presetSubtype="10" fill="hold" nodeType="with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blinds(horizontal)">
                                      <p:cBhvr>
                                        <p:cTn id="94" dur="500"/>
                                        <p:tgtEl>
                                          <p:spTgt spid="41"/>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07"/>
                                        </p:tgtEl>
                                        <p:attrNameLst>
                                          <p:attrName>style.visibility</p:attrName>
                                        </p:attrNameLst>
                                      </p:cBhvr>
                                      <p:to>
                                        <p:strVal val="visible"/>
                                      </p:to>
                                    </p:set>
                                    <p:animEffect transition="in" filter="blinds(horizontal)">
                                      <p:cBhvr>
                                        <p:cTn id="97" dur="500"/>
                                        <p:tgtEl>
                                          <p:spTgt spid="107"/>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08"/>
                                        </p:tgtEl>
                                        <p:attrNameLst>
                                          <p:attrName>style.visibility</p:attrName>
                                        </p:attrNameLst>
                                      </p:cBhvr>
                                      <p:to>
                                        <p:strVal val="visible"/>
                                      </p:to>
                                    </p:set>
                                    <p:animEffect transition="in" filter="blinds(horizontal)">
                                      <p:cBhvr>
                                        <p:cTn id="100" dur="500"/>
                                        <p:tgtEl>
                                          <p:spTgt spid="108"/>
                                        </p:tgtEl>
                                      </p:cBhvr>
                                    </p:animEffect>
                                  </p:childTnLst>
                                </p:cTn>
                              </p:par>
                              <p:par>
                                <p:cTn id="101" presetID="3" presetClass="entr" presetSubtype="10" fill="hold"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blinds(horizontal)">
                                      <p:cBhvr>
                                        <p:cTn id="103" dur="500"/>
                                        <p:tgtEl>
                                          <p:spTgt spid="43"/>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ntr" presetSubtype="10" fill="hold" nodeType="clickEffect">
                                  <p:stCondLst>
                                    <p:cond delay="0"/>
                                  </p:stCondLst>
                                  <p:childTnLst>
                                    <p:set>
                                      <p:cBhvr>
                                        <p:cTn id="107" dur="1" fill="hold">
                                          <p:stCondLst>
                                            <p:cond delay="0"/>
                                          </p:stCondLst>
                                        </p:cTn>
                                        <p:tgtEl>
                                          <p:spTgt spid="48"/>
                                        </p:tgtEl>
                                        <p:attrNameLst>
                                          <p:attrName>style.visibility</p:attrName>
                                        </p:attrNameLst>
                                      </p:cBhvr>
                                      <p:to>
                                        <p:strVal val="visible"/>
                                      </p:to>
                                    </p:set>
                                    <p:animEffect transition="in" filter="blinds(horizontal)">
                                      <p:cBhvr>
                                        <p:cTn id="108" dur="500"/>
                                        <p:tgtEl>
                                          <p:spTgt spid="48"/>
                                        </p:tgtEl>
                                      </p:cBhvr>
                                    </p:animEffect>
                                  </p:childTnLst>
                                </p:cTn>
                              </p:par>
                              <p:par>
                                <p:cTn id="109" presetID="3" presetClass="entr" presetSubtype="1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blinds(horizontal)">
                                      <p:cBhvr>
                                        <p:cTn id="111" dur="500"/>
                                        <p:tgtEl>
                                          <p:spTgt spid="47"/>
                                        </p:tgtEl>
                                      </p:cBhvr>
                                    </p:animEffect>
                                  </p:childTnLst>
                                </p:cTn>
                              </p:par>
                              <p:par>
                                <p:cTn id="112" presetID="3" presetClass="entr" presetSubtype="10" fill="hold" nodeType="withEffect">
                                  <p:stCondLst>
                                    <p:cond delay="0"/>
                                  </p:stCondLst>
                                  <p:childTnLst>
                                    <p:set>
                                      <p:cBhvr>
                                        <p:cTn id="113" dur="1" fill="hold">
                                          <p:stCondLst>
                                            <p:cond delay="0"/>
                                          </p:stCondLst>
                                        </p:cTn>
                                        <p:tgtEl>
                                          <p:spTgt spid="44"/>
                                        </p:tgtEl>
                                        <p:attrNameLst>
                                          <p:attrName>style.visibility</p:attrName>
                                        </p:attrNameLst>
                                      </p:cBhvr>
                                      <p:to>
                                        <p:strVal val="visible"/>
                                      </p:to>
                                    </p:set>
                                    <p:animEffect transition="in" filter="blinds(horizontal)">
                                      <p:cBhvr>
                                        <p:cTn id="114" dur="500"/>
                                        <p:tgtEl>
                                          <p:spTgt spid="44"/>
                                        </p:tgtEl>
                                      </p:cBhvr>
                                    </p:animEffect>
                                  </p:childTnLst>
                                </p:cTn>
                              </p:par>
                              <p:par>
                                <p:cTn id="115" presetID="3" presetClass="entr" presetSubtype="10" fill="hold" nodeType="with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blinds(horizontal)">
                                      <p:cBhvr>
                                        <p:cTn id="117" dur="500"/>
                                        <p:tgtEl>
                                          <p:spTgt spid="54"/>
                                        </p:tgtEl>
                                      </p:cBhvr>
                                    </p:animEffect>
                                  </p:childTnLst>
                                </p:cTn>
                              </p:par>
                              <p:par>
                                <p:cTn id="118" presetID="3" presetClass="entr" presetSubtype="10" fill="hold" nodeType="with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blinds(horizontal)">
                                      <p:cBhvr>
                                        <p:cTn id="120" dur="500"/>
                                        <p:tgtEl>
                                          <p:spTgt spid="58"/>
                                        </p:tgtEl>
                                      </p:cBhvr>
                                    </p:animEffect>
                                  </p:childTnLst>
                                </p:cTn>
                              </p:par>
                              <p:par>
                                <p:cTn id="121" presetID="3" presetClass="entr" presetSubtype="10" fill="hold" nodeType="withEffect">
                                  <p:stCondLst>
                                    <p:cond delay="0"/>
                                  </p:stCondLst>
                                  <p:childTnLst>
                                    <p:set>
                                      <p:cBhvr>
                                        <p:cTn id="122" dur="1" fill="hold">
                                          <p:stCondLst>
                                            <p:cond delay="0"/>
                                          </p:stCondLst>
                                        </p:cTn>
                                        <p:tgtEl>
                                          <p:spTgt spid="60"/>
                                        </p:tgtEl>
                                        <p:attrNameLst>
                                          <p:attrName>style.visibility</p:attrName>
                                        </p:attrNameLst>
                                      </p:cBhvr>
                                      <p:to>
                                        <p:strVal val="visible"/>
                                      </p:to>
                                    </p:set>
                                    <p:animEffect transition="in" filter="blinds(horizontal)">
                                      <p:cBhvr>
                                        <p:cTn id="123" dur="500"/>
                                        <p:tgtEl>
                                          <p:spTgt spid="60"/>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3" presetClass="entr" presetSubtype="10" fill="hold" nodeType="clickEffect">
                                  <p:stCondLst>
                                    <p:cond delay="0"/>
                                  </p:stCondLst>
                                  <p:childTnLst>
                                    <p:set>
                                      <p:cBhvr>
                                        <p:cTn id="127" dur="1" fill="hold">
                                          <p:stCondLst>
                                            <p:cond delay="0"/>
                                          </p:stCondLst>
                                        </p:cTn>
                                        <p:tgtEl>
                                          <p:spTgt spid="71"/>
                                        </p:tgtEl>
                                        <p:attrNameLst>
                                          <p:attrName>style.visibility</p:attrName>
                                        </p:attrNameLst>
                                      </p:cBhvr>
                                      <p:to>
                                        <p:strVal val="visible"/>
                                      </p:to>
                                    </p:set>
                                    <p:animEffect transition="in" filter="blinds(horizontal)">
                                      <p:cBhvr>
                                        <p:cTn id="128" dur="500"/>
                                        <p:tgtEl>
                                          <p:spTgt spid="71"/>
                                        </p:tgtEl>
                                      </p:cBhvr>
                                    </p:animEffect>
                                  </p:childTnLst>
                                </p:cTn>
                              </p:par>
                              <p:par>
                                <p:cTn id="129" presetID="3" presetClass="entr" presetSubtype="10" fill="hold" nodeType="withEffect">
                                  <p:stCondLst>
                                    <p:cond delay="0"/>
                                  </p:stCondLst>
                                  <p:childTnLst>
                                    <p:set>
                                      <p:cBhvr>
                                        <p:cTn id="130" dur="1" fill="hold">
                                          <p:stCondLst>
                                            <p:cond delay="0"/>
                                          </p:stCondLst>
                                        </p:cTn>
                                        <p:tgtEl>
                                          <p:spTgt spid="74"/>
                                        </p:tgtEl>
                                        <p:attrNameLst>
                                          <p:attrName>style.visibility</p:attrName>
                                        </p:attrNameLst>
                                      </p:cBhvr>
                                      <p:to>
                                        <p:strVal val="visible"/>
                                      </p:to>
                                    </p:set>
                                    <p:animEffect transition="in" filter="blinds(horizontal)">
                                      <p:cBhvr>
                                        <p:cTn id="131" dur="500"/>
                                        <p:tgtEl>
                                          <p:spTgt spid="74"/>
                                        </p:tgtEl>
                                      </p:cBhvr>
                                    </p:animEffect>
                                  </p:childTnLst>
                                </p:cTn>
                              </p:par>
                              <p:par>
                                <p:cTn id="132" presetID="3" presetClass="entr" presetSubtype="10" fill="hold" nodeType="withEffect">
                                  <p:stCondLst>
                                    <p:cond delay="0"/>
                                  </p:stCondLst>
                                  <p:childTnLst>
                                    <p:set>
                                      <p:cBhvr>
                                        <p:cTn id="133" dur="1" fill="hold">
                                          <p:stCondLst>
                                            <p:cond delay="0"/>
                                          </p:stCondLst>
                                        </p:cTn>
                                        <p:tgtEl>
                                          <p:spTgt spid="79"/>
                                        </p:tgtEl>
                                        <p:attrNameLst>
                                          <p:attrName>style.visibility</p:attrName>
                                        </p:attrNameLst>
                                      </p:cBhvr>
                                      <p:to>
                                        <p:strVal val="visible"/>
                                      </p:to>
                                    </p:set>
                                    <p:animEffect transition="in" filter="blinds(horizontal)">
                                      <p:cBhvr>
                                        <p:cTn id="134" dur="500"/>
                                        <p:tgtEl>
                                          <p:spTgt spid="79"/>
                                        </p:tgtEl>
                                      </p:cBhvr>
                                    </p:animEffect>
                                  </p:childTnLst>
                                </p:cTn>
                              </p:par>
                              <p:par>
                                <p:cTn id="135" presetID="3" presetClass="entr" presetSubtype="10" fill="hold" nodeType="withEffect">
                                  <p:stCondLst>
                                    <p:cond delay="0"/>
                                  </p:stCondLst>
                                  <p:childTnLst>
                                    <p:set>
                                      <p:cBhvr>
                                        <p:cTn id="136" dur="1" fill="hold">
                                          <p:stCondLst>
                                            <p:cond delay="0"/>
                                          </p:stCondLst>
                                        </p:cTn>
                                        <p:tgtEl>
                                          <p:spTgt spid="97"/>
                                        </p:tgtEl>
                                        <p:attrNameLst>
                                          <p:attrName>style.visibility</p:attrName>
                                        </p:attrNameLst>
                                      </p:cBhvr>
                                      <p:to>
                                        <p:strVal val="visible"/>
                                      </p:to>
                                    </p:set>
                                    <p:animEffect transition="in" filter="blinds(horizontal)">
                                      <p:cBhvr>
                                        <p:cTn id="137" dur="500"/>
                                        <p:tgtEl>
                                          <p:spTgt spid="97"/>
                                        </p:tgtEl>
                                      </p:cBhvr>
                                    </p:animEffect>
                                  </p:childTnLst>
                                </p:cTn>
                              </p:par>
                              <p:par>
                                <p:cTn id="138" presetID="3" presetClass="entr" presetSubtype="10" fill="hold" nodeType="withEffect">
                                  <p:stCondLst>
                                    <p:cond delay="0"/>
                                  </p:stCondLst>
                                  <p:childTnLst>
                                    <p:set>
                                      <p:cBhvr>
                                        <p:cTn id="139" dur="1" fill="hold">
                                          <p:stCondLst>
                                            <p:cond delay="0"/>
                                          </p:stCondLst>
                                        </p:cTn>
                                        <p:tgtEl>
                                          <p:spTgt spid="99"/>
                                        </p:tgtEl>
                                        <p:attrNameLst>
                                          <p:attrName>style.visibility</p:attrName>
                                        </p:attrNameLst>
                                      </p:cBhvr>
                                      <p:to>
                                        <p:strVal val="visible"/>
                                      </p:to>
                                    </p:set>
                                    <p:animEffect transition="in" filter="blinds(horizontal)">
                                      <p:cBhvr>
                                        <p:cTn id="140" dur="500"/>
                                        <p:tgtEl>
                                          <p:spTgt spid="99"/>
                                        </p:tgtEl>
                                      </p:cBhvr>
                                    </p:animEffect>
                                  </p:childTnLst>
                                </p:cTn>
                              </p:par>
                              <p:par>
                                <p:cTn id="141" presetID="3" presetClass="entr" presetSubtype="10" fill="hold" nodeType="withEffect">
                                  <p:stCondLst>
                                    <p:cond delay="0"/>
                                  </p:stCondLst>
                                  <p:childTnLst>
                                    <p:set>
                                      <p:cBhvr>
                                        <p:cTn id="142" dur="1" fill="hold">
                                          <p:stCondLst>
                                            <p:cond delay="0"/>
                                          </p:stCondLst>
                                        </p:cTn>
                                        <p:tgtEl>
                                          <p:spTgt spid="102"/>
                                        </p:tgtEl>
                                        <p:attrNameLst>
                                          <p:attrName>style.visibility</p:attrName>
                                        </p:attrNameLst>
                                      </p:cBhvr>
                                      <p:to>
                                        <p:strVal val="visible"/>
                                      </p:to>
                                    </p:set>
                                    <p:animEffect transition="in" filter="blinds(horizontal)">
                                      <p:cBhvr>
                                        <p:cTn id="143" dur="500"/>
                                        <p:tgtEl>
                                          <p:spTgt spid="102"/>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3" presetClass="entr" presetSubtype="10" fill="hold" nodeType="clickEffect">
                                  <p:stCondLst>
                                    <p:cond delay="0"/>
                                  </p:stCondLst>
                                  <p:childTnLst>
                                    <p:set>
                                      <p:cBhvr>
                                        <p:cTn id="147" dur="1" fill="hold">
                                          <p:stCondLst>
                                            <p:cond delay="0"/>
                                          </p:stCondLst>
                                        </p:cTn>
                                        <p:tgtEl>
                                          <p:spTgt spid="68"/>
                                        </p:tgtEl>
                                        <p:attrNameLst>
                                          <p:attrName>style.visibility</p:attrName>
                                        </p:attrNameLst>
                                      </p:cBhvr>
                                      <p:to>
                                        <p:strVal val="visible"/>
                                      </p:to>
                                    </p:set>
                                    <p:animEffect transition="in" filter="blinds(horizontal)">
                                      <p:cBhvr>
                                        <p:cTn id="148" dur="500"/>
                                        <p:tgtEl>
                                          <p:spTgt spid="68"/>
                                        </p:tgtEl>
                                      </p:cBhvr>
                                    </p:animEffect>
                                  </p:childTnLst>
                                </p:cTn>
                              </p:par>
                              <p:par>
                                <p:cTn id="149" presetID="3" presetClass="entr" presetSubtype="10" fill="hold" nodeType="withEffect">
                                  <p:stCondLst>
                                    <p:cond delay="0"/>
                                  </p:stCondLst>
                                  <p:childTnLst>
                                    <p:set>
                                      <p:cBhvr>
                                        <p:cTn id="150" dur="1" fill="hold">
                                          <p:stCondLst>
                                            <p:cond delay="0"/>
                                          </p:stCondLst>
                                        </p:cTn>
                                        <p:tgtEl>
                                          <p:spTgt spid="66"/>
                                        </p:tgtEl>
                                        <p:attrNameLst>
                                          <p:attrName>style.visibility</p:attrName>
                                        </p:attrNameLst>
                                      </p:cBhvr>
                                      <p:to>
                                        <p:strVal val="visible"/>
                                      </p:to>
                                    </p:set>
                                    <p:animEffect transition="in" filter="blinds(horizontal)">
                                      <p:cBhvr>
                                        <p:cTn id="151" dur="500"/>
                                        <p:tgtEl>
                                          <p:spTgt spid="66"/>
                                        </p:tgtEl>
                                      </p:cBhvr>
                                    </p:animEffect>
                                  </p:childTnLst>
                                </p:cTn>
                              </p:par>
                              <p:par>
                                <p:cTn id="152" presetID="3" presetClass="entr" presetSubtype="10" fill="hold" nodeType="withEffect">
                                  <p:stCondLst>
                                    <p:cond delay="0"/>
                                  </p:stCondLst>
                                  <p:childTnLst>
                                    <p:set>
                                      <p:cBhvr>
                                        <p:cTn id="153" dur="1" fill="hold">
                                          <p:stCondLst>
                                            <p:cond delay="0"/>
                                          </p:stCondLst>
                                        </p:cTn>
                                        <p:tgtEl>
                                          <p:spTgt spid="64"/>
                                        </p:tgtEl>
                                        <p:attrNameLst>
                                          <p:attrName>style.visibility</p:attrName>
                                        </p:attrNameLst>
                                      </p:cBhvr>
                                      <p:to>
                                        <p:strVal val="visible"/>
                                      </p:to>
                                    </p:set>
                                    <p:animEffect transition="in" filter="blinds(horizontal)">
                                      <p:cBhvr>
                                        <p:cTn id="154" dur="500"/>
                                        <p:tgtEl>
                                          <p:spTgt spid="64"/>
                                        </p:tgtEl>
                                      </p:cBhvr>
                                    </p:animEffect>
                                  </p:childTnLst>
                                </p:cTn>
                              </p:par>
                              <p:par>
                                <p:cTn id="155" presetID="3" presetClass="entr" presetSubtype="10" fill="hold" nodeType="withEffect">
                                  <p:stCondLst>
                                    <p:cond delay="0"/>
                                  </p:stCondLst>
                                  <p:childTnLst>
                                    <p:set>
                                      <p:cBhvr>
                                        <p:cTn id="156" dur="1" fill="hold">
                                          <p:stCondLst>
                                            <p:cond delay="0"/>
                                          </p:stCondLst>
                                        </p:cTn>
                                        <p:tgtEl>
                                          <p:spTgt spid="89"/>
                                        </p:tgtEl>
                                        <p:attrNameLst>
                                          <p:attrName>style.visibility</p:attrName>
                                        </p:attrNameLst>
                                      </p:cBhvr>
                                      <p:to>
                                        <p:strVal val="visible"/>
                                      </p:to>
                                    </p:set>
                                    <p:animEffect transition="in" filter="blinds(horizontal)">
                                      <p:cBhvr>
                                        <p:cTn id="157" dur="500"/>
                                        <p:tgtEl>
                                          <p:spTgt spid="89"/>
                                        </p:tgtEl>
                                      </p:cBhvr>
                                    </p:animEffect>
                                  </p:childTnLst>
                                </p:cTn>
                              </p:par>
                              <p:par>
                                <p:cTn id="158" presetID="3" presetClass="entr" presetSubtype="10" fill="hold" nodeType="withEffect">
                                  <p:stCondLst>
                                    <p:cond delay="0"/>
                                  </p:stCondLst>
                                  <p:childTnLst>
                                    <p:set>
                                      <p:cBhvr>
                                        <p:cTn id="159" dur="1" fill="hold">
                                          <p:stCondLst>
                                            <p:cond delay="0"/>
                                          </p:stCondLst>
                                        </p:cTn>
                                        <p:tgtEl>
                                          <p:spTgt spid="84"/>
                                        </p:tgtEl>
                                        <p:attrNameLst>
                                          <p:attrName>style.visibility</p:attrName>
                                        </p:attrNameLst>
                                      </p:cBhvr>
                                      <p:to>
                                        <p:strVal val="visible"/>
                                      </p:to>
                                    </p:set>
                                    <p:animEffect transition="in" filter="blinds(horizontal)">
                                      <p:cBhvr>
                                        <p:cTn id="160" dur="500"/>
                                        <p:tgtEl>
                                          <p:spTgt spid="84"/>
                                        </p:tgtEl>
                                      </p:cBhvr>
                                    </p:animEffect>
                                  </p:childTnLst>
                                </p:cTn>
                              </p:par>
                              <p:par>
                                <p:cTn id="161" presetID="3" presetClass="entr" presetSubtype="10" fill="hold" nodeType="withEffect">
                                  <p:stCondLst>
                                    <p:cond delay="0"/>
                                  </p:stCondLst>
                                  <p:childTnLst>
                                    <p:set>
                                      <p:cBhvr>
                                        <p:cTn id="162" dur="1" fill="hold">
                                          <p:stCondLst>
                                            <p:cond delay="0"/>
                                          </p:stCondLst>
                                        </p:cTn>
                                        <p:tgtEl>
                                          <p:spTgt spid="83"/>
                                        </p:tgtEl>
                                        <p:attrNameLst>
                                          <p:attrName>style.visibility</p:attrName>
                                        </p:attrNameLst>
                                      </p:cBhvr>
                                      <p:to>
                                        <p:strVal val="visible"/>
                                      </p:to>
                                    </p:set>
                                    <p:animEffect transition="in" filter="blinds(horizontal)">
                                      <p:cBhvr>
                                        <p:cTn id="163" dur="500"/>
                                        <p:tgtEl>
                                          <p:spTgt spid="83"/>
                                        </p:tgtEl>
                                      </p:cBhvr>
                                    </p:animEffec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4" grpId="0" animBg="1"/>
      <p:bldP spid="15" grpId="0" animBg="1"/>
      <p:bldP spid="16" grpId="0" animBg="1"/>
      <p:bldP spid="17" grpId="0" animBg="1"/>
      <p:bldP spid="18" grpId="0" animBg="1"/>
      <p:bldP spid="19" grpId="0" animBg="1"/>
      <p:bldP spid="20" grpId="0"/>
      <p:bldP spid="21" grpId="0"/>
      <p:bldP spid="22" grpId="0"/>
      <p:bldP spid="23" grpId="0"/>
      <p:bldP spid="25" grpId="0"/>
      <p:bldP spid="26" grpId="0"/>
      <p:bldP spid="106" grpId="0"/>
      <p:bldP spid="107" grpId="0"/>
      <p:bldP spid="108" grpId="0"/>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rot="782437">
            <a:off x="4411663" y="2487613"/>
            <a:ext cx="368300" cy="4294187"/>
            <a:chOff x="2767" y="909"/>
            <a:chExt cx="138" cy="1995"/>
          </a:xfrm>
        </p:grpSpPr>
        <p:sp>
          <p:nvSpPr>
            <p:cNvPr id="598019" name="Text Box 3"/>
            <p:cNvSpPr txBox="1">
              <a:spLocks noChangeArrowheads="1"/>
            </p:cNvSpPr>
            <p:nvPr/>
          </p:nvSpPr>
          <p:spPr bwMode="auto">
            <a:xfrm>
              <a:off x="2779" y="2734"/>
              <a:ext cx="126" cy="17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mn-cs"/>
                </a:rPr>
                <a:t>C</a:t>
              </a:r>
            </a:p>
          </p:txBody>
        </p:sp>
        <p:sp>
          <p:nvSpPr>
            <p:cNvPr id="598020" name="Text Box 4"/>
            <p:cNvSpPr txBox="1">
              <a:spLocks noChangeArrowheads="1"/>
            </p:cNvSpPr>
            <p:nvPr/>
          </p:nvSpPr>
          <p:spPr bwMode="auto">
            <a:xfrm>
              <a:off x="2767" y="909"/>
              <a:ext cx="131" cy="171"/>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mn-cs"/>
                </a:rPr>
                <a:t>D</a:t>
              </a:r>
            </a:p>
          </p:txBody>
        </p:sp>
      </p:grpSp>
      <p:sp>
        <p:nvSpPr>
          <p:cNvPr id="598021" name="AutoShape 5"/>
          <p:cNvSpPr>
            <a:spLocks noChangeArrowheads="1"/>
          </p:cNvSpPr>
          <p:nvPr/>
        </p:nvSpPr>
        <p:spPr bwMode="auto">
          <a:xfrm>
            <a:off x="1758950" y="2962275"/>
            <a:ext cx="5613400" cy="3440113"/>
          </a:xfrm>
          <a:prstGeom prst="parallelogram">
            <a:avLst>
              <a:gd name="adj" fmla="val 23396"/>
            </a:avLst>
          </a:prstGeom>
          <a:solidFill>
            <a:schemeClr val="bg1"/>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2" name="Line 6"/>
          <p:cNvSpPr>
            <a:spLocks noChangeShapeType="1"/>
          </p:cNvSpPr>
          <p:nvPr/>
        </p:nvSpPr>
        <p:spPr bwMode="auto">
          <a:xfrm rot="679073">
            <a:off x="4560000" y="2953368"/>
            <a:ext cx="2566" cy="3502636"/>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3" name="Line 7"/>
          <p:cNvSpPr>
            <a:spLocks noChangeShapeType="1"/>
          </p:cNvSpPr>
          <p:nvPr/>
        </p:nvSpPr>
        <p:spPr bwMode="auto">
          <a:xfrm flipH="1" flipV="1">
            <a:off x="2403786" y="4205331"/>
            <a:ext cx="1830076" cy="2197056"/>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4" name="Line 8"/>
          <p:cNvSpPr>
            <a:spLocks noChangeShapeType="1"/>
          </p:cNvSpPr>
          <p:nvPr/>
        </p:nvSpPr>
        <p:spPr bwMode="auto">
          <a:xfrm flipH="1" flipV="1">
            <a:off x="2854325" y="3690797"/>
            <a:ext cx="1379536" cy="2711589"/>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5" name="Line 9"/>
          <p:cNvSpPr>
            <a:spLocks noChangeShapeType="1"/>
          </p:cNvSpPr>
          <p:nvPr/>
        </p:nvSpPr>
        <p:spPr bwMode="auto">
          <a:xfrm flipH="1" flipV="1">
            <a:off x="3675915" y="3203574"/>
            <a:ext cx="557947" cy="3198813"/>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6" name="Line 10"/>
          <p:cNvSpPr>
            <a:spLocks noChangeShapeType="1"/>
          </p:cNvSpPr>
          <p:nvPr/>
        </p:nvSpPr>
        <p:spPr bwMode="auto">
          <a:xfrm flipV="1">
            <a:off x="4233863" y="4168775"/>
            <a:ext cx="2776537" cy="2233613"/>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7" name="Line 11"/>
          <p:cNvSpPr>
            <a:spLocks noChangeShapeType="1"/>
          </p:cNvSpPr>
          <p:nvPr/>
        </p:nvSpPr>
        <p:spPr bwMode="auto">
          <a:xfrm flipV="1">
            <a:off x="4273550" y="3625850"/>
            <a:ext cx="2435225" cy="2716213"/>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8" name="Line 12"/>
          <p:cNvSpPr>
            <a:spLocks noChangeShapeType="1"/>
          </p:cNvSpPr>
          <p:nvPr/>
        </p:nvSpPr>
        <p:spPr bwMode="auto">
          <a:xfrm flipV="1">
            <a:off x="4233863" y="3143250"/>
            <a:ext cx="1689100" cy="325913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29" name="Line 13"/>
          <p:cNvSpPr>
            <a:spLocks noChangeShapeType="1"/>
          </p:cNvSpPr>
          <p:nvPr/>
        </p:nvSpPr>
        <p:spPr bwMode="auto">
          <a:xfrm>
            <a:off x="2181225" y="4672013"/>
            <a:ext cx="4829175" cy="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0" name="Line 14"/>
          <p:cNvSpPr>
            <a:spLocks noChangeShapeType="1"/>
          </p:cNvSpPr>
          <p:nvPr/>
        </p:nvSpPr>
        <p:spPr bwMode="auto">
          <a:xfrm flipV="1">
            <a:off x="2241550" y="2962275"/>
            <a:ext cx="2655888" cy="132715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1" name="Line 15"/>
          <p:cNvSpPr>
            <a:spLocks noChangeShapeType="1"/>
          </p:cNvSpPr>
          <p:nvPr/>
        </p:nvSpPr>
        <p:spPr bwMode="auto">
          <a:xfrm flipV="1">
            <a:off x="2301875" y="2962275"/>
            <a:ext cx="2595563" cy="904875"/>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2" name="Line 16"/>
          <p:cNvSpPr>
            <a:spLocks noChangeShapeType="1"/>
          </p:cNvSpPr>
          <p:nvPr/>
        </p:nvSpPr>
        <p:spPr bwMode="auto">
          <a:xfrm flipV="1">
            <a:off x="2422525" y="2962275"/>
            <a:ext cx="2474913" cy="422275"/>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3" name="Line 17"/>
          <p:cNvSpPr>
            <a:spLocks noChangeShapeType="1"/>
          </p:cNvSpPr>
          <p:nvPr/>
        </p:nvSpPr>
        <p:spPr bwMode="auto">
          <a:xfrm>
            <a:off x="2206625" y="4251325"/>
            <a:ext cx="103188" cy="0"/>
          </a:xfrm>
          <a:prstGeom prst="line">
            <a:avLst/>
          </a:prstGeom>
          <a:noFill/>
          <a:ln w="38100">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4" name="Line 18"/>
          <p:cNvSpPr>
            <a:spLocks noChangeShapeType="1"/>
          </p:cNvSpPr>
          <p:nvPr/>
        </p:nvSpPr>
        <p:spPr bwMode="auto">
          <a:xfrm>
            <a:off x="2305050" y="3829050"/>
            <a:ext cx="103188" cy="0"/>
          </a:xfrm>
          <a:prstGeom prst="line">
            <a:avLst/>
          </a:prstGeom>
          <a:noFill/>
          <a:ln w="38100">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5" name="Line 19"/>
          <p:cNvSpPr>
            <a:spLocks noChangeShapeType="1"/>
          </p:cNvSpPr>
          <p:nvPr/>
        </p:nvSpPr>
        <p:spPr bwMode="auto">
          <a:xfrm>
            <a:off x="2406650" y="3406775"/>
            <a:ext cx="103188" cy="0"/>
          </a:xfrm>
          <a:prstGeom prst="line">
            <a:avLst/>
          </a:prstGeom>
          <a:noFill/>
          <a:ln w="38100">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36" name="Text Box 20"/>
          <p:cNvSpPr txBox="1">
            <a:spLocks noChangeArrowheads="1"/>
          </p:cNvSpPr>
          <p:nvPr/>
        </p:nvSpPr>
        <p:spPr bwMode="auto">
          <a:xfrm>
            <a:off x="2038350" y="4108450"/>
            <a:ext cx="27305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598037" name="Text Box 21"/>
          <p:cNvSpPr txBox="1">
            <a:spLocks noChangeArrowheads="1"/>
          </p:cNvSpPr>
          <p:nvPr/>
        </p:nvSpPr>
        <p:spPr bwMode="auto">
          <a:xfrm>
            <a:off x="2143125" y="3702050"/>
            <a:ext cx="27305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598038" name="Text Box 22"/>
          <p:cNvSpPr txBox="1">
            <a:spLocks noChangeArrowheads="1"/>
          </p:cNvSpPr>
          <p:nvPr/>
        </p:nvSpPr>
        <p:spPr bwMode="auto">
          <a:xfrm>
            <a:off x="2241550" y="3263900"/>
            <a:ext cx="27305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598039" name="Text Box 23"/>
          <p:cNvSpPr txBox="1">
            <a:spLocks noChangeArrowheads="1"/>
          </p:cNvSpPr>
          <p:nvPr/>
        </p:nvSpPr>
        <p:spPr bwMode="auto">
          <a:xfrm>
            <a:off x="2301875" y="2901950"/>
            <a:ext cx="27305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grpSp>
        <p:nvGrpSpPr>
          <p:cNvPr id="3" name="Group 24"/>
          <p:cNvGrpSpPr>
            <a:grpSpLocks/>
          </p:cNvGrpSpPr>
          <p:nvPr/>
        </p:nvGrpSpPr>
        <p:grpSpPr bwMode="auto">
          <a:xfrm>
            <a:off x="2784475" y="4621213"/>
            <a:ext cx="1158875" cy="104775"/>
            <a:chOff x="1391" y="1991"/>
            <a:chExt cx="922" cy="83"/>
          </a:xfrm>
        </p:grpSpPr>
        <p:sp>
          <p:nvSpPr>
            <p:cNvPr id="598041" name="Line 25"/>
            <p:cNvSpPr>
              <a:spLocks noChangeShapeType="1"/>
            </p:cNvSpPr>
            <p:nvPr/>
          </p:nvSpPr>
          <p:spPr bwMode="auto">
            <a:xfrm>
              <a:off x="1391" y="1991"/>
              <a:ext cx="0" cy="83"/>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42" name="Line 26"/>
            <p:cNvSpPr>
              <a:spLocks noChangeShapeType="1"/>
            </p:cNvSpPr>
            <p:nvPr/>
          </p:nvSpPr>
          <p:spPr bwMode="auto">
            <a:xfrm>
              <a:off x="1852" y="1991"/>
              <a:ext cx="0" cy="83"/>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43" name="Line 27"/>
            <p:cNvSpPr>
              <a:spLocks noChangeShapeType="1"/>
            </p:cNvSpPr>
            <p:nvPr/>
          </p:nvSpPr>
          <p:spPr bwMode="auto">
            <a:xfrm>
              <a:off x="2313" y="1991"/>
              <a:ext cx="0" cy="83"/>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grpSp>
        <p:nvGrpSpPr>
          <p:cNvPr id="4" name="Group 28"/>
          <p:cNvGrpSpPr>
            <a:grpSpLocks/>
          </p:cNvGrpSpPr>
          <p:nvPr/>
        </p:nvGrpSpPr>
        <p:grpSpPr bwMode="auto">
          <a:xfrm>
            <a:off x="2630488" y="4624388"/>
            <a:ext cx="2127250" cy="365125"/>
            <a:chOff x="1269" y="1994"/>
            <a:chExt cx="1692" cy="290"/>
          </a:xfrm>
        </p:grpSpPr>
        <p:sp>
          <p:nvSpPr>
            <p:cNvPr id="598045" name="Text Box 29"/>
            <p:cNvSpPr txBox="1">
              <a:spLocks noChangeArrowheads="1"/>
            </p:cNvSpPr>
            <p:nvPr/>
          </p:nvSpPr>
          <p:spPr bwMode="auto">
            <a:xfrm rot="135648">
              <a:off x="1269" y="2024"/>
              <a:ext cx="217"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598046" name="Text Box 30"/>
            <p:cNvSpPr txBox="1">
              <a:spLocks noChangeArrowheads="1"/>
            </p:cNvSpPr>
            <p:nvPr/>
          </p:nvSpPr>
          <p:spPr bwMode="auto">
            <a:xfrm rot="135648">
              <a:off x="1809" y="2042"/>
              <a:ext cx="218"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598047" name="Text Box 31"/>
            <p:cNvSpPr txBox="1">
              <a:spLocks noChangeArrowheads="1"/>
            </p:cNvSpPr>
            <p:nvPr/>
          </p:nvSpPr>
          <p:spPr bwMode="auto">
            <a:xfrm rot="135648">
              <a:off x="2307" y="2022"/>
              <a:ext cx="217"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598048" name="Text Box 32"/>
            <p:cNvSpPr txBox="1">
              <a:spLocks noChangeArrowheads="1"/>
            </p:cNvSpPr>
            <p:nvPr/>
          </p:nvSpPr>
          <p:spPr bwMode="auto">
            <a:xfrm rot="135648">
              <a:off x="2744" y="1994"/>
              <a:ext cx="217"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grpSp>
      <p:grpSp>
        <p:nvGrpSpPr>
          <p:cNvPr id="5" name="Group 33"/>
          <p:cNvGrpSpPr>
            <a:grpSpLocks/>
          </p:cNvGrpSpPr>
          <p:nvPr/>
        </p:nvGrpSpPr>
        <p:grpSpPr bwMode="auto">
          <a:xfrm>
            <a:off x="5068888" y="4621213"/>
            <a:ext cx="1573212" cy="336550"/>
            <a:chOff x="3208" y="1991"/>
            <a:chExt cx="1251" cy="268"/>
          </a:xfrm>
        </p:grpSpPr>
        <p:sp>
          <p:nvSpPr>
            <p:cNvPr id="598050" name="Line 34"/>
            <p:cNvSpPr>
              <a:spLocks noChangeShapeType="1"/>
            </p:cNvSpPr>
            <p:nvPr/>
          </p:nvSpPr>
          <p:spPr bwMode="auto">
            <a:xfrm rot="33623">
              <a:off x="3264" y="2001"/>
              <a:ext cx="0" cy="77"/>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51" name="Line 35"/>
            <p:cNvSpPr>
              <a:spLocks noChangeShapeType="1"/>
            </p:cNvSpPr>
            <p:nvPr/>
          </p:nvSpPr>
          <p:spPr bwMode="auto">
            <a:xfrm rot="33623">
              <a:off x="3795" y="1991"/>
              <a:ext cx="0" cy="77"/>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52" name="Line 36"/>
            <p:cNvSpPr>
              <a:spLocks noChangeShapeType="1"/>
            </p:cNvSpPr>
            <p:nvPr/>
          </p:nvSpPr>
          <p:spPr bwMode="auto">
            <a:xfrm rot="33623">
              <a:off x="4284" y="1996"/>
              <a:ext cx="0" cy="77"/>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53" name="Text Box 37"/>
            <p:cNvSpPr txBox="1">
              <a:spLocks noChangeArrowheads="1"/>
            </p:cNvSpPr>
            <p:nvPr/>
          </p:nvSpPr>
          <p:spPr bwMode="auto">
            <a:xfrm rot="101301">
              <a:off x="3208" y="2016"/>
              <a:ext cx="217" cy="243"/>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598054" name="Text Box 38"/>
            <p:cNvSpPr txBox="1">
              <a:spLocks noChangeArrowheads="1"/>
            </p:cNvSpPr>
            <p:nvPr/>
          </p:nvSpPr>
          <p:spPr bwMode="auto">
            <a:xfrm rot="101301">
              <a:off x="3742" y="2010"/>
              <a:ext cx="217" cy="243"/>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598055" name="Text Box 39"/>
            <p:cNvSpPr txBox="1">
              <a:spLocks noChangeArrowheads="1"/>
            </p:cNvSpPr>
            <p:nvPr/>
          </p:nvSpPr>
          <p:spPr bwMode="auto">
            <a:xfrm rot="101301">
              <a:off x="4242" y="2005"/>
              <a:ext cx="217" cy="243"/>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grpSp>
      <p:sp>
        <p:nvSpPr>
          <p:cNvPr id="598056" name="Line 40"/>
          <p:cNvSpPr>
            <a:spLocks noChangeShapeType="1"/>
          </p:cNvSpPr>
          <p:nvPr/>
        </p:nvSpPr>
        <p:spPr bwMode="auto">
          <a:xfrm>
            <a:off x="4897438" y="2962275"/>
            <a:ext cx="2173287" cy="123348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57" name="Line 41"/>
          <p:cNvSpPr>
            <a:spLocks noChangeShapeType="1"/>
          </p:cNvSpPr>
          <p:nvPr/>
        </p:nvSpPr>
        <p:spPr bwMode="auto">
          <a:xfrm>
            <a:off x="4897438" y="2962275"/>
            <a:ext cx="2293937" cy="84455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58" name="Line 42"/>
          <p:cNvSpPr>
            <a:spLocks noChangeShapeType="1"/>
          </p:cNvSpPr>
          <p:nvPr/>
        </p:nvSpPr>
        <p:spPr bwMode="auto">
          <a:xfrm>
            <a:off x="4897438" y="2962275"/>
            <a:ext cx="2354262" cy="422275"/>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6" name="Group 43"/>
          <p:cNvGrpSpPr>
            <a:grpSpLocks/>
          </p:cNvGrpSpPr>
          <p:nvPr/>
        </p:nvGrpSpPr>
        <p:grpSpPr bwMode="auto">
          <a:xfrm>
            <a:off x="1819275" y="4527550"/>
            <a:ext cx="5518150" cy="366713"/>
            <a:chOff x="1296" y="1872"/>
            <a:chExt cx="3118" cy="167"/>
          </a:xfrm>
        </p:grpSpPr>
        <p:sp>
          <p:nvSpPr>
            <p:cNvPr id="598060" name="Text Box 44"/>
            <p:cNvSpPr txBox="1">
              <a:spLocks noChangeArrowheads="1"/>
            </p:cNvSpPr>
            <p:nvPr/>
          </p:nvSpPr>
          <p:spPr bwMode="auto">
            <a:xfrm>
              <a:off x="1296" y="1872"/>
              <a:ext cx="198" cy="167"/>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mn-cs"/>
                </a:rPr>
                <a:t>A</a:t>
              </a:r>
            </a:p>
          </p:txBody>
        </p:sp>
        <p:sp>
          <p:nvSpPr>
            <p:cNvPr id="598061" name="Text Box 45"/>
            <p:cNvSpPr txBox="1">
              <a:spLocks noChangeArrowheads="1"/>
            </p:cNvSpPr>
            <p:nvPr/>
          </p:nvSpPr>
          <p:spPr bwMode="auto">
            <a:xfrm>
              <a:off x="4224" y="1872"/>
              <a:ext cx="190" cy="167"/>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imes New Roman" pitchFamily="18" charset="0"/>
                  <a:ea typeface="+mn-ea"/>
                  <a:cs typeface="+mn-cs"/>
                </a:rPr>
                <a:t>B</a:t>
              </a:r>
            </a:p>
          </p:txBody>
        </p:sp>
      </p:grpSp>
      <p:sp>
        <p:nvSpPr>
          <p:cNvPr id="598062" name="Arc 46"/>
          <p:cNvSpPr>
            <a:spLocks/>
          </p:cNvSpPr>
          <p:nvPr/>
        </p:nvSpPr>
        <p:spPr bwMode="auto">
          <a:xfrm rot="11647256" flipV="1">
            <a:off x="2405063" y="2792413"/>
            <a:ext cx="3275012" cy="2320925"/>
          </a:xfrm>
          <a:custGeom>
            <a:avLst/>
            <a:gdLst>
              <a:gd name="G0" fmla="+- 0 0 0"/>
              <a:gd name="G1" fmla="+- 20578 0 0"/>
              <a:gd name="G2" fmla="+- 21600 0 0"/>
              <a:gd name="T0" fmla="*/ 6566 w 21600"/>
              <a:gd name="T1" fmla="*/ 0 h 20578"/>
              <a:gd name="T2" fmla="*/ 21600 w 21600"/>
              <a:gd name="T3" fmla="*/ 20578 h 20578"/>
              <a:gd name="T4" fmla="*/ 0 w 21600"/>
              <a:gd name="T5" fmla="*/ 20578 h 20578"/>
            </a:gdLst>
            <a:ahLst/>
            <a:cxnLst>
              <a:cxn ang="0">
                <a:pos x="T0" y="T1"/>
              </a:cxn>
              <a:cxn ang="0">
                <a:pos x="T2" y="T3"/>
              </a:cxn>
              <a:cxn ang="0">
                <a:pos x="T4" y="T5"/>
              </a:cxn>
            </a:cxnLst>
            <a:rect l="0" t="0" r="r" b="b"/>
            <a:pathLst>
              <a:path w="21600" h="20578" fill="none" extrusionOk="0">
                <a:moveTo>
                  <a:pt x="6565" y="0"/>
                </a:moveTo>
                <a:cubicBezTo>
                  <a:pt x="15520" y="2857"/>
                  <a:pt x="21600" y="11178"/>
                  <a:pt x="21600" y="20578"/>
                </a:cubicBezTo>
              </a:path>
              <a:path w="21600" h="20578" stroke="0" extrusionOk="0">
                <a:moveTo>
                  <a:pt x="6565" y="0"/>
                </a:moveTo>
                <a:cubicBezTo>
                  <a:pt x="15520" y="2857"/>
                  <a:pt x="21600" y="11178"/>
                  <a:pt x="21600" y="20578"/>
                </a:cubicBezTo>
                <a:lnTo>
                  <a:pt x="0" y="20578"/>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63" name="Arc 47"/>
          <p:cNvSpPr>
            <a:spLocks/>
          </p:cNvSpPr>
          <p:nvPr/>
        </p:nvSpPr>
        <p:spPr bwMode="auto">
          <a:xfrm rot="810450" flipV="1">
            <a:off x="3479800" y="4259263"/>
            <a:ext cx="3273425" cy="2320925"/>
          </a:xfrm>
          <a:custGeom>
            <a:avLst/>
            <a:gdLst>
              <a:gd name="G0" fmla="+- 0 0 0"/>
              <a:gd name="G1" fmla="+- 20578 0 0"/>
              <a:gd name="G2" fmla="+- 21600 0 0"/>
              <a:gd name="T0" fmla="*/ 6566 w 21600"/>
              <a:gd name="T1" fmla="*/ 0 h 20578"/>
              <a:gd name="T2" fmla="*/ 21600 w 21600"/>
              <a:gd name="T3" fmla="*/ 20578 h 20578"/>
              <a:gd name="T4" fmla="*/ 0 w 21600"/>
              <a:gd name="T5" fmla="*/ 20578 h 20578"/>
            </a:gdLst>
            <a:ahLst/>
            <a:cxnLst>
              <a:cxn ang="0">
                <a:pos x="T0" y="T1"/>
              </a:cxn>
              <a:cxn ang="0">
                <a:pos x="T2" y="T3"/>
              </a:cxn>
              <a:cxn ang="0">
                <a:pos x="T4" y="T5"/>
              </a:cxn>
            </a:cxnLst>
            <a:rect l="0" t="0" r="r" b="b"/>
            <a:pathLst>
              <a:path w="21600" h="20578" fill="none" extrusionOk="0">
                <a:moveTo>
                  <a:pt x="6565" y="0"/>
                </a:moveTo>
                <a:cubicBezTo>
                  <a:pt x="15520" y="2857"/>
                  <a:pt x="21600" y="11178"/>
                  <a:pt x="21600" y="20578"/>
                </a:cubicBezTo>
              </a:path>
              <a:path w="21600" h="20578" stroke="0" extrusionOk="0">
                <a:moveTo>
                  <a:pt x="6565" y="0"/>
                </a:moveTo>
                <a:cubicBezTo>
                  <a:pt x="15520" y="2857"/>
                  <a:pt x="21600" y="11178"/>
                  <a:pt x="21600" y="20578"/>
                </a:cubicBezTo>
                <a:lnTo>
                  <a:pt x="0" y="20578"/>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64" name="Arc 48"/>
          <p:cNvSpPr>
            <a:spLocks/>
          </p:cNvSpPr>
          <p:nvPr/>
        </p:nvSpPr>
        <p:spPr bwMode="auto">
          <a:xfrm>
            <a:off x="4957764" y="2969065"/>
            <a:ext cx="2059138" cy="1710469"/>
          </a:xfrm>
          <a:custGeom>
            <a:avLst/>
            <a:gdLst>
              <a:gd name="G0" fmla="+- 0 0 0"/>
              <a:gd name="G1" fmla="+- 21600 0 0"/>
              <a:gd name="G2" fmla="+- 21600 0 0"/>
              <a:gd name="T0" fmla="*/ 0 w 21600"/>
              <a:gd name="T1" fmla="*/ 0 h 24970"/>
              <a:gd name="T2" fmla="*/ 21335 w 21600"/>
              <a:gd name="T3" fmla="*/ 24970 h 24970"/>
              <a:gd name="T4" fmla="*/ 0 w 21600"/>
              <a:gd name="T5" fmla="*/ 21600 h 24970"/>
            </a:gdLst>
            <a:ahLst/>
            <a:cxnLst>
              <a:cxn ang="0">
                <a:pos x="T0" y="T1"/>
              </a:cxn>
              <a:cxn ang="0">
                <a:pos x="T2" y="T3"/>
              </a:cxn>
              <a:cxn ang="0">
                <a:pos x="T4" y="T5"/>
              </a:cxn>
            </a:cxnLst>
            <a:rect l="0" t="0" r="r" b="b"/>
            <a:pathLst>
              <a:path w="21600" h="24970" fill="none" extrusionOk="0">
                <a:moveTo>
                  <a:pt x="-1" y="0"/>
                </a:moveTo>
                <a:cubicBezTo>
                  <a:pt x="11929" y="0"/>
                  <a:pt x="21600" y="9670"/>
                  <a:pt x="21600" y="21600"/>
                </a:cubicBezTo>
                <a:cubicBezTo>
                  <a:pt x="21600" y="22728"/>
                  <a:pt x="21511" y="23855"/>
                  <a:pt x="21335" y="24970"/>
                </a:cubicBezTo>
              </a:path>
              <a:path w="21600" h="24970" stroke="0" extrusionOk="0">
                <a:moveTo>
                  <a:pt x="-1" y="0"/>
                </a:moveTo>
                <a:cubicBezTo>
                  <a:pt x="11929" y="0"/>
                  <a:pt x="21600" y="9670"/>
                  <a:pt x="21600" y="21600"/>
                </a:cubicBezTo>
                <a:cubicBezTo>
                  <a:pt x="21600" y="22728"/>
                  <a:pt x="21511" y="23855"/>
                  <a:pt x="21335" y="2497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65" name="Arc 49"/>
          <p:cNvSpPr>
            <a:spLocks/>
          </p:cNvSpPr>
          <p:nvPr/>
        </p:nvSpPr>
        <p:spPr bwMode="auto">
          <a:xfrm flipH="1" flipV="1">
            <a:off x="2141538" y="4702175"/>
            <a:ext cx="2052637" cy="1690688"/>
          </a:xfrm>
          <a:custGeom>
            <a:avLst/>
            <a:gdLst>
              <a:gd name="G0" fmla="+- 0 0 0"/>
              <a:gd name="G1" fmla="+- 21600 0 0"/>
              <a:gd name="G2" fmla="+- 21600 0 0"/>
              <a:gd name="T0" fmla="*/ 0 w 21600"/>
              <a:gd name="T1" fmla="*/ 0 h 24970"/>
              <a:gd name="T2" fmla="*/ 21335 w 21600"/>
              <a:gd name="T3" fmla="*/ 24970 h 24970"/>
              <a:gd name="T4" fmla="*/ 0 w 21600"/>
              <a:gd name="T5" fmla="*/ 21600 h 24970"/>
            </a:gdLst>
            <a:ahLst/>
            <a:cxnLst>
              <a:cxn ang="0">
                <a:pos x="T0" y="T1"/>
              </a:cxn>
              <a:cxn ang="0">
                <a:pos x="T2" y="T3"/>
              </a:cxn>
              <a:cxn ang="0">
                <a:pos x="T4" y="T5"/>
              </a:cxn>
            </a:cxnLst>
            <a:rect l="0" t="0" r="r" b="b"/>
            <a:pathLst>
              <a:path w="21600" h="24970" fill="none" extrusionOk="0">
                <a:moveTo>
                  <a:pt x="-1" y="0"/>
                </a:moveTo>
                <a:cubicBezTo>
                  <a:pt x="11929" y="0"/>
                  <a:pt x="21600" y="9670"/>
                  <a:pt x="21600" y="21600"/>
                </a:cubicBezTo>
                <a:cubicBezTo>
                  <a:pt x="21600" y="22728"/>
                  <a:pt x="21511" y="23855"/>
                  <a:pt x="21335" y="24970"/>
                </a:cubicBezTo>
              </a:path>
              <a:path w="21600" h="24970" stroke="0" extrusionOk="0">
                <a:moveTo>
                  <a:pt x="-1" y="0"/>
                </a:moveTo>
                <a:cubicBezTo>
                  <a:pt x="11929" y="0"/>
                  <a:pt x="21600" y="9670"/>
                  <a:pt x="21600" y="21600"/>
                </a:cubicBezTo>
                <a:cubicBezTo>
                  <a:pt x="21600" y="22728"/>
                  <a:pt x="21511" y="23855"/>
                  <a:pt x="21335" y="2497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7" name="Group 50"/>
          <p:cNvGrpSpPr>
            <a:grpSpLocks/>
          </p:cNvGrpSpPr>
          <p:nvPr/>
        </p:nvGrpSpPr>
        <p:grpSpPr bwMode="auto">
          <a:xfrm>
            <a:off x="2130425" y="3203575"/>
            <a:ext cx="1500188" cy="2917825"/>
            <a:chOff x="872" y="864"/>
            <a:chExt cx="1192" cy="2320"/>
          </a:xfrm>
        </p:grpSpPr>
        <p:sp>
          <p:nvSpPr>
            <p:cNvPr id="598067" name="Line 51"/>
            <p:cNvSpPr>
              <a:spLocks noChangeShapeType="1"/>
            </p:cNvSpPr>
            <p:nvPr/>
          </p:nvSpPr>
          <p:spPr bwMode="auto">
            <a:xfrm flipH="1">
              <a:off x="912" y="1661"/>
              <a:ext cx="173" cy="739"/>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68" name="Line 52"/>
            <p:cNvSpPr>
              <a:spLocks noChangeShapeType="1"/>
            </p:cNvSpPr>
            <p:nvPr/>
          </p:nvSpPr>
          <p:spPr bwMode="auto">
            <a:xfrm flipH="1">
              <a:off x="1056" y="1200"/>
              <a:ext cx="384" cy="1632"/>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69" name="Line 53"/>
            <p:cNvSpPr>
              <a:spLocks noChangeShapeType="1"/>
            </p:cNvSpPr>
            <p:nvPr/>
          </p:nvSpPr>
          <p:spPr bwMode="auto">
            <a:xfrm flipH="1">
              <a:off x="1522" y="864"/>
              <a:ext cx="542" cy="2304"/>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0" name="Oval 54"/>
            <p:cNvSpPr>
              <a:spLocks noChangeArrowheads="1"/>
            </p:cNvSpPr>
            <p:nvPr/>
          </p:nvSpPr>
          <p:spPr bwMode="auto">
            <a:xfrm>
              <a:off x="872" y="2376"/>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1" name="Oval 55"/>
            <p:cNvSpPr>
              <a:spLocks noChangeArrowheads="1"/>
            </p:cNvSpPr>
            <p:nvPr/>
          </p:nvSpPr>
          <p:spPr bwMode="auto">
            <a:xfrm>
              <a:off x="1040" y="2752"/>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2" name="Oval 56"/>
            <p:cNvSpPr>
              <a:spLocks noChangeArrowheads="1"/>
            </p:cNvSpPr>
            <p:nvPr/>
          </p:nvSpPr>
          <p:spPr bwMode="auto">
            <a:xfrm>
              <a:off x="1496" y="3136"/>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grpSp>
        <p:nvGrpSpPr>
          <p:cNvPr id="8" name="Group 57"/>
          <p:cNvGrpSpPr>
            <a:grpSpLocks/>
          </p:cNvGrpSpPr>
          <p:nvPr/>
        </p:nvGrpSpPr>
        <p:grpSpPr bwMode="auto">
          <a:xfrm>
            <a:off x="4173538" y="3082925"/>
            <a:ext cx="2815485" cy="3319463"/>
            <a:chOff x="2496" y="768"/>
            <a:chExt cx="2239" cy="2640"/>
          </a:xfrm>
        </p:grpSpPr>
        <p:sp>
          <p:nvSpPr>
            <p:cNvPr id="598074" name="Oval 58"/>
            <p:cNvSpPr>
              <a:spLocks noChangeArrowheads="1"/>
            </p:cNvSpPr>
            <p:nvPr/>
          </p:nvSpPr>
          <p:spPr bwMode="auto">
            <a:xfrm>
              <a:off x="2496" y="3360"/>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9" name="Group 59"/>
            <p:cNvGrpSpPr>
              <a:grpSpLocks/>
            </p:cNvGrpSpPr>
            <p:nvPr/>
          </p:nvGrpSpPr>
          <p:grpSpPr bwMode="auto">
            <a:xfrm>
              <a:off x="3264" y="768"/>
              <a:ext cx="1471" cy="2592"/>
              <a:chOff x="3264" y="768"/>
              <a:chExt cx="1471" cy="2592"/>
            </a:xfrm>
          </p:grpSpPr>
          <p:sp>
            <p:nvSpPr>
              <p:cNvPr id="598076" name="Line 60"/>
              <p:cNvSpPr>
                <a:spLocks noChangeShapeType="1"/>
              </p:cNvSpPr>
              <p:nvPr/>
            </p:nvSpPr>
            <p:spPr bwMode="auto">
              <a:xfrm flipH="1">
                <a:off x="4523" y="1621"/>
                <a:ext cx="212" cy="867"/>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7" name="Line 61"/>
              <p:cNvSpPr>
                <a:spLocks noChangeShapeType="1"/>
              </p:cNvSpPr>
              <p:nvPr/>
            </p:nvSpPr>
            <p:spPr bwMode="auto">
              <a:xfrm flipH="1">
                <a:off x="3289" y="768"/>
                <a:ext cx="599" cy="2544"/>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8" name="Line 62"/>
              <p:cNvSpPr>
                <a:spLocks noChangeShapeType="1"/>
              </p:cNvSpPr>
              <p:nvPr/>
            </p:nvSpPr>
            <p:spPr bwMode="auto">
              <a:xfrm flipH="1">
                <a:off x="4083" y="1200"/>
                <a:ext cx="424" cy="1776"/>
              </a:xfrm>
              <a:prstGeom prst="line">
                <a:avLst/>
              </a:prstGeom>
              <a:noFill/>
              <a:ln w="9525">
                <a:solidFill>
                  <a:schemeClr val="folHlink"/>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79" name="Oval 63"/>
              <p:cNvSpPr>
                <a:spLocks noChangeArrowheads="1"/>
              </p:cNvSpPr>
              <p:nvPr/>
            </p:nvSpPr>
            <p:spPr bwMode="auto">
              <a:xfrm>
                <a:off x="3264" y="3312"/>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0" name="Oval 64"/>
              <p:cNvSpPr>
                <a:spLocks noChangeArrowheads="1"/>
              </p:cNvSpPr>
              <p:nvPr/>
            </p:nvSpPr>
            <p:spPr bwMode="auto">
              <a:xfrm>
                <a:off x="4080" y="2928"/>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1" name="Oval 65"/>
              <p:cNvSpPr>
                <a:spLocks noChangeArrowheads="1"/>
              </p:cNvSpPr>
              <p:nvPr/>
            </p:nvSpPr>
            <p:spPr bwMode="auto">
              <a:xfrm>
                <a:off x="4512" y="2448"/>
                <a:ext cx="48" cy="48"/>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grpSp>
      <p:sp>
        <p:nvSpPr>
          <p:cNvPr id="598082" name="Oval 66"/>
          <p:cNvSpPr>
            <a:spLocks noChangeArrowheads="1"/>
          </p:cNvSpPr>
          <p:nvPr/>
        </p:nvSpPr>
        <p:spPr bwMode="auto">
          <a:xfrm>
            <a:off x="2120900" y="4652963"/>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3" name="Oval 67"/>
          <p:cNvSpPr>
            <a:spLocks noChangeArrowheads="1"/>
          </p:cNvSpPr>
          <p:nvPr/>
        </p:nvSpPr>
        <p:spPr bwMode="auto">
          <a:xfrm>
            <a:off x="2362200" y="4168775"/>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4" name="Oval 68"/>
          <p:cNvSpPr>
            <a:spLocks noChangeArrowheads="1"/>
          </p:cNvSpPr>
          <p:nvPr/>
        </p:nvSpPr>
        <p:spPr bwMode="auto">
          <a:xfrm>
            <a:off x="2805113" y="3636963"/>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5" name="Oval 69"/>
          <p:cNvSpPr>
            <a:spLocks noChangeArrowheads="1"/>
          </p:cNvSpPr>
          <p:nvPr/>
        </p:nvSpPr>
        <p:spPr bwMode="auto">
          <a:xfrm>
            <a:off x="6950075" y="4652963"/>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10" name="Group 70"/>
          <p:cNvGrpSpPr>
            <a:grpSpLocks/>
          </p:cNvGrpSpPr>
          <p:nvPr/>
        </p:nvGrpSpPr>
        <p:grpSpPr bwMode="auto">
          <a:xfrm>
            <a:off x="7080250" y="2841625"/>
            <a:ext cx="539750" cy="1481138"/>
            <a:chOff x="4808" y="576"/>
            <a:chExt cx="429" cy="1178"/>
          </a:xfrm>
        </p:grpSpPr>
        <p:grpSp>
          <p:nvGrpSpPr>
            <p:cNvPr id="11" name="Group 71"/>
            <p:cNvGrpSpPr>
              <a:grpSpLocks/>
            </p:cNvGrpSpPr>
            <p:nvPr/>
          </p:nvGrpSpPr>
          <p:grpSpPr bwMode="auto">
            <a:xfrm rot="644687">
              <a:off x="4843" y="1005"/>
              <a:ext cx="102" cy="671"/>
              <a:chOff x="1602" y="1488"/>
              <a:chExt cx="60" cy="384"/>
            </a:xfrm>
          </p:grpSpPr>
          <p:sp>
            <p:nvSpPr>
              <p:cNvPr id="598088" name="Line 72"/>
              <p:cNvSpPr>
                <a:spLocks noChangeShapeType="1"/>
              </p:cNvSpPr>
              <p:nvPr/>
            </p:nvSpPr>
            <p:spPr bwMode="auto">
              <a:xfrm>
                <a:off x="1602" y="1872"/>
                <a:ext cx="48" cy="0"/>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89" name="Line 73"/>
              <p:cNvSpPr>
                <a:spLocks noChangeShapeType="1"/>
              </p:cNvSpPr>
              <p:nvPr/>
            </p:nvSpPr>
            <p:spPr bwMode="auto">
              <a:xfrm>
                <a:off x="1608" y="1680"/>
                <a:ext cx="48" cy="0"/>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90" name="Line 74"/>
              <p:cNvSpPr>
                <a:spLocks noChangeShapeType="1"/>
              </p:cNvSpPr>
              <p:nvPr/>
            </p:nvSpPr>
            <p:spPr bwMode="auto">
              <a:xfrm>
                <a:off x="1614" y="1488"/>
                <a:ext cx="48" cy="0"/>
              </a:xfrm>
              <a:prstGeom prst="line">
                <a:avLst/>
              </a:prstGeom>
              <a:noFill/>
              <a:ln w="2857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sp>
          <p:nvSpPr>
            <p:cNvPr id="598091" name="Text Box 75"/>
            <p:cNvSpPr txBox="1">
              <a:spLocks noChangeArrowheads="1"/>
            </p:cNvSpPr>
            <p:nvPr/>
          </p:nvSpPr>
          <p:spPr bwMode="auto">
            <a:xfrm>
              <a:off x="4808" y="1512"/>
              <a:ext cx="217"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598092" name="Text Box 76"/>
            <p:cNvSpPr txBox="1">
              <a:spLocks noChangeArrowheads="1"/>
            </p:cNvSpPr>
            <p:nvPr/>
          </p:nvSpPr>
          <p:spPr bwMode="auto">
            <a:xfrm>
              <a:off x="4880" y="1200"/>
              <a:ext cx="217"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598093" name="Text Box 77"/>
            <p:cNvSpPr txBox="1">
              <a:spLocks noChangeArrowheads="1"/>
            </p:cNvSpPr>
            <p:nvPr/>
          </p:nvSpPr>
          <p:spPr bwMode="auto">
            <a:xfrm>
              <a:off x="4955" y="864"/>
              <a:ext cx="218" cy="24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598094" name="Text Box 78"/>
            <p:cNvSpPr txBox="1">
              <a:spLocks noChangeArrowheads="1"/>
            </p:cNvSpPr>
            <p:nvPr/>
          </p:nvSpPr>
          <p:spPr bwMode="auto">
            <a:xfrm>
              <a:off x="5020" y="576"/>
              <a:ext cx="217" cy="243"/>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grpSp>
      <p:sp>
        <p:nvSpPr>
          <p:cNvPr id="598095" name="Oval 79"/>
          <p:cNvSpPr>
            <a:spLocks noChangeArrowheads="1"/>
          </p:cNvSpPr>
          <p:nvPr/>
        </p:nvSpPr>
        <p:spPr bwMode="auto">
          <a:xfrm>
            <a:off x="6950075" y="4129088"/>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96" name="Oval 80"/>
          <p:cNvSpPr>
            <a:spLocks noChangeArrowheads="1"/>
          </p:cNvSpPr>
          <p:nvPr/>
        </p:nvSpPr>
        <p:spPr bwMode="auto">
          <a:xfrm>
            <a:off x="6667500" y="3595688"/>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97" name="Oval 81"/>
          <p:cNvSpPr>
            <a:spLocks noChangeArrowheads="1"/>
          </p:cNvSpPr>
          <p:nvPr/>
        </p:nvSpPr>
        <p:spPr bwMode="auto">
          <a:xfrm>
            <a:off x="5892800" y="3092450"/>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98" name="Oval 82"/>
          <p:cNvSpPr>
            <a:spLocks noChangeArrowheads="1"/>
          </p:cNvSpPr>
          <p:nvPr/>
        </p:nvSpPr>
        <p:spPr bwMode="auto">
          <a:xfrm>
            <a:off x="3630613" y="3143250"/>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099" name="Oval 83"/>
          <p:cNvSpPr>
            <a:spLocks noChangeArrowheads="1"/>
          </p:cNvSpPr>
          <p:nvPr/>
        </p:nvSpPr>
        <p:spPr bwMode="auto">
          <a:xfrm>
            <a:off x="4876800" y="2932113"/>
            <a:ext cx="60325" cy="60325"/>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12" name="Group 84"/>
          <p:cNvGrpSpPr>
            <a:grpSpLocks/>
          </p:cNvGrpSpPr>
          <p:nvPr/>
        </p:nvGrpSpPr>
        <p:grpSpPr bwMode="auto">
          <a:xfrm>
            <a:off x="152400" y="685800"/>
            <a:ext cx="4648200" cy="838200"/>
            <a:chOff x="144" y="144"/>
            <a:chExt cx="2928" cy="720"/>
          </a:xfrm>
        </p:grpSpPr>
        <p:sp>
          <p:nvSpPr>
            <p:cNvPr id="598101" name="Rectangle 85"/>
            <p:cNvSpPr>
              <a:spLocks noChangeArrowheads="1"/>
            </p:cNvSpPr>
            <p:nvPr/>
          </p:nvSpPr>
          <p:spPr bwMode="auto">
            <a:xfrm>
              <a:off x="144" y="144"/>
              <a:ext cx="2832" cy="720"/>
            </a:xfrm>
            <a:prstGeom prst="rect">
              <a:avLst/>
            </a:prstGeom>
            <a:solidFill>
              <a:srgbClr val="FFCCFF"/>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102" name="Text Box 86"/>
            <p:cNvSpPr txBox="1">
              <a:spLocks noChangeArrowheads="1"/>
            </p:cNvSpPr>
            <p:nvPr/>
          </p:nvSpPr>
          <p:spPr bwMode="auto">
            <a:xfrm>
              <a:off x="144" y="144"/>
              <a:ext cx="2928" cy="714"/>
            </a:xfrm>
            <a:prstGeom prst="rect">
              <a:avLst/>
            </a:prstGeom>
            <a:noFill/>
            <a:ln w="9525">
              <a:noFill/>
              <a:miter lim="800000"/>
              <a:headEnd/>
              <a:tailEnd/>
            </a:ln>
            <a:effectLst/>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Times New Roman" pitchFamily="18" charset="0"/>
                  <a:ea typeface="+mn-ea"/>
                  <a:cs typeface="Times New Roman" pitchFamily="18" charset="0"/>
                </a:rPr>
                <a:t>Draw ellipse by </a:t>
              </a:r>
              <a:r>
                <a:rPr kumimoji="0" lang="en-US" sz="1600" b="1" i="0" u="none" strike="noStrike" kern="1200" cap="none" spc="0" normalizeH="0" baseline="0" noProof="0" dirty="0">
                  <a:ln>
                    <a:noFill/>
                  </a:ln>
                  <a:solidFill>
                    <a:srgbClr val="000000"/>
                  </a:solidFill>
                  <a:effectLst/>
                  <a:uLnTx/>
                  <a:uFillTx/>
                  <a:latin typeface="Times New Roman" pitchFamily="18" charset="0"/>
                  <a:ea typeface="+mn-ea"/>
                  <a:cs typeface="Times New Roman" pitchFamily="18" charset="0"/>
                </a:rPr>
                <a:t>Oblong method.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1"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Draw a parallelogram of  100 mm and 70 mm long sides with included angle of 75</a:t>
              </a:r>
              <a:r>
                <a:rPr kumimoji="0" lang="en-US" sz="1600" b="1" i="1" u="none" strike="noStrike" kern="1200" cap="none" spc="0" normalizeH="0" baseline="30000" noProof="0" dirty="0">
                  <a:ln>
                    <a:noFill/>
                  </a:ln>
                  <a:solidFill>
                    <a:srgbClr val="FF0000"/>
                  </a:solidFill>
                  <a:effectLst/>
                  <a:uLnTx/>
                  <a:uFillTx/>
                  <a:latin typeface="Times New Roman" pitchFamily="18" charset="0"/>
                  <a:ea typeface="+mn-ea"/>
                  <a:cs typeface="Times New Roman" pitchFamily="18" charset="0"/>
                </a:rPr>
                <a:t>0.</a:t>
              </a:r>
              <a:r>
                <a:rPr kumimoji="0" lang="en-US" sz="1600" b="1" i="1"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Inscribe Ellipse in it.</a:t>
              </a:r>
            </a:p>
          </p:txBody>
        </p:sp>
      </p:grpSp>
      <p:grpSp>
        <p:nvGrpSpPr>
          <p:cNvPr id="13" name="Group 87"/>
          <p:cNvGrpSpPr>
            <a:grpSpLocks/>
          </p:cNvGrpSpPr>
          <p:nvPr/>
        </p:nvGrpSpPr>
        <p:grpSpPr bwMode="auto">
          <a:xfrm>
            <a:off x="4953000" y="609600"/>
            <a:ext cx="3733800" cy="1155700"/>
            <a:chOff x="3168" y="144"/>
            <a:chExt cx="2352" cy="728"/>
          </a:xfrm>
        </p:grpSpPr>
        <p:sp>
          <p:nvSpPr>
            <p:cNvPr id="598104" name="Rectangle 88"/>
            <p:cNvSpPr>
              <a:spLocks noChangeArrowheads="1"/>
            </p:cNvSpPr>
            <p:nvPr/>
          </p:nvSpPr>
          <p:spPr bwMode="auto">
            <a:xfrm>
              <a:off x="3168" y="144"/>
              <a:ext cx="2352" cy="720"/>
            </a:xfrm>
            <a:prstGeom prst="rect">
              <a:avLst/>
            </a:prstGeom>
            <a:solidFill>
              <a:srgbClr val="66FFFF"/>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8105" name="Text Box 89"/>
            <p:cNvSpPr txBox="1">
              <a:spLocks noChangeArrowheads="1"/>
            </p:cNvSpPr>
            <p:nvPr/>
          </p:nvSpPr>
          <p:spPr bwMode="auto">
            <a:xfrm>
              <a:off x="3397" y="144"/>
              <a:ext cx="1979" cy="728"/>
            </a:xfrm>
            <a:prstGeom prst="rect">
              <a:avLst/>
            </a:prstGeom>
            <a:noFill/>
            <a:ln w="9525">
              <a:noFill/>
              <a:miter lim="800000"/>
              <a:headEnd/>
              <a:tailEnd/>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0066"/>
                  </a:solidFill>
                  <a:effectLst/>
                  <a:uLnTx/>
                  <a:uFillTx/>
                  <a:latin typeface="Times New Roman" pitchFamily="18" charset="0"/>
                  <a:ea typeface="+mn-ea"/>
                  <a:cs typeface="+mn-cs"/>
                </a:rPr>
                <a:t>STEPS ARE SIMILAR TO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0066"/>
                  </a:solidFill>
                  <a:effectLst/>
                  <a:uLnTx/>
                  <a:uFillTx/>
                  <a:latin typeface="Times New Roman" pitchFamily="18" charset="0"/>
                  <a:ea typeface="+mn-ea"/>
                  <a:cs typeface="+mn-cs"/>
                </a:rPr>
                <a:t>THE PREVIOUS CASE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0066"/>
                  </a:solidFill>
                  <a:effectLst/>
                  <a:uLnTx/>
                  <a:uFillTx/>
                  <a:latin typeface="Times New Roman" pitchFamily="18" charset="0"/>
                  <a:ea typeface="+mn-ea"/>
                  <a:cs typeface="+mn-cs"/>
                </a:rPr>
                <a:t>(RECTANGLE METHOD)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0066"/>
                  </a:solidFill>
                  <a:effectLst/>
                  <a:uLnTx/>
                  <a:uFillTx/>
                  <a:latin typeface="Times New Roman" pitchFamily="18" charset="0"/>
                  <a:ea typeface="+mn-ea"/>
                  <a:cs typeface="+mn-cs"/>
                </a:rPr>
                <a:t>ONLY IN PLACE OF RECTANGLE,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0066"/>
                  </a:solidFill>
                  <a:effectLst/>
                  <a:uLnTx/>
                  <a:uFillTx/>
                  <a:latin typeface="Times New Roman" pitchFamily="18" charset="0"/>
                  <a:ea typeface="+mn-ea"/>
                  <a:cs typeface="+mn-cs"/>
                </a:rPr>
                <a:t>HERE IS A PARALLELOGRAM.</a:t>
              </a:r>
            </a:p>
          </p:txBody>
        </p:sp>
      </p:grpSp>
      <p:sp>
        <p:nvSpPr>
          <p:cNvPr id="98" name="Text Box 25"/>
          <p:cNvSpPr txBox="1">
            <a:spLocks noChangeArrowheads="1"/>
          </p:cNvSpPr>
          <p:nvPr/>
        </p:nvSpPr>
        <p:spPr bwMode="auto">
          <a:xfrm>
            <a:off x="0" y="0"/>
            <a:ext cx="8969122" cy="523220"/>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sng" strike="noStrike" kern="1200" cap="none" spc="0" normalizeH="0" baseline="0" noProof="0" dirty="0">
                <a:ln>
                  <a:noFill/>
                </a:ln>
                <a:solidFill>
                  <a:srgbClr val="00B050"/>
                </a:solidFill>
                <a:effectLst/>
                <a:uLnTx/>
                <a:uFillTx/>
                <a:latin typeface="Arial" charset="0"/>
                <a:ea typeface="+mn-ea"/>
                <a:cs typeface="+mn-cs"/>
              </a:rPr>
              <a:t>Generating an ellipse </a:t>
            </a:r>
            <a:r>
              <a:rPr kumimoji="0" lang="en-US" sz="2800" b="0" i="0" u="sng" strike="noStrike" kern="1200" cap="none" spc="0" normalizeH="0" baseline="0" noProof="0" dirty="0">
                <a:ln>
                  <a:noFill/>
                </a:ln>
                <a:solidFill>
                  <a:srgbClr val="000000"/>
                </a:solidFill>
                <a:effectLst/>
                <a:uLnTx/>
                <a:uFillTx/>
                <a:latin typeface="Arial" charset="0"/>
                <a:ea typeface="+mn-ea"/>
                <a:cs typeface="+mn-cs"/>
              </a:rPr>
              <a:t>(Oblong – parallelogram Method)</a:t>
            </a:r>
          </a:p>
        </p:txBody>
      </p:sp>
      <p:grpSp>
        <p:nvGrpSpPr>
          <p:cNvPr id="99" name="Group 72"/>
          <p:cNvGrpSpPr>
            <a:grpSpLocks/>
          </p:cNvGrpSpPr>
          <p:nvPr/>
        </p:nvGrpSpPr>
        <p:grpSpPr bwMode="auto">
          <a:xfrm>
            <a:off x="4495800" y="1828800"/>
            <a:ext cx="4505739" cy="609600"/>
            <a:chOff x="2496" y="444"/>
            <a:chExt cx="3264" cy="672"/>
          </a:xfrm>
        </p:grpSpPr>
        <p:sp>
          <p:nvSpPr>
            <p:cNvPr id="100" name="AutoShape 73"/>
            <p:cNvSpPr>
              <a:spLocks noChangeArrowheads="1"/>
            </p:cNvSpPr>
            <p:nvPr/>
          </p:nvSpPr>
          <p:spPr bwMode="auto">
            <a:xfrm>
              <a:off x="2496" y="444"/>
              <a:ext cx="3264" cy="672"/>
            </a:xfrm>
            <a:prstGeom prst="wedgeRoundRectCallout">
              <a:avLst>
                <a:gd name="adj1" fmla="val 2296"/>
                <a:gd name="adj2" fmla="val 68454"/>
                <a:gd name="adj3" fmla="val 16667"/>
              </a:avLst>
            </a:prstGeom>
            <a:solidFill>
              <a:srgbClr val="CCFF99"/>
            </a:solidFill>
            <a:ln w="9525">
              <a:solidFill>
                <a:schemeClr val="tx1"/>
              </a:solidFill>
              <a:miter lim="800000"/>
              <a:headEnd/>
              <a:tailEnd/>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1" name="Text Box 74"/>
            <p:cNvSpPr txBox="1">
              <a:spLocks noChangeArrowheads="1"/>
            </p:cNvSpPr>
            <p:nvPr/>
          </p:nvSpPr>
          <p:spPr bwMode="auto">
            <a:xfrm>
              <a:off x="2544" y="480"/>
              <a:ext cx="3154" cy="577"/>
            </a:xfrm>
            <a:prstGeom prst="rect">
              <a:avLst/>
            </a:prstGeom>
            <a:noFill/>
            <a:ln w="9525">
              <a:noFill/>
              <a:miter lim="800000"/>
              <a:headEnd/>
              <a:tailEnd/>
            </a:ln>
            <a:effec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3333CC"/>
                  </a:solidFill>
                  <a:effectLst/>
                  <a:uLnTx/>
                  <a:uFillTx/>
                  <a:latin typeface="Arial" charset="0"/>
                  <a:ea typeface="+mn-ea"/>
                  <a:cs typeface="+mn-cs"/>
                </a:rPr>
                <a:t>Used  when  the conjugate axes with the angle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3333CC"/>
                  </a:solidFill>
                  <a:effectLst/>
                  <a:uLnTx/>
                  <a:uFillTx/>
                  <a:latin typeface="Arial" charset="0"/>
                  <a:ea typeface="+mn-ea"/>
                  <a:cs typeface="+mn-cs"/>
                </a:rPr>
                <a:t>between them is given.</a:t>
              </a:r>
            </a:p>
          </p:txBody>
        </p:sp>
      </p:grpSp>
    </p:spTree>
    <p:extLst>
      <p:ext uri="{BB962C8B-B14F-4D97-AF65-F5344CB8AC3E}">
        <p14:creationId xmlns:p14="http://schemas.microsoft.com/office/powerpoint/2010/main" val="340426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598021"/>
                                        </p:tgtEl>
                                        <p:attrNameLst>
                                          <p:attrName>style.visibility</p:attrName>
                                        </p:attrNameLst>
                                      </p:cBhvr>
                                      <p:to>
                                        <p:strVal val="visible"/>
                                      </p:to>
                                    </p:set>
                                    <p:anim calcmode="lin" valueType="num">
                                      <p:cBhvr>
                                        <p:cTn id="19" dur="500" fill="hold"/>
                                        <p:tgtEl>
                                          <p:spTgt spid="598021"/>
                                        </p:tgtEl>
                                        <p:attrNameLst>
                                          <p:attrName>ppt_x</p:attrName>
                                        </p:attrNameLst>
                                      </p:cBhvr>
                                      <p:tavLst>
                                        <p:tav tm="0">
                                          <p:val>
                                            <p:strVal val="#ppt_x-#ppt_w/2"/>
                                          </p:val>
                                        </p:tav>
                                        <p:tav tm="100000">
                                          <p:val>
                                            <p:strVal val="#ppt_x"/>
                                          </p:val>
                                        </p:tav>
                                      </p:tavLst>
                                    </p:anim>
                                    <p:anim calcmode="lin" valueType="num">
                                      <p:cBhvr>
                                        <p:cTn id="20" dur="500" fill="hold"/>
                                        <p:tgtEl>
                                          <p:spTgt spid="598021"/>
                                        </p:tgtEl>
                                        <p:attrNameLst>
                                          <p:attrName>ppt_y</p:attrName>
                                        </p:attrNameLst>
                                      </p:cBhvr>
                                      <p:tavLst>
                                        <p:tav tm="0">
                                          <p:val>
                                            <p:strVal val="#ppt_y"/>
                                          </p:val>
                                        </p:tav>
                                        <p:tav tm="100000">
                                          <p:val>
                                            <p:strVal val="#ppt_y"/>
                                          </p:val>
                                        </p:tav>
                                      </p:tavLst>
                                    </p:anim>
                                    <p:anim calcmode="lin" valueType="num">
                                      <p:cBhvr>
                                        <p:cTn id="21" dur="500" fill="hold"/>
                                        <p:tgtEl>
                                          <p:spTgt spid="598021"/>
                                        </p:tgtEl>
                                        <p:attrNameLst>
                                          <p:attrName>ppt_w</p:attrName>
                                        </p:attrNameLst>
                                      </p:cBhvr>
                                      <p:tavLst>
                                        <p:tav tm="0">
                                          <p:val>
                                            <p:fltVal val="0"/>
                                          </p:val>
                                        </p:tav>
                                        <p:tav tm="100000">
                                          <p:val>
                                            <p:strVal val="#ppt_w"/>
                                          </p:val>
                                        </p:tav>
                                      </p:tavLst>
                                    </p:anim>
                                    <p:anim calcmode="lin" valueType="num">
                                      <p:cBhvr>
                                        <p:cTn id="22" dur="500" fill="hold"/>
                                        <p:tgtEl>
                                          <p:spTgt spid="598021"/>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598029"/>
                                        </p:tgtEl>
                                        <p:attrNameLst>
                                          <p:attrName>style.visibility</p:attrName>
                                        </p:attrNameLst>
                                      </p:cBhvr>
                                      <p:to>
                                        <p:strVal val="visible"/>
                                      </p:to>
                                    </p:set>
                                    <p:anim calcmode="lin" valueType="num">
                                      <p:cBhvr>
                                        <p:cTn id="27" dur="500" fill="hold"/>
                                        <p:tgtEl>
                                          <p:spTgt spid="598029"/>
                                        </p:tgtEl>
                                        <p:attrNameLst>
                                          <p:attrName>ppt_x</p:attrName>
                                        </p:attrNameLst>
                                      </p:cBhvr>
                                      <p:tavLst>
                                        <p:tav tm="0">
                                          <p:val>
                                            <p:strVal val="#ppt_x-#ppt_w/2"/>
                                          </p:val>
                                        </p:tav>
                                        <p:tav tm="100000">
                                          <p:val>
                                            <p:strVal val="#ppt_x"/>
                                          </p:val>
                                        </p:tav>
                                      </p:tavLst>
                                    </p:anim>
                                    <p:anim calcmode="lin" valueType="num">
                                      <p:cBhvr>
                                        <p:cTn id="28" dur="500" fill="hold"/>
                                        <p:tgtEl>
                                          <p:spTgt spid="598029"/>
                                        </p:tgtEl>
                                        <p:attrNameLst>
                                          <p:attrName>ppt_y</p:attrName>
                                        </p:attrNameLst>
                                      </p:cBhvr>
                                      <p:tavLst>
                                        <p:tav tm="0">
                                          <p:val>
                                            <p:strVal val="#ppt_y"/>
                                          </p:val>
                                        </p:tav>
                                        <p:tav tm="100000">
                                          <p:val>
                                            <p:strVal val="#ppt_y"/>
                                          </p:val>
                                        </p:tav>
                                      </p:tavLst>
                                    </p:anim>
                                    <p:anim calcmode="lin" valueType="num">
                                      <p:cBhvr>
                                        <p:cTn id="29" dur="500" fill="hold"/>
                                        <p:tgtEl>
                                          <p:spTgt spid="598029"/>
                                        </p:tgtEl>
                                        <p:attrNameLst>
                                          <p:attrName>ppt_w</p:attrName>
                                        </p:attrNameLst>
                                      </p:cBhvr>
                                      <p:tavLst>
                                        <p:tav tm="0">
                                          <p:val>
                                            <p:fltVal val="0"/>
                                          </p:val>
                                        </p:tav>
                                        <p:tav tm="100000">
                                          <p:val>
                                            <p:strVal val="#ppt_w"/>
                                          </p:val>
                                        </p:tav>
                                      </p:tavLst>
                                    </p:anim>
                                    <p:anim calcmode="lin" valueType="num">
                                      <p:cBhvr>
                                        <p:cTn id="30" dur="500" fill="hold"/>
                                        <p:tgtEl>
                                          <p:spTgt spid="598029"/>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0-#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1" fill="hold" grpId="0" nodeType="clickEffect">
                                  <p:stCondLst>
                                    <p:cond delay="0"/>
                                  </p:stCondLst>
                                  <p:childTnLst>
                                    <p:set>
                                      <p:cBhvr>
                                        <p:cTn id="40" dur="1" fill="hold">
                                          <p:stCondLst>
                                            <p:cond delay="0"/>
                                          </p:stCondLst>
                                        </p:cTn>
                                        <p:tgtEl>
                                          <p:spTgt spid="598022"/>
                                        </p:tgtEl>
                                        <p:attrNameLst>
                                          <p:attrName>style.visibility</p:attrName>
                                        </p:attrNameLst>
                                      </p:cBhvr>
                                      <p:to>
                                        <p:strVal val="visible"/>
                                      </p:to>
                                    </p:set>
                                    <p:anim calcmode="lin" valueType="num">
                                      <p:cBhvr>
                                        <p:cTn id="41" dur="500" fill="hold"/>
                                        <p:tgtEl>
                                          <p:spTgt spid="598022"/>
                                        </p:tgtEl>
                                        <p:attrNameLst>
                                          <p:attrName>ppt_x</p:attrName>
                                        </p:attrNameLst>
                                      </p:cBhvr>
                                      <p:tavLst>
                                        <p:tav tm="0">
                                          <p:val>
                                            <p:strVal val="#ppt_x"/>
                                          </p:val>
                                        </p:tav>
                                        <p:tav tm="100000">
                                          <p:val>
                                            <p:strVal val="#ppt_x"/>
                                          </p:val>
                                        </p:tav>
                                      </p:tavLst>
                                    </p:anim>
                                    <p:anim calcmode="lin" valueType="num">
                                      <p:cBhvr>
                                        <p:cTn id="42" dur="500" fill="hold"/>
                                        <p:tgtEl>
                                          <p:spTgt spid="598022"/>
                                        </p:tgtEl>
                                        <p:attrNameLst>
                                          <p:attrName>ppt_y</p:attrName>
                                        </p:attrNameLst>
                                      </p:cBhvr>
                                      <p:tavLst>
                                        <p:tav tm="0">
                                          <p:val>
                                            <p:strVal val="#ppt_y-#ppt_h/2"/>
                                          </p:val>
                                        </p:tav>
                                        <p:tav tm="100000">
                                          <p:val>
                                            <p:strVal val="#ppt_y"/>
                                          </p:val>
                                        </p:tav>
                                      </p:tavLst>
                                    </p:anim>
                                    <p:anim calcmode="lin" valueType="num">
                                      <p:cBhvr>
                                        <p:cTn id="43" dur="500" fill="hold"/>
                                        <p:tgtEl>
                                          <p:spTgt spid="598022"/>
                                        </p:tgtEl>
                                        <p:attrNameLst>
                                          <p:attrName>ppt_w</p:attrName>
                                        </p:attrNameLst>
                                      </p:cBhvr>
                                      <p:tavLst>
                                        <p:tav tm="0">
                                          <p:val>
                                            <p:strVal val="#ppt_w"/>
                                          </p:val>
                                        </p:tav>
                                        <p:tav tm="100000">
                                          <p:val>
                                            <p:strVal val="#ppt_w"/>
                                          </p:val>
                                        </p:tav>
                                      </p:tavLst>
                                    </p:anim>
                                    <p:anim calcmode="lin" valueType="num">
                                      <p:cBhvr>
                                        <p:cTn id="44" dur="500" fill="hold"/>
                                        <p:tgtEl>
                                          <p:spTgt spid="598022"/>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500" fill="hold"/>
                                        <p:tgtEl>
                                          <p:spTgt spid="2"/>
                                        </p:tgtEl>
                                        <p:attrNameLst>
                                          <p:attrName>ppt_w</p:attrName>
                                        </p:attrNameLst>
                                      </p:cBhvr>
                                      <p:tavLst>
                                        <p:tav tm="0">
                                          <p:val>
                                            <p:fltVal val="0"/>
                                          </p:val>
                                        </p:tav>
                                        <p:tav tm="100000">
                                          <p:val>
                                            <p:strVal val="#ppt_w"/>
                                          </p:val>
                                        </p:tav>
                                      </p:tavLst>
                                    </p:anim>
                                    <p:anim calcmode="lin" valueType="num">
                                      <p:cBhvr>
                                        <p:cTn id="5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98033"/>
                                        </p:tgtEl>
                                        <p:attrNameLst>
                                          <p:attrName>style.visibility</p:attrName>
                                        </p:attrNameLst>
                                      </p:cBhvr>
                                      <p:to>
                                        <p:strVal val="visible"/>
                                      </p:to>
                                    </p:set>
                                    <p:anim calcmode="lin" valueType="num">
                                      <p:cBhvr additive="base">
                                        <p:cTn id="55" dur="500" fill="hold"/>
                                        <p:tgtEl>
                                          <p:spTgt spid="598033"/>
                                        </p:tgtEl>
                                        <p:attrNameLst>
                                          <p:attrName>ppt_x</p:attrName>
                                        </p:attrNameLst>
                                      </p:cBhvr>
                                      <p:tavLst>
                                        <p:tav tm="0">
                                          <p:val>
                                            <p:strVal val="0-#ppt_w/2"/>
                                          </p:val>
                                        </p:tav>
                                        <p:tav tm="100000">
                                          <p:val>
                                            <p:strVal val="#ppt_x"/>
                                          </p:val>
                                        </p:tav>
                                      </p:tavLst>
                                    </p:anim>
                                    <p:anim calcmode="lin" valueType="num">
                                      <p:cBhvr additive="base">
                                        <p:cTn id="56" dur="500" fill="hold"/>
                                        <p:tgtEl>
                                          <p:spTgt spid="59803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98034"/>
                                        </p:tgtEl>
                                        <p:attrNameLst>
                                          <p:attrName>style.visibility</p:attrName>
                                        </p:attrNameLst>
                                      </p:cBhvr>
                                      <p:to>
                                        <p:strVal val="visible"/>
                                      </p:to>
                                    </p:set>
                                    <p:anim calcmode="lin" valueType="num">
                                      <p:cBhvr additive="base">
                                        <p:cTn id="61" dur="500" fill="hold"/>
                                        <p:tgtEl>
                                          <p:spTgt spid="598034"/>
                                        </p:tgtEl>
                                        <p:attrNameLst>
                                          <p:attrName>ppt_x</p:attrName>
                                        </p:attrNameLst>
                                      </p:cBhvr>
                                      <p:tavLst>
                                        <p:tav tm="0">
                                          <p:val>
                                            <p:strVal val="0-#ppt_w/2"/>
                                          </p:val>
                                        </p:tav>
                                        <p:tav tm="100000">
                                          <p:val>
                                            <p:strVal val="#ppt_x"/>
                                          </p:val>
                                        </p:tav>
                                      </p:tavLst>
                                    </p:anim>
                                    <p:anim calcmode="lin" valueType="num">
                                      <p:cBhvr additive="base">
                                        <p:cTn id="62" dur="500" fill="hold"/>
                                        <p:tgtEl>
                                          <p:spTgt spid="59803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598035"/>
                                        </p:tgtEl>
                                        <p:attrNameLst>
                                          <p:attrName>style.visibility</p:attrName>
                                        </p:attrNameLst>
                                      </p:cBhvr>
                                      <p:to>
                                        <p:strVal val="visible"/>
                                      </p:to>
                                    </p:set>
                                    <p:anim calcmode="lin" valueType="num">
                                      <p:cBhvr additive="base">
                                        <p:cTn id="67" dur="500" fill="hold"/>
                                        <p:tgtEl>
                                          <p:spTgt spid="598035"/>
                                        </p:tgtEl>
                                        <p:attrNameLst>
                                          <p:attrName>ppt_x</p:attrName>
                                        </p:attrNameLst>
                                      </p:cBhvr>
                                      <p:tavLst>
                                        <p:tav tm="0">
                                          <p:val>
                                            <p:strVal val="0-#ppt_w/2"/>
                                          </p:val>
                                        </p:tav>
                                        <p:tav tm="100000">
                                          <p:val>
                                            <p:strVal val="#ppt_x"/>
                                          </p:val>
                                        </p:tav>
                                      </p:tavLst>
                                    </p:anim>
                                    <p:anim calcmode="lin" valueType="num">
                                      <p:cBhvr additive="base">
                                        <p:cTn id="68" dur="500" fill="hold"/>
                                        <p:tgtEl>
                                          <p:spTgt spid="5980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598036"/>
                                        </p:tgtEl>
                                        <p:attrNameLst>
                                          <p:attrName>style.visibility</p:attrName>
                                        </p:attrNameLst>
                                      </p:cBhvr>
                                      <p:to>
                                        <p:strVal val="visible"/>
                                      </p:to>
                                    </p:set>
                                    <p:anim calcmode="lin" valueType="num">
                                      <p:cBhvr additive="base">
                                        <p:cTn id="73" dur="500" fill="hold"/>
                                        <p:tgtEl>
                                          <p:spTgt spid="598036"/>
                                        </p:tgtEl>
                                        <p:attrNameLst>
                                          <p:attrName>ppt_x</p:attrName>
                                        </p:attrNameLst>
                                      </p:cBhvr>
                                      <p:tavLst>
                                        <p:tav tm="0">
                                          <p:val>
                                            <p:strVal val="0-#ppt_w/2"/>
                                          </p:val>
                                        </p:tav>
                                        <p:tav tm="100000">
                                          <p:val>
                                            <p:strVal val="#ppt_x"/>
                                          </p:val>
                                        </p:tav>
                                      </p:tavLst>
                                    </p:anim>
                                    <p:anim calcmode="lin" valueType="num">
                                      <p:cBhvr additive="base">
                                        <p:cTn id="74" dur="500" fill="hold"/>
                                        <p:tgtEl>
                                          <p:spTgt spid="59803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598037"/>
                                        </p:tgtEl>
                                        <p:attrNameLst>
                                          <p:attrName>style.visibility</p:attrName>
                                        </p:attrNameLst>
                                      </p:cBhvr>
                                      <p:to>
                                        <p:strVal val="visible"/>
                                      </p:to>
                                    </p:set>
                                    <p:anim calcmode="lin" valueType="num">
                                      <p:cBhvr additive="base">
                                        <p:cTn id="79" dur="500" fill="hold"/>
                                        <p:tgtEl>
                                          <p:spTgt spid="598037"/>
                                        </p:tgtEl>
                                        <p:attrNameLst>
                                          <p:attrName>ppt_x</p:attrName>
                                        </p:attrNameLst>
                                      </p:cBhvr>
                                      <p:tavLst>
                                        <p:tav tm="0">
                                          <p:val>
                                            <p:strVal val="0-#ppt_w/2"/>
                                          </p:val>
                                        </p:tav>
                                        <p:tav tm="100000">
                                          <p:val>
                                            <p:strVal val="#ppt_x"/>
                                          </p:val>
                                        </p:tav>
                                      </p:tavLst>
                                    </p:anim>
                                    <p:anim calcmode="lin" valueType="num">
                                      <p:cBhvr additive="base">
                                        <p:cTn id="80" dur="500" fill="hold"/>
                                        <p:tgtEl>
                                          <p:spTgt spid="598037"/>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598038"/>
                                        </p:tgtEl>
                                        <p:attrNameLst>
                                          <p:attrName>style.visibility</p:attrName>
                                        </p:attrNameLst>
                                      </p:cBhvr>
                                      <p:to>
                                        <p:strVal val="visible"/>
                                      </p:to>
                                    </p:set>
                                    <p:anim calcmode="lin" valueType="num">
                                      <p:cBhvr additive="base">
                                        <p:cTn id="85" dur="500" fill="hold"/>
                                        <p:tgtEl>
                                          <p:spTgt spid="598038"/>
                                        </p:tgtEl>
                                        <p:attrNameLst>
                                          <p:attrName>ppt_x</p:attrName>
                                        </p:attrNameLst>
                                      </p:cBhvr>
                                      <p:tavLst>
                                        <p:tav tm="0">
                                          <p:val>
                                            <p:strVal val="0-#ppt_w/2"/>
                                          </p:val>
                                        </p:tav>
                                        <p:tav tm="100000">
                                          <p:val>
                                            <p:strVal val="#ppt_x"/>
                                          </p:val>
                                        </p:tav>
                                      </p:tavLst>
                                    </p:anim>
                                    <p:anim calcmode="lin" valueType="num">
                                      <p:cBhvr additive="base">
                                        <p:cTn id="86" dur="500" fill="hold"/>
                                        <p:tgtEl>
                                          <p:spTgt spid="598038"/>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598039"/>
                                        </p:tgtEl>
                                        <p:attrNameLst>
                                          <p:attrName>style.visibility</p:attrName>
                                        </p:attrNameLst>
                                      </p:cBhvr>
                                      <p:to>
                                        <p:strVal val="visible"/>
                                      </p:to>
                                    </p:set>
                                    <p:anim calcmode="lin" valueType="num">
                                      <p:cBhvr additive="base">
                                        <p:cTn id="91" dur="500" fill="hold"/>
                                        <p:tgtEl>
                                          <p:spTgt spid="598039"/>
                                        </p:tgtEl>
                                        <p:attrNameLst>
                                          <p:attrName>ppt_x</p:attrName>
                                        </p:attrNameLst>
                                      </p:cBhvr>
                                      <p:tavLst>
                                        <p:tav tm="0">
                                          <p:val>
                                            <p:strVal val="0-#ppt_w/2"/>
                                          </p:val>
                                        </p:tav>
                                        <p:tav tm="100000">
                                          <p:val>
                                            <p:strVal val="#ppt_x"/>
                                          </p:val>
                                        </p:tav>
                                      </p:tavLst>
                                    </p:anim>
                                    <p:anim calcmode="lin" valueType="num">
                                      <p:cBhvr additive="base">
                                        <p:cTn id="92" dur="500" fill="hold"/>
                                        <p:tgtEl>
                                          <p:spTgt spid="598039"/>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anim calcmode="lin" valueType="num">
                                      <p:cBhvr additive="base">
                                        <p:cTn id="97" dur="500" fill="hold"/>
                                        <p:tgtEl>
                                          <p:spTgt spid="3"/>
                                        </p:tgtEl>
                                        <p:attrNameLst>
                                          <p:attrName>ppt_x</p:attrName>
                                        </p:attrNameLst>
                                      </p:cBhvr>
                                      <p:tavLst>
                                        <p:tav tm="0">
                                          <p:val>
                                            <p:strVal val="#ppt_x"/>
                                          </p:val>
                                        </p:tav>
                                        <p:tav tm="100000">
                                          <p:val>
                                            <p:strVal val="#ppt_x"/>
                                          </p:val>
                                        </p:tav>
                                      </p:tavLst>
                                    </p:anim>
                                    <p:anim calcmode="lin" valueType="num">
                                      <p:cBhvr additive="base">
                                        <p:cTn id="9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additive="base">
                                        <p:cTn id="103" dur="500" fill="hold"/>
                                        <p:tgtEl>
                                          <p:spTgt spid="4"/>
                                        </p:tgtEl>
                                        <p:attrNameLst>
                                          <p:attrName>ppt_x</p:attrName>
                                        </p:attrNameLst>
                                      </p:cBhvr>
                                      <p:tavLst>
                                        <p:tav tm="0">
                                          <p:val>
                                            <p:strVal val="#ppt_x"/>
                                          </p:val>
                                        </p:tav>
                                        <p:tav tm="100000">
                                          <p:val>
                                            <p:strVal val="#ppt_x"/>
                                          </p:val>
                                        </p:tav>
                                      </p:tavLst>
                                    </p:anim>
                                    <p:anim calcmode="lin" valueType="num">
                                      <p:cBhvr additive="base">
                                        <p:cTn id="10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8" presetClass="entr" presetSubtype="3" fill="hold" grpId="0" nodeType="clickEffect">
                                  <p:stCondLst>
                                    <p:cond delay="0"/>
                                  </p:stCondLst>
                                  <p:childTnLst>
                                    <p:set>
                                      <p:cBhvr>
                                        <p:cTn id="108" dur="1" fill="hold">
                                          <p:stCondLst>
                                            <p:cond delay="0"/>
                                          </p:stCondLst>
                                        </p:cTn>
                                        <p:tgtEl>
                                          <p:spTgt spid="598030"/>
                                        </p:tgtEl>
                                        <p:attrNameLst>
                                          <p:attrName>style.visibility</p:attrName>
                                        </p:attrNameLst>
                                      </p:cBhvr>
                                      <p:to>
                                        <p:strVal val="visible"/>
                                      </p:to>
                                    </p:set>
                                    <p:animEffect transition="in" filter="strips(upRight)">
                                      <p:cBhvr>
                                        <p:cTn id="109" dur="500"/>
                                        <p:tgtEl>
                                          <p:spTgt spid="598030"/>
                                        </p:tgtEl>
                                      </p:cBhvr>
                                    </p:animEffect>
                                  </p:childTnLst>
                                </p:cTn>
                              </p:par>
                            </p:childTnLst>
                          </p:cTn>
                        </p:par>
                      </p:childTnLst>
                    </p:cTn>
                  </p:par>
                  <p:par>
                    <p:cTn id="110" fill="hold">
                      <p:stCondLst>
                        <p:cond delay="indefinite"/>
                      </p:stCondLst>
                      <p:childTnLst>
                        <p:par>
                          <p:cTn id="111" fill="hold">
                            <p:stCondLst>
                              <p:cond delay="0"/>
                            </p:stCondLst>
                            <p:childTnLst>
                              <p:par>
                                <p:cTn id="112" presetID="18" presetClass="entr" presetSubtype="3" fill="hold" grpId="0" nodeType="clickEffect">
                                  <p:stCondLst>
                                    <p:cond delay="0"/>
                                  </p:stCondLst>
                                  <p:childTnLst>
                                    <p:set>
                                      <p:cBhvr>
                                        <p:cTn id="113" dur="1" fill="hold">
                                          <p:stCondLst>
                                            <p:cond delay="0"/>
                                          </p:stCondLst>
                                        </p:cTn>
                                        <p:tgtEl>
                                          <p:spTgt spid="598031"/>
                                        </p:tgtEl>
                                        <p:attrNameLst>
                                          <p:attrName>style.visibility</p:attrName>
                                        </p:attrNameLst>
                                      </p:cBhvr>
                                      <p:to>
                                        <p:strVal val="visible"/>
                                      </p:to>
                                    </p:set>
                                    <p:animEffect transition="in" filter="strips(upRight)">
                                      <p:cBhvr>
                                        <p:cTn id="114" dur="500"/>
                                        <p:tgtEl>
                                          <p:spTgt spid="598031"/>
                                        </p:tgtEl>
                                      </p:cBhvr>
                                    </p:animEffect>
                                  </p:childTnLst>
                                </p:cTn>
                              </p:par>
                            </p:childTnLst>
                          </p:cTn>
                        </p:par>
                      </p:childTnLst>
                    </p:cTn>
                  </p:par>
                  <p:par>
                    <p:cTn id="115" fill="hold">
                      <p:stCondLst>
                        <p:cond delay="indefinite"/>
                      </p:stCondLst>
                      <p:childTnLst>
                        <p:par>
                          <p:cTn id="116" fill="hold">
                            <p:stCondLst>
                              <p:cond delay="0"/>
                            </p:stCondLst>
                            <p:childTnLst>
                              <p:par>
                                <p:cTn id="117" presetID="18" presetClass="entr" presetSubtype="3" fill="hold" grpId="0" nodeType="clickEffect">
                                  <p:stCondLst>
                                    <p:cond delay="0"/>
                                  </p:stCondLst>
                                  <p:childTnLst>
                                    <p:set>
                                      <p:cBhvr>
                                        <p:cTn id="118" dur="1" fill="hold">
                                          <p:stCondLst>
                                            <p:cond delay="0"/>
                                          </p:stCondLst>
                                        </p:cTn>
                                        <p:tgtEl>
                                          <p:spTgt spid="598032"/>
                                        </p:tgtEl>
                                        <p:attrNameLst>
                                          <p:attrName>style.visibility</p:attrName>
                                        </p:attrNameLst>
                                      </p:cBhvr>
                                      <p:to>
                                        <p:strVal val="visible"/>
                                      </p:to>
                                    </p:set>
                                    <p:animEffect transition="in" filter="strips(upRight)">
                                      <p:cBhvr>
                                        <p:cTn id="119" dur="500"/>
                                        <p:tgtEl>
                                          <p:spTgt spid="598032"/>
                                        </p:tgtEl>
                                      </p:cBhvr>
                                    </p:animEffect>
                                  </p:childTnLst>
                                </p:cTn>
                              </p:par>
                            </p:childTnLst>
                          </p:cTn>
                        </p:par>
                      </p:childTnLst>
                    </p:cTn>
                  </p:par>
                  <p:par>
                    <p:cTn id="120" fill="hold">
                      <p:stCondLst>
                        <p:cond delay="indefinite"/>
                      </p:stCondLst>
                      <p:childTnLst>
                        <p:par>
                          <p:cTn id="121" fill="hold">
                            <p:stCondLst>
                              <p:cond delay="0"/>
                            </p:stCondLst>
                            <p:childTnLst>
                              <p:par>
                                <p:cTn id="122" presetID="18" presetClass="entr" presetSubtype="9" fill="hold" grpId="0" nodeType="clickEffect">
                                  <p:stCondLst>
                                    <p:cond delay="0"/>
                                  </p:stCondLst>
                                  <p:childTnLst>
                                    <p:set>
                                      <p:cBhvr>
                                        <p:cTn id="123" dur="1" fill="hold">
                                          <p:stCondLst>
                                            <p:cond delay="0"/>
                                          </p:stCondLst>
                                        </p:cTn>
                                        <p:tgtEl>
                                          <p:spTgt spid="598023"/>
                                        </p:tgtEl>
                                        <p:attrNameLst>
                                          <p:attrName>style.visibility</p:attrName>
                                        </p:attrNameLst>
                                      </p:cBhvr>
                                      <p:to>
                                        <p:strVal val="visible"/>
                                      </p:to>
                                    </p:set>
                                    <p:animEffect transition="in" filter="strips(upLeft)">
                                      <p:cBhvr>
                                        <p:cTn id="124" dur="500"/>
                                        <p:tgtEl>
                                          <p:spTgt spid="598023"/>
                                        </p:tgtEl>
                                      </p:cBhvr>
                                    </p:animEffect>
                                  </p:childTnLst>
                                </p:cTn>
                              </p:par>
                            </p:childTnLst>
                          </p:cTn>
                        </p:par>
                      </p:childTnLst>
                    </p:cTn>
                  </p:par>
                  <p:par>
                    <p:cTn id="125" fill="hold">
                      <p:stCondLst>
                        <p:cond delay="indefinite"/>
                      </p:stCondLst>
                      <p:childTnLst>
                        <p:par>
                          <p:cTn id="126" fill="hold">
                            <p:stCondLst>
                              <p:cond delay="0"/>
                            </p:stCondLst>
                            <p:childTnLst>
                              <p:par>
                                <p:cTn id="127" presetID="18" presetClass="entr" presetSubtype="9" fill="hold" grpId="0" nodeType="clickEffect">
                                  <p:stCondLst>
                                    <p:cond delay="0"/>
                                  </p:stCondLst>
                                  <p:childTnLst>
                                    <p:set>
                                      <p:cBhvr>
                                        <p:cTn id="128" dur="1" fill="hold">
                                          <p:stCondLst>
                                            <p:cond delay="0"/>
                                          </p:stCondLst>
                                        </p:cTn>
                                        <p:tgtEl>
                                          <p:spTgt spid="598024"/>
                                        </p:tgtEl>
                                        <p:attrNameLst>
                                          <p:attrName>style.visibility</p:attrName>
                                        </p:attrNameLst>
                                      </p:cBhvr>
                                      <p:to>
                                        <p:strVal val="visible"/>
                                      </p:to>
                                    </p:set>
                                    <p:animEffect transition="in" filter="strips(upLeft)">
                                      <p:cBhvr>
                                        <p:cTn id="129" dur="500"/>
                                        <p:tgtEl>
                                          <p:spTgt spid="598024"/>
                                        </p:tgtEl>
                                      </p:cBhvr>
                                    </p:animEffect>
                                  </p:childTnLst>
                                </p:cTn>
                              </p:par>
                            </p:childTnLst>
                          </p:cTn>
                        </p:par>
                      </p:childTnLst>
                    </p:cTn>
                  </p:par>
                  <p:par>
                    <p:cTn id="130" fill="hold">
                      <p:stCondLst>
                        <p:cond delay="indefinite"/>
                      </p:stCondLst>
                      <p:childTnLst>
                        <p:par>
                          <p:cTn id="131" fill="hold">
                            <p:stCondLst>
                              <p:cond delay="0"/>
                            </p:stCondLst>
                            <p:childTnLst>
                              <p:par>
                                <p:cTn id="132" presetID="18" presetClass="entr" presetSubtype="9" fill="hold" grpId="0" nodeType="clickEffect">
                                  <p:stCondLst>
                                    <p:cond delay="0"/>
                                  </p:stCondLst>
                                  <p:childTnLst>
                                    <p:set>
                                      <p:cBhvr>
                                        <p:cTn id="133" dur="1" fill="hold">
                                          <p:stCondLst>
                                            <p:cond delay="0"/>
                                          </p:stCondLst>
                                        </p:cTn>
                                        <p:tgtEl>
                                          <p:spTgt spid="598025"/>
                                        </p:tgtEl>
                                        <p:attrNameLst>
                                          <p:attrName>style.visibility</p:attrName>
                                        </p:attrNameLst>
                                      </p:cBhvr>
                                      <p:to>
                                        <p:strVal val="visible"/>
                                      </p:to>
                                    </p:set>
                                    <p:animEffect transition="in" filter="strips(upLeft)">
                                      <p:cBhvr>
                                        <p:cTn id="134" dur="500"/>
                                        <p:tgtEl>
                                          <p:spTgt spid="598025"/>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9" fill="hold" grpId="0" nodeType="clickEffect">
                                  <p:stCondLst>
                                    <p:cond delay="0"/>
                                  </p:stCondLst>
                                  <p:childTnLst>
                                    <p:set>
                                      <p:cBhvr>
                                        <p:cTn id="138" dur="1" fill="hold">
                                          <p:stCondLst>
                                            <p:cond delay="0"/>
                                          </p:stCondLst>
                                        </p:cTn>
                                        <p:tgtEl>
                                          <p:spTgt spid="598082"/>
                                        </p:tgtEl>
                                        <p:attrNameLst>
                                          <p:attrName>style.visibility</p:attrName>
                                        </p:attrNameLst>
                                      </p:cBhvr>
                                      <p:to>
                                        <p:strVal val="visible"/>
                                      </p:to>
                                    </p:set>
                                    <p:anim calcmode="lin" valueType="num">
                                      <p:cBhvr additive="base">
                                        <p:cTn id="139" dur="500" fill="hold"/>
                                        <p:tgtEl>
                                          <p:spTgt spid="598082"/>
                                        </p:tgtEl>
                                        <p:attrNameLst>
                                          <p:attrName>ppt_x</p:attrName>
                                        </p:attrNameLst>
                                      </p:cBhvr>
                                      <p:tavLst>
                                        <p:tav tm="0">
                                          <p:val>
                                            <p:strVal val="0-#ppt_w/2"/>
                                          </p:val>
                                        </p:tav>
                                        <p:tav tm="100000">
                                          <p:val>
                                            <p:strVal val="#ppt_x"/>
                                          </p:val>
                                        </p:tav>
                                      </p:tavLst>
                                    </p:anim>
                                    <p:anim calcmode="lin" valueType="num">
                                      <p:cBhvr additive="base">
                                        <p:cTn id="140" dur="500" fill="hold"/>
                                        <p:tgtEl>
                                          <p:spTgt spid="598082"/>
                                        </p:tgtEl>
                                        <p:attrNameLst>
                                          <p:attrName>ppt_y</p:attrName>
                                        </p:attrNameLst>
                                      </p:cBhvr>
                                      <p:tavLst>
                                        <p:tav tm="0">
                                          <p:val>
                                            <p:strVal val="0-#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9" fill="hold" grpId="0" nodeType="clickEffect">
                                  <p:stCondLst>
                                    <p:cond delay="0"/>
                                  </p:stCondLst>
                                  <p:childTnLst>
                                    <p:set>
                                      <p:cBhvr>
                                        <p:cTn id="144" dur="1" fill="hold">
                                          <p:stCondLst>
                                            <p:cond delay="0"/>
                                          </p:stCondLst>
                                        </p:cTn>
                                        <p:tgtEl>
                                          <p:spTgt spid="598083"/>
                                        </p:tgtEl>
                                        <p:attrNameLst>
                                          <p:attrName>style.visibility</p:attrName>
                                        </p:attrNameLst>
                                      </p:cBhvr>
                                      <p:to>
                                        <p:strVal val="visible"/>
                                      </p:to>
                                    </p:set>
                                    <p:anim calcmode="lin" valueType="num">
                                      <p:cBhvr additive="base">
                                        <p:cTn id="145" dur="500" fill="hold"/>
                                        <p:tgtEl>
                                          <p:spTgt spid="598083"/>
                                        </p:tgtEl>
                                        <p:attrNameLst>
                                          <p:attrName>ppt_x</p:attrName>
                                        </p:attrNameLst>
                                      </p:cBhvr>
                                      <p:tavLst>
                                        <p:tav tm="0">
                                          <p:val>
                                            <p:strVal val="0-#ppt_w/2"/>
                                          </p:val>
                                        </p:tav>
                                        <p:tav tm="100000">
                                          <p:val>
                                            <p:strVal val="#ppt_x"/>
                                          </p:val>
                                        </p:tav>
                                      </p:tavLst>
                                    </p:anim>
                                    <p:anim calcmode="lin" valueType="num">
                                      <p:cBhvr additive="base">
                                        <p:cTn id="146" dur="500" fill="hold"/>
                                        <p:tgtEl>
                                          <p:spTgt spid="598083"/>
                                        </p:tgtEl>
                                        <p:attrNameLst>
                                          <p:attrName>ppt_y</p:attrName>
                                        </p:attrNameLst>
                                      </p:cBhvr>
                                      <p:tavLst>
                                        <p:tav tm="0">
                                          <p:val>
                                            <p:strVal val="0-#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9" fill="hold" grpId="0" nodeType="clickEffect">
                                  <p:stCondLst>
                                    <p:cond delay="0"/>
                                  </p:stCondLst>
                                  <p:childTnLst>
                                    <p:set>
                                      <p:cBhvr>
                                        <p:cTn id="150" dur="1" fill="hold">
                                          <p:stCondLst>
                                            <p:cond delay="0"/>
                                          </p:stCondLst>
                                        </p:cTn>
                                        <p:tgtEl>
                                          <p:spTgt spid="598084"/>
                                        </p:tgtEl>
                                        <p:attrNameLst>
                                          <p:attrName>style.visibility</p:attrName>
                                        </p:attrNameLst>
                                      </p:cBhvr>
                                      <p:to>
                                        <p:strVal val="visible"/>
                                      </p:to>
                                    </p:set>
                                    <p:anim calcmode="lin" valueType="num">
                                      <p:cBhvr additive="base">
                                        <p:cTn id="151" dur="500" fill="hold"/>
                                        <p:tgtEl>
                                          <p:spTgt spid="598084"/>
                                        </p:tgtEl>
                                        <p:attrNameLst>
                                          <p:attrName>ppt_x</p:attrName>
                                        </p:attrNameLst>
                                      </p:cBhvr>
                                      <p:tavLst>
                                        <p:tav tm="0">
                                          <p:val>
                                            <p:strVal val="0-#ppt_w/2"/>
                                          </p:val>
                                        </p:tav>
                                        <p:tav tm="100000">
                                          <p:val>
                                            <p:strVal val="#ppt_x"/>
                                          </p:val>
                                        </p:tav>
                                      </p:tavLst>
                                    </p:anim>
                                    <p:anim calcmode="lin" valueType="num">
                                      <p:cBhvr additive="base">
                                        <p:cTn id="152" dur="500" fill="hold"/>
                                        <p:tgtEl>
                                          <p:spTgt spid="598084"/>
                                        </p:tgtEl>
                                        <p:attrNameLst>
                                          <p:attrName>ppt_y</p:attrName>
                                        </p:attrNameLst>
                                      </p:cBhvr>
                                      <p:tavLst>
                                        <p:tav tm="0">
                                          <p:val>
                                            <p:strVal val="0-#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9" fill="hold" grpId="0" nodeType="clickEffect">
                                  <p:stCondLst>
                                    <p:cond delay="0"/>
                                  </p:stCondLst>
                                  <p:childTnLst>
                                    <p:set>
                                      <p:cBhvr>
                                        <p:cTn id="156" dur="1" fill="hold">
                                          <p:stCondLst>
                                            <p:cond delay="0"/>
                                          </p:stCondLst>
                                        </p:cTn>
                                        <p:tgtEl>
                                          <p:spTgt spid="598098"/>
                                        </p:tgtEl>
                                        <p:attrNameLst>
                                          <p:attrName>style.visibility</p:attrName>
                                        </p:attrNameLst>
                                      </p:cBhvr>
                                      <p:to>
                                        <p:strVal val="visible"/>
                                      </p:to>
                                    </p:set>
                                    <p:anim calcmode="lin" valueType="num">
                                      <p:cBhvr additive="base">
                                        <p:cTn id="157" dur="500" fill="hold"/>
                                        <p:tgtEl>
                                          <p:spTgt spid="598098"/>
                                        </p:tgtEl>
                                        <p:attrNameLst>
                                          <p:attrName>ppt_x</p:attrName>
                                        </p:attrNameLst>
                                      </p:cBhvr>
                                      <p:tavLst>
                                        <p:tav tm="0">
                                          <p:val>
                                            <p:strVal val="0-#ppt_w/2"/>
                                          </p:val>
                                        </p:tav>
                                        <p:tav tm="100000">
                                          <p:val>
                                            <p:strVal val="#ppt_x"/>
                                          </p:val>
                                        </p:tav>
                                      </p:tavLst>
                                    </p:anim>
                                    <p:anim calcmode="lin" valueType="num">
                                      <p:cBhvr additive="base">
                                        <p:cTn id="158" dur="500" fill="hold"/>
                                        <p:tgtEl>
                                          <p:spTgt spid="598098"/>
                                        </p:tgtEl>
                                        <p:attrNameLst>
                                          <p:attrName>ppt_y</p:attrName>
                                        </p:attrNameLst>
                                      </p:cBhvr>
                                      <p:tavLst>
                                        <p:tav tm="0">
                                          <p:val>
                                            <p:strVal val="0-#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9" fill="hold" grpId="0" nodeType="clickEffect">
                                  <p:stCondLst>
                                    <p:cond delay="0"/>
                                  </p:stCondLst>
                                  <p:childTnLst>
                                    <p:set>
                                      <p:cBhvr>
                                        <p:cTn id="162" dur="1" fill="hold">
                                          <p:stCondLst>
                                            <p:cond delay="0"/>
                                          </p:stCondLst>
                                        </p:cTn>
                                        <p:tgtEl>
                                          <p:spTgt spid="598099"/>
                                        </p:tgtEl>
                                        <p:attrNameLst>
                                          <p:attrName>style.visibility</p:attrName>
                                        </p:attrNameLst>
                                      </p:cBhvr>
                                      <p:to>
                                        <p:strVal val="visible"/>
                                      </p:to>
                                    </p:set>
                                    <p:anim calcmode="lin" valueType="num">
                                      <p:cBhvr additive="base">
                                        <p:cTn id="163" dur="500" fill="hold"/>
                                        <p:tgtEl>
                                          <p:spTgt spid="598099"/>
                                        </p:tgtEl>
                                        <p:attrNameLst>
                                          <p:attrName>ppt_x</p:attrName>
                                        </p:attrNameLst>
                                      </p:cBhvr>
                                      <p:tavLst>
                                        <p:tav tm="0">
                                          <p:val>
                                            <p:strVal val="0-#ppt_w/2"/>
                                          </p:val>
                                        </p:tav>
                                        <p:tav tm="100000">
                                          <p:val>
                                            <p:strVal val="#ppt_x"/>
                                          </p:val>
                                        </p:tav>
                                      </p:tavLst>
                                    </p:anim>
                                    <p:anim calcmode="lin" valueType="num">
                                      <p:cBhvr additive="base">
                                        <p:cTn id="164" dur="500" fill="hold"/>
                                        <p:tgtEl>
                                          <p:spTgt spid="598099"/>
                                        </p:tgtEl>
                                        <p:attrNameLst>
                                          <p:attrName>ppt_y</p:attrName>
                                        </p:attrNameLst>
                                      </p:cBhvr>
                                      <p:tavLst>
                                        <p:tav tm="0">
                                          <p:val>
                                            <p:strVal val="0-#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2" fill="hold" nodeType="clickEffect">
                                  <p:stCondLst>
                                    <p:cond delay="0"/>
                                  </p:stCondLst>
                                  <p:childTnLst>
                                    <p:set>
                                      <p:cBhvr>
                                        <p:cTn id="168" dur="1" fill="hold">
                                          <p:stCondLst>
                                            <p:cond delay="0"/>
                                          </p:stCondLst>
                                        </p:cTn>
                                        <p:tgtEl>
                                          <p:spTgt spid="10"/>
                                        </p:tgtEl>
                                        <p:attrNameLst>
                                          <p:attrName>style.visibility</p:attrName>
                                        </p:attrNameLst>
                                      </p:cBhvr>
                                      <p:to>
                                        <p:strVal val="visible"/>
                                      </p:to>
                                    </p:set>
                                    <p:anim calcmode="lin" valueType="num">
                                      <p:cBhvr additive="base">
                                        <p:cTn id="169" dur="500" fill="hold"/>
                                        <p:tgtEl>
                                          <p:spTgt spid="10"/>
                                        </p:tgtEl>
                                        <p:attrNameLst>
                                          <p:attrName>ppt_x</p:attrName>
                                        </p:attrNameLst>
                                      </p:cBhvr>
                                      <p:tavLst>
                                        <p:tav tm="0">
                                          <p:val>
                                            <p:strVal val="1+#ppt_w/2"/>
                                          </p:val>
                                        </p:tav>
                                        <p:tav tm="100000">
                                          <p:val>
                                            <p:strVal val="#ppt_x"/>
                                          </p:val>
                                        </p:tav>
                                      </p:tavLst>
                                    </p:anim>
                                    <p:anim calcmode="lin" valueType="num">
                                      <p:cBhvr additive="base">
                                        <p:cTn id="17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nodeType="clickEffect">
                                  <p:stCondLst>
                                    <p:cond delay="0"/>
                                  </p:stCondLst>
                                  <p:childTnLst>
                                    <p:set>
                                      <p:cBhvr>
                                        <p:cTn id="174" dur="1" fill="hold">
                                          <p:stCondLst>
                                            <p:cond delay="0"/>
                                          </p:stCondLst>
                                        </p:cTn>
                                        <p:tgtEl>
                                          <p:spTgt spid="5"/>
                                        </p:tgtEl>
                                        <p:attrNameLst>
                                          <p:attrName>style.visibility</p:attrName>
                                        </p:attrNameLst>
                                      </p:cBhvr>
                                      <p:to>
                                        <p:strVal val="visible"/>
                                      </p:to>
                                    </p:set>
                                    <p:anim calcmode="lin" valueType="num">
                                      <p:cBhvr additive="base">
                                        <p:cTn id="175" dur="500" fill="hold"/>
                                        <p:tgtEl>
                                          <p:spTgt spid="5"/>
                                        </p:tgtEl>
                                        <p:attrNameLst>
                                          <p:attrName>ppt_x</p:attrName>
                                        </p:attrNameLst>
                                      </p:cBhvr>
                                      <p:tavLst>
                                        <p:tav tm="0">
                                          <p:val>
                                            <p:strVal val="#ppt_x"/>
                                          </p:val>
                                        </p:tav>
                                        <p:tav tm="100000">
                                          <p:val>
                                            <p:strVal val="#ppt_x"/>
                                          </p:val>
                                        </p:tav>
                                      </p:tavLst>
                                    </p:anim>
                                    <p:anim calcmode="lin" valueType="num">
                                      <p:cBhvr additive="base">
                                        <p:cTn id="17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18" presetClass="entr" presetSubtype="6" fill="hold" grpId="0" nodeType="clickEffect">
                                  <p:stCondLst>
                                    <p:cond delay="0"/>
                                  </p:stCondLst>
                                  <p:childTnLst>
                                    <p:set>
                                      <p:cBhvr>
                                        <p:cTn id="180" dur="1" fill="hold">
                                          <p:stCondLst>
                                            <p:cond delay="0"/>
                                          </p:stCondLst>
                                        </p:cTn>
                                        <p:tgtEl>
                                          <p:spTgt spid="598058"/>
                                        </p:tgtEl>
                                        <p:attrNameLst>
                                          <p:attrName>style.visibility</p:attrName>
                                        </p:attrNameLst>
                                      </p:cBhvr>
                                      <p:to>
                                        <p:strVal val="visible"/>
                                      </p:to>
                                    </p:set>
                                    <p:animEffect transition="in" filter="strips(downRight)">
                                      <p:cBhvr>
                                        <p:cTn id="181" dur="500"/>
                                        <p:tgtEl>
                                          <p:spTgt spid="598058"/>
                                        </p:tgtEl>
                                      </p:cBhvr>
                                    </p:animEffect>
                                  </p:childTnLst>
                                </p:cTn>
                              </p:par>
                            </p:childTnLst>
                          </p:cTn>
                        </p:par>
                      </p:childTnLst>
                    </p:cTn>
                  </p:par>
                  <p:par>
                    <p:cTn id="182" fill="hold">
                      <p:stCondLst>
                        <p:cond delay="indefinite"/>
                      </p:stCondLst>
                      <p:childTnLst>
                        <p:par>
                          <p:cTn id="183" fill="hold">
                            <p:stCondLst>
                              <p:cond delay="0"/>
                            </p:stCondLst>
                            <p:childTnLst>
                              <p:par>
                                <p:cTn id="184" presetID="18" presetClass="entr" presetSubtype="6" fill="hold" grpId="0" nodeType="clickEffect">
                                  <p:stCondLst>
                                    <p:cond delay="0"/>
                                  </p:stCondLst>
                                  <p:childTnLst>
                                    <p:set>
                                      <p:cBhvr>
                                        <p:cTn id="185" dur="1" fill="hold">
                                          <p:stCondLst>
                                            <p:cond delay="0"/>
                                          </p:stCondLst>
                                        </p:cTn>
                                        <p:tgtEl>
                                          <p:spTgt spid="598057"/>
                                        </p:tgtEl>
                                        <p:attrNameLst>
                                          <p:attrName>style.visibility</p:attrName>
                                        </p:attrNameLst>
                                      </p:cBhvr>
                                      <p:to>
                                        <p:strVal val="visible"/>
                                      </p:to>
                                    </p:set>
                                    <p:animEffect transition="in" filter="strips(downRight)">
                                      <p:cBhvr>
                                        <p:cTn id="186" dur="500"/>
                                        <p:tgtEl>
                                          <p:spTgt spid="598057"/>
                                        </p:tgtEl>
                                      </p:cBhvr>
                                    </p:animEffect>
                                  </p:childTnLst>
                                </p:cTn>
                              </p:par>
                            </p:childTnLst>
                          </p:cTn>
                        </p:par>
                      </p:childTnLst>
                    </p:cTn>
                  </p:par>
                  <p:par>
                    <p:cTn id="187" fill="hold">
                      <p:stCondLst>
                        <p:cond delay="indefinite"/>
                      </p:stCondLst>
                      <p:childTnLst>
                        <p:par>
                          <p:cTn id="188" fill="hold">
                            <p:stCondLst>
                              <p:cond delay="0"/>
                            </p:stCondLst>
                            <p:childTnLst>
                              <p:par>
                                <p:cTn id="189" presetID="18" presetClass="entr" presetSubtype="6" fill="hold" grpId="0" nodeType="clickEffect">
                                  <p:stCondLst>
                                    <p:cond delay="0"/>
                                  </p:stCondLst>
                                  <p:childTnLst>
                                    <p:set>
                                      <p:cBhvr>
                                        <p:cTn id="190" dur="1" fill="hold">
                                          <p:stCondLst>
                                            <p:cond delay="0"/>
                                          </p:stCondLst>
                                        </p:cTn>
                                        <p:tgtEl>
                                          <p:spTgt spid="598056"/>
                                        </p:tgtEl>
                                        <p:attrNameLst>
                                          <p:attrName>style.visibility</p:attrName>
                                        </p:attrNameLst>
                                      </p:cBhvr>
                                      <p:to>
                                        <p:strVal val="visible"/>
                                      </p:to>
                                    </p:set>
                                    <p:animEffect transition="in" filter="strips(downRight)">
                                      <p:cBhvr>
                                        <p:cTn id="191" dur="500"/>
                                        <p:tgtEl>
                                          <p:spTgt spid="598056"/>
                                        </p:tgtEl>
                                      </p:cBhvr>
                                    </p:animEffect>
                                  </p:childTnLst>
                                </p:cTn>
                              </p:par>
                            </p:childTnLst>
                          </p:cTn>
                        </p:par>
                      </p:childTnLst>
                    </p:cTn>
                  </p:par>
                  <p:par>
                    <p:cTn id="192" fill="hold">
                      <p:stCondLst>
                        <p:cond delay="indefinite"/>
                      </p:stCondLst>
                      <p:childTnLst>
                        <p:par>
                          <p:cTn id="193" fill="hold">
                            <p:stCondLst>
                              <p:cond delay="0"/>
                            </p:stCondLst>
                            <p:childTnLst>
                              <p:par>
                                <p:cTn id="194" presetID="18" presetClass="entr" presetSubtype="3" fill="hold" grpId="0" nodeType="clickEffect">
                                  <p:stCondLst>
                                    <p:cond delay="0"/>
                                  </p:stCondLst>
                                  <p:childTnLst>
                                    <p:set>
                                      <p:cBhvr>
                                        <p:cTn id="195" dur="1" fill="hold">
                                          <p:stCondLst>
                                            <p:cond delay="0"/>
                                          </p:stCondLst>
                                        </p:cTn>
                                        <p:tgtEl>
                                          <p:spTgt spid="598026"/>
                                        </p:tgtEl>
                                        <p:attrNameLst>
                                          <p:attrName>style.visibility</p:attrName>
                                        </p:attrNameLst>
                                      </p:cBhvr>
                                      <p:to>
                                        <p:strVal val="visible"/>
                                      </p:to>
                                    </p:set>
                                    <p:animEffect transition="in" filter="strips(upRight)">
                                      <p:cBhvr>
                                        <p:cTn id="196" dur="500"/>
                                        <p:tgtEl>
                                          <p:spTgt spid="598026"/>
                                        </p:tgtEl>
                                      </p:cBhvr>
                                    </p:animEffect>
                                  </p:childTnLst>
                                </p:cTn>
                              </p:par>
                            </p:childTnLst>
                          </p:cTn>
                        </p:par>
                      </p:childTnLst>
                    </p:cTn>
                  </p:par>
                  <p:par>
                    <p:cTn id="197" fill="hold">
                      <p:stCondLst>
                        <p:cond delay="indefinite"/>
                      </p:stCondLst>
                      <p:childTnLst>
                        <p:par>
                          <p:cTn id="198" fill="hold">
                            <p:stCondLst>
                              <p:cond delay="0"/>
                            </p:stCondLst>
                            <p:childTnLst>
                              <p:par>
                                <p:cTn id="199" presetID="18" presetClass="entr" presetSubtype="3" fill="hold" grpId="0" nodeType="clickEffect">
                                  <p:stCondLst>
                                    <p:cond delay="0"/>
                                  </p:stCondLst>
                                  <p:childTnLst>
                                    <p:set>
                                      <p:cBhvr>
                                        <p:cTn id="200" dur="1" fill="hold">
                                          <p:stCondLst>
                                            <p:cond delay="0"/>
                                          </p:stCondLst>
                                        </p:cTn>
                                        <p:tgtEl>
                                          <p:spTgt spid="598027"/>
                                        </p:tgtEl>
                                        <p:attrNameLst>
                                          <p:attrName>style.visibility</p:attrName>
                                        </p:attrNameLst>
                                      </p:cBhvr>
                                      <p:to>
                                        <p:strVal val="visible"/>
                                      </p:to>
                                    </p:set>
                                    <p:animEffect transition="in" filter="strips(upRight)">
                                      <p:cBhvr>
                                        <p:cTn id="201" dur="500"/>
                                        <p:tgtEl>
                                          <p:spTgt spid="598027"/>
                                        </p:tgtEl>
                                      </p:cBhvr>
                                    </p:animEffect>
                                  </p:childTnLst>
                                </p:cTn>
                              </p:par>
                            </p:childTnLst>
                          </p:cTn>
                        </p:par>
                      </p:childTnLst>
                    </p:cTn>
                  </p:par>
                  <p:par>
                    <p:cTn id="202" fill="hold">
                      <p:stCondLst>
                        <p:cond delay="indefinite"/>
                      </p:stCondLst>
                      <p:childTnLst>
                        <p:par>
                          <p:cTn id="203" fill="hold">
                            <p:stCondLst>
                              <p:cond delay="0"/>
                            </p:stCondLst>
                            <p:childTnLst>
                              <p:par>
                                <p:cTn id="204" presetID="18" presetClass="entr" presetSubtype="3" fill="hold" grpId="0" nodeType="clickEffect">
                                  <p:stCondLst>
                                    <p:cond delay="0"/>
                                  </p:stCondLst>
                                  <p:childTnLst>
                                    <p:set>
                                      <p:cBhvr>
                                        <p:cTn id="205" dur="1" fill="hold">
                                          <p:stCondLst>
                                            <p:cond delay="0"/>
                                          </p:stCondLst>
                                        </p:cTn>
                                        <p:tgtEl>
                                          <p:spTgt spid="598028"/>
                                        </p:tgtEl>
                                        <p:attrNameLst>
                                          <p:attrName>style.visibility</p:attrName>
                                        </p:attrNameLst>
                                      </p:cBhvr>
                                      <p:to>
                                        <p:strVal val="visible"/>
                                      </p:to>
                                    </p:set>
                                    <p:animEffect transition="in" filter="strips(upRight)">
                                      <p:cBhvr>
                                        <p:cTn id="206" dur="500"/>
                                        <p:tgtEl>
                                          <p:spTgt spid="598028"/>
                                        </p:tgtEl>
                                      </p:cBhvr>
                                    </p:animEffect>
                                  </p:childTnLst>
                                </p:cTn>
                              </p:par>
                            </p:childTnLst>
                          </p:cTn>
                        </p:par>
                      </p:childTnLst>
                    </p:cTn>
                  </p:par>
                  <p:par>
                    <p:cTn id="207" fill="hold">
                      <p:stCondLst>
                        <p:cond delay="indefinite"/>
                      </p:stCondLst>
                      <p:childTnLst>
                        <p:par>
                          <p:cTn id="208" fill="hold">
                            <p:stCondLst>
                              <p:cond delay="0"/>
                            </p:stCondLst>
                            <p:childTnLst>
                              <p:par>
                                <p:cTn id="209" presetID="2" presetClass="entr" presetSubtype="3" fill="hold" grpId="0" nodeType="clickEffect">
                                  <p:stCondLst>
                                    <p:cond delay="0"/>
                                  </p:stCondLst>
                                  <p:childTnLst>
                                    <p:set>
                                      <p:cBhvr>
                                        <p:cTn id="210" dur="1" fill="hold">
                                          <p:stCondLst>
                                            <p:cond delay="0"/>
                                          </p:stCondLst>
                                        </p:cTn>
                                        <p:tgtEl>
                                          <p:spTgt spid="598097"/>
                                        </p:tgtEl>
                                        <p:attrNameLst>
                                          <p:attrName>style.visibility</p:attrName>
                                        </p:attrNameLst>
                                      </p:cBhvr>
                                      <p:to>
                                        <p:strVal val="visible"/>
                                      </p:to>
                                    </p:set>
                                    <p:anim calcmode="lin" valueType="num">
                                      <p:cBhvr additive="base">
                                        <p:cTn id="211" dur="500" fill="hold"/>
                                        <p:tgtEl>
                                          <p:spTgt spid="598097"/>
                                        </p:tgtEl>
                                        <p:attrNameLst>
                                          <p:attrName>ppt_x</p:attrName>
                                        </p:attrNameLst>
                                      </p:cBhvr>
                                      <p:tavLst>
                                        <p:tav tm="0">
                                          <p:val>
                                            <p:strVal val="1+#ppt_w/2"/>
                                          </p:val>
                                        </p:tav>
                                        <p:tav tm="100000">
                                          <p:val>
                                            <p:strVal val="#ppt_x"/>
                                          </p:val>
                                        </p:tav>
                                      </p:tavLst>
                                    </p:anim>
                                    <p:anim calcmode="lin" valueType="num">
                                      <p:cBhvr additive="base">
                                        <p:cTn id="212" dur="500" fill="hold"/>
                                        <p:tgtEl>
                                          <p:spTgt spid="598097"/>
                                        </p:tgtEl>
                                        <p:attrNameLst>
                                          <p:attrName>ppt_y</p:attrName>
                                        </p:attrNameLst>
                                      </p:cBhvr>
                                      <p:tavLst>
                                        <p:tav tm="0">
                                          <p:val>
                                            <p:strVal val="0-#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3" fill="hold" grpId="0" nodeType="clickEffect">
                                  <p:stCondLst>
                                    <p:cond delay="0"/>
                                  </p:stCondLst>
                                  <p:childTnLst>
                                    <p:set>
                                      <p:cBhvr>
                                        <p:cTn id="216" dur="1" fill="hold">
                                          <p:stCondLst>
                                            <p:cond delay="0"/>
                                          </p:stCondLst>
                                        </p:cTn>
                                        <p:tgtEl>
                                          <p:spTgt spid="598096"/>
                                        </p:tgtEl>
                                        <p:attrNameLst>
                                          <p:attrName>style.visibility</p:attrName>
                                        </p:attrNameLst>
                                      </p:cBhvr>
                                      <p:to>
                                        <p:strVal val="visible"/>
                                      </p:to>
                                    </p:set>
                                    <p:anim calcmode="lin" valueType="num">
                                      <p:cBhvr additive="base">
                                        <p:cTn id="217" dur="500" fill="hold"/>
                                        <p:tgtEl>
                                          <p:spTgt spid="598096"/>
                                        </p:tgtEl>
                                        <p:attrNameLst>
                                          <p:attrName>ppt_x</p:attrName>
                                        </p:attrNameLst>
                                      </p:cBhvr>
                                      <p:tavLst>
                                        <p:tav tm="0">
                                          <p:val>
                                            <p:strVal val="1+#ppt_w/2"/>
                                          </p:val>
                                        </p:tav>
                                        <p:tav tm="100000">
                                          <p:val>
                                            <p:strVal val="#ppt_x"/>
                                          </p:val>
                                        </p:tav>
                                      </p:tavLst>
                                    </p:anim>
                                    <p:anim calcmode="lin" valueType="num">
                                      <p:cBhvr additive="base">
                                        <p:cTn id="218" dur="500" fill="hold"/>
                                        <p:tgtEl>
                                          <p:spTgt spid="598096"/>
                                        </p:tgtEl>
                                        <p:attrNameLst>
                                          <p:attrName>ppt_y</p:attrName>
                                        </p:attrNameLst>
                                      </p:cBhvr>
                                      <p:tavLst>
                                        <p:tav tm="0">
                                          <p:val>
                                            <p:strVal val="0-#ppt_h/2"/>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3" fill="hold" grpId="0" nodeType="clickEffect">
                                  <p:stCondLst>
                                    <p:cond delay="0"/>
                                  </p:stCondLst>
                                  <p:childTnLst>
                                    <p:set>
                                      <p:cBhvr>
                                        <p:cTn id="222" dur="1" fill="hold">
                                          <p:stCondLst>
                                            <p:cond delay="0"/>
                                          </p:stCondLst>
                                        </p:cTn>
                                        <p:tgtEl>
                                          <p:spTgt spid="598095"/>
                                        </p:tgtEl>
                                        <p:attrNameLst>
                                          <p:attrName>style.visibility</p:attrName>
                                        </p:attrNameLst>
                                      </p:cBhvr>
                                      <p:to>
                                        <p:strVal val="visible"/>
                                      </p:to>
                                    </p:set>
                                    <p:anim calcmode="lin" valueType="num">
                                      <p:cBhvr additive="base">
                                        <p:cTn id="223" dur="500" fill="hold"/>
                                        <p:tgtEl>
                                          <p:spTgt spid="598095"/>
                                        </p:tgtEl>
                                        <p:attrNameLst>
                                          <p:attrName>ppt_x</p:attrName>
                                        </p:attrNameLst>
                                      </p:cBhvr>
                                      <p:tavLst>
                                        <p:tav tm="0">
                                          <p:val>
                                            <p:strVal val="1+#ppt_w/2"/>
                                          </p:val>
                                        </p:tav>
                                        <p:tav tm="100000">
                                          <p:val>
                                            <p:strVal val="#ppt_x"/>
                                          </p:val>
                                        </p:tav>
                                      </p:tavLst>
                                    </p:anim>
                                    <p:anim calcmode="lin" valueType="num">
                                      <p:cBhvr additive="base">
                                        <p:cTn id="224" dur="500" fill="hold"/>
                                        <p:tgtEl>
                                          <p:spTgt spid="598095"/>
                                        </p:tgtEl>
                                        <p:attrNameLst>
                                          <p:attrName>ppt_y</p:attrName>
                                        </p:attrNameLst>
                                      </p:cBhvr>
                                      <p:tavLst>
                                        <p:tav tm="0">
                                          <p:val>
                                            <p:strVal val="0-#ppt_h/2"/>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2" fill="hold" grpId="0" nodeType="clickEffect">
                                  <p:stCondLst>
                                    <p:cond delay="0"/>
                                  </p:stCondLst>
                                  <p:childTnLst>
                                    <p:set>
                                      <p:cBhvr>
                                        <p:cTn id="228" dur="1" fill="hold">
                                          <p:stCondLst>
                                            <p:cond delay="0"/>
                                          </p:stCondLst>
                                        </p:cTn>
                                        <p:tgtEl>
                                          <p:spTgt spid="598085"/>
                                        </p:tgtEl>
                                        <p:attrNameLst>
                                          <p:attrName>style.visibility</p:attrName>
                                        </p:attrNameLst>
                                      </p:cBhvr>
                                      <p:to>
                                        <p:strVal val="visible"/>
                                      </p:to>
                                    </p:set>
                                    <p:anim calcmode="lin" valueType="num">
                                      <p:cBhvr additive="base">
                                        <p:cTn id="229" dur="500" fill="hold"/>
                                        <p:tgtEl>
                                          <p:spTgt spid="598085"/>
                                        </p:tgtEl>
                                        <p:attrNameLst>
                                          <p:attrName>ppt_x</p:attrName>
                                        </p:attrNameLst>
                                      </p:cBhvr>
                                      <p:tavLst>
                                        <p:tav tm="0">
                                          <p:val>
                                            <p:strVal val="1+#ppt_w/2"/>
                                          </p:val>
                                        </p:tav>
                                        <p:tav tm="100000">
                                          <p:val>
                                            <p:strVal val="#ppt_x"/>
                                          </p:val>
                                        </p:tav>
                                      </p:tavLst>
                                    </p:anim>
                                    <p:anim calcmode="lin" valueType="num">
                                      <p:cBhvr additive="base">
                                        <p:cTn id="230" dur="500" fill="hold"/>
                                        <p:tgtEl>
                                          <p:spTgt spid="598085"/>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18" presetClass="entr" presetSubtype="3" fill="hold" grpId="0" nodeType="clickEffect">
                                  <p:stCondLst>
                                    <p:cond delay="0"/>
                                  </p:stCondLst>
                                  <p:childTnLst>
                                    <p:set>
                                      <p:cBhvr>
                                        <p:cTn id="234" dur="1" fill="hold">
                                          <p:stCondLst>
                                            <p:cond delay="0"/>
                                          </p:stCondLst>
                                        </p:cTn>
                                        <p:tgtEl>
                                          <p:spTgt spid="598062"/>
                                        </p:tgtEl>
                                        <p:attrNameLst>
                                          <p:attrName>style.visibility</p:attrName>
                                        </p:attrNameLst>
                                      </p:cBhvr>
                                      <p:to>
                                        <p:strVal val="visible"/>
                                      </p:to>
                                    </p:set>
                                    <p:animEffect transition="in" filter="strips(upRight)">
                                      <p:cBhvr>
                                        <p:cTn id="235" dur="500"/>
                                        <p:tgtEl>
                                          <p:spTgt spid="598062"/>
                                        </p:tgtEl>
                                      </p:cBhvr>
                                    </p:animEffect>
                                  </p:childTnLst>
                                </p:cTn>
                              </p:par>
                            </p:childTnLst>
                          </p:cTn>
                        </p:par>
                      </p:childTnLst>
                    </p:cTn>
                  </p:par>
                  <p:par>
                    <p:cTn id="236" fill="hold">
                      <p:stCondLst>
                        <p:cond delay="indefinite"/>
                      </p:stCondLst>
                      <p:childTnLst>
                        <p:par>
                          <p:cTn id="237" fill="hold">
                            <p:stCondLst>
                              <p:cond delay="0"/>
                            </p:stCondLst>
                            <p:childTnLst>
                              <p:par>
                                <p:cTn id="238" presetID="18" presetClass="entr" presetSubtype="6" fill="hold" grpId="0" nodeType="clickEffect">
                                  <p:stCondLst>
                                    <p:cond delay="0"/>
                                  </p:stCondLst>
                                  <p:childTnLst>
                                    <p:set>
                                      <p:cBhvr>
                                        <p:cTn id="239" dur="1" fill="hold">
                                          <p:stCondLst>
                                            <p:cond delay="0"/>
                                          </p:stCondLst>
                                        </p:cTn>
                                        <p:tgtEl>
                                          <p:spTgt spid="598064"/>
                                        </p:tgtEl>
                                        <p:attrNameLst>
                                          <p:attrName>style.visibility</p:attrName>
                                        </p:attrNameLst>
                                      </p:cBhvr>
                                      <p:to>
                                        <p:strVal val="visible"/>
                                      </p:to>
                                    </p:set>
                                    <p:animEffect transition="in" filter="strips(downRight)">
                                      <p:cBhvr>
                                        <p:cTn id="240" dur="500"/>
                                        <p:tgtEl>
                                          <p:spTgt spid="598064"/>
                                        </p:tgtEl>
                                      </p:cBhvr>
                                    </p:animEffect>
                                  </p:childTnLst>
                                </p:cTn>
                              </p:par>
                            </p:childTnLst>
                          </p:cTn>
                        </p:par>
                      </p:childTnLst>
                    </p:cTn>
                  </p:par>
                  <p:par>
                    <p:cTn id="241" fill="hold">
                      <p:stCondLst>
                        <p:cond delay="indefinite"/>
                      </p:stCondLst>
                      <p:childTnLst>
                        <p:par>
                          <p:cTn id="242" fill="hold">
                            <p:stCondLst>
                              <p:cond delay="0"/>
                            </p:stCondLst>
                            <p:childTnLst>
                              <p:par>
                                <p:cTn id="243" presetID="18" presetClass="entr" presetSubtype="12" fill="hold" nodeType="clickEffect">
                                  <p:stCondLst>
                                    <p:cond delay="0"/>
                                  </p:stCondLst>
                                  <p:childTnLst>
                                    <p:set>
                                      <p:cBhvr>
                                        <p:cTn id="244" dur="1" fill="hold">
                                          <p:stCondLst>
                                            <p:cond delay="0"/>
                                          </p:stCondLst>
                                        </p:cTn>
                                        <p:tgtEl>
                                          <p:spTgt spid="8"/>
                                        </p:tgtEl>
                                        <p:attrNameLst>
                                          <p:attrName>style.visibility</p:attrName>
                                        </p:attrNameLst>
                                      </p:cBhvr>
                                      <p:to>
                                        <p:strVal val="visible"/>
                                      </p:to>
                                    </p:set>
                                    <p:animEffect transition="in" filter="strips(downLeft)">
                                      <p:cBhvr>
                                        <p:cTn id="245" dur="500"/>
                                        <p:tgtEl>
                                          <p:spTgt spid="8"/>
                                        </p:tgtEl>
                                      </p:cBhvr>
                                    </p:animEffect>
                                  </p:childTnLst>
                                </p:cTn>
                              </p:par>
                            </p:childTnLst>
                          </p:cTn>
                        </p:par>
                      </p:childTnLst>
                    </p:cTn>
                  </p:par>
                  <p:par>
                    <p:cTn id="246" fill="hold">
                      <p:stCondLst>
                        <p:cond delay="indefinite"/>
                      </p:stCondLst>
                      <p:childTnLst>
                        <p:par>
                          <p:cTn id="247" fill="hold">
                            <p:stCondLst>
                              <p:cond delay="0"/>
                            </p:stCondLst>
                            <p:childTnLst>
                              <p:par>
                                <p:cTn id="248" presetID="18" presetClass="entr" presetSubtype="12" fill="hold" nodeType="clickEffect">
                                  <p:stCondLst>
                                    <p:cond delay="0"/>
                                  </p:stCondLst>
                                  <p:childTnLst>
                                    <p:set>
                                      <p:cBhvr>
                                        <p:cTn id="249" dur="1" fill="hold">
                                          <p:stCondLst>
                                            <p:cond delay="0"/>
                                          </p:stCondLst>
                                        </p:cTn>
                                        <p:tgtEl>
                                          <p:spTgt spid="7"/>
                                        </p:tgtEl>
                                        <p:attrNameLst>
                                          <p:attrName>style.visibility</p:attrName>
                                        </p:attrNameLst>
                                      </p:cBhvr>
                                      <p:to>
                                        <p:strVal val="visible"/>
                                      </p:to>
                                    </p:set>
                                    <p:animEffect transition="in" filter="strips(downLeft)">
                                      <p:cBhvr>
                                        <p:cTn id="250" dur="500"/>
                                        <p:tgtEl>
                                          <p:spTgt spid="7"/>
                                        </p:tgtEl>
                                      </p:cBhvr>
                                    </p:animEffect>
                                  </p:childTnLst>
                                </p:cTn>
                              </p:par>
                            </p:childTnLst>
                          </p:cTn>
                        </p:par>
                      </p:childTnLst>
                    </p:cTn>
                  </p:par>
                  <p:par>
                    <p:cTn id="251" fill="hold">
                      <p:stCondLst>
                        <p:cond delay="indefinite"/>
                      </p:stCondLst>
                      <p:childTnLst>
                        <p:par>
                          <p:cTn id="252" fill="hold">
                            <p:stCondLst>
                              <p:cond delay="0"/>
                            </p:stCondLst>
                            <p:childTnLst>
                              <p:par>
                                <p:cTn id="253" presetID="18" presetClass="entr" presetSubtype="12" fill="hold" grpId="0" nodeType="clickEffect">
                                  <p:stCondLst>
                                    <p:cond delay="0"/>
                                  </p:stCondLst>
                                  <p:childTnLst>
                                    <p:set>
                                      <p:cBhvr>
                                        <p:cTn id="254" dur="1" fill="hold">
                                          <p:stCondLst>
                                            <p:cond delay="0"/>
                                          </p:stCondLst>
                                        </p:cTn>
                                        <p:tgtEl>
                                          <p:spTgt spid="598063"/>
                                        </p:tgtEl>
                                        <p:attrNameLst>
                                          <p:attrName>style.visibility</p:attrName>
                                        </p:attrNameLst>
                                      </p:cBhvr>
                                      <p:to>
                                        <p:strVal val="visible"/>
                                      </p:to>
                                    </p:set>
                                    <p:animEffect transition="in" filter="strips(downLeft)">
                                      <p:cBhvr>
                                        <p:cTn id="255" dur="500"/>
                                        <p:tgtEl>
                                          <p:spTgt spid="598063"/>
                                        </p:tgtEl>
                                      </p:cBhvr>
                                    </p:animEffect>
                                  </p:childTnLst>
                                </p:cTn>
                              </p:par>
                            </p:childTnLst>
                          </p:cTn>
                        </p:par>
                      </p:childTnLst>
                    </p:cTn>
                  </p:par>
                  <p:par>
                    <p:cTn id="256" fill="hold">
                      <p:stCondLst>
                        <p:cond delay="indefinite"/>
                      </p:stCondLst>
                      <p:childTnLst>
                        <p:par>
                          <p:cTn id="257" fill="hold">
                            <p:stCondLst>
                              <p:cond delay="0"/>
                            </p:stCondLst>
                            <p:childTnLst>
                              <p:par>
                                <p:cTn id="258" presetID="18" presetClass="entr" presetSubtype="9" fill="hold" grpId="0" nodeType="clickEffect">
                                  <p:stCondLst>
                                    <p:cond delay="0"/>
                                  </p:stCondLst>
                                  <p:childTnLst>
                                    <p:set>
                                      <p:cBhvr>
                                        <p:cTn id="259" dur="1" fill="hold">
                                          <p:stCondLst>
                                            <p:cond delay="0"/>
                                          </p:stCondLst>
                                        </p:cTn>
                                        <p:tgtEl>
                                          <p:spTgt spid="598065"/>
                                        </p:tgtEl>
                                        <p:attrNameLst>
                                          <p:attrName>style.visibility</p:attrName>
                                        </p:attrNameLst>
                                      </p:cBhvr>
                                      <p:to>
                                        <p:strVal val="visible"/>
                                      </p:to>
                                    </p:set>
                                    <p:animEffect transition="in" filter="strips(upLeft)">
                                      <p:cBhvr>
                                        <p:cTn id="260" dur="500"/>
                                        <p:tgtEl>
                                          <p:spTgt spid="598065"/>
                                        </p:tgtEl>
                                      </p:cBhvr>
                                    </p:animEffect>
                                  </p:childTnLst>
                                </p:cTn>
                              </p:par>
                            </p:childTnLst>
                          </p:cTn>
                        </p:par>
                      </p:childTnLst>
                    </p:cTn>
                  </p:par>
                  <p:par>
                    <p:cTn id="261" fill="hold">
                      <p:stCondLst>
                        <p:cond delay="indefinite"/>
                      </p:stCondLst>
                      <p:childTnLst>
                        <p:par>
                          <p:cTn id="262" fill="hold">
                            <p:stCondLst>
                              <p:cond delay="0"/>
                            </p:stCondLst>
                            <p:childTnLst>
                              <p:par>
                                <p:cTn id="263" presetID="7" presetClass="entr" presetSubtype="2" fill="hold" nodeType="clickEffect">
                                  <p:stCondLst>
                                    <p:cond delay="0"/>
                                  </p:stCondLst>
                                  <p:childTnLst>
                                    <p:set>
                                      <p:cBhvr>
                                        <p:cTn id="264" dur="1" fill="hold">
                                          <p:stCondLst>
                                            <p:cond delay="0"/>
                                          </p:stCondLst>
                                        </p:cTn>
                                        <p:tgtEl>
                                          <p:spTgt spid="99"/>
                                        </p:tgtEl>
                                        <p:attrNameLst>
                                          <p:attrName>style.visibility</p:attrName>
                                        </p:attrNameLst>
                                      </p:cBhvr>
                                      <p:to>
                                        <p:strVal val="visible"/>
                                      </p:to>
                                    </p:set>
                                    <p:anim calcmode="lin" valueType="num">
                                      <p:cBhvr additive="base">
                                        <p:cTn id="265" dur="5000" fill="hold"/>
                                        <p:tgtEl>
                                          <p:spTgt spid="99"/>
                                        </p:tgtEl>
                                        <p:attrNameLst>
                                          <p:attrName>ppt_x</p:attrName>
                                        </p:attrNameLst>
                                      </p:cBhvr>
                                      <p:tavLst>
                                        <p:tav tm="0">
                                          <p:val>
                                            <p:strVal val="1+#ppt_w/2"/>
                                          </p:val>
                                        </p:tav>
                                        <p:tav tm="100000">
                                          <p:val>
                                            <p:strVal val="#ppt_x"/>
                                          </p:val>
                                        </p:tav>
                                      </p:tavLst>
                                    </p:anim>
                                    <p:anim calcmode="lin" valueType="num">
                                      <p:cBhvr additive="base">
                                        <p:cTn id="266" dur="50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21" grpId="0" animBg="1"/>
      <p:bldP spid="598022" grpId="0" animBg="1"/>
      <p:bldP spid="598023" grpId="0" animBg="1"/>
      <p:bldP spid="598024" grpId="0" animBg="1"/>
      <p:bldP spid="598025" grpId="0" animBg="1"/>
      <p:bldP spid="598026" grpId="0" animBg="1"/>
      <p:bldP spid="598027" grpId="0" animBg="1"/>
      <p:bldP spid="598028" grpId="0" animBg="1"/>
      <p:bldP spid="598029" grpId="0" animBg="1"/>
      <p:bldP spid="598030" grpId="0" animBg="1"/>
      <p:bldP spid="598031" grpId="0" animBg="1"/>
      <p:bldP spid="598032" grpId="0" animBg="1"/>
      <p:bldP spid="598033" grpId="0" animBg="1"/>
      <p:bldP spid="598034" grpId="0" animBg="1"/>
      <p:bldP spid="598035" grpId="0" animBg="1"/>
      <p:bldP spid="598036" grpId="0" autoUpdateAnimBg="0"/>
      <p:bldP spid="598037" grpId="0" autoUpdateAnimBg="0"/>
      <p:bldP spid="598038" grpId="0" autoUpdateAnimBg="0"/>
      <p:bldP spid="598039" grpId="0" autoUpdateAnimBg="0"/>
      <p:bldP spid="598056" grpId="0" animBg="1"/>
      <p:bldP spid="598057" grpId="0" animBg="1"/>
      <p:bldP spid="598058" grpId="0" animBg="1"/>
      <p:bldP spid="598062" grpId="0" animBg="1"/>
      <p:bldP spid="598063" grpId="0" animBg="1"/>
      <p:bldP spid="598064" grpId="0" animBg="1"/>
      <p:bldP spid="598065" grpId="0" animBg="1"/>
      <p:bldP spid="598082" grpId="0" animBg="1"/>
      <p:bldP spid="598083" grpId="0" animBg="1"/>
      <p:bldP spid="598084" grpId="0" animBg="1"/>
      <p:bldP spid="598085" grpId="0" animBg="1"/>
      <p:bldP spid="598095" grpId="0" animBg="1"/>
      <p:bldP spid="598096" grpId="0" animBg="1"/>
      <p:bldP spid="598097" grpId="0" animBg="1"/>
      <p:bldP spid="598098" grpId="0" animBg="1"/>
      <p:bldP spid="59809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Line 2"/>
          <p:cNvSpPr>
            <a:spLocks noChangeShapeType="1"/>
          </p:cNvSpPr>
          <p:nvPr/>
        </p:nvSpPr>
        <p:spPr bwMode="auto">
          <a:xfrm>
            <a:off x="3262313" y="3783013"/>
            <a:ext cx="5486400" cy="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3" name="Line 3"/>
          <p:cNvSpPr>
            <a:spLocks noChangeShapeType="1"/>
          </p:cNvSpPr>
          <p:nvPr/>
        </p:nvSpPr>
        <p:spPr bwMode="auto">
          <a:xfrm>
            <a:off x="6005513" y="2259013"/>
            <a:ext cx="0" cy="30480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4" name="Line 4"/>
          <p:cNvSpPr>
            <a:spLocks noChangeShapeType="1"/>
          </p:cNvSpPr>
          <p:nvPr/>
        </p:nvSpPr>
        <p:spPr bwMode="auto">
          <a:xfrm rot="19625753">
            <a:off x="3419475" y="3041650"/>
            <a:ext cx="2819400" cy="158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5" name="Oval 5"/>
          <p:cNvSpPr>
            <a:spLocks noChangeArrowheads="1"/>
          </p:cNvSpPr>
          <p:nvPr/>
        </p:nvSpPr>
        <p:spPr bwMode="auto">
          <a:xfrm>
            <a:off x="3629025" y="375443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6" name="Oval 6"/>
          <p:cNvSpPr>
            <a:spLocks noChangeArrowheads="1"/>
          </p:cNvSpPr>
          <p:nvPr/>
        </p:nvSpPr>
        <p:spPr bwMode="auto">
          <a:xfrm>
            <a:off x="3262313" y="374967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7" name="Oval 7"/>
          <p:cNvSpPr>
            <a:spLocks noChangeArrowheads="1"/>
          </p:cNvSpPr>
          <p:nvPr/>
        </p:nvSpPr>
        <p:spPr bwMode="auto">
          <a:xfrm>
            <a:off x="5976938" y="5230813"/>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8" name="Oval 8"/>
          <p:cNvSpPr>
            <a:spLocks noChangeArrowheads="1"/>
          </p:cNvSpPr>
          <p:nvPr/>
        </p:nvSpPr>
        <p:spPr bwMode="auto">
          <a:xfrm>
            <a:off x="8672513" y="374015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49" name="Oval 9"/>
          <p:cNvSpPr>
            <a:spLocks noChangeArrowheads="1"/>
          </p:cNvSpPr>
          <p:nvPr/>
        </p:nvSpPr>
        <p:spPr bwMode="auto">
          <a:xfrm>
            <a:off x="5962650" y="2259013"/>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0" name="Oval 10"/>
          <p:cNvSpPr>
            <a:spLocks noChangeArrowheads="1"/>
          </p:cNvSpPr>
          <p:nvPr/>
        </p:nvSpPr>
        <p:spPr bwMode="auto">
          <a:xfrm>
            <a:off x="8286750" y="375443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1" name="Line 11"/>
          <p:cNvSpPr>
            <a:spLocks noChangeShapeType="1"/>
          </p:cNvSpPr>
          <p:nvPr/>
        </p:nvSpPr>
        <p:spPr bwMode="auto">
          <a:xfrm rot="1974247" flipV="1">
            <a:off x="5776913" y="3049588"/>
            <a:ext cx="2819400" cy="1587"/>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2" name="Line 12"/>
          <p:cNvSpPr>
            <a:spLocks noChangeShapeType="1"/>
          </p:cNvSpPr>
          <p:nvPr/>
        </p:nvSpPr>
        <p:spPr bwMode="auto">
          <a:xfrm>
            <a:off x="4100513" y="3706813"/>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3" name="Line 13"/>
          <p:cNvSpPr>
            <a:spLocks noChangeShapeType="1"/>
          </p:cNvSpPr>
          <p:nvPr/>
        </p:nvSpPr>
        <p:spPr bwMode="auto">
          <a:xfrm>
            <a:off x="4495800" y="3716338"/>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4" name="Line 14"/>
          <p:cNvSpPr>
            <a:spLocks noChangeShapeType="1"/>
          </p:cNvSpPr>
          <p:nvPr/>
        </p:nvSpPr>
        <p:spPr bwMode="auto">
          <a:xfrm>
            <a:off x="4891088" y="3711575"/>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5" name="Line 15"/>
          <p:cNvSpPr>
            <a:spLocks noChangeShapeType="1"/>
          </p:cNvSpPr>
          <p:nvPr/>
        </p:nvSpPr>
        <p:spPr bwMode="auto">
          <a:xfrm>
            <a:off x="5286375" y="3706813"/>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6" name="Oval 16"/>
          <p:cNvSpPr>
            <a:spLocks noChangeArrowheads="1"/>
          </p:cNvSpPr>
          <p:nvPr/>
        </p:nvSpPr>
        <p:spPr bwMode="auto">
          <a:xfrm>
            <a:off x="3600450" y="312578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7" name="Oval 17"/>
          <p:cNvSpPr>
            <a:spLocks noChangeArrowheads="1"/>
          </p:cNvSpPr>
          <p:nvPr/>
        </p:nvSpPr>
        <p:spPr bwMode="auto">
          <a:xfrm>
            <a:off x="4043363" y="2735263"/>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8" name="Oval 18"/>
          <p:cNvSpPr>
            <a:spLocks noChangeArrowheads="1"/>
          </p:cNvSpPr>
          <p:nvPr/>
        </p:nvSpPr>
        <p:spPr bwMode="auto">
          <a:xfrm>
            <a:off x="4633913" y="245903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59" name="Oval 19"/>
          <p:cNvSpPr>
            <a:spLocks noChangeArrowheads="1"/>
          </p:cNvSpPr>
          <p:nvPr/>
        </p:nvSpPr>
        <p:spPr bwMode="auto">
          <a:xfrm>
            <a:off x="5210175" y="232092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0" name="Oval 20"/>
          <p:cNvSpPr>
            <a:spLocks noChangeArrowheads="1"/>
          </p:cNvSpPr>
          <p:nvPr/>
        </p:nvSpPr>
        <p:spPr bwMode="auto">
          <a:xfrm flipH="1">
            <a:off x="8410575" y="3135313"/>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1" name="Oval 21"/>
          <p:cNvSpPr>
            <a:spLocks noChangeArrowheads="1"/>
          </p:cNvSpPr>
          <p:nvPr/>
        </p:nvSpPr>
        <p:spPr bwMode="auto">
          <a:xfrm flipH="1">
            <a:off x="7924800" y="274478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2" name="Oval 22"/>
          <p:cNvSpPr>
            <a:spLocks noChangeArrowheads="1"/>
          </p:cNvSpPr>
          <p:nvPr/>
        </p:nvSpPr>
        <p:spPr bwMode="auto">
          <a:xfrm flipH="1">
            <a:off x="7334250" y="248285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3" name="Oval 23"/>
          <p:cNvSpPr>
            <a:spLocks noChangeArrowheads="1"/>
          </p:cNvSpPr>
          <p:nvPr/>
        </p:nvSpPr>
        <p:spPr bwMode="auto">
          <a:xfrm flipH="1">
            <a:off x="6743700" y="233045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4" name="Oval 24"/>
          <p:cNvSpPr>
            <a:spLocks noChangeArrowheads="1"/>
          </p:cNvSpPr>
          <p:nvPr/>
        </p:nvSpPr>
        <p:spPr bwMode="auto">
          <a:xfrm flipH="1" flipV="1">
            <a:off x="8405813" y="442118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5" name="Oval 25"/>
          <p:cNvSpPr>
            <a:spLocks noChangeArrowheads="1"/>
          </p:cNvSpPr>
          <p:nvPr/>
        </p:nvSpPr>
        <p:spPr bwMode="auto">
          <a:xfrm flipH="1" flipV="1">
            <a:off x="7934325" y="478313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6" name="Oval 26"/>
          <p:cNvSpPr>
            <a:spLocks noChangeArrowheads="1"/>
          </p:cNvSpPr>
          <p:nvPr/>
        </p:nvSpPr>
        <p:spPr bwMode="auto">
          <a:xfrm flipH="1" flipV="1">
            <a:off x="7372350" y="504507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7" name="Oval 27"/>
          <p:cNvSpPr>
            <a:spLocks noChangeArrowheads="1"/>
          </p:cNvSpPr>
          <p:nvPr/>
        </p:nvSpPr>
        <p:spPr bwMode="auto">
          <a:xfrm flipH="1" flipV="1">
            <a:off x="6781800" y="518318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8" name="Oval 28"/>
          <p:cNvSpPr>
            <a:spLocks noChangeArrowheads="1"/>
          </p:cNvSpPr>
          <p:nvPr/>
        </p:nvSpPr>
        <p:spPr bwMode="auto">
          <a:xfrm flipV="1">
            <a:off x="3557588" y="443547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69" name="Oval 29"/>
          <p:cNvSpPr>
            <a:spLocks noChangeArrowheads="1"/>
          </p:cNvSpPr>
          <p:nvPr/>
        </p:nvSpPr>
        <p:spPr bwMode="auto">
          <a:xfrm flipV="1">
            <a:off x="4029075" y="479742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0" name="Oval 30"/>
          <p:cNvSpPr>
            <a:spLocks noChangeArrowheads="1"/>
          </p:cNvSpPr>
          <p:nvPr/>
        </p:nvSpPr>
        <p:spPr bwMode="auto">
          <a:xfrm flipV="1">
            <a:off x="4591050" y="5045075"/>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1" name="Oval 31"/>
          <p:cNvSpPr>
            <a:spLocks noChangeArrowheads="1"/>
          </p:cNvSpPr>
          <p:nvPr/>
        </p:nvSpPr>
        <p:spPr bwMode="auto">
          <a:xfrm flipV="1">
            <a:off x="5181600" y="5183188"/>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2" name="Line 32"/>
          <p:cNvSpPr>
            <a:spLocks noChangeShapeType="1"/>
          </p:cNvSpPr>
          <p:nvPr/>
        </p:nvSpPr>
        <p:spPr bwMode="auto">
          <a:xfrm flipV="1">
            <a:off x="3643313" y="3173413"/>
            <a:ext cx="0" cy="609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3" name="Line 33"/>
          <p:cNvSpPr>
            <a:spLocks noChangeShapeType="1"/>
          </p:cNvSpPr>
          <p:nvPr/>
        </p:nvSpPr>
        <p:spPr bwMode="auto">
          <a:xfrm>
            <a:off x="3643313" y="3173413"/>
            <a:ext cx="4724400" cy="609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4" name="Line 34"/>
          <p:cNvSpPr>
            <a:spLocks noChangeShapeType="1"/>
          </p:cNvSpPr>
          <p:nvPr/>
        </p:nvSpPr>
        <p:spPr bwMode="auto">
          <a:xfrm flipV="1">
            <a:off x="3643313" y="2792413"/>
            <a:ext cx="457200" cy="990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5" name="Line 35"/>
          <p:cNvSpPr>
            <a:spLocks noChangeShapeType="1"/>
          </p:cNvSpPr>
          <p:nvPr/>
        </p:nvSpPr>
        <p:spPr bwMode="auto">
          <a:xfrm>
            <a:off x="4100513" y="2792413"/>
            <a:ext cx="4191000" cy="990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6" name="Line 36"/>
          <p:cNvSpPr>
            <a:spLocks noChangeShapeType="1"/>
          </p:cNvSpPr>
          <p:nvPr/>
        </p:nvSpPr>
        <p:spPr bwMode="auto">
          <a:xfrm flipV="1">
            <a:off x="3643312" y="2492374"/>
            <a:ext cx="1030287" cy="1290639"/>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7" name="Line 37"/>
          <p:cNvSpPr>
            <a:spLocks noChangeShapeType="1"/>
          </p:cNvSpPr>
          <p:nvPr/>
        </p:nvSpPr>
        <p:spPr bwMode="auto">
          <a:xfrm>
            <a:off x="4633913" y="2487613"/>
            <a:ext cx="3733800" cy="12954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8" name="Line 38"/>
          <p:cNvSpPr>
            <a:spLocks noChangeShapeType="1"/>
          </p:cNvSpPr>
          <p:nvPr/>
        </p:nvSpPr>
        <p:spPr bwMode="auto">
          <a:xfrm flipV="1">
            <a:off x="3643313" y="2335213"/>
            <a:ext cx="1600200" cy="14478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79" name="Line 39"/>
          <p:cNvSpPr>
            <a:spLocks noChangeShapeType="1"/>
          </p:cNvSpPr>
          <p:nvPr/>
        </p:nvSpPr>
        <p:spPr bwMode="auto">
          <a:xfrm>
            <a:off x="5243513" y="2335213"/>
            <a:ext cx="3124200" cy="14478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80" name="Text Box 40"/>
          <p:cNvSpPr txBox="1">
            <a:spLocks noChangeArrowheads="1"/>
          </p:cNvSpPr>
          <p:nvPr/>
        </p:nvSpPr>
        <p:spPr bwMode="auto">
          <a:xfrm>
            <a:off x="3490913" y="3783013"/>
            <a:ext cx="377825"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imes New Roman" pitchFamily="18" charset="0"/>
                <a:ea typeface="+mn-ea"/>
                <a:cs typeface="+mn-cs"/>
              </a:rPr>
              <a:t>F</a:t>
            </a:r>
            <a:r>
              <a:rPr kumimoji="0" lang="en-US" sz="1600" b="1" i="0" u="none" strike="noStrike" kern="1200" cap="none" spc="0" normalizeH="0" baseline="-25000" noProof="0">
                <a:ln>
                  <a:noFill/>
                </a:ln>
                <a:solidFill>
                  <a:srgbClr val="000000"/>
                </a:solidFill>
                <a:effectLst/>
                <a:uLnTx/>
                <a:uFillTx/>
                <a:latin typeface="Times New Roman" pitchFamily="18" charset="0"/>
                <a:ea typeface="+mn-ea"/>
                <a:cs typeface="+mn-cs"/>
              </a:rPr>
              <a:t>1</a:t>
            </a:r>
          </a:p>
        </p:txBody>
      </p:sp>
      <p:sp>
        <p:nvSpPr>
          <p:cNvPr id="599081" name="Text Box 41"/>
          <p:cNvSpPr txBox="1">
            <a:spLocks noChangeArrowheads="1"/>
          </p:cNvSpPr>
          <p:nvPr/>
        </p:nvSpPr>
        <p:spPr bwMode="auto">
          <a:xfrm>
            <a:off x="8181975" y="3783013"/>
            <a:ext cx="377825"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imes New Roman" pitchFamily="18" charset="0"/>
                <a:ea typeface="+mn-ea"/>
                <a:cs typeface="+mn-cs"/>
              </a:rPr>
              <a:t>F</a:t>
            </a:r>
            <a:r>
              <a:rPr kumimoji="0" lang="en-US" sz="1600" b="1" i="0" u="none" strike="noStrike" kern="1200" cap="none" spc="0" normalizeH="0" baseline="-25000" noProof="0">
                <a:ln>
                  <a:noFill/>
                </a:ln>
                <a:solidFill>
                  <a:srgbClr val="000000"/>
                </a:solidFill>
                <a:effectLst/>
                <a:uLnTx/>
                <a:uFillTx/>
                <a:latin typeface="Times New Roman" pitchFamily="18" charset="0"/>
                <a:ea typeface="+mn-ea"/>
                <a:cs typeface="+mn-cs"/>
              </a:rPr>
              <a:t>2</a:t>
            </a:r>
          </a:p>
        </p:txBody>
      </p:sp>
      <p:sp>
        <p:nvSpPr>
          <p:cNvPr id="599082" name="Text Box 42"/>
          <p:cNvSpPr txBox="1">
            <a:spLocks noChangeArrowheads="1"/>
          </p:cNvSpPr>
          <p:nvPr/>
        </p:nvSpPr>
        <p:spPr bwMode="auto">
          <a:xfrm>
            <a:off x="4008438" y="3794125"/>
            <a:ext cx="151765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1      2       3       4  </a:t>
            </a:r>
          </a:p>
        </p:txBody>
      </p:sp>
      <p:sp>
        <p:nvSpPr>
          <p:cNvPr id="599083" name="Text Box 43"/>
          <p:cNvSpPr txBox="1">
            <a:spLocks noChangeArrowheads="1"/>
          </p:cNvSpPr>
          <p:nvPr/>
        </p:nvSpPr>
        <p:spPr bwMode="auto">
          <a:xfrm>
            <a:off x="2957513" y="3605213"/>
            <a:ext cx="33020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imes New Roman" pitchFamily="18" charset="0"/>
                <a:ea typeface="+mn-ea"/>
                <a:cs typeface="+mn-cs"/>
              </a:rPr>
              <a:t>A</a:t>
            </a:r>
          </a:p>
        </p:txBody>
      </p:sp>
      <p:sp>
        <p:nvSpPr>
          <p:cNvPr id="599084" name="Text Box 44"/>
          <p:cNvSpPr txBox="1">
            <a:spLocks noChangeArrowheads="1"/>
          </p:cNvSpPr>
          <p:nvPr/>
        </p:nvSpPr>
        <p:spPr bwMode="auto">
          <a:xfrm>
            <a:off x="8748713" y="3554413"/>
            <a:ext cx="319087"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Times New Roman" pitchFamily="18" charset="0"/>
                <a:ea typeface="+mn-ea"/>
                <a:cs typeface="+mn-cs"/>
              </a:rPr>
              <a:t>B</a:t>
            </a:r>
          </a:p>
        </p:txBody>
      </p:sp>
      <p:sp>
        <p:nvSpPr>
          <p:cNvPr id="599085" name="Text Box 45"/>
          <p:cNvSpPr txBox="1">
            <a:spLocks noChangeArrowheads="1"/>
          </p:cNvSpPr>
          <p:nvPr/>
        </p:nvSpPr>
        <p:spPr bwMode="auto">
          <a:xfrm>
            <a:off x="5837238" y="1962150"/>
            <a:ext cx="33020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imes New Roman" pitchFamily="18" charset="0"/>
                <a:ea typeface="+mn-ea"/>
                <a:cs typeface="+mn-cs"/>
              </a:rPr>
              <a:t>C</a:t>
            </a:r>
          </a:p>
        </p:txBody>
      </p:sp>
      <p:sp>
        <p:nvSpPr>
          <p:cNvPr id="599086" name="Text Box 46"/>
          <p:cNvSpPr txBox="1">
            <a:spLocks noChangeArrowheads="1"/>
          </p:cNvSpPr>
          <p:nvPr/>
        </p:nvSpPr>
        <p:spPr bwMode="auto">
          <a:xfrm>
            <a:off x="5880100" y="5302250"/>
            <a:ext cx="33020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imes New Roman" pitchFamily="18" charset="0"/>
                <a:ea typeface="+mn-ea"/>
                <a:cs typeface="+mn-cs"/>
              </a:rPr>
              <a:t>D</a:t>
            </a:r>
          </a:p>
        </p:txBody>
      </p:sp>
      <p:sp>
        <p:nvSpPr>
          <p:cNvPr id="599087" name="Text Box 47"/>
          <p:cNvSpPr txBox="1">
            <a:spLocks noChangeArrowheads="1"/>
          </p:cNvSpPr>
          <p:nvPr/>
        </p:nvSpPr>
        <p:spPr bwMode="auto">
          <a:xfrm>
            <a:off x="3365500" y="2755900"/>
            <a:ext cx="33020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p</a:t>
            </a:r>
            <a:r>
              <a:rPr kumimoji="0" lang="en-US" sz="1400" b="0" i="0" u="none" strike="noStrike" kern="1200" cap="none" spc="0" normalizeH="0" baseline="-25000" noProof="0">
                <a:ln>
                  <a:noFill/>
                </a:ln>
                <a:solidFill>
                  <a:srgbClr val="000000"/>
                </a:solidFill>
                <a:effectLst/>
                <a:uLnTx/>
                <a:uFillTx/>
                <a:latin typeface="Times New Roman" pitchFamily="18" charset="0"/>
                <a:ea typeface="+mn-ea"/>
                <a:cs typeface="+mn-cs"/>
              </a:rPr>
              <a:t>1</a:t>
            </a:r>
          </a:p>
        </p:txBody>
      </p:sp>
      <p:sp>
        <p:nvSpPr>
          <p:cNvPr id="599088" name="Text Box 48"/>
          <p:cNvSpPr txBox="1">
            <a:spLocks noChangeArrowheads="1"/>
          </p:cNvSpPr>
          <p:nvPr/>
        </p:nvSpPr>
        <p:spPr bwMode="auto">
          <a:xfrm>
            <a:off x="3856038" y="2417763"/>
            <a:ext cx="33020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p</a:t>
            </a:r>
            <a:r>
              <a:rPr kumimoji="0" lang="en-US" sz="1400" b="0" i="0" u="none" strike="noStrike" kern="1200" cap="none" spc="0" normalizeH="0" baseline="-25000" noProof="0">
                <a:ln>
                  <a:noFill/>
                </a:ln>
                <a:solidFill>
                  <a:srgbClr val="000000"/>
                </a:solidFill>
                <a:effectLst/>
                <a:uLnTx/>
                <a:uFillTx/>
                <a:latin typeface="Times New Roman" pitchFamily="18" charset="0"/>
                <a:ea typeface="+mn-ea"/>
                <a:cs typeface="+mn-cs"/>
              </a:rPr>
              <a:t>2</a:t>
            </a:r>
          </a:p>
        </p:txBody>
      </p:sp>
      <p:sp>
        <p:nvSpPr>
          <p:cNvPr id="599089" name="Text Box 49"/>
          <p:cNvSpPr txBox="1">
            <a:spLocks noChangeArrowheads="1"/>
          </p:cNvSpPr>
          <p:nvPr/>
        </p:nvSpPr>
        <p:spPr bwMode="auto">
          <a:xfrm>
            <a:off x="4494213" y="2168525"/>
            <a:ext cx="33020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p</a:t>
            </a:r>
            <a:r>
              <a:rPr kumimoji="0" lang="en-US" sz="1400" b="0" i="0" u="none" strike="noStrike" kern="1200" cap="none" spc="0" normalizeH="0" baseline="-25000" noProof="0">
                <a:ln>
                  <a:noFill/>
                </a:ln>
                <a:solidFill>
                  <a:srgbClr val="000000"/>
                </a:solidFill>
                <a:effectLst/>
                <a:uLnTx/>
                <a:uFillTx/>
                <a:latin typeface="Times New Roman" pitchFamily="18" charset="0"/>
                <a:ea typeface="+mn-ea"/>
                <a:cs typeface="+mn-cs"/>
              </a:rPr>
              <a:t>3</a:t>
            </a:r>
          </a:p>
        </p:txBody>
      </p:sp>
      <p:sp>
        <p:nvSpPr>
          <p:cNvPr id="599090" name="Text Box 50"/>
          <p:cNvSpPr txBox="1">
            <a:spLocks noChangeArrowheads="1"/>
          </p:cNvSpPr>
          <p:nvPr/>
        </p:nvSpPr>
        <p:spPr bwMode="auto">
          <a:xfrm>
            <a:off x="5138738" y="1979613"/>
            <a:ext cx="330200"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p</a:t>
            </a:r>
            <a:r>
              <a:rPr kumimoji="0" lang="en-US" sz="1400" b="0" i="0" u="none" strike="noStrike" kern="1200" cap="none" spc="0" normalizeH="0" baseline="-25000" noProof="0">
                <a:ln>
                  <a:noFill/>
                </a:ln>
                <a:solidFill>
                  <a:srgbClr val="000000"/>
                </a:solidFill>
                <a:effectLst/>
                <a:uLnTx/>
                <a:uFillTx/>
                <a:latin typeface="Times New Roman" pitchFamily="18" charset="0"/>
                <a:ea typeface="+mn-ea"/>
                <a:cs typeface="+mn-cs"/>
              </a:rPr>
              <a:t>4</a:t>
            </a:r>
          </a:p>
        </p:txBody>
      </p:sp>
      <p:grpSp>
        <p:nvGrpSpPr>
          <p:cNvPr id="2" name="Group 51"/>
          <p:cNvGrpSpPr>
            <a:grpSpLocks/>
          </p:cNvGrpSpPr>
          <p:nvPr/>
        </p:nvGrpSpPr>
        <p:grpSpPr bwMode="auto">
          <a:xfrm>
            <a:off x="3671888" y="2320925"/>
            <a:ext cx="4724400" cy="1489075"/>
            <a:chOff x="1713" y="3012"/>
            <a:chExt cx="2976" cy="938"/>
          </a:xfrm>
        </p:grpSpPr>
        <p:sp>
          <p:nvSpPr>
            <p:cNvPr id="599092" name="Line 52"/>
            <p:cNvSpPr>
              <a:spLocks noChangeShapeType="1"/>
            </p:cNvSpPr>
            <p:nvPr/>
          </p:nvSpPr>
          <p:spPr bwMode="auto">
            <a:xfrm flipH="1" flipV="1">
              <a:off x="4689" y="3552"/>
              <a:ext cx="0" cy="384"/>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3" name="Line 53"/>
            <p:cNvSpPr>
              <a:spLocks noChangeShapeType="1"/>
            </p:cNvSpPr>
            <p:nvPr/>
          </p:nvSpPr>
          <p:spPr bwMode="auto">
            <a:xfrm flipH="1">
              <a:off x="1713" y="3552"/>
              <a:ext cx="2976" cy="384"/>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4" name="Line 54"/>
            <p:cNvSpPr>
              <a:spLocks noChangeShapeType="1"/>
            </p:cNvSpPr>
            <p:nvPr/>
          </p:nvSpPr>
          <p:spPr bwMode="auto">
            <a:xfrm flipH="1" flipV="1">
              <a:off x="4401" y="3312"/>
              <a:ext cx="288" cy="624"/>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5" name="Line 55"/>
            <p:cNvSpPr>
              <a:spLocks noChangeShapeType="1"/>
            </p:cNvSpPr>
            <p:nvPr/>
          </p:nvSpPr>
          <p:spPr bwMode="auto">
            <a:xfrm flipH="1">
              <a:off x="1761" y="3312"/>
              <a:ext cx="2640" cy="624"/>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6" name="Line 56"/>
            <p:cNvSpPr>
              <a:spLocks noChangeShapeType="1"/>
            </p:cNvSpPr>
            <p:nvPr/>
          </p:nvSpPr>
          <p:spPr bwMode="auto">
            <a:xfrm flipH="1" flipV="1">
              <a:off x="4065" y="3168"/>
              <a:ext cx="624" cy="76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7" name="Line 57"/>
            <p:cNvSpPr>
              <a:spLocks noChangeShapeType="1"/>
            </p:cNvSpPr>
            <p:nvPr/>
          </p:nvSpPr>
          <p:spPr bwMode="auto">
            <a:xfrm flipH="1">
              <a:off x="1713" y="3120"/>
              <a:ext cx="2352" cy="816"/>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8" name="Line 58"/>
            <p:cNvSpPr>
              <a:spLocks noChangeShapeType="1"/>
            </p:cNvSpPr>
            <p:nvPr/>
          </p:nvSpPr>
          <p:spPr bwMode="auto">
            <a:xfrm flipH="1">
              <a:off x="1713" y="3024"/>
              <a:ext cx="1968" cy="912"/>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099" name="Line 59"/>
            <p:cNvSpPr>
              <a:spLocks noChangeShapeType="1"/>
            </p:cNvSpPr>
            <p:nvPr/>
          </p:nvSpPr>
          <p:spPr bwMode="auto">
            <a:xfrm>
              <a:off x="3672" y="3012"/>
              <a:ext cx="1008" cy="93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sp>
        <p:nvSpPr>
          <p:cNvPr id="599101" name="Text Box 61"/>
          <p:cNvSpPr txBox="1">
            <a:spLocks noChangeArrowheads="1"/>
          </p:cNvSpPr>
          <p:nvPr/>
        </p:nvSpPr>
        <p:spPr bwMode="auto">
          <a:xfrm>
            <a:off x="5989638" y="3717925"/>
            <a:ext cx="312737" cy="30480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rPr>
              <a:t>O</a:t>
            </a:r>
          </a:p>
        </p:txBody>
      </p:sp>
      <p:sp>
        <p:nvSpPr>
          <p:cNvPr id="599102" name="Arc 62"/>
          <p:cNvSpPr>
            <a:spLocks/>
          </p:cNvSpPr>
          <p:nvPr/>
        </p:nvSpPr>
        <p:spPr bwMode="auto">
          <a:xfrm flipH="1">
            <a:off x="3338513" y="2335213"/>
            <a:ext cx="2667000" cy="1447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103" name="Arc 63"/>
          <p:cNvSpPr>
            <a:spLocks/>
          </p:cNvSpPr>
          <p:nvPr/>
        </p:nvSpPr>
        <p:spPr bwMode="auto">
          <a:xfrm flipV="1">
            <a:off x="6005513" y="3833813"/>
            <a:ext cx="2743200" cy="1447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104" name="Arc 64"/>
          <p:cNvSpPr>
            <a:spLocks/>
          </p:cNvSpPr>
          <p:nvPr/>
        </p:nvSpPr>
        <p:spPr bwMode="auto">
          <a:xfrm flipH="1" flipV="1">
            <a:off x="3325813" y="3833813"/>
            <a:ext cx="2743200" cy="1447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105" name="Arc 65"/>
          <p:cNvSpPr>
            <a:spLocks/>
          </p:cNvSpPr>
          <p:nvPr/>
        </p:nvSpPr>
        <p:spPr bwMode="auto">
          <a:xfrm>
            <a:off x="6005513" y="2335213"/>
            <a:ext cx="2743200" cy="1447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3" name="Group 66"/>
          <p:cNvGrpSpPr>
            <a:grpSpLocks/>
          </p:cNvGrpSpPr>
          <p:nvPr/>
        </p:nvGrpSpPr>
        <p:grpSpPr bwMode="auto">
          <a:xfrm>
            <a:off x="0" y="533401"/>
            <a:ext cx="9144000" cy="838199"/>
            <a:chOff x="0" y="0"/>
            <a:chExt cx="2557" cy="624"/>
          </a:xfrm>
        </p:grpSpPr>
        <p:sp>
          <p:nvSpPr>
            <p:cNvPr id="599107" name="Rectangle 67"/>
            <p:cNvSpPr>
              <a:spLocks noChangeArrowheads="1"/>
            </p:cNvSpPr>
            <p:nvPr/>
          </p:nvSpPr>
          <p:spPr bwMode="auto">
            <a:xfrm>
              <a:off x="0" y="0"/>
              <a:ext cx="2544" cy="624"/>
            </a:xfrm>
            <a:prstGeom prst="rect">
              <a:avLst/>
            </a:prstGeom>
            <a:solidFill>
              <a:srgbClr val="FFFF99"/>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9108" name="Text Box 68"/>
            <p:cNvSpPr txBox="1">
              <a:spLocks noChangeArrowheads="1"/>
            </p:cNvSpPr>
            <p:nvPr/>
          </p:nvSpPr>
          <p:spPr bwMode="auto">
            <a:xfrm>
              <a:off x="0" y="16"/>
              <a:ext cx="2557" cy="573"/>
            </a:xfrm>
            <a:prstGeom prst="rect">
              <a:avLst/>
            </a:prstGeom>
            <a:noFill/>
            <a:ln w="9525">
              <a:noFill/>
              <a:miter lim="800000"/>
              <a:headEnd/>
              <a:tailEnd/>
            </a:ln>
            <a:effectLst/>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2200" b="1" i="0" u="none" strike="noStrike" kern="1200" cap="none" spc="0" normalizeH="0" baseline="0" noProof="0" dirty="0">
                  <a:ln>
                    <a:noFill/>
                  </a:ln>
                  <a:solidFill>
                    <a:srgbClr val="FF0000"/>
                  </a:solidFill>
                  <a:effectLst/>
                  <a:uLnTx/>
                  <a:uFillTx/>
                  <a:ea typeface="+mn-ea"/>
                  <a:cs typeface="Calibri" pitchFamily="34" charset="0"/>
                </a:rPr>
                <a:t>Major axis AB &amp; minor axis CD are  100 &amp; 70mm long respectively. Draw ellipse by arcs of circles method</a:t>
              </a:r>
              <a:r>
                <a:rPr kumimoji="0" lang="en-US" sz="1200" b="1" i="0" u="none" strike="noStrike" kern="1200" cap="none" spc="0" normalizeH="0" baseline="0" noProof="0" dirty="0">
                  <a:ln>
                    <a:noFill/>
                  </a:ln>
                  <a:solidFill>
                    <a:srgbClr val="FF0000"/>
                  </a:solidFill>
                  <a:effectLst/>
                  <a:uLnTx/>
                  <a:uFillTx/>
                  <a:latin typeface="Times New Roman" pitchFamily="18" charset="0"/>
                  <a:ea typeface="+mn-ea"/>
                  <a:cs typeface="+mn-cs"/>
                </a:rPr>
                <a:t>.</a:t>
              </a:r>
            </a:p>
          </p:txBody>
        </p:sp>
      </p:grpSp>
      <p:grpSp>
        <p:nvGrpSpPr>
          <p:cNvPr id="4" name="Group 69"/>
          <p:cNvGrpSpPr>
            <a:grpSpLocks/>
          </p:cNvGrpSpPr>
          <p:nvPr/>
        </p:nvGrpSpPr>
        <p:grpSpPr bwMode="auto">
          <a:xfrm>
            <a:off x="0" y="1447800"/>
            <a:ext cx="3124200" cy="5410200"/>
            <a:chOff x="0" y="720"/>
            <a:chExt cx="1968" cy="2963"/>
          </a:xfrm>
        </p:grpSpPr>
        <p:sp>
          <p:nvSpPr>
            <p:cNvPr id="599110" name="AutoShape 70"/>
            <p:cNvSpPr>
              <a:spLocks noChangeArrowheads="1"/>
            </p:cNvSpPr>
            <p:nvPr/>
          </p:nvSpPr>
          <p:spPr bwMode="auto">
            <a:xfrm>
              <a:off x="0" y="720"/>
              <a:ext cx="1872" cy="2736"/>
            </a:xfrm>
            <a:prstGeom prst="wedgeRectCallout">
              <a:avLst>
                <a:gd name="adj1" fmla="val 60097"/>
                <a:gd name="adj2" fmla="val -8514"/>
              </a:avLst>
            </a:prstGeom>
            <a:solidFill>
              <a:srgbClr val="66FFFF"/>
            </a:solidFill>
            <a:ln w="9525">
              <a:solidFill>
                <a:schemeClr val="tx1"/>
              </a:solidFill>
              <a:miter lim="800000"/>
              <a:headEnd/>
              <a:tailEnd/>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99111" name="Text Box 71"/>
            <p:cNvSpPr txBox="1">
              <a:spLocks noChangeArrowheads="1"/>
            </p:cNvSpPr>
            <p:nvPr/>
          </p:nvSpPr>
          <p:spPr bwMode="auto">
            <a:xfrm>
              <a:off x="0" y="720"/>
              <a:ext cx="1968" cy="2963"/>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STEPS: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1.Draw both axes as </a:t>
              </a:r>
              <a:r>
                <a:rPr kumimoji="0" lang="en-US" sz="1400" b="0" i="0" u="none" strike="noStrike" kern="1200" cap="none" spc="0" normalizeH="0" baseline="0" noProof="0" dirty="0" err="1">
                  <a:ln>
                    <a:noFill/>
                  </a:ln>
                  <a:solidFill>
                    <a:srgbClr val="000000"/>
                  </a:solidFill>
                  <a:effectLst/>
                  <a:uLnTx/>
                  <a:uFillTx/>
                  <a:latin typeface="Calibri" pitchFamily="34" charset="0"/>
                  <a:ea typeface="+mn-ea"/>
                  <a:cs typeface="Calibri" pitchFamily="34" charset="0"/>
                </a:rPr>
                <a:t>usual.Name</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the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ends &amp; intersecting point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2.Taking AO distance </a:t>
              </a:r>
              <a:r>
                <a:rPr kumimoji="0" lang="en-US" sz="1400" b="0" i="0" u="none" strike="noStrike" kern="1200" cap="none" spc="0" normalizeH="0" baseline="0" noProof="0" dirty="0" err="1">
                  <a:ln>
                    <a:noFill/>
                  </a:ln>
                  <a:solidFill>
                    <a:srgbClr val="000000"/>
                  </a:solidFill>
                  <a:effectLst/>
                  <a:uLnTx/>
                  <a:uFillTx/>
                  <a:latin typeface="Calibri" pitchFamily="34" charset="0"/>
                  <a:ea typeface="+mn-ea"/>
                  <a:cs typeface="Calibri" pitchFamily="34" charset="0"/>
                </a:rPr>
                <a:t>I.e.half</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major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axis, from C, mark F</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1</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&amp; F</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2 </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On AB  .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 focus 1 and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3.On line F</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1</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O  taking any distance,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mark points 1,2,3, &amp; 4</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4.Taking F</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1 </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center,</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  </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with distance A-1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draw an arc above AB and taking F</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2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      </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center, with</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 </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B-1 distance cut this arc.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Name the point p</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1</a:t>
              </a:r>
            </a:p>
            <a:p>
              <a:pPr marL="177800" marR="0" lvl="0" indent="-17780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5. Intersection points of the two arcs are points on the ellipse.</a:t>
              </a:r>
              <a:endPar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6.Repeat this step with same centers but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taking now A-2 &amp; B-2 distances for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drawing arcs. Name the point p</a:t>
              </a:r>
              <a:r>
                <a:rPr kumimoji="0" lang="en-US" sz="1400" b="0" i="0" u="none" strike="noStrike" kern="1200" cap="none" spc="0" normalizeH="0" baseline="-25000" noProof="0" dirty="0">
                  <a:ln>
                    <a:noFill/>
                  </a:ln>
                  <a:solidFill>
                    <a:srgbClr val="000000"/>
                  </a:solidFill>
                  <a:effectLst/>
                  <a:uLnTx/>
                  <a:uFillTx/>
                  <a:latin typeface="Calibri" pitchFamily="34" charset="0"/>
                  <a:ea typeface="+mn-ea"/>
                  <a:cs typeface="Calibri" pitchFamily="34" charset="0"/>
                </a:rPr>
                <a:t>2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7.Similarly get all other P points.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With same steps positions of  P can be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located below AB.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8.Join all points by smooth curve to get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an ellipse. (use a </a:t>
              </a:r>
              <a:r>
                <a:rPr kumimoji="0" lang="en-US" sz="1400" b="0" i="0" u="none" strike="noStrike" kern="1200" cap="none" spc="0" normalizeH="0" baseline="0" noProof="0" dirty="0" err="1">
                  <a:ln>
                    <a:noFill/>
                  </a:ln>
                  <a:solidFill>
                    <a:srgbClr val="000000"/>
                  </a:solidFill>
                  <a:effectLst/>
                  <a:uLnTx/>
                  <a:uFillTx/>
                  <a:latin typeface="Calibri" pitchFamily="34" charset="0"/>
                  <a:ea typeface="+mn-ea"/>
                  <a:cs typeface="Calibri" pitchFamily="34" charset="0"/>
                </a:rPr>
                <a:t>french</a:t>
              </a:r>
              <a:r>
                <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curve).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imes New Roman" pitchFamily="18" charset="0"/>
                  <a:ea typeface="+mn-ea"/>
                  <a:cs typeface="+mn-cs"/>
                </a:rPr>
                <a:t>     </a:t>
              </a:r>
            </a:p>
          </p:txBody>
        </p:sp>
      </p:grpSp>
      <p:grpSp>
        <p:nvGrpSpPr>
          <p:cNvPr id="5" name="Group 72"/>
          <p:cNvGrpSpPr>
            <a:grpSpLocks/>
          </p:cNvGrpSpPr>
          <p:nvPr/>
        </p:nvGrpSpPr>
        <p:grpSpPr bwMode="auto">
          <a:xfrm>
            <a:off x="3657600" y="5638800"/>
            <a:ext cx="5257800" cy="1066800"/>
            <a:chOff x="2496" y="444"/>
            <a:chExt cx="3312" cy="672"/>
          </a:xfrm>
        </p:grpSpPr>
        <p:sp>
          <p:nvSpPr>
            <p:cNvPr id="599113" name="AutoShape 73"/>
            <p:cNvSpPr>
              <a:spLocks noChangeArrowheads="1"/>
            </p:cNvSpPr>
            <p:nvPr/>
          </p:nvSpPr>
          <p:spPr bwMode="auto">
            <a:xfrm>
              <a:off x="2496" y="444"/>
              <a:ext cx="3264" cy="672"/>
            </a:xfrm>
            <a:prstGeom prst="wedgeRoundRectCallout">
              <a:avLst>
                <a:gd name="adj1" fmla="val 2296"/>
                <a:gd name="adj2" fmla="val 68454"/>
                <a:gd name="adj3" fmla="val 16667"/>
              </a:avLst>
            </a:prstGeom>
            <a:solidFill>
              <a:srgbClr val="CCFF99"/>
            </a:solidFill>
            <a:ln w="9525">
              <a:solidFill>
                <a:schemeClr val="tx1"/>
              </a:solidFill>
              <a:miter lim="800000"/>
              <a:headEnd/>
              <a:tailEnd/>
            </a:ln>
            <a:effec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99114" name="Text Box 74"/>
            <p:cNvSpPr txBox="1">
              <a:spLocks noChangeArrowheads="1"/>
            </p:cNvSpPr>
            <p:nvPr/>
          </p:nvSpPr>
          <p:spPr bwMode="auto">
            <a:xfrm>
              <a:off x="2544" y="480"/>
              <a:ext cx="3264" cy="594"/>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3333CC"/>
                  </a:solidFill>
                  <a:effectLst/>
                  <a:uLnTx/>
                  <a:uFillTx/>
                  <a:latin typeface="Arial" charset="0"/>
                  <a:ea typeface="+mn-ea"/>
                  <a:cs typeface="+mn-cs"/>
                </a:rPr>
                <a:t>As per the definition Ellipse is locus of  point  P  moving in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3333CC"/>
                  </a:solidFill>
                  <a:effectLst/>
                  <a:uLnTx/>
                  <a:uFillTx/>
                  <a:latin typeface="Arial" charset="0"/>
                  <a:ea typeface="+mn-ea"/>
                  <a:cs typeface="+mn-cs"/>
                </a:rPr>
                <a:t>a plane such  that the </a:t>
              </a:r>
              <a:r>
                <a:rPr kumimoji="0" lang="en-US" sz="1400" b="1" i="0" u="none" strike="noStrike" kern="1200" cap="none" spc="0" normalizeH="0" baseline="0" noProof="0">
                  <a:ln>
                    <a:noFill/>
                  </a:ln>
                  <a:solidFill>
                    <a:srgbClr val="FF0066"/>
                  </a:solidFill>
                  <a:effectLst/>
                  <a:uLnTx/>
                  <a:uFillTx/>
                  <a:latin typeface="Arial" charset="0"/>
                  <a:ea typeface="+mn-ea"/>
                  <a:cs typeface="+mn-cs"/>
                </a:rPr>
                <a:t>SUM</a:t>
              </a:r>
              <a:r>
                <a:rPr kumimoji="0" lang="en-US" sz="1400" b="1" i="0" u="none" strike="noStrike" kern="1200" cap="none" spc="0" normalizeH="0" baseline="0" noProof="0">
                  <a:ln>
                    <a:noFill/>
                  </a:ln>
                  <a:solidFill>
                    <a:srgbClr val="3333CC"/>
                  </a:solidFill>
                  <a:effectLst/>
                  <a:uLnTx/>
                  <a:uFillTx/>
                  <a:latin typeface="Arial" charset="0"/>
                  <a:ea typeface="+mn-ea"/>
                  <a:cs typeface="+mn-cs"/>
                </a:rPr>
                <a:t> of it’s distances  from  two fixed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3333CC"/>
                  </a:solidFill>
                  <a:effectLst/>
                  <a:uLnTx/>
                  <a:uFillTx/>
                  <a:latin typeface="Arial" charset="0"/>
                  <a:ea typeface="+mn-ea"/>
                  <a:cs typeface="+mn-cs"/>
                </a:rPr>
                <a:t> points (F</a:t>
              </a:r>
              <a:r>
                <a:rPr kumimoji="0" lang="en-US" sz="1400" b="1" i="0" u="none" strike="noStrike" kern="1200" cap="none" spc="0" normalizeH="0" baseline="-25000" noProof="0">
                  <a:ln>
                    <a:noFill/>
                  </a:ln>
                  <a:solidFill>
                    <a:srgbClr val="3333CC"/>
                  </a:solidFill>
                  <a:effectLst/>
                  <a:uLnTx/>
                  <a:uFillTx/>
                  <a:latin typeface="Arial" charset="0"/>
                  <a:ea typeface="+mn-ea"/>
                  <a:cs typeface="+mn-cs"/>
                </a:rPr>
                <a:t>1</a:t>
              </a:r>
              <a:r>
                <a:rPr kumimoji="0" lang="en-US" sz="1400" b="1" i="0" u="none" strike="noStrike" kern="1200" cap="none" spc="0" normalizeH="0" baseline="0" noProof="0">
                  <a:ln>
                    <a:noFill/>
                  </a:ln>
                  <a:solidFill>
                    <a:srgbClr val="3333CC"/>
                  </a:solidFill>
                  <a:effectLst/>
                  <a:uLnTx/>
                  <a:uFillTx/>
                  <a:latin typeface="Arial" charset="0"/>
                  <a:ea typeface="+mn-ea"/>
                  <a:cs typeface="+mn-cs"/>
                </a:rPr>
                <a:t> &amp; F</a:t>
              </a:r>
              <a:r>
                <a:rPr kumimoji="0" lang="en-US" sz="1400" b="1" i="0" u="none" strike="noStrike" kern="1200" cap="none" spc="0" normalizeH="0" baseline="-25000" noProof="0">
                  <a:ln>
                    <a:noFill/>
                  </a:ln>
                  <a:solidFill>
                    <a:srgbClr val="3333CC"/>
                  </a:solidFill>
                  <a:effectLst/>
                  <a:uLnTx/>
                  <a:uFillTx/>
                  <a:latin typeface="Arial" charset="0"/>
                  <a:ea typeface="+mn-ea"/>
                  <a:cs typeface="+mn-cs"/>
                </a:rPr>
                <a:t>2</a:t>
              </a:r>
              <a:r>
                <a:rPr kumimoji="0" lang="en-US" sz="1400" b="1" i="0" u="none" strike="noStrike" kern="1200" cap="none" spc="0" normalizeH="0" baseline="0" noProof="0">
                  <a:ln>
                    <a:noFill/>
                  </a:ln>
                  <a:solidFill>
                    <a:srgbClr val="3333CC"/>
                  </a:solidFill>
                  <a:effectLst/>
                  <a:uLnTx/>
                  <a:uFillTx/>
                  <a:latin typeface="Arial" charset="0"/>
                  <a:ea typeface="+mn-ea"/>
                  <a:cs typeface="+mn-cs"/>
                </a:rPr>
                <a:t>) remains constant and equals to the length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3333CC"/>
                  </a:solidFill>
                  <a:effectLst/>
                  <a:uLnTx/>
                  <a:uFillTx/>
                  <a:latin typeface="Arial" charset="0"/>
                  <a:ea typeface="+mn-ea"/>
                  <a:cs typeface="+mn-cs"/>
                </a:rPr>
                <a:t>of major axis AB.(Note A .1+ B .1=A . 2 + B. 2 = AB)</a:t>
              </a:r>
            </a:p>
          </p:txBody>
        </p:sp>
      </p:grpSp>
      <p:sp>
        <p:nvSpPr>
          <p:cNvPr id="82" name="Text Box 25"/>
          <p:cNvSpPr txBox="1">
            <a:spLocks noChangeArrowheads="1"/>
          </p:cNvSpPr>
          <p:nvPr/>
        </p:nvSpPr>
        <p:spPr bwMode="auto">
          <a:xfrm>
            <a:off x="0" y="0"/>
            <a:ext cx="7572907" cy="553998"/>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000" b="0" i="0" u="sng" strike="noStrike" kern="1200" cap="none" spc="0" normalizeH="0" baseline="0" noProof="0" dirty="0">
                <a:ln>
                  <a:noFill/>
                </a:ln>
                <a:solidFill>
                  <a:srgbClr val="00B050"/>
                </a:solidFill>
                <a:effectLst/>
                <a:uLnTx/>
                <a:uFillTx/>
                <a:latin typeface="Arial" charset="0"/>
                <a:ea typeface="+mn-ea"/>
                <a:cs typeface="+mn-cs"/>
              </a:rPr>
              <a:t>Generating an ellipse </a:t>
            </a:r>
            <a:r>
              <a:rPr kumimoji="0" lang="en-US" sz="3000" b="0" i="0" u="sng" strike="noStrike" kern="1200" cap="none" spc="0" normalizeH="0" baseline="0" noProof="0" dirty="0">
                <a:ln>
                  <a:noFill/>
                </a:ln>
                <a:solidFill>
                  <a:srgbClr val="000000"/>
                </a:solidFill>
                <a:effectLst/>
                <a:uLnTx/>
                <a:uFillTx/>
                <a:latin typeface="Arial" charset="0"/>
                <a:ea typeface="+mn-ea"/>
                <a:cs typeface="+mn-cs"/>
              </a:rPr>
              <a:t>(Arc of circle method)</a:t>
            </a:r>
          </a:p>
        </p:txBody>
      </p:sp>
    </p:spTree>
    <p:extLst>
      <p:ext uri="{BB962C8B-B14F-4D97-AF65-F5344CB8AC3E}">
        <p14:creationId xmlns:p14="http://schemas.microsoft.com/office/powerpoint/2010/main" val="144026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599042"/>
                                        </p:tgtEl>
                                        <p:attrNameLst>
                                          <p:attrName>style.visibility</p:attrName>
                                        </p:attrNameLst>
                                      </p:cBhvr>
                                      <p:to>
                                        <p:strVal val="visible"/>
                                      </p:to>
                                    </p:set>
                                    <p:anim calcmode="lin" valueType="num">
                                      <p:cBhvr>
                                        <p:cTn id="19" dur="500" fill="hold"/>
                                        <p:tgtEl>
                                          <p:spTgt spid="599042"/>
                                        </p:tgtEl>
                                        <p:attrNameLst>
                                          <p:attrName>ppt_x</p:attrName>
                                        </p:attrNameLst>
                                      </p:cBhvr>
                                      <p:tavLst>
                                        <p:tav tm="0">
                                          <p:val>
                                            <p:strVal val="#ppt_x-#ppt_w/2"/>
                                          </p:val>
                                        </p:tav>
                                        <p:tav tm="100000">
                                          <p:val>
                                            <p:strVal val="#ppt_x"/>
                                          </p:val>
                                        </p:tav>
                                      </p:tavLst>
                                    </p:anim>
                                    <p:anim calcmode="lin" valueType="num">
                                      <p:cBhvr>
                                        <p:cTn id="20" dur="500" fill="hold"/>
                                        <p:tgtEl>
                                          <p:spTgt spid="599042"/>
                                        </p:tgtEl>
                                        <p:attrNameLst>
                                          <p:attrName>ppt_y</p:attrName>
                                        </p:attrNameLst>
                                      </p:cBhvr>
                                      <p:tavLst>
                                        <p:tav tm="0">
                                          <p:val>
                                            <p:strVal val="#ppt_y"/>
                                          </p:val>
                                        </p:tav>
                                        <p:tav tm="100000">
                                          <p:val>
                                            <p:strVal val="#ppt_y"/>
                                          </p:val>
                                        </p:tav>
                                      </p:tavLst>
                                    </p:anim>
                                    <p:anim calcmode="lin" valueType="num">
                                      <p:cBhvr>
                                        <p:cTn id="21" dur="500" fill="hold"/>
                                        <p:tgtEl>
                                          <p:spTgt spid="599042"/>
                                        </p:tgtEl>
                                        <p:attrNameLst>
                                          <p:attrName>ppt_w</p:attrName>
                                        </p:attrNameLst>
                                      </p:cBhvr>
                                      <p:tavLst>
                                        <p:tav tm="0">
                                          <p:val>
                                            <p:fltVal val="0"/>
                                          </p:val>
                                        </p:tav>
                                        <p:tav tm="100000">
                                          <p:val>
                                            <p:strVal val="#ppt_w"/>
                                          </p:val>
                                        </p:tav>
                                      </p:tavLst>
                                    </p:anim>
                                    <p:anim calcmode="lin" valueType="num">
                                      <p:cBhvr>
                                        <p:cTn id="22" dur="500" fill="hold"/>
                                        <p:tgtEl>
                                          <p:spTgt spid="599042"/>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99083"/>
                                        </p:tgtEl>
                                        <p:attrNameLst>
                                          <p:attrName>style.visibility</p:attrName>
                                        </p:attrNameLst>
                                      </p:cBhvr>
                                      <p:to>
                                        <p:strVal val="visible"/>
                                      </p:to>
                                    </p:set>
                                    <p:anim calcmode="lin" valueType="num">
                                      <p:cBhvr additive="base">
                                        <p:cTn id="27" dur="500" fill="hold"/>
                                        <p:tgtEl>
                                          <p:spTgt spid="599083"/>
                                        </p:tgtEl>
                                        <p:attrNameLst>
                                          <p:attrName>ppt_x</p:attrName>
                                        </p:attrNameLst>
                                      </p:cBhvr>
                                      <p:tavLst>
                                        <p:tav tm="0">
                                          <p:val>
                                            <p:strVal val="0-#ppt_w/2"/>
                                          </p:val>
                                        </p:tav>
                                        <p:tav tm="100000">
                                          <p:val>
                                            <p:strVal val="#ppt_x"/>
                                          </p:val>
                                        </p:tav>
                                      </p:tavLst>
                                    </p:anim>
                                    <p:anim calcmode="lin" valueType="num">
                                      <p:cBhvr additive="base">
                                        <p:cTn id="28" dur="500" fill="hold"/>
                                        <p:tgtEl>
                                          <p:spTgt spid="59908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599084"/>
                                        </p:tgtEl>
                                        <p:attrNameLst>
                                          <p:attrName>style.visibility</p:attrName>
                                        </p:attrNameLst>
                                      </p:cBhvr>
                                      <p:to>
                                        <p:strVal val="visible"/>
                                      </p:to>
                                    </p:set>
                                    <p:anim calcmode="lin" valueType="num">
                                      <p:cBhvr additive="base">
                                        <p:cTn id="33" dur="500" fill="hold"/>
                                        <p:tgtEl>
                                          <p:spTgt spid="599084"/>
                                        </p:tgtEl>
                                        <p:attrNameLst>
                                          <p:attrName>ppt_x</p:attrName>
                                        </p:attrNameLst>
                                      </p:cBhvr>
                                      <p:tavLst>
                                        <p:tav tm="0">
                                          <p:val>
                                            <p:strVal val="1+#ppt_w/2"/>
                                          </p:val>
                                        </p:tav>
                                        <p:tav tm="100000">
                                          <p:val>
                                            <p:strVal val="#ppt_x"/>
                                          </p:val>
                                        </p:tav>
                                      </p:tavLst>
                                    </p:anim>
                                    <p:anim calcmode="lin" valueType="num">
                                      <p:cBhvr additive="base">
                                        <p:cTn id="34" dur="500" fill="hold"/>
                                        <p:tgtEl>
                                          <p:spTgt spid="59908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grpId="0" nodeType="clickEffect">
                                  <p:stCondLst>
                                    <p:cond delay="0"/>
                                  </p:stCondLst>
                                  <p:childTnLst>
                                    <p:set>
                                      <p:cBhvr>
                                        <p:cTn id="38" dur="1" fill="hold">
                                          <p:stCondLst>
                                            <p:cond delay="0"/>
                                          </p:stCondLst>
                                        </p:cTn>
                                        <p:tgtEl>
                                          <p:spTgt spid="599043"/>
                                        </p:tgtEl>
                                        <p:attrNameLst>
                                          <p:attrName>style.visibility</p:attrName>
                                        </p:attrNameLst>
                                      </p:cBhvr>
                                      <p:to>
                                        <p:strVal val="visible"/>
                                      </p:to>
                                    </p:set>
                                    <p:anim calcmode="lin" valueType="num">
                                      <p:cBhvr>
                                        <p:cTn id="39" dur="500" fill="hold"/>
                                        <p:tgtEl>
                                          <p:spTgt spid="599043"/>
                                        </p:tgtEl>
                                        <p:attrNameLst>
                                          <p:attrName>ppt_x</p:attrName>
                                        </p:attrNameLst>
                                      </p:cBhvr>
                                      <p:tavLst>
                                        <p:tav tm="0">
                                          <p:val>
                                            <p:strVal val="#ppt_x"/>
                                          </p:val>
                                        </p:tav>
                                        <p:tav tm="100000">
                                          <p:val>
                                            <p:strVal val="#ppt_x"/>
                                          </p:val>
                                        </p:tav>
                                      </p:tavLst>
                                    </p:anim>
                                    <p:anim calcmode="lin" valueType="num">
                                      <p:cBhvr>
                                        <p:cTn id="40" dur="500" fill="hold"/>
                                        <p:tgtEl>
                                          <p:spTgt spid="599043"/>
                                        </p:tgtEl>
                                        <p:attrNameLst>
                                          <p:attrName>ppt_y</p:attrName>
                                        </p:attrNameLst>
                                      </p:cBhvr>
                                      <p:tavLst>
                                        <p:tav tm="0">
                                          <p:val>
                                            <p:strVal val="#ppt_y+#ppt_h/2"/>
                                          </p:val>
                                        </p:tav>
                                        <p:tav tm="100000">
                                          <p:val>
                                            <p:strVal val="#ppt_y"/>
                                          </p:val>
                                        </p:tav>
                                      </p:tavLst>
                                    </p:anim>
                                    <p:anim calcmode="lin" valueType="num">
                                      <p:cBhvr>
                                        <p:cTn id="41" dur="500" fill="hold"/>
                                        <p:tgtEl>
                                          <p:spTgt spid="599043"/>
                                        </p:tgtEl>
                                        <p:attrNameLst>
                                          <p:attrName>ppt_w</p:attrName>
                                        </p:attrNameLst>
                                      </p:cBhvr>
                                      <p:tavLst>
                                        <p:tav tm="0">
                                          <p:val>
                                            <p:strVal val="#ppt_w"/>
                                          </p:val>
                                        </p:tav>
                                        <p:tav tm="100000">
                                          <p:val>
                                            <p:strVal val="#ppt_w"/>
                                          </p:val>
                                        </p:tav>
                                      </p:tavLst>
                                    </p:anim>
                                    <p:anim calcmode="lin" valueType="num">
                                      <p:cBhvr>
                                        <p:cTn id="42" dur="500" fill="hold"/>
                                        <p:tgtEl>
                                          <p:spTgt spid="599043"/>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grpId="0" nodeType="clickEffect">
                                  <p:stCondLst>
                                    <p:cond delay="0"/>
                                  </p:stCondLst>
                                  <p:childTnLst>
                                    <p:set>
                                      <p:cBhvr>
                                        <p:cTn id="46" dur="1" fill="hold">
                                          <p:stCondLst>
                                            <p:cond delay="0"/>
                                          </p:stCondLst>
                                        </p:cTn>
                                        <p:tgtEl>
                                          <p:spTgt spid="599085"/>
                                        </p:tgtEl>
                                        <p:attrNameLst>
                                          <p:attrName>style.visibility</p:attrName>
                                        </p:attrNameLst>
                                      </p:cBhvr>
                                      <p:to>
                                        <p:strVal val="visible"/>
                                      </p:to>
                                    </p:set>
                                    <p:anim calcmode="lin" valueType="num">
                                      <p:cBhvr additive="base">
                                        <p:cTn id="47" dur="500" fill="hold"/>
                                        <p:tgtEl>
                                          <p:spTgt spid="599085"/>
                                        </p:tgtEl>
                                        <p:attrNameLst>
                                          <p:attrName>ppt_x</p:attrName>
                                        </p:attrNameLst>
                                      </p:cBhvr>
                                      <p:tavLst>
                                        <p:tav tm="0">
                                          <p:val>
                                            <p:strVal val="#ppt_x"/>
                                          </p:val>
                                        </p:tav>
                                        <p:tav tm="100000">
                                          <p:val>
                                            <p:strVal val="#ppt_x"/>
                                          </p:val>
                                        </p:tav>
                                      </p:tavLst>
                                    </p:anim>
                                    <p:anim calcmode="lin" valueType="num">
                                      <p:cBhvr additive="base">
                                        <p:cTn id="48" dur="500" fill="hold"/>
                                        <p:tgtEl>
                                          <p:spTgt spid="599085"/>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99086"/>
                                        </p:tgtEl>
                                        <p:attrNameLst>
                                          <p:attrName>style.visibility</p:attrName>
                                        </p:attrNameLst>
                                      </p:cBhvr>
                                      <p:to>
                                        <p:strVal val="visible"/>
                                      </p:to>
                                    </p:set>
                                    <p:anim calcmode="lin" valueType="num">
                                      <p:cBhvr additive="base">
                                        <p:cTn id="53" dur="500" fill="hold"/>
                                        <p:tgtEl>
                                          <p:spTgt spid="599086"/>
                                        </p:tgtEl>
                                        <p:attrNameLst>
                                          <p:attrName>ppt_x</p:attrName>
                                        </p:attrNameLst>
                                      </p:cBhvr>
                                      <p:tavLst>
                                        <p:tav tm="0">
                                          <p:val>
                                            <p:strVal val="#ppt_x"/>
                                          </p:val>
                                        </p:tav>
                                        <p:tav tm="100000">
                                          <p:val>
                                            <p:strVal val="#ppt_x"/>
                                          </p:val>
                                        </p:tav>
                                      </p:tavLst>
                                    </p:anim>
                                    <p:anim calcmode="lin" valueType="num">
                                      <p:cBhvr additive="base">
                                        <p:cTn id="54" dur="500" fill="hold"/>
                                        <p:tgtEl>
                                          <p:spTgt spid="59908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3" presetClass="entr" presetSubtype="32" fill="hold" grpId="0" nodeType="clickEffect">
                                  <p:stCondLst>
                                    <p:cond delay="0"/>
                                  </p:stCondLst>
                                  <p:childTnLst>
                                    <p:set>
                                      <p:cBhvr>
                                        <p:cTn id="58" dur="1" fill="hold">
                                          <p:stCondLst>
                                            <p:cond delay="0"/>
                                          </p:stCondLst>
                                        </p:cTn>
                                        <p:tgtEl>
                                          <p:spTgt spid="599101"/>
                                        </p:tgtEl>
                                        <p:attrNameLst>
                                          <p:attrName>style.visibility</p:attrName>
                                        </p:attrNameLst>
                                      </p:cBhvr>
                                      <p:to>
                                        <p:strVal val="visible"/>
                                      </p:to>
                                    </p:set>
                                    <p:anim calcmode="lin" valueType="num">
                                      <p:cBhvr>
                                        <p:cTn id="59" dur="500" fill="hold"/>
                                        <p:tgtEl>
                                          <p:spTgt spid="599101"/>
                                        </p:tgtEl>
                                        <p:attrNameLst>
                                          <p:attrName>ppt_w</p:attrName>
                                        </p:attrNameLst>
                                      </p:cBhvr>
                                      <p:tavLst>
                                        <p:tav tm="0">
                                          <p:val>
                                            <p:strVal val="4*#ppt_w"/>
                                          </p:val>
                                        </p:tav>
                                        <p:tav tm="100000">
                                          <p:val>
                                            <p:strVal val="#ppt_w"/>
                                          </p:val>
                                        </p:tav>
                                      </p:tavLst>
                                    </p:anim>
                                    <p:anim calcmode="lin" valueType="num">
                                      <p:cBhvr>
                                        <p:cTn id="60" dur="500" fill="hold"/>
                                        <p:tgtEl>
                                          <p:spTgt spid="599101"/>
                                        </p:tgtEl>
                                        <p:attrNameLst>
                                          <p:attrName>ppt_h</p:attrName>
                                        </p:attrNameLst>
                                      </p:cBhvr>
                                      <p:tavLst>
                                        <p:tav tm="0">
                                          <p:val>
                                            <p:strVal val="4*#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8" presetClass="entr" presetSubtype="12" fill="hold" grpId="0" nodeType="clickEffect">
                                  <p:stCondLst>
                                    <p:cond delay="0"/>
                                  </p:stCondLst>
                                  <p:childTnLst>
                                    <p:set>
                                      <p:cBhvr>
                                        <p:cTn id="64" dur="1" fill="hold">
                                          <p:stCondLst>
                                            <p:cond delay="0"/>
                                          </p:stCondLst>
                                        </p:cTn>
                                        <p:tgtEl>
                                          <p:spTgt spid="599044"/>
                                        </p:tgtEl>
                                        <p:attrNameLst>
                                          <p:attrName>style.visibility</p:attrName>
                                        </p:attrNameLst>
                                      </p:cBhvr>
                                      <p:to>
                                        <p:strVal val="visible"/>
                                      </p:to>
                                    </p:set>
                                    <p:animEffect transition="in" filter="strips(downLeft)">
                                      <p:cBhvr>
                                        <p:cTn id="65" dur="500"/>
                                        <p:tgtEl>
                                          <p:spTgt spid="599044"/>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1" fill="hold" grpId="0" nodeType="clickEffect">
                                  <p:stCondLst>
                                    <p:cond delay="0"/>
                                  </p:stCondLst>
                                  <p:childTnLst>
                                    <p:set>
                                      <p:cBhvr>
                                        <p:cTn id="69" dur="1" fill="hold">
                                          <p:stCondLst>
                                            <p:cond delay="0"/>
                                          </p:stCondLst>
                                        </p:cTn>
                                        <p:tgtEl>
                                          <p:spTgt spid="599045"/>
                                        </p:tgtEl>
                                        <p:attrNameLst>
                                          <p:attrName>style.visibility</p:attrName>
                                        </p:attrNameLst>
                                      </p:cBhvr>
                                      <p:to>
                                        <p:strVal val="visible"/>
                                      </p:to>
                                    </p:set>
                                    <p:anim calcmode="lin" valueType="num">
                                      <p:cBhvr additive="base">
                                        <p:cTn id="70" dur="500" fill="hold"/>
                                        <p:tgtEl>
                                          <p:spTgt spid="599045"/>
                                        </p:tgtEl>
                                        <p:attrNameLst>
                                          <p:attrName>ppt_x</p:attrName>
                                        </p:attrNameLst>
                                      </p:cBhvr>
                                      <p:tavLst>
                                        <p:tav tm="0">
                                          <p:val>
                                            <p:strVal val="#ppt_x"/>
                                          </p:val>
                                        </p:tav>
                                        <p:tav tm="100000">
                                          <p:val>
                                            <p:strVal val="#ppt_x"/>
                                          </p:val>
                                        </p:tav>
                                      </p:tavLst>
                                    </p:anim>
                                    <p:anim calcmode="lin" valueType="num">
                                      <p:cBhvr additive="base">
                                        <p:cTn id="71" dur="500" fill="hold"/>
                                        <p:tgtEl>
                                          <p:spTgt spid="599045"/>
                                        </p:tgtEl>
                                        <p:attrNameLst>
                                          <p:attrName>ppt_y</p:attrName>
                                        </p:attrNameLst>
                                      </p:cBhvr>
                                      <p:tavLst>
                                        <p:tav tm="0">
                                          <p:val>
                                            <p:strVal val="0-#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8" presetClass="entr" presetSubtype="6" fill="hold" grpId="0" nodeType="clickEffect">
                                  <p:stCondLst>
                                    <p:cond delay="0"/>
                                  </p:stCondLst>
                                  <p:childTnLst>
                                    <p:set>
                                      <p:cBhvr>
                                        <p:cTn id="75" dur="1" fill="hold">
                                          <p:stCondLst>
                                            <p:cond delay="0"/>
                                          </p:stCondLst>
                                        </p:cTn>
                                        <p:tgtEl>
                                          <p:spTgt spid="599051"/>
                                        </p:tgtEl>
                                        <p:attrNameLst>
                                          <p:attrName>style.visibility</p:attrName>
                                        </p:attrNameLst>
                                      </p:cBhvr>
                                      <p:to>
                                        <p:strVal val="visible"/>
                                      </p:to>
                                    </p:set>
                                    <p:animEffect transition="in" filter="strips(downRight)">
                                      <p:cBhvr>
                                        <p:cTn id="76" dur="500"/>
                                        <p:tgtEl>
                                          <p:spTgt spid="599051"/>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1" fill="hold" grpId="0" nodeType="clickEffect">
                                  <p:stCondLst>
                                    <p:cond delay="0"/>
                                  </p:stCondLst>
                                  <p:childTnLst>
                                    <p:set>
                                      <p:cBhvr>
                                        <p:cTn id="80" dur="1" fill="hold">
                                          <p:stCondLst>
                                            <p:cond delay="0"/>
                                          </p:stCondLst>
                                        </p:cTn>
                                        <p:tgtEl>
                                          <p:spTgt spid="599050"/>
                                        </p:tgtEl>
                                        <p:attrNameLst>
                                          <p:attrName>style.visibility</p:attrName>
                                        </p:attrNameLst>
                                      </p:cBhvr>
                                      <p:to>
                                        <p:strVal val="visible"/>
                                      </p:to>
                                    </p:set>
                                    <p:anim calcmode="lin" valueType="num">
                                      <p:cBhvr additive="base">
                                        <p:cTn id="81" dur="500" fill="hold"/>
                                        <p:tgtEl>
                                          <p:spTgt spid="599050"/>
                                        </p:tgtEl>
                                        <p:attrNameLst>
                                          <p:attrName>ppt_x</p:attrName>
                                        </p:attrNameLst>
                                      </p:cBhvr>
                                      <p:tavLst>
                                        <p:tav tm="0">
                                          <p:val>
                                            <p:strVal val="#ppt_x"/>
                                          </p:val>
                                        </p:tav>
                                        <p:tav tm="100000">
                                          <p:val>
                                            <p:strVal val="#ppt_x"/>
                                          </p:val>
                                        </p:tav>
                                      </p:tavLst>
                                    </p:anim>
                                    <p:anim calcmode="lin" valueType="num">
                                      <p:cBhvr additive="base">
                                        <p:cTn id="82" dur="500" fill="hold"/>
                                        <p:tgtEl>
                                          <p:spTgt spid="599050"/>
                                        </p:tgtEl>
                                        <p:attrNameLst>
                                          <p:attrName>ppt_y</p:attrName>
                                        </p:attrNameLst>
                                      </p:cBhvr>
                                      <p:tavLst>
                                        <p:tav tm="0">
                                          <p:val>
                                            <p:strVal val="0-#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16" fill="hold" grpId="0" nodeType="clickEffect">
                                  <p:stCondLst>
                                    <p:cond delay="0"/>
                                  </p:stCondLst>
                                  <p:childTnLst>
                                    <p:set>
                                      <p:cBhvr>
                                        <p:cTn id="86" dur="1" fill="hold">
                                          <p:stCondLst>
                                            <p:cond delay="0"/>
                                          </p:stCondLst>
                                        </p:cTn>
                                        <p:tgtEl>
                                          <p:spTgt spid="599080"/>
                                        </p:tgtEl>
                                        <p:attrNameLst>
                                          <p:attrName>style.visibility</p:attrName>
                                        </p:attrNameLst>
                                      </p:cBhvr>
                                      <p:to>
                                        <p:strVal val="visible"/>
                                      </p:to>
                                    </p:set>
                                    <p:anim calcmode="lin" valueType="num">
                                      <p:cBhvr>
                                        <p:cTn id="87" dur="500" fill="hold"/>
                                        <p:tgtEl>
                                          <p:spTgt spid="599080"/>
                                        </p:tgtEl>
                                        <p:attrNameLst>
                                          <p:attrName>ppt_w</p:attrName>
                                        </p:attrNameLst>
                                      </p:cBhvr>
                                      <p:tavLst>
                                        <p:tav tm="0">
                                          <p:val>
                                            <p:fltVal val="0"/>
                                          </p:val>
                                        </p:tav>
                                        <p:tav tm="100000">
                                          <p:val>
                                            <p:strVal val="#ppt_w"/>
                                          </p:val>
                                        </p:tav>
                                      </p:tavLst>
                                    </p:anim>
                                    <p:anim calcmode="lin" valueType="num">
                                      <p:cBhvr>
                                        <p:cTn id="88" dur="500" fill="hold"/>
                                        <p:tgtEl>
                                          <p:spTgt spid="599080"/>
                                        </p:tgtEl>
                                        <p:attrNameLst>
                                          <p:attrName>ppt_h</p:attrName>
                                        </p:attrNameLst>
                                      </p:cBhvr>
                                      <p:tavLst>
                                        <p:tav tm="0">
                                          <p:val>
                                            <p:flt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16" fill="hold" grpId="0" nodeType="clickEffect">
                                  <p:stCondLst>
                                    <p:cond delay="0"/>
                                  </p:stCondLst>
                                  <p:childTnLst>
                                    <p:set>
                                      <p:cBhvr>
                                        <p:cTn id="92" dur="1" fill="hold">
                                          <p:stCondLst>
                                            <p:cond delay="0"/>
                                          </p:stCondLst>
                                        </p:cTn>
                                        <p:tgtEl>
                                          <p:spTgt spid="599081"/>
                                        </p:tgtEl>
                                        <p:attrNameLst>
                                          <p:attrName>style.visibility</p:attrName>
                                        </p:attrNameLst>
                                      </p:cBhvr>
                                      <p:to>
                                        <p:strVal val="visible"/>
                                      </p:to>
                                    </p:set>
                                    <p:anim calcmode="lin" valueType="num">
                                      <p:cBhvr>
                                        <p:cTn id="93" dur="500" fill="hold"/>
                                        <p:tgtEl>
                                          <p:spTgt spid="599081"/>
                                        </p:tgtEl>
                                        <p:attrNameLst>
                                          <p:attrName>ppt_w</p:attrName>
                                        </p:attrNameLst>
                                      </p:cBhvr>
                                      <p:tavLst>
                                        <p:tav tm="0">
                                          <p:val>
                                            <p:fltVal val="0"/>
                                          </p:val>
                                        </p:tav>
                                        <p:tav tm="100000">
                                          <p:val>
                                            <p:strVal val="#ppt_w"/>
                                          </p:val>
                                        </p:tav>
                                      </p:tavLst>
                                    </p:anim>
                                    <p:anim calcmode="lin" valueType="num">
                                      <p:cBhvr>
                                        <p:cTn id="94" dur="500" fill="hold"/>
                                        <p:tgtEl>
                                          <p:spTgt spid="599081"/>
                                        </p:tgtEl>
                                        <p:attrNameLst>
                                          <p:attrName>ppt_h</p:attrName>
                                        </p:attrNameLst>
                                      </p:cBhvr>
                                      <p:tavLst>
                                        <p:tav tm="0">
                                          <p:val>
                                            <p:fltVal val="0"/>
                                          </p:val>
                                        </p:tav>
                                        <p:tav tm="100000">
                                          <p:val>
                                            <p:strVal val="#ppt_h"/>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599046"/>
                                        </p:tgtEl>
                                        <p:attrNameLst>
                                          <p:attrName>style.visibility</p:attrName>
                                        </p:attrNameLst>
                                      </p:cBhvr>
                                      <p:to>
                                        <p:strVal val="visible"/>
                                      </p:to>
                                    </p:set>
                                    <p:anim calcmode="lin" valueType="num">
                                      <p:cBhvr additive="base">
                                        <p:cTn id="99" dur="500" fill="hold"/>
                                        <p:tgtEl>
                                          <p:spTgt spid="599046"/>
                                        </p:tgtEl>
                                        <p:attrNameLst>
                                          <p:attrName>ppt_x</p:attrName>
                                        </p:attrNameLst>
                                      </p:cBhvr>
                                      <p:tavLst>
                                        <p:tav tm="0">
                                          <p:val>
                                            <p:strVal val="0-#ppt_w/2"/>
                                          </p:val>
                                        </p:tav>
                                        <p:tav tm="100000">
                                          <p:val>
                                            <p:strVal val="#ppt_x"/>
                                          </p:val>
                                        </p:tav>
                                      </p:tavLst>
                                    </p:anim>
                                    <p:anim calcmode="lin" valueType="num">
                                      <p:cBhvr additive="base">
                                        <p:cTn id="100" dur="500" fill="hold"/>
                                        <p:tgtEl>
                                          <p:spTgt spid="599046"/>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599048"/>
                                        </p:tgtEl>
                                        <p:attrNameLst>
                                          <p:attrName>style.visibility</p:attrName>
                                        </p:attrNameLst>
                                      </p:cBhvr>
                                      <p:to>
                                        <p:strVal val="visible"/>
                                      </p:to>
                                    </p:set>
                                    <p:anim calcmode="lin" valueType="num">
                                      <p:cBhvr additive="base">
                                        <p:cTn id="105" dur="500" fill="hold"/>
                                        <p:tgtEl>
                                          <p:spTgt spid="599048"/>
                                        </p:tgtEl>
                                        <p:attrNameLst>
                                          <p:attrName>ppt_x</p:attrName>
                                        </p:attrNameLst>
                                      </p:cBhvr>
                                      <p:tavLst>
                                        <p:tav tm="0">
                                          <p:val>
                                            <p:strVal val="0-#ppt_w/2"/>
                                          </p:val>
                                        </p:tav>
                                        <p:tav tm="100000">
                                          <p:val>
                                            <p:strVal val="#ppt_x"/>
                                          </p:val>
                                        </p:tav>
                                      </p:tavLst>
                                    </p:anim>
                                    <p:anim calcmode="lin" valueType="num">
                                      <p:cBhvr additive="base">
                                        <p:cTn id="106" dur="500" fill="hold"/>
                                        <p:tgtEl>
                                          <p:spTgt spid="599048"/>
                                        </p:tgtEl>
                                        <p:attrNameLst>
                                          <p:attrName>ppt_y</p:attrName>
                                        </p:attrNameLst>
                                      </p:cBhvr>
                                      <p:tavLst>
                                        <p:tav tm="0">
                                          <p:val>
                                            <p:strVal val="#ppt_y"/>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grpId="0" nodeType="clickEffect">
                                  <p:stCondLst>
                                    <p:cond delay="0"/>
                                  </p:stCondLst>
                                  <p:childTnLst>
                                    <p:set>
                                      <p:cBhvr>
                                        <p:cTn id="110" dur="1" fill="hold">
                                          <p:stCondLst>
                                            <p:cond delay="0"/>
                                          </p:stCondLst>
                                        </p:cTn>
                                        <p:tgtEl>
                                          <p:spTgt spid="599047"/>
                                        </p:tgtEl>
                                        <p:attrNameLst>
                                          <p:attrName>style.visibility</p:attrName>
                                        </p:attrNameLst>
                                      </p:cBhvr>
                                      <p:to>
                                        <p:strVal val="visible"/>
                                      </p:to>
                                    </p:set>
                                    <p:anim calcmode="lin" valueType="num">
                                      <p:cBhvr additive="base">
                                        <p:cTn id="111" dur="500" fill="hold"/>
                                        <p:tgtEl>
                                          <p:spTgt spid="599047"/>
                                        </p:tgtEl>
                                        <p:attrNameLst>
                                          <p:attrName>ppt_x</p:attrName>
                                        </p:attrNameLst>
                                      </p:cBhvr>
                                      <p:tavLst>
                                        <p:tav tm="0">
                                          <p:val>
                                            <p:strVal val="0-#ppt_w/2"/>
                                          </p:val>
                                        </p:tav>
                                        <p:tav tm="100000">
                                          <p:val>
                                            <p:strVal val="#ppt_x"/>
                                          </p:val>
                                        </p:tav>
                                      </p:tavLst>
                                    </p:anim>
                                    <p:anim calcmode="lin" valueType="num">
                                      <p:cBhvr additive="base">
                                        <p:cTn id="112" dur="500" fill="hold"/>
                                        <p:tgtEl>
                                          <p:spTgt spid="599047"/>
                                        </p:tgtEl>
                                        <p:attrNameLst>
                                          <p:attrName>ppt_y</p:attrName>
                                        </p:attrNameLst>
                                      </p:cBhvr>
                                      <p:tavLst>
                                        <p:tav tm="0">
                                          <p:val>
                                            <p:strVal val="#ppt_y"/>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grpId="0" nodeType="clickEffect">
                                  <p:stCondLst>
                                    <p:cond delay="0"/>
                                  </p:stCondLst>
                                  <p:childTnLst>
                                    <p:set>
                                      <p:cBhvr>
                                        <p:cTn id="116" dur="1" fill="hold">
                                          <p:stCondLst>
                                            <p:cond delay="0"/>
                                          </p:stCondLst>
                                        </p:cTn>
                                        <p:tgtEl>
                                          <p:spTgt spid="599049"/>
                                        </p:tgtEl>
                                        <p:attrNameLst>
                                          <p:attrName>style.visibility</p:attrName>
                                        </p:attrNameLst>
                                      </p:cBhvr>
                                      <p:to>
                                        <p:strVal val="visible"/>
                                      </p:to>
                                    </p:set>
                                    <p:anim calcmode="lin" valueType="num">
                                      <p:cBhvr additive="base">
                                        <p:cTn id="117" dur="500" fill="hold"/>
                                        <p:tgtEl>
                                          <p:spTgt spid="599049"/>
                                        </p:tgtEl>
                                        <p:attrNameLst>
                                          <p:attrName>ppt_x</p:attrName>
                                        </p:attrNameLst>
                                      </p:cBhvr>
                                      <p:tavLst>
                                        <p:tav tm="0">
                                          <p:val>
                                            <p:strVal val="0-#ppt_w/2"/>
                                          </p:val>
                                        </p:tav>
                                        <p:tav tm="100000">
                                          <p:val>
                                            <p:strVal val="#ppt_x"/>
                                          </p:val>
                                        </p:tav>
                                      </p:tavLst>
                                    </p:anim>
                                    <p:anim calcmode="lin" valueType="num">
                                      <p:cBhvr additive="base">
                                        <p:cTn id="118" dur="500" fill="hold"/>
                                        <p:tgtEl>
                                          <p:spTgt spid="599049"/>
                                        </p:tgtEl>
                                        <p:attrNameLst>
                                          <p:attrName>ppt_y</p:attrName>
                                        </p:attrNameLst>
                                      </p:cBhvr>
                                      <p:tavLst>
                                        <p:tav tm="0">
                                          <p:val>
                                            <p:strVal val="#ppt_y"/>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1" fill="hold" grpId="0" nodeType="clickEffect">
                                  <p:stCondLst>
                                    <p:cond delay="0"/>
                                  </p:stCondLst>
                                  <p:childTnLst>
                                    <p:set>
                                      <p:cBhvr>
                                        <p:cTn id="122" dur="1" fill="hold">
                                          <p:stCondLst>
                                            <p:cond delay="0"/>
                                          </p:stCondLst>
                                        </p:cTn>
                                        <p:tgtEl>
                                          <p:spTgt spid="599052"/>
                                        </p:tgtEl>
                                        <p:attrNameLst>
                                          <p:attrName>style.visibility</p:attrName>
                                        </p:attrNameLst>
                                      </p:cBhvr>
                                      <p:to>
                                        <p:strVal val="visible"/>
                                      </p:to>
                                    </p:set>
                                    <p:anim calcmode="lin" valueType="num">
                                      <p:cBhvr additive="base">
                                        <p:cTn id="123" dur="500" fill="hold"/>
                                        <p:tgtEl>
                                          <p:spTgt spid="599052"/>
                                        </p:tgtEl>
                                        <p:attrNameLst>
                                          <p:attrName>ppt_x</p:attrName>
                                        </p:attrNameLst>
                                      </p:cBhvr>
                                      <p:tavLst>
                                        <p:tav tm="0">
                                          <p:val>
                                            <p:strVal val="#ppt_x"/>
                                          </p:val>
                                        </p:tav>
                                        <p:tav tm="100000">
                                          <p:val>
                                            <p:strVal val="#ppt_x"/>
                                          </p:val>
                                        </p:tav>
                                      </p:tavLst>
                                    </p:anim>
                                    <p:anim calcmode="lin" valueType="num">
                                      <p:cBhvr additive="base">
                                        <p:cTn id="124" dur="500" fill="hold"/>
                                        <p:tgtEl>
                                          <p:spTgt spid="599052"/>
                                        </p:tgtEl>
                                        <p:attrNameLst>
                                          <p:attrName>ppt_y</p:attrName>
                                        </p:attrNameLst>
                                      </p:cBhvr>
                                      <p:tavLst>
                                        <p:tav tm="0">
                                          <p:val>
                                            <p:strVal val="0-#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1" fill="hold" grpId="0" nodeType="clickEffect">
                                  <p:stCondLst>
                                    <p:cond delay="0"/>
                                  </p:stCondLst>
                                  <p:childTnLst>
                                    <p:set>
                                      <p:cBhvr>
                                        <p:cTn id="128" dur="1" fill="hold">
                                          <p:stCondLst>
                                            <p:cond delay="0"/>
                                          </p:stCondLst>
                                        </p:cTn>
                                        <p:tgtEl>
                                          <p:spTgt spid="599053"/>
                                        </p:tgtEl>
                                        <p:attrNameLst>
                                          <p:attrName>style.visibility</p:attrName>
                                        </p:attrNameLst>
                                      </p:cBhvr>
                                      <p:to>
                                        <p:strVal val="visible"/>
                                      </p:to>
                                    </p:set>
                                    <p:anim calcmode="lin" valueType="num">
                                      <p:cBhvr additive="base">
                                        <p:cTn id="129" dur="500" fill="hold"/>
                                        <p:tgtEl>
                                          <p:spTgt spid="599053"/>
                                        </p:tgtEl>
                                        <p:attrNameLst>
                                          <p:attrName>ppt_x</p:attrName>
                                        </p:attrNameLst>
                                      </p:cBhvr>
                                      <p:tavLst>
                                        <p:tav tm="0">
                                          <p:val>
                                            <p:strVal val="#ppt_x"/>
                                          </p:val>
                                        </p:tav>
                                        <p:tav tm="100000">
                                          <p:val>
                                            <p:strVal val="#ppt_x"/>
                                          </p:val>
                                        </p:tav>
                                      </p:tavLst>
                                    </p:anim>
                                    <p:anim calcmode="lin" valueType="num">
                                      <p:cBhvr additive="base">
                                        <p:cTn id="130" dur="500" fill="hold"/>
                                        <p:tgtEl>
                                          <p:spTgt spid="599053"/>
                                        </p:tgtEl>
                                        <p:attrNameLst>
                                          <p:attrName>ppt_y</p:attrName>
                                        </p:attrNameLst>
                                      </p:cBhvr>
                                      <p:tavLst>
                                        <p:tav tm="0">
                                          <p:val>
                                            <p:strVal val="0-#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1" fill="hold" grpId="0" nodeType="clickEffect">
                                  <p:stCondLst>
                                    <p:cond delay="0"/>
                                  </p:stCondLst>
                                  <p:childTnLst>
                                    <p:set>
                                      <p:cBhvr>
                                        <p:cTn id="134" dur="1" fill="hold">
                                          <p:stCondLst>
                                            <p:cond delay="0"/>
                                          </p:stCondLst>
                                        </p:cTn>
                                        <p:tgtEl>
                                          <p:spTgt spid="599054"/>
                                        </p:tgtEl>
                                        <p:attrNameLst>
                                          <p:attrName>style.visibility</p:attrName>
                                        </p:attrNameLst>
                                      </p:cBhvr>
                                      <p:to>
                                        <p:strVal val="visible"/>
                                      </p:to>
                                    </p:set>
                                    <p:anim calcmode="lin" valueType="num">
                                      <p:cBhvr additive="base">
                                        <p:cTn id="135" dur="500" fill="hold"/>
                                        <p:tgtEl>
                                          <p:spTgt spid="599054"/>
                                        </p:tgtEl>
                                        <p:attrNameLst>
                                          <p:attrName>ppt_x</p:attrName>
                                        </p:attrNameLst>
                                      </p:cBhvr>
                                      <p:tavLst>
                                        <p:tav tm="0">
                                          <p:val>
                                            <p:strVal val="#ppt_x"/>
                                          </p:val>
                                        </p:tav>
                                        <p:tav tm="100000">
                                          <p:val>
                                            <p:strVal val="#ppt_x"/>
                                          </p:val>
                                        </p:tav>
                                      </p:tavLst>
                                    </p:anim>
                                    <p:anim calcmode="lin" valueType="num">
                                      <p:cBhvr additive="base">
                                        <p:cTn id="136" dur="500" fill="hold"/>
                                        <p:tgtEl>
                                          <p:spTgt spid="599054"/>
                                        </p:tgtEl>
                                        <p:attrNameLst>
                                          <p:attrName>ppt_y</p:attrName>
                                        </p:attrNameLst>
                                      </p:cBhvr>
                                      <p:tavLst>
                                        <p:tav tm="0">
                                          <p:val>
                                            <p:strVal val="0-#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1" fill="hold" grpId="0" nodeType="clickEffect">
                                  <p:stCondLst>
                                    <p:cond delay="0"/>
                                  </p:stCondLst>
                                  <p:childTnLst>
                                    <p:set>
                                      <p:cBhvr>
                                        <p:cTn id="140" dur="1" fill="hold">
                                          <p:stCondLst>
                                            <p:cond delay="0"/>
                                          </p:stCondLst>
                                        </p:cTn>
                                        <p:tgtEl>
                                          <p:spTgt spid="599055"/>
                                        </p:tgtEl>
                                        <p:attrNameLst>
                                          <p:attrName>style.visibility</p:attrName>
                                        </p:attrNameLst>
                                      </p:cBhvr>
                                      <p:to>
                                        <p:strVal val="visible"/>
                                      </p:to>
                                    </p:set>
                                    <p:anim calcmode="lin" valueType="num">
                                      <p:cBhvr additive="base">
                                        <p:cTn id="141" dur="500" fill="hold"/>
                                        <p:tgtEl>
                                          <p:spTgt spid="599055"/>
                                        </p:tgtEl>
                                        <p:attrNameLst>
                                          <p:attrName>ppt_x</p:attrName>
                                        </p:attrNameLst>
                                      </p:cBhvr>
                                      <p:tavLst>
                                        <p:tav tm="0">
                                          <p:val>
                                            <p:strVal val="#ppt_x"/>
                                          </p:val>
                                        </p:tav>
                                        <p:tav tm="100000">
                                          <p:val>
                                            <p:strVal val="#ppt_x"/>
                                          </p:val>
                                        </p:tav>
                                      </p:tavLst>
                                    </p:anim>
                                    <p:anim calcmode="lin" valueType="num">
                                      <p:cBhvr additive="base">
                                        <p:cTn id="142" dur="500" fill="hold"/>
                                        <p:tgtEl>
                                          <p:spTgt spid="599055"/>
                                        </p:tgtEl>
                                        <p:attrNameLst>
                                          <p:attrName>ppt_y</p:attrName>
                                        </p:attrNameLst>
                                      </p:cBhvr>
                                      <p:tavLst>
                                        <p:tav tm="0">
                                          <p:val>
                                            <p:strVal val="0-#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7" presetClass="entr" presetSubtype="8" fill="hold" grpId="0" nodeType="clickEffect">
                                  <p:stCondLst>
                                    <p:cond delay="0"/>
                                  </p:stCondLst>
                                  <p:childTnLst>
                                    <p:set>
                                      <p:cBhvr>
                                        <p:cTn id="146" dur="1" fill="hold">
                                          <p:stCondLst>
                                            <p:cond delay="0"/>
                                          </p:stCondLst>
                                        </p:cTn>
                                        <p:tgtEl>
                                          <p:spTgt spid="599082"/>
                                        </p:tgtEl>
                                        <p:attrNameLst>
                                          <p:attrName>style.visibility</p:attrName>
                                        </p:attrNameLst>
                                      </p:cBhvr>
                                      <p:to>
                                        <p:strVal val="visible"/>
                                      </p:to>
                                    </p:set>
                                    <p:anim calcmode="lin" valueType="num">
                                      <p:cBhvr>
                                        <p:cTn id="147" dur="500" fill="hold"/>
                                        <p:tgtEl>
                                          <p:spTgt spid="599082"/>
                                        </p:tgtEl>
                                        <p:attrNameLst>
                                          <p:attrName>ppt_x</p:attrName>
                                        </p:attrNameLst>
                                      </p:cBhvr>
                                      <p:tavLst>
                                        <p:tav tm="0">
                                          <p:val>
                                            <p:strVal val="#ppt_x-#ppt_w/2"/>
                                          </p:val>
                                        </p:tav>
                                        <p:tav tm="100000">
                                          <p:val>
                                            <p:strVal val="#ppt_x"/>
                                          </p:val>
                                        </p:tav>
                                      </p:tavLst>
                                    </p:anim>
                                    <p:anim calcmode="lin" valueType="num">
                                      <p:cBhvr>
                                        <p:cTn id="148" dur="500" fill="hold"/>
                                        <p:tgtEl>
                                          <p:spTgt spid="599082"/>
                                        </p:tgtEl>
                                        <p:attrNameLst>
                                          <p:attrName>ppt_y</p:attrName>
                                        </p:attrNameLst>
                                      </p:cBhvr>
                                      <p:tavLst>
                                        <p:tav tm="0">
                                          <p:val>
                                            <p:strVal val="#ppt_y"/>
                                          </p:val>
                                        </p:tav>
                                        <p:tav tm="100000">
                                          <p:val>
                                            <p:strVal val="#ppt_y"/>
                                          </p:val>
                                        </p:tav>
                                      </p:tavLst>
                                    </p:anim>
                                    <p:anim calcmode="lin" valueType="num">
                                      <p:cBhvr>
                                        <p:cTn id="149" dur="500" fill="hold"/>
                                        <p:tgtEl>
                                          <p:spTgt spid="599082"/>
                                        </p:tgtEl>
                                        <p:attrNameLst>
                                          <p:attrName>ppt_w</p:attrName>
                                        </p:attrNameLst>
                                      </p:cBhvr>
                                      <p:tavLst>
                                        <p:tav tm="0">
                                          <p:val>
                                            <p:fltVal val="0"/>
                                          </p:val>
                                        </p:tav>
                                        <p:tav tm="100000">
                                          <p:val>
                                            <p:strVal val="#ppt_w"/>
                                          </p:val>
                                        </p:tav>
                                      </p:tavLst>
                                    </p:anim>
                                    <p:anim calcmode="lin" valueType="num">
                                      <p:cBhvr>
                                        <p:cTn id="150" dur="500" fill="hold"/>
                                        <p:tgtEl>
                                          <p:spTgt spid="599082"/>
                                        </p:tgtEl>
                                        <p:attrNameLst>
                                          <p:attrName>ppt_h</p:attrName>
                                        </p:attrNameLst>
                                      </p:cBhvr>
                                      <p:tavLst>
                                        <p:tav tm="0">
                                          <p:val>
                                            <p:strVal val="#ppt_h"/>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8" presetClass="entr" presetSubtype="3" fill="hold" grpId="0" nodeType="clickEffect">
                                  <p:stCondLst>
                                    <p:cond delay="0"/>
                                  </p:stCondLst>
                                  <p:childTnLst>
                                    <p:set>
                                      <p:cBhvr>
                                        <p:cTn id="154" dur="1" fill="hold">
                                          <p:stCondLst>
                                            <p:cond delay="0"/>
                                          </p:stCondLst>
                                        </p:cTn>
                                        <p:tgtEl>
                                          <p:spTgt spid="599072"/>
                                        </p:tgtEl>
                                        <p:attrNameLst>
                                          <p:attrName>style.visibility</p:attrName>
                                        </p:attrNameLst>
                                      </p:cBhvr>
                                      <p:to>
                                        <p:strVal val="visible"/>
                                      </p:to>
                                    </p:set>
                                    <p:animEffect transition="in" filter="strips(upRight)">
                                      <p:cBhvr>
                                        <p:cTn id="155" dur="500"/>
                                        <p:tgtEl>
                                          <p:spTgt spid="599072"/>
                                        </p:tgtEl>
                                      </p:cBhvr>
                                    </p:animEffect>
                                  </p:childTnLst>
                                </p:cTn>
                              </p:par>
                            </p:childTnLst>
                          </p:cTn>
                        </p:par>
                      </p:childTnLst>
                    </p:cTn>
                  </p:par>
                  <p:par>
                    <p:cTn id="156" fill="hold">
                      <p:stCondLst>
                        <p:cond delay="indefinite"/>
                      </p:stCondLst>
                      <p:childTnLst>
                        <p:par>
                          <p:cTn id="157" fill="hold">
                            <p:stCondLst>
                              <p:cond delay="0"/>
                            </p:stCondLst>
                            <p:childTnLst>
                              <p:par>
                                <p:cTn id="158" presetID="18" presetClass="entr" presetSubtype="9" fill="hold" grpId="0" nodeType="clickEffect">
                                  <p:stCondLst>
                                    <p:cond delay="0"/>
                                  </p:stCondLst>
                                  <p:childTnLst>
                                    <p:set>
                                      <p:cBhvr>
                                        <p:cTn id="159" dur="1" fill="hold">
                                          <p:stCondLst>
                                            <p:cond delay="0"/>
                                          </p:stCondLst>
                                        </p:cTn>
                                        <p:tgtEl>
                                          <p:spTgt spid="599073"/>
                                        </p:tgtEl>
                                        <p:attrNameLst>
                                          <p:attrName>style.visibility</p:attrName>
                                        </p:attrNameLst>
                                      </p:cBhvr>
                                      <p:to>
                                        <p:strVal val="visible"/>
                                      </p:to>
                                    </p:set>
                                    <p:animEffect transition="in" filter="strips(upLeft)">
                                      <p:cBhvr>
                                        <p:cTn id="160" dur="500"/>
                                        <p:tgtEl>
                                          <p:spTgt spid="599073"/>
                                        </p:tgtEl>
                                      </p:cBhvr>
                                    </p:animEffect>
                                  </p:childTnLst>
                                </p:cTn>
                              </p:par>
                            </p:childTnLst>
                          </p:cTn>
                        </p:par>
                      </p:childTnLst>
                    </p:cTn>
                  </p:par>
                  <p:par>
                    <p:cTn id="161" fill="hold">
                      <p:stCondLst>
                        <p:cond delay="indefinite"/>
                      </p:stCondLst>
                      <p:childTnLst>
                        <p:par>
                          <p:cTn id="162" fill="hold">
                            <p:stCondLst>
                              <p:cond delay="0"/>
                            </p:stCondLst>
                            <p:childTnLst>
                              <p:par>
                                <p:cTn id="163" presetID="18" presetClass="entr" presetSubtype="3" fill="hold" grpId="0" nodeType="clickEffect">
                                  <p:stCondLst>
                                    <p:cond delay="0"/>
                                  </p:stCondLst>
                                  <p:childTnLst>
                                    <p:set>
                                      <p:cBhvr>
                                        <p:cTn id="164" dur="1" fill="hold">
                                          <p:stCondLst>
                                            <p:cond delay="0"/>
                                          </p:stCondLst>
                                        </p:cTn>
                                        <p:tgtEl>
                                          <p:spTgt spid="599074"/>
                                        </p:tgtEl>
                                        <p:attrNameLst>
                                          <p:attrName>style.visibility</p:attrName>
                                        </p:attrNameLst>
                                      </p:cBhvr>
                                      <p:to>
                                        <p:strVal val="visible"/>
                                      </p:to>
                                    </p:set>
                                    <p:animEffect transition="in" filter="strips(upRight)">
                                      <p:cBhvr>
                                        <p:cTn id="165" dur="500"/>
                                        <p:tgtEl>
                                          <p:spTgt spid="599074"/>
                                        </p:tgtEl>
                                      </p:cBhvr>
                                    </p:animEffect>
                                  </p:childTnLst>
                                </p:cTn>
                              </p:par>
                            </p:childTnLst>
                          </p:cTn>
                        </p:par>
                      </p:childTnLst>
                    </p:cTn>
                  </p:par>
                  <p:par>
                    <p:cTn id="166" fill="hold">
                      <p:stCondLst>
                        <p:cond delay="indefinite"/>
                      </p:stCondLst>
                      <p:childTnLst>
                        <p:par>
                          <p:cTn id="167" fill="hold">
                            <p:stCondLst>
                              <p:cond delay="0"/>
                            </p:stCondLst>
                            <p:childTnLst>
                              <p:par>
                                <p:cTn id="168" presetID="18" presetClass="entr" presetSubtype="9" fill="hold" grpId="0" nodeType="clickEffect">
                                  <p:stCondLst>
                                    <p:cond delay="0"/>
                                  </p:stCondLst>
                                  <p:childTnLst>
                                    <p:set>
                                      <p:cBhvr>
                                        <p:cTn id="169" dur="1" fill="hold">
                                          <p:stCondLst>
                                            <p:cond delay="0"/>
                                          </p:stCondLst>
                                        </p:cTn>
                                        <p:tgtEl>
                                          <p:spTgt spid="599075"/>
                                        </p:tgtEl>
                                        <p:attrNameLst>
                                          <p:attrName>style.visibility</p:attrName>
                                        </p:attrNameLst>
                                      </p:cBhvr>
                                      <p:to>
                                        <p:strVal val="visible"/>
                                      </p:to>
                                    </p:set>
                                    <p:animEffect transition="in" filter="strips(upLeft)">
                                      <p:cBhvr>
                                        <p:cTn id="170" dur="500"/>
                                        <p:tgtEl>
                                          <p:spTgt spid="599075"/>
                                        </p:tgtEl>
                                      </p:cBhvr>
                                    </p:animEffect>
                                  </p:childTnLst>
                                </p:cTn>
                              </p:par>
                            </p:childTnLst>
                          </p:cTn>
                        </p:par>
                      </p:childTnLst>
                    </p:cTn>
                  </p:par>
                  <p:par>
                    <p:cTn id="171" fill="hold">
                      <p:stCondLst>
                        <p:cond delay="indefinite"/>
                      </p:stCondLst>
                      <p:childTnLst>
                        <p:par>
                          <p:cTn id="172" fill="hold">
                            <p:stCondLst>
                              <p:cond delay="0"/>
                            </p:stCondLst>
                            <p:childTnLst>
                              <p:par>
                                <p:cTn id="173" presetID="18" presetClass="entr" presetSubtype="3" fill="hold" grpId="0" nodeType="clickEffect">
                                  <p:stCondLst>
                                    <p:cond delay="0"/>
                                  </p:stCondLst>
                                  <p:childTnLst>
                                    <p:set>
                                      <p:cBhvr>
                                        <p:cTn id="174" dur="1" fill="hold">
                                          <p:stCondLst>
                                            <p:cond delay="0"/>
                                          </p:stCondLst>
                                        </p:cTn>
                                        <p:tgtEl>
                                          <p:spTgt spid="599076"/>
                                        </p:tgtEl>
                                        <p:attrNameLst>
                                          <p:attrName>style.visibility</p:attrName>
                                        </p:attrNameLst>
                                      </p:cBhvr>
                                      <p:to>
                                        <p:strVal val="visible"/>
                                      </p:to>
                                    </p:set>
                                    <p:animEffect transition="in" filter="strips(upRight)">
                                      <p:cBhvr>
                                        <p:cTn id="175" dur="500"/>
                                        <p:tgtEl>
                                          <p:spTgt spid="599076"/>
                                        </p:tgtEl>
                                      </p:cBhvr>
                                    </p:animEffect>
                                  </p:childTnLst>
                                </p:cTn>
                              </p:par>
                            </p:childTnLst>
                          </p:cTn>
                        </p:par>
                      </p:childTnLst>
                    </p:cTn>
                  </p:par>
                  <p:par>
                    <p:cTn id="176" fill="hold">
                      <p:stCondLst>
                        <p:cond delay="indefinite"/>
                      </p:stCondLst>
                      <p:childTnLst>
                        <p:par>
                          <p:cTn id="177" fill="hold">
                            <p:stCondLst>
                              <p:cond delay="0"/>
                            </p:stCondLst>
                            <p:childTnLst>
                              <p:par>
                                <p:cTn id="178" presetID="18" presetClass="entr" presetSubtype="9" fill="hold" grpId="0" nodeType="clickEffect">
                                  <p:stCondLst>
                                    <p:cond delay="0"/>
                                  </p:stCondLst>
                                  <p:childTnLst>
                                    <p:set>
                                      <p:cBhvr>
                                        <p:cTn id="179" dur="1" fill="hold">
                                          <p:stCondLst>
                                            <p:cond delay="0"/>
                                          </p:stCondLst>
                                        </p:cTn>
                                        <p:tgtEl>
                                          <p:spTgt spid="599077"/>
                                        </p:tgtEl>
                                        <p:attrNameLst>
                                          <p:attrName>style.visibility</p:attrName>
                                        </p:attrNameLst>
                                      </p:cBhvr>
                                      <p:to>
                                        <p:strVal val="visible"/>
                                      </p:to>
                                    </p:set>
                                    <p:animEffect transition="in" filter="strips(upLeft)">
                                      <p:cBhvr>
                                        <p:cTn id="180" dur="500"/>
                                        <p:tgtEl>
                                          <p:spTgt spid="599077"/>
                                        </p:tgtEl>
                                      </p:cBhvr>
                                    </p:animEffect>
                                  </p:childTnLst>
                                </p:cTn>
                              </p:par>
                            </p:childTnLst>
                          </p:cTn>
                        </p:par>
                      </p:childTnLst>
                    </p:cTn>
                  </p:par>
                  <p:par>
                    <p:cTn id="181" fill="hold">
                      <p:stCondLst>
                        <p:cond delay="indefinite"/>
                      </p:stCondLst>
                      <p:childTnLst>
                        <p:par>
                          <p:cTn id="182" fill="hold">
                            <p:stCondLst>
                              <p:cond delay="0"/>
                            </p:stCondLst>
                            <p:childTnLst>
                              <p:par>
                                <p:cTn id="183" presetID="18" presetClass="entr" presetSubtype="3" fill="hold" grpId="0" nodeType="clickEffect">
                                  <p:stCondLst>
                                    <p:cond delay="0"/>
                                  </p:stCondLst>
                                  <p:childTnLst>
                                    <p:set>
                                      <p:cBhvr>
                                        <p:cTn id="184" dur="1" fill="hold">
                                          <p:stCondLst>
                                            <p:cond delay="0"/>
                                          </p:stCondLst>
                                        </p:cTn>
                                        <p:tgtEl>
                                          <p:spTgt spid="599078"/>
                                        </p:tgtEl>
                                        <p:attrNameLst>
                                          <p:attrName>style.visibility</p:attrName>
                                        </p:attrNameLst>
                                      </p:cBhvr>
                                      <p:to>
                                        <p:strVal val="visible"/>
                                      </p:to>
                                    </p:set>
                                    <p:animEffect transition="in" filter="strips(upRight)">
                                      <p:cBhvr>
                                        <p:cTn id="185" dur="500"/>
                                        <p:tgtEl>
                                          <p:spTgt spid="599078"/>
                                        </p:tgtEl>
                                      </p:cBhvr>
                                    </p:animEffect>
                                  </p:childTnLst>
                                </p:cTn>
                              </p:par>
                            </p:childTnLst>
                          </p:cTn>
                        </p:par>
                      </p:childTnLst>
                    </p:cTn>
                  </p:par>
                  <p:par>
                    <p:cTn id="186" fill="hold">
                      <p:stCondLst>
                        <p:cond delay="indefinite"/>
                      </p:stCondLst>
                      <p:childTnLst>
                        <p:par>
                          <p:cTn id="187" fill="hold">
                            <p:stCondLst>
                              <p:cond delay="0"/>
                            </p:stCondLst>
                            <p:childTnLst>
                              <p:par>
                                <p:cTn id="188" presetID="18" presetClass="entr" presetSubtype="9" fill="hold" grpId="0" nodeType="clickEffect">
                                  <p:stCondLst>
                                    <p:cond delay="0"/>
                                  </p:stCondLst>
                                  <p:childTnLst>
                                    <p:set>
                                      <p:cBhvr>
                                        <p:cTn id="189" dur="1" fill="hold">
                                          <p:stCondLst>
                                            <p:cond delay="0"/>
                                          </p:stCondLst>
                                        </p:cTn>
                                        <p:tgtEl>
                                          <p:spTgt spid="599079"/>
                                        </p:tgtEl>
                                        <p:attrNameLst>
                                          <p:attrName>style.visibility</p:attrName>
                                        </p:attrNameLst>
                                      </p:cBhvr>
                                      <p:to>
                                        <p:strVal val="visible"/>
                                      </p:to>
                                    </p:set>
                                    <p:animEffect transition="in" filter="strips(upLeft)">
                                      <p:cBhvr>
                                        <p:cTn id="190" dur="500"/>
                                        <p:tgtEl>
                                          <p:spTgt spid="599079"/>
                                        </p:tgtEl>
                                      </p:cBhvr>
                                    </p:animEffect>
                                  </p:childTnLst>
                                </p:cTn>
                              </p:par>
                            </p:childTnLst>
                          </p:cTn>
                        </p:par>
                      </p:childTnLst>
                    </p:cTn>
                  </p:par>
                  <p:par>
                    <p:cTn id="191" fill="hold">
                      <p:stCondLst>
                        <p:cond delay="indefinite"/>
                      </p:stCondLst>
                      <p:childTnLst>
                        <p:par>
                          <p:cTn id="192" fill="hold">
                            <p:stCondLst>
                              <p:cond delay="0"/>
                            </p:stCondLst>
                            <p:childTnLst>
                              <p:par>
                                <p:cTn id="193" presetID="2" presetClass="entr" presetSubtype="9" fill="hold" grpId="0" nodeType="clickEffect">
                                  <p:stCondLst>
                                    <p:cond delay="0"/>
                                  </p:stCondLst>
                                  <p:childTnLst>
                                    <p:set>
                                      <p:cBhvr>
                                        <p:cTn id="194" dur="1" fill="hold">
                                          <p:stCondLst>
                                            <p:cond delay="0"/>
                                          </p:stCondLst>
                                        </p:cTn>
                                        <p:tgtEl>
                                          <p:spTgt spid="599056"/>
                                        </p:tgtEl>
                                        <p:attrNameLst>
                                          <p:attrName>style.visibility</p:attrName>
                                        </p:attrNameLst>
                                      </p:cBhvr>
                                      <p:to>
                                        <p:strVal val="visible"/>
                                      </p:to>
                                    </p:set>
                                    <p:anim calcmode="lin" valueType="num">
                                      <p:cBhvr additive="base">
                                        <p:cTn id="195" dur="500" fill="hold"/>
                                        <p:tgtEl>
                                          <p:spTgt spid="599056"/>
                                        </p:tgtEl>
                                        <p:attrNameLst>
                                          <p:attrName>ppt_x</p:attrName>
                                        </p:attrNameLst>
                                      </p:cBhvr>
                                      <p:tavLst>
                                        <p:tav tm="0">
                                          <p:val>
                                            <p:strVal val="0-#ppt_w/2"/>
                                          </p:val>
                                        </p:tav>
                                        <p:tav tm="100000">
                                          <p:val>
                                            <p:strVal val="#ppt_x"/>
                                          </p:val>
                                        </p:tav>
                                      </p:tavLst>
                                    </p:anim>
                                    <p:anim calcmode="lin" valueType="num">
                                      <p:cBhvr additive="base">
                                        <p:cTn id="196" dur="500" fill="hold"/>
                                        <p:tgtEl>
                                          <p:spTgt spid="599056"/>
                                        </p:tgtEl>
                                        <p:attrNameLst>
                                          <p:attrName>ppt_y</p:attrName>
                                        </p:attrNameLst>
                                      </p:cBhvr>
                                      <p:tavLst>
                                        <p:tav tm="0">
                                          <p:val>
                                            <p:strVal val="0-#ppt_h/2"/>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 presetClass="entr" presetSubtype="9" fill="hold" grpId="0" nodeType="clickEffect">
                                  <p:stCondLst>
                                    <p:cond delay="0"/>
                                  </p:stCondLst>
                                  <p:childTnLst>
                                    <p:set>
                                      <p:cBhvr>
                                        <p:cTn id="200" dur="1" fill="hold">
                                          <p:stCondLst>
                                            <p:cond delay="0"/>
                                          </p:stCondLst>
                                        </p:cTn>
                                        <p:tgtEl>
                                          <p:spTgt spid="599057"/>
                                        </p:tgtEl>
                                        <p:attrNameLst>
                                          <p:attrName>style.visibility</p:attrName>
                                        </p:attrNameLst>
                                      </p:cBhvr>
                                      <p:to>
                                        <p:strVal val="visible"/>
                                      </p:to>
                                    </p:set>
                                    <p:anim calcmode="lin" valueType="num">
                                      <p:cBhvr additive="base">
                                        <p:cTn id="201" dur="500" fill="hold"/>
                                        <p:tgtEl>
                                          <p:spTgt spid="599057"/>
                                        </p:tgtEl>
                                        <p:attrNameLst>
                                          <p:attrName>ppt_x</p:attrName>
                                        </p:attrNameLst>
                                      </p:cBhvr>
                                      <p:tavLst>
                                        <p:tav tm="0">
                                          <p:val>
                                            <p:strVal val="0-#ppt_w/2"/>
                                          </p:val>
                                        </p:tav>
                                        <p:tav tm="100000">
                                          <p:val>
                                            <p:strVal val="#ppt_x"/>
                                          </p:val>
                                        </p:tav>
                                      </p:tavLst>
                                    </p:anim>
                                    <p:anim calcmode="lin" valueType="num">
                                      <p:cBhvr additive="base">
                                        <p:cTn id="202" dur="500" fill="hold"/>
                                        <p:tgtEl>
                                          <p:spTgt spid="599057"/>
                                        </p:tgtEl>
                                        <p:attrNameLst>
                                          <p:attrName>ppt_y</p:attrName>
                                        </p:attrNameLst>
                                      </p:cBhvr>
                                      <p:tavLst>
                                        <p:tav tm="0">
                                          <p:val>
                                            <p:strVal val="0-#ppt_h/2"/>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2" presetClass="entr" presetSubtype="9" fill="hold" grpId="0" nodeType="clickEffect">
                                  <p:stCondLst>
                                    <p:cond delay="0"/>
                                  </p:stCondLst>
                                  <p:childTnLst>
                                    <p:set>
                                      <p:cBhvr>
                                        <p:cTn id="206" dur="1" fill="hold">
                                          <p:stCondLst>
                                            <p:cond delay="0"/>
                                          </p:stCondLst>
                                        </p:cTn>
                                        <p:tgtEl>
                                          <p:spTgt spid="599058"/>
                                        </p:tgtEl>
                                        <p:attrNameLst>
                                          <p:attrName>style.visibility</p:attrName>
                                        </p:attrNameLst>
                                      </p:cBhvr>
                                      <p:to>
                                        <p:strVal val="visible"/>
                                      </p:to>
                                    </p:set>
                                    <p:anim calcmode="lin" valueType="num">
                                      <p:cBhvr additive="base">
                                        <p:cTn id="207" dur="500" fill="hold"/>
                                        <p:tgtEl>
                                          <p:spTgt spid="599058"/>
                                        </p:tgtEl>
                                        <p:attrNameLst>
                                          <p:attrName>ppt_x</p:attrName>
                                        </p:attrNameLst>
                                      </p:cBhvr>
                                      <p:tavLst>
                                        <p:tav tm="0">
                                          <p:val>
                                            <p:strVal val="0-#ppt_w/2"/>
                                          </p:val>
                                        </p:tav>
                                        <p:tav tm="100000">
                                          <p:val>
                                            <p:strVal val="#ppt_x"/>
                                          </p:val>
                                        </p:tav>
                                      </p:tavLst>
                                    </p:anim>
                                    <p:anim calcmode="lin" valueType="num">
                                      <p:cBhvr additive="base">
                                        <p:cTn id="208" dur="500" fill="hold"/>
                                        <p:tgtEl>
                                          <p:spTgt spid="599058"/>
                                        </p:tgtEl>
                                        <p:attrNameLst>
                                          <p:attrName>ppt_y</p:attrName>
                                        </p:attrNameLst>
                                      </p:cBhvr>
                                      <p:tavLst>
                                        <p:tav tm="0">
                                          <p:val>
                                            <p:strVal val="0-#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 presetClass="entr" presetSubtype="9" fill="hold" grpId="0" nodeType="clickEffect">
                                  <p:stCondLst>
                                    <p:cond delay="0"/>
                                  </p:stCondLst>
                                  <p:childTnLst>
                                    <p:set>
                                      <p:cBhvr>
                                        <p:cTn id="212" dur="1" fill="hold">
                                          <p:stCondLst>
                                            <p:cond delay="0"/>
                                          </p:stCondLst>
                                        </p:cTn>
                                        <p:tgtEl>
                                          <p:spTgt spid="599059"/>
                                        </p:tgtEl>
                                        <p:attrNameLst>
                                          <p:attrName>style.visibility</p:attrName>
                                        </p:attrNameLst>
                                      </p:cBhvr>
                                      <p:to>
                                        <p:strVal val="visible"/>
                                      </p:to>
                                    </p:set>
                                    <p:anim calcmode="lin" valueType="num">
                                      <p:cBhvr additive="base">
                                        <p:cTn id="213" dur="500" fill="hold"/>
                                        <p:tgtEl>
                                          <p:spTgt spid="599059"/>
                                        </p:tgtEl>
                                        <p:attrNameLst>
                                          <p:attrName>ppt_x</p:attrName>
                                        </p:attrNameLst>
                                      </p:cBhvr>
                                      <p:tavLst>
                                        <p:tav tm="0">
                                          <p:val>
                                            <p:strVal val="0-#ppt_w/2"/>
                                          </p:val>
                                        </p:tav>
                                        <p:tav tm="100000">
                                          <p:val>
                                            <p:strVal val="#ppt_x"/>
                                          </p:val>
                                        </p:tav>
                                      </p:tavLst>
                                    </p:anim>
                                    <p:anim calcmode="lin" valueType="num">
                                      <p:cBhvr additive="base">
                                        <p:cTn id="214" dur="500" fill="hold"/>
                                        <p:tgtEl>
                                          <p:spTgt spid="599059"/>
                                        </p:tgtEl>
                                        <p:attrNameLst>
                                          <p:attrName>ppt_y</p:attrName>
                                        </p:attrNameLst>
                                      </p:cBhvr>
                                      <p:tavLst>
                                        <p:tav tm="0">
                                          <p:val>
                                            <p:strVal val="0-#ppt_h/2"/>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presetID="2" presetClass="entr" presetSubtype="9" fill="hold" grpId="0" nodeType="clickEffect">
                                  <p:stCondLst>
                                    <p:cond delay="0"/>
                                  </p:stCondLst>
                                  <p:childTnLst>
                                    <p:set>
                                      <p:cBhvr>
                                        <p:cTn id="218" dur="1" fill="hold">
                                          <p:stCondLst>
                                            <p:cond delay="0"/>
                                          </p:stCondLst>
                                        </p:cTn>
                                        <p:tgtEl>
                                          <p:spTgt spid="599087"/>
                                        </p:tgtEl>
                                        <p:attrNameLst>
                                          <p:attrName>style.visibility</p:attrName>
                                        </p:attrNameLst>
                                      </p:cBhvr>
                                      <p:to>
                                        <p:strVal val="visible"/>
                                      </p:to>
                                    </p:set>
                                    <p:anim calcmode="lin" valueType="num">
                                      <p:cBhvr additive="base">
                                        <p:cTn id="219" dur="500" fill="hold"/>
                                        <p:tgtEl>
                                          <p:spTgt spid="599087"/>
                                        </p:tgtEl>
                                        <p:attrNameLst>
                                          <p:attrName>ppt_x</p:attrName>
                                        </p:attrNameLst>
                                      </p:cBhvr>
                                      <p:tavLst>
                                        <p:tav tm="0">
                                          <p:val>
                                            <p:strVal val="0-#ppt_w/2"/>
                                          </p:val>
                                        </p:tav>
                                        <p:tav tm="100000">
                                          <p:val>
                                            <p:strVal val="#ppt_x"/>
                                          </p:val>
                                        </p:tav>
                                      </p:tavLst>
                                    </p:anim>
                                    <p:anim calcmode="lin" valueType="num">
                                      <p:cBhvr additive="base">
                                        <p:cTn id="220" dur="500" fill="hold"/>
                                        <p:tgtEl>
                                          <p:spTgt spid="599087"/>
                                        </p:tgtEl>
                                        <p:attrNameLst>
                                          <p:attrName>ppt_y</p:attrName>
                                        </p:attrNameLst>
                                      </p:cBhvr>
                                      <p:tavLst>
                                        <p:tav tm="0">
                                          <p:val>
                                            <p:strVal val="0-#ppt_h/2"/>
                                          </p:val>
                                        </p:tav>
                                        <p:tav tm="100000">
                                          <p:val>
                                            <p:strVal val="#ppt_y"/>
                                          </p:val>
                                        </p:tav>
                                      </p:tavLst>
                                    </p:anim>
                                  </p:childTnLst>
                                </p:cTn>
                              </p:par>
                            </p:childTnLst>
                          </p:cTn>
                        </p:par>
                      </p:childTnLst>
                    </p:cTn>
                  </p:par>
                  <p:par>
                    <p:cTn id="221" fill="hold">
                      <p:stCondLst>
                        <p:cond delay="indefinite"/>
                      </p:stCondLst>
                      <p:childTnLst>
                        <p:par>
                          <p:cTn id="222" fill="hold">
                            <p:stCondLst>
                              <p:cond delay="0"/>
                            </p:stCondLst>
                            <p:childTnLst>
                              <p:par>
                                <p:cTn id="223" presetID="2" presetClass="entr" presetSubtype="9" fill="hold" grpId="0" nodeType="clickEffect">
                                  <p:stCondLst>
                                    <p:cond delay="0"/>
                                  </p:stCondLst>
                                  <p:childTnLst>
                                    <p:set>
                                      <p:cBhvr>
                                        <p:cTn id="224" dur="1" fill="hold">
                                          <p:stCondLst>
                                            <p:cond delay="0"/>
                                          </p:stCondLst>
                                        </p:cTn>
                                        <p:tgtEl>
                                          <p:spTgt spid="599088"/>
                                        </p:tgtEl>
                                        <p:attrNameLst>
                                          <p:attrName>style.visibility</p:attrName>
                                        </p:attrNameLst>
                                      </p:cBhvr>
                                      <p:to>
                                        <p:strVal val="visible"/>
                                      </p:to>
                                    </p:set>
                                    <p:anim calcmode="lin" valueType="num">
                                      <p:cBhvr additive="base">
                                        <p:cTn id="225" dur="500" fill="hold"/>
                                        <p:tgtEl>
                                          <p:spTgt spid="599088"/>
                                        </p:tgtEl>
                                        <p:attrNameLst>
                                          <p:attrName>ppt_x</p:attrName>
                                        </p:attrNameLst>
                                      </p:cBhvr>
                                      <p:tavLst>
                                        <p:tav tm="0">
                                          <p:val>
                                            <p:strVal val="0-#ppt_w/2"/>
                                          </p:val>
                                        </p:tav>
                                        <p:tav tm="100000">
                                          <p:val>
                                            <p:strVal val="#ppt_x"/>
                                          </p:val>
                                        </p:tav>
                                      </p:tavLst>
                                    </p:anim>
                                    <p:anim calcmode="lin" valueType="num">
                                      <p:cBhvr additive="base">
                                        <p:cTn id="226" dur="500" fill="hold"/>
                                        <p:tgtEl>
                                          <p:spTgt spid="599088"/>
                                        </p:tgtEl>
                                        <p:attrNameLst>
                                          <p:attrName>ppt_y</p:attrName>
                                        </p:attrNameLst>
                                      </p:cBhvr>
                                      <p:tavLst>
                                        <p:tav tm="0">
                                          <p:val>
                                            <p:strVal val="0-#ppt_h/2"/>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2" presetClass="entr" presetSubtype="9" fill="hold" grpId="0" nodeType="clickEffect">
                                  <p:stCondLst>
                                    <p:cond delay="0"/>
                                  </p:stCondLst>
                                  <p:childTnLst>
                                    <p:set>
                                      <p:cBhvr>
                                        <p:cTn id="230" dur="1" fill="hold">
                                          <p:stCondLst>
                                            <p:cond delay="0"/>
                                          </p:stCondLst>
                                        </p:cTn>
                                        <p:tgtEl>
                                          <p:spTgt spid="599089"/>
                                        </p:tgtEl>
                                        <p:attrNameLst>
                                          <p:attrName>style.visibility</p:attrName>
                                        </p:attrNameLst>
                                      </p:cBhvr>
                                      <p:to>
                                        <p:strVal val="visible"/>
                                      </p:to>
                                    </p:set>
                                    <p:anim calcmode="lin" valueType="num">
                                      <p:cBhvr additive="base">
                                        <p:cTn id="231" dur="500" fill="hold"/>
                                        <p:tgtEl>
                                          <p:spTgt spid="599089"/>
                                        </p:tgtEl>
                                        <p:attrNameLst>
                                          <p:attrName>ppt_x</p:attrName>
                                        </p:attrNameLst>
                                      </p:cBhvr>
                                      <p:tavLst>
                                        <p:tav tm="0">
                                          <p:val>
                                            <p:strVal val="0-#ppt_w/2"/>
                                          </p:val>
                                        </p:tav>
                                        <p:tav tm="100000">
                                          <p:val>
                                            <p:strVal val="#ppt_x"/>
                                          </p:val>
                                        </p:tav>
                                      </p:tavLst>
                                    </p:anim>
                                    <p:anim calcmode="lin" valueType="num">
                                      <p:cBhvr additive="base">
                                        <p:cTn id="232" dur="500" fill="hold"/>
                                        <p:tgtEl>
                                          <p:spTgt spid="599089"/>
                                        </p:tgtEl>
                                        <p:attrNameLst>
                                          <p:attrName>ppt_y</p:attrName>
                                        </p:attrNameLst>
                                      </p:cBhvr>
                                      <p:tavLst>
                                        <p:tav tm="0">
                                          <p:val>
                                            <p:strVal val="0-#ppt_h/2"/>
                                          </p:val>
                                        </p:tav>
                                        <p:tav tm="100000">
                                          <p:val>
                                            <p:strVal val="#ppt_y"/>
                                          </p:val>
                                        </p:tav>
                                      </p:tavLst>
                                    </p:anim>
                                  </p:childTnLst>
                                </p:cTn>
                              </p:par>
                            </p:childTnLst>
                          </p:cTn>
                        </p:par>
                      </p:childTnLst>
                    </p:cTn>
                  </p:par>
                  <p:par>
                    <p:cTn id="233" fill="hold">
                      <p:stCondLst>
                        <p:cond delay="indefinite"/>
                      </p:stCondLst>
                      <p:childTnLst>
                        <p:par>
                          <p:cTn id="234" fill="hold">
                            <p:stCondLst>
                              <p:cond delay="0"/>
                            </p:stCondLst>
                            <p:childTnLst>
                              <p:par>
                                <p:cTn id="235" presetID="2" presetClass="entr" presetSubtype="9" fill="hold" grpId="0" nodeType="clickEffect">
                                  <p:stCondLst>
                                    <p:cond delay="0"/>
                                  </p:stCondLst>
                                  <p:childTnLst>
                                    <p:set>
                                      <p:cBhvr>
                                        <p:cTn id="236" dur="1" fill="hold">
                                          <p:stCondLst>
                                            <p:cond delay="0"/>
                                          </p:stCondLst>
                                        </p:cTn>
                                        <p:tgtEl>
                                          <p:spTgt spid="599090"/>
                                        </p:tgtEl>
                                        <p:attrNameLst>
                                          <p:attrName>style.visibility</p:attrName>
                                        </p:attrNameLst>
                                      </p:cBhvr>
                                      <p:to>
                                        <p:strVal val="visible"/>
                                      </p:to>
                                    </p:set>
                                    <p:anim calcmode="lin" valueType="num">
                                      <p:cBhvr additive="base">
                                        <p:cTn id="237" dur="500" fill="hold"/>
                                        <p:tgtEl>
                                          <p:spTgt spid="599090"/>
                                        </p:tgtEl>
                                        <p:attrNameLst>
                                          <p:attrName>ppt_x</p:attrName>
                                        </p:attrNameLst>
                                      </p:cBhvr>
                                      <p:tavLst>
                                        <p:tav tm="0">
                                          <p:val>
                                            <p:strVal val="0-#ppt_w/2"/>
                                          </p:val>
                                        </p:tav>
                                        <p:tav tm="100000">
                                          <p:val>
                                            <p:strVal val="#ppt_x"/>
                                          </p:val>
                                        </p:tav>
                                      </p:tavLst>
                                    </p:anim>
                                    <p:anim calcmode="lin" valueType="num">
                                      <p:cBhvr additive="base">
                                        <p:cTn id="238" dur="500" fill="hold"/>
                                        <p:tgtEl>
                                          <p:spTgt spid="599090"/>
                                        </p:tgtEl>
                                        <p:attrNameLst>
                                          <p:attrName>ppt_y</p:attrName>
                                        </p:attrNameLst>
                                      </p:cBhvr>
                                      <p:tavLst>
                                        <p:tav tm="0">
                                          <p:val>
                                            <p:strVal val="0-#ppt_h/2"/>
                                          </p:val>
                                        </p:tav>
                                        <p:tav tm="100000">
                                          <p:val>
                                            <p:strVal val="#ppt_y"/>
                                          </p:val>
                                        </p:tav>
                                      </p:tavLst>
                                    </p:anim>
                                  </p:childTnLst>
                                </p:cTn>
                              </p:par>
                            </p:childTnLst>
                          </p:cTn>
                        </p:par>
                      </p:childTnLst>
                    </p:cTn>
                  </p:par>
                  <p:par>
                    <p:cTn id="239" fill="hold">
                      <p:stCondLst>
                        <p:cond delay="indefinite"/>
                      </p:stCondLst>
                      <p:childTnLst>
                        <p:par>
                          <p:cTn id="240" fill="hold">
                            <p:stCondLst>
                              <p:cond delay="0"/>
                            </p:stCondLst>
                            <p:childTnLst>
                              <p:par>
                                <p:cTn id="241" presetID="18" presetClass="entr" presetSubtype="3" fill="hold" grpId="0" nodeType="clickEffect">
                                  <p:stCondLst>
                                    <p:cond delay="0"/>
                                  </p:stCondLst>
                                  <p:childTnLst>
                                    <p:set>
                                      <p:cBhvr>
                                        <p:cTn id="242" dur="1" fill="hold">
                                          <p:stCondLst>
                                            <p:cond delay="0"/>
                                          </p:stCondLst>
                                        </p:cTn>
                                        <p:tgtEl>
                                          <p:spTgt spid="599102"/>
                                        </p:tgtEl>
                                        <p:attrNameLst>
                                          <p:attrName>style.visibility</p:attrName>
                                        </p:attrNameLst>
                                      </p:cBhvr>
                                      <p:to>
                                        <p:strVal val="visible"/>
                                      </p:to>
                                    </p:set>
                                    <p:animEffect transition="in" filter="strips(upRight)">
                                      <p:cBhvr>
                                        <p:cTn id="243" dur="500"/>
                                        <p:tgtEl>
                                          <p:spTgt spid="599102"/>
                                        </p:tgtEl>
                                      </p:cBhvr>
                                    </p:animEffect>
                                  </p:childTnLst>
                                </p:cTn>
                              </p:par>
                            </p:childTnLst>
                          </p:cTn>
                        </p:par>
                      </p:childTnLst>
                    </p:cTn>
                  </p:par>
                  <p:par>
                    <p:cTn id="244" fill="hold">
                      <p:stCondLst>
                        <p:cond delay="indefinite"/>
                      </p:stCondLst>
                      <p:childTnLst>
                        <p:par>
                          <p:cTn id="245" fill="hold">
                            <p:stCondLst>
                              <p:cond delay="0"/>
                            </p:stCondLst>
                            <p:childTnLst>
                              <p:par>
                                <p:cTn id="246" presetID="18" presetClass="entr" presetSubtype="3" fill="hold" nodeType="clickEffect">
                                  <p:stCondLst>
                                    <p:cond delay="0"/>
                                  </p:stCondLst>
                                  <p:childTnLst>
                                    <p:set>
                                      <p:cBhvr>
                                        <p:cTn id="247" dur="1" fill="hold">
                                          <p:stCondLst>
                                            <p:cond delay="0"/>
                                          </p:stCondLst>
                                        </p:cTn>
                                        <p:tgtEl>
                                          <p:spTgt spid="2"/>
                                        </p:tgtEl>
                                        <p:attrNameLst>
                                          <p:attrName>style.visibility</p:attrName>
                                        </p:attrNameLst>
                                      </p:cBhvr>
                                      <p:to>
                                        <p:strVal val="visible"/>
                                      </p:to>
                                    </p:set>
                                    <p:animEffect transition="in" filter="strips(upRight)">
                                      <p:cBhvr>
                                        <p:cTn id="248" dur="500"/>
                                        <p:tgtEl>
                                          <p:spTgt spid="2"/>
                                        </p:tgtEl>
                                      </p:cBhvr>
                                    </p:animEffect>
                                  </p:childTnLst>
                                </p:cTn>
                              </p:par>
                            </p:childTnLst>
                          </p:cTn>
                        </p:par>
                      </p:childTnLst>
                    </p:cTn>
                  </p:par>
                  <p:par>
                    <p:cTn id="249" fill="hold">
                      <p:stCondLst>
                        <p:cond delay="indefinite"/>
                      </p:stCondLst>
                      <p:childTnLst>
                        <p:par>
                          <p:cTn id="250" fill="hold">
                            <p:stCondLst>
                              <p:cond delay="0"/>
                            </p:stCondLst>
                            <p:childTnLst>
                              <p:par>
                                <p:cTn id="251" presetID="2" presetClass="entr" presetSubtype="3" fill="hold" grpId="0" nodeType="clickEffect">
                                  <p:stCondLst>
                                    <p:cond delay="0"/>
                                  </p:stCondLst>
                                  <p:childTnLst>
                                    <p:set>
                                      <p:cBhvr>
                                        <p:cTn id="252" dur="1" fill="hold">
                                          <p:stCondLst>
                                            <p:cond delay="0"/>
                                          </p:stCondLst>
                                        </p:cTn>
                                        <p:tgtEl>
                                          <p:spTgt spid="599063"/>
                                        </p:tgtEl>
                                        <p:attrNameLst>
                                          <p:attrName>style.visibility</p:attrName>
                                        </p:attrNameLst>
                                      </p:cBhvr>
                                      <p:to>
                                        <p:strVal val="visible"/>
                                      </p:to>
                                    </p:set>
                                    <p:anim calcmode="lin" valueType="num">
                                      <p:cBhvr additive="base">
                                        <p:cTn id="253" dur="500" fill="hold"/>
                                        <p:tgtEl>
                                          <p:spTgt spid="599063"/>
                                        </p:tgtEl>
                                        <p:attrNameLst>
                                          <p:attrName>ppt_x</p:attrName>
                                        </p:attrNameLst>
                                      </p:cBhvr>
                                      <p:tavLst>
                                        <p:tav tm="0">
                                          <p:val>
                                            <p:strVal val="1+#ppt_w/2"/>
                                          </p:val>
                                        </p:tav>
                                        <p:tav tm="100000">
                                          <p:val>
                                            <p:strVal val="#ppt_x"/>
                                          </p:val>
                                        </p:tav>
                                      </p:tavLst>
                                    </p:anim>
                                    <p:anim calcmode="lin" valueType="num">
                                      <p:cBhvr additive="base">
                                        <p:cTn id="254" dur="500" fill="hold"/>
                                        <p:tgtEl>
                                          <p:spTgt spid="599063"/>
                                        </p:tgtEl>
                                        <p:attrNameLst>
                                          <p:attrName>ppt_y</p:attrName>
                                        </p:attrNameLst>
                                      </p:cBhvr>
                                      <p:tavLst>
                                        <p:tav tm="0">
                                          <p:val>
                                            <p:strVal val="0-#ppt_h/2"/>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3" fill="hold" grpId="0" nodeType="clickEffect">
                                  <p:stCondLst>
                                    <p:cond delay="0"/>
                                  </p:stCondLst>
                                  <p:childTnLst>
                                    <p:set>
                                      <p:cBhvr>
                                        <p:cTn id="258" dur="1" fill="hold">
                                          <p:stCondLst>
                                            <p:cond delay="0"/>
                                          </p:stCondLst>
                                        </p:cTn>
                                        <p:tgtEl>
                                          <p:spTgt spid="599062"/>
                                        </p:tgtEl>
                                        <p:attrNameLst>
                                          <p:attrName>style.visibility</p:attrName>
                                        </p:attrNameLst>
                                      </p:cBhvr>
                                      <p:to>
                                        <p:strVal val="visible"/>
                                      </p:to>
                                    </p:set>
                                    <p:anim calcmode="lin" valueType="num">
                                      <p:cBhvr additive="base">
                                        <p:cTn id="259" dur="500" fill="hold"/>
                                        <p:tgtEl>
                                          <p:spTgt spid="599062"/>
                                        </p:tgtEl>
                                        <p:attrNameLst>
                                          <p:attrName>ppt_x</p:attrName>
                                        </p:attrNameLst>
                                      </p:cBhvr>
                                      <p:tavLst>
                                        <p:tav tm="0">
                                          <p:val>
                                            <p:strVal val="1+#ppt_w/2"/>
                                          </p:val>
                                        </p:tav>
                                        <p:tav tm="100000">
                                          <p:val>
                                            <p:strVal val="#ppt_x"/>
                                          </p:val>
                                        </p:tav>
                                      </p:tavLst>
                                    </p:anim>
                                    <p:anim calcmode="lin" valueType="num">
                                      <p:cBhvr additive="base">
                                        <p:cTn id="260" dur="500" fill="hold"/>
                                        <p:tgtEl>
                                          <p:spTgt spid="599062"/>
                                        </p:tgtEl>
                                        <p:attrNameLst>
                                          <p:attrName>ppt_y</p:attrName>
                                        </p:attrNameLst>
                                      </p:cBhvr>
                                      <p:tavLst>
                                        <p:tav tm="0">
                                          <p:val>
                                            <p:strVal val="0-#ppt_h/2"/>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3" fill="hold" grpId="0" nodeType="clickEffect">
                                  <p:stCondLst>
                                    <p:cond delay="0"/>
                                  </p:stCondLst>
                                  <p:childTnLst>
                                    <p:set>
                                      <p:cBhvr>
                                        <p:cTn id="264" dur="1" fill="hold">
                                          <p:stCondLst>
                                            <p:cond delay="0"/>
                                          </p:stCondLst>
                                        </p:cTn>
                                        <p:tgtEl>
                                          <p:spTgt spid="599061"/>
                                        </p:tgtEl>
                                        <p:attrNameLst>
                                          <p:attrName>style.visibility</p:attrName>
                                        </p:attrNameLst>
                                      </p:cBhvr>
                                      <p:to>
                                        <p:strVal val="visible"/>
                                      </p:to>
                                    </p:set>
                                    <p:anim calcmode="lin" valueType="num">
                                      <p:cBhvr additive="base">
                                        <p:cTn id="265" dur="500" fill="hold"/>
                                        <p:tgtEl>
                                          <p:spTgt spid="599061"/>
                                        </p:tgtEl>
                                        <p:attrNameLst>
                                          <p:attrName>ppt_x</p:attrName>
                                        </p:attrNameLst>
                                      </p:cBhvr>
                                      <p:tavLst>
                                        <p:tav tm="0">
                                          <p:val>
                                            <p:strVal val="1+#ppt_w/2"/>
                                          </p:val>
                                        </p:tav>
                                        <p:tav tm="100000">
                                          <p:val>
                                            <p:strVal val="#ppt_x"/>
                                          </p:val>
                                        </p:tav>
                                      </p:tavLst>
                                    </p:anim>
                                    <p:anim calcmode="lin" valueType="num">
                                      <p:cBhvr additive="base">
                                        <p:cTn id="266" dur="500" fill="hold"/>
                                        <p:tgtEl>
                                          <p:spTgt spid="599061"/>
                                        </p:tgtEl>
                                        <p:attrNameLst>
                                          <p:attrName>ppt_y</p:attrName>
                                        </p:attrNameLst>
                                      </p:cBhvr>
                                      <p:tavLst>
                                        <p:tav tm="0">
                                          <p:val>
                                            <p:strVal val="0-#ppt_h/2"/>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3" fill="hold" grpId="0" nodeType="clickEffect">
                                  <p:stCondLst>
                                    <p:cond delay="0"/>
                                  </p:stCondLst>
                                  <p:childTnLst>
                                    <p:set>
                                      <p:cBhvr>
                                        <p:cTn id="270" dur="1" fill="hold">
                                          <p:stCondLst>
                                            <p:cond delay="0"/>
                                          </p:stCondLst>
                                        </p:cTn>
                                        <p:tgtEl>
                                          <p:spTgt spid="599060"/>
                                        </p:tgtEl>
                                        <p:attrNameLst>
                                          <p:attrName>style.visibility</p:attrName>
                                        </p:attrNameLst>
                                      </p:cBhvr>
                                      <p:to>
                                        <p:strVal val="visible"/>
                                      </p:to>
                                    </p:set>
                                    <p:anim calcmode="lin" valueType="num">
                                      <p:cBhvr additive="base">
                                        <p:cTn id="271" dur="500" fill="hold"/>
                                        <p:tgtEl>
                                          <p:spTgt spid="599060"/>
                                        </p:tgtEl>
                                        <p:attrNameLst>
                                          <p:attrName>ppt_x</p:attrName>
                                        </p:attrNameLst>
                                      </p:cBhvr>
                                      <p:tavLst>
                                        <p:tav tm="0">
                                          <p:val>
                                            <p:strVal val="1+#ppt_w/2"/>
                                          </p:val>
                                        </p:tav>
                                        <p:tav tm="100000">
                                          <p:val>
                                            <p:strVal val="#ppt_x"/>
                                          </p:val>
                                        </p:tav>
                                      </p:tavLst>
                                    </p:anim>
                                    <p:anim calcmode="lin" valueType="num">
                                      <p:cBhvr additive="base">
                                        <p:cTn id="272" dur="500" fill="hold"/>
                                        <p:tgtEl>
                                          <p:spTgt spid="599060"/>
                                        </p:tgtEl>
                                        <p:attrNameLst>
                                          <p:attrName>ppt_y</p:attrName>
                                        </p:attrNameLst>
                                      </p:cBhvr>
                                      <p:tavLst>
                                        <p:tav tm="0">
                                          <p:val>
                                            <p:strVal val="0-#ppt_h/2"/>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6" fill="hold" grpId="0" nodeType="clickEffect">
                                  <p:stCondLst>
                                    <p:cond delay="0"/>
                                  </p:stCondLst>
                                  <p:childTnLst>
                                    <p:set>
                                      <p:cBhvr>
                                        <p:cTn id="276" dur="1" fill="hold">
                                          <p:stCondLst>
                                            <p:cond delay="0"/>
                                          </p:stCondLst>
                                        </p:cTn>
                                        <p:tgtEl>
                                          <p:spTgt spid="599064"/>
                                        </p:tgtEl>
                                        <p:attrNameLst>
                                          <p:attrName>style.visibility</p:attrName>
                                        </p:attrNameLst>
                                      </p:cBhvr>
                                      <p:to>
                                        <p:strVal val="visible"/>
                                      </p:to>
                                    </p:set>
                                    <p:anim calcmode="lin" valueType="num">
                                      <p:cBhvr additive="base">
                                        <p:cTn id="277" dur="500" fill="hold"/>
                                        <p:tgtEl>
                                          <p:spTgt spid="599064"/>
                                        </p:tgtEl>
                                        <p:attrNameLst>
                                          <p:attrName>ppt_x</p:attrName>
                                        </p:attrNameLst>
                                      </p:cBhvr>
                                      <p:tavLst>
                                        <p:tav tm="0">
                                          <p:val>
                                            <p:strVal val="1+#ppt_w/2"/>
                                          </p:val>
                                        </p:tav>
                                        <p:tav tm="100000">
                                          <p:val>
                                            <p:strVal val="#ppt_x"/>
                                          </p:val>
                                        </p:tav>
                                      </p:tavLst>
                                    </p:anim>
                                    <p:anim calcmode="lin" valueType="num">
                                      <p:cBhvr additive="base">
                                        <p:cTn id="278" dur="500" fill="hold"/>
                                        <p:tgtEl>
                                          <p:spTgt spid="599064"/>
                                        </p:tgtEl>
                                        <p:attrNameLst>
                                          <p:attrName>ppt_y</p:attrName>
                                        </p:attrNameLst>
                                      </p:cBhvr>
                                      <p:tavLst>
                                        <p:tav tm="0">
                                          <p:val>
                                            <p:strVal val="1+#ppt_h/2"/>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6" fill="hold" grpId="0" nodeType="clickEffect">
                                  <p:stCondLst>
                                    <p:cond delay="0"/>
                                  </p:stCondLst>
                                  <p:childTnLst>
                                    <p:set>
                                      <p:cBhvr>
                                        <p:cTn id="282" dur="1" fill="hold">
                                          <p:stCondLst>
                                            <p:cond delay="0"/>
                                          </p:stCondLst>
                                        </p:cTn>
                                        <p:tgtEl>
                                          <p:spTgt spid="599065"/>
                                        </p:tgtEl>
                                        <p:attrNameLst>
                                          <p:attrName>style.visibility</p:attrName>
                                        </p:attrNameLst>
                                      </p:cBhvr>
                                      <p:to>
                                        <p:strVal val="visible"/>
                                      </p:to>
                                    </p:set>
                                    <p:anim calcmode="lin" valueType="num">
                                      <p:cBhvr additive="base">
                                        <p:cTn id="283" dur="500" fill="hold"/>
                                        <p:tgtEl>
                                          <p:spTgt spid="599065"/>
                                        </p:tgtEl>
                                        <p:attrNameLst>
                                          <p:attrName>ppt_x</p:attrName>
                                        </p:attrNameLst>
                                      </p:cBhvr>
                                      <p:tavLst>
                                        <p:tav tm="0">
                                          <p:val>
                                            <p:strVal val="1+#ppt_w/2"/>
                                          </p:val>
                                        </p:tav>
                                        <p:tav tm="100000">
                                          <p:val>
                                            <p:strVal val="#ppt_x"/>
                                          </p:val>
                                        </p:tav>
                                      </p:tavLst>
                                    </p:anim>
                                    <p:anim calcmode="lin" valueType="num">
                                      <p:cBhvr additive="base">
                                        <p:cTn id="284" dur="500" fill="hold"/>
                                        <p:tgtEl>
                                          <p:spTgt spid="599065"/>
                                        </p:tgtEl>
                                        <p:attrNameLst>
                                          <p:attrName>ppt_y</p:attrName>
                                        </p:attrNameLst>
                                      </p:cBhvr>
                                      <p:tavLst>
                                        <p:tav tm="0">
                                          <p:val>
                                            <p:strVal val="1+#ppt_h/2"/>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6" fill="hold" grpId="0" nodeType="clickEffect">
                                  <p:stCondLst>
                                    <p:cond delay="0"/>
                                  </p:stCondLst>
                                  <p:childTnLst>
                                    <p:set>
                                      <p:cBhvr>
                                        <p:cTn id="288" dur="1" fill="hold">
                                          <p:stCondLst>
                                            <p:cond delay="0"/>
                                          </p:stCondLst>
                                        </p:cTn>
                                        <p:tgtEl>
                                          <p:spTgt spid="599066"/>
                                        </p:tgtEl>
                                        <p:attrNameLst>
                                          <p:attrName>style.visibility</p:attrName>
                                        </p:attrNameLst>
                                      </p:cBhvr>
                                      <p:to>
                                        <p:strVal val="visible"/>
                                      </p:to>
                                    </p:set>
                                    <p:anim calcmode="lin" valueType="num">
                                      <p:cBhvr additive="base">
                                        <p:cTn id="289" dur="500" fill="hold"/>
                                        <p:tgtEl>
                                          <p:spTgt spid="599066"/>
                                        </p:tgtEl>
                                        <p:attrNameLst>
                                          <p:attrName>ppt_x</p:attrName>
                                        </p:attrNameLst>
                                      </p:cBhvr>
                                      <p:tavLst>
                                        <p:tav tm="0">
                                          <p:val>
                                            <p:strVal val="1+#ppt_w/2"/>
                                          </p:val>
                                        </p:tav>
                                        <p:tav tm="100000">
                                          <p:val>
                                            <p:strVal val="#ppt_x"/>
                                          </p:val>
                                        </p:tav>
                                      </p:tavLst>
                                    </p:anim>
                                    <p:anim calcmode="lin" valueType="num">
                                      <p:cBhvr additive="base">
                                        <p:cTn id="290" dur="500" fill="hold"/>
                                        <p:tgtEl>
                                          <p:spTgt spid="599066"/>
                                        </p:tgtEl>
                                        <p:attrNameLst>
                                          <p:attrName>ppt_y</p:attrName>
                                        </p:attrNameLst>
                                      </p:cBhvr>
                                      <p:tavLst>
                                        <p:tav tm="0">
                                          <p:val>
                                            <p:strVal val="1+#ppt_h/2"/>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6" fill="hold" grpId="0" nodeType="clickEffect">
                                  <p:stCondLst>
                                    <p:cond delay="0"/>
                                  </p:stCondLst>
                                  <p:childTnLst>
                                    <p:set>
                                      <p:cBhvr>
                                        <p:cTn id="294" dur="1" fill="hold">
                                          <p:stCondLst>
                                            <p:cond delay="0"/>
                                          </p:stCondLst>
                                        </p:cTn>
                                        <p:tgtEl>
                                          <p:spTgt spid="599067"/>
                                        </p:tgtEl>
                                        <p:attrNameLst>
                                          <p:attrName>style.visibility</p:attrName>
                                        </p:attrNameLst>
                                      </p:cBhvr>
                                      <p:to>
                                        <p:strVal val="visible"/>
                                      </p:to>
                                    </p:set>
                                    <p:anim calcmode="lin" valueType="num">
                                      <p:cBhvr additive="base">
                                        <p:cTn id="295" dur="500" fill="hold"/>
                                        <p:tgtEl>
                                          <p:spTgt spid="599067"/>
                                        </p:tgtEl>
                                        <p:attrNameLst>
                                          <p:attrName>ppt_x</p:attrName>
                                        </p:attrNameLst>
                                      </p:cBhvr>
                                      <p:tavLst>
                                        <p:tav tm="0">
                                          <p:val>
                                            <p:strVal val="1+#ppt_w/2"/>
                                          </p:val>
                                        </p:tav>
                                        <p:tav tm="100000">
                                          <p:val>
                                            <p:strVal val="#ppt_x"/>
                                          </p:val>
                                        </p:tav>
                                      </p:tavLst>
                                    </p:anim>
                                    <p:anim calcmode="lin" valueType="num">
                                      <p:cBhvr additive="base">
                                        <p:cTn id="296" dur="500" fill="hold"/>
                                        <p:tgtEl>
                                          <p:spTgt spid="599067"/>
                                        </p:tgtEl>
                                        <p:attrNameLst>
                                          <p:attrName>ppt_y</p:attrName>
                                        </p:attrNameLst>
                                      </p:cBhvr>
                                      <p:tavLst>
                                        <p:tav tm="0">
                                          <p:val>
                                            <p:strVal val="1+#ppt_h/2"/>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ntr" presetSubtype="12" fill="hold" grpId="0" nodeType="clickEffect">
                                  <p:stCondLst>
                                    <p:cond delay="0"/>
                                  </p:stCondLst>
                                  <p:childTnLst>
                                    <p:set>
                                      <p:cBhvr>
                                        <p:cTn id="300" dur="1" fill="hold">
                                          <p:stCondLst>
                                            <p:cond delay="0"/>
                                          </p:stCondLst>
                                        </p:cTn>
                                        <p:tgtEl>
                                          <p:spTgt spid="599068"/>
                                        </p:tgtEl>
                                        <p:attrNameLst>
                                          <p:attrName>style.visibility</p:attrName>
                                        </p:attrNameLst>
                                      </p:cBhvr>
                                      <p:to>
                                        <p:strVal val="visible"/>
                                      </p:to>
                                    </p:set>
                                    <p:anim calcmode="lin" valueType="num">
                                      <p:cBhvr additive="base">
                                        <p:cTn id="301" dur="500" fill="hold"/>
                                        <p:tgtEl>
                                          <p:spTgt spid="599068"/>
                                        </p:tgtEl>
                                        <p:attrNameLst>
                                          <p:attrName>ppt_x</p:attrName>
                                        </p:attrNameLst>
                                      </p:cBhvr>
                                      <p:tavLst>
                                        <p:tav tm="0">
                                          <p:val>
                                            <p:strVal val="0-#ppt_w/2"/>
                                          </p:val>
                                        </p:tav>
                                        <p:tav tm="100000">
                                          <p:val>
                                            <p:strVal val="#ppt_x"/>
                                          </p:val>
                                        </p:tav>
                                      </p:tavLst>
                                    </p:anim>
                                    <p:anim calcmode="lin" valueType="num">
                                      <p:cBhvr additive="base">
                                        <p:cTn id="302" dur="500" fill="hold"/>
                                        <p:tgtEl>
                                          <p:spTgt spid="599068"/>
                                        </p:tgtEl>
                                        <p:attrNameLst>
                                          <p:attrName>ppt_y</p:attrName>
                                        </p:attrNameLst>
                                      </p:cBhvr>
                                      <p:tavLst>
                                        <p:tav tm="0">
                                          <p:val>
                                            <p:strVal val="1+#ppt_h/2"/>
                                          </p:val>
                                        </p:tav>
                                        <p:tav tm="100000">
                                          <p:val>
                                            <p:strVal val="#ppt_y"/>
                                          </p:val>
                                        </p:tav>
                                      </p:tavLst>
                                    </p:anim>
                                  </p:childTnLst>
                                </p:cTn>
                              </p:par>
                            </p:childTnLst>
                          </p:cTn>
                        </p:par>
                      </p:childTnLst>
                    </p:cTn>
                  </p:par>
                  <p:par>
                    <p:cTn id="303" fill="hold">
                      <p:stCondLst>
                        <p:cond delay="indefinite"/>
                      </p:stCondLst>
                      <p:childTnLst>
                        <p:par>
                          <p:cTn id="304" fill="hold">
                            <p:stCondLst>
                              <p:cond delay="0"/>
                            </p:stCondLst>
                            <p:childTnLst>
                              <p:par>
                                <p:cTn id="305" presetID="2" presetClass="entr" presetSubtype="12" fill="hold" grpId="0" nodeType="clickEffect">
                                  <p:stCondLst>
                                    <p:cond delay="0"/>
                                  </p:stCondLst>
                                  <p:childTnLst>
                                    <p:set>
                                      <p:cBhvr>
                                        <p:cTn id="306" dur="1" fill="hold">
                                          <p:stCondLst>
                                            <p:cond delay="0"/>
                                          </p:stCondLst>
                                        </p:cTn>
                                        <p:tgtEl>
                                          <p:spTgt spid="599069"/>
                                        </p:tgtEl>
                                        <p:attrNameLst>
                                          <p:attrName>style.visibility</p:attrName>
                                        </p:attrNameLst>
                                      </p:cBhvr>
                                      <p:to>
                                        <p:strVal val="visible"/>
                                      </p:to>
                                    </p:set>
                                    <p:anim calcmode="lin" valueType="num">
                                      <p:cBhvr additive="base">
                                        <p:cTn id="307" dur="500" fill="hold"/>
                                        <p:tgtEl>
                                          <p:spTgt spid="599069"/>
                                        </p:tgtEl>
                                        <p:attrNameLst>
                                          <p:attrName>ppt_x</p:attrName>
                                        </p:attrNameLst>
                                      </p:cBhvr>
                                      <p:tavLst>
                                        <p:tav tm="0">
                                          <p:val>
                                            <p:strVal val="0-#ppt_w/2"/>
                                          </p:val>
                                        </p:tav>
                                        <p:tav tm="100000">
                                          <p:val>
                                            <p:strVal val="#ppt_x"/>
                                          </p:val>
                                        </p:tav>
                                      </p:tavLst>
                                    </p:anim>
                                    <p:anim calcmode="lin" valueType="num">
                                      <p:cBhvr additive="base">
                                        <p:cTn id="308" dur="500" fill="hold"/>
                                        <p:tgtEl>
                                          <p:spTgt spid="599069"/>
                                        </p:tgtEl>
                                        <p:attrNameLst>
                                          <p:attrName>ppt_y</p:attrName>
                                        </p:attrNameLst>
                                      </p:cBhvr>
                                      <p:tavLst>
                                        <p:tav tm="0">
                                          <p:val>
                                            <p:strVal val="1+#ppt_h/2"/>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12" fill="hold" grpId="0" nodeType="clickEffect">
                                  <p:stCondLst>
                                    <p:cond delay="0"/>
                                  </p:stCondLst>
                                  <p:childTnLst>
                                    <p:set>
                                      <p:cBhvr>
                                        <p:cTn id="312" dur="1" fill="hold">
                                          <p:stCondLst>
                                            <p:cond delay="0"/>
                                          </p:stCondLst>
                                        </p:cTn>
                                        <p:tgtEl>
                                          <p:spTgt spid="599070"/>
                                        </p:tgtEl>
                                        <p:attrNameLst>
                                          <p:attrName>style.visibility</p:attrName>
                                        </p:attrNameLst>
                                      </p:cBhvr>
                                      <p:to>
                                        <p:strVal val="visible"/>
                                      </p:to>
                                    </p:set>
                                    <p:anim calcmode="lin" valueType="num">
                                      <p:cBhvr additive="base">
                                        <p:cTn id="313" dur="500" fill="hold"/>
                                        <p:tgtEl>
                                          <p:spTgt spid="599070"/>
                                        </p:tgtEl>
                                        <p:attrNameLst>
                                          <p:attrName>ppt_x</p:attrName>
                                        </p:attrNameLst>
                                      </p:cBhvr>
                                      <p:tavLst>
                                        <p:tav tm="0">
                                          <p:val>
                                            <p:strVal val="0-#ppt_w/2"/>
                                          </p:val>
                                        </p:tav>
                                        <p:tav tm="100000">
                                          <p:val>
                                            <p:strVal val="#ppt_x"/>
                                          </p:val>
                                        </p:tav>
                                      </p:tavLst>
                                    </p:anim>
                                    <p:anim calcmode="lin" valueType="num">
                                      <p:cBhvr additive="base">
                                        <p:cTn id="314" dur="500" fill="hold"/>
                                        <p:tgtEl>
                                          <p:spTgt spid="599070"/>
                                        </p:tgtEl>
                                        <p:attrNameLst>
                                          <p:attrName>ppt_y</p:attrName>
                                        </p:attrNameLst>
                                      </p:cBhvr>
                                      <p:tavLst>
                                        <p:tav tm="0">
                                          <p:val>
                                            <p:strVal val="1+#ppt_h/2"/>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12" fill="hold" grpId="0" nodeType="clickEffect">
                                  <p:stCondLst>
                                    <p:cond delay="0"/>
                                  </p:stCondLst>
                                  <p:childTnLst>
                                    <p:set>
                                      <p:cBhvr>
                                        <p:cTn id="318" dur="1" fill="hold">
                                          <p:stCondLst>
                                            <p:cond delay="0"/>
                                          </p:stCondLst>
                                        </p:cTn>
                                        <p:tgtEl>
                                          <p:spTgt spid="599071"/>
                                        </p:tgtEl>
                                        <p:attrNameLst>
                                          <p:attrName>style.visibility</p:attrName>
                                        </p:attrNameLst>
                                      </p:cBhvr>
                                      <p:to>
                                        <p:strVal val="visible"/>
                                      </p:to>
                                    </p:set>
                                    <p:anim calcmode="lin" valueType="num">
                                      <p:cBhvr additive="base">
                                        <p:cTn id="319" dur="500" fill="hold"/>
                                        <p:tgtEl>
                                          <p:spTgt spid="599071"/>
                                        </p:tgtEl>
                                        <p:attrNameLst>
                                          <p:attrName>ppt_x</p:attrName>
                                        </p:attrNameLst>
                                      </p:cBhvr>
                                      <p:tavLst>
                                        <p:tav tm="0">
                                          <p:val>
                                            <p:strVal val="0-#ppt_w/2"/>
                                          </p:val>
                                        </p:tav>
                                        <p:tav tm="100000">
                                          <p:val>
                                            <p:strVal val="#ppt_x"/>
                                          </p:val>
                                        </p:tav>
                                      </p:tavLst>
                                    </p:anim>
                                    <p:anim calcmode="lin" valueType="num">
                                      <p:cBhvr additive="base">
                                        <p:cTn id="320" dur="500" fill="hold"/>
                                        <p:tgtEl>
                                          <p:spTgt spid="599071"/>
                                        </p:tgtEl>
                                        <p:attrNameLst>
                                          <p:attrName>ppt_y</p:attrName>
                                        </p:attrNameLst>
                                      </p:cBhvr>
                                      <p:tavLst>
                                        <p:tav tm="0">
                                          <p:val>
                                            <p:strVal val="1+#ppt_h/2"/>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18" presetClass="entr" presetSubtype="6" fill="hold" grpId="0" nodeType="clickEffect">
                                  <p:stCondLst>
                                    <p:cond delay="0"/>
                                  </p:stCondLst>
                                  <p:childTnLst>
                                    <p:set>
                                      <p:cBhvr>
                                        <p:cTn id="324" dur="1" fill="hold">
                                          <p:stCondLst>
                                            <p:cond delay="0"/>
                                          </p:stCondLst>
                                        </p:cTn>
                                        <p:tgtEl>
                                          <p:spTgt spid="599105"/>
                                        </p:tgtEl>
                                        <p:attrNameLst>
                                          <p:attrName>style.visibility</p:attrName>
                                        </p:attrNameLst>
                                      </p:cBhvr>
                                      <p:to>
                                        <p:strVal val="visible"/>
                                      </p:to>
                                    </p:set>
                                    <p:animEffect transition="in" filter="strips(downRight)">
                                      <p:cBhvr>
                                        <p:cTn id="325" dur="500"/>
                                        <p:tgtEl>
                                          <p:spTgt spid="599105"/>
                                        </p:tgtEl>
                                      </p:cBhvr>
                                    </p:animEffect>
                                  </p:childTnLst>
                                </p:cTn>
                              </p:par>
                            </p:childTnLst>
                          </p:cTn>
                        </p:par>
                      </p:childTnLst>
                    </p:cTn>
                  </p:par>
                  <p:par>
                    <p:cTn id="326" fill="hold">
                      <p:stCondLst>
                        <p:cond delay="indefinite"/>
                      </p:stCondLst>
                      <p:childTnLst>
                        <p:par>
                          <p:cTn id="327" fill="hold">
                            <p:stCondLst>
                              <p:cond delay="0"/>
                            </p:stCondLst>
                            <p:childTnLst>
                              <p:par>
                                <p:cTn id="328" presetID="18" presetClass="entr" presetSubtype="12" fill="hold" grpId="0" nodeType="clickEffect">
                                  <p:stCondLst>
                                    <p:cond delay="0"/>
                                  </p:stCondLst>
                                  <p:childTnLst>
                                    <p:set>
                                      <p:cBhvr>
                                        <p:cTn id="329" dur="1" fill="hold">
                                          <p:stCondLst>
                                            <p:cond delay="0"/>
                                          </p:stCondLst>
                                        </p:cTn>
                                        <p:tgtEl>
                                          <p:spTgt spid="599103"/>
                                        </p:tgtEl>
                                        <p:attrNameLst>
                                          <p:attrName>style.visibility</p:attrName>
                                        </p:attrNameLst>
                                      </p:cBhvr>
                                      <p:to>
                                        <p:strVal val="visible"/>
                                      </p:to>
                                    </p:set>
                                    <p:animEffect transition="in" filter="strips(downLeft)">
                                      <p:cBhvr>
                                        <p:cTn id="330" dur="500"/>
                                        <p:tgtEl>
                                          <p:spTgt spid="599103"/>
                                        </p:tgtEl>
                                      </p:cBhvr>
                                    </p:animEffect>
                                  </p:childTnLst>
                                </p:cTn>
                              </p:par>
                            </p:childTnLst>
                          </p:cTn>
                        </p:par>
                      </p:childTnLst>
                    </p:cTn>
                  </p:par>
                  <p:par>
                    <p:cTn id="331" fill="hold">
                      <p:stCondLst>
                        <p:cond delay="indefinite"/>
                      </p:stCondLst>
                      <p:childTnLst>
                        <p:par>
                          <p:cTn id="332" fill="hold">
                            <p:stCondLst>
                              <p:cond delay="0"/>
                            </p:stCondLst>
                            <p:childTnLst>
                              <p:par>
                                <p:cTn id="333" presetID="18" presetClass="entr" presetSubtype="9" fill="hold" grpId="0" nodeType="clickEffect">
                                  <p:stCondLst>
                                    <p:cond delay="0"/>
                                  </p:stCondLst>
                                  <p:childTnLst>
                                    <p:set>
                                      <p:cBhvr>
                                        <p:cTn id="334" dur="1" fill="hold">
                                          <p:stCondLst>
                                            <p:cond delay="0"/>
                                          </p:stCondLst>
                                        </p:cTn>
                                        <p:tgtEl>
                                          <p:spTgt spid="599104"/>
                                        </p:tgtEl>
                                        <p:attrNameLst>
                                          <p:attrName>style.visibility</p:attrName>
                                        </p:attrNameLst>
                                      </p:cBhvr>
                                      <p:to>
                                        <p:strVal val="visible"/>
                                      </p:to>
                                    </p:set>
                                    <p:animEffect transition="in" filter="strips(upLeft)">
                                      <p:cBhvr>
                                        <p:cTn id="335" dur="500"/>
                                        <p:tgtEl>
                                          <p:spTgt spid="599104"/>
                                        </p:tgtEl>
                                      </p:cBhvr>
                                    </p:animEffect>
                                  </p:childTnLst>
                                </p:cTn>
                              </p:par>
                            </p:childTnLst>
                          </p:cTn>
                        </p:par>
                      </p:childTnLst>
                    </p:cTn>
                  </p:par>
                  <p:par>
                    <p:cTn id="336" fill="hold">
                      <p:stCondLst>
                        <p:cond delay="indefinite"/>
                      </p:stCondLst>
                      <p:childTnLst>
                        <p:par>
                          <p:cTn id="337" fill="hold">
                            <p:stCondLst>
                              <p:cond delay="0"/>
                            </p:stCondLst>
                            <p:childTnLst>
                              <p:par>
                                <p:cTn id="338" presetID="7" presetClass="entr" presetSubtype="2" fill="hold" nodeType="clickEffect">
                                  <p:stCondLst>
                                    <p:cond delay="0"/>
                                  </p:stCondLst>
                                  <p:childTnLst>
                                    <p:set>
                                      <p:cBhvr>
                                        <p:cTn id="339" dur="1" fill="hold">
                                          <p:stCondLst>
                                            <p:cond delay="0"/>
                                          </p:stCondLst>
                                        </p:cTn>
                                        <p:tgtEl>
                                          <p:spTgt spid="5"/>
                                        </p:tgtEl>
                                        <p:attrNameLst>
                                          <p:attrName>style.visibility</p:attrName>
                                        </p:attrNameLst>
                                      </p:cBhvr>
                                      <p:to>
                                        <p:strVal val="visible"/>
                                      </p:to>
                                    </p:set>
                                    <p:anim calcmode="lin" valueType="num">
                                      <p:cBhvr additive="base">
                                        <p:cTn id="340" dur="5000" fill="hold"/>
                                        <p:tgtEl>
                                          <p:spTgt spid="5"/>
                                        </p:tgtEl>
                                        <p:attrNameLst>
                                          <p:attrName>ppt_x</p:attrName>
                                        </p:attrNameLst>
                                      </p:cBhvr>
                                      <p:tavLst>
                                        <p:tav tm="0">
                                          <p:val>
                                            <p:strVal val="1+#ppt_w/2"/>
                                          </p:val>
                                        </p:tav>
                                        <p:tav tm="100000">
                                          <p:val>
                                            <p:strVal val="#ppt_x"/>
                                          </p:val>
                                        </p:tav>
                                      </p:tavLst>
                                    </p:anim>
                                    <p:anim calcmode="lin" valueType="num">
                                      <p:cBhvr additive="base">
                                        <p:cTn id="341" dur="5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2" grpId="0" animBg="1"/>
      <p:bldP spid="599043" grpId="0" animBg="1"/>
      <p:bldP spid="599044" grpId="0" animBg="1"/>
      <p:bldP spid="599045" grpId="0" animBg="1"/>
      <p:bldP spid="599046" grpId="0" animBg="1"/>
      <p:bldP spid="599047" grpId="0" animBg="1"/>
      <p:bldP spid="599048" grpId="0" animBg="1"/>
      <p:bldP spid="599049" grpId="0" animBg="1"/>
      <p:bldP spid="599050" grpId="0" animBg="1"/>
      <p:bldP spid="599051" grpId="0" animBg="1"/>
      <p:bldP spid="599052" grpId="0" animBg="1"/>
      <p:bldP spid="599053" grpId="0" animBg="1"/>
      <p:bldP spid="599054" grpId="0" animBg="1"/>
      <p:bldP spid="599055" grpId="0" animBg="1"/>
      <p:bldP spid="599056" grpId="0" animBg="1"/>
      <p:bldP spid="599057" grpId="0" animBg="1"/>
      <p:bldP spid="599058" grpId="0" animBg="1"/>
      <p:bldP spid="599059" grpId="0" animBg="1"/>
      <p:bldP spid="599060" grpId="0" animBg="1"/>
      <p:bldP spid="599061" grpId="0" animBg="1"/>
      <p:bldP spid="599062" grpId="0" animBg="1"/>
      <p:bldP spid="599063" grpId="0" animBg="1"/>
      <p:bldP spid="599064" grpId="0" animBg="1"/>
      <p:bldP spid="599065" grpId="0" animBg="1"/>
      <p:bldP spid="599066" grpId="0" animBg="1"/>
      <p:bldP spid="599067" grpId="0" animBg="1"/>
      <p:bldP spid="599068" grpId="0" animBg="1"/>
      <p:bldP spid="599069" grpId="0" animBg="1"/>
      <p:bldP spid="599070" grpId="0" animBg="1"/>
      <p:bldP spid="599071" grpId="0" animBg="1"/>
      <p:bldP spid="599072" grpId="0" animBg="1"/>
      <p:bldP spid="599073" grpId="0" animBg="1"/>
      <p:bldP spid="599074" grpId="0" animBg="1"/>
      <p:bldP spid="599075" grpId="0" animBg="1"/>
      <p:bldP spid="599076" grpId="0" animBg="1"/>
      <p:bldP spid="599077" grpId="0" animBg="1"/>
      <p:bldP spid="599078" grpId="0" animBg="1"/>
      <p:bldP spid="599079" grpId="0" animBg="1"/>
      <p:bldP spid="599080" grpId="0" autoUpdateAnimBg="0"/>
      <p:bldP spid="599081" grpId="0" autoUpdateAnimBg="0"/>
      <p:bldP spid="599082" grpId="0" autoUpdateAnimBg="0"/>
      <p:bldP spid="599083" grpId="0" autoUpdateAnimBg="0"/>
      <p:bldP spid="599084" grpId="0" autoUpdateAnimBg="0"/>
      <p:bldP spid="599085" grpId="0" autoUpdateAnimBg="0"/>
      <p:bldP spid="599086" grpId="0" autoUpdateAnimBg="0"/>
      <p:bldP spid="599087" grpId="0" autoUpdateAnimBg="0"/>
      <p:bldP spid="599088" grpId="0" autoUpdateAnimBg="0"/>
      <p:bldP spid="599089" grpId="0" autoUpdateAnimBg="0"/>
      <p:bldP spid="599090" grpId="0" autoUpdateAnimBg="0"/>
      <p:bldP spid="599101" grpId="0" autoUpdateAnimBg="0"/>
      <p:bldP spid="599102" grpId="0" animBg="1"/>
      <p:bldP spid="599103" grpId="0" animBg="1"/>
      <p:bldP spid="599104" grpId="0" animBg="1"/>
      <p:bldP spid="59910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4126345"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4126345" y="1106055"/>
            <a:ext cx="5029200" cy="3694113"/>
          </a:xfrm>
          <a:prstGeom prst="rect">
            <a:avLst/>
          </a:prstGeom>
          <a:noFill/>
        </p:spPr>
        <p:txBody>
          <a:bodyPr>
            <a:spAutoFit/>
          </a:bodyPr>
          <a:lstStyle/>
          <a:p>
            <a:pPr fontAlgn="auto">
              <a:lnSpc>
                <a:spcPct val="150000"/>
              </a:lnSpc>
              <a:spcBef>
                <a:spcPts val="0"/>
              </a:spcBef>
              <a:spcAft>
                <a:spcPts val="0"/>
              </a:spcAft>
              <a:defRPr/>
            </a:pPr>
            <a:r>
              <a:rPr lang="en-US" sz="2400" b="1" dirty="0">
                <a:latin typeface="Garamond" pitchFamily="18" charset="0"/>
                <a:cs typeface="+mn-cs"/>
              </a:rPr>
              <a:t>Tangent and Normal at any point P on the ellipse using Directrix</a:t>
            </a:r>
          </a:p>
          <a:p>
            <a:pPr marL="342900" indent="-342900" algn="just" fontAlgn="auto">
              <a:lnSpc>
                <a:spcPct val="150000"/>
              </a:lnSpc>
              <a:spcBef>
                <a:spcPts val="0"/>
              </a:spcBef>
              <a:spcAft>
                <a:spcPts val="0"/>
              </a:spcAft>
              <a:buFont typeface="+mj-lt"/>
              <a:buAutoNum type="arabicPeriod"/>
              <a:defRPr/>
            </a:pPr>
            <a:r>
              <a:rPr lang="en-US" dirty="0">
                <a:latin typeface="Garamond" pitchFamily="18" charset="0"/>
                <a:cs typeface="+mn-cs"/>
              </a:rPr>
              <a:t>Mark the given point P and join PF</a:t>
            </a:r>
            <a:r>
              <a:rPr lang="en-US" baseline="-25000" dirty="0">
                <a:latin typeface="Garamond" pitchFamily="18" charset="0"/>
                <a:cs typeface="+mn-cs"/>
              </a:rPr>
              <a:t>1</a:t>
            </a:r>
            <a:r>
              <a:rPr lang="en-US" dirty="0">
                <a:latin typeface="Garamond" pitchFamily="18" charset="0"/>
                <a:cs typeface="+mn-cs"/>
              </a:rPr>
              <a:t> . </a:t>
            </a:r>
          </a:p>
          <a:p>
            <a:pPr marL="342900" indent="-342900" algn="just" fontAlgn="auto">
              <a:lnSpc>
                <a:spcPct val="150000"/>
              </a:lnSpc>
              <a:spcBef>
                <a:spcPts val="0"/>
              </a:spcBef>
              <a:spcAft>
                <a:spcPts val="0"/>
              </a:spcAft>
              <a:buFont typeface="+mj-lt"/>
              <a:buAutoNum type="arabicPeriod"/>
              <a:defRPr/>
            </a:pPr>
            <a:r>
              <a:rPr lang="en-US" dirty="0">
                <a:latin typeface="Garamond" pitchFamily="18" charset="0"/>
                <a:cs typeface="+mn-cs"/>
              </a:rPr>
              <a:t>At F</a:t>
            </a:r>
            <a:r>
              <a:rPr lang="en-US" baseline="-25000" dirty="0">
                <a:latin typeface="Garamond" pitchFamily="18" charset="0"/>
                <a:cs typeface="+mn-cs"/>
              </a:rPr>
              <a:t>1</a:t>
            </a:r>
            <a:r>
              <a:rPr lang="en-US" dirty="0">
                <a:latin typeface="Garamond" pitchFamily="18" charset="0"/>
                <a:cs typeface="+mn-cs"/>
              </a:rPr>
              <a:t> draw a line perpendicular to PF</a:t>
            </a:r>
            <a:r>
              <a:rPr lang="en-US" baseline="-25000" dirty="0">
                <a:latin typeface="Garamond" pitchFamily="18" charset="0"/>
                <a:cs typeface="+mn-cs"/>
              </a:rPr>
              <a:t>1 </a:t>
            </a:r>
            <a:r>
              <a:rPr lang="en-US" dirty="0">
                <a:latin typeface="Garamond" pitchFamily="18" charset="0"/>
                <a:cs typeface="+mn-cs"/>
              </a:rPr>
              <a:t>to cut DD at Q. </a:t>
            </a:r>
          </a:p>
          <a:p>
            <a:pPr marL="342900" indent="-342900" algn="just" fontAlgn="auto">
              <a:lnSpc>
                <a:spcPct val="150000"/>
              </a:lnSpc>
              <a:spcBef>
                <a:spcPts val="0"/>
              </a:spcBef>
              <a:spcAft>
                <a:spcPts val="0"/>
              </a:spcAft>
              <a:buFont typeface="+mj-lt"/>
              <a:buAutoNum type="arabicPeriod"/>
              <a:defRPr/>
            </a:pPr>
            <a:r>
              <a:rPr lang="en-US" dirty="0">
                <a:latin typeface="Garamond" pitchFamily="18" charset="0"/>
                <a:cs typeface="+mn-cs"/>
              </a:rPr>
              <a:t>Join QP and extend it. QP is the tangent at P</a:t>
            </a:r>
          </a:p>
          <a:p>
            <a:pPr marL="342900" indent="-342900" algn="just" fontAlgn="auto">
              <a:lnSpc>
                <a:spcPct val="150000"/>
              </a:lnSpc>
              <a:spcBef>
                <a:spcPts val="0"/>
              </a:spcBef>
              <a:spcAft>
                <a:spcPts val="0"/>
              </a:spcAft>
              <a:buFont typeface="+mj-lt"/>
              <a:buAutoNum type="arabicPeriod"/>
              <a:defRPr/>
            </a:pPr>
            <a:r>
              <a:rPr lang="en-US" dirty="0">
                <a:latin typeface="Garamond" pitchFamily="18" charset="0"/>
                <a:cs typeface="+mn-cs"/>
              </a:rPr>
              <a:t>Through P, draw a line NM perpendicular to QP. NM is the normal at 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8"/>
          <p:cNvPicPr>
            <a:picLocks noChangeAspect="1" noChangeArrowheads="1"/>
          </p:cNvPicPr>
          <p:nvPr/>
        </p:nvPicPr>
        <p:blipFill>
          <a:blip r:embed="rId2">
            <a:extLst>
              <a:ext uri="{28A0092B-C50C-407E-A947-70E740481C1C}">
                <a14:useLocalDpi xmlns:a14="http://schemas.microsoft.com/office/drawing/2010/main" val="0"/>
              </a:ext>
            </a:extLst>
          </a:blip>
          <a:srcRect b="7353"/>
          <a:stretch>
            <a:fillRect/>
          </a:stretch>
        </p:blipFill>
        <p:spPr bwMode="auto">
          <a:xfrm>
            <a:off x="0" y="1090613"/>
            <a:ext cx="5029200" cy="531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extBox 2"/>
          <p:cNvSpPr txBox="1">
            <a:spLocks noChangeArrowheads="1"/>
          </p:cNvSpPr>
          <p:nvPr/>
        </p:nvSpPr>
        <p:spPr bwMode="auto">
          <a:xfrm>
            <a:off x="152400" y="0"/>
            <a:ext cx="8686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lnSpc>
                <a:spcPct val="150000"/>
              </a:lnSpc>
            </a:pPr>
            <a:r>
              <a:rPr lang="en-US" altLang="en-US" sz="2400" b="1">
                <a:latin typeface="Garamond" panose="02020404030301010803" pitchFamily="18" charset="0"/>
              </a:rPr>
              <a:t>Tangent and Normal at any point P when Focus and Directrix are not known</a:t>
            </a:r>
          </a:p>
        </p:txBody>
      </p:sp>
      <p:sp>
        <p:nvSpPr>
          <p:cNvPr id="22532" name="TextBox 3"/>
          <p:cNvSpPr txBox="1">
            <a:spLocks noChangeArrowheads="1"/>
          </p:cNvSpPr>
          <p:nvPr/>
        </p:nvSpPr>
        <p:spPr bwMode="auto">
          <a:xfrm>
            <a:off x="5105400" y="1295400"/>
            <a:ext cx="40386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lnSpc>
                <a:spcPct val="150000"/>
              </a:lnSpc>
              <a:buFont typeface="Calibri" panose="020F0502020204030204" pitchFamily="34" charset="0"/>
              <a:buAutoNum type="arabicPeriod"/>
            </a:pPr>
            <a:r>
              <a:rPr lang="en-US" altLang="en-US">
                <a:latin typeface="Garamond" panose="02020404030301010803" pitchFamily="18" charset="0"/>
              </a:rPr>
              <a:t>First obtain the foci F and F</a:t>
            </a:r>
            <a:r>
              <a:rPr lang="en-US" altLang="en-US">
                <a:latin typeface="Garamond" panose="02020404030301010803" pitchFamily="18" charset="0"/>
                <a:sym typeface="Symbol" panose="05050102010706020507" pitchFamily="18" charset="2"/>
              </a:rPr>
              <a:t></a:t>
            </a:r>
            <a:r>
              <a:rPr lang="en-US" altLang="en-US">
                <a:latin typeface="Garamond" panose="02020404030301010803" pitchFamily="18" charset="0"/>
              </a:rPr>
              <a:t> by cutting the arcs on major axis with C as a centre and radius =OA</a:t>
            </a:r>
          </a:p>
          <a:p>
            <a:pPr algn="just" eaLnBrk="1" hangingPunct="1">
              <a:lnSpc>
                <a:spcPct val="150000"/>
              </a:lnSpc>
              <a:buFont typeface="Calibri" panose="020F0502020204030204" pitchFamily="34" charset="0"/>
              <a:buAutoNum type="arabicPeriod"/>
            </a:pPr>
            <a:endParaRPr lang="en-US" altLang="en-US">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a:latin typeface="Garamond" panose="02020404030301010803" pitchFamily="18" charset="0"/>
              </a:rPr>
              <a:t>Obtain NN, the bisector of </a:t>
            </a:r>
            <a:r>
              <a:rPr lang="en-US" altLang="en-US">
                <a:latin typeface="Garamond" panose="02020404030301010803" pitchFamily="18" charset="0"/>
                <a:sym typeface="Symbol" panose="05050102010706020507" pitchFamily="18" charset="2"/>
              </a:rPr>
              <a:t>FPF. N-N is the required normal</a:t>
            </a:r>
          </a:p>
          <a:p>
            <a:pPr algn="just" eaLnBrk="1" hangingPunct="1">
              <a:lnSpc>
                <a:spcPct val="150000"/>
              </a:lnSpc>
              <a:buFont typeface="Calibri" panose="020F0502020204030204" pitchFamily="34" charset="0"/>
              <a:buAutoNum type="arabicPeriod"/>
            </a:pPr>
            <a:endParaRPr lang="en-US" altLang="en-US">
              <a:latin typeface="Garamond" panose="02020404030301010803" pitchFamily="18" charset="0"/>
              <a:sym typeface="Symbol" panose="05050102010706020507" pitchFamily="18" charset="2"/>
            </a:endParaRPr>
          </a:p>
          <a:p>
            <a:pPr algn="just" eaLnBrk="1" hangingPunct="1">
              <a:lnSpc>
                <a:spcPct val="150000"/>
              </a:lnSpc>
              <a:buFont typeface="Calibri" panose="020F0502020204030204" pitchFamily="34" charset="0"/>
              <a:buAutoNum type="arabicPeriod"/>
            </a:pPr>
            <a:r>
              <a:rPr lang="en-US" altLang="en-US">
                <a:latin typeface="Garamond" panose="02020404030301010803" pitchFamily="18" charset="0"/>
                <a:sym typeface="Symbol" panose="05050102010706020507" pitchFamily="18" charset="2"/>
              </a:rPr>
              <a:t>Draw TT perpendicular to N-N at P. T-T is the required tangent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5"/>
          <p:cNvSpPr txBox="1">
            <a:spLocks noChangeArrowheads="1"/>
          </p:cNvSpPr>
          <p:nvPr/>
        </p:nvSpPr>
        <p:spPr bwMode="auto">
          <a:xfrm>
            <a:off x="533400" y="304800"/>
            <a:ext cx="8382000" cy="553998"/>
          </a:xfrm>
          <a:prstGeom prst="rect">
            <a:avLst/>
          </a:prstGeom>
          <a:noFill/>
          <a:ln w="9525">
            <a:noFill/>
            <a:miter lim="800000"/>
            <a:headEnd/>
            <a:tailEnd/>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000" b="0" i="0" u="sng" strike="noStrike" kern="1200" cap="none" spc="0" normalizeH="0" baseline="0" noProof="0" dirty="0">
                <a:ln>
                  <a:noFill/>
                </a:ln>
                <a:solidFill>
                  <a:srgbClr val="00B050"/>
                </a:solidFill>
                <a:effectLst/>
                <a:uLnTx/>
                <a:uFillTx/>
                <a:latin typeface="Arial" charset="0"/>
                <a:ea typeface="+mn-ea"/>
                <a:cs typeface="+mn-cs"/>
              </a:rPr>
              <a:t>Tangent &amp; Normal from a point outside ellipse</a:t>
            </a:r>
            <a:endParaRPr kumimoji="0" lang="en-US" sz="3000" b="0" i="0" u="sng" strike="noStrike" kern="1200" cap="none" spc="0" normalizeH="0" baseline="0" noProof="0" dirty="0">
              <a:ln>
                <a:noFill/>
              </a:ln>
              <a:solidFill>
                <a:srgbClr val="000000"/>
              </a:solidFill>
              <a:effectLst/>
              <a:uLnTx/>
              <a:uFillTx/>
              <a:latin typeface="Arial" charset="0"/>
              <a:ea typeface="+mn-ea"/>
              <a:cs typeface="+mn-cs"/>
            </a:endParaRPr>
          </a:p>
        </p:txBody>
      </p:sp>
      <p:pic>
        <p:nvPicPr>
          <p:cNvPr id="3" name="Picture 2"/>
          <p:cNvPicPr>
            <a:picLocks noChangeAspect="1" noChangeArrowheads="1"/>
          </p:cNvPicPr>
          <p:nvPr/>
        </p:nvPicPr>
        <p:blipFill>
          <a:blip r:embed="rId2"/>
          <a:srcRect/>
          <a:stretch>
            <a:fillRect/>
          </a:stretch>
        </p:blipFill>
        <p:spPr bwMode="auto">
          <a:xfrm>
            <a:off x="5486400" y="2083905"/>
            <a:ext cx="3352799" cy="2411895"/>
          </a:xfrm>
          <a:prstGeom prst="rect">
            <a:avLst/>
          </a:prstGeom>
          <a:noFill/>
          <a:ln w="9525">
            <a:noFill/>
            <a:miter lim="800000"/>
            <a:headEnd/>
            <a:tailEnd/>
          </a:ln>
          <a:effectLst/>
        </p:spPr>
      </p:pic>
      <p:sp>
        <p:nvSpPr>
          <p:cNvPr id="4" name="TextBox 3"/>
          <p:cNvSpPr txBox="1"/>
          <p:nvPr/>
        </p:nvSpPr>
        <p:spPr>
          <a:xfrm>
            <a:off x="533400" y="1524000"/>
            <a:ext cx="4800600" cy="3477875"/>
          </a:xfrm>
          <a:prstGeom prst="rect">
            <a:avLst/>
          </a:prstGeom>
          <a:solidFill>
            <a:schemeClr val="accent6">
              <a:lumMod val="40000"/>
              <a:lumOff val="60000"/>
            </a:schemeClr>
          </a:solidFill>
        </p:spPr>
        <p:txBody>
          <a:bodyPr wrap="square" rtlCol="0">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With Q as center and radius = QF, draw arc</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sym typeface="Symbol"/>
              </a:rPr>
              <a:t>With F’ as center and radius = major axis draw arc to cut previous at R &amp; 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sym typeface="Symbol"/>
              </a:rPr>
              <a:t>Join RF’ &amp; SF’, cutting ellipse at T &amp; T’ resp.</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defRPr/>
            </a:pPr>
            <a:r>
              <a:rPr kumimoji="0" lang="en-US" sz="2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sym typeface="Symbol"/>
              </a:rPr>
              <a:t>Join QT &amp; QT’ to represent the required tangent. Draw N-N &amp; N’-N’, perpendicular to QT &amp; QT’ at T &amp; T’ resp. for </a:t>
            </a:r>
            <a:r>
              <a:rPr kumimoji="0" lang="en-US" sz="2200" b="0" i="0" u="none" strike="noStrike" kern="1200" cap="none" spc="0" normalizeH="0" baseline="0" noProof="0" dirty="0" err="1">
                <a:ln>
                  <a:noFill/>
                </a:ln>
                <a:solidFill>
                  <a:srgbClr val="000000"/>
                </a:solidFill>
                <a:effectLst/>
                <a:uLnTx/>
                <a:uFillTx/>
                <a:latin typeface="Calibri" pitchFamily="34" charset="0"/>
                <a:ea typeface="+mn-ea"/>
                <a:cs typeface="Calibri" pitchFamily="34" charset="0"/>
                <a:sym typeface="Symbol"/>
              </a:rPr>
              <a:t>normals</a:t>
            </a:r>
            <a:r>
              <a:rPr kumimoji="0" lang="en-US" sz="2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sym typeface="Symbol"/>
              </a:rPr>
              <a:t>.</a:t>
            </a:r>
          </a:p>
        </p:txBody>
      </p:sp>
    </p:spTree>
    <p:extLst>
      <p:ext uri="{BB962C8B-B14F-4D97-AF65-F5344CB8AC3E}">
        <p14:creationId xmlns:p14="http://schemas.microsoft.com/office/powerpoint/2010/main" val="489063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609600"/>
          </a:xfrm>
        </p:spPr>
        <p:txBody>
          <a:bodyPr rtlCol="0">
            <a:normAutofit fontScale="90000"/>
          </a:bodyPr>
          <a:lstStyle/>
          <a:p>
            <a:pPr eaLnBrk="1" fontAlgn="auto" hangingPunct="1">
              <a:spcAft>
                <a:spcPts val="0"/>
              </a:spcAft>
              <a:defRPr/>
            </a:pPr>
            <a:r>
              <a:rPr lang="en-US" dirty="0"/>
              <a:t>Parabola</a:t>
            </a:r>
          </a:p>
        </p:txBody>
      </p:sp>
      <p:sp>
        <p:nvSpPr>
          <p:cNvPr id="23555" name="Content Placeholder 2"/>
          <p:cNvSpPr>
            <a:spLocks noGrp="1"/>
          </p:cNvSpPr>
          <p:nvPr>
            <p:ph idx="1"/>
          </p:nvPr>
        </p:nvSpPr>
        <p:spPr>
          <a:xfrm>
            <a:off x="76200" y="762000"/>
            <a:ext cx="5105400" cy="5715000"/>
          </a:xfrm>
        </p:spPr>
        <p:txBody>
          <a:bodyPr/>
          <a:lstStyle/>
          <a:p>
            <a:pPr eaLnBrk="1" hangingPunct="1"/>
            <a:r>
              <a:rPr lang="en-US" altLang="en-US" sz="2400" b="1">
                <a:latin typeface="Garamond" panose="02020404030301010803" pitchFamily="18" charset="0"/>
              </a:rPr>
              <a:t>A parabola is a conic whose eccentricity is equal to 1. It is an open-end curve with a focus, a directrix and an axis.</a:t>
            </a:r>
          </a:p>
          <a:p>
            <a:pPr eaLnBrk="1" hangingPunct="1"/>
            <a:r>
              <a:rPr lang="en-US" altLang="en-US" sz="2400" b="1">
                <a:latin typeface="Garamond" panose="02020404030301010803" pitchFamily="18" charset="0"/>
              </a:rPr>
              <a:t>Any chord perpendicular to the axis is called a </a:t>
            </a:r>
            <a:r>
              <a:rPr lang="en-US" altLang="en-US" sz="2400" b="1" i="1">
                <a:solidFill>
                  <a:srgbClr val="FF0000"/>
                </a:solidFill>
                <a:latin typeface="Garamond" panose="02020404030301010803" pitchFamily="18" charset="0"/>
              </a:rPr>
              <a:t>double ordinate</a:t>
            </a:r>
            <a:r>
              <a:rPr lang="en-US" altLang="en-US" sz="2400" b="1">
                <a:solidFill>
                  <a:srgbClr val="FF0000"/>
                </a:solidFill>
                <a:latin typeface="Garamond" panose="02020404030301010803" pitchFamily="18" charset="0"/>
              </a:rPr>
              <a:t>.</a:t>
            </a:r>
          </a:p>
          <a:p>
            <a:pPr eaLnBrk="1" hangingPunct="1"/>
            <a:r>
              <a:rPr lang="en-US" altLang="en-US" sz="2400" b="1">
                <a:latin typeface="Garamond" panose="02020404030301010803" pitchFamily="18" charset="0"/>
              </a:rPr>
              <a:t>The double ordinate passing through the focus represents the </a:t>
            </a:r>
            <a:r>
              <a:rPr lang="en-US" altLang="en-US" sz="2400" b="1" i="1">
                <a:solidFill>
                  <a:srgbClr val="FF0000"/>
                </a:solidFill>
                <a:latin typeface="Garamond" panose="02020404030301010803" pitchFamily="18" charset="0"/>
              </a:rPr>
              <a:t>latus rectum</a:t>
            </a:r>
          </a:p>
          <a:p>
            <a:pPr eaLnBrk="1" hangingPunct="1"/>
            <a:r>
              <a:rPr lang="en-US" altLang="en-US" sz="2400" b="1">
                <a:latin typeface="Garamond" panose="02020404030301010803" pitchFamily="18" charset="0"/>
              </a:rPr>
              <a:t>The double ordinate passing through the ends of the parabola, is called the </a:t>
            </a:r>
            <a:r>
              <a:rPr lang="en-US" altLang="en-US" sz="2400" b="1" i="1">
                <a:solidFill>
                  <a:srgbClr val="FF0000"/>
                </a:solidFill>
                <a:latin typeface="Garamond" panose="02020404030301010803" pitchFamily="18" charset="0"/>
              </a:rPr>
              <a:t>base</a:t>
            </a:r>
            <a:r>
              <a:rPr lang="en-US" altLang="en-US" sz="2400" b="1">
                <a:latin typeface="Garamond" panose="02020404030301010803" pitchFamily="18" charset="0"/>
              </a:rPr>
              <a:t>.</a:t>
            </a:r>
          </a:p>
          <a:p>
            <a:pPr eaLnBrk="1" hangingPunct="1"/>
            <a:r>
              <a:rPr lang="en-US" altLang="en-US" sz="2400" b="1">
                <a:latin typeface="Garamond" panose="02020404030301010803" pitchFamily="18" charset="0"/>
              </a:rPr>
              <a:t>The shortest distance of the vertex from any ordinate, is known as the </a:t>
            </a:r>
            <a:r>
              <a:rPr lang="en-US" altLang="en-US" sz="2400" b="1" i="1">
                <a:solidFill>
                  <a:srgbClr val="FF0000"/>
                </a:solidFill>
                <a:latin typeface="Garamond" panose="02020404030301010803" pitchFamily="18" charset="0"/>
              </a:rPr>
              <a:t>abscissa</a:t>
            </a:r>
            <a:r>
              <a:rPr lang="en-US" altLang="en-US" sz="2400" b="1">
                <a:solidFill>
                  <a:srgbClr val="FF0000"/>
                </a:solidFill>
                <a:latin typeface="Garamond" panose="02020404030301010803" pitchFamily="18" charset="0"/>
              </a:rPr>
              <a:t>.</a:t>
            </a:r>
          </a:p>
          <a:p>
            <a:pPr eaLnBrk="1" hangingPunct="1"/>
            <a:endParaRPr lang="en-US" altLang="en-US" sz="2400" b="1">
              <a:latin typeface="Garamond" panose="02020404030301010803" pitchFamily="18" charset="0"/>
            </a:endParaRPr>
          </a:p>
          <a:p>
            <a:pPr eaLnBrk="1" hangingPunct="1"/>
            <a:endParaRPr lang="en-US" altLang="en-US" sz="2400"/>
          </a:p>
        </p:txBody>
      </p:sp>
      <p:pic>
        <p:nvPicPr>
          <p:cNvPr id="23556" name="Picture 8"/>
          <p:cNvPicPr>
            <a:picLocks noChangeAspect="1" noChangeArrowheads="1"/>
          </p:cNvPicPr>
          <p:nvPr/>
        </p:nvPicPr>
        <p:blipFill>
          <a:blip r:embed="rId2">
            <a:extLst>
              <a:ext uri="{28A0092B-C50C-407E-A947-70E740481C1C}">
                <a14:useLocalDpi xmlns:a14="http://schemas.microsoft.com/office/drawing/2010/main" val="0"/>
              </a:ext>
            </a:extLst>
          </a:blip>
          <a:srcRect b="5128"/>
          <a:stretch>
            <a:fillRect/>
          </a:stretch>
        </p:blipFill>
        <p:spPr bwMode="auto">
          <a:xfrm>
            <a:off x="5026025" y="685800"/>
            <a:ext cx="411797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Methods for Generating Parabola</a:t>
            </a:r>
          </a:p>
        </p:txBody>
      </p:sp>
      <p:sp>
        <p:nvSpPr>
          <p:cNvPr id="24579" name="Content Placeholder 2"/>
          <p:cNvSpPr>
            <a:spLocks noGrp="1"/>
          </p:cNvSpPr>
          <p:nvPr>
            <p:ph idx="1"/>
          </p:nvPr>
        </p:nvSpPr>
        <p:spPr>
          <a:xfrm>
            <a:off x="152400" y="762000"/>
            <a:ext cx="8763000" cy="5791200"/>
          </a:xfrm>
        </p:spPr>
        <p:txBody>
          <a:bodyPr/>
          <a:lstStyle/>
          <a:p>
            <a:pPr marL="514350" indent="-514350" eaLnBrk="1" hangingPunct="1">
              <a:lnSpc>
                <a:spcPct val="80000"/>
              </a:lnSpc>
              <a:buFont typeface="Calibri" panose="020F0502020204030204" pitchFamily="34" charset="0"/>
              <a:buAutoNum type="arabicPeriod"/>
            </a:pPr>
            <a:r>
              <a:rPr lang="en-US" altLang="en-US" sz="2500" b="1">
                <a:latin typeface="Garamond" panose="02020404030301010803" pitchFamily="18" charset="0"/>
              </a:rPr>
              <a:t>Focus-Directrix Or Eccentricity Method</a:t>
            </a:r>
          </a:p>
          <a:p>
            <a:pPr marL="914400" lvl="1" indent="-514350" eaLnBrk="1" hangingPunct="1">
              <a:lnSpc>
                <a:spcPct val="80000"/>
              </a:lnSpc>
            </a:pPr>
            <a:r>
              <a:rPr lang="en-US" altLang="en-US" sz="2200">
                <a:latin typeface="Garamond" panose="02020404030301010803" pitchFamily="18" charset="0"/>
              </a:rPr>
              <a:t>General method of constructing any conics when the distance of the focus from the directrix is known and e=1.</a:t>
            </a:r>
          </a:p>
          <a:p>
            <a:pPr marL="914400" lvl="1" indent="-514350" eaLnBrk="1" hangingPunct="1">
              <a:lnSpc>
                <a:spcPct val="80000"/>
              </a:lnSpc>
            </a:pPr>
            <a:r>
              <a:rPr lang="en-US" altLang="en-US" sz="2200">
                <a:latin typeface="Garamond" panose="02020404030301010803" pitchFamily="18" charset="0"/>
              </a:rPr>
              <a:t>For example, draw a parabola if the distance of the focus from the directrix is 55 mm.</a:t>
            </a:r>
            <a:endParaRPr lang="en-US" altLang="en-US" sz="2200" b="1">
              <a:latin typeface="Garamond" panose="02020404030301010803" pitchFamily="18" charset="0"/>
            </a:endParaRPr>
          </a:p>
          <a:p>
            <a:pPr marL="514350" indent="-514350" eaLnBrk="1" hangingPunct="1">
              <a:lnSpc>
                <a:spcPct val="80000"/>
              </a:lnSpc>
              <a:buFont typeface="Calibri" panose="020F0502020204030204" pitchFamily="34" charset="0"/>
              <a:buAutoNum type="arabicPeriod"/>
            </a:pPr>
            <a:r>
              <a:rPr lang="en-US" altLang="en-US" sz="2500" b="1">
                <a:latin typeface="Garamond" panose="02020404030301010803" pitchFamily="18" charset="0"/>
              </a:rPr>
              <a:t>Rectangle Method and Parallelogram Method</a:t>
            </a:r>
          </a:p>
          <a:p>
            <a:pPr marL="914400" lvl="1" indent="-514350" eaLnBrk="1" hangingPunct="1">
              <a:lnSpc>
                <a:spcPct val="80000"/>
              </a:lnSpc>
            </a:pPr>
            <a:r>
              <a:rPr lang="en-US" altLang="en-US" sz="2200">
                <a:latin typeface="Garamond" panose="02020404030301010803" pitchFamily="18" charset="0"/>
              </a:rPr>
              <a:t>This method is applicable when the axis (or abscissa) and the base ( or double ordinate) of a parabola  are given or the conjugte axes with the angle between them is given</a:t>
            </a:r>
          </a:p>
          <a:p>
            <a:pPr marL="914400" lvl="1" indent="-514350" eaLnBrk="1" hangingPunct="1">
              <a:lnSpc>
                <a:spcPct val="80000"/>
              </a:lnSpc>
            </a:pPr>
            <a:r>
              <a:rPr lang="en-US" altLang="en-US" sz="2200">
                <a:latin typeface="Garamond" panose="02020404030301010803" pitchFamily="18" charset="0"/>
              </a:rPr>
              <a:t>For example, draw a parabola having an abscissa of 30 mm and the double ordinate are 70 mm, or</a:t>
            </a:r>
          </a:p>
          <a:p>
            <a:pPr marL="914400" lvl="1" indent="-514350" eaLnBrk="1" hangingPunct="1">
              <a:lnSpc>
                <a:spcPct val="80000"/>
              </a:lnSpc>
            </a:pPr>
            <a:r>
              <a:rPr lang="en-US" altLang="en-US" sz="2200">
                <a:latin typeface="Garamond" panose="02020404030301010803" pitchFamily="18" charset="0"/>
              </a:rPr>
              <a:t>Draw an parabola having conjugate axes of 60 mm and 40 mm long and inclined at 75</a:t>
            </a:r>
            <a:r>
              <a:rPr lang="en-US" altLang="en-US" sz="2200" baseline="30000">
                <a:latin typeface="Garamond" panose="02020404030301010803" pitchFamily="18" charset="0"/>
              </a:rPr>
              <a:t>0</a:t>
            </a:r>
            <a:r>
              <a:rPr lang="en-US" altLang="en-US" sz="2200">
                <a:latin typeface="Garamond" panose="02020404030301010803" pitchFamily="18" charset="0"/>
              </a:rPr>
              <a:t> to each other.</a:t>
            </a:r>
            <a:endParaRPr lang="en-US" altLang="en-US" sz="2200" b="1">
              <a:latin typeface="Garamond" panose="02020404030301010803" pitchFamily="18" charset="0"/>
            </a:endParaRPr>
          </a:p>
          <a:p>
            <a:pPr marL="514350" indent="-514350" eaLnBrk="1" hangingPunct="1">
              <a:lnSpc>
                <a:spcPct val="80000"/>
              </a:lnSpc>
              <a:buFont typeface="Calibri" panose="020F0502020204030204" pitchFamily="34" charset="0"/>
              <a:buAutoNum type="arabicPeriod"/>
            </a:pPr>
            <a:r>
              <a:rPr lang="en-US" altLang="en-US" sz="2500" b="1">
                <a:latin typeface="Garamond" panose="02020404030301010803" pitchFamily="18" charset="0"/>
              </a:rPr>
              <a:t>Tangent Method</a:t>
            </a:r>
          </a:p>
          <a:p>
            <a:pPr marL="914400" lvl="1" indent="-514350" eaLnBrk="1" hangingPunct="1">
              <a:lnSpc>
                <a:spcPct val="80000"/>
              </a:lnSpc>
            </a:pPr>
            <a:r>
              <a:rPr lang="en-US" altLang="en-US" sz="2200">
                <a:latin typeface="Garamond" panose="02020404030301010803" pitchFamily="18" charset="0"/>
              </a:rPr>
              <a:t>This method is applicable when the base and the inclination of tangents at open ends of the parabola with the base are given</a:t>
            </a:r>
          </a:p>
          <a:p>
            <a:pPr marL="914400" lvl="1" indent="-514350" eaLnBrk="1" hangingPunct="1">
              <a:lnSpc>
                <a:spcPct val="80000"/>
              </a:lnSpc>
            </a:pPr>
            <a:r>
              <a:rPr lang="en-US" altLang="en-US" sz="2200">
                <a:latin typeface="Garamond" panose="02020404030301010803" pitchFamily="18" charset="0"/>
                <a:cs typeface="Calibri" panose="020F0502020204030204" pitchFamily="34" charset="0"/>
              </a:rPr>
              <a:t>For example, draw a parabola if the base is 70 mm and the tangents at the base ends make 60° to the base.</a:t>
            </a:r>
            <a:endParaRPr lang="en-US" altLang="en-US" sz="2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8"/>
          <p:cNvPicPr>
            <a:picLocks noChangeAspect="1" noChangeArrowheads="1"/>
          </p:cNvPicPr>
          <p:nvPr/>
        </p:nvPicPr>
        <p:blipFill>
          <a:blip r:embed="rId2">
            <a:extLst>
              <a:ext uri="{28A0092B-C50C-407E-A947-70E740481C1C}">
                <a14:useLocalDpi xmlns:a14="http://schemas.microsoft.com/office/drawing/2010/main" val="0"/>
              </a:ext>
            </a:extLst>
          </a:blip>
          <a:srcRect b="5128"/>
          <a:stretch>
            <a:fillRect/>
          </a:stretch>
        </p:blipFill>
        <p:spPr bwMode="auto">
          <a:xfrm>
            <a:off x="5026025" y="914400"/>
            <a:ext cx="411797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3"/>
          <p:cNvSpPr>
            <a:spLocks noChangeArrowheads="1"/>
          </p:cNvSpPr>
          <p:nvPr/>
        </p:nvSpPr>
        <p:spPr bwMode="auto">
          <a:xfrm>
            <a:off x="0" y="838200"/>
            <a:ext cx="4876800" cy="596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Draw directrix AB and axis CC’ as shown.</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Mark F on CC’ such that CF = 60 mm.</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Mark V at the midpoint of CF. Therefore, e = VF/ VC = 1.</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At V, erect a perpendicular VB = VF. Join CB.</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Mark a few points, say, 1, 2, 3, … on VC’ and erect perpendiculars through them meeting CB produced at 1’, 2’, 3’, …</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With F as a centre and radius = 1–1’, cut two arcs on the perpendicular through 1 to locate P1 and P1’. Similarly, with F as a centre and radii = 2–2’, 3–3’, etc., cut arcs on the corresponding perpendiculars to locate P2 and P2’, P3 and P3’, etc.</a:t>
            </a:r>
            <a:endParaRPr lang="en-US" altLang="en-US" sz="1600">
              <a:latin typeface="Garamond" panose="02020404030301010803" pitchFamily="18" charset="0"/>
            </a:endParaRPr>
          </a:p>
          <a:p>
            <a:pPr algn="just" eaLnBrk="1" hangingPunct="1">
              <a:lnSpc>
                <a:spcPct val="150000"/>
              </a:lnSpc>
              <a:buFont typeface="Calibri" panose="020F0502020204030204" pitchFamily="34" charset="0"/>
              <a:buAutoNum type="arabicPeriod"/>
            </a:pPr>
            <a:r>
              <a:rPr lang="en-US" altLang="en-US" sz="1600" b="1">
                <a:latin typeface="Garamond" panose="02020404030301010803" pitchFamily="18" charset="0"/>
              </a:rPr>
              <a:t>Draw a smooth curve passing through V, P1, P2, P3 … P3</a:t>
            </a:r>
            <a:endParaRPr lang="en-US" altLang="en-US" sz="1600">
              <a:latin typeface="Garamond" panose="02020404030301010803" pitchFamily="18" charset="0"/>
            </a:endParaRPr>
          </a:p>
        </p:txBody>
      </p:sp>
      <p:sp>
        <p:nvSpPr>
          <p:cNvPr id="25604" name="Rectangle 4"/>
          <p:cNvSpPr>
            <a:spLocks noChangeArrowheads="1"/>
          </p:cNvSpPr>
          <p:nvPr/>
        </p:nvSpPr>
        <p:spPr bwMode="auto">
          <a:xfrm>
            <a:off x="0" y="609600"/>
            <a:ext cx="914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dirty="0">
                <a:solidFill>
                  <a:srgbClr val="FF0000"/>
                </a:solidFill>
                <a:latin typeface="Garamond" panose="02020404030301010803" pitchFamily="18" charset="0"/>
              </a:rPr>
              <a:t>Draw a parabola if the distance of the focus from the </a:t>
            </a:r>
            <a:r>
              <a:rPr lang="en-US" altLang="en-US" b="1" dirty="0" err="1">
                <a:solidFill>
                  <a:srgbClr val="FF0000"/>
                </a:solidFill>
                <a:latin typeface="Garamond" panose="02020404030301010803" pitchFamily="18" charset="0"/>
              </a:rPr>
              <a:t>directrix</a:t>
            </a:r>
            <a:r>
              <a:rPr lang="en-US" altLang="en-US" b="1" dirty="0">
                <a:solidFill>
                  <a:srgbClr val="FF0000"/>
                </a:solidFill>
                <a:latin typeface="Garamond" panose="02020404030301010803" pitchFamily="18" charset="0"/>
              </a:rPr>
              <a:t> is 60 mm.</a:t>
            </a:r>
            <a:endParaRPr lang="en-US" altLang="en-US" dirty="0">
              <a:solidFill>
                <a:srgbClr val="FF0000"/>
              </a:solidFill>
              <a:latin typeface="Garamond" panose="02020404030301010803" pitchFamily="18" charset="0"/>
            </a:endParaRPr>
          </a:p>
        </p:txBody>
      </p:sp>
      <p:sp>
        <p:nvSpPr>
          <p:cNvPr id="6" name="Title 1"/>
          <p:cNvSpPr txBox="1">
            <a:spLocks/>
          </p:cNvSpPr>
          <p:nvPr/>
        </p:nvSpPr>
        <p:spPr>
          <a:xfrm>
            <a:off x="457200" y="76200"/>
            <a:ext cx="8229600" cy="609600"/>
          </a:xfrm>
          <a:prstGeom prst="rect">
            <a:avLst/>
          </a:prstGeom>
        </p:spPr>
        <p:txBody>
          <a:bodyPr>
            <a:normAutofit fontScale="67500" lnSpcReduction="20000"/>
          </a:bodyPr>
          <a:lstStyle/>
          <a:p>
            <a:pPr algn="ctr" fontAlgn="auto">
              <a:spcAft>
                <a:spcPts val="0"/>
              </a:spcAft>
              <a:defRPr/>
            </a:pPr>
            <a:r>
              <a:rPr lang="en-US" sz="4400" b="1" dirty="0">
                <a:latin typeface="Garamond" pitchFamily="18" charset="0"/>
                <a:ea typeface="+mj-ea"/>
                <a:cs typeface="+mj-cs"/>
              </a:rPr>
              <a:t>Steps for Focus-</a:t>
            </a:r>
            <a:r>
              <a:rPr lang="en-US" sz="4400" b="1" dirty="0" err="1">
                <a:latin typeface="Garamond" pitchFamily="18" charset="0"/>
                <a:ea typeface="+mj-ea"/>
                <a:cs typeface="+mj-cs"/>
              </a:rPr>
              <a:t>Directrix</a:t>
            </a:r>
            <a:r>
              <a:rPr lang="en-US" sz="4400" b="1" dirty="0">
                <a:latin typeface="Garamond" pitchFamily="18" charset="0"/>
                <a:ea typeface="+mj-ea"/>
                <a:cs typeface="+mj-cs"/>
              </a:rPr>
              <a:t> or Eccentricity Method</a:t>
            </a:r>
          </a:p>
          <a:p>
            <a:pPr algn="ctr" fontAlgn="auto">
              <a:spcAft>
                <a:spcPts val="0"/>
              </a:spcAft>
              <a:defRPr/>
            </a:pPr>
            <a:endParaRPr lang="en-US" sz="4400" dirty="0">
              <a:latin typeface="Garamond" pitchFamily="18" charset="0"/>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flipH="1">
            <a:off x="1742452" y="304800"/>
            <a:ext cx="4471749" cy="304504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Arc 37"/>
          <p:cNvSpPr/>
          <p:nvPr/>
        </p:nvSpPr>
        <p:spPr>
          <a:xfrm rot="8276540" flipH="1">
            <a:off x="3255944" y="2284685"/>
            <a:ext cx="434473" cy="1165764"/>
          </a:xfrm>
          <a:custGeom>
            <a:avLst/>
            <a:gdLst>
              <a:gd name="connsiteX0" fmla="*/ 560702 w 807183"/>
              <a:gd name="connsiteY0" fmla="*/ 50564 h 1282034"/>
              <a:gd name="connsiteX1" fmla="*/ 805311 w 807183"/>
              <a:gd name="connsiteY1" fmla="*/ 702699 h 1282034"/>
              <a:gd name="connsiteX2" fmla="*/ 375022 w 807183"/>
              <a:gd name="connsiteY2" fmla="*/ 1280426 h 1282034"/>
              <a:gd name="connsiteX3" fmla="*/ 403592 w 807183"/>
              <a:gd name="connsiteY3" fmla="*/ 641017 h 1282034"/>
              <a:gd name="connsiteX4" fmla="*/ 560702 w 807183"/>
              <a:gd name="connsiteY4" fmla="*/ 50564 h 1282034"/>
              <a:gd name="connsiteX0" fmla="*/ 560702 w 807183"/>
              <a:gd name="connsiteY0" fmla="*/ 50564 h 1282034"/>
              <a:gd name="connsiteX1" fmla="*/ 805311 w 807183"/>
              <a:gd name="connsiteY1" fmla="*/ 702699 h 1282034"/>
              <a:gd name="connsiteX2" fmla="*/ 375022 w 807183"/>
              <a:gd name="connsiteY2" fmla="*/ 1280426 h 1282034"/>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430289 w 432173"/>
              <a:gd name="connsiteY1" fmla="*/ 652135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377120 w 432173"/>
              <a:gd name="connsiteY1" fmla="*/ 593810 h 1231495"/>
              <a:gd name="connsiteX2" fmla="*/ 257004 w 432173"/>
              <a:gd name="connsiteY2" fmla="*/ 961008 h 1231495"/>
              <a:gd name="connsiteX3" fmla="*/ 0 w 432173"/>
              <a:gd name="connsiteY3"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77120 w 432173"/>
              <a:gd name="connsiteY2" fmla="*/ 593810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257004 w 432173"/>
              <a:gd name="connsiteY3" fmla="*/ 961008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61153 w 432173"/>
              <a:gd name="connsiteY2" fmla="*/ 564176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51098 w 432173"/>
              <a:gd name="connsiteY2" fmla="*/ 57334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39386 w 432173"/>
              <a:gd name="connsiteY2" fmla="*/ 576654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4866 w 432173"/>
              <a:gd name="connsiteY1" fmla="*/ 191738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85680 w 432173"/>
              <a:gd name="connsiteY0" fmla="*/ 0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82591 w 432173"/>
              <a:gd name="connsiteY3" fmla="*/ 1028845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64313 w 432173"/>
              <a:gd name="connsiteY3" fmla="*/ 1049190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28918 w 432173"/>
              <a:gd name="connsiteY2" fmla="*/ 553053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 name="connsiteX0" fmla="*/ 185680 w 432173"/>
              <a:gd name="connsiteY0" fmla="*/ 0 h 1231495"/>
              <a:gd name="connsiteX1" fmla="*/ 430289 w 432173"/>
              <a:gd name="connsiteY1" fmla="*/ 652135 h 1231495"/>
              <a:gd name="connsiteX2" fmla="*/ 0 w 432173"/>
              <a:gd name="connsiteY2" fmla="*/ 1229862 h 1231495"/>
              <a:gd name="connsiteX3" fmla="*/ 28570 w 432173"/>
              <a:gd name="connsiteY3" fmla="*/ 590453 h 1231495"/>
              <a:gd name="connsiteX4" fmla="*/ 185680 w 432173"/>
              <a:gd name="connsiteY4" fmla="*/ 0 h 1231495"/>
              <a:gd name="connsiteX0" fmla="*/ 178935 w 432173"/>
              <a:gd name="connsiteY0" fmla="*/ 20879 h 1231495"/>
              <a:gd name="connsiteX1" fmla="*/ 283800 w 432173"/>
              <a:gd name="connsiteY1" fmla="*/ 214806 h 1231495"/>
              <a:gd name="connsiteX2" fmla="*/ 317852 w 432173"/>
              <a:gd name="connsiteY2" fmla="*/ 625744 h 1231495"/>
              <a:gd name="connsiteX3" fmla="*/ 144202 w 432173"/>
              <a:gd name="connsiteY3" fmla="*/ 1067524 h 1231495"/>
              <a:gd name="connsiteX4" fmla="*/ 0 w 432173"/>
              <a:gd name="connsiteY4" fmla="*/ 1229862 h 1231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173" h="1231495" stroke="0" extrusionOk="0">
                <a:moveTo>
                  <a:pt x="185680" y="0"/>
                </a:moveTo>
                <a:cubicBezTo>
                  <a:pt x="348200" y="109088"/>
                  <a:pt x="447267" y="373204"/>
                  <a:pt x="430289" y="652135"/>
                </a:cubicBezTo>
                <a:cubicBezTo>
                  <a:pt x="409227" y="998172"/>
                  <a:pt x="218336" y="1254472"/>
                  <a:pt x="0" y="1229862"/>
                </a:cubicBezTo>
                <a:lnTo>
                  <a:pt x="28570" y="590453"/>
                </a:lnTo>
                <a:lnTo>
                  <a:pt x="185680" y="0"/>
                </a:lnTo>
                <a:close/>
              </a:path>
              <a:path w="432173" h="1231495" fill="none">
                <a:moveTo>
                  <a:pt x="178935" y="20879"/>
                </a:moveTo>
                <a:cubicBezTo>
                  <a:pt x="201538" y="53437"/>
                  <a:pt x="251893" y="115838"/>
                  <a:pt x="283800" y="214806"/>
                </a:cubicBezTo>
                <a:cubicBezTo>
                  <a:pt x="315707" y="313774"/>
                  <a:pt x="332357" y="457855"/>
                  <a:pt x="317852" y="625744"/>
                </a:cubicBezTo>
                <a:cubicBezTo>
                  <a:pt x="278590" y="864455"/>
                  <a:pt x="215917" y="971236"/>
                  <a:pt x="144202" y="1067524"/>
                </a:cubicBezTo>
                <a:cubicBezTo>
                  <a:pt x="72487" y="1163812"/>
                  <a:pt x="44330" y="1208239"/>
                  <a:pt x="0" y="1229862"/>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 name="Straight Connector 4"/>
          <p:cNvCxnSpPr/>
          <p:nvPr/>
        </p:nvCxnSpPr>
        <p:spPr>
          <a:xfrm>
            <a:off x="1735138" y="1644394"/>
            <a:ext cx="17462" cy="37658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752600" y="3352800"/>
            <a:ext cx="58674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133600" y="3291205"/>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514600" y="3290814"/>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2850277" y="3325302"/>
            <a:ext cx="2806" cy="1022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2004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505200" y="328530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810000" y="3285308"/>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408348" y="3157965"/>
            <a:ext cx="282450" cy="369332"/>
          </a:xfrm>
          <a:prstGeom prst="rect">
            <a:avLst/>
          </a:prstGeom>
          <a:noFill/>
        </p:spPr>
        <p:txBody>
          <a:bodyPr wrap="none" rtlCol="0">
            <a:spAutoFit/>
          </a:bodyPr>
          <a:lstStyle/>
          <a:p>
            <a:r>
              <a:rPr lang="en-IN" dirty="0"/>
              <a:t>c</a:t>
            </a:r>
          </a:p>
        </p:txBody>
      </p:sp>
      <p:sp>
        <p:nvSpPr>
          <p:cNvPr id="15" name="TextBox 14"/>
          <p:cNvSpPr txBox="1"/>
          <p:nvPr/>
        </p:nvSpPr>
        <p:spPr>
          <a:xfrm>
            <a:off x="2549741" y="2978893"/>
            <a:ext cx="288862" cy="369332"/>
          </a:xfrm>
          <a:prstGeom prst="rect">
            <a:avLst/>
          </a:prstGeom>
          <a:noFill/>
        </p:spPr>
        <p:txBody>
          <a:bodyPr wrap="none" rtlCol="0">
            <a:spAutoFit/>
          </a:bodyPr>
          <a:lstStyle/>
          <a:p>
            <a:r>
              <a:rPr lang="en-IN" dirty="0"/>
              <a:t>v</a:t>
            </a:r>
          </a:p>
        </p:txBody>
      </p:sp>
      <p:sp>
        <p:nvSpPr>
          <p:cNvPr id="16" name="TextBox 15"/>
          <p:cNvSpPr txBox="1"/>
          <p:nvPr/>
        </p:nvSpPr>
        <p:spPr>
          <a:xfrm>
            <a:off x="3581400" y="2993638"/>
            <a:ext cx="288862" cy="369332"/>
          </a:xfrm>
          <a:prstGeom prst="rect">
            <a:avLst/>
          </a:prstGeom>
          <a:noFill/>
        </p:spPr>
        <p:txBody>
          <a:bodyPr wrap="none" rtlCol="0">
            <a:spAutoFit/>
          </a:bodyPr>
          <a:lstStyle/>
          <a:p>
            <a:r>
              <a:rPr lang="en-IN" dirty="0"/>
              <a:t>F</a:t>
            </a:r>
          </a:p>
        </p:txBody>
      </p:sp>
      <p:cxnSp>
        <p:nvCxnSpPr>
          <p:cNvPr id="17" name="Straight Connector 16"/>
          <p:cNvCxnSpPr/>
          <p:nvPr/>
        </p:nvCxnSpPr>
        <p:spPr>
          <a:xfrm flipH="1">
            <a:off x="2852531" y="2553187"/>
            <a:ext cx="9040" cy="834723"/>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8" name="Flowchart: Connector 17"/>
          <p:cNvSpPr/>
          <p:nvPr/>
        </p:nvSpPr>
        <p:spPr>
          <a:xfrm>
            <a:off x="2800778" y="3295323"/>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Connector 18"/>
          <p:cNvSpPr/>
          <p:nvPr/>
        </p:nvSpPr>
        <p:spPr>
          <a:xfrm>
            <a:off x="3762261" y="3321000"/>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Connector 19"/>
          <p:cNvCxnSpPr/>
          <p:nvPr/>
        </p:nvCxnSpPr>
        <p:spPr>
          <a:xfrm>
            <a:off x="4114800" y="3276712"/>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495800" y="3276711"/>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800600" y="3278497"/>
            <a:ext cx="0" cy="1349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Flowchart: Connector 24"/>
          <p:cNvSpPr/>
          <p:nvPr/>
        </p:nvSpPr>
        <p:spPr>
          <a:xfrm>
            <a:off x="2829999" y="2547780"/>
            <a:ext cx="108000" cy="108000"/>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p:cNvSpPr txBox="1"/>
          <p:nvPr/>
        </p:nvSpPr>
        <p:spPr>
          <a:xfrm>
            <a:off x="2672680" y="2210320"/>
            <a:ext cx="309700" cy="369332"/>
          </a:xfrm>
          <a:prstGeom prst="rect">
            <a:avLst/>
          </a:prstGeom>
          <a:noFill/>
        </p:spPr>
        <p:txBody>
          <a:bodyPr wrap="none" rtlCol="0">
            <a:spAutoFit/>
          </a:bodyPr>
          <a:lstStyle/>
          <a:p>
            <a:r>
              <a:rPr lang="en-IN" dirty="0"/>
              <a:t>B</a:t>
            </a:r>
          </a:p>
        </p:txBody>
      </p:sp>
      <p:cxnSp>
        <p:nvCxnSpPr>
          <p:cNvPr id="39" name="Straight Connector 38"/>
          <p:cNvCxnSpPr/>
          <p:nvPr/>
        </p:nvCxnSpPr>
        <p:spPr>
          <a:xfrm>
            <a:off x="3200400" y="1066800"/>
            <a:ext cx="0" cy="4320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505200" y="1066800"/>
            <a:ext cx="0" cy="4320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810000" y="1066800"/>
            <a:ext cx="0" cy="4320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114800" y="1066800"/>
            <a:ext cx="0" cy="4320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495800" y="1066800"/>
            <a:ext cx="0" cy="4320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800600" y="990600"/>
            <a:ext cx="0" cy="4608000"/>
          </a:xfrm>
          <a:prstGeom prst="line">
            <a:avLst/>
          </a:prstGeom>
          <a:ln w="12700">
            <a:solidFill>
              <a:srgbClr val="00B0F0"/>
            </a:solidFill>
            <a:prstDash val="sysDot"/>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971509" y="3300162"/>
            <a:ext cx="309700" cy="369332"/>
          </a:xfrm>
          <a:prstGeom prst="rect">
            <a:avLst/>
          </a:prstGeom>
          <a:noFill/>
        </p:spPr>
        <p:txBody>
          <a:bodyPr wrap="none" rtlCol="0">
            <a:spAutoFit/>
          </a:bodyPr>
          <a:lstStyle/>
          <a:p>
            <a:r>
              <a:rPr lang="en-IN" dirty="0">
                <a:solidFill>
                  <a:srgbClr val="FF0000"/>
                </a:solidFill>
              </a:rPr>
              <a:t>1</a:t>
            </a:r>
          </a:p>
        </p:txBody>
      </p:sp>
      <p:sp>
        <p:nvSpPr>
          <p:cNvPr id="51" name="TextBox 50"/>
          <p:cNvSpPr txBox="1"/>
          <p:nvPr/>
        </p:nvSpPr>
        <p:spPr>
          <a:xfrm>
            <a:off x="3245778" y="3297264"/>
            <a:ext cx="309700" cy="369332"/>
          </a:xfrm>
          <a:prstGeom prst="rect">
            <a:avLst/>
          </a:prstGeom>
          <a:noFill/>
        </p:spPr>
        <p:txBody>
          <a:bodyPr wrap="none" rtlCol="0">
            <a:spAutoFit/>
          </a:bodyPr>
          <a:lstStyle/>
          <a:p>
            <a:r>
              <a:rPr lang="en-IN" dirty="0">
                <a:solidFill>
                  <a:srgbClr val="7030A0"/>
                </a:solidFill>
              </a:rPr>
              <a:t>2</a:t>
            </a:r>
          </a:p>
        </p:txBody>
      </p:sp>
      <p:sp>
        <p:nvSpPr>
          <p:cNvPr id="52" name="TextBox 51"/>
          <p:cNvSpPr txBox="1"/>
          <p:nvPr/>
        </p:nvSpPr>
        <p:spPr>
          <a:xfrm>
            <a:off x="4067111" y="3007070"/>
            <a:ext cx="309700" cy="369332"/>
          </a:xfrm>
          <a:prstGeom prst="rect">
            <a:avLst/>
          </a:prstGeom>
          <a:noFill/>
        </p:spPr>
        <p:txBody>
          <a:bodyPr wrap="none" rtlCol="0">
            <a:spAutoFit/>
          </a:bodyPr>
          <a:lstStyle/>
          <a:p>
            <a:r>
              <a:rPr lang="en-IN" dirty="0"/>
              <a:t>3</a:t>
            </a:r>
          </a:p>
        </p:txBody>
      </p:sp>
      <p:sp>
        <p:nvSpPr>
          <p:cNvPr id="53" name="TextBox 52"/>
          <p:cNvSpPr txBox="1"/>
          <p:nvPr/>
        </p:nvSpPr>
        <p:spPr>
          <a:xfrm>
            <a:off x="4411430" y="3013659"/>
            <a:ext cx="309700" cy="369332"/>
          </a:xfrm>
          <a:prstGeom prst="rect">
            <a:avLst/>
          </a:prstGeom>
          <a:noFill/>
        </p:spPr>
        <p:txBody>
          <a:bodyPr wrap="none" rtlCol="0">
            <a:spAutoFit/>
          </a:bodyPr>
          <a:lstStyle/>
          <a:p>
            <a:r>
              <a:rPr lang="en-IN" dirty="0">
                <a:solidFill>
                  <a:srgbClr val="C00000"/>
                </a:solidFill>
              </a:rPr>
              <a:t>4</a:t>
            </a:r>
          </a:p>
        </p:txBody>
      </p:sp>
      <p:sp>
        <p:nvSpPr>
          <p:cNvPr id="54" name="TextBox 53"/>
          <p:cNvSpPr txBox="1"/>
          <p:nvPr/>
        </p:nvSpPr>
        <p:spPr>
          <a:xfrm>
            <a:off x="4777278" y="3017856"/>
            <a:ext cx="309700" cy="369332"/>
          </a:xfrm>
          <a:prstGeom prst="rect">
            <a:avLst/>
          </a:prstGeom>
          <a:noFill/>
        </p:spPr>
        <p:txBody>
          <a:bodyPr wrap="none" rtlCol="0">
            <a:spAutoFit/>
          </a:bodyPr>
          <a:lstStyle/>
          <a:p>
            <a:r>
              <a:rPr lang="en-IN" dirty="0">
                <a:solidFill>
                  <a:srgbClr val="0000FF"/>
                </a:solidFill>
              </a:rPr>
              <a:t>5</a:t>
            </a:r>
          </a:p>
        </p:txBody>
      </p:sp>
      <p:sp>
        <p:nvSpPr>
          <p:cNvPr id="55" name="TextBox 54"/>
          <p:cNvSpPr txBox="1"/>
          <p:nvPr/>
        </p:nvSpPr>
        <p:spPr>
          <a:xfrm>
            <a:off x="2937311" y="2018227"/>
            <a:ext cx="359394" cy="369332"/>
          </a:xfrm>
          <a:prstGeom prst="rect">
            <a:avLst/>
          </a:prstGeom>
          <a:noFill/>
        </p:spPr>
        <p:txBody>
          <a:bodyPr wrap="none" rtlCol="0">
            <a:spAutoFit/>
          </a:bodyPr>
          <a:lstStyle/>
          <a:p>
            <a:r>
              <a:rPr lang="en-IN" dirty="0">
                <a:solidFill>
                  <a:srgbClr val="FF0000"/>
                </a:solidFill>
              </a:rPr>
              <a:t>1’</a:t>
            </a:r>
          </a:p>
        </p:txBody>
      </p:sp>
      <p:sp>
        <p:nvSpPr>
          <p:cNvPr id="56" name="TextBox 55"/>
          <p:cNvSpPr txBox="1"/>
          <p:nvPr/>
        </p:nvSpPr>
        <p:spPr>
          <a:xfrm>
            <a:off x="3215242" y="1801675"/>
            <a:ext cx="359394" cy="369332"/>
          </a:xfrm>
          <a:prstGeom prst="rect">
            <a:avLst/>
          </a:prstGeom>
          <a:noFill/>
        </p:spPr>
        <p:txBody>
          <a:bodyPr wrap="none" rtlCol="0">
            <a:spAutoFit/>
          </a:bodyPr>
          <a:lstStyle/>
          <a:p>
            <a:r>
              <a:rPr lang="en-IN" dirty="0">
                <a:solidFill>
                  <a:srgbClr val="7030A0"/>
                </a:solidFill>
              </a:rPr>
              <a:t>2’</a:t>
            </a:r>
          </a:p>
        </p:txBody>
      </p:sp>
      <p:sp>
        <p:nvSpPr>
          <p:cNvPr id="57" name="TextBox 56"/>
          <p:cNvSpPr txBox="1"/>
          <p:nvPr/>
        </p:nvSpPr>
        <p:spPr>
          <a:xfrm>
            <a:off x="4054730" y="1263022"/>
            <a:ext cx="359394" cy="369332"/>
          </a:xfrm>
          <a:prstGeom prst="rect">
            <a:avLst/>
          </a:prstGeom>
          <a:noFill/>
        </p:spPr>
        <p:txBody>
          <a:bodyPr wrap="none" rtlCol="0">
            <a:spAutoFit/>
          </a:bodyPr>
          <a:lstStyle/>
          <a:p>
            <a:r>
              <a:rPr lang="en-IN" dirty="0"/>
              <a:t>3’</a:t>
            </a:r>
          </a:p>
        </p:txBody>
      </p:sp>
      <p:sp>
        <p:nvSpPr>
          <p:cNvPr id="58" name="TextBox 57"/>
          <p:cNvSpPr txBox="1"/>
          <p:nvPr/>
        </p:nvSpPr>
        <p:spPr>
          <a:xfrm>
            <a:off x="4760428" y="844606"/>
            <a:ext cx="359394" cy="369332"/>
          </a:xfrm>
          <a:prstGeom prst="rect">
            <a:avLst/>
          </a:prstGeom>
          <a:noFill/>
        </p:spPr>
        <p:txBody>
          <a:bodyPr wrap="none" rtlCol="0">
            <a:spAutoFit/>
          </a:bodyPr>
          <a:lstStyle/>
          <a:p>
            <a:r>
              <a:rPr lang="en-IN" dirty="0">
                <a:solidFill>
                  <a:srgbClr val="0000FF"/>
                </a:solidFill>
              </a:rPr>
              <a:t>5’</a:t>
            </a:r>
          </a:p>
        </p:txBody>
      </p:sp>
      <p:sp>
        <p:nvSpPr>
          <p:cNvPr id="59" name="TextBox 58"/>
          <p:cNvSpPr txBox="1"/>
          <p:nvPr/>
        </p:nvSpPr>
        <p:spPr>
          <a:xfrm>
            <a:off x="4411430" y="1052277"/>
            <a:ext cx="359394" cy="369332"/>
          </a:xfrm>
          <a:prstGeom prst="rect">
            <a:avLst/>
          </a:prstGeom>
          <a:noFill/>
        </p:spPr>
        <p:txBody>
          <a:bodyPr wrap="none" rtlCol="0">
            <a:spAutoFit/>
          </a:bodyPr>
          <a:lstStyle/>
          <a:p>
            <a:r>
              <a:rPr lang="en-IN" dirty="0">
                <a:solidFill>
                  <a:srgbClr val="C00000"/>
                </a:solidFill>
              </a:rPr>
              <a:t>4’</a:t>
            </a:r>
          </a:p>
        </p:txBody>
      </p:sp>
      <p:sp>
        <p:nvSpPr>
          <p:cNvPr id="61" name="Arc 60"/>
          <p:cNvSpPr/>
          <p:nvPr/>
        </p:nvSpPr>
        <p:spPr>
          <a:xfrm rot="11218766">
            <a:off x="3179815" y="3847543"/>
            <a:ext cx="304800" cy="307341"/>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2" name="Arc 61"/>
          <p:cNvSpPr/>
          <p:nvPr/>
        </p:nvSpPr>
        <p:spPr>
          <a:xfrm rot="16518233">
            <a:off x="3163532" y="2540977"/>
            <a:ext cx="304800" cy="307341"/>
          </a:xfrm>
          <a:prstGeom prst="arc">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3" name="Arc 62"/>
          <p:cNvSpPr/>
          <p:nvPr/>
        </p:nvSpPr>
        <p:spPr>
          <a:xfrm rot="16693138">
            <a:off x="3438006" y="2202096"/>
            <a:ext cx="304800" cy="307341"/>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4" name="Arc 63"/>
          <p:cNvSpPr/>
          <p:nvPr/>
        </p:nvSpPr>
        <p:spPr>
          <a:xfrm rot="20852097">
            <a:off x="3894001" y="1721910"/>
            <a:ext cx="304800" cy="307341"/>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5" name="Arc 64"/>
          <p:cNvSpPr/>
          <p:nvPr/>
        </p:nvSpPr>
        <p:spPr>
          <a:xfrm>
            <a:off x="4262720" y="1447436"/>
            <a:ext cx="304800" cy="307341"/>
          </a:xfrm>
          <a:prstGeom prst="arc">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6" name="Arc 65"/>
          <p:cNvSpPr/>
          <p:nvPr/>
        </p:nvSpPr>
        <p:spPr>
          <a:xfrm rot="223598">
            <a:off x="4562334" y="1238376"/>
            <a:ext cx="304800" cy="307341"/>
          </a:xfrm>
          <a:prstGeom prst="arc">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7" name="Arc 66"/>
          <p:cNvSpPr/>
          <p:nvPr/>
        </p:nvSpPr>
        <p:spPr>
          <a:xfrm rot="10282812">
            <a:off x="3454063" y="4126310"/>
            <a:ext cx="304800" cy="307341"/>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8" name="Arc 67"/>
          <p:cNvSpPr/>
          <p:nvPr/>
        </p:nvSpPr>
        <p:spPr>
          <a:xfrm rot="5137186">
            <a:off x="3860495" y="4586288"/>
            <a:ext cx="304800" cy="307341"/>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9" name="Arc 68"/>
          <p:cNvSpPr/>
          <p:nvPr/>
        </p:nvSpPr>
        <p:spPr>
          <a:xfrm rot="4665325">
            <a:off x="4205081" y="4853847"/>
            <a:ext cx="304800" cy="307341"/>
          </a:xfrm>
          <a:prstGeom prst="arc">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0" name="Arc 69"/>
          <p:cNvSpPr/>
          <p:nvPr/>
        </p:nvSpPr>
        <p:spPr>
          <a:xfrm rot="5370550">
            <a:off x="4519518" y="5027654"/>
            <a:ext cx="304800" cy="307341"/>
          </a:xfrm>
          <a:prstGeom prst="arc">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1" name="Flowchart: Connector 70"/>
          <p:cNvSpPr/>
          <p:nvPr/>
        </p:nvSpPr>
        <p:spPr>
          <a:xfrm>
            <a:off x="3155898" y="2558584"/>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Flowchart: Connector 71"/>
          <p:cNvSpPr/>
          <p:nvPr/>
        </p:nvSpPr>
        <p:spPr>
          <a:xfrm>
            <a:off x="3477207" y="2182155"/>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Flowchart: Connector 72"/>
          <p:cNvSpPr/>
          <p:nvPr/>
        </p:nvSpPr>
        <p:spPr>
          <a:xfrm>
            <a:off x="4042140" y="1715858"/>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Flowchart: Connector 73"/>
          <p:cNvSpPr/>
          <p:nvPr/>
        </p:nvSpPr>
        <p:spPr>
          <a:xfrm>
            <a:off x="4444237" y="1441222"/>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Flowchart: Connector 74"/>
          <p:cNvSpPr/>
          <p:nvPr/>
        </p:nvSpPr>
        <p:spPr>
          <a:xfrm>
            <a:off x="4745922" y="1242015"/>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Flowchart: Connector 85"/>
          <p:cNvSpPr/>
          <p:nvPr/>
        </p:nvSpPr>
        <p:spPr>
          <a:xfrm>
            <a:off x="4045365" y="4793757"/>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Flowchart: Connector 86"/>
          <p:cNvSpPr/>
          <p:nvPr/>
        </p:nvSpPr>
        <p:spPr>
          <a:xfrm>
            <a:off x="4412230" y="5048383"/>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Flowchart: Connector 87"/>
          <p:cNvSpPr/>
          <p:nvPr/>
        </p:nvSpPr>
        <p:spPr>
          <a:xfrm>
            <a:off x="4715100" y="5246768"/>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Flowchart: Connector 88"/>
          <p:cNvSpPr/>
          <p:nvPr/>
        </p:nvSpPr>
        <p:spPr>
          <a:xfrm>
            <a:off x="3439401" y="4325759"/>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Flowchart: Connector 89"/>
          <p:cNvSpPr/>
          <p:nvPr/>
        </p:nvSpPr>
        <p:spPr>
          <a:xfrm>
            <a:off x="3137071" y="4058079"/>
            <a:ext cx="118201" cy="1080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TextBox 92"/>
          <p:cNvSpPr txBox="1"/>
          <p:nvPr/>
        </p:nvSpPr>
        <p:spPr>
          <a:xfrm>
            <a:off x="6794292" y="3419365"/>
            <a:ext cx="620683" cy="369332"/>
          </a:xfrm>
          <a:prstGeom prst="rect">
            <a:avLst/>
          </a:prstGeom>
          <a:noFill/>
        </p:spPr>
        <p:txBody>
          <a:bodyPr wrap="none" rtlCol="0">
            <a:spAutoFit/>
          </a:bodyPr>
          <a:lstStyle/>
          <a:p>
            <a:r>
              <a:rPr lang="en-IN" b="1" dirty="0"/>
              <a:t>AXIS</a:t>
            </a:r>
          </a:p>
        </p:txBody>
      </p:sp>
      <p:sp>
        <p:nvSpPr>
          <p:cNvPr id="94" name="TextBox 93"/>
          <p:cNvSpPr txBox="1"/>
          <p:nvPr/>
        </p:nvSpPr>
        <p:spPr>
          <a:xfrm rot="16200000">
            <a:off x="673834" y="3112597"/>
            <a:ext cx="1184299" cy="369332"/>
          </a:xfrm>
          <a:prstGeom prst="rect">
            <a:avLst/>
          </a:prstGeom>
          <a:noFill/>
        </p:spPr>
        <p:txBody>
          <a:bodyPr wrap="none" rtlCol="0">
            <a:spAutoFit/>
          </a:bodyPr>
          <a:lstStyle/>
          <a:p>
            <a:r>
              <a:rPr lang="en-IN" b="1" dirty="0"/>
              <a:t>DIRECTRIX</a:t>
            </a:r>
          </a:p>
        </p:txBody>
      </p:sp>
      <p:sp>
        <p:nvSpPr>
          <p:cNvPr id="101" name="Arc 100"/>
          <p:cNvSpPr/>
          <p:nvPr/>
        </p:nvSpPr>
        <p:spPr>
          <a:xfrm rot="14532248">
            <a:off x="3624876" y="504438"/>
            <a:ext cx="1606053" cy="3677933"/>
          </a:xfrm>
          <a:custGeom>
            <a:avLst/>
            <a:gdLst>
              <a:gd name="connsiteX0" fmla="*/ 2221690 w 3144094"/>
              <a:gd name="connsiteY0" fmla="*/ 302584 h 6770665"/>
              <a:gd name="connsiteX1" fmla="*/ 3089674 w 3144094"/>
              <a:gd name="connsiteY1" fmla="*/ 2502315 h 6770665"/>
              <a:gd name="connsiteX2" fmla="*/ 3127080 w 3144094"/>
              <a:gd name="connsiteY2" fmla="*/ 3882047 h 6770665"/>
              <a:gd name="connsiteX3" fmla="*/ 1572047 w 3144094"/>
              <a:gd name="connsiteY3" fmla="*/ 3385333 h 6770665"/>
              <a:gd name="connsiteX4" fmla="*/ 2221690 w 3144094"/>
              <a:gd name="connsiteY4" fmla="*/ 302584 h 6770665"/>
              <a:gd name="connsiteX0" fmla="*/ 2221690 w 3144094"/>
              <a:gd name="connsiteY0" fmla="*/ 302584 h 6770665"/>
              <a:gd name="connsiteX1" fmla="*/ 3089674 w 3144094"/>
              <a:gd name="connsiteY1" fmla="*/ 2502315 h 6770665"/>
              <a:gd name="connsiteX2" fmla="*/ 3127080 w 3144094"/>
              <a:gd name="connsiteY2" fmla="*/ 3882047 h 6770665"/>
              <a:gd name="connsiteX0" fmla="*/ 649643 w 1572046"/>
              <a:gd name="connsiteY0" fmla="*/ 0 h 3579463"/>
              <a:gd name="connsiteX1" fmla="*/ 1517627 w 1572046"/>
              <a:gd name="connsiteY1" fmla="*/ 2199731 h 3579463"/>
              <a:gd name="connsiteX2" fmla="*/ 1555033 w 1572046"/>
              <a:gd name="connsiteY2" fmla="*/ 3579463 h 3579463"/>
              <a:gd name="connsiteX3" fmla="*/ 0 w 1572046"/>
              <a:gd name="connsiteY3" fmla="*/ 3082749 h 3579463"/>
              <a:gd name="connsiteX4" fmla="*/ 649643 w 1572046"/>
              <a:gd name="connsiteY4" fmla="*/ 0 h 3579463"/>
              <a:gd name="connsiteX0" fmla="*/ 649643 w 1572046"/>
              <a:gd name="connsiteY0" fmla="*/ 0 h 3579463"/>
              <a:gd name="connsiteX1" fmla="*/ 1206809 w 1572046"/>
              <a:gd name="connsiteY1" fmla="*/ 753900 h 3579463"/>
              <a:gd name="connsiteX2" fmla="*/ 1517627 w 1572046"/>
              <a:gd name="connsiteY2" fmla="*/ 2199731 h 3579463"/>
              <a:gd name="connsiteX3" fmla="*/ 1555033 w 1572046"/>
              <a:gd name="connsiteY3" fmla="*/ 3579463 h 3579463"/>
              <a:gd name="connsiteX0" fmla="*/ 649643 w 1572046"/>
              <a:gd name="connsiteY0" fmla="*/ 0 h 3579463"/>
              <a:gd name="connsiteX1" fmla="*/ 1517627 w 1572046"/>
              <a:gd name="connsiteY1" fmla="*/ 2199731 h 3579463"/>
              <a:gd name="connsiteX2" fmla="*/ 1555033 w 1572046"/>
              <a:gd name="connsiteY2" fmla="*/ 3579463 h 3579463"/>
              <a:gd name="connsiteX3" fmla="*/ 0 w 1572046"/>
              <a:gd name="connsiteY3" fmla="*/ 3082749 h 3579463"/>
              <a:gd name="connsiteX4" fmla="*/ 649643 w 1572046"/>
              <a:gd name="connsiteY4" fmla="*/ 0 h 3579463"/>
              <a:gd name="connsiteX0" fmla="*/ 649643 w 1572046"/>
              <a:gd name="connsiteY0" fmla="*/ 0 h 3579463"/>
              <a:gd name="connsiteX1" fmla="*/ 914340 w 1572046"/>
              <a:gd name="connsiteY1" fmla="*/ 258246 h 3579463"/>
              <a:gd name="connsiteX2" fmla="*/ 1206809 w 1572046"/>
              <a:gd name="connsiteY2" fmla="*/ 753900 h 3579463"/>
              <a:gd name="connsiteX3" fmla="*/ 1517627 w 1572046"/>
              <a:gd name="connsiteY3" fmla="*/ 2199731 h 3579463"/>
              <a:gd name="connsiteX4" fmla="*/ 1555033 w 1572046"/>
              <a:gd name="connsiteY4" fmla="*/ 3579463 h 3579463"/>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14340 w 1591004"/>
              <a:gd name="connsiteY1" fmla="*/ 258246 h 3638418"/>
              <a:gd name="connsiteX2" fmla="*/ 1206809 w 1591004"/>
              <a:gd name="connsiteY2" fmla="*/ 753900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06809 w 1591004"/>
              <a:gd name="connsiteY2" fmla="*/ 753900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1004" h="3638418" stroke="0" extrusionOk="0">
                <a:moveTo>
                  <a:pt x="649643" y="0"/>
                </a:moveTo>
                <a:cubicBezTo>
                  <a:pt x="1076915" y="417555"/>
                  <a:pt x="1395240" y="1224285"/>
                  <a:pt x="1517627" y="2199731"/>
                </a:cubicBezTo>
                <a:cubicBezTo>
                  <a:pt x="1574022" y="2649209"/>
                  <a:pt x="1586756" y="3118906"/>
                  <a:pt x="1555033" y="3579463"/>
                </a:cubicBezTo>
                <a:lnTo>
                  <a:pt x="0" y="3082749"/>
                </a:lnTo>
                <a:lnTo>
                  <a:pt x="649643" y="0"/>
                </a:lnTo>
                <a:close/>
              </a:path>
              <a:path w="1591004" h="3638418" fill="none">
                <a:moveTo>
                  <a:pt x="649643" y="0"/>
                </a:moveTo>
                <a:cubicBezTo>
                  <a:pt x="693059" y="47287"/>
                  <a:pt x="858406" y="149085"/>
                  <a:pt x="951267" y="274735"/>
                </a:cubicBezTo>
                <a:cubicBezTo>
                  <a:pt x="1044128" y="400385"/>
                  <a:pt x="1086802" y="470746"/>
                  <a:pt x="1210139" y="778802"/>
                </a:cubicBezTo>
                <a:cubicBezTo>
                  <a:pt x="1323958" y="1111479"/>
                  <a:pt x="1450837" y="1739572"/>
                  <a:pt x="1517627" y="2199731"/>
                </a:cubicBezTo>
                <a:cubicBezTo>
                  <a:pt x="1574022" y="2649209"/>
                  <a:pt x="1611052" y="3177861"/>
                  <a:pt x="1579329" y="3638418"/>
                </a:cubicBezTo>
              </a:path>
            </a:pathLst>
          </a:cu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2" name="Arc 100"/>
          <p:cNvSpPr/>
          <p:nvPr/>
        </p:nvSpPr>
        <p:spPr>
          <a:xfrm rot="17679607" flipH="1">
            <a:off x="3639769" y="2456402"/>
            <a:ext cx="1645430" cy="3677933"/>
          </a:xfrm>
          <a:custGeom>
            <a:avLst/>
            <a:gdLst>
              <a:gd name="connsiteX0" fmla="*/ 2221690 w 3144094"/>
              <a:gd name="connsiteY0" fmla="*/ 302584 h 6770665"/>
              <a:gd name="connsiteX1" fmla="*/ 3089674 w 3144094"/>
              <a:gd name="connsiteY1" fmla="*/ 2502315 h 6770665"/>
              <a:gd name="connsiteX2" fmla="*/ 3127080 w 3144094"/>
              <a:gd name="connsiteY2" fmla="*/ 3882047 h 6770665"/>
              <a:gd name="connsiteX3" fmla="*/ 1572047 w 3144094"/>
              <a:gd name="connsiteY3" fmla="*/ 3385333 h 6770665"/>
              <a:gd name="connsiteX4" fmla="*/ 2221690 w 3144094"/>
              <a:gd name="connsiteY4" fmla="*/ 302584 h 6770665"/>
              <a:gd name="connsiteX0" fmla="*/ 2221690 w 3144094"/>
              <a:gd name="connsiteY0" fmla="*/ 302584 h 6770665"/>
              <a:gd name="connsiteX1" fmla="*/ 3089674 w 3144094"/>
              <a:gd name="connsiteY1" fmla="*/ 2502315 h 6770665"/>
              <a:gd name="connsiteX2" fmla="*/ 3127080 w 3144094"/>
              <a:gd name="connsiteY2" fmla="*/ 3882047 h 6770665"/>
              <a:gd name="connsiteX0" fmla="*/ 649643 w 1572046"/>
              <a:gd name="connsiteY0" fmla="*/ 0 h 3579463"/>
              <a:gd name="connsiteX1" fmla="*/ 1517627 w 1572046"/>
              <a:gd name="connsiteY1" fmla="*/ 2199731 h 3579463"/>
              <a:gd name="connsiteX2" fmla="*/ 1555033 w 1572046"/>
              <a:gd name="connsiteY2" fmla="*/ 3579463 h 3579463"/>
              <a:gd name="connsiteX3" fmla="*/ 0 w 1572046"/>
              <a:gd name="connsiteY3" fmla="*/ 3082749 h 3579463"/>
              <a:gd name="connsiteX4" fmla="*/ 649643 w 1572046"/>
              <a:gd name="connsiteY4" fmla="*/ 0 h 3579463"/>
              <a:gd name="connsiteX0" fmla="*/ 649643 w 1572046"/>
              <a:gd name="connsiteY0" fmla="*/ 0 h 3579463"/>
              <a:gd name="connsiteX1" fmla="*/ 1206809 w 1572046"/>
              <a:gd name="connsiteY1" fmla="*/ 753900 h 3579463"/>
              <a:gd name="connsiteX2" fmla="*/ 1517627 w 1572046"/>
              <a:gd name="connsiteY2" fmla="*/ 2199731 h 3579463"/>
              <a:gd name="connsiteX3" fmla="*/ 1555033 w 1572046"/>
              <a:gd name="connsiteY3" fmla="*/ 3579463 h 3579463"/>
              <a:gd name="connsiteX0" fmla="*/ 649643 w 1572046"/>
              <a:gd name="connsiteY0" fmla="*/ 0 h 3579463"/>
              <a:gd name="connsiteX1" fmla="*/ 1517627 w 1572046"/>
              <a:gd name="connsiteY1" fmla="*/ 2199731 h 3579463"/>
              <a:gd name="connsiteX2" fmla="*/ 1555033 w 1572046"/>
              <a:gd name="connsiteY2" fmla="*/ 3579463 h 3579463"/>
              <a:gd name="connsiteX3" fmla="*/ 0 w 1572046"/>
              <a:gd name="connsiteY3" fmla="*/ 3082749 h 3579463"/>
              <a:gd name="connsiteX4" fmla="*/ 649643 w 1572046"/>
              <a:gd name="connsiteY4" fmla="*/ 0 h 3579463"/>
              <a:gd name="connsiteX0" fmla="*/ 649643 w 1572046"/>
              <a:gd name="connsiteY0" fmla="*/ 0 h 3579463"/>
              <a:gd name="connsiteX1" fmla="*/ 914340 w 1572046"/>
              <a:gd name="connsiteY1" fmla="*/ 258246 h 3579463"/>
              <a:gd name="connsiteX2" fmla="*/ 1206809 w 1572046"/>
              <a:gd name="connsiteY2" fmla="*/ 753900 h 3579463"/>
              <a:gd name="connsiteX3" fmla="*/ 1517627 w 1572046"/>
              <a:gd name="connsiteY3" fmla="*/ 2199731 h 3579463"/>
              <a:gd name="connsiteX4" fmla="*/ 1555033 w 1572046"/>
              <a:gd name="connsiteY4" fmla="*/ 3579463 h 3579463"/>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14340 w 1591004"/>
              <a:gd name="connsiteY1" fmla="*/ 258246 h 3638418"/>
              <a:gd name="connsiteX2" fmla="*/ 1206809 w 1591004"/>
              <a:gd name="connsiteY2" fmla="*/ 753900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06809 w 1591004"/>
              <a:gd name="connsiteY2" fmla="*/ 753900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 name="connsiteX0" fmla="*/ 649643 w 1591004"/>
              <a:gd name="connsiteY0" fmla="*/ 0 h 3638418"/>
              <a:gd name="connsiteX1" fmla="*/ 1517627 w 1591004"/>
              <a:gd name="connsiteY1" fmla="*/ 2199731 h 3638418"/>
              <a:gd name="connsiteX2" fmla="*/ 1555033 w 1591004"/>
              <a:gd name="connsiteY2" fmla="*/ 3579463 h 3638418"/>
              <a:gd name="connsiteX3" fmla="*/ 0 w 1591004"/>
              <a:gd name="connsiteY3" fmla="*/ 3082749 h 3638418"/>
              <a:gd name="connsiteX4" fmla="*/ 649643 w 1591004"/>
              <a:gd name="connsiteY4" fmla="*/ 0 h 3638418"/>
              <a:gd name="connsiteX0" fmla="*/ 649643 w 1591004"/>
              <a:gd name="connsiteY0" fmla="*/ 0 h 3638418"/>
              <a:gd name="connsiteX1" fmla="*/ 951267 w 1591004"/>
              <a:gd name="connsiteY1" fmla="*/ 274735 h 3638418"/>
              <a:gd name="connsiteX2" fmla="*/ 1210139 w 1591004"/>
              <a:gd name="connsiteY2" fmla="*/ 778802 h 3638418"/>
              <a:gd name="connsiteX3" fmla="*/ 1517627 w 1591004"/>
              <a:gd name="connsiteY3" fmla="*/ 2199731 h 3638418"/>
              <a:gd name="connsiteX4" fmla="*/ 1579329 w 1591004"/>
              <a:gd name="connsiteY4" fmla="*/ 3638418 h 3638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1004" h="3638418" stroke="0" extrusionOk="0">
                <a:moveTo>
                  <a:pt x="649643" y="0"/>
                </a:moveTo>
                <a:cubicBezTo>
                  <a:pt x="1076915" y="417555"/>
                  <a:pt x="1395240" y="1224285"/>
                  <a:pt x="1517627" y="2199731"/>
                </a:cubicBezTo>
                <a:cubicBezTo>
                  <a:pt x="1574022" y="2649209"/>
                  <a:pt x="1586756" y="3118906"/>
                  <a:pt x="1555033" y="3579463"/>
                </a:cubicBezTo>
                <a:lnTo>
                  <a:pt x="0" y="3082749"/>
                </a:lnTo>
                <a:lnTo>
                  <a:pt x="649643" y="0"/>
                </a:lnTo>
                <a:close/>
              </a:path>
              <a:path w="1591004" h="3638418" fill="none">
                <a:moveTo>
                  <a:pt x="649643" y="0"/>
                </a:moveTo>
                <a:cubicBezTo>
                  <a:pt x="693059" y="47287"/>
                  <a:pt x="858406" y="149085"/>
                  <a:pt x="951267" y="274735"/>
                </a:cubicBezTo>
                <a:cubicBezTo>
                  <a:pt x="1044128" y="400385"/>
                  <a:pt x="1086802" y="470746"/>
                  <a:pt x="1210139" y="778802"/>
                </a:cubicBezTo>
                <a:cubicBezTo>
                  <a:pt x="1323958" y="1111479"/>
                  <a:pt x="1450837" y="1739572"/>
                  <a:pt x="1517627" y="2199731"/>
                </a:cubicBezTo>
                <a:cubicBezTo>
                  <a:pt x="1574022" y="2649209"/>
                  <a:pt x="1611052" y="3177861"/>
                  <a:pt x="1579329" y="3638418"/>
                </a:cubicBezTo>
              </a:path>
            </a:pathLst>
          </a:cu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19951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9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right)">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blinds(horizontal)">
                                      <p:cBhvr>
                                        <p:cTn id="54" dur="500"/>
                                        <p:tgtEl>
                                          <p:spTgt spid="17"/>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left)">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down)">
                                      <p:cBhvr>
                                        <p:cTn id="74" dur="500"/>
                                        <p:tgtEl>
                                          <p:spTgt spid="39"/>
                                        </p:tgtEl>
                                      </p:cBhvr>
                                    </p:animEffect>
                                  </p:childTnLst>
                                </p:cTn>
                              </p:par>
                              <p:par>
                                <p:cTn id="75" presetID="22" presetClass="entr" presetSubtype="4" fill="hold" nodeType="with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wipe(down)">
                                      <p:cBhvr>
                                        <p:cTn id="77" dur="500"/>
                                        <p:tgtEl>
                                          <p:spTgt spid="40"/>
                                        </p:tgtEl>
                                      </p:cBhvr>
                                    </p:animEffect>
                                  </p:childTnLst>
                                </p:cTn>
                              </p:par>
                              <p:par>
                                <p:cTn id="78" presetID="22" presetClass="entr" presetSubtype="4" fill="hold"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wipe(down)">
                                      <p:cBhvr>
                                        <p:cTn id="80" dur="500"/>
                                        <p:tgtEl>
                                          <p:spTgt spid="41"/>
                                        </p:tgtEl>
                                      </p:cBhvr>
                                    </p:animEffect>
                                  </p:childTnLst>
                                </p:cTn>
                              </p:par>
                              <p:par>
                                <p:cTn id="81" presetID="22" presetClass="entr" presetSubtype="4" fill="hold"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down)">
                                      <p:cBhvr>
                                        <p:cTn id="83" dur="500"/>
                                        <p:tgtEl>
                                          <p:spTgt spid="42"/>
                                        </p:tgtEl>
                                      </p:cBhvr>
                                    </p:animEffect>
                                  </p:childTnLst>
                                </p:cTn>
                              </p:par>
                              <p:par>
                                <p:cTn id="84" presetID="22" presetClass="entr" presetSubtype="4" fill="hold"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wipe(down)">
                                      <p:cBhvr>
                                        <p:cTn id="86" dur="500"/>
                                        <p:tgtEl>
                                          <p:spTgt spid="43"/>
                                        </p:tgtEl>
                                      </p:cBhvr>
                                    </p:animEffect>
                                  </p:childTnLst>
                                </p:cTn>
                              </p:par>
                              <p:par>
                                <p:cTn id="87" presetID="22" presetClass="entr" presetSubtype="4" fill="hold"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wipe(down)">
                                      <p:cBhvr>
                                        <p:cTn id="89" dur="500"/>
                                        <p:tgtEl>
                                          <p:spTgt spid="44"/>
                                        </p:tgtEl>
                                      </p:cBhvr>
                                    </p:animEffect>
                                  </p:childTnLst>
                                </p:cTn>
                              </p:par>
                              <p:par>
                                <p:cTn id="90" presetID="1" presetClass="entr" presetSubtype="0"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51"/>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5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54"/>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5"/>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6"/>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7"/>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59"/>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6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63"/>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6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65"/>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66"/>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61"/>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67"/>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68"/>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69"/>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0"/>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71"/>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72"/>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3"/>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4"/>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75"/>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88"/>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7"/>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86"/>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89"/>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90"/>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2" fill="hold" grpId="0" nodeType="clickEffect">
                                  <p:stCondLst>
                                    <p:cond delay="0"/>
                                  </p:stCondLst>
                                  <p:childTnLst>
                                    <p:set>
                                      <p:cBhvr>
                                        <p:cTn id="157" dur="1" fill="hold">
                                          <p:stCondLst>
                                            <p:cond delay="0"/>
                                          </p:stCondLst>
                                        </p:cTn>
                                        <p:tgtEl>
                                          <p:spTgt spid="101"/>
                                        </p:tgtEl>
                                        <p:attrNameLst>
                                          <p:attrName>style.visibility</p:attrName>
                                        </p:attrNameLst>
                                      </p:cBhvr>
                                      <p:to>
                                        <p:strVal val="visible"/>
                                      </p:to>
                                    </p:set>
                                    <p:animEffect transition="in" filter="wipe(right)">
                                      <p:cBhvr>
                                        <p:cTn id="158" dur="500"/>
                                        <p:tgtEl>
                                          <p:spTgt spid="10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02"/>
                                        </p:tgtEl>
                                        <p:attrNameLst>
                                          <p:attrName>style.visibility</p:attrName>
                                        </p:attrNameLst>
                                      </p:cBhvr>
                                      <p:to>
                                        <p:strVal val="visible"/>
                                      </p:to>
                                    </p:set>
                                    <p:animEffect transition="in" filter="wipe(left)">
                                      <p:cBhvr>
                                        <p:cTn id="163"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p:bldP spid="15" grpId="0"/>
      <p:bldP spid="16" grpId="0"/>
      <p:bldP spid="18" grpId="0" animBg="1"/>
      <p:bldP spid="19" grpId="0" animBg="1"/>
      <p:bldP spid="25" grpId="0" animBg="1"/>
      <p:bldP spid="26" grpId="0"/>
      <p:bldP spid="50" grpId="0"/>
      <p:bldP spid="51" grpId="0"/>
      <p:bldP spid="52" grpId="0"/>
      <p:bldP spid="53" grpId="0"/>
      <p:bldP spid="54" grpId="0"/>
      <p:bldP spid="55" grpId="0"/>
      <p:bldP spid="56" grpId="0"/>
      <p:bldP spid="57" grpId="0"/>
      <p:bldP spid="58" grpId="0"/>
      <p:bldP spid="59" grpId="0"/>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86" grpId="0" animBg="1"/>
      <p:bldP spid="87" grpId="0" animBg="1"/>
      <p:bldP spid="88" grpId="0" animBg="1"/>
      <p:bldP spid="89" grpId="0" animBg="1"/>
      <p:bldP spid="90" grpId="0" animBg="1"/>
      <p:bldP spid="93" grpId="0"/>
      <p:bldP spid="94" grpId="0"/>
      <p:bldP spid="101" grpId="0" animBg="1"/>
      <p:bldP spid="10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b="7758"/>
          <a:stretch>
            <a:fillRect/>
          </a:stretch>
        </p:blipFill>
        <p:spPr bwMode="auto">
          <a:xfrm>
            <a:off x="0" y="1143000"/>
            <a:ext cx="536575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2"/>
          <p:cNvSpPr>
            <a:spLocks noChangeArrowheads="1"/>
          </p:cNvSpPr>
          <p:nvPr/>
        </p:nvSpPr>
        <p:spPr bwMode="auto">
          <a:xfrm>
            <a:off x="5715000" y="0"/>
            <a:ext cx="3429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sz="1600" b="1">
                <a:latin typeface="Garamond" panose="02020404030301010803" pitchFamily="18" charset="0"/>
              </a:rPr>
              <a:t>	</a:t>
            </a:r>
          </a:p>
        </p:txBody>
      </p:sp>
      <p:sp>
        <p:nvSpPr>
          <p:cNvPr id="26628" name="Rectangle 6"/>
          <p:cNvSpPr>
            <a:spLocks noChangeArrowheads="1"/>
          </p:cNvSpPr>
          <p:nvPr/>
        </p:nvSpPr>
        <p:spPr bwMode="auto">
          <a:xfrm>
            <a:off x="5486400" y="1447800"/>
            <a:ext cx="35052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buFont typeface="Calibri" panose="020F0502020204030204" pitchFamily="34" charset="0"/>
              <a:buAutoNum type="arabicPeriod"/>
            </a:pPr>
            <a:r>
              <a:rPr lang="en-US" altLang="en-US" sz="1600" b="1">
                <a:latin typeface="Garamond" panose="02020404030301010803" pitchFamily="18" charset="0"/>
              </a:rPr>
              <a:t>Draw the double ordinate RS = 70 mm. At midpoint K erect a perpendicular KV = 30 mm to represent the abscissa.</a:t>
            </a:r>
          </a:p>
          <a:p>
            <a:pPr algn="just" eaLnBrk="1" hangingPunct="1">
              <a:buFont typeface="Calibri" panose="020F0502020204030204" pitchFamily="34" charset="0"/>
              <a:buAutoNum type="arabicPeriod"/>
            </a:pPr>
            <a:r>
              <a:rPr lang="en-US" altLang="en-US" sz="1600" b="1">
                <a:latin typeface="Garamond" panose="02020404030301010803" pitchFamily="18" charset="0"/>
              </a:rPr>
              <a:t>Construct a rectangle RSMN such that SM = KV. </a:t>
            </a:r>
          </a:p>
          <a:p>
            <a:pPr algn="just" eaLnBrk="1" hangingPunct="1">
              <a:buFont typeface="Calibri" panose="020F0502020204030204" pitchFamily="34" charset="0"/>
              <a:buAutoNum type="arabicPeriod"/>
            </a:pPr>
            <a:r>
              <a:rPr lang="en-US" altLang="en-US" sz="1600" b="1">
                <a:latin typeface="Garamond" panose="02020404030301010803" pitchFamily="18" charset="0"/>
              </a:rPr>
              <a:t>Divide RN and RK into the same number of equal parts, say 5. Number the divisions as 1, 2, 3, 4 and 1’, 2’, 3’, 4’, starting from R. </a:t>
            </a:r>
          </a:p>
          <a:p>
            <a:pPr algn="just" eaLnBrk="1" hangingPunct="1">
              <a:buFont typeface="Calibri" panose="020F0502020204030204" pitchFamily="34" charset="0"/>
              <a:buAutoNum type="arabicPeriod"/>
            </a:pPr>
            <a:r>
              <a:rPr lang="en-US" altLang="en-US" sz="1600" b="1">
                <a:latin typeface="Garamond" panose="02020404030301010803" pitchFamily="18" charset="0"/>
              </a:rPr>
              <a:t>Join V–1, V–2, V–3 and V–4.</a:t>
            </a:r>
          </a:p>
        </p:txBody>
      </p:sp>
      <p:sp>
        <p:nvSpPr>
          <p:cNvPr id="26629" name="Rectangle 7"/>
          <p:cNvSpPr>
            <a:spLocks noChangeArrowheads="1"/>
          </p:cNvSpPr>
          <p:nvPr/>
        </p:nvSpPr>
        <p:spPr bwMode="auto">
          <a:xfrm>
            <a:off x="0" y="685800"/>
            <a:ext cx="914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dirty="0"/>
              <a:t>Q.1: </a:t>
            </a:r>
            <a:r>
              <a:rPr lang="en-US" altLang="en-US" dirty="0">
                <a:solidFill>
                  <a:srgbClr val="FF0000"/>
                </a:solidFill>
              </a:rPr>
              <a:t>Draw a parabola having an abscissa of 30 mm and the double ordinate of 70 mm.</a:t>
            </a:r>
          </a:p>
        </p:txBody>
      </p:sp>
      <p:sp>
        <p:nvSpPr>
          <p:cNvPr id="26630" name="Rectangle 8"/>
          <p:cNvSpPr>
            <a:spLocks noChangeArrowheads="1"/>
          </p:cNvSpPr>
          <p:nvPr/>
        </p:nvSpPr>
        <p:spPr bwMode="auto">
          <a:xfrm>
            <a:off x="0" y="4572000"/>
            <a:ext cx="9144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buFont typeface="Calibri" panose="020F0502020204030204" pitchFamily="34" charset="0"/>
              <a:buAutoNum type="arabicPeriod" startAt="5"/>
            </a:pPr>
            <a:r>
              <a:rPr lang="en-US" altLang="en-US" sz="1600" b="1">
                <a:latin typeface="Garamond" panose="02020404030301010803" pitchFamily="18" charset="0"/>
              </a:rPr>
              <a:t>Through 1’, 2’, 3’ and 4’, draw lines parallel to KV to meet V–1 at P1, V–2 at P2, V–3 at P3 and V–4 at P4, respectively.</a:t>
            </a:r>
            <a:endParaRPr lang="en-US" altLang="en-US" sz="1600">
              <a:latin typeface="Garamond" panose="02020404030301010803" pitchFamily="18" charset="0"/>
            </a:endParaRPr>
          </a:p>
          <a:p>
            <a:pPr eaLnBrk="1" hangingPunct="1">
              <a:buFont typeface="Calibri" panose="020F0502020204030204" pitchFamily="34" charset="0"/>
              <a:buAutoNum type="arabicPeriod" startAt="5"/>
            </a:pPr>
            <a:r>
              <a:rPr lang="en-US" altLang="en-US" sz="1600" b="1">
                <a:latin typeface="Garamond" panose="02020404030301010803" pitchFamily="18" charset="0"/>
              </a:rPr>
              <a:t>Obtain P5, P6, P7 and P8 in the other half of the rectangle in a similar way. Alternatively, these points can be obtained by drawing lines parallel to RS through P1, P2, P3 and P4. For example, draw P1– P8 such that P1– x = x– P8.</a:t>
            </a:r>
            <a:endParaRPr lang="en-US" altLang="en-US" sz="1600">
              <a:latin typeface="Garamond" panose="02020404030301010803" pitchFamily="18" charset="0"/>
            </a:endParaRPr>
          </a:p>
          <a:p>
            <a:pPr eaLnBrk="1" hangingPunct="1">
              <a:buFont typeface="Calibri" panose="020F0502020204030204" pitchFamily="34" charset="0"/>
              <a:buAutoNum type="arabicPeriod" startAt="5"/>
            </a:pPr>
            <a:r>
              <a:rPr lang="en-US" altLang="en-US" sz="1600" b="1">
                <a:latin typeface="Garamond" panose="02020404030301010803" pitchFamily="18" charset="0"/>
              </a:rPr>
              <a:t> Join P1, P2, P3 … P8 to obtain the parabola.</a:t>
            </a:r>
            <a:endParaRPr lang="en-US" altLang="en-US" sz="1600">
              <a:latin typeface="Garamond" panose="02020404030301010803" pitchFamily="18" charset="0"/>
            </a:endParaRPr>
          </a:p>
        </p:txBody>
      </p:sp>
      <p:sp>
        <p:nvSpPr>
          <p:cNvPr id="10"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Steps for Rectangle Method</a:t>
            </a:r>
          </a:p>
          <a:p>
            <a:pPr algn="ctr" fontAlgn="auto">
              <a:spcAft>
                <a:spcPts val="0"/>
              </a:spcAft>
              <a:defRPr/>
            </a:pPr>
            <a:endParaRPr lang="en-US" sz="4400" dirty="0">
              <a:latin typeface="Garamond" pitchFamily="18" charset="0"/>
              <a:ea typeface="+mj-ea"/>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rtlCol="0">
            <a:normAutofit fontScale="90000"/>
          </a:bodyPr>
          <a:lstStyle/>
          <a:p>
            <a:pPr eaLnBrk="1" fontAlgn="auto" hangingPunct="1">
              <a:spcAft>
                <a:spcPts val="0"/>
              </a:spcAft>
              <a:defRPr/>
            </a:pPr>
            <a:r>
              <a:rPr lang="en-US" dirty="0"/>
              <a:t>Steps for Tangent and Normal at a point P on parabola</a:t>
            </a:r>
          </a:p>
        </p:txBody>
      </p:sp>
      <p:sp>
        <p:nvSpPr>
          <p:cNvPr id="27651" name="Rectangle 3"/>
          <p:cNvSpPr>
            <a:spLocks noChangeArrowheads="1"/>
          </p:cNvSpPr>
          <p:nvPr/>
        </p:nvSpPr>
        <p:spPr bwMode="auto">
          <a:xfrm>
            <a:off x="152400" y="1752600"/>
            <a:ext cx="8763000" cy="1077913"/>
          </a:xfrm>
          <a:prstGeom prst="rect">
            <a:avLst/>
          </a:prstGeom>
          <a:noFill/>
          <a:ln w="254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buFontTx/>
              <a:buAutoNum type="arabicPeriod"/>
            </a:pPr>
            <a:r>
              <a:rPr lang="en-US" altLang="en-US" sz="1600" b="1">
                <a:latin typeface="Garamond" panose="02020404030301010803" pitchFamily="18" charset="0"/>
              </a:rPr>
              <a:t>Join PF. Draw PQ parallel to the axis.</a:t>
            </a:r>
          </a:p>
          <a:p>
            <a:pPr algn="just" eaLnBrk="1" hangingPunct="1">
              <a:spcBef>
                <a:spcPct val="50000"/>
              </a:spcBef>
              <a:buFontTx/>
              <a:buAutoNum type="arabicPeriod"/>
            </a:pPr>
            <a:r>
              <a:rPr lang="en-US" altLang="en-US" sz="1600" b="1">
                <a:latin typeface="Garamond" panose="02020404030301010803" pitchFamily="18" charset="0"/>
              </a:rPr>
              <a:t>Draw the bisector T– T of – FPQ to represent the required tangent.</a:t>
            </a:r>
          </a:p>
          <a:p>
            <a:pPr algn="just" eaLnBrk="1" hangingPunct="1">
              <a:spcBef>
                <a:spcPct val="50000"/>
              </a:spcBef>
              <a:buFontTx/>
              <a:buAutoNum type="arabicPeriod"/>
            </a:pPr>
            <a:r>
              <a:rPr lang="en-US" altLang="en-US" sz="1600" b="1">
                <a:latin typeface="Garamond" panose="02020404030301010803" pitchFamily="18" charset="0"/>
              </a:rPr>
              <a:t>Draw normal N– N perpendicular T– T at P.</a:t>
            </a:r>
          </a:p>
        </p:txBody>
      </p:sp>
      <p:pic>
        <p:nvPicPr>
          <p:cNvPr id="2765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b="7758"/>
          <a:stretch>
            <a:fillRect/>
          </a:stretch>
        </p:blipFill>
        <p:spPr bwMode="auto">
          <a:xfrm>
            <a:off x="1981200" y="2971800"/>
            <a:ext cx="536575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5"/>
          <p:cNvSpPr txBox="1">
            <a:spLocks noChangeArrowheads="1"/>
          </p:cNvSpPr>
          <p:nvPr/>
        </p:nvSpPr>
        <p:spPr bwMode="auto">
          <a:xfrm>
            <a:off x="0" y="0"/>
            <a:ext cx="7164141" cy="553998"/>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000" b="0" i="0" u="sng" strike="noStrike" kern="1200" cap="none" spc="0" normalizeH="0" baseline="0" noProof="0" dirty="0">
                <a:ln>
                  <a:noFill/>
                </a:ln>
                <a:solidFill>
                  <a:srgbClr val="00B050"/>
                </a:solidFill>
                <a:effectLst/>
                <a:uLnTx/>
                <a:uFillTx/>
                <a:latin typeface="Arial" charset="0"/>
                <a:ea typeface="+mn-ea"/>
                <a:cs typeface="+mn-cs"/>
              </a:rPr>
              <a:t>Generating parabola </a:t>
            </a:r>
            <a:r>
              <a:rPr kumimoji="0" lang="en-US" sz="3000" b="0" i="0" u="sng" strike="noStrike" kern="1200" cap="none" spc="0" normalizeH="0" baseline="0" noProof="0" dirty="0">
                <a:ln>
                  <a:noFill/>
                </a:ln>
                <a:solidFill>
                  <a:srgbClr val="000000"/>
                </a:solidFill>
                <a:effectLst/>
                <a:uLnTx/>
                <a:uFillTx/>
                <a:latin typeface="Arial" charset="0"/>
                <a:ea typeface="+mn-ea"/>
                <a:cs typeface="+mn-cs"/>
              </a:rPr>
              <a:t>(Rectangle method)</a:t>
            </a:r>
          </a:p>
        </p:txBody>
      </p:sp>
      <p:sp>
        <p:nvSpPr>
          <p:cNvPr id="13" name="Rectangle 2"/>
          <p:cNvSpPr>
            <a:spLocks noChangeArrowheads="1"/>
          </p:cNvSpPr>
          <p:nvPr/>
        </p:nvSpPr>
        <p:spPr bwMode="auto">
          <a:xfrm>
            <a:off x="1752600" y="1295400"/>
            <a:ext cx="5029200" cy="4038600"/>
          </a:xfrm>
          <a:prstGeom prst="rect">
            <a:avLst/>
          </a:prstGeom>
          <a:solidFill>
            <a:schemeClr val="bg1"/>
          </a:solidFill>
          <a:ln w="9525">
            <a:solidFill>
              <a:schemeClr val="tx1"/>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4" name="Line 3"/>
          <p:cNvSpPr>
            <a:spLocks noChangeShapeType="1"/>
          </p:cNvSpPr>
          <p:nvPr/>
        </p:nvSpPr>
        <p:spPr bwMode="auto">
          <a:xfrm flipV="1">
            <a:off x="4267200" y="1282700"/>
            <a:ext cx="0" cy="40894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5" name="Line 4"/>
          <p:cNvSpPr>
            <a:spLocks noChangeShapeType="1"/>
          </p:cNvSpPr>
          <p:nvPr/>
        </p:nvSpPr>
        <p:spPr bwMode="auto">
          <a:xfrm>
            <a:off x="1676400" y="3314700"/>
            <a:ext cx="1524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6" name="Line 5"/>
          <p:cNvSpPr>
            <a:spLocks noChangeShapeType="1"/>
          </p:cNvSpPr>
          <p:nvPr/>
        </p:nvSpPr>
        <p:spPr bwMode="auto">
          <a:xfrm>
            <a:off x="1676400" y="2628900"/>
            <a:ext cx="1524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7" name="Line 6"/>
          <p:cNvSpPr>
            <a:spLocks noChangeShapeType="1"/>
          </p:cNvSpPr>
          <p:nvPr/>
        </p:nvSpPr>
        <p:spPr bwMode="auto">
          <a:xfrm>
            <a:off x="1676400" y="1955800"/>
            <a:ext cx="1524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8" name="Line 7"/>
          <p:cNvSpPr>
            <a:spLocks noChangeShapeType="1"/>
          </p:cNvSpPr>
          <p:nvPr/>
        </p:nvSpPr>
        <p:spPr bwMode="auto">
          <a:xfrm>
            <a:off x="1676400" y="4673600"/>
            <a:ext cx="1524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9" name="Line 8"/>
          <p:cNvSpPr>
            <a:spLocks noChangeShapeType="1"/>
          </p:cNvSpPr>
          <p:nvPr/>
        </p:nvSpPr>
        <p:spPr bwMode="auto">
          <a:xfrm>
            <a:off x="1676400" y="4000500"/>
            <a:ext cx="152400"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0" name="Line 9"/>
          <p:cNvSpPr>
            <a:spLocks noChangeShapeType="1"/>
          </p:cNvSpPr>
          <p:nvPr/>
        </p:nvSpPr>
        <p:spPr bwMode="auto">
          <a:xfrm>
            <a:off x="2971800" y="5270500"/>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1" name="Line 10"/>
          <p:cNvSpPr>
            <a:spLocks noChangeShapeType="1"/>
          </p:cNvSpPr>
          <p:nvPr/>
        </p:nvSpPr>
        <p:spPr bwMode="auto">
          <a:xfrm>
            <a:off x="3810000" y="5270500"/>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2" name="Line 11"/>
          <p:cNvSpPr>
            <a:spLocks noChangeShapeType="1"/>
          </p:cNvSpPr>
          <p:nvPr/>
        </p:nvSpPr>
        <p:spPr bwMode="auto">
          <a:xfrm>
            <a:off x="3403600" y="5270500"/>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3" name="Line 12"/>
          <p:cNvSpPr>
            <a:spLocks noChangeShapeType="1"/>
          </p:cNvSpPr>
          <p:nvPr/>
        </p:nvSpPr>
        <p:spPr bwMode="auto">
          <a:xfrm>
            <a:off x="2540000" y="5270500"/>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4" name="Line 13"/>
          <p:cNvSpPr>
            <a:spLocks noChangeShapeType="1"/>
          </p:cNvSpPr>
          <p:nvPr/>
        </p:nvSpPr>
        <p:spPr bwMode="auto">
          <a:xfrm>
            <a:off x="2133600" y="5270500"/>
            <a:ext cx="0" cy="15240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5" name="Text Box 14"/>
          <p:cNvSpPr txBox="1">
            <a:spLocks noChangeArrowheads="1"/>
          </p:cNvSpPr>
          <p:nvPr/>
        </p:nvSpPr>
        <p:spPr bwMode="auto">
          <a:xfrm>
            <a:off x="1471612" y="45085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26" name="Text Box 15"/>
          <p:cNvSpPr txBox="1">
            <a:spLocks noChangeArrowheads="1"/>
          </p:cNvSpPr>
          <p:nvPr/>
        </p:nvSpPr>
        <p:spPr bwMode="auto">
          <a:xfrm>
            <a:off x="1471612" y="38227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27" name="Text Box 16"/>
          <p:cNvSpPr txBox="1">
            <a:spLocks noChangeArrowheads="1"/>
          </p:cNvSpPr>
          <p:nvPr/>
        </p:nvSpPr>
        <p:spPr bwMode="auto">
          <a:xfrm>
            <a:off x="1471612" y="31369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28" name="Text Box 17"/>
          <p:cNvSpPr txBox="1">
            <a:spLocks noChangeArrowheads="1"/>
          </p:cNvSpPr>
          <p:nvPr/>
        </p:nvSpPr>
        <p:spPr bwMode="auto">
          <a:xfrm>
            <a:off x="1471612" y="24511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sp>
        <p:nvSpPr>
          <p:cNvPr id="29" name="Text Box 18"/>
          <p:cNvSpPr txBox="1">
            <a:spLocks noChangeArrowheads="1"/>
          </p:cNvSpPr>
          <p:nvPr/>
        </p:nvSpPr>
        <p:spPr bwMode="auto">
          <a:xfrm>
            <a:off x="1471612" y="17653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5</a:t>
            </a:r>
          </a:p>
        </p:txBody>
      </p:sp>
      <p:sp>
        <p:nvSpPr>
          <p:cNvPr id="30" name="Text Box 19"/>
          <p:cNvSpPr txBox="1">
            <a:spLocks noChangeArrowheads="1"/>
          </p:cNvSpPr>
          <p:nvPr/>
        </p:nvSpPr>
        <p:spPr bwMode="auto">
          <a:xfrm>
            <a:off x="1509712" y="11557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6</a:t>
            </a:r>
          </a:p>
        </p:txBody>
      </p:sp>
      <p:sp>
        <p:nvSpPr>
          <p:cNvPr id="31" name="Text Box 20"/>
          <p:cNvSpPr txBox="1">
            <a:spLocks noChangeArrowheads="1"/>
          </p:cNvSpPr>
          <p:nvPr/>
        </p:nvSpPr>
        <p:spPr bwMode="auto">
          <a:xfrm>
            <a:off x="1990725" y="5357812"/>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32" name="Text Box 21"/>
          <p:cNvSpPr txBox="1">
            <a:spLocks noChangeArrowheads="1"/>
          </p:cNvSpPr>
          <p:nvPr/>
        </p:nvSpPr>
        <p:spPr bwMode="auto">
          <a:xfrm>
            <a:off x="2400300" y="534670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33" name="Text Box 22"/>
          <p:cNvSpPr txBox="1">
            <a:spLocks noChangeArrowheads="1"/>
          </p:cNvSpPr>
          <p:nvPr/>
        </p:nvSpPr>
        <p:spPr bwMode="auto">
          <a:xfrm>
            <a:off x="2809875" y="5360987"/>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34" name="Text Box 23"/>
          <p:cNvSpPr txBox="1">
            <a:spLocks noChangeArrowheads="1"/>
          </p:cNvSpPr>
          <p:nvPr/>
        </p:nvSpPr>
        <p:spPr bwMode="auto">
          <a:xfrm>
            <a:off x="3219450" y="5362575"/>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sp>
        <p:nvSpPr>
          <p:cNvPr id="35" name="Text Box 24"/>
          <p:cNvSpPr txBox="1">
            <a:spLocks noChangeArrowheads="1"/>
          </p:cNvSpPr>
          <p:nvPr/>
        </p:nvSpPr>
        <p:spPr bwMode="auto">
          <a:xfrm>
            <a:off x="3629025" y="5364162"/>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5</a:t>
            </a:r>
          </a:p>
        </p:txBody>
      </p:sp>
      <p:sp>
        <p:nvSpPr>
          <p:cNvPr id="36" name="Text Box 25"/>
          <p:cNvSpPr txBox="1">
            <a:spLocks noChangeArrowheads="1"/>
          </p:cNvSpPr>
          <p:nvPr/>
        </p:nvSpPr>
        <p:spPr bwMode="auto">
          <a:xfrm>
            <a:off x="4127500" y="5302250"/>
            <a:ext cx="285750" cy="336550"/>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6</a:t>
            </a:r>
          </a:p>
        </p:txBody>
      </p:sp>
      <p:sp>
        <p:nvSpPr>
          <p:cNvPr id="37" name="Oval 26"/>
          <p:cNvSpPr>
            <a:spLocks noChangeArrowheads="1"/>
          </p:cNvSpPr>
          <p:nvPr/>
        </p:nvSpPr>
        <p:spPr bwMode="auto">
          <a:xfrm>
            <a:off x="1701800" y="52832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38" name="Oval 27"/>
          <p:cNvSpPr>
            <a:spLocks noChangeArrowheads="1"/>
          </p:cNvSpPr>
          <p:nvPr/>
        </p:nvSpPr>
        <p:spPr bwMode="auto">
          <a:xfrm>
            <a:off x="4229100" y="12573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39" name="Oval 28"/>
          <p:cNvSpPr>
            <a:spLocks noChangeArrowheads="1"/>
          </p:cNvSpPr>
          <p:nvPr/>
        </p:nvSpPr>
        <p:spPr bwMode="auto">
          <a:xfrm>
            <a:off x="6731000" y="52705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0" name="Line 29"/>
          <p:cNvSpPr>
            <a:spLocks noChangeShapeType="1"/>
          </p:cNvSpPr>
          <p:nvPr/>
        </p:nvSpPr>
        <p:spPr bwMode="auto">
          <a:xfrm flipV="1">
            <a:off x="1752600" y="1308100"/>
            <a:ext cx="2514600" cy="33528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1" name="Line 30"/>
          <p:cNvSpPr>
            <a:spLocks noChangeShapeType="1"/>
          </p:cNvSpPr>
          <p:nvPr/>
        </p:nvSpPr>
        <p:spPr bwMode="auto">
          <a:xfrm flipV="1">
            <a:off x="1752600" y="1308100"/>
            <a:ext cx="2514600" cy="26670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2" name="Line 31"/>
          <p:cNvSpPr>
            <a:spLocks noChangeShapeType="1"/>
          </p:cNvSpPr>
          <p:nvPr/>
        </p:nvSpPr>
        <p:spPr bwMode="auto">
          <a:xfrm flipV="1">
            <a:off x="1752600" y="1308100"/>
            <a:ext cx="2514600" cy="19812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3" name="Line 32"/>
          <p:cNvSpPr>
            <a:spLocks noChangeShapeType="1"/>
          </p:cNvSpPr>
          <p:nvPr/>
        </p:nvSpPr>
        <p:spPr bwMode="auto">
          <a:xfrm flipV="1">
            <a:off x="1752600" y="1308100"/>
            <a:ext cx="2514600" cy="12954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4" name="Line 33"/>
          <p:cNvSpPr>
            <a:spLocks noChangeShapeType="1"/>
          </p:cNvSpPr>
          <p:nvPr/>
        </p:nvSpPr>
        <p:spPr bwMode="auto">
          <a:xfrm flipV="1">
            <a:off x="1752600" y="1308100"/>
            <a:ext cx="2514600" cy="609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45" name="Group 34"/>
          <p:cNvGrpSpPr>
            <a:grpSpLocks/>
          </p:cNvGrpSpPr>
          <p:nvPr/>
        </p:nvGrpSpPr>
        <p:grpSpPr bwMode="auto">
          <a:xfrm>
            <a:off x="6692900" y="1117600"/>
            <a:ext cx="393700" cy="3689350"/>
            <a:chOff x="4304" y="840"/>
            <a:chExt cx="248" cy="2324"/>
          </a:xfrm>
        </p:grpSpPr>
        <p:sp>
          <p:nvSpPr>
            <p:cNvPr id="46" name="Line 35"/>
            <p:cNvSpPr>
              <a:spLocks noChangeShapeType="1"/>
            </p:cNvSpPr>
            <p:nvPr/>
          </p:nvSpPr>
          <p:spPr bwMode="auto">
            <a:xfrm>
              <a:off x="4304" y="2200"/>
              <a:ext cx="96"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7" name="Line 36"/>
            <p:cNvSpPr>
              <a:spLocks noChangeShapeType="1"/>
            </p:cNvSpPr>
            <p:nvPr/>
          </p:nvSpPr>
          <p:spPr bwMode="auto">
            <a:xfrm>
              <a:off x="4304" y="1768"/>
              <a:ext cx="96"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8" name="Line 37"/>
            <p:cNvSpPr>
              <a:spLocks noChangeShapeType="1"/>
            </p:cNvSpPr>
            <p:nvPr/>
          </p:nvSpPr>
          <p:spPr bwMode="auto">
            <a:xfrm>
              <a:off x="4304" y="1344"/>
              <a:ext cx="96"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49" name="Line 38"/>
            <p:cNvSpPr>
              <a:spLocks noChangeShapeType="1"/>
            </p:cNvSpPr>
            <p:nvPr/>
          </p:nvSpPr>
          <p:spPr bwMode="auto">
            <a:xfrm>
              <a:off x="4304" y="3056"/>
              <a:ext cx="96"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0" name="Line 39"/>
            <p:cNvSpPr>
              <a:spLocks noChangeShapeType="1"/>
            </p:cNvSpPr>
            <p:nvPr/>
          </p:nvSpPr>
          <p:spPr bwMode="auto">
            <a:xfrm>
              <a:off x="4304" y="2632"/>
              <a:ext cx="96" cy="0"/>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 name="Text Box 40"/>
            <p:cNvSpPr txBox="1">
              <a:spLocks noChangeArrowheads="1"/>
            </p:cNvSpPr>
            <p:nvPr/>
          </p:nvSpPr>
          <p:spPr bwMode="auto">
            <a:xfrm>
              <a:off x="4372" y="2952"/>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1</a:t>
              </a:r>
            </a:p>
          </p:txBody>
        </p:sp>
        <p:sp>
          <p:nvSpPr>
            <p:cNvPr id="52" name="Text Box 41"/>
            <p:cNvSpPr txBox="1">
              <a:spLocks noChangeArrowheads="1"/>
            </p:cNvSpPr>
            <p:nvPr/>
          </p:nvSpPr>
          <p:spPr bwMode="auto">
            <a:xfrm>
              <a:off x="4372" y="2520"/>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53" name="Text Box 42"/>
            <p:cNvSpPr txBox="1">
              <a:spLocks noChangeArrowheads="1"/>
            </p:cNvSpPr>
            <p:nvPr/>
          </p:nvSpPr>
          <p:spPr bwMode="auto">
            <a:xfrm>
              <a:off x="4372" y="2088"/>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54" name="Text Box 43"/>
            <p:cNvSpPr txBox="1">
              <a:spLocks noChangeArrowheads="1"/>
            </p:cNvSpPr>
            <p:nvPr/>
          </p:nvSpPr>
          <p:spPr bwMode="auto">
            <a:xfrm>
              <a:off x="4372" y="1656"/>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sp>
          <p:nvSpPr>
            <p:cNvPr id="55" name="Text Box 44"/>
            <p:cNvSpPr txBox="1">
              <a:spLocks noChangeArrowheads="1"/>
            </p:cNvSpPr>
            <p:nvPr/>
          </p:nvSpPr>
          <p:spPr bwMode="auto">
            <a:xfrm>
              <a:off x="4372" y="1224"/>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5</a:t>
              </a:r>
            </a:p>
          </p:txBody>
        </p:sp>
        <p:sp>
          <p:nvSpPr>
            <p:cNvPr id="56" name="Text Box 45"/>
            <p:cNvSpPr txBox="1">
              <a:spLocks noChangeArrowheads="1"/>
            </p:cNvSpPr>
            <p:nvPr/>
          </p:nvSpPr>
          <p:spPr bwMode="auto">
            <a:xfrm>
              <a:off x="4372" y="840"/>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6</a:t>
              </a:r>
            </a:p>
          </p:txBody>
        </p:sp>
      </p:grpSp>
      <p:sp>
        <p:nvSpPr>
          <p:cNvPr id="57" name="Line 46"/>
          <p:cNvSpPr>
            <a:spLocks noChangeShapeType="1"/>
          </p:cNvSpPr>
          <p:nvPr/>
        </p:nvSpPr>
        <p:spPr bwMode="auto">
          <a:xfrm flipH="1" flipV="1">
            <a:off x="4267200" y="1308100"/>
            <a:ext cx="2514600" cy="33528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8" name="Line 47"/>
          <p:cNvSpPr>
            <a:spLocks noChangeShapeType="1"/>
          </p:cNvSpPr>
          <p:nvPr/>
        </p:nvSpPr>
        <p:spPr bwMode="auto">
          <a:xfrm flipH="1" flipV="1">
            <a:off x="4267200" y="1308100"/>
            <a:ext cx="2514600" cy="26670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9" name="Line 48"/>
          <p:cNvSpPr>
            <a:spLocks noChangeShapeType="1"/>
          </p:cNvSpPr>
          <p:nvPr/>
        </p:nvSpPr>
        <p:spPr bwMode="auto">
          <a:xfrm flipH="1" flipV="1">
            <a:off x="4267200" y="1308100"/>
            <a:ext cx="2514600" cy="19812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60" name="Line 49"/>
          <p:cNvSpPr>
            <a:spLocks noChangeShapeType="1"/>
          </p:cNvSpPr>
          <p:nvPr/>
        </p:nvSpPr>
        <p:spPr bwMode="auto">
          <a:xfrm flipH="1" flipV="1">
            <a:off x="4267200" y="1308100"/>
            <a:ext cx="2514600" cy="12954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61" name="Line 50"/>
          <p:cNvSpPr>
            <a:spLocks noChangeShapeType="1"/>
          </p:cNvSpPr>
          <p:nvPr/>
        </p:nvSpPr>
        <p:spPr bwMode="auto">
          <a:xfrm flipH="1" flipV="1">
            <a:off x="4267200" y="1308100"/>
            <a:ext cx="2514600" cy="6096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62" name="Group 51"/>
          <p:cNvGrpSpPr>
            <a:grpSpLocks/>
          </p:cNvGrpSpPr>
          <p:nvPr/>
        </p:nvGrpSpPr>
        <p:grpSpPr bwMode="auto">
          <a:xfrm>
            <a:off x="4578350" y="5257800"/>
            <a:ext cx="1924050" cy="406400"/>
            <a:chOff x="2980" y="3448"/>
            <a:chExt cx="1212" cy="256"/>
          </a:xfrm>
        </p:grpSpPr>
        <p:grpSp>
          <p:nvGrpSpPr>
            <p:cNvPr id="63" name="Group 52"/>
            <p:cNvGrpSpPr>
              <a:grpSpLocks/>
            </p:cNvGrpSpPr>
            <p:nvPr/>
          </p:nvGrpSpPr>
          <p:grpSpPr bwMode="auto">
            <a:xfrm>
              <a:off x="3048" y="3448"/>
              <a:ext cx="1056" cy="96"/>
              <a:chOff x="3072" y="3552"/>
              <a:chExt cx="1056" cy="96"/>
            </a:xfrm>
          </p:grpSpPr>
          <p:sp>
            <p:nvSpPr>
              <p:cNvPr id="69" name="Line 53"/>
              <p:cNvSpPr>
                <a:spLocks noChangeShapeType="1"/>
              </p:cNvSpPr>
              <p:nvPr/>
            </p:nvSpPr>
            <p:spPr bwMode="auto">
              <a:xfrm>
                <a:off x="3600" y="3552"/>
                <a:ext cx="0" cy="96"/>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0" name="Line 54"/>
              <p:cNvSpPr>
                <a:spLocks noChangeShapeType="1"/>
              </p:cNvSpPr>
              <p:nvPr/>
            </p:nvSpPr>
            <p:spPr bwMode="auto">
              <a:xfrm>
                <a:off x="4128" y="3552"/>
                <a:ext cx="0" cy="96"/>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1" name="Line 55"/>
              <p:cNvSpPr>
                <a:spLocks noChangeShapeType="1"/>
              </p:cNvSpPr>
              <p:nvPr/>
            </p:nvSpPr>
            <p:spPr bwMode="auto">
              <a:xfrm>
                <a:off x="3872" y="3552"/>
                <a:ext cx="0" cy="96"/>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2" name="Line 56"/>
              <p:cNvSpPr>
                <a:spLocks noChangeShapeType="1"/>
              </p:cNvSpPr>
              <p:nvPr/>
            </p:nvSpPr>
            <p:spPr bwMode="auto">
              <a:xfrm>
                <a:off x="3328" y="3552"/>
                <a:ext cx="0" cy="96"/>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3" name="Line 57"/>
              <p:cNvSpPr>
                <a:spLocks noChangeShapeType="1"/>
              </p:cNvSpPr>
              <p:nvPr/>
            </p:nvSpPr>
            <p:spPr bwMode="auto">
              <a:xfrm>
                <a:off x="3072" y="3552"/>
                <a:ext cx="0" cy="96"/>
              </a:xfrm>
              <a:prstGeom prst="line">
                <a:avLst/>
              </a:prstGeom>
              <a:noFill/>
              <a:ln w="9525">
                <a:solidFill>
                  <a:schemeClr val="tx1"/>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sp>
          <p:nvSpPr>
            <p:cNvPr id="64" name="Text Box 58"/>
            <p:cNvSpPr txBox="1">
              <a:spLocks noChangeArrowheads="1"/>
            </p:cNvSpPr>
            <p:nvPr/>
          </p:nvSpPr>
          <p:spPr bwMode="auto">
            <a:xfrm>
              <a:off x="2980" y="3487"/>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5</a:t>
              </a:r>
            </a:p>
          </p:txBody>
        </p:sp>
        <p:sp>
          <p:nvSpPr>
            <p:cNvPr id="65" name="Text Box 59"/>
            <p:cNvSpPr txBox="1">
              <a:spLocks noChangeArrowheads="1"/>
            </p:cNvSpPr>
            <p:nvPr/>
          </p:nvSpPr>
          <p:spPr bwMode="auto">
            <a:xfrm>
              <a:off x="3238" y="3480"/>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4</a:t>
              </a:r>
            </a:p>
          </p:txBody>
        </p:sp>
        <p:sp>
          <p:nvSpPr>
            <p:cNvPr id="66" name="Text Box 60"/>
            <p:cNvSpPr txBox="1">
              <a:spLocks noChangeArrowheads="1"/>
            </p:cNvSpPr>
            <p:nvPr/>
          </p:nvSpPr>
          <p:spPr bwMode="auto">
            <a:xfrm>
              <a:off x="3496" y="3489"/>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3</a:t>
              </a:r>
            </a:p>
          </p:txBody>
        </p:sp>
        <p:sp>
          <p:nvSpPr>
            <p:cNvPr id="67" name="Text Box 61"/>
            <p:cNvSpPr txBox="1">
              <a:spLocks noChangeArrowheads="1"/>
            </p:cNvSpPr>
            <p:nvPr/>
          </p:nvSpPr>
          <p:spPr bwMode="auto">
            <a:xfrm>
              <a:off x="3754" y="3490"/>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Times New Roman" pitchFamily="18" charset="0"/>
                  <a:ea typeface="+mn-ea"/>
                  <a:cs typeface="+mn-cs"/>
                </a:rPr>
                <a:t>2</a:t>
              </a:r>
            </a:p>
          </p:txBody>
        </p:sp>
        <p:sp>
          <p:nvSpPr>
            <p:cNvPr id="68" name="Text Box 62"/>
            <p:cNvSpPr txBox="1">
              <a:spLocks noChangeArrowheads="1"/>
            </p:cNvSpPr>
            <p:nvPr/>
          </p:nvSpPr>
          <p:spPr bwMode="auto">
            <a:xfrm>
              <a:off x="4012" y="3492"/>
              <a:ext cx="180" cy="212"/>
            </a:xfrm>
            <a:prstGeom prst="rect">
              <a:avLst/>
            </a:prstGeom>
            <a:noFill/>
            <a:ln w="9525">
              <a:noFill/>
              <a:miter lim="800000"/>
              <a:headEnd/>
              <a:tailEnd/>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pitchFamily="18" charset="0"/>
                  <a:ea typeface="+mn-ea"/>
                  <a:cs typeface="+mn-cs"/>
                </a:rPr>
                <a:t>1</a:t>
              </a:r>
            </a:p>
          </p:txBody>
        </p:sp>
      </p:grpSp>
      <p:sp>
        <p:nvSpPr>
          <p:cNvPr id="74" name="Line 63"/>
          <p:cNvSpPr>
            <a:spLocks noChangeShapeType="1"/>
          </p:cNvSpPr>
          <p:nvPr/>
        </p:nvSpPr>
        <p:spPr bwMode="auto">
          <a:xfrm flipV="1">
            <a:off x="2133600" y="4127500"/>
            <a:ext cx="0" cy="11430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5" name="Line 64"/>
          <p:cNvSpPr>
            <a:spLocks noChangeShapeType="1"/>
          </p:cNvSpPr>
          <p:nvPr/>
        </p:nvSpPr>
        <p:spPr bwMode="auto">
          <a:xfrm flipV="1">
            <a:off x="2540000" y="3136900"/>
            <a:ext cx="0" cy="22098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6" name="Line 65"/>
          <p:cNvSpPr>
            <a:spLocks noChangeShapeType="1"/>
          </p:cNvSpPr>
          <p:nvPr/>
        </p:nvSpPr>
        <p:spPr bwMode="auto">
          <a:xfrm flipV="1">
            <a:off x="2971800" y="2298700"/>
            <a:ext cx="0" cy="30353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7" name="Line 66"/>
          <p:cNvSpPr>
            <a:spLocks noChangeShapeType="1"/>
          </p:cNvSpPr>
          <p:nvPr/>
        </p:nvSpPr>
        <p:spPr bwMode="auto">
          <a:xfrm flipV="1">
            <a:off x="3403600" y="1765300"/>
            <a:ext cx="0" cy="35687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8" name="Line 67"/>
          <p:cNvSpPr>
            <a:spLocks noChangeShapeType="1"/>
          </p:cNvSpPr>
          <p:nvPr/>
        </p:nvSpPr>
        <p:spPr bwMode="auto">
          <a:xfrm flipV="1">
            <a:off x="3797300" y="1384300"/>
            <a:ext cx="0" cy="393700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79" name="Group 68"/>
          <p:cNvGrpSpPr>
            <a:grpSpLocks/>
          </p:cNvGrpSpPr>
          <p:nvPr/>
        </p:nvGrpSpPr>
        <p:grpSpPr bwMode="auto">
          <a:xfrm flipH="1">
            <a:off x="4699000" y="1371600"/>
            <a:ext cx="1663700" cy="3962400"/>
            <a:chOff x="1536" y="1104"/>
            <a:chExt cx="1048" cy="2496"/>
          </a:xfrm>
        </p:grpSpPr>
        <p:sp>
          <p:nvSpPr>
            <p:cNvPr id="80" name="Line 69"/>
            <p:cNvSpPr>
              <a:spLocks noChangeShapeType="1"/>
            </p:cNvSpPr>
            <p:nvPr/>
          </p:nvSpPr>
          <p:spPr bwMode="auto">
            <a:xfrm flipV="1">
              <a:off x="1536" y="2832"/>
              <a:ext cx="0" cy="72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1" name="Line 70"/>
            <p:cNvSpPr>
              <a:spLocks noChangeShapeType="1"/>
            </p:cNvSpPr>
            <p:nvPr/>
          </p:nvSpPr>
          <p:spPr bwMode="auto">
            <a:xfrm flipV="1">
              <a:off x="1792" y="2208"/>
              <a:ext cx="0" cy="1392"/>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2" name="Line 71"/>
            <p:cNvSpPr>
              <a:spLocks noChangeShapeType="1"/>
            </p:cNvSpPr>
            <p:nvPr/>
          </p:nvSpPr>
          <p:spPr bwMode="auto">
            <a:xfrm flipV="1">
              <a:off x="2064" y="1680"/>
              <a:ext cx="0" cy="1912"/>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3" name="Line 72"/>
            <p:cNvSpPr>
              <a:spLocks noChangeShapeType="1"/>
            </p:cNvSpPr>
            <p:nvPr/>
          </p:nvSpPr>
          <p:spPr bwMode="auto">
            <a:xfrm flipV="1">
              <a:off x="2336" y="1344"/>
              <a:ext cx="0" cy="2248"/>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4" name="Line 73"/>
            <p:cNvSpPr>
              <a:spLocks noChangeShapeType="1"/>
            </p:cNvSpPr>
            <p:nvPr/>
          </p:nvSpPr>
          <p:spPr bwMode="auto">
            <a:xfrm flipV="1">
              <a:off x="2584" y="1104"/>
              <a:ext cx="0" cy="2480"/>
            </a:xfrm>
            <a:prstGeom prst="line">
              <a:avLst/>
            </a:prstGeom>
            <a:noFill/>
            <a:ln w="9525">
              <a:solidFill>
                <a:schemeClr val="bg2"/>
              </a:solidFill>
              <a:round/>
              <a:headEnd/>
              <a:tailE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grpSp>
      <p:sp>
        <p:nvSpPr>
          <p:cNvPr id="85" name="Oval 74"/>
          <p:cNvSpPr>
            <a:spLocks noChangeArrowheads="1"/>
          </p:cNvSpPr>
          <p:nvPr/>
        </p:nvSpPr>
        <p:spPr bwMode="auto">
          <a:xfrm>
            <a:off x="2095500" y="41275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6" name="Oval 75"/>
          <p:cNvSpPr>
            <a:spLocks noChangeArrowheads="1"/>
          </p:cNvSpPr>
          <p:nvPr/>
        </p:nvSpPr>
        <p:spPr bwMode="auto">
          <a:xfrm>
            <a:off x="2501900" y="31115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7" name="Oval 76"/>
          <p:cNvSpPr>
            <a:spLocks noChangeArrowheads="1"/>
          </p:cNvSpPr>
          <p:nvPr/>
        </p:nvSpPr>
        <p:spPr bwMode="auto">
          <a:xfrm>
            <a:off x="2933700" y="22987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8" name="Oval 77"/>
          <p:cNvSpPr>
            <a:spLocks noChangeArrowheads="1"/>
          </p:cNvSpPr>
          <p:nvPr/>
        </p:nvSpPr>
        <p:spPr bwMode="auto">
          <a:xfrm>
            <a:off x="3352800" y="17272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89" name="Oval 78"/>
          <p:cNvSpPr>
            <a:spLocks noChangeArrowheads="1"/>
          </p:cNvSpPr>
          <p:nvPr/>
        </p:nvSpPr>
        <p:spPr bwMode="auto">
          <a:xfrm>
            <a:off x="3733800" y="13843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0" name="Oval 79"/>
          <p:cNvSpPr>
            <a:spLocks noChangeArrowheads="1"/>
          </p:cNvSpPr>
          <p:nvPr/>
        </p:nvSpPr>
        <p:spPr bwMode="auto">
          <a:xfrm>
            <a:off x="4648200" y="13843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1" name="Oval 80"/>
          <p:cNvSpPr>
            <a:spLocks noChangeArrowheads="1"/>
          </p:cNvSpPr>
          <p:nvPr/>
        </p:nvSpPr>
        <p:spPr bwMode="auto">
          <a:xfrm>
            <a:off x="5080000" y="16891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2" name="Oval 81"/>
          <p:cNvSpPr>
            <a:spLocks noChangeArrowheads="1"/>
          </p:cNvSpPr>
          <p:nvPr/>
        </p:nvSpPr>
        <p:spPr bwMode="auto">
          <a:xfrm>
            <a:off x="5499100" y="22733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3" name="Oval 82"/>
          <p:cNvSpPr>
            <a:spLocks noChangeArrowheads="1"/>
          </p:cNvSpPr>
          <p:nvPr/>
        </p:nvSpPr>
        <p:spPr bwMode="auto">
          <a:xfrm>
            <a:off x="5918200" y="30607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4" name="Oval 83"/>
          <p:cNvSpPr>
            <a:spLocks noChangeArrowheads="1"/>
          </p:cNvSpPr>
          <p:nvPr/>
        </p:nvSpPr>
        <p:spPr bwMode="auto">
          <a:xfrm>
            <a:off x="6324600" y="4064000"/>
            <a:ext cx="76200" cy="76200"/>
          </a:xfrm>
          <a:prstGeom prst="ellipse">
            <a:avLst/>
          </a:prstGeom>
          <a:solidFill>
            <a:schemeClr val="accent1"/>
          </a:solidFill>
          <a:ln w="952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5" name="Arc 84"/>
          <p:cNvSpPr>
            <a:spLocks/>
          </p:cNvSpPr>
          <p:nvPr/>
        </p:nvSpPr>
        <p:spPr bwMode="auto">
          <a:xfrm rot="-933472">
            <a:off x="4597400" y="1038225"/>
            <a:ext cx="1598612" cy="4529137"/>
          </a:xfrm>
          <a:custGeom>
            <a:avLst/>
            <a:gdLst>
              <a:gd name="G0" fmla="+- 0 0 0"/>
              <a:gd name="G1" fmla="+- 21420 0 0"/>
              <a:gd name="G2" fmla="+- 21600 0 0"/>
              <a:gd name="T0" fmla="*/ 2785 w 21600"/>
              <a:gd name="T1" fmla="*/ 0 h 23940"/>
              <a:gd name="T2" fmla="*/ 21452 w 21600"/>
              <a:gd name="T3" fmla="*/ 23940 h 23940"/>
              <a:gd name="T4" fmla="*/ 0 w 21600"/>
              <a:gd name="T5" fmla="*/ 21420 h 23940"/>
            </a:gdLst>
            <a:ahLst/>
            <a:cxnLst>
              <a:cxn ang="0">
                <a:pos x="T0" y="T1"/>
              </a:cxn>
              <a:cxn ang="0">
                <a:pos x="T2" y="T3"/>
              </a:cxn>
              <a:cxn ang="0">
                <a:pos x="T4" y="T5"/>
              </a:cxn>
            </a:cxnLst>
            <a:rect l="0" t="0" r="r" b="b"/>
            <a:pathLst>
              <a:path w="21600" h="23940" fill="none" extrusionOk="0">
                <a:moveTo>
                  <a:pt x="2784" y="0"/>
                </a:moveTo>
                <a:cubicBezTo>
                  <a:pt x="13547" y="1399"/>
                  <a:pt x="21600" y="10567"/>
                  <a:pt x="21600" y="21420"/>
                </a:cubicBezTo>
                <a:cubicBezTo>
                  <a:pt x="21600" y="22262"/>
                  <a:pt x="21550" y="23103"/>
                  <a:pt x="21452" y="23940"/>
                </a:cubicBezTo>
              </a:path>
              <a:path w="21600" h="23940" stroke="0" extrusionOk="0">
                <a:moveTo>
                  <a:pt x="2784" y="0"/>
                </a:moveTo>
                <a:cubicBezTo>
                  <a:pt x="13547" y="1399"/>
                  <a:pt x="21600" y="10567"/>
                  <a:pt x="21600" y="21420"/>
                </a:cubicBezTo>
                <a:cubicBezTo>
                  <a:pt x="21600" y="22262"/>
                  <a:pt x="21550" y="23103"/>
                  <a:pt x="21452" y="23940"/>
                </a:cubicBezTo>
                <a:lnTo>
                  <a:pt x="0" y="2142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96" name="Arc 85"/>
          <p:cNvSpPr>
            <a:spLocks/>
          </p:cNvSpPr>
          <p:nvPr/>
        </p:nvSpPr>
        <p:spPr bwMode="auto">
          <a:xfrm rot="933472" flipH="1">
            <a:off x="2343150" y="1022350"/>
            <a:ext cx="1598612" cy="4529137"/>
          </a:xfrm>
          <a:custGeom>
            <a:avLst/>
            <a:gdLst>
              <a:gd name="G0" fmla="+- 0 0 0"/>
              <a:gd name="G1" fmla="+- 21420 0 0"/>
              <a:gd name="G2" fmla="+- 21600 0 0"/>
              <a:gd name="T0" fmla="*/ 2785 w 21600"/>
              <a:gd name="T1" fmla="*/ 0 h 23940"/>
              <a:gd name="T2" fmla="*/ 21452 w 21600"/>
              <a:gd name="T3" fmla="*/ 23940 h 23940"/>
              <a:gd name="T4" fmla="*/ 0 w 21600"/>
              <a:gd name="T5" fmla="*/ 21420 h 23940"/>
            </a:gdLst>
            <a:ahLst/>
            <a:cxnLst>
              <a:cxn ang="0">
                <a:pos x="T0" y="T1"/>
              </a:cxn>
              <a:cxn ang="0">
                <a:pos x="T2" y="T3"/>
              </a:cxn>
              <a:cxn ang="0">
                <a:pos x="T4" y="T5"/>
              </a:cxn>
            </a:cxnLst>
            <a:rect l="0" t="0" r="r" b="b"/>
            <a:pathLst>
              <a:path w="21600" h="23940" fill="none" extrusionOk="0">
                <a:moveTo>
                  <a:pt x="2784" y="0"/>
                </a:moveTo>
                <a:cubicBezTo>
                  <a:pt x="13547" y="1399"/>
                  <a:pt x="21600" y="10567"/>
                  <a:pt x="21600" y="21420"/>
                </a:cubicBezTo>
                <a:cubicBezTo>
                  <a:pt x="21600" y="22262"/>
                  <a:pt x="21550" y="23103"/>
                  <a:pt x="21452" y="23940"/>
                </a:cubicBezTo>
              </a:path>
              <a:path w="21600" h="23940" stroke="0" extrusionOk="0">
                <a:moveTo>
                  <a:pt x="2784" y="0"/>
                </a:moveTo>
                <a:cubicBezTo>
                  <a:pt x="13547" y="1399"/>
                  <a:pt x="21600" y="10567"/>
                  <a:pt x="21600" y="21420"/>
                </a:cubicBezTo>
                <a:cubicBezTo>
                  <a:pt x="21600" y="22262"/>
                  <a:pt x="21550" y="23103"/>
                  <a:pt x="21452" y="23940"/>
                </a:cubicBezTo>
                <a:lnTo>
                  <a:pt x="0" y="21420"/>
                </a:lnTo>
                <a:close/>
              </a:path>
            </a:pathLst>
          </a:custGeom>
          <a:noFill/>
          <a:ln w="28575">
            <a:solidFill>
              <a:schemeClr val="tx1"/>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2721628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
                                          </p:val>
                                        </p:tav>
                                        <p:tav tm="100000">
                                          <p:val>
                                            <p:strVal val="#ppt_x"/>
                                          </p:val>
                                        </p:tav>
                                      </p:tavLst>
                                    </p:anim>
                                    <p:anim calcmode="lin" valueType="num">
                                      <p:cBhvr>
                                        <p:cTn id="8" dur="500" fill="hold"/>
                                        <p:tgtEl>
                                          <p:spTgt spid="13"/>
                                        </p:tgtEl>
                                        <p:attrNameLst>
                                          <p:attrName>ppt_y</p:attrName>
                                        </p:attrNameLst>
                                      </p:cBhvr>
                                      <p:tavLst>
                                        <p:tav tm="0">
                                          <p:val>
                                            <p:strVal val="#ppt_y-#ppt_h/2"/>
                                          </p:val>
                                        </p:tav>
                                        <p:tav tm="100000">
                                          <p:val>
                                            <p:strVal val="#ppt_y"/>
                                          </p:val>
                                        </p:tav>
                                      </p:tavLst>
                                    </p:anim>
                                    <p:anim calcmode="lin" valueType="num">
                                      <p:cBhvr>
                                        <p:cTn id="9" dur="500" fill="hold"/>
                                        <p:tgtEl>
                                          <p:spTgt spid="13"/>
                                        </p:tgtEl>
                                        <p:attrNameLst>
                                          <p:attrName>ppt_w</p:attrName>
                                        </p:attrNameLst>
                                      </p:cBhvr>
                                      <p:tavLst>
                                        <p:tav tm="0">
                                          <p:val>
                                            <p:strVal val="#ppt_w"/>
                                          </p:val>
                                        </p:tav>
                                        <p:tav tm="100000">
                                          <p:val>
                                            <p:strVal val="#ppt_w"/>
                                          </p:val>
                                        </p:tav>
                                      </p:tavLst>
                                    </p:anim>
                                    <p:anim calcmode="lin" valueType="num">
                                      <p:cBhvr>
                                        <p:cTn id="10"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0-#ppt_w/2"/>
                                          </p:val>
                                        </p:tav>
                                        <p:tav tm="100000">
                                          <p:val>
                                            <p:strVal val="#ppt_x"/>
                                          </p:val>
                                        </p:tav>
                                      </p:tavLst>
                                    </p:anim>
                                    <p:anim calcmode="lin" valueType="num">
                                      <p:cBhvr additive="base">
                                        <p:cTn id="2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0-#ppt_w/2"/>
                                          </p:val>
                                        </p:tav>
                                        <p:tav tm="100000">
                                          <p:val>
                                            <p:strVal val="#ppt_x"/>
                                          </p:val>
                                        </p:tav>
                                      </p:tavLst>
                                    </p:anim>
                                    <p:anim calcmode="lin" valueType="num">
                                      <p:cBhvr additive="base">
                                        <p:cTn id="3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0-#ppt_w/2"/>
                                          </p:val>
                                        </p:tav>
                                        <p:tav tm="100000">
                                          <p:val>
                                            <p:strVal val="#ppt_x"/>
                                          </p:val>
                                        </p:tav>
                                      </p:tavLst>
                                    </p:anim>
                                    <p:anim calcmode="lin" valueType="num">
                                      <p:cBhvr additive="base">
                                        <p:cTn id="4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0-#ppt_w/2"/>
                                          </p:val>
                                        </p:tav>
                                        <p:tav tm="100000">
                                          <p:val>
                                            <p:strVal val="#ppt_x"/>
                                          </p:val>
                                        </p:tav>
                                      </p:tavLst>
                                    </p:anim>
                                    <p:anim calcmode="lin" valueType="num">
                                      <p:cBhvr additive="base">
                                        <p:cTn id="46"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ppt_x"/>
                                          </p:val>
                                        </p:tav>
                                        <p:tav tm="100000">
                                          <p:val>
                                            <p:strVal val="#ppt_x"/>
                                          </p:val>
                                        </p:tav>
                                      </p:tavLst>
                                    </p:anim>
                                    <p:anim calcmode="lin" valueType="num">
                                      <p:cBhvr additive="base">
                                        <p:cTn id="5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 calcmode="lin" valueType="num">
                                      <p:cBhvr additive="base">
                                        <p:cTn id="63" dur="500" fill="hold"/>
                                        <p:tgtEl>
                                          <p:spTgt spid="20"/>
                                        </p:tgtEl>
                                        <p:attrNameLst>
                                          <p:attrName>ppt_x</p:attrName>
                                        </p:attrNameLst>
                                      </p:cBhvr>
                                      <p:tavLst>
                                        <p:tav tm="0">
                                          <p:val>
                                            <p:strVal val="#ppt_x"/>
                                          </p:val>
                                        </p:tav>
                                        <p:tav tm="100000">
                                          <p:val>
                                            <p:strVal val="#ppt_x"/>
                                          </p:val>
                                        </p:tav>
                                      </p:tavLst>
                                    </p:anim>
                                    <p:anim calcmode="lin" valueType="num">
                                      <p:cBhvr additive="base">
                                        <p:cTn id="6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ppt_x"/>
                                          </p:val>
                                        </p:tav>
                                        <p:tav tm="100000">
                                          <p:val>
                                            <p:strVal val="#ppt_x"/>
                                          </p:val>
                                        </p:tav>
                                      </p:tavLst>
                                    </p:anim>
                                    <p:anim calcmode="lin" valueType="num">
                                      <p:cBhvr additive="base">
                                        <p:cTn id="7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25"/>
                                        </p:tgtEl>
                                        <p:attrNameLst>
                                          <p:attrName>style.visibility</p:attrName>
                                        </p:attrNameLst>
                                      </p:cBhvr>
                                      <p:to>
                                        <p:strVal val="visible"/>
                                      </p:to>
                                    </p:set>
                                    <p:anim calcmode="lin" valueType="num">
                                      <p:cBhvr additive="base">
                                        <p:cTn id="81" dur="500" fill="hold"/>
                                        <p:tgtEl>
                                          <p:spTgt spid="25"/>
                                        </p:tgtEl>
                                        <p:attrNameLst>
                                          <p:attrName>ppt_x</p:attrName>
                                        </p:attrNameLst>
                                      </p:cBhvr>
                                      <p:tavLst>
                                        <p:tav tm="0">
                                          <p:val>
                                            <p:strVal val="0-#ppt_w/2"/>
                                          </p:val>
                                        </p:tav>
                                        <p:tav tm="100000">
                                          <p:val>
                                            <p:strVal val="#ppt_x"/>
                                          </p:val>
                                        </p:tav>
                                      </p:tavLst>
                                    </p:anim>
                                    <p:anim calcmode="lin" valueType="num">
                                      <p:cBhvr additive="base">
                                        <p:cTn id="82"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0-#ppt_w/2"/>
                                          </p:val>
                                        </p:tav>
                                        <p:tav tm="100000">
                                          <p:val>
                                            <p:strVal val="#ppt_x"/>
                                          </p:val>
                                        </p:tav>
                                      </p:tavLst>
                                    </p:anim>
                                    <p:anim calcmode="lin" valueType="num">
                                      <p:cBhvr additive="base">
                                        <p:cTn id="88"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additive="base">
                                        <p:cTn id="93" dur="500" fill="hold"/>
                                        <p:tgtEl>
                                          <p:spTgt spid="27"/>
                                        </p:tgtEl>
                                        <p:attrNameLst>
                                          <p:attrName>ppt_x</p:attrName>
                                        </p:attrNameLst>
                                      </p:cBhvr>
                                      <p:tavLst>
                                        <p:tav tm="0">
                                          <p:val>
                                            <p:strVal val="0-#ppt_w/2"/>
                                          </p:val>
                                        </p:tav>
                                        <p:tav tm="100000">
                                          <p:val>
                                            <p:strVal val="#ppt_x"/>
                                          </p:val>
                                        </p:tav>
                                      </p:tavLst>
                                    </p:anim>
                                    <p:anim calcmode="lin" valueType="num">
                                      <p:cBhvr additive="base">
                                        <p:cTn id="9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0-#ppt_w/2"/>
                                          </p:val>
                                        </p:tav>
                                        <p:tav tm="100000">
                                          <p:val>
                                            <p:strVal val="#ppt_x"/>
                                          </p:val>
                                        </p:tav>
                                      </p:tavLst>
                                    </p:anim>
                                    <p:anim calcmode="lin" valueType="num">
                                      <p:cBhvr additive="base">
                                        <p:cTn id="10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29"/>
                                        </p:tgtEl>
                                        <p:attrNameLst>
                                          <p:attrName>style.visibility</p:attrName>
                                        </p:attrNameLst>
                                      </p:cBhvr>
                                      <p:to>
                                        <p:strVal val="visible"/>
                                      </p:to>
                                    </p:set>
                                    <p:anim calcmode="lin" valueType="num">
                                      <p:cBhvr additive="base">
                                        <p:cTn id="105" dur="500" fill="hold"/>
                                        <p:tgtEl>
                                          <p:spTgt spid="29"/>
                                        </p:tgtEl>
                                        <p:attrNameLst>
                                          <p:attrName>ppt_x</p:attrName>
                                        </p:attrNameLst>
                                      </p:cBhvr>
                                      <p:tavLst>
                                        <p:tav tm="0">
                                          <p:val>
                                            <p:strVal val="0-#ppt_w/2"/>
                                          </p:val>
                                        </p:tav>
                                        <p:tav tm="100000">
                                          <p:val>
                                            <p:strVal val="#ppt_x"/>
                                          </p:val>
                                        </p:tav>
                                      </p:tavLst>
                                    </p:anim>
                                    <p:anim calcmode="lin" valueType="num">
                                      <p:cBhvr additive="base">
                                        <p:cTn id="10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00" fill="hold"/>
                                        <p:tgtEl>
                                          <p:spTgt spid="30"/>
                                        </p:tgtEl>
                                        <p:attrNameLst>
                                          <p:attrName>ppt_x</p:attrName>
                                        </p:attrNameLst>
                                      </p:cBhvr>
                                      <p:tavLst>
                                        <p:tav tm="0">
                                          <p:val>
                                            <p:strVal val="0-#ppt_w/2"/>
                                          </p:val>
                                        </p:tav>
                                        <p:tav tm="100000">
                                          <p:val>
                                            <p:strVal val="#ppt_x"/>
                                          </p:val>
                                        </p:tav>
                                      </p:tavLst>
                                    </p:anim>
                                    <p:anim calcmode="lin" valueType="num">
                                      <p:cBhvr additive="base">
                                        <p:cTn id="112"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00" fill="hold"/>
                                        <p:tgtEl>
                                          <p:spTgt spid="32"/>
                                        </p:tgtEl>
                                        <p:attrNameLst>
                                          <p:attrName>ppt_x</p:attrName>
                                        </p:attrNameLst>
                                      </p:cBhvr>
                                      <p:tavLst>
                                        <p:tav tm="0">
                                          <p:val>
                                            <p:strVal val="#ppt_x"/>
                                          </p:val>
                                        </p:tav>
                                        <p:tav tm="100000">
                                          <p:val>
                                            <p:strVal val="#ppt_x"/>
                                          </p:val>
                                        </p:tav>
                                      </p:tavLst>
                                    </p:anim>
                                    <p:anim calcmode="lin" valueType="num">
                                      <p:cBhvr additive="base">
                                        <p:cTn id="12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500" fill="hold"/>
                                        <p:tgtEl>
                                          <p:spTgt spid="33"/>
                                        </p:tgtEl>
                                        <p:attrNameLst>
                                          <p:attrName>ppt_x</p:attrName>
                                        </p:attrNameLst>
                                      </p:cBhvr>
                                      <p:tavLst>
                                        <p:tav tm="0">
                                          <p:val>
                                            <p:strVal val="#ppt_x"/>
                                          </p:val>
                                        </p:tav>
                                        <p:tav tm="100000">
                                          <p:val>
                                            <p:strVal val="#ppt_x"/>
                                          </p:val>
                                        </p:tav>
                                      </p:tavLst>
                                    </p:anim>
                                    <p:anim calcmode="lin" valueType="num">
                                      <p:cBhvr additive="base">
                                        <p:cTn id="13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4" fill="hold" grpId="0" nodeType="clickEffect">
                                  <p:stCondLst>
                                    <p:cond delay="0"/>
                                  </p:stCondLst>
                                  <p:childTnLst>
                                    <p:set>
                                      <p:cBhvr>
                                        <p:cTn id="134" dur="1" fill="hold">
                                          <p:stCondLst>
                                            <p:cond delay="0"/>
                                          </p:stCondLst>
                                        </p:cTn>
                                        <p:tgtEl>
                                          <p:spTgt spid="34"/>
                                        </p:tgtEl>
                                        <p:attrNameLst>
                                          <p:attrName>style.visibility</p:attrName>
                                        </p:attrNameLst>
                                      </p:cBhvr>
                                      <p:to>
                                        <p:strVal val="visible"/>
                                      </p:to>
                                    </p:set>
                                    <p:anim calcmode="lin" valueType="num">
                                      <p:cBhvr additive="base">
                                        <p:cTn id="135" dur="500" fill="hold"/>
                                        <p:tgtEl>
                                          <p:spTgt spid="34"/>
                                        </p:tgtEl>
                                        <p:attrNameLst>
                                          <p:attrName>ppt_x</p:attrName>
                                        </p:attrNameLst>
                                      </p:cBhvr>
                                      <p:tavLst>
                                        <p:tav tm="0">
                                          <p:val>
                                            <p:strVal val="#ppt_x"/>
                                          </p:val>
                                        </p:tav>
                                        <p:tav tm="100000">
                                          <p:val>
                                            <p:strVal val="#ppt_x"/>
                                          </p:val>
                                        </p:tav>
                                      </p:tavLst>
                                    </p:anim>
                                    <p:anim calcmode="lin" valueType="num">
                                      <p:cBhvr additive="base">
                                        <p:cTn id="13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35"/>
                                        </p:tgtEl>
                                        <p:attrNameLst>
                                          <p:attrName>style.visibility</p:attrName>
                                        </p:attrNameLst>
                                      </p:cBhvr>
                                      <p:to>
                                        <p:strVal val="visible"/>
                                      </p:to>
                                    </p:set>
                                    <p:anim calcmode="lin" valueType="num">
                                      <p:cBhvr additive="base">
                                        <p:cTn id="141" dur="500" fill="hold"/>
                                        <p:tgtEl>
                                          <p:spTgt spid="35"/>
                                        </p:tgtEl>
                                        <p:attrNameLst>
                                          <p:attrName>ppt_x</p:attrName>
                                        </p:attrNameLst>
                                      </p:cBhvr>
                                      <p:tavLst>
                                        <p:tav tm="0">
                                          <p:val>
                                            <p:strVal val="#ppt_x"/>
                                          </p:val>
                                        </p:tav>
                                        <p:tav tm="100000">
                                          <p:val>
                                            <p:strVal val="#ppt_x"/>
                                          </p:val>
                                        </p:tav>
                                      </p:tavLst>
                                    </p:anim>
                                    <p:anim calcmode="lin" valueType="num">
                                      <p:cBhvr additive="base">
                                        <p:cTn id="14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500" fill="hold"/>
                                        <p:tgtEl>
                                          <p:spTgt spid="36"/>
                                        </p:tgtEl>
                                        <p:attrNameLst>
                                          <p:attrName>ppt_x</p:attrName>
                                        </p:attrNameLst>
                                      </p:cBhvr>
                                      <p:tavLst>
                                        <p:tav tm="0">
                                          <p:val>
                                            <p:strVal val="#ppt_x"/>
                                          </p:val>
                                        </p:tav>
                                        <p:tav tm="100000">
                                          <p:val>
                                            <p:strVal val="#ppt_x"/>
                                          </p:val>
                                        </p:tav>
                                      </p:tavLst>
                                    </p:anim>
                                    <p:anim calcmode="lin" valueType="num">
                                      <p:cBhvr additive="base">
                                        <p:cTn id="14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18" presetClass="entr" presetSubtype="3" fill="hold" grpId="0" nodeType="clickEffect">
                                  <p:stCondLst>
                                    <p:cond delay="0"/>
                                  </p:stCondLst>
                                  <p:childTnLst>
                                    <p:set>
                                      <p:cBhvr>
                                        <p:cTn id="152" dur="1" fill="hold">
                                          <p:stCondLst>
                                            <p:cond delay="0"/>
                                          </p:stCondLst>
                                        </p:cTn>
                                        <p:tgtEl>
                                          <p:spTgt spid="40"/>
                                        </p:tgtEl>
                                        <p:attrNameLst>
                                          <p:attrName>style.visibility</p:attrName>
                                        </p:attrNameLst>
                                      </p:cBhvr>
                                      <p:to>
                                        <p:strVal val="visible"/>
                                      </p:to>
                                    </p:set>
                                    <p:animEffect transition="in" filter="strips(upRight)">
                                      <p:cBhvr>
                                        <p:cTn id="153" dur="500"/>
                                        <p:tgtEl>
                                          <p:spTgt spid="40"/>
                                        </p:tgtEl>
                                      </p:cBhvr>
                                    </p:animEffect>
                                  </p:childTnLst>
                                </p:cTn>
                              </p:par>
                            </p:childTnLst>
                          </p:cTn>
                        </p:par>
                      </p:childTnLst>
                    </p:cTn>
                  </p:par>
                  <p:par>
                    <p:cTn id="154" fill="hold">
                      <p:stCondLst>
                        <p:cond delay="indefinite"/>
                      </p:stCondLst>
                      <p:childTnLst>
                        <p:par>
                          <p:cTn id="155" fill="hold">
                            <p:stCondLst>
                              <p:cond delay="0"/>
                            </p:stCondLst>
                            <p:childTnLst>
                              <p:par>
                                <p:cTn id="156" presetID="18" presetClass="entr" presetSubtype="3" fill="hold" grpId="0" nodeType="click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strips(upRight)">
                                      <p:cBhvr>
                                        <p:cTn id="158" dur="500"/>
                                        <p:tgtEl>
                                          <p:spTgt spid="41"/>
                                        </p:tgtEl>
                                      </p:cBhvr>
                                    </p:animEffect>
                                  </p:childTnLst>
                                </p:cTn>
                              </p:par>
                            </p:childTnLst>
                          </p:cTn>
                        </p:par>
                      </p:childTnLst>
                    </p:cTn>
                  </p:par>
                  <p:par>
                    <p:cTn id="159" fill="hold">
                      <p:stCondLst>
                        <p:cond delay="indefinite"/>
                      </p:stCondLst>
                      <p:childTnLst>
                        <p:par>
                          <p:cTn id="160" fill="hold">
                            <p:stCondLst>
                              <p:cond delay="0"/>
                            </p:stCondLst>
                            <p:childTnLst>
                              <p:par>
                                <p:cTn id="161" presetID="18" presetClass="entr" presetSubtype="3" fill="hold" grpId="0" nodeType="clickEffect">
                                  <p:stCondLst>
                                    <p:cond delay="0"/>
                                  </p:stCondLst>
                                  <p:childTnLst>
                                    <p:set>
                                      <p:cBhvr>
                                        <p:cTn id="162" dur="1" fill="hold">
                                          <p:stCondLst>
                                            <p:cond delay="0"/>
                                          </p:stCondLst>
                                        </p:cTn>
                                        <p:tgtEl>
                                          <p:spTgt spid="42"/>
                                        </p:tgtEl>
                                        <p:attrNameLst>
                                          <p:attrName>style.visibility</p:attrName>
                                        </p:attrNameLst>
                                      </p:cBhvr>
                                      <p:to>
                                        <p:strVal val="visible"/>
                                      </p:to>
                                    </p:set>
                                    <p:animEffect transition="in" filter="strips(upRight)">
                                      <p:cBhvr>
                                        <p:cTn id="163" dur="500"/>
                                        <p:tgtEl>
                                          <p:spTgt spid="42"/>
                                        </p:tgtEl>
                                      </p:cBhvr>
                                    </p:animEffect>
                                  </p:childTnLst>
                                </p:cTn>
                              </p:par>
                            </p:childTnLst>
                          </p:cTn>
                        </p:par>
                      </p:childTnLst>
                    </p:cTn>
                  </p:par>
                  <p:par>
                    <p:cTn id="164" fill="hold">
                      <p:stCondLst>
                        <p:cond delay="indefinite"/>
                      </p:stCondLst>
                      <p:childTnLst>
                        <p:par>
                          <p:cTn id="165" fill="hold">
                            <p:stCondLst>
                              <p:cond delay="0"/>
                            </p:stCondLst>
                            <p:childTnLst>
                              <p:par>
                                <p:cTn id="166" presetID="18" presetClass="entr" presetSubtype="3" fill="hold" grpId="0" nodeType="clickEffect">
                                  <p:stCondLst>
                                    <p:cond delay="0"/>
                                  </p:stCondLst>
                                  <p:childTnLst>
                                    <p:set>
                                      <p:cBhvr>
                                        <p:cTn id="167" dur="1" fill="hold">
                                          <p:stCondLst>
                                            <p:cond delay="0"/>
                                          </p:stCondLst>
                                        </p:cTn>
                                        <p:tgtEl>
                                          <p:spTgt spid="43"/>
                                        </p:tgtEl>
                                        <p:attrNameLst>
                                          <p:attrName>style.visibility</p:attrName>
                                        </p:attrNameLst>
                                      </p:cBhvr>
                                      <p:to>
                                        <p:strVal val="visible"/>
                                      </p:to>
                                    </p:set>
                                    <p:animEffect transition="in" filter="strips(upRight)">
                                      <p:cBhvr>
                                        <p:cTn id="168" dur="500"/>
                                        <p:tgtEl>
                                          <p:spTgt spid="43"/>
                                        </p:tgtEl>
                                      </p:cBhvr>
                                    </p:animEffect>
                                  </p:childTnLst>
                                </p:cTn>
                              </p:par>
                            </p:childTnLst>
                          </p:cTn>
                        </p:par>
                      </p:childTnLst>
                    </p:cTn>
                  </p:par>
                  <p:par>
                    <p:cTn id="169" fill="hold">
                      <p:stCondLst>
                        <p:cond delay="indefinite"/>
                      </p:stCondLst>
                      <p:childTnLst>
                        <p:par>
                          <p:cTn id="170" fill="hold">
                            <p:stCondLst>
                              <p:cond delay="0"/>
                            </p:stCondLst>
                            <p:childTnLst>
                              <p:par>
                                <p:cTn id="171" presetID="18" presetClass="entr" presetSubtype="3" fill="hold" grpId="0" nodeType="clickEffect">
                                  <p:stCondLst>
                                    <p:cond delay="0"/>
                                  </p:stCondLst>
                                  <p:childTnLst>
                                    <p:set>
                                      <p:cBhvr>
                                        <p:cTn id="172" dur="1" fill="hold">
                                          <p:stCondLst>
                                            <p:cond delay="0"/>
                                          </p:stCondLst>
                                        </p:cTn>
                                        <p:tgtEl>
                                          <p:spTgt spid="44"/>
                                        </p:tgtEl>
                                        <p:attrNameLst>
                                          <p:attrName>style.visibility</p:attrName>
                                        </p:attrNameLst>
                                      </p:cBhvr>
                                      <p:to>
                                        <p:strVal val="visible"/>
                                      </p:to>
                                    </p:set>
                                    <p:animEffect transition="in" filter="strips(upRight)">
                                      <p:cBhvr>
                                        <p:cTn id="173" dur="500"/>
                                        <p:tgtEl>
                                          <p:spTgt spid="44"/>
                                        </p:tgtEl>
                                      </p:cBhvr>
                                    </p:animEffect>
                                  </p:childTnLst>
                                </p:cTn>
                              </p:par>
                            </p:childTnLst>
                          </p:cTn>
                        </p:par>
                      </p:childTnLst>
                    </p:cTn>
                  </p:par>
                  <p:par>
                    <p:cTn id="174" fill="hold">
                      <p:stCondLst>
                        <p:cond delay="indefinite"/>
                      </p:stCondLst>
                      <p:childTnLst>
                        <p:par>
                          <p:cTn id="175" fill="hold">
                            <p:stCondLst>
                              <p:cond delay="0"/>
                            </p:stCondLst>
                            <p:childTnLst>
                              <p:par>
                                <p:cTn id="176" presetID="2" presetClass="entr" presetSubtype="2" fill="hold" nodeType="clickEffect">
                                  <p:stCondLst>
                                    <p:cond delay="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1+#ppt_w/2"/>
                                          </p:val>
                                        </p:tav>
                                        <p:tav tm="100000">
                                          <p:val>
                                            <p:strVal val="#ppt_x"/>
                                          </p:val>
                                        </p:tav>
                                      </p:tavLst>
                                    </p:anim>
                                    <p:anim calcmode="lin" valueType="num">
                                      <p:cBhvr additive="base">
                                        <p:cTn id="179"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2" presetClass="entr" presetSubtype="4" fill="hold" nodeType="clickEffect">
                                  <p:stCondLst>
                                    <p:cond delay="0"/>
                                  </p:stCondLst>
                                  <p:childTnLst>
                                    <p:set>
                                      <p:cBhvr>
                                        <p:cTn id="183" dur="1" fill="hold">
                                          <p:stCondLst>
                                            <p:cond delay="0"/>
                                          </p:stCondLst>
                                        </p:cTn>
                                        <p:tgtEl>
                                          <p:spTgt spid="62"/>
                                        </p:tgtEl>
                                        <p:attrNameLst>
                                          <p:attrName>style.visibility</p:attrName>
                                        </p:attrNameLst>
                                      </p:cBhvr>
                                      <p:to>
                                        <p:strVal val="visible"/>
                                      </p:to>
                                    </p:set>
                                    <p:anim calcmode="lin" valueType="num">
                                      <p:cBhvr additive="base">
                                        <p:cTn id="184" dur="500" fill="hold"/>
                                        <p:tgtEl>
                                          <p:spTgt spid="62"/>
                                        </p:tgtEl>
                                        <p:attrNameLst>
                                          <p:attrName>ppt_x</p:attrName>
                                        </p:attrNameLst>
                                      </p:cBhvr>
                                      <p:tavLst>
                                        <p:tav tm="0">
                                          <p:val>
                                            <p:strVal val="#ppt_x"/>
                                          </p:val>
                                        </p:tav>
                                        <p:tav tm="100000">
                                          <p:val>
                                            <p:strVal val="#ppt_x"/>
                                          </p:val>
                                        </p:tav>
                                      </p:tavLst>
                                    </p:anim>
                                    <p:anim calcmode="lin" valueType="num">
                                      <p:cBhvr additive="base">
                                        <p:cTn id="185"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57"/>
                                        </p:tgtEl>
                                        <p:attrNameLst>
                                          <p:attrName>style.visibility</p:attrName>
                                        </p:attrNameLst>
                                      </p:cBhvr>
                                      <p:to>
                                        <p:strVal val="visible"/>
                                      </p:to>
                                    </p:set>
                                    <p:animEffect transition="in" filter="strips(downRight)">
                                      <p:cBhvr>
                                        <p:cTn id="190" dur="500"/>
                                        <p:tgtEl>
                                          <p:spTgt spid="57"/>
                                        </p:tgtEl>
                                      </p:cBhvr>
                                    </p:animEffect>
                                  </p:childTnLst>
                                </p:cTn>
                              </p:par>
                            </p:childTnLst>
                          </p:cTn>
                        </p:par>
                      </p:childTnLst>
                    </p:cTn>
                  </p:par>
                  <p:par>
                    <p:cTn id="191" fill="hold">
                      <p:stCondLst>
                        <p:cond delay="indefinite"/>
                      </p:stCondLst>
                      <p:childTnLst>
                        <p:par>
                          <p:cTn id="192" fill="hold">
                            <p:stCondLst>
                              <p:cond delay="0"/>
                            </p:stCondLst>
                            <p:childTnLst>
                              <p:par>
                                <p:cTn id="193" presetID="18" presetClass="entr" presetSubtype="6" fill="hold" grpId="0" nodeType="clickEffect">
                                  <p:stCondLst>
                                    <p:cond delay="0"/>
                                  </p:stCondLst>
                                  <p:childTnLst>
                                    <p:set>
                                      <p:cBhvr>
                                        <p:cTn id="194" dur="1" fill="hold">
                                          <p:stCondLst>
                                            <p:cond delay="0"/>
                                          </p:stCondLst>
                                        </p:cTn>
                                        <p:tgtEl>
                                          <p:spTgt spid="58"/>
                                        </p:tgtEl>
                                        <p:attrNameLst>
                                          <p:attrName>style.visibility</p:attrName>
                                        </p:attrNameLst>
                                      </p:cBhvr>
                                      <p:to>
                                        <p:strVal val="visible"/>
                                      </p:to>
                                    </p:set>
                                    <p:animEffect transition="in" filter="strips(downRight)">
                                      <p:cBhvr>
                                        <p:cTn id="195" dur="500"/>
                                        <p:tgtEl>
                                          <p:spTgt spid="58"/>
                                        </p:tgtEl>
                                      </p:cBhvr>
                                    </p:animEffect>
                                  </p:childTnLst>
                                </p:cTn>
                              </p:par>
                            </p:childTnLst>
                          </p:cTn>
                        </p:par>
                      </p:childTnLst>
                    </p:cTn>
                  </p:par>
                  <p:par>
                    <p:cTn id="196" fill="hold">
                      <p:stCondLst>
                        <p:cond delay="indefinite"/>
                      </p:stCondLst>
                      <p:childTnLst>
                        <p:par>
                          <p:cTn id="197" fill="hold">
                            <p:stCondLst>
                              <p:cond delay="0"/>
                            </p:stCondLst>
                            <p:childTnLst>
                              <p:par>
                                <p:cTn id="198" presetID="18" presetClass="entr" presetSubtype="6" fill="hold" grpId="0" nodeType="clickEffect">
                                  <p:stCondLst>
                                    <p:cond delay="0"/>
                                  </p:stCondLst>
                                  <p:childTnLst>
                                    <p:set>
                                      <p:cBhvr>
                                        <p:cTn id="199" dur="1" fill="hold">
                                          <p:stCondLst>
                                            <p:cond delay="0"/>
                                          </p:stCondLst>
                                        </p:cTn>
                                        <p:tgtEl>
                                          <p:spTgt spid="59"/>
                                        </p:tgtEl>
                                        <p:attrNameLst>
                                          <p:attrName>style.visibility</p:attrName>
                                        </p:attrNameLst>
                                      </p:cBhvr>
                                      <p:to>
                                        <p:strVal val="visible"/>
                                      </p:to>
                                    </p:set>
                                    <p:animEffect transition="in" filter="strips(downRight)">
                                      <p:cBhvr>
                                        <p:cTn id="200" dur="500"/>
                                        <p:tgtEl>
                                          <p:spTgt spid="59"/>
                                        </p:tgtEl>
                                      </p:cBhvr>
                                    </p:animEffect>
                                  </p:childTnLst>
                                </p:cTn>
                              </p:par>
                            </p:childTnLst>
                          </p:cTn>
                        </p:par>
                      </p:childTnLst>
                    </p:cTn>
                  </p:par>
                  <p:par>
                    <p:cTn id="201" fill="hold">
                      <p:stCondLst>
                        <p:cond delay="indefinite"/>
                      </p:stCondLst>
                      <p:childTnLst>
                        <p:par>
                          <p:cTn id="202" fill="hold">
                            <p:stCondLst>
                              <p:cond delay="0"/>
                            </p:stCondLst>
                            <p:childTnLst>
                              <p:par>
                                <p:cTn id="203" presetID="18" presetClass="entr" presetSubtype="6" fill="hold" grpId="0" nodeType="clickEffect">
                                  <p:stCondLst>
                                    <p:cond delay="0"/>
                                  </p:stCondLst>
                                  <p:childTnLst>
                                    <p:set>
                                      <p:cBhvr>
                                        <p:cTn id="204" dur="1" fill="hold">
                                          <p:stCondLst>
                                            <p:cond delay="0"/>
                                          </p:stCondLst>
                                        </p:cTn>
                                        <p:tgtEl>
                                          <p:spTgt spid="60"/>
                                        </p:tgtEl>
                                        <p:attrNameLst>
                                          <p:attrName>style.visibility</p:attrName>
                                        </p:attrNameLst>
                                      </p:cBhvr>
                                      <p:to>
                                        <p:strVal val="visible"/>
                                      </p:to>
                                    </p:set>
                                    <p:animEffect transition="in" filter="strips(downRight)">
                                      <p:cBhvr>
                                        <p:cTn id="205" dur="500"/>
                                        <p:tgtEl>
                                          <p:spTgt spid="60"/>
                                        </p:tgtEl>
                                      </p:cBhvr>
                                    </p:animEffect>
                                  </p:childTnLst>
                                </p:cTn>
                              </p:par>
                            </p:childTnLst>
                          </p:cTn>
                        </p:par>
                      </p:childTnLst>
                    </p:cTn>
                  </p:par>
                  <p:par>
                    <p:cTn id="206" fill="hold">
                      <p:stCondLst>
                        <p:cond delay="indefinite"/>
                      </p:stCondLst>
                      <p:childTnLst>
                        <p:par>
                          <p:cTn id="207" fill="hold">
                            <p:stCondLst>
                              <p:cond delay="0"/>
                            </p:stCondLst>
                            <p:childTnLst>
                              <p:par>
                                <p:cTn id="208" presetID="18" presetClass="entr" presetSubtype="6" fill="hold" grpId="0" nodeType="clickEffect">
                                  <p:stCondLst>
                                    <p:cond delay="0"/>
                                  </p:stCondLst>
                                  <p:childTnLst>
                                    <p:set>
                                      <p:cBhvr>
                                        <p:cTn id="209" dur="1" fill="hold">
                                          <p:stCondLst>
                                            <p:cond delay="0"/>
                                          </p:stCondLst>
                                        </p:cTn>
                                        <p:tgtEl>
                                          <p:spTgt spid="61"/>
                                        </p:tgtEl>
                                        <p:attrNameLst>
                                          <p:attrName>style.visibility</p:attrName>
                                        </p:attrNameLst>
                                      </p:cBhvr>
                                      <p:to>
                                        <p:strVal val="visible"/>
                                      </p:to>
                                    </p:set>
                                    <p:animEffect transition="in" filter="strips(downRight)">
                                      <p:cBhvr>
                                        <p:cTn id="210" dur="500"/>
                                        <p:tgtEl>
                                          <p:spTgt spid="61"/>
                                        </p:tgtEl>
                                      </p:cBhvr>
                                    </p:animEffect>
                                  </p:childTnLst>
                                </p:cTn>
                              </p:par>
                            </p:childTnLst>
                          </p:cTn>
                        </p:par>
                      </p:childTnLst>
                    </p:cTn>
                  </p:par>
                  <p:par>
                    <p:cTn id="211" fill="hold">
                      <p:stCondLst>
                        <p:cond delay="indefinite"/>
                      </p:stCondLst>
                      <p:childTnLst>
                        <p:par>
                          <p:cTn id="212" fill="hold">
                            <p:stCondLst>
                              <p:cond delay="0"/>
                            </p:stCondLst>
                            <p:childTnLst>
                              <p:par>
                                <p:cTn id="213" presetID="17" presetClass="entr" presetSubtype="4" fill="hold" grpId="0" nodeType="clickEffect">
                                  <p:stCondLst>
                                    <p:cond delay="0"/>
                                  </p:stCondLst>
                                  <p:childTnLst>
                                    <p:set>
                                      <p:cBhvr>
                                        <p:cTn id="214" dur="1" fill="hold">
                                          <p:stCondLst>
                                            <p:cond delay="0"/>
                                          </p:stCondLst>
                                        </p:cTn>
                                        <p:tgtEl>
                                          <p:spTgt spid="74"/>
                                        </p:tgtEl>
                                        <p:attrNameLst>
                                          <p:attrName>style.visibility</p:attrName>
                                        </p:attrNameLst>
                                      </p:cBhvr>
                                      <p:to>
                                        <p:strVal val="visible"/>
                                      </p:to>
                                    </p:set>
                                    <p:anim calcmode="lin" valueType="num">
                                      <p:cBhvr>
                                        <p:cTn id="215" dur="500" fill="hold"/>
                                        <p:tgtEl>
                                          <p:spTgt spid="74"/>
                                        </p:tgtEl>
                                        <p:attrNameLst>
                                          <p:attrName>ppt_x</p:attrName>
                                        </p:attrNameLst>
                                      </p:cBhvr>
                                      <p:tavLst>
                                        <p:tav tm="0">
                                          <p:val>
                                            <p:strVal val="#ppt_x"/>
                                          </p:val>
                                        </p:tav>
                                        <p:tav tm="100000">
                                          <p:val>
                                            <p:strVal val="#ppt_x"/>
                                          </p:val>
                                        </p:tav>
                                      </p:tavLst>
                                    </p:anim>
                                    <p:anim calcmode="lin" valueType="num">
                                      <p:cBhvr>
                                        <p:cTn id="216" dur="500" fill="hold"/>
                                        <p:tgtEl>
                                          <p:spTgt spid="74"/>
                                        </p:tgtEl>
                                        <p:attrNameLst>
                                          <p:attrName>ppt_y</p:attrName>
                                        </p:attrNameLst>
                                      </p:cBhvr>
                                      <p:tavLst>
                                        <p:tav tm="0">
                                          <p:val>
                                            <p:strVal val="#ppt_y+#ppt_h/2"/>
                                          </p:val>
                                        </p:tav>
                                        <p:tav tm="100000">
                                          <p:val>
                                            <p:strVal val="#ppt_y"/>
                                          </p:val>
                                        </p:tav>
                                      </p:tavLst>
                                    </p:anim>
                                    <p:anim calcmode="lin" valueType="num">
                                      <p:cBhvr>
                                        <p:cTn id="217" dur="500" fill="hold"/>
                                        <p:tgtEl>
                                          <p:spTgt spid="74"/>
                                        </p:tgtEl>
                                        <p:attrNameLst>
                                          <p:attrName>ppt_w</p:attrName>
                                        </p:attrNameLst>
                                      </p:cBhvr>
                                      <p:tavLst>
                                        <p:tav tm="0">
                                          <p:val>
                                            <p:strVal val="#ppt_w"/>
                                          </p:val>
                                        </p:tav>
                                        <p:tav tm="100000">
                                          <p:val>
                                            <p:strVal val="#ppt_w"/>
                                          </p:val>
                                        </p:tav>
                                      </p:tavLst>
                                    </p:anim>
                                    <p:anim calcmode="lin" valueType="num">
                                      <p:cBhvr>
                                        <p:cTn id="218" dur="500" fill="hold"/>
                                        <p:tgtEl>
                                          <p:spTgt spid="74"/>
                                        </p:tgtEl>
                                        <p:attrNameLst>
                                          <p:attrName>ppt_h</p:attrName>
                                        </p:attrNameLst>
                                      </p:cBhvr>
                                      <p:tavLst>
                                        <p:tav tm="0">
                                          <p:val>
                                            <p:fltVal val="0"/>
                                          </p:val>
                                        </p:tav>
                                        <p:tav tm="100000">
                                          <p:val>
                                            <p:strVal val="#ppt_h"/>
                                          </p:val>
                                        </p:tav>
                                      </p:tavLst>
                                    </p:anim>
                                  </p:childTnLst>
                                </p:cTn>
                              </p:par>
                            </p:childTnLst>
                          </p:cTn>
                        </p:par>
                      </p:childTnLst>
                    </p:cTn>
                  </p:par>
                  <p:par>
                    <p:cTn id="219" fill="hold">
                      <p:stCondLst>
                        <p:cond delay="indefinite"/>
                      </p:stCondLst>
                      <p:childTnLst>
                        <p:par>
                          <p:cTn id="220" fill="hold">
                            <p:stCondLst>
                              <p:cond delay="0"/>
                            </p:stCondLst>
                            <p:childTnLst>
                              <p:par>
                                <p:cTn id="221" presetID="17" presetClass="entr" presetSubtype="4" fill="hold" grpId="0" nodeType="clickEffect">
                                  <p:stCondLst>
                                    <p:cond delay="0"/>
                                  </p:stCondLst>
                                  <p:childTnLst>
                                    <p:set>
                                      <p:cBhvr>
                                        <p:cTn id="222" dur="1" fill="hold">
                                          <p:stCondLst>
                                            <p:cond delay="0"/>
                                          </p:stCondLst>
                                        </p:cTn>
                                        <p:tgtEl>
                                          <p:spTgt spid="75"/>
                                        </p:tgtEl>
                                        <p:attrNameLst>
                                          <p:attrName>style.visibility</p:attrName>
                                        </p:attrNameLst>
                                      </p:cBhvr>
                                      <p:to>
                                        <p:strVal val="visible"/>
                                      </p:to>
                                    </p:set>
                                    <p:anim calcmode="lin" valueType="num">
                                      <p:cBhvr>
                                        <p:cTn id="223" dur="500" fill="hold"/>
                                        <p:tgtEl>
                                          <p:spTgt spid="75"/>
                                        </p:tgtEl>
                                        <p:attrNameLst>
                                          <p:attrName>ppt_x</p:attrName>
                                        </p:attrNameLst>
                                      </p:cBhvr>
                                      <p:tavLst>
                                        <p:tav tm="0">
                                          <p:val>
                                            <p:strVal val="#ppt_x"/>
                                          </p:val>
                                        </p:tav>
                                        <p:tav tm="100000">
                                          <p:val>
                                            <p:strVal val="#ppt_x"/>
                                          </p:val>
                                        </p:tav>
                                      </p:tavLst>
                                    </p:anim>
                                    <p:anim calcmode="lin" valueType="num">
                                      <p:cBhvr>
                                        <p:cTn id="224" dur="500" fill="hold"/>
                                        <p:tgtEl>
                                          <p:spTgt spid="75"/>
                                        </p:tgtEl>
                                        <p:attrNameLst>
                                          <p:attrName>ppt_y</p:attrName>
                                        </p:attrNameLst>
                                      </p:cBhvr>
                                      <p:tavLst>
                                        <p:tav tm="0">
                                          <p:val>
                                            <p:strVal val="#ppt_y+#ppt_h/2"/>
                                          </p:val>
                                        </p:tav>
                                        <p:tav tm="100000">
                                          <p:val>
                                            <p:strVal val="#ppt_y"/>
                                          </p:val>
                                        </p:tav>
                                      </p:tavLst>
                                    </p:anim>
                                    <p:anim calcmode="lin" valueType="num">
                                      <p:cBhvr>
                                        <p:cTn id="225" dur="500" fill="hold"/>
                                        <p:tgtEl>
                                          <p:spTgt spid="75"/>
                                        </p:tgtEl>
                                        <p:attrNameLst>
                                          <p:attrName>ppt_w</p:attrName>
                                        </p:attrNameLst>
                                      </p:cBhvr>
                                      <p:tavLst>
                                        <p:tav tm="0">
                                          <p:val>
                                            <p:strVal val="#ppt_w"/>
                                          </p:val>
                                        </p:tav>
                                        <p:tav tm="100000">
                                          <p:val>
                                            <p:strVal val="#ppt_w"/>
                                          </p:val>
                                        </p:tav>
                                      </p:tavLst>
                                    </p:anim>
                                    <p:anim calcmode="lin" valueType="num">
                                      <p:cBhvr>
                                        <p:cTn id="226" dur="500" fill="hold"/>
                                        <p:tgtEl>
                                          <p:spTgt spid="75"/>
                                        </p:tgtEl>
                                        <p:attrNameLst>
                                          <p:attrName>ppt_h</p:attrName>
                                        </p:attrNameLst>
                                      </p:cBhvr>
                                      <p:tavLst>
                                        <p:tav tm="0">
                                          <p:val>
                                            <p:fltVal val="0"/>
                                          </p:val>
                                        </p:tav>
                                        <p:tav tm="100000">
                                          <p:val>
                                            <p:strVal val="#ppt_h"/>
                                          </p:val>
                                        </p:tav>
                                      </p:tavLst>
                                    </p:anim>
                                  </p:childTnLst>
                                </p:cTn>
                              </p:par>
                            </p:childTnLst>
                          </p:cTn>
                        </p:par>
                      </p:childTnLst>
                    </p:cTn>
                  </p:par>
                  <p:par>
                    <p:cTn id="227" fill="hold">
                      <p:stCondLst>
                        <p:cond delay="indefinite"/>
                      </p:stCondLst>
                      <p:childTnLst>
                        <p:par>
                          <p:cTn id="228" fill="hold">
                            <p:stCondLst>
                              <p:cond delay="0"/>
                            </p:stCondLst>
                            <p:childTnLst>
                              <p:par>
                                <p:cTn id="229" presetID="17" presetClass="entr" presetSubtype="4" fill="hold" grpId="0" nodeType="clickEffect">
                                  <p:stCondLst>
                                    <p:cond delay="0"/>
                                  </p:stCondLst>
                                  <p:childTnLst>
                                    <p:set>
                                      <p:cBhvr>
                                        <p:cTn id="230" dur="1" fill="hold">
                                          <p:stCondLst>
                                            <p:cond delay="0"/>
                                          </p:stCondLst>
                                        </p:cTn>
                                        <p:tgtEl>
                                          <p:spTgt spid="76"/>
                                        </p:tgtEl>
                                        <p:attrNameLst>
                                          <p:attrName>style.visibility</p:attrName>
                                        </p:attrNameLst>
                                      </p:cBhvr>
                                      <p:to>
                                        <p:strVal val="visible"/>
                                      </p:to>
                                    </p:set>
                                    <p:anim calcmode="lin" valueType="num">
                                      <p:cBhvr>
                                        <p:cTn id="231" dur="500" fill="hold"/>
                                        <p:tgtEl>
                                          <p:spTgt spid="76"/>
                                        </p:tgtEl>
                                        <p:attrNameLst>
                                          <p:attrName>ppt_x</p:attrName>
                                        </p:attrNameLst>
                                      </p:cBhvr>
                                      <p:tavLst>
                                        <p:tav tm="0">
                                          <p:val>
                                            <p:strVal val="#ppt_x"/>
                                          </p:val>
                                        </p:tav>
                                        <p:tav tm="100000">
                                          <p:val>
                                            <p:strVal val="#ppt_x"/>
                                          </p:val>
                                        </p:tav>
                                      </p:tavLst>
                                    </p:anim>
                                    <p:anim calcmode="lin" valueType="num">
                                      <p:cBhvr>
                                        <p:cTn id="232" dur="500" fill="hold"/>
                                        <p:tgtEl>
                                          <p:spTgt spid="76"/>
                                        </p:tgtEl>
                                        <p:attrNameLst>
                                          <p:attrName>ppt_y</p:attrName>
                                        </p:attrNameLst>
                                      </p:cBhvr>
                                      <p:tavLst>
                                        <p:tav tm="0">
                                          <p:val>
                                            <p:strVal val="#ppt_y+#ppt_h/2"/>
                                          </p:val>
                                        </p:tav>
                                        <p:tav tm="100000">
                                          <p:val>
                                            <p:strVal val="#ppt_y"/>
                                          </p:val>
                                        </p:tav>
                                      </p:tavLst>
                                    </p:anim>
                                    <p:anim calcmode="lin" valueType="num">
                                      <p:cBhvr>
                                        <p:cTn id="233" dur="500" fill="hold"/>
                                        <p:tgtEl>
                                          <p:spTgt spid="76"/>
                                        </p:tgtEl>
                                        <p:attrNameLst>
                                          <p:attrName>ppt_w</p:attrName>
                                        </p:attrNameLst>
                                      </p:cBhvr>
                                      <p:tavLst>
                                        <p:tav tm="0">
                                          <p:val>
                                            <p:strVal val="#ppt_w"/>
                                          </p:val>
                                        </p:tav>
                                        <p:tav tm="100000">
                                          <p:val>
                                            <p:strVal val="#ppt_w"/>
                                          </p:val>
                                        </p:tav>
                                      </p:tavLst>
                                    </p:anim>
                                    <p:anim calcmode="lin" valueType="num">
                                      <p:cBhvr>
                                        <p:cTn id="234" dur="500" fill="hold"/>
                                        <p:tgtEl>
                                          <p:spTgt spid="76"/>
                                        </p:tgtEl>
                                        <p:attrNameLst>
                                          <p:attrName>ppt_h</p:attrName>
                                        </p:attrNameLst>
                                      </p:cBhvr>
                                      <p:tavLst>
                                        <p:tav tm="0">
                                          <p:val>
                                            <p:fltVal val="0"/>
                                          </p:val>
                                        </p:tav>
                                        <p:tav tm="100000">
                                          <p:val>
                                            <p:strVal val="#ppt_h"/>
                                          </p:val>
                                        </p:tav>
                                      </p:tavLst>
                                    </p:anim>
                                  </p:childTnLst>
                                </p:cTn>
                              </p:par>
                            </p:childTnLst>
                          </p:cTn>
                        </p:par>
                      </p:childTnLst>
                    </p:cTn>
                  </p:par>
                  <p:par>
                    <p:cTn id="235" fill="hold">
                      <p:stCondLst>
                        <p:cond delay="indefinite"/>
                      </p:stCondLst>
                      <p:childTnLst>
                        <p:par>
                          <p:cTn id="236" fill="hold">
                            <p:stCondLst>
                              <p:cond delay="0"/>
                            </p:stCondLst>
                            <p:childTnLst>
                              <p:par>
                                <p:cTn id="237" presetID="17" presetClass="entr" presetSubtype="4" fill="hold" grpId="0" nodeType="clickEffect">
                                  <p:stCondLst>
                                    <p:cond delay="0"/>
                                  </p:stCondLst>
                                  <p:childTnLst>
                                    <p:set>
                                      <p:cBhvr>
                                        <p:cTn id="238" dur="1" fill="hold">
                                          <p:stCondLst>
                                            <p:cond delay="0"/>
                                          </p:stCondLst>
                                        </p:cTn>
                                        <p:tgtEl>
                                          <p:spTgt spid="77"/>
                                        </p:tgtEl>
                                        <p:attrNameLst>
                                          <p:attrName>style.visibility</p:attrName>
                                        </p:attrNameLst>
                                      </p:cBhvr>
                                      <p:to>
                                        <p:strVal val="visible"/>
                                      </p:to>
                                    </p:set>
                                    <p:anim calcmode="lin" valueType="num">
                                      <p:cBhvr>
                                        <p:cTn id="239" dur="500" fill="hold"/>
                                        <p:tgtEl>
                                          <p:spTgt spid="77"/>
                                        </p:tgtEl>
                                        <p:attrNameLst>
                                          <p:attrName>ppt_x</p:attrName>
                                        </p:attrNameLst>
                                      </p:cBhvr>
                                      <p:tavLst>
                                        <p:tav tm="0">
                                          <p:val>
                                            <p:strVal val="#ppt_x"/>
                                          </p:val>
                                        </p:tav>
                                        <p:tav tm="100000">
                                          <p:val>
                                            <p:strVal val="#ppt_x"/>
                                          </p:val>
                                        </p:tav>
                                      </p:tavLst>
                                    </p:anim>
                                    <p:anim calcmode="lin" valueType="num">
                                      <p:cBhvr>
                                        <p:cTn id="240" dur="500" fill="hold"/>
                                        <p:tgtEl>
                                          <p:spTgt spid="77"/>
                                        </p:tgtEl>
                                        <p:attrNameLst>
                                          <p:attrName>ppt_y</p:attrName>
                                        </p:attrNameLst>
                                      </p:cBhvr>
                                      <p:tavLst>
                                        <p:tav tm="0">
                                          <p:val>
                                            <p:strVal val="#ppt_y+#ppt_h/2"/>
                                          </p:val>
                                        </p:tav>
                                        <p:tav tm="100000">
                                          <p:val>
                                            <p:strVal val="#ppt_y"/>
                                          </p:val>
                                        </p:tav>
                                      </p:tavLst>
                                    </p:anim>
                                    <p:anim calcmode="lin" valueType="num">
                                      <p:cBhvr>
                                        <p:cTn id="241" dur="500" fill="hold"/>
                                        <p:tgtEl>
                                          <p:spTgt spid="77"/>
                                        </p:tgtEl>
                                        <p:attrNameLst>
                                          <p:attrName>ppt_w</p:attrName>
                                        </p:attrNameLst>
                                      </p:cBhvr>
                                      <p:tavLst>
                                        <p:tav tm="0">
                                          <p:val>
                                            <p:strVal val="#ppt_w"/>
                                          </p:val>
                                        </p:tav>
                                        <p:tav tm="100000">
                                          <p:val>
                                            <p:strVal val="#ppt_w"/>
                                          </p:val>
                                        </p:tav>
                                      </p:tavLst>
                                    </p:anim>
                                    <p:anim calcmode="lin" valueType="num">
                                      <p:cBhvr>
                                        <p:cTn id="242" dur="500" fill="hold"/>
                                        <p:tgtEl>
                                          <p:spTgt spid="77"/>
                                        </p:tgtEl>
                                        <p:attrNameLst>
                                          <p:attrName>ppt_h</p:attrName>
                                        </p:attrNameLst>
                                      </p:cBhvr>
                                      <p:tavLst>
                                        <p:tav tm="0">
                                          <p:val>
                                            <p:fltVal val="0"/>
                                          </p:val>
                                        </p:tav>
                                        <p:tav tm="100000">
                                          <p:val>
                                            <p:strVal val="#ppt_h"/>
                                          </p:val>
                                        </p:tav>
                                      </p:tavLst>
                                    </p:anim>
                                  </p:childTnLst>
                                </p:cTn>
                              </p:par>
                            </p:childTnLst>
                          </p:cTn>
                        </p:par>
                      </p:childTnLst>
                    </p:cTn>
                  </p:par>
                  <p:par>
                    <p:cTn id="243" fill="hold">
                      <p:stCondLst>
                        <p:cond delay="indefinite"/>
                      </p:stCondLst>
                      <p:childTnLst>
                        <p:par>
                          <p:cTn id="244" fill="hold">
                            <p:stCondLst>
                              <p:cond delay="0"/>
                            </p:stCondLst>
                            <p:childTnLst>
                              <p:par>
                                <p:cTn id="245" presetID="17" presetClass="entr" presetSubtype="4" fill="hold" grpId="0" nodeType="clickEffect">
                                  <p:stCondLst>
                                    <p:cond delay="0"/>
                                  </p:stCondLst>
                                  <p:childTnLst>
                                    <p:set>
                                      <p:cBhvr>
                                        <p:cTn id="246" dur="1" fill="hold">
                                          <p:stCondLst>
                                            <p:cond delay="0"/>
                                          </p:stCondLst>
                                        </p:cTn>
                                        <p:tgtEl>
                                          <p:spTgt spid="78"/>
                                        </p:tgtEl>
                                        <p:attrNameLst>
                                          <p:attrName>style.visibility</p:attrName>
                                        </p:attrNameLst>
                                      </p:cBhvr>
                                      <p:to>
                                        <p:strVal val="visible"/>
                                      </p:to>
                                    </p:set>
                                    <p:anim calcmode="lin" valueType="num">
                                      <p:cBhvr>
                                        <p:cTn id="247" dur="500" fill="hold"/>
                                        <p:tgtEl>
                                          <p:spTgt spid="78"/>
                                        </p:tgtEl>
                                        <p:attrNameLst>
                                          <p:attrName>ppt_x</p:attrName>
                                        </p:attrNameLst>
                                      </p:cBhvr>
                                      <p:tavLst>
                                        <p:tav tm="0">
                                          <p:val>
                                            <p:strVal val="#ppt_x"/>
                                          </p:val>
                                        </p:tav>
                                        <p:tav tm="100000">
                                          <p:val>
                                            <p:strVal val="#ppt_x"/>
                                          </p:val>
                                        </p:tav>
                                      </p:tavLst>
                                    </p:anim>
                                    <p:anim calcmode="lin" valueType="num">
                                      <p:cBhvr>
                                        <p:cTn id="248" dur="500" fill="hold"/>
                                        <p:tgtEl>
                                          <p:spTgt spid="78"/>
                                        </p:tgtEl>
                                        <p:attrNameLst>
                                          <p:attrName>ppt_y</p:attrName>
                                        </p:attrNameLst>
                                      </p:cBhvr>
                                      <p:tavLst>
                                        <p:tav tm="0">
                                          <p:val>
                                            <p:strVal val="#ppt_y+#ppt_h/2"/>
                                          </p:val>
                                        </p:tav>
                                        <p:tav tm="100000">
                                          <p:val>
                                            <p:strVal val="#ppt_y"/>
                                          </p:val>
                                        </p:tav>
                                      </p:tavLst>
                                    </p:anim>
                                    <p:anim calcmode="lin" valueType="num">
                                      <p:cBhvr>
                                        <p:cTn id="249" dur="500" fill="hold"/>
                                        <p:tgtEl>
                                          <p:spTgt spid="78"/>
                                        </p:tgtEl>
                                        <p:attrNameLst>
                                          <p:attrName>ppt_w</p:attrName>
                                        </p:attrNameLst>
                                      </p:cBhvr>
                                      <p:tavLst>
                                        <p:tav tm="0">
                                          <p:val>
                                            <p:strVal val="#ppt_w"/>
                                          </p:val>
                                        </p:tav>
                                        <p:tav tm="100000">
                                          <p:val>
                                            <p:strVal val="#ppt_w"/>
                                          </p:val>
                                        </p:tav>
                                      </p:tavLst>
                                    </p:anim>
                                    <p:anim calcmode="lin" valueType="num">
                                      <p:cBhvr>
                                        <p:cTn id="250" dur="500" fill="hold"/>
                                        <p:tgtEl>
                                          <p:spTgt spid="78"/>
                                        </p:tgtEl>
                                        <p:attrNameLst>
                                          <p:attrName>ppt_h</p:attrName>
                                        </p:attrNameLst>
                                      </p:cBhvr>
                                      <p:tavLst>
                                        <p:tav tm="0">
                                          <p:val>
                                            <p:fltVal val="0"/>
                                          </p:val>
                                        </p:tav>
                                        <p:tav tm="100000">
                                          <p:val>
                                            <p:strVal val="#ppt_h"/>
                                          </p:val>
                                        </p:tav>
                                      </p:tavLst>
                                    </p:anim>
                                  </p:childTnLst>
                                </p:cTn>
                              </p:par>
                            </p:childTnLst>
                          </p:cTn>
                        </p:par>
                      </p:childTnLst>
                    </p:cTn>
                  </p:par>
                  <p:par>
                    <p:cTn id="251" fill="hold">
                      <p:stCondLst>
                        <p:cond delay="indefinite"/>
                      </p:stCondLst>
                      <p:childTnLst>
                        <p:par>
                          <p:cTn id="252" fill="hold">
                            <p:stCondLst>
                              <p:cond delay="0"/>
                            </p:stCondLst>
                            <p:childTnLst>
                              <p:par>
                                <p:cTn id="253" presetID="17" presetClass="entr" presetSubtype="4" fill="hold" nodeType="clickEffect">
                                  <p:stCondLst>
                                    <p:cond delay="0"/>
                                  </p:stCondLst>
                                  <p:childTnLst>
                                    <p:set>
                                      <p:cBhvr>
                                        <p:cTn id="254" dur="1" fill="hold">
                                          <p:stCondLst>
                                            <p:cond delay="0"/>
                                          </p:stCondLst>
                                        </p:cTn>
                                        <p:tgtEl>
                                          <p:spTgt spid="79"/>
                                        </p:tgtEl>
                                        <p:attrNameLst>
                                          <p:attrName>style.visibility</p:attrName>
                                        </p:attrNameLst>
                                      </p:cBhvr>
                                      <p:to>
                                        <p:strVal val="visible"/>
                                      </p:to>
                                    </p:set>
                                    <p:anim calcmode="lin" valueType="num">
                                      <p:cBhvr>
                                        <p:cTn id="255" dur="500" fill="hold"/>
                                        <p:tgtEl>
                                          <p:spTgt spid="79"/>
                                        </p:tgtEl>
                                        <p:attrNameLst>
                                          <p:attrName>ppt_x</p:attrName>
                                        </p:attrNameLst>
                                      </p:cBhvr>
                                      <p:tavLst>
                                        <p:tav tm="0">
                                          <p:val>
                                            <p:strVal val="#ppt_x"/>
                                          </p:val>
                                        </p:tav>
                                        <p:tav tm="100000">
                                          <p:val>
                                            <p:strVal val="#ppt_x"/>
                                          </p:val>
                                        </p:tav>
                                      </p:tavLst>
                                    </p:anim>
                                    <p:anim calcmode="lin" valueType="num">
                                      <p:cBhvr>
                                        <p:cTn id="256" dur="500" fill="hold"/>
                                        <p:tgtEl>
                                          <p:spTgt spid="79"/>
                                        </p:tgtEl>
                                        <p:attrNameLst>
                                          <p:attrName>ppt_y</p:attrName>
                                        </p:attrNameLst>
                                      </p:cBhvr>
                                      <p:tavLst>
                                        <p:tav tm="0">
                                          <p:val>
                                            <p:strVal val="#ppt_y+#ppt_h/2"/>
                                          </p:val>
                                        </p:tav>
                                        <p:tav tm="100000">
                                          <p:val>
                                            <p:strVal val="#ppt_y"/>
                                          </p:val>
                                        </p:tav>
                                      </p:tavLst>
                                    </p:anim>
                                    <p:anim calcmode="lin" valueType="num">
                                      <p:cBhvr>
                                        <p:cTn id="257" dur="500" fill="hold"/>
                                        <p:tgtEl>
                                          <p:spTgt spid="79"/>
                                        </p:tgtEl>
                                        <p:attrNameLst>
                                          <p:attrName>ppt_w</p:attrName>
                                        </p:attrNameLst>
                                      </p:cBhvr>
                                      <p:tavLst>
                                        <p:tav tm="0">
                                          <p:val>
                                            <p:strVal val="#ppt_w"/>
                                          </p:val>
                                        </p:tav>
                                        <p:tav tm="100000">
                                          <p:val>
                                            <p:strVal val="#ppt_w"/>
                                          </p:val>
                                        </p:tav>
                                      </p:tavLst>
                                    </p:anim>
                                    <p:anim calcmode="lin" valueType="num">
                                      <p:cBhvr>
                                        <p:cTn id="258" dur="500" fill="hold"/>
                                        <p:tgtEl>
                                          <p:spTgt spid="79"/>
                                        </p:tgtEl>
                                        <p:attrNameLst>
                                          <p:attrName>ppt_h</p:attrName>
                                        </p:attrNameLst>
                                      </p:cBhvr>
                                      <p:tavLst>
                                        <p:tav tm="0">
                                          <p:val>
                                            <p:fltVal val="0"/>
                                          </p:val>
                                        </p:tav>
                                        <p:tav tm="100000">
                                          <p:val>
                                            <p:strVal val="#ppt_h"/>
                                          </p:val>
                                        </p:tav>
                                      </p:tavLst>
                                    </p:anim>
                                  </p:childTnLst>
                                </p:cTn>
                              </p:par>
                            </p:childTnLst>
                          </p:cTn>
                        </p:par>
                      </p:childTnLst>
                    </p:cTn>
                  </p:par>
                  <p:par>
                    <p:cTn id="259" fill="hold">
                      <p:stCondLst>
                        <p:cond delay="indefinite"/>
                      </p:stCondLst>
                      <p:childTnLst>
                        <p:par>
                          <p:cTn id="260" fill="hold">
                            <p:stCondLst>
                              <p:cond delay="0"/>
                            </p:stCondLst>
                            <p:childTnLst>
                              <p:par>
                                <p:cTn id="261" presetID="23" presetClass="entr" presetSubtype="32" fill="hold" grpId="0" nodeType="clickEffect">
                                  <p:stCondLst>
                                    <p:cond delay="0"/>
                                  </p:stCondLst>
                                  <p:childTnLst>
                                    <p:set>
                                      <p:cBhvr>
                                        <p:cTn id="262" dur="1" fill="hold">
                                          <p:stCondLst>
                                            <p:cond delay="0"/>
                                          </p:stCondLst>
                                        </p:cTn>
                                        <p:tgtEl>
                                          <p:spTgt spid="37"/>
                                        </p:tgtEl>
                                        <p:attrNameLst>
                                          <p:attrName>style.visibility</p:attrName>
                                        </p:attrNameLst>
                                      </p:cBhvr>
                                      <p:to>
                                        <p:strVal val="visible"/>
                                      </p:to>
                                    </p:set>
                                    <p:anim calcmode="lin" valueType="num">
                                      <p:cBhvr>
                                        <p:cTn id="263" dur="500" fill="hold"/>
                                        <p:tgtEl>
                                          <p:spTgt spid="37"/>
                                        </p:tgtEl>
                                        <p:attrNameLst>
                                          <p:attrName>ppt_w</p:attrName>
                                        </p:attrNameLst>
                                      </p:cBhvr>
                                      <p:tavLst>
                                        <p:tav tm="0">
                                          <p:val>
                                            <p:strVal val="4*#ppt_w"/>
                                          </p:val>
                                        </p:tav>
                                        <p:tav tm="100000">
                                          <p:val>
                                            <p:strVal val="#ppt_w"/>
                                          </p:val>
                                        </p:tav>
                                      </p:tavLst>
                                    </p:anim>
                                    <p:anim calcmode="lin" valueType="num">
                                      <p:cBhvr>
                                        <p:cTn id="264" dur="500" fill="hold"/>
                                        <p:tgtEl>
                                          <p:spTgt spid="37"/>
                                        </p:tgtEl>
                                        <p:attrNameLst>
                                          <p:attrName>ppt_h</p:attrName>
                                        </p:attrNameLst>
                                      </p:cBhvr>
                                      <p:tavLst>
                                        <p:tav tm="0">
                                          <p:val>
                                            <p:strVal val="4*#ppt_h"/>
                                          </p:val>
                                        </p:tav>
                                        <p:tav tm="100000">
                                          <p:val>
                                            <p:strVal val="#ppt_h"/>
                                          </p:val>
                                        </p:tav>
                                      </p:tavLst>
                                    </p:anim>
                                  </p:childTnLst>
                                </p:cTn>
                              </p:par>
                            </p:childTnLst>
                          </p:cTn>
                        </p:par>
                      </p:childTnLst>
                    </p:cTn>
                  </p:par>
                  <p:par>
                    <p:cTn id="265" fill="hold">
                      <p:stCondLst>
                        <p:cond delay="indefinite"/>
                      </p:stCondLst>
                      <p:childTnLst>
                        <p:par>
                          <p:cTn id="266" fill="hold">
                            <p:stCondLst>
                              <p:cond delay="0"/>
                            </p:stCondLst>
                            <p:childTnLst>
                              <p:par>
                                <p:cTn id="267" presetID="23" presetClass="entr" presetSubtype="36" fill="hold" grpId="0" nodeType="clickEffect">
                                  <p:stCondLst>
                                    <p:cond delay="0"/>
                                  </p:stCondLst>
                                  <p:childTnLst>
                                    <p:set>
                                      <p:cBhvr>
                                        <p:cTn id="268" dur="1" fill="hold">
                                          <p:stCondLst>
                                            <p:cond delay="0"/>
                                          </p:stCondLst>
                                        </p:cTn>
                                        <p:tgtEl>
                                          <p:spTgt spid="85"/>
                                        </p:tgtEl>
                                        <p:attrNameLst>
                                          <p:attrName>style.visibility</p:attrName>
                                        </p:attrNameLst>
                                      </p:cBhvr>
                                      <p:to>
                                        <p:strVal val="visible"/>
                                      </p:to>
                                    </p:set>
                                    <p:anim calcmode="lin" valueType="num">
                                      <p:cBhvr>
                                        <p:cTn id="269" dur="500" fill="hold"/>
                                        <p:tgtEl>
                                          <p:spTgt spid="85"/>
                                        </p:tgtEl>
                                        <p:attrNameLst>
                                          <p:attrName>ppt_w</p:attrName>
                                        </p:attrNameLst>
                                      </p:cBhvr>
                                      <p:tavLst>
                                        <p:tav tm="0">
                                          <p:val>
                                            <p:strVal val="(6*min(max(#ppt_w*#ppt_h,.3),1)-7.4)/-.7*#ppt_w"/>
                                          </p:val>
                                        </p:tav>
                                        <p:tav tm="100000">
                                          <p:val>
                                            <p:strVal val="#ppt_w"/>
                                          </p:val>
                                        </p:tav>
                                      </p:tavLst>
                                    </p:anim>
                                    <p:anim calcmode="lin" valueType="num">
                                      <p:cBhvr>
                                        <p:cTn id="270" dur="500" fill="hold"/>
                                        <p:tgtEl>
                                          <p:spTgt spid="85"/>
                                        </p:tgtEl>
                                        <p:attrNameLst>
                                          <p:attrName>ppt_h</p:attrName>
                                        </p:attrNameLst>
                                      </p:cBhvr>
                                      <p:tavLst>
                                        <p:tav tm="0">
                                          <p:val>
                                            <p:strVal val="(6*min(max(#ppt_w*#ppt_h,.3),1)-7.4)/-.7*#ppt_h"/>
                                          </p:val>
                                        </p:tav>
                                        <p:tav tm="100000">
                                          <p:val>
                                            <p:strVal val="#ppt_h"/>
                                          </p:val>
                                        </p:tav>
                                      </p:tavLst>
                                    </p:anim>
                                    <p:anim calcmode="lin" valueType="num">
                                      <p:cBhvr>
                                        <p:cTn id="271" dur="500" fill="hold"/>
                                        <p:tgtEl>
                                          <p:spTgt spid="85"/>
                                        </p:tgtEl>
                                        <p:attrNameLst>
                                          <p:attrName>ppt_x</p:attrName>
                                        </p:attrNameLst>
                                      </p:cBhvr>
                                      <p:tavLst>
                                        <p:tav tm="0">
                                          <p:val>
                                            <p:fltVal val="0.5"/>
                                          </p:val>
                                        </p:tav>
                                        <p:tav tm="100000">
                                          <p:val>
                                            <p:strVal val="#ppt_x"/>
                                          </p:val>
                                        </p:tav>
                                      </p:tavLst>
                                    </p:anim>
                                    <p:anim calcmode="lin" valueType="num">
                                      <p:cBhvr>
                                        <p:cTn id="272" dur="500" fill="hold"/>
                                        <p:tgtEl>
                                          <p:spTgt spid="85"/>
                                        </p:tgtEl>
                                        <p:attrNameLst>
                                          <p:attrName>ppt_y</p:attrName>
                                        </p:attrNameLst>
                                      </p:cBhvr>
                                      <p:tavLst>
                                        <p:tav tm="0">
                                          <p:val>
                                            <p:strVal val="1+(6*min(max(#ppt_w*#ppt_h,.3),1)-7.4)/-.7*#ppt_h/2"/>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3" presetClass="entr" presetSubtype="36" fill="hold" grpId="0" nodeType="clickEffect">
                                  <p:stCondLst>
                                    <p:cond delay="0"/>
                                  </p:stCondLst>
                                  <p:childTnLst>
                                    <p:set>
                                      <p:cBhvr>
                                        <p:cTn id="276" dur="1" fill="hold">
                                          <p:stCondLst>
                                            <p:cond delay="0"/>
                                          </p:stCondLst>
                                        </p:cTn>
                                        <p:tgtEl>
                                          <p:spTgt spid="86"/>
                                        </p:tgtEl>
                                        <p:attrNameLst>
                                          <p:attrName>style.visibility</p:attrName>
                                        </p:attrNameLst>
                                      </p:cBhvr>
                                      <p:to>
                                        <p:strVal val="visible"/>
                                      </p:to>
                                    </p:set>
                                    <p:anim calcmode="lin" valueType="num">
                                      <p:cBhvr>
                                        <p:cTn id="277" dur="500" fill="hold"/>
                                        <p:tgtEl>
                                          <p:spTgt spid="86"/>
                                        </p:tgtEl>
                                        <p:attrNameLst>
                                          <p:attrName>ppt_w</p:attrName>
                                        </p:attrNameLst>
                                      </p:cBhvr>
                                      <p:tavLst>
                                        <p:tav tm="0">
                                          <p:val>
                                            <p:strVal val="(6*min(max(#ppt_w*#ppt_h,.3),1)-7.4)/-.7*#ppt_w"/>
                                          </p:val>
                                        </p:tav>
                                        <p:tav tm="100000">
                                          <p:val>
                                            <p:strVal val="#ppt_w"/>
                                          </p:val>
                                        </p:tav>
                                      </p:tavLst>
                                    </p:anim>
                                    <p:anim calcmode="lin" valueType="num">
                                      <p:cBhvr>
                                        <p:cTn id="278" dur="500" fill="hold"/>
                                        <p:tgtEl>
                                          <p:spTgt spid="86"/>
                                        </p:tgtEl>
                                        <p:attrNameLst>
                                          <p:attrName>ppt_h</p:attrName>
                                        </p:attrNameLst>
                                      </p:cBhvr>
                                      <p:tavLst>
                                        <p:tav tm="0">
                                          <p:val>
                                            <p:strVal val="(6*min(max(#ppt_w*#ppt_h,.3),1)-7.4)/-.7*#ppt_h"/>
                                          </p:val>
                                        </p:tav>
                                        <p:tav tm="100000">
                                          <p:val>
                                            <p:strVal val="#ppt_h"/>
                                          </p:val>
                                        </p:tav>
                                      </p:tavLst>
                                    </p:anim>
                                    <p:anim calcmode="lin" valueType="num">
                                      <p:cBhvr>
                                        <p:cTn id="279" dur="500" fill="hold"/>
                                        <p:tgtEl>
                                          <p:spTgt spid="86"/>
                                        </p:tgtEl>
                                        <p:attrNameLst>
                                          <p:attrName>ppt_x</p:attrName>
                                        </p:attrNameLst>
                                      </p:cBhvr>
                                      <p:tavLst>
                                        <p:tav tm="0">
                                          <p:val>
                                            <p:fltVal val="0.5"/>
                                          </p:val>
                                        </p:tav>
                                        <p:tav tm="100000">
                                          <p:val>
                                            <p:strVal val="#ppt_x"/>
                                          </p:val>
                                        </p:tav>
                                      </p:tavLst>
                                    </p:anim>
                                    <p:anim calcmode="lin" valueType="num">
                                      <p:cBhvr>
                                        <p:cTn id="280" dur="500" fill="hold"/>
                                        <p:tgtEl>
                                          <p:spTgt spid="86"/>
                                        </p:tgtEl>
                                        <p:attrNameLst>
                                          <p:attrName>ppt_y</p:attrName>
                                        </p:attrNameLst>
                                      </p:cBhvr>
                                      <p:tavLst>
                                        <p:tav tm="0">
                                          <p:val>
                                            <p:strVal val="1+(6*min(max(#ppt_w*#ppt_h,.3),1)-7.4)/-.7*#ppt_h/2"/>
                                          </p:val>
                                        </p:tav>
                                        <p:tav tm="100000">
                                          <p:val>
                                            <p:strVal val="#ppt_y"/>
                                          </p:val>
                                        </p:tav>
                                      </p:tavLst>
                                    </p:anim>
                                  </p:childTnLst>
                                </p:cTn>
                              </p:par>
                            </p:childTnLst>
                          </p:cTn>
                        </p:par>
                      </p:childTnLst>
                    </p:cTn>
                  </p:par>
                  <p:par>
                    <p:cTn id="281" fill="hold">
                      <p:stCondLst>
                        <p:cond delay="indefinite"/>
                      </p:stCondLst>
                      <p:childTnLst>
                        <p:par>
                          <p:cTn id="282" fill="hold">
                            <p:stCondLst>
                              <p:cond delay="0"/>
                            </p:stCondLst>
                            <p:childTnLst>
                              <p:par>
                                <p:cTn id="283" presetID="23" presetClass="entr" presetSubtype="36" fill="hold" grpId="0" nodeType="clickEffect">
                                  <p:stCondLst>
                                    <p:cond delay="0"/>
                                  </p:stCondLst>
                                  <p:childTnLst>
                                    <p:set>
                                      <p:cBhvr>
                                        <p:cTn id="284" dur="1" fill="hold">
                                          <p:stCondLst>
                                            <p:cond delay="0"/>
                                          </p:stCondLst>
                                        </p:cTn>
                                        <p:tgtEl>
                                          <p:spTgt spid="87"/>
                                        </p:tgtEl>
                                        <p:attrNameLst>
                                          <p:attrName>style.visibility</p:attrName>
                                        </p:attrNameLst>
                                      </p:cBhvr>
                                      <p:to>
                                        <p:strVal val="visible"/>
                                      </p:to>
                                    </p:set>
                                    <p:anim calcmode="lin" valueType="num">
                                      <p:cBhvr>
                                        <p:cTn id="285" dur="500" fill="hold"/>
                                        <p:tgtEl>
                                          <p:spTgt spid="87"/>
                                        </p:tgtEl>
                                        <p:attrNameLst>
                                          <p:attrName>ppt_w</p:attrName>
                                        </p:attrNameLst>
                                      </p:cBhvr>
                                      <p:tavLst>
                                        <p:tav tm="0">
                                          <p:val>
                                            <p:strVal val="(6*min(max(#ppt_w*#ppt_h,.3),1)-7.4)/-.7*#ppt_w"/>
                                          </p:val>
                                        </p:tav>
                                        <p:tav tm="100000">
                                          <p:val>
                                            <p:strVal val="#ppt_w"/>
                                          </p:val>
                                        </p:tav>
                                      </p:tavLst>
                                    </p:anim>
                                    <p:anim calcmode="lin" valueType="num">
                                      <p:cBhvr>
                                        <p:cTn id="286" dur="500" fill="hold"/>
                                        <p:tgtEl>
                                          <p:spTgt spid="87"/>
                                        </p:tgtEl>
                                        <p:attrNameLst>
                                          <p:attrName>ppt_h</p:attrName>
                                        </p:attrNameLst>
                                      </p:cBhvr>
                                      <p:tavLst>
                                        <p:tav tm="0">
                                          <p:val>
                                            <p:strVal val="(6*min(max(#ppt_w*#ppt_h,.3),1)-7.4)/-.7*#ppt_h"/>
                                          </p:val>
                                        </p:tav>
                                        <p:tav tm="100000">
                                          <p:val>
                                            <p:strVal val="#ppt_h"/>
                                          </p:val>
                                        </p:tav>
                                      </p:tavLst>
                                    </p:anim>
                                    <p:anim calcmode="lin" valueType="num">
                                      <p:cBhvr>
                                        <p:cTn id="287" dur="500" fill="hold"/>
                                        <p:tgtEl>
                                          <p:spTgt spid="87"/>
                                        </p:tgtEl>
                                        <p:attrNameLst>
                                          <p:attrName>ppt_x</p:attrName>
                                        </p:attrNameLst>
                                      </p:cBhvr>
                                      <p:tavLst>
                                        <p:tav tm="0">
                                          <p:val>
                                            <p:fltVal val="0.5"/>
                                          </p:val>
                                        </p:tav>
                                        <p:tav tm="100000">
                                          <p:val>
                                            <p:strVal val="#ppt_x"/>
                                          </p:val>
                                        </p:tav>
                                      </p:tavLst>
                                    </p:anim>
                                    <p:anim calcmode="lin" valueType="num">
                                      <p:cBhvr>
                                        <p:cTn id="288" dur="500" fill="hold"/>
                                        <p:tgtEl>
                                          <p:spTgt spid="87"/>
                                        </p:tgtEl>
                                        <p:attrNameLst>
                                          <p:attrName>ppt_y</p:attrName>
                                        </p:attrNameLst>
                                      </p:cBhvr>
                                      <p:tavLst>
                                        <p:tav tm="0">
                                          <p:val>
                                            <p:strVal val="1+(6*min(max(#ppt_w*#ppt_h,.3),1)-7.4)/-.7*#ppt_h/2"/>
                                          </p:val>
                                        </p:tav>
                                        <p:tav tm="100000">
                                          <p:val>
                                            <p:strVal val="#ppt_y"/>
                                          </p:val>
                                        </p:tav>
                                      </p:tavLst>
                                    </p:anim>
                                  </p:childTnLst>
                                </p:cTn>
                              </p:par>
                            </p:childTnLst>
                          </p:cTn>
                        </p:par>
                      </p:childTnLst>
                    </p:cTn>
                  </p:par>
                  <p:par>
                    <p:cTn id="289" fill="hold">
                      <p:stCondLst>
                        <p:cond delay="indefinite"/>
                      </p:stCondLst>
                      <p:childTnLst>
                        <p:par>
                          <p:cTn id="290" fill="hold">
                            <p:stCondLst>
                              <p:cond delay="0"/>
                            </p:stCondLst>
                            <p:childTnLst>
                              <p:par>
                                <p:cTn id="291" presetID="23" presetClass="entr" presetSubtype="36" fill="hold" grpId="0" nodeType="clickEffect">
                                  <p:stCondLst>
                                    <p:cond delay="0"/>
                                  </p:stCondLst>
                                  <p:childTnLst>
                                    <p:set>
                                      <p:cBhvr>
                                        <p:cTn id="292" dur="1" fill="hold">
                                          <p:stCondLst>
                                            <p:cond delay="0"/>
                                          </p:stCondLst>
                                        </p:cTn>
                                        <p:tgtEl>
                                          <p:spTgt spid="88"/>
                                        </p:tgtEl>
                                        <p:attrNameLst>
                                          <p:attrName>style.visibility</p:attrName>
                                        </p:attrNameLst>
                                      </p:cBhvr>
                                      <p:to>
                                        <p:strVal val="visible"/>
                                      </p:to>
                                    </p:set>
                                    <p:anim calcmode="lin" valueType="num">
                                      <p:cBhvr>
                                        <p:cTn id="293" dur="500" fill="hold"/>
                                        <p:tgtEl>
                                          <p:spTgt spid="88"/>
                                        </p:tgtEl>
                                        <p:attrNameLst>
                                          <p:attrName>ppt_w</p:attrName>
                                        </p:attrNameLst>
                                      </p:cBhvr>
                                      <p:tavLst>
                                        <p:tav tm="0">
                                          <p:val>
                                            <p:strVal val="(6*min(max(#ppt_w*#ppt_h,.3),1)-7.4)/-.7*#ppt_w"/>
                                          </p:val>
                                        </p:tav>
                                        <p:tav tm="100000">
                                          <p:val>
                                            <p:strVal val="#ppt_w"/>
                                          </p:val>
                                        </p:tav>
                                      </p:tavLst>
                                    </p:anim>
                                    <p:anim calcmode="lin" valueType="num">
                                      <p:cBhvr>
                                        <p:cTn id="294" dur="500" fill="hold"/>
                                        <p:tgtEl>
                                          <p:spTgt spid="88"/>
                                        </p:tgtEl>
                                        <p:attrNameLst>
                                          <p:attrName>ppt_h</p:attrName>
                                        </p:attrNameLst>
                                      </p:cBhvr>
                                      <p:tavLst>
                                        <p:tav tm="0">
                                          <p:val>
                                            <p:strVal val="(6*min(max(#ppt_w*#ppt_h,.3),1)-7.4)/-.7*#ppt_h"/>
                                          </p:val>
                                        </p:tav>
                                        <p:tav tm="100000">
                                          <p:val>
                                            <p:strVal val="#ppt_h"/>
                                          </p:val>
                                        </p:tav>
                                      </p:tavLst>
                                    </p:anim>
                                    <p:anim calcmode="lin" valueType="num">
                                      <p:cBhvr>
                                        <p:cTn id="295" dur="500" fill="hold"/>
                                        <p:tgtEl>
                                          <p:spTgt spid="88"/>
                                        </p:tgtEl>
                                        <p:attrNameLst>
                                          <p:attrName>ppt_x</p:attrName>
                                        </p:attrNameLst>
                                      </p:cBhvr>
                                      <p:tavLst>
                                        <p:tav tm="0">
                                          <p:val>
                                            <p:fltVal val="0.5"/>
                                          </p:val>
                                        </p:tav>
                                        <p:tav tm="100000">
                                          <p:val>
                                            <p:strVal val="#ppt_x"/>
                                          </p:val>
                                        </p:tav>
                                      </p:tavLst>
                                    </p:anim>
                                    <p:anim calcmode="lin" valueType="num">
                                      <p:cBhvr>
                                        <p:cTn id="296" dur="500" fill="hold"/>
                                        <p:tgtEl>
                                          <p:spTgt spid="88"/>
                                        </p:tgtEl>
                                        <p:attrNameLst>
                                          <p:attrName>ppt_y</p:attrName>
                                        </p:attrNameLst>
                                      </p:cBhvr>
                                      <p:tavLst>
                                        <p:tav tm="0">
                                          <p:val>
                                            <p:strVal val="1+(6*min(max(#ppt_w*#ppt_h,.3),1)-7.4)/-.7*#ppt_h/2"/>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3" presetClass="entr" presetSubtype="36" fill="hold" grpId="0" nodeType="clickEffect">
                                  <p:stCondLst>
                                    <p:cond delay="0"/>
                                  </p:stCondLst>
                                  <p:childTnLst>
                                    <p:set>
                                      <p:cBhvr>
                                        <p:cTn id="300" dur="1" fill="hold">
                                          <p:stCondLst>
                                            <p:cond delay="0"/>
                                          </p:stCondLst>
                                        </p:cTn>
                                        <p:tgtEl>
                                          <p:spTgt spid="89"/>
                                        </p:tgtEl>
                                        <p:attrNameLst>
                                          <p:attrName>style.visibility</p:attrName>
                                        </p:attrNameLst>
                                      </p:cBhvr>
                                      <p:to>
                                        <p:strVal val="visible"/>
                                      </p:to>
                                    </p:set>
                                    <p:anim calcmode="lin" valueType="num">
                                      <p:cBhvr>
                                        <p:cTn id="301" dur="500" fill="hold"/>
                                        <p:tgtEl>
                                          <p:spTgt spid="89"/>
                                        </p:tgtEl>
                                        <p:attrNameLst>
                                          <p:attrName>ppt_w</p:attrName>
                                        </p:attrNameLst>
                                      </p:cBhvr>
                                      <p:tavLst>
                                        <p:tav tm="0">
                                          <p:val>
                                            <p:strVal val="(6*min(max(#ppt_w*#ppt_h,.3),1)-7.4)/-.7*#ppt_w"/>
                                          </p:val>
                                        </p:tav>
                                        <p:tav tm="100000">
                                          <p:val>
                                            <p:strVal val="#ppt_w"/>
                                          </p:val>
                                        </p:tav>
                                      </p:tavLst>
                                    </p:anim>
                                    <p:anim calcmode="lin" valueType="num">
                                      <p:cBhvr>
                                        <p:cTn id="302" dur="500" fill="hold"/>
                                        <p:tgtEl>
                                          <p:spTgt spid="89"/>
                                        </p:tgtEl>
                                        <p:attrNameLst>
                                          <p:attrName>ppt_h</p:attrName>
                                        </p:attrNameLst>
                                      </p:cBhvr>
                                      <p:tavLst>
                                        <p:tav tm="0">
                                          <p:val>
                                            <p:strVal val="(6*min(max(#ppt_w*#ppt_h,.3),1)-7.4)/-.7*#ppt_h"/>
                                          </p:val>
                                        </p:tav>
                                        <p:tav tm="100000">
                                          <p:val>
                                            <p:strVal val="#ppt_h"/>
                                          </p:val>
                                        </p:tav>
                                      </p:tavLst>
                                    </p:anim>
                                    <p:anim calcmode="lin" valueType="num">
                                      <p:cBhvr>
                                        <p:cTn id="303" dur="500" fill="hold"/>
                                        <p:tgtEl>
                                          <p:spTgt spid="89"/>
                                        </p:tgtEl>
                                        <p:attrNameLst>
                                          <p:attrName>ppt_x</p:attrName>
                                        </p:attrNameLst>
                                      </p:cBhvr>
                                      <p:tavLst>
                                        <p:tav tm="0">
                                          <p:val>
                                            <p:fltVal val="0.5"/>
                                          </p:val>
                                        </p:tav>
                                        <p:tav tm="100000">
                                          <p:val>
                                            <p:strVal val="#ppt_x"/>
                                          </p:val>
                                        </p:tav>
                                      </p:tavLst>
                                    </p:anim>
                                    <p:anim calcmode="lin" valueType="num">
                                      <p:cBhvr>
                                        <p:cTn id="304" dur="500" fill="hold"/>
                                        <p:tgtEl>
                                          <p:spTgt spid="89"/>
                                        </p:tgtEl>
                                        <p:attrNameLst>
                                          <p:attrName>ppt_y</p:attrName>
                                        </p:attrNameLst>
                                      </p:cBhvr>
                                      <p:tavLst>
                                        <p:tav tm="0">
                                          <p:val>
                                            <p:strVal val="1+(6*min(max(#ppt_w*#ppt_h,.3),1)-7.4)/-.7*#ppt_h/2"/>
                                          </p:val>
                                        </p:tav>
                                        <p:tav tm="100000">
                                          <p:val>
                                            <p:strVal val="#ppt_y"/>
                                          </p:val>
                                        </p:tav>
                                      </p:tavLst>
                                    </p:anim>
                                  </p:childTnLst>
                                </p:cTn>
                              </p:par>
                            </p:childTnLst>
                          </p:cTn>
                        </p:par>
                      </p:childTnLst>
                    </p:cTn>
                  </p:par>
                  <p:par>
                    <p:cTn id="305" fill="hold">
                      <p:stCondLst>
                        <p:cond delay="indefinite"/>
                      </p:stCondLst>
                      <p:childTnLst>
                        <p:par>
                          <p:cTn id="306" fill="hold">
                            <p:stCondLst>
                              <p:cond delay="0"/>
                            </p:stCondLst>
                            <p:childTnLst>
                              <p:par>
                                <p:cTn id="307" presetID="23" presetClass="entr" presetSubtype="32" fill="hold" grpId="0" nodeType="clickEffect">
                                  <p:stCondLst>
                                    <p:cond delay="0"/>
                                  </p:stCondLst>
                                  <p:childTnLst>
                                    <p:set>
                                      <p:cBhvr>
                                        <p:cTn id="308" dur="1" fill="hold">
                                          <p:stCondLst>
                                            <p:cond delay="0"/>
                                          </p:stCondLst>
                                        </p:cTn>
                                        <p:tgtEl>
                                          <p:spTgt spid="38"/>
                                        </p:tgtEl>
                                        <p:attrNameLst>
                                          <p:attrName>style.visibility</p:attrName>
                                        </p:attrNameLst>
                                      </p:cBhvr>
                                      <p:to>
                                        <p:strVal val="visible"/>
                                      </p:to>
                                    </p:set>
                                    <p:anim calcmode="lin" valueType="num">
                                      <p:cBhvr>
                                        <p:cTn id="309" dur="500" fill="hold"/>
                                        <p:tgtEl>
                                          <p:spTgt spid="38"/>
                                        </p:tgtEl>
                                        <p:attrNameLst>
                                          <p:attrName>ppt_w</p:attrName>
                                        </p:attrNameLst>
                                      </p:cBhvr>
                                      <p:tavLst>
                                        <p:tav tm="0">
                                          <p:val>
                                            <p:strVal val="4*#ppt_w"/>
                                          </p:val>
                                        </p:tav>
                                        <p:tav tm="100000">
                                          <p:val>
                                            <p:strVal val="#ppt_w"/>
                                          </p:val>
                                        </p:tav>
                                      </p:tavLst>
                                    </p:anim>
                                    <p:anim calcmode="lin" valueType="num">
                                      <p:cBhvr>
                                        <p:cTn id="310" dur="500" fill="hold"/>
                                        <p:tgtEl>
                                          <p:spTgt spid="38"/>
                                        </p:tgtEl>
                                        <p:attrNameLst>
                                          <p:attrName>ppt_h</p:attrName>
                                        </p:attrNameLst>
                                      </p:cBhvr>
                                      <p:tavLst>
                                        <p:tav tm="0">
                                          <p:val>
                                            <p:strVal val="4*#ppt_h"/>
                                          </p:val>
                                        </p:tav>
                                        <p:tav tm="100000">
                                          <p:val>
                                            <p:strVal val="#ppt_h"/>
                                          </p:val>
                                        </p:tav>
                                      </p:tavLst>
                                    </p:anim>
                                  </p:childTnLst>
                                </p:cTn>
                              </p:par>
                            </p:childTnLst>
                          </p:cTn>
                        </p:par>
                      </p:childTnLst>
                    </p:cTn>
                  </p:par>
                  <p:par>
                    <p:cTn id="311" fill="hold">
                      <p:stCondLst>
                        <p:cond delay="indefinite"/>
                      </p:stCondLst>
                      <p:childTnLst>
                        <p:par>
                          <p:cTn id="312" fill="hold">
                            <p:stCondLst>
                              <p:cond delay="0"/>
                            </p:stCondLst>
                            <p:childTnLst>
                              <p:par>
                                <p:cTn id="313" presetID="23" presetClass="entr" presetSubtype="36" fill="hold" grpId="0" nodeType="clickEffect">
                                  <p:stCondLst>
                                    <p:cond delay="0"/>
                                  </p:stCondLst>
                                  <p:childTnLst>
                                    <p:set>
                                      <p:cBhvr>
                                        <p:cTn id="314" dur="1" fill="hold">
                                          <p:stCondLst>
                                            <p:cond delay="0"/>
                                          </p:stCondLst>
                                        </p:cTn>
                                        <p:tgtEl>
                                          <p:spTgt spid="90"/>
                                        </p:tgtEl>
                                        <p:attrNameLst>
                                          <p:attrName>style.visibility</p:attrName>
                                        </p:attrNameLst>
                                      </p:cBhvr>
                                      <p:to>
                                        <p:strVal val="visible"/>
                                      </p:to>
                                    </p:set>
                                    <p:anim calcmode="lin" valueType="num">
                                      <p:cBhvr>
                                        <p:cTn id="315" dur="500" fill="hold"/>
                                        <p:tgtEl>
                                          <p:spTgt spid="90"/>
                                        </p:tgtEl>
                                        <p:attrNameLst>
                                          <p:attrName>ppt_w</p:attrName>
                                        </p:attrNameLst>
                                      </p:cBhvr>
                                      <p:tavLst>
                                        <p:tav tm="0">
                                          <p:val>
                                            <p:strVal val="(6*min(max(#ppt_w*#ppt_h,.3),1)-7.4)/-.7*#ppt_w"/>
                                          </p:val>
                                        </p:tav>
                                        <p:tav tm="100000">
                                          <p:val>
                                            <p:strVal val="#ppt_w"/>
                                          </p:val>
                                        </p:tav>
                                      </p:tavLst>
                                    </p:anim>
                                    <p:anim calcmode="lin" valueType="num">
                                      <p:cBhvr>
                                        <p:cTn id="316" dur="500" fill="hold"/>
                                        <p:tgtEl>
                                          <p:spTgt spid="90"/>
                                        </p:tgtEl>
                                        <p:attrNameLst>
                                          <p:attrName>ppt_h</p:attrName>
                                        </p:attrNameLst>
                                      </p:cBhvr>
                                      <p:tavLst>
                                        <p:tav tm="0">
                                          <p:val>
                                            <p:strVal val="(6*min(max(#ppt_w*#ppt_h,.3),1)-7.4)/-.7*#ppt_h"/>
                                          </p:val>
                                        </p:tav>
                                        <p:tav tm="100000">
                                          <p:val>
                                            <p:strVal val="#ppt_h"/>
                                          </p:val>
                                        </p:tav>
                                      </p:tavLst>
                                    </p:anim>
                                    <p:anim calcmode="lin" valueType="num">
                                      <p:cBhvr>
                                        <p:cTn id="317" dur="500" fill="hold"/>
                                        <p:tgtEl>
                                          <p:spTgt spid="90"/>
                                        </p:tgtEl>
                                        <p:attrNameLst>
                                          <p:attrName>ppt_x</p:attrName>
                                        </p:attrNameLst>
                                      </p:cBhvr>
                                      <p:tavLst>
                                        <p:tav tm="0">
                                          <p:val>
                                            <p:fltVal val="0.5"/>
                                          </p:val>
                                        </p:tav>
                                        <p:tav tm="100000">
                                          <p:val>
                                            <p:strVal val="#ppt_x"/>
                                          </p:val>
                                        </p:tav>
                                      </p:tavLst>
                                    </p:anim>
                                    <p:anim calcmode="lin" valueType="num">
                                      <p:cBhvr>
                                        <p:cTn id="318" dur="500" fill="hold"/>
                                        <p:tgtEl>
                                          <p:spTgt spid="90"/>
                                        </p:tgtEl>
                                        <p:attrNameLst>
                                          <p:attrName>ppt_y</p:attrName>
                                        </p:attrNameLst>
                                      </p:cBhvr>
                                      <p:tavLst>
                                        <p:tav tm="0">
                                          <p:val>
                                            <p:strVal val="1+(6*min(max(#ppt_w*#ppt_h,.3),1)-7.4)/-.7*#ppt_h/2"/>
                                          </p:val>
                                        </p:tav>
                                        <p:tav tm="100000">
                                          <p:val>
                                            <p:strVal val="#ppt_y"/>
                                          </p:val>
                                        </p:tav>
                                      </p:tavLst>
                                    </p:anim>
                                  </p:childTnLst>
                                </p:cTn>
                              </p:par>
                            </p:childTnLst>
                          </p:cTn>
                        </p:par>
                      </p:childTnLst>
                    </p:cTn>
                  </p:par>
                  <p:par>
                    <p:cTn id="319" fill="hold">
                      <p:stCondLst>
                        <p:cond delay="indefinite"/>
                      </p:stCondLst>
                      <p:childTnLst>
                        <p:par>
                          <p:cTn id="320" fill="hold">
                            <p:stCondLst>
                              <p:cond delay="0"/>
                            </p:stCondLst>
                            <p:childTnLst>
                              <p:par>
                                <p:cTn id="321" presetID="23" presetClass="entr" presetSubtype="36" fill="hold" grpId="0" nodeType="clickEffect">
                                  <p:stCondLst>
                                    <p:cond delay="0"/>
                                  </p:stCondLst>
                                  <p:childTnLst>
                                    <p:set>
                                      <p:cBhvr>
                                        <p:cTn id="322" dur="1" fill="hold">
                                          <p:stCondLst>
                                            <p:cond delay="0"/>
                                          </p:stCondLst>
                                        </p:cTn>
                                        <p:tgtEl>
                                          <p:spTgt spid="91"/>
                                        </p:tgtEl>
                                        <p:attrNameLst>
                                          <p:attrName>style.visibility</p:attrName>
                                        </p:attrNameLst>
                                      </p:cBhvr>
                                      <p:to>
                                        <p:strVal val="visible"/>
                                      </p:to>
                                    </p:set>
                                    <p:anim calcmode="lin" valueType="num">
                                      <p:cBhvr>
                                        <p:cTn id="323" dur="500" fill="hold"/>
                                        <p:tgtEl>
                                          <p:spTgt spid="91"/>
                                        </p:tgtEl>
                                        <p:attrNameLst>
                                          <p:attrName>ppt_w</p:attrName>
                                        </p:attrNameLst>
                                      </p:cBhvr>
                                      <p:tavLst>
                                        <p:tav tm="0">
                                          <p:val>
                                            <p:strVal val="(6*min(max(#ppt_w*#ppt_h,.3),1)-7.4)/-.7*#ppt_w"/>
                                          </p:val>
                                        </p:tav>
                                        <p:tav tm="100000">
                                          <p:val>
                                            <p:strVal val="#ppt_w"/>
                                          </p:val>
                                        </p:tav>
                                      </p:tavLst>
                                    </p:anim>
                                    <p:anim calcmode="lin" valueType="num">
                                      <p:cBhvr>
                                        <p:cTn id="324" dur="500" fill="hold"/>
                                        <p:tgtEl>
                                          <p:spTgt spid="91"/>
                                        </p:tgtEl>
                                        <p:attrNameLst>
                                          <p:attrName>ppt_h</p:attrName>
                                        </p:attrNameLst>
                                      </p:cBhvr>
                                      <p:tavLst>
                                        <p:tav tm="0">
                                          <p:val>
                                            <p:strVal val="(6*min(max(#ppt_w*#ppt_h,.3),1)-7.4)/-.7*#ppt_h"/>
                                          </p:val>
                                        </p:tav>
                                        <p:tav tm="100000">
                                          <p:val>
                                            <p:strVal val="#ppt_h"/>
                                          </p:val>
                                        </p:tav>
                                      </p:tavLst>
                                    </p:anim>
                                    <p:anim calcmode="lin" valueType="num">
                                      <p:cBhvr>
                                        <p:cTn id="325" dur="500" fill="hold"/>
                                        <p:tgtEl>
                                          <p:spTgt spid="91"/>
                                        </p:tgtEl>
                                        <p:attrNameLst>
                                          <p:attrName>ppt_x</p:attrName>
                                        </p:attrNameLst>
                                      </p:cBhvr>
                                      <p:tavLst>
                                        <p:tav tm="0">
                                          <p:val>
                                            <p:fltVal val="0.5"/>
                                          </p:val>
                                        </p:tav>
                                        <p:tav tm="100000">
                                          <p:val>
                                            <p:strVal val="#ppt_x"/>
                                          </p:val>
                                        </p:tav>
                                      </p:tavLst>
                                    </p:anim>
                                    <p:anim calcmode="lin" valueType="num">
                                      <p:cBhvr>
                                        <p:cTn id="326" dur="500" fill="hold"/>
                                        <p:tgtEl>
                                          <p:spTgt spid="91"/>
                                        </p:tgtEl>
                                        <p:attrNameLst>
                                          <p:attrName>ppt_y</p:attrName>
                                        </p:attrNameLst>
                                      </p:cBhvr>
                                      <p:tavLst>
                                        <p:tav tm="0">
                                          <p:val>
                                            <p:strVal val="1+(6*min(max(#ppt_w*#ppt_h,.3),1)-7.4)/-.7*#ppt_h/2"/>
                                          </p:val>
                                        </p:tav>
                                        <p:tav tm="100000">
                                          <p:val>
                                            <p:strVal val="#ppt_y"/>
                                          </p:val>
                                        </p:tav>
                                      </p:tavLst>
                                    </p:anim>
                                  </p:childTnLst>
                                </p:cTn>
                              </p:par>
                            </p:childTnLst>
                          </p:cTn>
                        </p:par>
                      </p:childTnLst>
                    </p:cTn>
                  </p:par>
                  <p:par>
                    <p:cTn id="327" fill="hold">
                      <p:stCondLst>
                        <p:cond delay="indefinite"/>
                      </p:stCondLst>
                      <p:childTnLst>
                        <p:par>
                          <p:cTn id="328" fill="hold">
                            <p:stCondLst>
                              <p:cond delay="0"/>
                            </p:stCondLst>
                            <p:childTnLst>
                              <p:par>
                                <p:cTn id="329" presetID="23" presetClass="entr" presetSubtype="36" fill="hold" grpId="0" nodeType="clickEffect">
                                  <p:stCondLst>
                                    <p:cond delay="0"/>
                                  </p:stCondLst>
                                  <p:childTnLst>
                                    <p:set>
                                      <p:cBhvr>
                                        <p:cTn id="330" dur="1" fill="hold">
                                          <p:stCondLst>
                                            <p:cond delay="0"/>
                                          </p:stCondLst>
                                        </p:cTn>
                                        <p:tgtEl>
                                          <p:spTgt spid="92"/>
                                        </p:tgtEl>
                                        <p:attrNameLst>
                                          <p:attrName>style.visibility</p:attrName>
                                        </p:attrNameLst>
                                      </p:cBhvr>
                                      <p:to>
                                        <p:strVal val="visible"/>
                                      </p:to>
                                    </p:set>
                                    <p:anim calcmode="lin" valueType="num">
                                      <p:cBhvr>
                                        <p:cTn id="331" dur="500" fill="hold"/>
                                        <p:tgtEl>
                                          <p:spTgt spid="92"/>
                                        </p:tgtEl>
                                        <p:attrNameLst>
                                          <p:attrName>ppt_w</p:attrName>
                                        </p:attrNameLst>
                                      </p:cBhvr>
                                      <p:tavLst>
                                        <p:tav tm="0">
                                          <p:val>
                                            <p:strVal val="(6*min(max(#ppt_w*#ppt_h,.3),1)-7.4)/-.7*#ppt_w"/>
                                          </p:val>
                                        </p:tav>
                                        <p:tav tm="100000">
                                          <p:val>
                                            <p:strVal val="#ppt_w"/>
                                          </p:val>
                                        </p:tav>
                                      </p:tavLst>
                                    </p:anim>
                                    <p:anim calcmode="lin" valueType="num">
                                      <p:cBhvr>
                                        <p:cTn id="332" dur="500" fill="hold"/>
                                        <p:tgtEl>
                                          <p:spTgt spid="92"/>
                                        </p:tgtEl>
                                        <p:attrNameLst>
                                          <p:attrName>ppt_h</p:attrName>
                                        </p:attrNameLst>
                                      </p:cBhvr>
                                      <p:tavLst>
                                        <p:tav tm="0">
                                          <p:val>
                                            <p:strVal val="(6*min(max(#ppt_w*#ppt_h,.3),1)-7.4)/-.7*#ppt_h"/>
                                          </p:val>
                                        </p:tav>
                                        <p:tav tm="100000">
                                          <p:val>
                                            <p:strVal val="#ppt_h"/>
                                          </p:val>
                                        </p:tav>
                                      </p:tavLst>
                                    </p:anim>
                                    <p:anim calcmode="lin" valueType="num">
                                      <p:cBhvr>
                                        <p:cTn id="333" dur="500" fill="hold"/>
                                        <p:tgtEl>
                                          <p:spTgt spid="92"/>
                                        </p:tgtEl>
                                        <p:attrNameLst>
                                          <p:attrName>ppt_x</p:attrName>
                                        </p:attrNameLst>
                                      </p:cBhvr>
                                      <p:tavLst>
                                        <p:tav tm="0">
                                          <p:val>
                                            <p:fltVal val="0.5"/>
                                          </p:val>
                                        </p:tav>
                                        <p:tav tm="100000">
                                          <p:val>
                                            <p:strVal val="#ppt_x"/>
                                          </p:val>
                                        </p:tav>
                                      </p:tavLst>
                                    </p:anim>
                                    <p:anim calcmode="lin" valueType="num">
                                      <p:cBhvr>
                                        <p:cTn id="334" dur="500" fill="hold"/>
                                        <p:tgtEl>
                                          <p:spTgt spid="92"/>
                                        </p:tgtEl>
                                        <p:attrNameLst>
                                          <p:attrName>ppt_y</p:attrName>
                                        </p:attrNameLst>
                                      </p:cBhvr>
                                      <p:tavLst>
                                        <p:tav tm="0">
                                          <p:val>
                                            <p:strVal val="1+(6*min(max(#ppt_w*#ppt_h,.3),1)-7.4)/-.7*#ppt_h/2"/>
                                          </p:val>
                                        </p:tav>
                                        <p:tav tm="100000">
                                          <p:val>
                                            <p:strVal val="#ppt_y"/>
                                          </p:val>
                                        </p:tav>
                                      </p:tavLst>
                                    </p:anim>
                                  </p:childTnLst>
                                </p:cTn>
                              </p:par>
                            </p:childTnLst>
                          </p:cTn>
                        </p:par>
                      </p:childTnLst>
                    </p:cTn>
                  </p:par>
                  <p:par>
                    <p:cTn id="335" fill="hold">
                      <p:stCondLst>
                        <p:cond delay="indefinite"/>
                      </p:stCondLst>
                      <p:childTnLst>
                        <p:par>
                          <p:cTn id="336" fill="hold">
                            <p:stCondLst>
                              <p:cond delay="0"/>
                            </p:stCondLst>
                            <p:childTnLst>
                              <p:par>
                                <p:cTn id="337" presetID="23" presetClass="entr" presetSubtype="36" fill="hold" grpId="0" nodeType="clickEffect">
                                  <p:stCondLst>
                                    <p:cond delay="0"/>
                                  </p:stCondLst>
                                  <p:childTnLst>
                                    <p:set>
                                      <p:cBhvr>
                                        <p:cTn id="338" dur="1" fill="hold">
                                          <p:stCondLst>
                                            <p:cond delay="0"/>
                                          </p:stCondLst>
                                        </p:cTn>
                                        <p:tgtEl>
                                          <p:spTgt spid="93"/>
                                        </p:tgtEl>
                                        <p:attrNameLst>
                                          <p:attrName>style.visibility</p:attrName>
                                        </p:attrNameLst>
                                      </p:cBhvr>
                                      <p:to>
                                        <p:strVal val="visible"/>
                                      </p:to>
                                    </p:set>
                                    <p:anim calcmode="lin" valueType="num">
                                      <p:cBhvr>
                                        <p:cTn id="339" dur="500" fill="hold"/>
                                        <p:tgtEl>
                                          <p:spTgt spid="93"/>
                                        </p:tgtEl>
                                        <p:attrNameLst>
                                          <p:attrName>ppt_w</p:attrName>
                                        </p:attrNameLst>
                                      </p:cBhvr>
                                      <p:tavLst>
                                        <p:tav tm="0">
                                          <p:val>
                                            <p:strVal val="(6*min(max(#ppt_w*#ppt_h,.3),1)-7.4)/-.7*#ppt_w"/>
                                          </p:val>
                                        </p:tav>
                                        <p:tav tm="100000">
                                          <p:val>
                                            <p:strVal val="#ppt_w"/>
                                          </p:val>
                                        </p:tav>
                                      </p:tavLst>
                                    </p:anim>
                                    <p:anim calcmode="lin" valueType="num">
                                      <p:cBhvr>
                                        <p:cTn id="340" dur="500" fill="hold"/>
                                        <p:tgtEl>
                                          <p:spTgt spid="93"/>
                                        </p:tgtEl>
                                        <p:attrNameLst>
                                          <p:attrName>ppt_h</p:attrName>
                                        </p:attrNameLst>
                                      </p:cBhvr>
                                      <p:tavLst>
                                        <p:tav tm="0">
                                          <p:val>
                                            <p:strVal val="(6*min(max(#ppt_w*#ppt_h,.3),1)-7.4)/-.7*#ppt_h"/>
                                          </p:val>
                                        </p:tav>
                                        <p:tav tm="100000">
                                          <p:val>
                                            <p:strVal val="#ppt_h"/>
                                          </p:val>
                                        </p:tav>
                                      </p:tavLst>
                                    </p:anim>
                                    <p:anim calcmode="lin" valueType="num">
                                      <p:cBhvr>
                                        <p:cTn id="341" dur="500" fill="hold"/>
                                        <p:tgtEl>
                                          <p:spTgt spid="93"/>
                                        </p:tgtEl>
                                        <p:attrNameLst>
                                          <p:attrName>ppt_x</p:attrName>
                                        </p:attrNameLst>
                                      </p:cBhvr>
                                      <p:tavLst>
                                        <p:tav tm="0">
                                          <p:val>
                                            <p:fltVal val="0.5"/>
                                          </p:val>
                                        </p:tav>
                                        <p:tav tm="100000">
                                          <p:val>
                                            <p:strVal val="#ppt_x"/>
                                          </p:val>
                                        </p:tav>
                                      </p:tavLst>
                                    </p:anim>
                                    <p:anim calcmode="lin" valueType="num">
                                      <p:cBhvr>
                                        <p:cTn id="342" dur="500" fill="hold"/>
                                        <p:tgtEl>
                                          <p:spTgt spid="93"/>
                                        </p:tgtEl>
                                        <p:attrNameLst>
                                          <p:attrName>ppt_y</p:attrName>
                                        </p:attrNameLst>
                                      </p:cBhvr>
                                      <p:tavLst>
                                        <p:tav tm="0">
                                          <p:val>
                                            <p:strVal val="1+(6*min(max(#ppt_w*#ppt_h,.3),1)-7.4)/-.7*#ppt_h/2"/>
                                          </p:val>
                                        </p:tav>
                                        <p:tav tm="100000">
                                          <p:val>
                                            <p:strVal val="#ppt_y"/>
                                          </p:val>
                                        </p:tav>
                                      </p:tavLst>
                                    </p:anim>
                                  </p:childTnLst>
                                </p:cTn>
                              </p:par>
                            </p:childTnLst>
                          </p:cTn>
                        </p:par>
                      </p:childTnLst>
                    </p:cTn>
                  </p:par>
                  <p:par>
                    <p:cTn id="343" fill="hold">
                      <p:stCondLst>
                        <p:cond delay="indefinite"/>
                      </p:stCondLst>
                      <p:childTnLst>
                        <p:par>
                          <p:cTn id="344" fill="hold">
                            <p:stCondLst>
                              <p:cond delay="0"/>
                            </p:stCondLst>
                            <p:childTnLst>
                              <p:par>
                                <p:cTn id="345" presetID="23" presetClass="entr" presetSubtype="36" fill="hold" grpId="0" nodeType="clickEffect">
                                  <p:stCondLst>
                                    <p:cond delay="0"/>
                                  </p:stCondLst>
                                  <p:childTnLst>
                                    <p:set>
                                      <p:cBhvr>
                                        <p:cTn id="346" dur="1" fill="hold">
                                          <p:stCondLst>
                                            <p:cond delay="0"/>
                                          </p:stCondLst>
                                        </p:cTn>
                                        <p:tgtEl>
                                          <p:spTgt spid="94"/>
                                        </p:tgtEl>
                                        <p:attrNameLst>
                                          <p:attrName>style.visibility</p:attrName>
                                        </p:attrNameLst>
                                      </p:cBhvr>
                                      <p:to>
                                        <p:strVal val="visible"/>
                                      </p:to>
                                    </p:set>
                                    <p:anim calcmode="lin" valueType="num">
                                      <p:cBhvr>
                                        <p:cTn id="347" dur="500" fill="hold"/>
                                        <p:tgtEl>
                                          <p:spTgt spid="94"/>
                                        </p:tgtEl>
                                        <p:attrNameLst>
                                          <p:attrName>ppt_w</p:attrName>
                                        </p:attrNameLst>
                                      </p:cBhvr>
                                      <p:tavLst>
                                        <p:tav tm="0">
                                          <p:val>
                                            <p:strVal val="(6*min(max(#ppt_w*#ppt_h,.3),1)-7.4)/-.7*#ppt_w"/>
                                          </p:val>
                                        </p:tav>
                                        <p:tav tm="100000">
                                          <p:val>
                                            <p:strVal val="#ppt_w"/>
                                          </p:val>
                                        </p:tav>
                                      </p:tavLst>
                                    </p:anim>
                                    <p:anim calcmode="lin" valueType="num">
                                      <p:cBhvr>
                                        <p:cTn id="348" dur="500" fill="hold"/>
                                        <p:tgtEl>
                                          <p:spTgt spid="94"/>
                                        </p:tgtEl>
                                        <p:attrNameLst>
                                          <p:attrName>ppt_h</p:attrName>
                                        </p:attrNameLst>
                                      </p:cBhvr>
                                      <p:tavLst>
                                        <p:tav tm="0">
                                          <p:val>
                                            <p:strVal val="(6*min(max(#ppt_w*#ppt_h,.3),1)-7.4)/-.7*#ppt_h"/>
                                          </p:val>
                                        </p:tav>
                                        <p:tav tm="100000">
                                          <p:val>
                                            <p:strVal val="#ppt_h"/>
                                          </p:val>
                                        </p:tav>
                                      </p:tavLst>
                                    </p:anim>
                                    <p:anim calcmode="lin" valueType="num">
                                      <p:cBhvr>
                                        <p:cTn id="349" dur="500" fill="hold"/>
                                        <p:tgtEl>
                                          <p:spTgt spid="94"/>
                                        </p:tgtEl>
                                        <p:attrNameLst>
                                          <p:attrName>ppt_x</p:attrName>
                                        </p:attrNameLst>
                                      </p:cBhvr>
                                      <p:tavLst>
                                        <p:tav tm="0">
                                          <p:val>
                                            <p:fltVal val="0.5"/>
                                          </p:val>
                                        </p:tav>
                                        <p:tav tm="100000">
                                          <p:val>
                                            <p:strVal val="#ppt_x"/>
                                          </p:val>
                                        </p:tav>
                                      </p:tavLst>
                                    </p:anim>
                                    <p:anim calcmode="lin" valueType="num">
                                      <p:cBhvr>
                                        <p:cTn id="350" dur="500" fill="hold"/>
                                        <p:tgtEl>
                                          <p:spTgt spid="94"/>
                                        </p:tgtEl>
                                        <p:attrNameLst>
                                          <p:attrName>ppt_y</p:attrName>
                                        </p:attrNameLst>
                                      </p:cBhvr>
                                      <p:tavLst>
                                        <p:tav tm="0">
                                          <p:val>
                                            <p:strVal val="1+(6*min(max(#ppt_w*#ppt_h,.3),1)-7.4)/-.7*#ppt_h/2"/>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3" presetClass="entr" presetSubtype="32" fill="hold" grpId="0" nodeType="clickEffect">
                                  <p:stCondLst>
                                    <p:cond delay="0"/>
                                  </p:stCondLst>
                                  <p:childTnLst>
                                    <p:set>
                                      <p:cBhvr>
                                        <p:cTn id="354" dur="1" fill="hold">
                                          <p:stCondLst>
                                            <p:cond delay="0"/>
                                          </p:stCondLst>
                                        </p:cTn>
                                        <p:tgtEl>
                                          <p:spTgt spid="39"/>
                                        </p:tgtEl>
                                        <p:attrNameLst>
                                          <p:attrName>style.visibility</p:attrName>
                                        </p:attrNameLst>
                                      </p:cBhvr>
                                      <p:to>
                                        <p:strVal val="visible"/>
                                      </p:to>
                                    </p:set>
                                    <p:anim calcmode="lin" valueType="num">
                                      <p:cBhvr>
                                        <p:cTn id="355" dur="500" fill="hold"/>
                                        <p:tgtEl>
                                          <p:spTgt spid="39"/>
                                        </p:tgtEl>
                                        <p:attrNameLst>
                                          <p:attrName>ppt_w</p:attrName>
                                        </p:attrNameLst>
                                      </p:cBhvr>
                                      <p:tavLst>
                                        <p:tav tm="0">
                                          <p:val>
                                            <p:strVal val="4*#ppt_w"/>
                                          </p:val>
                                        </p:tav>
                                        <p:tav tm="100000">
                                          <p:val>
                                            <p:strVal val="#ppt_w"/>
                                          </p:val>
                                        </p:tav>
                                      </p:tavLst>
                                    </p:anim>
                                    <p:anim calcmode="lin" valueType="num">
                                      <p:cBhvr>
                                        <p:cTn id="356" dur="500" fill="hold"/>
                                        <p:tgtEl>
                                          <p:spTgt spid="39"/>
                                        </p:tgtEl>
                                        <p:attrNameLst>
                                          <p:attrName>ppt_h</p:attrName>
                                        </p:attrNameLst>
                                      </p:cBhvr>
                                      <p:tavLst>
                                        <p:tav tm="0">
                                          <p:val>
                                            <p:strVal val="4*#ppt_h"/>
                                          </p:val>
                                        </p:tav>
                                        <p:tav tm="100000">
                                          <p:val>
                                            <p:strVal val="#ppt_h"/>
                                          </p:val>
                                        </p:tav>
                                      </p:tavLst>
                                    </p:anim>
                                  </p:childTnLst>
                                </p:cTn>
                              </p:par>
                            </p:childTnLst>
                          </p:cTn>
                        </p:par>
                      </p:childTnLst>
                    </p:cTn>
                  </p:par>
                  <p:par>
                    <p:cTn id="357" fill="hold">
                      <p:stCondLst>
                        <p:cond delay="indefinite"/>
                      </p:stCondLst>
                      <p:childTnLst>
                        <p:par>
                          <p:cTn id="358" fill="hold">
                            <p:stCondLst>
                              <p:cond delay="0"/>
                            </p:stCondLst>
                            <p:childTnLst>
                              <p:par>
                                <p:cTn id="359" presetID="18" presetClass="entr" presetSubtype="3" fill="hold" grpId="0" nodeType="clickEffect">
                                  <p:stCondLst>
                                    <p:cond delay="0"/>
                                  </p:stCondLst>
                                  <p:childTnLst>
                                    <p:set>
                                      <p:cBhvr>
                                        <p:cTn id="360" dur="1" fill="hold">
                                          <p:stCondLst>
                                            <p:cond delay="0"/>
                                          </p:stCondLst>
                                        </p:cTn>
                                        <p:tgtEl>
                                          <p:spTgt spid="96"/>
                                        </p:tgtEl>
                                        <p:attrNameLst>
                                          <p:attrName>style.visibility</p:attrName>
                                        </p:attrNameLst>
                                      </p:cBhvr>
                                      <p:to>
                                        <p:strVal val="visible"/>
                                      </p:to>
                                    </p:set>
                                    <p:animEffect transition="in" filter="strips(upRight)">
                                      <p:cBhvr>
                                        <p:cTn id="361" dur="500"/>
                                        <p:tgtEl>
                                          <p:spTgt spid="96"/>
                                        </p:tgtEl>
                                      </p:cBhvr>
                                    </p:animEffect>
                                  </p:childTnLst>
                                </p:cTn>
                              </p:par>
                            </p:childTnLst>
                          </p:cTn>
                        </p:par>
                      </p:childTnLst>
                    </p:cTn>
                  </p:par>
                  <p:par>
                    <p:cTn id="362" fill="hold">
                      <p:stCondLst>
                        <p:cond delay="indefinite"/>
                      </p:stCondLst>
                      <p:childTnLst>
                        <p:par>
                          <p:cTn id="363" fill="hold">
                            <p:stCondLst>
                              <p:cond delay="0"/>
                            </p:stCondLst>
                            <p:childTnLst>
                              <p:par>
                                <p:cTn id="364" presetID="18" presetClass="entr" presetSubtype="6" fill="hold" grpId="0" nodeType="clickEffect">
                                  <p:stCondLst>
                                    <p:cond delay="0"/>
                                  </p:stCondLst>
                                  <p:childTnLst>
                                    <p:set>
                                      <p:cBhvr>
                                        <p:cTn id="365" dur="1" fill="hold">
                                          <p:stCondLst>
                                            <p:cond delay="0"/>
                                          </p:stCondLst>
                                        </p:cTn>
                                        <p:tgtEl>
                                          <p:spTgt spid="95"/>
                                        </p:tgtEl>
                                        <p:attrNameLst>
                                          <p:attrName>style.visibility</p:attrName>
                                        </p:attrNameLst>
                                      </p:cBhvr>
                                      <p:to>
                                        <p:strVal val="visible"/>
                                      </p:to>
                                    </p:set>
                                    <p:animEffect transition="in" filter="strips(downRight)">
                                      <p:cBhvr>
                                        <p:cTn id="366"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utoUpdateAnimBg="0"/>
      <p:bldP spid="26" grpId="0" autoUpdateAnimBg="0"/>
      <p:bldP spid="27" grpId="0" autoUpdateAnimBg="0"/>
      <p:bldP spid="28" grpId="0" autoUpdateAnimBg="0"/>
      <p:bldP spid="29" grpId="0" autoUpdateAnimBg="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nimBg="1"/>
      <p:bldP spid="38" grpId="0" animBg="1"/>
      <p:bldP spid="39" grpId="0" animBg="1"/>
      <p:bldP spid="40" grpId="0" animBg="1"/>
      <p:bldP spid="41" grpId="0" animBg="1"/>
      <p:bldP spid="42" grpId="0" animBg="1"/>
      <p:bldP spid="43" grpId="0" animBg="1"/>
      <p:bldP spid="44" grpId="0" animBg="1"/>
      <p:bldP spid="57" grpId="0" animBg="1"/>
      <p:bldP spid="58" grpId="0" animBg="1"/>
      <p:bldP spid="59" grpId="0" animBg="1"/>
      <p:bldP spid="60" grpId="0" animBg="1"/>
      <p:bldP spid="61" grpId="0" animBg="1"/>
      <p:bldP spid="74" grpId="0" animBg="1"/>
      <p:bldP spid="75" grpId="0" animBg="1"/>
      <p:bldP spid="76" grpId="0" animBg="1"/>
      <p:bldP spid="77" grpId="0" animBg="1"/>
      <p:bldP spid="78"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Steps for Parallelogram Method</a:t>
            </a:r>
          </a:p>
        </p:txBody>
      </p:sp>
      <p:pic>
        <p:nvPicPr>
          <p:cNvPr id="28675" name="Picture 7"/>
          <p:cNvPicPr>
            <a:picLocks noChangeAspect="1" noChangeArrowheads="1"/>
          </p:cNvPicPr>
          <p:nvPr/>
        </p:nvPicPr>
        <p:blipFill>
          <a:blip r:embed="rId2">
            <a:extLst>
              <a:ext uri="{28A0092B-C50C-407E-A947-70E740481C1C}">
                <a14:useLocalDpi xmlns:a14="http://schemas.microsoft.com/office/drawing/2010/main" val="0"/>
              </a:ext>
            </a:extLst>
          </a:blip>
          <a:srcRect b="12175"/>
          <a:stretch>
            <a:fillRect/>
          </a:stretch>
        </p:blipFill>
        <p:spPr bwMode="auto">
          <a:xfrm>
            <a:off x="1295400" y="3276600"/>
            <a:ext cx="7075488"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4"/>
          <p:cNvSpPr>
            <a:spLocks noChangeArrowheads="1"/>
          </p:cNvSpPr>
          <p:nvPr/>
        </p:nvSpPr>
        <p:spPr bwMode="auto">
          <a:xfrm>
            <a:off x="304800" y="762000"/>
            <a:ext cx="862965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sz="2000" b="1" dirty="0">
                <a:latin typeface="Garamond" panose="02020404030301010803" pitchFamily="18" charset="0"/>
              </a:rPr>
              <a:t>	</a:t>
            </a:r>
            <a:r>
              <a:rPr lang="en-US" altLang="en-US" sz="2000" b="1" dirty="0">
                <a:solidFill>
                  <a:srgbClr val="FF0000"/>
                </a:solidFill>
                <a:latin typeface="Garamond" panose="02020404030301010803" pitchFamily="18" charset="0"/>
              </a:rPr>
              <a:t>Q.1: Draw a parabola of base 100 mm and axis 50 mm if the axis makes 70° to the base.</a:t>
            </a:r>
          </a:p>
          <a:p>
            <a:pPr algn="just" eaLnBrk="1" hangingPunct="1">
              <a:spcBef>
                <a:spcPct val="50000"/>
              </a:spcBef>
              <a:buFontTx/>
              <a:buAutoNum type="arabicPeriod"/>
            </a:pPr>
            <a:r>
              <a:rPr lang="en-US" altLang="en-US" sz="2000" b="1" dirty="0">
                <a:latin typeface="Garamond" panose="02020404030301010803" pitchFamily="18" charset="0"/>
              </a:rPr>
              <a:t>Draw the base RS = 100 mm and through its midpoint K, draw the axis KV = 50 mm, inclined at 70° to RS.</a:t>
            </a:r>
          </a:p>
          <a:p>
            <a:pPr algn="just" eaLnBrk="1" hangingPunct="1">
              <a:spcBef>
                <a:spcPct val="50000"/>
              </a:spcBef>
              <a:buFontTx/>
              <a:buAutoNum type="arabicPeriod"/>
            </a:pPr>
            <a:r>
              <a:rPr lang="en-US" altLang="en-US" sz="2000" b="1" dirty="0">
                <a:latin typeface="Garamond" panose="02020404030301010803" pitchFamily="18" charset="0"/>
              </a:rPr>
              <a:t>Draw a parallelogram RSMN such that SM is parallel and equal to KV.</a:t>
            </a:r>
          </a:p>
          <a:p>
            <a:pPr algn="just" eaLnBrk="1" hangingPunct="1">
              <a:spcBef>
                <a:spcPct val="50000"/>
              </a:spcBef>
              <a:buFontTx/>
              <a:buAutoNum type="arabicPeriod"/>
            </a:pPr>
            <a:r>
              <a:rPr lang="en-US" altLang="en-US" sz="2000" b="1" dirty="0">
                <a:latin typeface="Garamond" panose="02020404030301010803" pitchFamily="18" charset="0"/>
              </a:rPr>
              <a:t>Follow steps as in rectangle method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7"/>
          <p:cNvPicPr>
            <a:picLocks noChangeAspect="1" noChangeArrowheads="1"/>
          </p:cNvPicPr>
          <p:nvPr/>
        </p:nvPicPr>
        <p:blipFill>
          <a:blip r:embed="rId2">
            <a:extLst>
              <a:ext uri="{28A0092B-C50C-407E-A947-70E740481C1C}">
                <a14:useLocalDpi xmlns:a14="http://schemas.microsoft.com/office/drawing/2010/main" val="0"/>
              </a:ext>
            </a:extLst>
          </a:blip>
          <a:srcRect b="10001"/>
          <a:stretch>
            <a:fillRect/>
          </a:stretch>
        </p:blipFill>
        <p:spPr bwMode="auto">
          <a:xfrm>
            <a:off x="0" y="1143000"/>
            <a:ext cx="4724400"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Box 3"/>
          <p:cNvSpPr txBox="1">
            <a:spLocks noChangeArrowheads="1"/>
          </p:cNvSpPr>
          <p:nvPr/>
        </p:nvSpPr>
        <p:spPr bwMode="auto">
          <a:xfrm>
            <a:off x="0" y="54864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pPr>
            <a:r>
              <a:rPr lang="en-US" altLang="en-US" sz="1600" b="1">
                <a:latin typeface="Garamond" panose="02020404030301010803" pitchFamily="18" charset="0"/>
              </a:rPr>
              <a:t>Method to draw tangent at a point on parabola 	</a:t>
            </a:r>
            <a:r>
              <a:rPr lang="en-US" altLang="en-US" sz="1600">
                <a:latin typeface="Garamond" panose="02020404030301010803" pitchFamily="18" charset="0"/>
              </a:rPr>
              <a:t>1. Locate the point P on the curve	</a:t>
            </a:r>
          </a:p>
          <a:p>
            <a:pPr eaLnBrk="1" hangingPunct="1">
              <a:lnSpc>
                <a:spcPct val="150000"/>
              </a:lnSpc>
            </a:pPr>
            <a:r>
              <a:rPr lang="en-US" altLang="en-US" sz="1600">
                <a:latin typeface="Garamond" panose="02020404030301010803" pitchFamily="18" charset="0"/>
              </a:rPr>
              <a:t>2. Draw the ordinate PS			3. On LK, mark T such that TV =VS</a:t>
            </a:r>
          </a:p>
          <a:p>
            <a:pPr eaLnBrk="1" hangingPunct="1">
              <a:lnSpc>
                <a:spcPct val="150000"/>
              </a:lnSpc>
            </a:pPr>
            <a:r>
              <a:rPr lang="en-US" altLang="en-US" sz="1600">
                <a:latin typeface="Garamond" panose="02020404030301010803" pitchFamily="18" charset="0"/>
              </a:rPr>
              <a:t>4. Join TP and extend to obtain tangent TT		5.Draw normal N-N perpendicular to T-T at P</a:t>
            </a:r>
          </a:p>
        </p:txBody>
      </p:sp>
      <p:sp>
        <p:nvSpPr>
          <p:cNvPr id="29700" name="Rectangle 1"/>
          <p:cNvSpPr>
            <a:spLocks noChangeArrowheads="1"/>
          </p:cNvSpPr>
          <p:nvPr/>
        </p:nvSpPr>
        <p:spPr bwMode="auto">
          <a:xfrm>
            <a:off x="4724400" y="1506538"/>
            <a:ext cx="4419600" cy="375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a:lnSpc>
                <a:spcPct val="150000"/>
              </a:lnSpc>
              <a:buFont typeface="Calibri" panose="020F0502020204030204" pitchFamily="34" charset="0"/>
              <a:buAutoNum type="arabicPeriod"/>
            </a:pPr>
            <a:r>
              <a:rPr lang="en-US" altLang="en-US" sz="1600" b="1">
                <a:latin typeface="Garamond" panose="02020404030301010803" pitchFamily="18" charset="0"/>
                <a:ea typeface="Calibri" panose="020F0502020204030204" pitchFamily="34" charset="0"/>
                <a:cs typeface="Times New Roman" panose="02020603050405020304" pitchFamily="18" charset="0"/>
              </a:rPr>
              <a:t>Draw the base RS = 70 mm. Through R and S, draw the lines at 60° to the base, meeting at L.</a:t>
            </a:r>
            <a:endParaRPr lang="en-US" altLang="en-US" sz="1600">
              <a:latin typeface="Garamond" panose="02020404030301010803" pitchFamily="18" charset="0"/>
              <a:ea typeface="Calibri" panose="020F0502020204030204" pitchFamily="34" charset="0"/>
              <a:cs typeface="Times New Roman" panose="02020603050405020304" pitchFamily="18" charset="0"/>
            </a:endParaRPr>
          </a:p>
          <a:p>
            <a:pPr algn="just">
              <a:lnSpc>
                <a:spcPct val="150000"/>
              </a:lnSpc>
              <a:buFont typeface="Calibri" panose="020F0502020204030204" pitchFamily="34" charset="0"/>
              <a:buAutoNum type="arabicPeriod"/>
            </a:pPr>
            <a:r>
              <a:rPr lang="en-US" altLang="en-US" sz="1600" b="1">
                <a:latin typeface="Garamond" panose="02020404030301010803" pitchFamily="18" charset="0"/>
                <a:ea typeface="Calibri" panose="020F0502020204030204" pitchFamily="34" charset="0"/>
                <a:cs typeface="Times New Roman" panose="02020603050405020304" pitchFamily="18" charset="0"/>
              </a:rPr>
              <a:t>Divide RL and SL into the same number of equal parts, say 6. Number the divisions as 1, 2, 3 … and 1’, 2’, 3’, … as shown.</a:t>
            </a:r>
            <a:endParaRPr lang="en-US" altLang="en-US" sz="1600">
              <a:latin typeface="Garamond" panose="02020404030301010803" pitchFamily="18" charset="0"/>
              <a:ea typeface="Calibri" panose="020F0502020204030204" pitchFamily="34" charset="0"/>
              <a:cs typeface="Times New Roman" panose="02020603050405020304" pitchFamily="18" charset="0"/>
            </a:endParaRPr>
          </a:p>
          <a:p>
            <a:pPr algn="just">
              <a:lnSpc>
                <a:spcPct val="150000"/>
              </a:lnSpc>
              <a:buFont typeface="Calibri" panose="020F0502020204030204" pitchFamily="34" charset="0"/>
              <a:buAutoNum type="arabicPeriod"/>
            </a:pPr>
            <a:r>
              <a:rPr lang="en-US" altLang="en-US" sz="1600" b="1">
                <a:latin typeface="Garamond" panose="02020404030301010803" pitchFamily="18" charset="0"/>
                <a:ea typeface="Calibri" panose="020F0502020204030204" pitchFamily="34" charset="0"/>
                <a:cs typeface="Times New Roman" panose="02020603050405020304" pitchFamily="18" charset="0"/>
              </a:rPr>
              <a:t>Join 1–1’, 2–2’, 3–3’, ….</a:t>
            </a:r>
            <a:endParaRPr lang="en-US" altLang="en-US" sz="1600">
              <a:latin typeface="Garamond" panose="02020404030301010803" pitchFamily="18" charset="0"/>
              <a:ea typeface="Calibri" panose="020F0502020204030204" pitchFamily="34" charset="0"/>
              <a:cs typeface="Times New Roman" panose="02020603050405020304" pitchFamily="18" charset="0"/>
            </a:endParaRPr>
          </a:p>
          <a:p>
            <a:pPr algn="just">
              <a:lnSpc>
                <a:spcPct val="150000"/>
              </a:lnSpc>
              <a:buFont typeface="Calibri" panose="020F0502020204030204" pitchFamily="34" charset="0"/>
              <a:buAutoNum type="arabicPeriod"/>
            </a:pPr>
            <a:r>
              <a:rPr lang="en-US" altLang="en-US" sz="1600" b="1">
                <a:latin typeface="Garamond" panose="02020404030301010803" pitchFamily="18" charset="0"/>
                <a:ea typeface="Calibri" panose="020F0502020204030204" pitchFamily="34" charset="0"/>
                <a:cs typeface="Times New Roman" panose="02020603050405020304" pitchFamily="18" charset="0"/>
              </a:rPr>
              <a:t>Draw a smooth curve, starting from R and ending at S and tangent to 1–1’, 2–2’, 3–3’, etc., at P1, P2, P3, etc., respectively</a:t>
            </a:r>
            <a:endParaRPr lang="en-US" altLang="en-US" sz="1600">
              <a:latin typeface="Garamond" panose="02020404030301010803" pitchFamily="18" charset="0"/>
              <a:ea typeface="Calibri" panose="020F0502020204030204" pitchFamily="34" charset="0"/>
              <a:cs typeface="Times New Roman" panose="02020603050405020304" pitchFamily="18" charset="0"/>
            </a:endParaRPr>
          </a:p>
        </p:txBody>
      </p:sp>
      <p:sp>
        <p:nvSpPr>
          <p:cNvPr id="29701" name="Rectangle 5"/>
          <p:cNvSpPr>
            <a:spLocks noChangeArrowheads="1"/>
          </p:cNvSpPr>
          <p:nvPr/>
        </p:nvSpPr>
        <p:spPr bwMode="auto">
          <a:xfrm>
            <a:off x="152400" y="676275"/>
            <a:ext cx="88392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pPr>
            <a:r>
              <a:rPr lang="en-US" altLang="en-US" b="1">
                <a:latin typeface="Garamond" panose="02020404030301010803" pitchFamily="18" charset="0"/>
                <a:ea typeface="Calibri" panose="020F0502020204030204" pitchFamily="34" charset="0"/>
                <a:cs typeface="Times New Roman" panose="02020603050405020304" pitchFamily="18" charset="0"/>
              </a:rPr>
              <a:t>Q. Draw a parabola if the base is 70 mm and the tangents at the base ends make 60° to the base.</a:t>
            </a:r>
            <a:endParaRPr lang="en-US" altLang="en-US">
              <a:latin typeface="Garamond" panose="02020404030301010803" pitchFamily="18" charset="0"/>
              <a:ea typeface="Calibri" panose="020F0502020204030204" pitchFamily="34" charset="0"/>
              <a:cs typeface="Times New Roman" panose="02020603050405020304" pitchFamily="18" charset="0"/>
            </a:endParaRPr>
          </a:p>
        </p:txBody>
      </p:sp>
      <p:sp>
        <p:nvSpPr>
          <p:cNvPr id="7"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Steps for Tangent Method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l="55399" t="8765" r="5164" b="21909"/>
          <a:stretch>
            <a:fillRect/>
          </a:stretch>
        </p:blipFill>
        <p:spPr bwMode="auto">
          <a:xfrm>
            <a:off x="0" y="3241675"/>
            <a:ext cx="32004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2"/>
          <p:cNvPicPr>
            <a:picLocks noChangeAspect="1" noChangeArrowheads="1"/>
          </p:cNvPicPr>
          <p:nvPr/>
        </p:nvPicPr>
        <p:blipFill>
          <a:blip r:embed="rId2">
            <a:extLst>
              <a:ext uri="{28A0092B-C50C-407E-A947-70E740481C1C}">
                <a14:useLocalDpi xmlns:a14="http://schemas.microsoft.com/office/drawing/2010/main" val="0"/>
              </a:ext>
            </a:extLst>
          </a:blip>
          <a:srcRect l="5634" t="5060" r="48357" b="21909"/>
          <a:stretch>
            <a:fillRect/>
          </a:stretch>
        </p:blipFill>
        <p:spPr bwMode="auto">
          <a:xfrm>
            <a:off x="5715000" y="0"/>
            <a:ext cx="342900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4"/>
          <p:cNvSpPr>
            <a:spLocks noChangeArrowheads="1"/>
          </p:cNvSpPr>
          <p:nvPr/>
        </p:nvSpPr>
        <p:spPr bwMode="auto">
          <a:xfrm>
            <a:off x="2971800" y="3429000"/>
            <a:ext cx="617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solidFill>
                  <a:srgbClr val="FF0000"/>
                </a:solidFill>
                <a:latin typeface="Garamond" panose="02020404030301010803" pitchFamily="18" charset="0"/>
              </a:rPr>
              <a:t>To find the focus and the directrix of a parabola given its axis</a:t>
            </a:r>
          </a:p>
        </p:txBody>
      </p:sp>
      <p:sp>
        <p:nvSpPr>
          <p:cNvPr id="30725" name="TextBox 1"/>
          <p:cNvSpPr txBox="1">
            <a:spLocks noChangeArrowheads="1"/>
          </p:cNvSpPr>
          <p:nvPr/>
        </p:nvSpPr>
        <p:spPr bwMode="auto">
          <a:xfrm>
            <a:off x="0" y="0"/>
            <a:ext cx="6172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a:solidFill>
                  <a:srgbClr val="FF0000"/>
                </a:solidFill>
                <a:latin typeface="Garamond" panose="02020404030301010803" pitchFamily="18" charset="0"/>
              </a:rPr>
              <a:t>Tangent and Normal at any point P when Focus and Directrix are not known</a:t>
            </a:r>
          </a:p>
        </p:txBody>
      </p:sp>
      <p:sp>
        <p:nvSpPr>
          <p:cNvPr id="30726" name="TextBox 5"/>
          <p:cNvSpPr txBox="1">
            <a:spLocks noChangeArrowheads="1"/>
          </p:cNvSpPr>
          <p:nvPr/>
        </p:nvSpPr>
        <p:spPr bwMode="auto">
          <a:xfrm>
            <a:off x="0" y="762000"/>
            <a:ext cx="53340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Draw the ordinate PQ </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Find the abscissa VQ</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Mark R on CA such that RV=VQ</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Draw the normal NM perpendicular to RP at P</a:t>
            </a:r>
          </a:p>
        </p:txBody>
      </p:sp>
      <p:sp>
        <p:nvSpPr>
          <p:cNvPr id="30727" name="TextBox 6"/>
          <p:cNvSpPr txBox="1">
            <a:spLocks noChangeArrowheads="1"/>
          </p:cNvSpPr>
          <p:nvPr/>
        </p:nvSpPr>
        <p:spPr bwMode="auto">
          <a:xfrm>
            <a:off x="3276600" y="3857625"/>
            <a:ext cx="58674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Mark any point P on the parabola</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Draw a perpendicular PQ to the given axis</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Mark a point R on the axis such that RV=VQ</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Focus: Join RP. Draw a perpendicular bisector of RP cutting the axis at F, F is the focus</a:t>
            </a:r>
          </a:p>
          <a:p>
            <a:pPr eaLnBrk="1" hangingPunct="1">
              <a:lnSpc>
                <a:spcPct val="150000"/>
              </a:lnSpc>
              <a:buFont typeface="Calibri" panose="020F0502020204030204" pitchFamily="34" charset="0"/>
              <a:buAutoNum type="arabicPeriod"/>
            </a:pPr>
            <a:r>
              <a:rPr lang="en-US" altLang="en-US">
                <a:latin typeface="Garamond" panose="02020404030301010803" pitchFamily="18" charset="0"/>
              </a:rPr>
              <a:t>Directrix: Mark O on the axis such that OV= VF. Through O draw the directrix DD perpendicular to the axis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562600" y="88900"/>
            <a:ext cx="2514600" cy="596900"/>
          </a:xfrm>
        </p:spPr>
        <p:txBody>
          <a:bodyPr/>
          <a:lstStyle/>
          <a:p>
            <a:pPr algn="l" eaLnBrk="1" hangingPunct="1"/>
            <a:r>
              <a:rPr lang="en-US" altLang="en-US" sz="2800"/>
              <a:t>Hyperbola e&gt;1</a:t>
            </a:r>
          </a:p>
        </p:txBody>
      </p:sp>
      <p:sp>
        <p:nvSpPr>
          <p:cNvPr id="3" name="Content Placeholder 2"/>
          <p:cNvSpPr>
            <a:spLocks noGrp="1"/>
          </p:cNvSpPr>
          <p:nvPr>
            <p:ph idx="1"/>
          </p:nvPr>
        </p:nvSpPr>
        <p:spPr>
          <a:xfrm>
            <a:off x="152400" y="0"/>
            <a:ext cx="4419600" cy="5334000"/>
          </a:xfrm>
        </p:spPr>
        <p:txBody>
          <a:bodyPr rtlCol="0">
            <a:noAutofit/>
          </a:bodyPr>
          <a:lstStyle/>
          <a:p>
            <a:pPr marL="228600" indent="-228600" algn="just" eaLnBrk="1" fontAlgn="auto" hangingPunct="1">
              <a:spcBef>
                <a:spcPts val="0"/>
              </a:spcBef>
              <a:spcAft>
                <a:spcPts val="0"/>
              </a:spcAft>
              <a:defRPr/>
            </a:pPr>
            <a:r>
              <a:rPr lang="en-US" sz="1800" dirty="0">
                <a:latin typeface="Garamond" pitchFamily="18" charset="0"/>
              </a:rPr>
              <a:t>The hyperbolas is an open-end curve and exist in a pair. It has two foci ( F and F</a:t>
            </a:r>
            <a:r>
              <a:rPr lang="en-US" sz="1800" dirty="0">
                <a:latin typeface="Garamond" pitchFamily="18" charset="0"/>
                <a:sym typeface="Symbol"/>
              </a:rPr>
              <a:t>)</a:t>
            </a:r>
            <a:r>
              <a:rPr lang="en-US" sz="1800" dirty="0">
                <a:latin typeface="Garamond" pitchFamily="18" charset="0"/>
              </a:rPr>
              <a:t>, two </a:t>
            </a:r>
            <a:r>
              <a:rPr lang="en-US" sz="1800" dirty="0" err="1">
                <a:latin typeface="Garamond" pitchFamily="18" charset="0"/>
              </a:rPr>
              <a:t>directrices</a:t>
            </a:r>
            <a:r>
              <a:rPr lang="en-US" sz="1800" dirty="0">
                <a:latin typeface="Garamond" pitchFamily="18" charset="0"/>
              </a:rPr>
              <a:t> (AB and A</a:t>
            </a:r>
            <a:r>
              <a:rPr lang="en-US" sz="1800" dirty="0">
                <a:latin typeface="Garamond" pitchFamily="18" charset="0"/>
                <a:sym typeface="Symbol"/>
              </a:rPr>
              <a:t>B)</a:t>
            </a:r>
            <a:r>
              <a:rPr lang="en-US" sz="1800" dirty="0">
                <a:latin typeface="Garamond" pitchFamily="18" charset="0"/>
              </a:rPr>
              <a:t>, an axis and two vertices (V and V</a:t>
            </a:r>
            <a:r>
              <a:rPr lang="en-US" sz="1800" dirty="0">
                <a:latin typeface="Garamond" pitchFamily="18" charset="0"/>
                <a:sym typeface="Symbol"/>
              </a:rPr>
              <a:t>)</a:t>
            </a:r>
          </a:p>
          <a:p>
            <a:pPr marL="228600" indent="-228600" algn="just" eaLnBrk="1" fontAlgn="auto" hangingPunct="1">
              <a:spcBef>
                <a:spcPts val="0"/>
              </a:spcBef>
              <a:spcAft>
                <a:spcPts val="0"/>
              </a:spcAft>
              <a:defRPr/>
            </a:pPr>
            <a:endParaRPr lang="en-US" sz="1800" dirty="0">
              <a:latin typeface="Garamond" pitchFamily="18" charset="0"/>
              <a:sym typeface="Symbol"/>
            </a:endParaRPr>
          </a:p>
          <a:p>
            <a:pPr marL="228600" indent="-228600" algn="just" eaLnBrk="1" fontAlgn="auto" hangingPunct="1">
              <a:spcBef>
                <a:spcPts val="0"/>
              </a:spcBef>
              <a:spcAft>
                <a:spcPts val="0"/>
              </a:spcAft>
              <a:defRPr/>
            </a:pPr>
            <a:r>
              <a:rPr lang="en-US" sz="1800" b="1" dirty="0">
                <a:latin typeface="Garamond" pitchFamily="18" charset="0"/>
              </a:rPr>
              <a:t>Transverse axis or Major axis</a:t>
            </a:r>
            <a:r>
              <a:rPr lang="en-US" sz="1800" b="1" dirty="0">
                <a:latin typeface="Garamond" pitchFamily="18" charset="0"/>
                <a:sym typeface="Symbol"/>
              </a:rPr>
              <a:t> </a:t>
            </a:r>
            <a:r>
              <a:rPr lang="en-US" sz="1800" dirty="0">
                <a:latin typeface="Garamond" pitchFamily="18" charset="0"/>
                <a:sym typeface="Symbol"/>
              </a:rPr>
              <a:t>: </a:t>
            </a:r>
            <a:r>
              <a:rPr lang="en-US" sz="1800" dirty="0">
                <a:latin typeface="Garamond" pitchFamily="18" charset="0"/>
              </a:rPr>
              <a:t>Line joining two vertices.</a:t>
            </a:r>
          </a:p>
          <a:p>
            <a:pPr marL="228600" indent="-228600" algn="just" eaLnBrk="1" fontAlgn="auto" hangingPunct="1">
              <a:spcBef>
                <a:spcPts val="0"/>
              </a:spcBef>
              <a:spcAft>
                <a:spcPts val="0"/>
              </a:spcAft>
              <a:defRPr/>
            </a:pPr>
            <a:endParaRPr lang="en-US" sz="1800" dirty="0">
              <a:latin typeface="Garamond" pitchFamily="18" charset="0"/>
            </a:endParaRPr>
          </a:p>
          <a:p>
            <a:pPr marL="228600" indent="-228600" algn="just" eaLnBrk="1" fontAlgn="auto" hangingPunct="1">
              <a:spcBef>
                <a:spcPts val="0"/>
              </a:spcBef>
              <a:spcAft>
                <a:spcPts val="0"/>
              </a:spcAft>
              <a:defRPr/>
            </a:pPr>
            <a:r>
              <a:rPr lang="en-US" sz="1800" b="1" dirty="0">
                <a:latin typeface="Garamond" pitchFamily="18" charset="0"/>
              </a:rPr>
              <a:t>Conjugate axis</a:t>
            </a:r>
            <a:r>
              <a:rPr lang="en-US" sz="1800" dirty="0">
                <a:latin typeface="Garamond" pitchFamily="18" charset="0"/>
              </a:rPr>
              <a:t>: Line perpendicular to transverse axis at </a:t>
            </a:r>
            <a:r>
              <a:rPr lang="en-US" sz="1800" dirty="0" err="1">
                <a:latin typeface="Garamond" pitchFamily="18" charset="0"/>
              </a:rPr>
              <a:t>centre</a:t>
            </a:r>
            <a:r>
              <a:rPr lang="en-US" sz="1800" dirty="0">
                <a:latin typeface="Garamond" pitchFamily="18" charset="0"/>
              </a:rPr>
              <a:t> of hyperbola (O)</a:t>
            </a:r>
          </a:p>
          <a:p>
            <a:pPr marL="228600" indent="-228600" algn="just" eaLnBrk="1" fontAlgn="auto" hangingPunct="1">
              <a:spcBef>
                <a:spcPts val="0"/>
              </a:spcBef>
              <a:spcAft>
                <a:spcPts val="0"/>
              </a:spcAft>
              <a:defRPr/>
            </a:pPr>
            <a:endParaRPr lang="en-US" sz="1800" dirty="0">
              <a:solidFill>
                <a:srgbClr val="FF0000"/>
              </a:solidFill>
              <a:latin typeface="Garamond" pitchFamily="18" charset="0"/>
            </a:endParaRPr>
          </a:p>
          <a:p>
            <a:pPr marL="228600" indent="-228600" algn="just" eaLnBrk="1" fontAlgn="auto" hangingPunct="1">
              <a:spcBef>
                <a:spcPts val="0"/>
              </a:spcBef>
              <a:spcAft>
                <a:spcPts val="0"/>
              </a:spcAft>
              <a:defRPr/>
            </a:pPr>
            <a:r>
              <a:rPr lang="en-US" sz="1800" b="1" dirty="0">
                <a:latin typeface="Garamond" pitchFamily="18" charset="0"/>
              </a:rPr>
              <a:t>Double ordinate(MN): </a:t>
            </a:r>
            <a:r>
              <a:rPr lang="en-US" sz="1800" dirty="0">
                <a:latin typeface="Garamond" pitchFamily="18" charset="0"/>
              </a:rPr>
              <a:t>Any chord, Say MN , perpendicular to the axis</a:t>
            </a:r>
            <a:r>
              <a:rPr lang="en-US" sz="1800" i="1" dirty="0">
                <a:latin typeface="Garamond" pitchFamily="18" charset="0"/>
              </a:rPr>
              <a:t> </a:t>
            </a:r>
          </a:p>
          <a:p>
            <a:pPr marL="228600" indent="-228600" algn="just" eaLnBrk="1" fontAlgn="auto" hangingPunct="1">
              <a:spcBef>
                <a:spcPts val="0"/>
              </a:spcBef>
              <a:spcAft>
                <a:spcPts val="0"/>
              </a:spcAft>
              <a:defRPr/>
            </a:pPr>
            <a:endParaRPr lang="en-US" sz="1800" i="1" dirty="0">
              <a:latin typeface="Garamond" pitchFamily="18" charset="0"/>
            </a:endParaRPr>
          </a:p>
          <a:p>
            <a:pPr marL="228600" indent="-228600" algn="just" eaLnBrk="1" fontAlgn="auto" hangingPunct="1">
              <a:spcBef>
                <a:spcPts val="0"/>
              </a:spcBef>
              <a:spcAft>
                <a:spcPts val="0"/>
              </a:spcAft>
              <a:defRPr/>
            </a:pPr>
            <a:r>
              <a:rPr lang="en-US" sz="1800" b="1" dirty="0">
                <a:latin typeface="Garamond" pitchFamily="18" charset="0"/>
              </a:rPr>
              <a:t>Abscissa:  </a:t>
            </a:r>
            <a:r>
              <a:rPr lang="en-US" sz="1800" dirty="0">
                <a:latin typeface="Garamond" pitchFamily="18" charset="0"/>
              </a:rPr>
              <a:t>Distance of the nearest vertex from the given ordinate.</a:t>
            </a:r>
          </a:p>
          <a:p>
            <a:pPr marL="0" indent="0" algn="just" eaLnBrk="1" fontAlgn="auto" hangingPunct="1">
              <a:spcBef>
                <a:spcPts val="0"/>
              </a:spcBef>
              <a:spcAft>
                <a:spcPts val="0"/>
              </a:spcAft>
              <a:buFont typeface="Arial" panose="020B0604020202020204" pitchFamily="34" charset="0"/>
              <a:buNone/>
              <a:defRPr/>
            </a:pPr>
            <a:endParaRPr lang="en-US" sz="1800" dirty="0">
              <a:latin typeface="Garamond" pitchFamily="18" charset="0"/>
            </a:endParaRPr>
          </a:p>
          <a:p>
            <a:pPr marL="228600" indent="-228600" algn="just" eaLnBrk="1" fontAlgn="auto" hangingPunct="1">
              <a:spcBef>
                <a:spcPts val="0"/>
              </a:spcBef>
              <a:spcAft>
                <a:spcPts val="0"/>
              </a:spcAft>
              <a:defRPr/>
            </a:pPr>
            <a:r>
              <a:rPr lang="en-US" sz="1800" b="1" dirty="0">
                <a:latin typeface="Garamond" pitchFamily="18" charset="0"/>
                <a:sym typeface="Symbol"/>
              </a:rPr>
              <a:t>Asymptotes: </a:t>
            </a:r>
            <a:r>
              <a:rPr lang="en-US" sz="1800" dirty="0">
                <a:latin typeface="Garamond" pitchFamily="18" charset="0"/>
                <a:sym typeface="Symbol"/>
              </a:rPr>
              <a:t>The two lines X-X and Y-Y intersecting at O</a:t>
            </a:r>
          </a:p>
          <a:p>
            <a:pPr marL="228600" indent="-228600" algn="just" eaLnBrk="1" fontAlgn="auto" hangingPunct="1">
              <a:spcBef>
                <a:spcPts val="0"/>
              </a:spcBef>
              <a:spcAft>
                <a:spcPts val="0"/>
              </a:spcAft>
              <a:defRPr/>
            </a:pPr>
            <a:endParaRPr lang="en-US" sz="1800" dirty="0">
              <a:latin typeface="Garamond" pitchFamily="18" charset="0"/>
              <a:sym typeface="Symbol"/>
            </a:endParaRPr>
          </a:p>
          <a:p>
            <a:pPr marL="228600" indent="-228600" algn="just" eaLnBrk="1" fontAlgn="auto" hangingPunct="1">
              <a:spcBef>
                <a:spcPts val="0"/>
              </a:spcBef>
              <a:spcAft>
                <a:spcPts val="0"/>
              </a:spcAft>
              <a:defRPr/>
            </a:pPr>
            <a:r>
              <a:rPr lang="en-US" sz="1800" b="1" dirty="0" err="1">
                <a:latin typeface="Garamond" pitchFamily="18" charset="0"/>
                <a:sym typeface="Symbol"/>
              </a:rPr>
              <a:t>Directrix</a:t>
            </a:r>
            <a:r>
              <a:rPr lang="en-US" sz="1800" b="1" dirty="0">
                <a:latin typeface="Garamond" pitchFamily="18" charset="0"/>
                <a:sym typeface="Symbol"/>
              </a:rPr>
              <a:t> (GH and GH): </a:t>
            </a:r>
            <a:r>
              <a:rPr lang="en-US" sz="1800" dirty="0">
                <a:latin typeface="Garamond" pitchFamily="18" charset="0"/>
                <a:sym typeface="Symbol"/>
              </a:rPr>
              <a:t>O as centre and OV and OV as radius, draw arcs to cut the asymptotes</a:t>
            </a:r>
            <a:r>
              <a:rPr lang="en-US" sz="1800" i="1" dirty="0">
                <a:latin typeface="Garamond" pitchFamily="18" charset="0"/>
                <a:sym typeface="Symbol"/>
              </a:rPr>
              <a:t>.</a:t>
            </a:r>
            <a:endParaRPr lang="en-US" sz="1800" dirty="0"/>
          </a:p>
        </p:txBody>
      </p:sp>
      <p:pic>
        <p:nvPicPr>
          <p:cNvPr id="31748" name="Picture 2"/>
          <p:cNvPicPr>
            <a:picLocks noChangeAspect="1" noChangeArrowheads="1"/>
          </p:cNvPicPr>
          <p:nvPr/>
        </p:nvPicPr>
        <p:blipFill>
          <a:blip r:embed="rId2">
            <a:extLst>
              <a:ext uri="{28A0092B-C50C-407E-A947-70E740481C1C}">
                <a14:useLocalDpi xmlns:a14="http://schemas.microsoft.com/office/drawing/2010/main" val="0"/>
              </a:ext>
            </a:extLst>
          </a:blip>
          <a:srcRect r="41074"/>
          <a:stretch>
            <a:fillRect/>
          </a:stretch>
        </p:blipFill>
        <p:spPr bwMode="auto">
          <a:xfrm>
            <a:off x="4692650" y="685800"/>
            <a:ext cx="44513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Box 4"/>
          <p:cNvSpPr txBox="1">
            <a:spLocks noChangeArrowheads="1"/>
          </p:cNvSpPr>
          <p:nvPr/>
        </p:nvSpPr>
        <p:spPr bwMode="auto">
          <a:xfrm>
            <a:off x="4724400" y="5353050"/>
            <a:ext cx="4419600" cy="120015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latin typeface="Garamond" panose="02020404030301010803" pitchFamily="18" charset="0"/>
              </a:rPr>
              <a:t>Draw a circle with O as centre  and radius OF. Draw perpendicular to (V V</a:t>
            </a:r>
            <a:r>
              <a:rPr lang="en-US" altLang="en-US">
                <a:latin typeface="Garamond" panose="02020404030301010803" pitchFamily="18" charset="0"/>
                <a:sym typeface="Symbol" panose="05050102010706020507" pitchFamily="18" charset="2"/>
              </a:rPr>
              <a:t>) at V and </a:t>
            </a:r>
            <a:r>
              <a:rPr lang="en-US" altLang="en-US">
                <a:latin typeface="Garamond" panose="02020404030301010803" pitchFamily="18" charset="0"/>
              </a:rPr>
              <a:t>V</a:t>
            </a:r>
            <a:r>
              <a:rPr lang="en-US" altLang="en-US">
                <a:latin typeface="Garamond" panose="02020404030301010803" pitchFamily="18" charset="0"/>
                <a:sym typeface="Symbol" panose="05050102010706020507" pitchFamily="18" charset="2"/>
              </a:rPr>
              <a:t> cutting the circle at E, J. The diagonals E, J are the asymptotes</a:t>
            </a:r>
            <a:endParaRPr lang="en-US" altLang="en-US">
              <a:latin typeface="Garamond" panose="02020404030301010803"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7"/>
          <p:cNvPicPr>
            <a:picLocks noChangeAspect="1" noChangeArrowheads="1"/>
          </p:cNvPicPr>
          <p:nvPr/>
        </p:nvPicPr>
        <p:blipFill>
          <a:blip r:embed="rId2">
            <a:extLst>
              <a:ext uri="{28A0092B-C50C-407E-A947-70E740481C1C}">
                <a14:useLocalDpi xmlns:a14="http://schemas.microsoft.com/office/drawing/2010/main" val="0"/>
              </a:ext>
            </a:extLst>
          </a:blip>
          <a:srcRect b="6790"/>
          <a:stretch>
            <a:fillRect/>
          </a:stretch>
        </p:blipFill>
        <p:spPr bwMode="auto">
          <a:xfrm>
            <a:off x="5494338" y="1104900"/>
            <a:ext cx="3649662" cy="575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2"/>
          <p:cNvSpPr>
            <a:spLocks noChangeArrowheads="1"/>
          </p:cNvSpPr>
          <p:nvPr/>
        </p:nvSpPr>
        <p:spPr bwMode="auto">
          <a:xfrm>
            <a:off x="228600" y="1371600"/>
            <a:ext cx="487680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lnSpc>
                <a:spcPct val="150000"/>
              </a:lnSpc>
              <a:spcBef>
                <a:spcPct val="50000"/>
              </a:spcBef>
              <a:buFontTx/>
              <a:buAutoNum type="arabicPeriod"/>
            </a:pPr>
            <a:r>
              <a:rPr lang="en-US" altLang="en-US" b="1">
                <a:latin typeface="Garamond" panose="02020404030301010803" pitchFamily="18" charset="0"/>
              </a:rPr>
              <a:t>Draw directrix AB and axis CC’ as shown.</a:t>
            </a:r>
          </a:p>
          <a:p>
            <a:pPr algn="just" eaLnBrk="1" hangingPunct="1">
              <a:lnSpc>
                <a:spcPct val="150000"/>
              </a:lnSpc>
              <a:spcBef>
                <a:spcPct val="50000"/>
              </a:spcBef>
              <a:buFontTx/>
              <a:buAutoNum type="arabicPeriod"/>
            </a:pPr>
            <a:r>
              <a:rPr lang="en-US" altLang="en-US" b="1">
                <a:latin typeface="Garamond" panose="02020404030301010803" pitchFamily="18" charset="0"/>
              </a:rPr>
              <a:t>Mark F on CC’ such that CF = 50 mm.</a:t>
            </a:r>
          </a:p>
          <a:p>
            <a:pPr algn="just" eaLnBrk="1" hangingPunct="1">
              <a:lnSpc>
                <a:spcPct val="150000"/>
              </a:lnSpc>
              <a:spcBef>
                <a:spcPct val="50000"/>
              </a:spcBef>
              <a:buFontTx/>
              <a:buAutoNum type="arabicPeriod"/>
            </a:pPr>
            <a:r>
              <a:rPr lang="en-US" altLang="en-US" b="1">
                <a:latin typeface="Garamond" panose="02020404030301010803" pitchFamily="18" charset="0"/>
              </a:rPr>
              <a:t>Divide CF in to 3 + 2 = 5 equal parts and mark V at second division from C. Now, e = VF/ VC = 3/2.</a:t>
            </a:r>
          </a:p>
          <a:p>
            <a:pPr algn="just" eaLnBrk="1" hangingPunct="1">
              <a:lnSpc>
                <a:spcPct val="150000"/>
              </a:lnSpc>
              <a:spcBef>
                <a:spcPct val="50000"/>
              </a:spcBef>
              <a:buFontTx/>
              <a:buAutoNum type="arabicPeriod"/>
            </a:pPr>
            <a:r>
              <a:rPr lang="en-US" altLang="en-US" b="1">
                <a:latin typeface="Garamond" panose="02020404030301010803" pitchFamily="18" charset="0"/>
              </a:rPr>
              <a:t>Follow steps as in ellipse and parabola</a:t>
            </a:r>
          </a:p>
        </p:txBody>
      </p:sp>
      <p:sp>
        <p:nvSpPr>
          <p:cNvPr id="32772" name="Rectangle 4"/>
          <p:cNvSpPr>
            <a:spLocks noChangeArrowheads="1"/>
          </p:cNvSpPr>
          <p:nvPr/>
        </p:nvSpPr>
        <p:spPr bwMode="auto">
          <a:xfrm>
            <a:off x="152400" y="685800"/>
            <a:ext cx="876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a:latin typeface="Garamond" panose="02020404030301010803" pitchFamily="18" charset="0"/>
              </a:rPr>
              <a:t>Draw a hyperbola of e = 3/2 if the distance of the focus from the directrix = 50 mm.</a:t>
            </a:r>
          </a:p>
        </p:txBody>
      </p:sp>
      <p:sp>
        <p:nvSpPr>
          <p:cNvPr id="6" name="Title 1"/>
          <p:cNvSpPr txBox="1">
            <a:spLocks/>
          </p:cNvSpPr>
          <p:nvPr/>
        </p:nvSpPr>
        <p:spPr>
          <a:xfrm>
            <a:off x="457200" y="76200"/>
            <a:ext cx="8229600" cy="609600"/>
          </a:xfrm>
          <a:prstGeom prst="rect">
            <a:avLst/>
          </a:prstGeom>
        </p:spPr>
        <p:txBody>
          <a:bodyPr>
            <a:normAutofit fontScale="67500" lnSpcReduction="20000"/>
          </a:bodyPr>
          <a:lstStyle/>
          <a:p>
            <a:pPr algn="ctr" fontAlgn="auto">
              <a:spcAft>
                <a:spcPts val="0"/>
              </a:spcAft>
              <a:defRPr/>
            </a:pPr>
            <a:r>
              <a:rPr lang="en-US" sz="4400" b="1" dirty="0">
                <a:latin typeface="Garamond" pitchFamily="18" charset="0"/>
                <a:ea typeface="+mj-ea"/>
                <a:cs typeface="+mj-cs"/>
              </a:rPr>
              <a:t>Steps for Focus-</a:t>
            </a:r>
            <a:r>
              <a:rPr lang="en-US" sz="4400" b="1" dirty="0" err="1">
                <a:latin typeface="Garamond" pitchFamily="18" charset="0"/>
                <a:ea typeface="+mj-ea"/>
                <a:cs typeface="+mj-cs"/>
              </a:rPr>
              <a:t>Directrix</a:t>
            </a:r>
            <a:r>
              <a:rPr lang="en-US" sz="4400" b="1" dirty="0">
                <a:latin typeface="Garamond" pitchFamily="18" charset="0"/>
                <a:ea typeface="+mj-ea"/>
                <a:cs typeface="+mj-cs"/>
              </a:rPr>
              <a:t> or Eccentricity Method</a:t>
            </a:r>
          </a:p>
          <a:p>
            <a:pPr algn="ctr" fontAlgn="auto">
              <a:spcAft>
                <a:spcPts val="0"/>
              </a:spcAft>
              <a:defRPr/>
            </a:pPr>
            <a:endParaRPr lang="en-US" sz="4400" dirty="0">
              <a:latin typeface="Garamond" pitchFamily="18" charset="0"/>
              <a:ea typeface="+mj-ea"/>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l="-2" r="235" b="8070"/>
          <a:stretch>
            <a:fillRect/>
          </a:stretch>
        </p:blipFill>
        <p:spPr bwMode="auto">
          <a:xfrm>
            <a:off x="2590800" y="3429000"/>
            <a:ext cx="6477000" cy="320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2"/>
          <p:cNvSpPr>
            <a:spLocks noChangeArrowheads="1"/>
          </p:cNvSpPr>
          <p:nvPr/>
        </p:nvSpPr>
        <p:spPr bwMode="auto">
          <a:xfrm>
            <a:off x="0" y="974725"/>
            <a:ext cx="914400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buFontTx/>
              <a:buAutoNum type="arabicPeriod"/>
            </a:pPr>
            <a:r>
              <a:rPr lang="en-US" altLang="en-US" b="1" dirty="0">
                <a:latin typeface="Garamond" panose="02020404030301010803" pitchFamily="18" charset="0"/>
              </a:rPr>
              <a:t>Draw axis OD and mark V and K on it such that OV = 1/2(Transverse Axis) = 80 mm and VK =Abscissa = 60 mm.</a:t>
            </a:r>
          </a:p>
          <a:p>
            <a:pPr algn="just" eaLnBrk="1" hangingPunct="1">
              <a:buFontTx/>
              <a:buAutoNum type="arabicPeriod"/>
            </a:pPr>
            <a:r>
              <a:rPr lang="en-US" altLang="en-US" b="1" dirty="0">
                <a:latin typeface="Garamond" panose="02020404030301010803" pitchFamily="18" charset="0"/>
              </a:rPr>
              <a:t>Through K, draw double ordinate MN = 100 mm.</a:t>
            </a:r>
          </a:p>
          <a:p>
            <a:pPr algn="just" eaLnBrk="1" hangingPunct="1">
              <a:buFontTx/>
              <a:buAutoNum type="arabicPeriod"/>
            </a:pPr>
            <a:r>
              <a:rPr lang="en-US" altLang="en-US" b="1" dirty="0">
                <a:latin typeface="Garamond" panose="02020404030301010803" pitchFamily="18" charset="0"/>
              </a:rPr>
              <a:t>Construct rectangle MNRS such that NR = VK.</a:t>
            </a:r>
          </a:p>
          <a:p>
            <a:pPr algn="just" eaLnBrk="1" hangingPunct="1">
              <a:buFontTx/>
              <a:buAutoNum type="arabicPeriod"/>
            </a:pPr>
            <a:r>
              <a:rPr lang="en-US" altLang="en-US" b="1" dirty="0">
                <a:latin typeface="Garamond" panose="02020404030301010803" pitchFamily="18" charset="0"/>
              </a:rPr>
              <a:t>Divide MK and MS into the same number of equal parts, say 5. Number the divisions as shown.</a:t>
            </a:r>
          </a:p>
          <a:p>
            <a:pPr algn="just" eaLnBrk="1" hangingPunct="1">
              <a:buFontTx/>
              <a:buAutoNum type="arabicPeriod"/>
            </a:pPr>
            <a:r>
              <a:rPr lang="en-US" altLang="en-US" b="1" dirty="0">
                <a:latin typeface="Garamond" panose="02020404030301010803" pitchFamily="18" charset="0"/>
              </a:rPr>
              <a:t>Join O–1, O–2, O–3, etc. Also join V–1’, V–2’, V–3’, etc. Mark P1, P2, P3, etc., at the intersections of O–1 and V–1’, O–2 and V–2’, O–3 and V–3’, etc., respectively.</a:t>
            </a:r>
          </a:p>
          <a:p>
            <a:pPr algn="just" eaLnBrk="1" hangingPunct="1">
              <a:buFontTx/>
              <a:buAutoNum type="arabicPeriod"/>
            </a:pPr>
            <a:endParaRPr lang="en-US" altLang="en-US" b="1" dirty="0">
              <a:latin typeface="Garamond" panose="02020404030301010803" pitchFamily="18" charset="0"/>
            </a:endParaRPr>
          </a:p>
        </p:txBody>
      </p:sp>
      <p:sp>
        <p:nvSpPr>
          <p:cNvPr id="33796" name="Rectangle 3"/>
          <p:cNvSpPr>
            <a:spLocks noChangeArrowheads="1"/>
          </p:cNvSpPr>
          <p:nvPr/>
        </p:nvSpPr>
        <p:spPr bwMode="auto">
          <a:xfrm>
            <a:off x="50800" y="3213100"/>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8600" indent="-2286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b="1">
                <a:latin typeface="Garamond" panose="02020404030301010803" pitchFamily="18" charset="0"/>
              </a:rPr>
              <a:t>6.</a:t>
            </a:r>
            <a:r>
              <a:rPr lang="en-US" altLang="en-US" sz="1600">
                <a:latin typeface="Garamond" panose="02020404030301010803" pitchFamily="18" charset="0"/>
              </a:rPr>
              <a:t> </a:t>
            </a:r>
            <a:r>
              <a:rPr lang="en-US" altLang="en-US" b="1">
                <a:latin typeface="Garamond" panose="02020404030301010803" pitchFamily="18" charset="0"/>
              </a:rPr>
              <a:t>Similarly obtain P1’, P2’, P3’, etc., for other half. Alternatively, draw P1/ P1’, P2/P2’, P3/P3’, etc., such that P3 –x = x–P3’ and likewise.</a:t>
            </a:r>
          </a:p>
        </p:txBody>
      </p:sp>
      <p:sp>
        <p:nvSpPr>
          <p:cNvPr id="5" name="Title 1"/>
          <p:cNvSpPr txBox="1">
            <a:spLocks/>
          </p:cNvSpPr>
          <p:nvPr/>
        </p:nvSpPr>
        <p:spPr>
          <a:xfrm>
            <a:off x="457200" y="76200"/>
            <a:ext cx="8229600" cy="609600"/>
          </a:xfrm>
          <a:prstGeom prst="rect">
            <a:avLst/>
          </a:prstGeom>
        </p:spPr>
        <p:txBody>
          <a:bodyPr>
            <a:normAutofit fontScale="97500"/>
          </a:bodyPr>
          <a:lstStyle/>
          <a:p>
            <a:pPr algn="ctr" fontAlgn="auto">
              <a:spcAft>
                <a:spcPts val="0"/>
              </a:spcAft>
              <a:defRPr/>
            </a:pPr>
            <a:r>
              <a:rPr lang="en-US" sz="2400" b="1" dirty="0">
                <a:latin typeface="Garamond" pitchFamily="18" charset="0"/>
                <a:ea typeface="+mj-ea"/>
                <a:cs typeface="+mj-cs"/>
              </a:rPr>
              <a:t>Steps for </a:t>
            </a:r>
            <a:r>
              <a:rPr lang="en-US" sz="2400" b="1" dirty="0">
                <a:latin typeface="Garamond" pitchFamily="18" charset="0"/>
                <a:cs typeface="+mn-cs"/>
              </a:rPr>
              <a:t>Rectangle or Abscissa-Ordinate Method</a:t>
            </a:r>
            <a:endParaRPr lang="en-US" sz="2400" b="1" dirty="0">
              <a:latin typeface="Garamond" pitchFamily="18" charset="0"/>
              <a:ea typeface="+mj-ea"/>
              <a:cs typeface="+mj-cs"/>
            </a:endParaRPr>
          </a:p>
          <a:p>
            <a:pPr algn="ctr" fontAlgn="auto">
              <a:spcAft>
                <a:spcPts val="0"/>
              </a:spcAft>
              <a:defRPr/>
            </a:pPr>
            <a:endParaRPr lang="en-US" sz="2400" dirty="0">
              <a:latin typeface="Garamond" pitchFamily="18" charset="0"/>
              <a:ea typeface="+mj-ea"/>
              <a:cs typeface="+mj-cs"/>
            </a:endParaRPr>
          </a:p>
        </p:txBody>
      </p:sp>
      <p:sp>
        <p:nvSpPr>
          <p:cNvPr id="33798" name="Rectangle 5"/>
          <p:cNvSpPr>
            <a:spLocks noChangeArrowheads="1"/>
          </p:cNvSpPr>
          <p:nvPr/>
        </p:nvSpPr>
        <p:spPr bwMode="auto">
          <a:xfrm>
            <a:off x="152400" y="381000"/>
            <a:ext cx="8931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b="1" dirty="0">
                <a:solidFill>
                  <a:srgbClr val="FF0000"/>
                </a:solidFill>
                <a:latin typeface="Garamond" panose="02020404030301010803" pitchFamily="18" charset="0"/>
              </a:rPr>
              <a:t>Draw a hyperbola having the double ordinate of 100 mm, the abscissa of 60 mm and the transverse axis of 160 mm</a:t>
            </a:r>
            <a:endParaRPr lang="en-US" altLang="en-US"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1143000" y="152400"/>
            <a:ext cx="7192963"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r>
              <a:rPr lang="en-US" altLang="en-US" sz="3200" b="1">
                <a:solidFill>
                  <a:srgbClr val="009900"/>
                </a:solidFill>
                <a:latin typeface="Times New Roman" panose="02020603050405020304" pitchFamily="18" charset="0"/>
              </a:rPr>
              <a:t>ENGINEERING CURVES</a:t>
            </a:r>
          </a:p>
          <a:p>
            <a:pPr algn="ctr"/>
            <a:r>
              <a:rPr lang="en-US" altLang="en-US" sz="2800" b="1">
                <a:solidFill>
                  <a:srgbClr val="FF0000"/>
                </a:solidFill>
                <a:latin typeface="Times New Roman" panose="02020603050405020304" pitchFamily="18" charset="0"/>
              </a:rPr>
              <a:t>Part-II  </a:t>
            </a:r>
          </a:p>
          <a:p>
            <a:pPr algn="ctr"/>
            <a:r>
              <a:rPr lang="en-US" altLang="en-US" sz="2800" b="1">
                <a:solidFill>
                  <a:srgbClr val="FF0000"/>
                </a:solidFill>
                <a:latin typeface="Times New Roman" panose="02020603050405020304" pitchFamily="18" charset="0"/>
              </a:rPr>
              <a:t>(Point undergoing two types of displacements)</a:t>
            </a:r>
          </a:p>
        </p:txBody>
      </p:sp>
      <p:sp>
        <p:nvSpPr>
          <p:cNvPr id="3075" name="Rectangle 1"/>
          <p:cNvSpPr>
            <a:spLocks noChangeArrowheads="1"/>
          </p:cNvSpPr>
          <p:nvPr/>
        </p:nvSpPr>
        <p:spPr bwMode="auto">
          <a:xfrm>
            <a:off x="228600" y="1647825"/>
            <a:ext cx="87630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0000"/>
              </a:lnSpc>
            </a:pPr>
            <a:r>
              <a:rPr lang="en-IN" altLang="en-US" sz="2800">
                <a:solidFill>
                  <a:srgbClr val="000066"/>
                </a:solidFill>
                <a:latin typeface="Arial" panose="020B0604020202020204" pitchFamily="34" charset="0"/>
              </a:rPr>
              <a:t>Roulettes</a:t>
            </a:r>
          </a:p>
          <a:p>
            <a:pPr eaLnBrk="1" hangingPunct="1">
              <a:lnSpc>
                <a:spcPct val="150000"/>
              </a:lnSpc>
            </a:pPr>
            <a:r>
              <a:rPr lang="en-IN" altLang="en-US" sz="2400"/>
              <a:t>• Roulettes are curves generated by the rolling contact of one curve </a:t>
            </a:r>
          </a:p>
          <a:p>
            <a:pPr eaLnBrk="1" hangingPunct="1">
              <a:lnSpc>
                <a:spcPct val="150000"/>
              </a:lnSpc>
            </a:pPr>
            <a:r>
              <a:rPr lang="en-IN" altLang="en-US" sz="2400"/>
              <a:t>   or line on another curve or line</a:t>
            </a:r>
          </a:p>
          <a:p>
            <a:pPr eaLnBrk="1" hangingPunct="1">
              <a:lnSpc>
                <a:spcPct val="150000"/>
              </a:lnSpc>
            </a:pPr>
            <a:r>
              <a:rPr lang="en-IN" altLang="en-US" sz="2400"/>
              <a:t>• </a:t>
            </a:r>
            <a:r>
              <a:rPr lang="en-IN" altLang="en-US" sz="2400">
                <a:solidFill>
                  <a:srgbClr val="C00000"/>
                </a:solidFill>
              </a:rPr>
              <a:t>There are various types of roulettes</a:t>
            </a:r>
          </a:p>
          <a:p>
            <a:pPr eaLnBrk="1" hangingPunct="1">
              <a:lnSpc>
                <a:spcPct val="150000"/>
              </a:lnSpc>
            </a:pPr>
            <a:r>
              <a:rPr lang="en-IN" altLang="en-US" sz="2400"/>
              <a:t>• </a:t>
            </a:r>
            <a:r>
              <a:rPr lang="en-IN" altLang="en-US" sz="2400">
                <a:solidFill>
                  <a:srgbClr val="660066"/>
                </a:solidFill>
              </a:rPr>
              <a:t>The most common types of roulettes used in engineering practice </a:t>
            </a:r>
          </a:p>
          <a:p>
            <a:pPr eaLnBrk="1" hangingPunct="1">
              <a:lnSpc>
                <a:spcPct val="150000"/>
              </a:lnSpc>
            </a:pPr>
            <a:r>
              <a:rPr lang="en-IN" altLang="en-US" sz="2400">
                <a:solidFill>
                  <a:srgbClr val="660066"/>
                </a:solidFill>
              </a:rPr>
              <a:t>    are: </a:t>
            </a:r>
          </a:p>
          <a:p>
            <a:pPr lvl="1" eaLnBrk="1" hangingPunct="1">
              <a:lnSpc>
                <a:spcPct val="150000"/>
              </a:lnSpc>
            </a:pPr>
            <a:r>
              <a:rPr lang="en-IN" altLang="en-US" sz="2400" b="1" i="1">
                <a:solidFill>
                  <a:srgbClr val="CC0000"/>
                </a:solidFill>
              </a:rPr>
              <a:t>Involutes and Cycloids</a:t>
            </a:r>
          </a:p>
          <a:p>
            <a:pPr lvl="1" eaLnBrk="1" hangingPunct="1">
              <a:lnSpc>
                <a:spcPct val="150000"/>
              </a:lnSpc>
            </a:pPr>
            <a:endParaRPr lang="en-IN" altLang="en-US" sz="2400" b="1" i="1">
              <a:solidFill>
                <a:srgbClr val="CC0000"/>
              </a:solidFill>
            </a:endParaRPr>
          </a:p>
          <a:p>
            <a:pPr lvl="1" eaLnBrk="1" hangingPunct="1">
              <a:lnSpc>
                <a:spcPct val="150000"/>
              </a:lnSpc>
            </a:pPr>
            <a:endParaRPr lang="en-IN" altLang="en-US" sz="2400" b="1" i="1">
              <a:solidFill>
                <a:srgbClr val="CC0000"/>
              </a:solidFill>
            </a:endParaRPr>
          </a:p>
        </p:txBody>
      </p:sp>
      <p:pic>
        <p:nvPicPr>
          <p:cNvPr id="3076" name="Content Placeholder 3" descr="roller follower with cam.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40375" y="4648200"/>
            <a:ext cx="3589338" cy="235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7283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8" y="352425"/>
            <a:ext cx="8924925"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304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0" y="152400"/>
            <a:ext cx="8229600" cy="609600"/>
          </a:xfrm>
        </p:spPr>
        <p:txBody>
          <a:bodyPr/>
          <a:lstStyle/>
          <a:p>
            <a:pPr eaLnBrk="1" hangingPunct="1"/>
            <a:r>
              <a:rPr lang="en-US" altLang="en-US" sz="3600">
                <a:latin typeface="Arial" panose="020B0604020202020204" pitchFamily="34" charset="0"/>
                <a:cs typeface="Arial" panose="020B0604020202020204" pitchFamily="34" charset="0"/>
              </a:rPr>
              <a:t>Involutes</a:t>
            </a:r>
          </a:p>
        </p:txBody>
      </p:sp>
      <p:sp>
        <p:nvSpPr>
          <p:cNvPr id="5123" name="Content Placeholder 2"/>
          <p:cNvSpPr>
            <a:spLocks noGrp="1"/>
          </p:cNvSpPr>
          <p:nvPr>
            <p:ph idx="1"/>
          </p:nvPr>
        </p:nvSpPr>
        <p:spPr>
          <a:xfrm>
            <a:off x="152400" y="762000"/>
            <a:ext cx="5181600" cy="6096000"/>
          </a:xfrm>
        </p:spPr>
        <p:txBody>
          <a:bodyPr/>
          <a:lstStyle/>
          <a:p>
            <a:pPr algn="just" eaLnBrk="1" hangingPunct="1">
              <a:lnSpc>
                <a:spcPct val="150000"/>
              </a:lnSpc>
            </a:pPr>
            <a:r>
              <a:rPr lang="en-US" altLang="en-US" sz="2400">
                <a:solidFill>
                  <a:srgbClr val="009900"/>
                </a:solidFill>
                <a:latin typeface="Arial" panose="020B0604020202020204" pitchFamily="34" charset="0"/>
                <a:cs typeface="Arial" panose="020B0604020202020204" pitchFamily="34" charset="0"/>
              </a:rPr>
              <a:t>An </a:t>
            </a:r>
            <a:r>
              <a:rPr lang="en-US" altLang="en-US" sz="2400" b="1" i="1">
                <a:solidFill>
                  <a:srgbClr val="009900"/>
                </a:solidFill>
                <a:latin typeface="Arial" panose="020B0604020202020204" pitchFamily="34" charset="0"/>
                <a:cs typeface="Arial" panose="020B0604020202020204" pitchFamily="34" charset="0"/>
              </a:rPr>
              <a:t>involute</a:t>
            </a:r>
            <a:r>
              <a:rPr lang="en-US" altLang="en-US" sz="2400" i="1">
                <a:solidFill>
                  <a:srgbClr val="009900"/>
                </a:solidFill>
                <a:latin typeface="Arial" panose="020B0604020202020204" pitchFamily="34" charset="0"/>
                <a:cs typeface="Arial" panose="020B0604020202020204" pitchFamily="34" charset="0"/>
              </a:rPr>
              <a:t> </a:t>
            </a:r>
            <a:r>
              <a:rPr lang="en-US" altLang="en-US" sz="2400">
                <a:solidFill>
                  <a:srgbClr val="009900"/>
                </a:solidFill>
                <a:latin typeface="Arial" panose="020B0604020202020204" pitchFamily="34" charset="0"/>
                <a:cs typeface="Arial" panose="020B0604020202020204" pitchFamily="34" charset="0"/>
              </a:rPr>
              <a:t>is a curve traced by the free end of a thread unwound from a circle or a polygon, in such a way that the thread is always tight and tangential to the circle or the sides of the polygon.</a:t>
            </a:r>
          </a:p>
          <a:p>
            <a:pPr algn="just" eaLnBrk="1" hangingPunct="1">
              <a:lnSpc>
                <a:spcPct val="150000"/>
              </a:lnSpc>
            </a:pPr>
            <a:r>
              <a:rPr lang="en-US" altLang="en-US" sz="2400">
                <a:solidFill>
                  <a:srgbClr val="660066"/>
                </a:solidFill>
                <a:latin typeface="Arial" panose="020B0604020202020204" pitchFamily="34" charset="0"/>
                <a:cs typeface="Arial" panose="020B0604020202020204" pitchFamily="34" charset="0"/>
              </a:rPr>
              <a:t>Depending on whether the involute is traced over a circle or a polygon, the involute is called an </a:t>
            </a:r>
            <a:r>
              <a:rPr lang="en-US" altLang="en-US" sz="2400" b="1" i="1">
                <a:solidFill>
                  <a:srgbClr val="0000CC"/>
                </a:solidFill>
                <a:latin typeface="Arial" panose="020B0604020202020204" pitchFamily="34" charset="0"/>
                <a:cs typeface="Arial" panose="020B0604020202020204" pitchFamily="34" charset="0"/>
              </a:rPr>
              <a:t>involute of circle </a:t>
            </a:r>
            <a:r>
              <a:rPr lang="en-US" altLang="en-US" sz="2400">
                <a:solidFill>
                  <a:srgbClr val="660066"/>
                </a:solidFill>
                <a:latin typeface="Arial" panose="020B0604020202020204" pitchFamily="34" charset="0"/>
                <a:cs typeface="Arial" panose="020B0604020202020204" pitchFamily="34" charset="0"/>
              </a:rPr>
              <a:t>or </a:t>
            </a:r>
            <a:r>
              <a:rPr lang="en-US" altLang="en-US" sz="2400" b="1" i="1">
                <a:solidFill>
                  <a:srgbClr val="0000CC"/>
                </a:solidFill>
                <a:latin typeface="Arial" panose="020B0604020202020204" pitchFamily="34" charset="0"/>
                <a:cs typeface="Arial" panose="020B0604020202020204" pitchFamily="34" charset="0"/>
              </a:rPr>
              <a:t>involute of polygon</a:t>
            </a:r>
            <a:endParaRPr lang="en-US" altLang="en-US" sz="2400" b="1">
              <a:solidFill>
                <a:srgbClr val="0000CC"/>
              </a:solidFill>
              <a:latin typeface="Arial" panose="020B0604020202020204" pitchFamily="34" charset="0"/>
              <a:cs typeface="Arial" panose="020B0604020202020204" pitchFamily="34" charset="0"/>
            </a:endParaRPr>
          </a:p>
        </p:txBody>
      </p:sp>
      <p:pic>
        <p:nvPicPr>
          <p:cNvPr id="5124" name="Picture 4" descr="http://upload.wikimedia.org/wikipedia/commons/thumb/8/88/Animated_involute_of_circle.gif/200px-Animated_involute_of_circle.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04800"/>
            <a:ext cx="35052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Content Placeholder 4" descr="137492000007.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451350"/>
            <a:ext cx="3810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Box 5"/>
          <p:cNvSpPr txBox="1">
            <a:spLocks noChangeArrowheads="1"/>
          </p:cNvSpPr>
          <p:nvPr/>
        </p:nvSpPr>
        <p:spPr bwMode="auto">
          <a:xfrm>
            <a:off x="6619875" y="4451350"/>
            <a:ext cx="2371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3200"/>
              <a:t>Involute gear</a:t>
            </a:r>
          </a:p>
        </p:txBody>
      </p:sp>
      <p:sp>
        <p:nvSpPr>
          <p:cNvPr id="7" name="TextBox 6"/>
          <p:cNvSpPr txBox="1"/>
          <p:nvPr/>
        </p:nvSpPr>
        <p:spPr>
          <a:xfrm>
            <a:off x="6927850" y="4102100"/>
            <a:ext cx="2057400" cy="641350"/>
          </a:xfrm>
          <a:prstGeom prst="rect">
            <a:avLst/>
          </a:prstGeom>
          <a:noFill/>
        </p:spPr>
        <p:txBody>
          <a:bodyPr>
            <a:spAutoFit/>
          </a:bodyPr>
          <a:lstStyle/>
          <a:p>
            <a:pPr algn="r">
              <a:defRPr/>
            </a:pPr>
            <a:r>
              <a:rPr lang="en-US" b="1" kern="0" dirty="0">
                <a:solidFill>
                  <a:srgbClr val="FF6600"/>
                </a:solidFill>
                <a:latin typeface="Times New Roman" pitchFamily="18" charset="0"/>
                <a:cs typeface="Times New Roman" pitchFamily="18" charset="0"/>
              </a:rPr>
              <a:t>Application…..</a:t>
            </a:r>
          </a:p>
          <a:p>
            <a:pPr algn="r">
              <a:defRPr/>
            </a:pPr>
            <a:endParaRPr lang="en-IN" dirty="0">
              <a:cs typeface="Arial" charset="0"/>
            </a:endParaRPr>
          </a:p>
        </p:txBody>
      </p:sp>
    </p:spTree>
    <p:extLst>
      <p:ext uri="{BB962C8B-B14F-4D97-AF65-F5344CB8AC3E}">
        <p14:creationId xmlns:p14="http://schemas.microsoft.com/office/powerpoint/2010/main" val="39697684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upload.wikimedia.org/wikipedia/commons/c/c2/Involute_wheel.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1143000"/>
            <a:ext cx="5105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Box 2"/>
          <p:cNvSpPr txBox="1">
            <a:spLocks noChangeArrowheads="1"/>
          </p:cNvSpPr>
          <p:nvPr/>
        </p:nvSpPr>
        <p:spPr bwMode="auto">
          <a:xfrm>
            <a:off x="0" y="76200"/>
            <a:ext cx="6248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IN" altLang="en-US" sz="2400" b="1">
                <a:solidFill>
                  <a:srgbClr val="FF33CC"/>
                </a:solidFill>
                <a:latin typeface="Times New Roman" panose="02020603050405020304" pitchFamily="18" charset="0"/>
                <a:cs typeface="Times New Roman" panose="02020603050405020304" pitchFamily="18" charset="0"/>
              </a:rPr>
              <a:t>Two involute gears, Left driving the Right</a:t>
            </a:r>
          </a:p>
          <a:p>
            <a:pPr algn="ctr" eaLnBrk="1" hangingPunct="1"/>
            <a:r>
              <a:rPr lang="en-IN" altLang="en-US" sz="2400" b="1">
                <a:solidFill>
                  <a:srgbClr val="FF33CC"/>
                </a:solidFill>
                <a:latin typeface="Times New Roman" panose="02020603050405020304" pitchFamily="18" charset="0"/>
                <a:cs typeface="Times New Roman" panose="02020603050405020304" pitchFamily="18" charset="0"/>
              </a:rPr>
              <a:t> </a:t>
            </a:r>
            <a:r>
              <a:rPr lang="en-IN" altLang="en-US" sz="2000" b="1" i="1">
                <a:solidFill>
                  <a:srgbClr val="009900"/>
                </a:solidFill>
                <a:latin typeface="Times New Roman" panose="02020603050405020304" pitchFamily="18" charset="0"/>
                <a:cs typeface="Times New Roman" panose="02020603050405020304" pitchFamily="18" charset="0"/>
              </a:rPr>
              <a:t>Blue arrows show the contact forces between them.</a:t>
            </a:r>
          </a:p>
        </p:txBody>
      </p:sp>
      <p:sp>
        <p:nvSpPr>
          <p:cNvPr id="6148" name="TextBox 3"/>
          <p:cNvSpPr txBox="1">
            <a:spLocks noChangeArrowheads="1"/>
          </p:cNvSpPr>
          <p:nvPr/>
        </p:nvSpPr>
        <p:spPr bwMode="auto">
          <a:xfrm>
            <a:off x="0" y="1828800"/>
            <a:ext cx="37338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IN" altLang="en-US" sz="2000" b="1">
                <a:solidFill>
                  <a:srgbClr val="990000"/>
                </a:solidFill>
                <a:latin typeface="Times New Roman" panose="02020603050405020304" pitchFamily="18" charset="0"/>
                <a:cs typeface="Times New Roman" panose="02020603050405020304" pitchFamily="18" charset="0"/>
              </a:rPr>
              <a:t>Points of contact move: </a:t>
            </a:r>
          </a:p>
          <a:p>
            <a:pPr eaLnBrk="1" hangingPunct="1"/>
            <a:endParaRPr lang="en-IN" altLang="en-US" b="1">
              <a:latin typeface="Times New Roman" panose="02020603050405020304" pitchFamily="18" charset="0"/>
              <a:cs typeface="Times New Roman" panose="02020603050405020304" pitchFamily="18" charset="0"/>
            </a:endParaRPr>
          </a:p>
          <a:p>
            <a:pPr algn="just" eaLnBrk="1" hangingPunct="1"/>
            <a:r>
              <a:rPr lang="en-IN" altLang="en-US" b="1">
                <a:latin typeface="Times New Roman" panose="02020603050405020304" pitchFamily="18" charset="0"/>
                <a:cs typeface="Times New Roman" panose="02020603050405020304" pitchFamily="18" charset="0"/>
              </a:rPr>
              <a:t>As if a string is being unwound from the left </a:t>
            </a:r>
            <a:r>
              <a:rPr lang="en-IN" altLang="en-US" b="1" i="1">
                <a:latin typeface="Times New Roman" panose="02020603050405020304" pitchFamily="18" charset="0"/>
                <a:cs typeface="Times New Roman" panose="02020603050405020304" pitchFamily="18" charset="0"/>
              </a:rPr>
              <a:t>rotating</a:t>
            </a:r>
            <a:r>
              <a:rPr lang="en-IN" altLang="en-US" b="1">
                <a:latin typeface="Times New Roman" panose="02020603050405020304" pitchFamily="18" charset="0"/>
                <a:cs typeface="Times New Roman" panose="02020603050405020304" pitchFamily="18" charset="0"/>
              </a:rPr>
              <a:t> base circle, </a:t>
            </a:r>
          </a:p>
          <a:p>
            <a:pPr eaLnBrk="1" hangingPunct="1"/>
            <a:endParaRPr lang="en-IN" altLang="en-US" b="1">
              <a:latin typeface="Times New Roman" panose="02020603050405020304" pitchFamily="18" charset="0"/>
              <a:cs typeface="Times New Roman" panose="02020603050405020304" pitchFamily="18" charset="0"/>
            </a:endParaRPr>
          </a:p>
          <a:p>
            <a:pPr eaLnBrk="1" hangingPunct="1"/>
            <a:r>
              <a:rPr lang="en-IN" altLang="en-US" b="1">
                <a:solidFill>
                  <a:srgbClr val="006600"/>
                </a:solidFill>
                <a:latin typeface="Times New Roman" panose="02020603050405020304" pitchFamily="18" charset="0"/>
                <a:cs typeface="Times New Roman" panose="02020603050405020304" pitchFamily="18" charset="0"/>
              </a:rPr>
              <a:t>and wound onto the right </a:t>
            </a:r>
            <a:r>
              <a:rPr lang="en-IN" altLang="en-US" b="1" i="1">
                <a:solidFill>
                  <a:srgbClr val="006600"/>
                </a:solidFill>
                <a:latin typeface="Times New Roman" panose="02020603050405020304" pitchFamily="18" charset="0"/>
                <a:cs typeface="Times New Roman" panose="02020603050405020304" pitchFamily="18" charset="0"/>
              </a:rPr>
              <a:t>rotating</a:t>
            </a:r>
            <a:r>
              <a:rPr lang="en-IN" altLang="en-US" b="1">
                <a:solidFill>
                  <a:srgbClr val="006600"/>
                </a:solidFill>
                <a:latin typeface="Times New Roman" panose="02020603050405020304" pitchFamily="18" charset="0"/>
                <a:cs typeface="Times New Roman" panose="02020603050405020304" pitchFamily="18" charset="0"/>
              </a:rPr>
              <a:t> base circle.</a:t>
            </a:r>
          </a:p>
        </p:txBody>
      </p:sp>
      <p:sp>
        <p:nvSpPr>
          <p:cNvPr id="5" name="TextBox 4"/>
          <p:cNvSpPr txBox="1"/>
          <p:nvPr/>
        </p:nvSpPr>
        <p:spPr>
          <a:xfrm>
            <a:off x="7086600" y="0"/>
            <a:ext cx="2057400" cy="641350"/>
          </a:xfrm>
          <a:prstGeom prst="rect">
            <a:avLst/>
          </a:prstGeom>
          <a:noFill/>
        </p:spPr>
        <p:txBody>
          <a:bodyPr>
            <a:spAutoFit/>
          </a:bodyPr>
          <a:lstStyle/>
          <a:p>
            <a:pPr algn="r">
              <a:defRPr/>
            </a:pPr>
            <a:r>
              <a:rPr lang="en-US" b="1" kern="0" dirty="0">
                <a:solidFill>
                  <a:srgbClr val="FF6600"/>
                </a:solidFill>
                <a:latin typeface="Times New Roman" pitchFamily="18" charset="0"/>
                <a:cs typeface="Times New Roman" pitchFamily="18" charset="0"/>
              </a:rPr>
              <a:t>Application…..</a:t>
            </a:r>
          </a:p>
          <a:p>
            <a:pPr algn="r">
              <a:defRPr/>
            </a:pPr>
            <a:endParaRPr lang="en-IN" dirty="0">
              <a:cs typeface="Arial" charset="0"/>
            </a:endParaRPr>
          </a:p>
        </p:txBody>
      </p:sp>
    </p:spTree>
    <p:extLst>
      <p:ext uri="{BB962C8B-B14F-4D97-AF65-F5344CB8AC3E}">
        <p14:creationId xmlns:p14="http://schemas.microsoft.com/office/powerpoint/2010/main" val="10779999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886200" y="44450"/>
            <a:ext cx="2874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600" b="1">
                <a:solidFill>
                  <a:srgbClr val="FF0000"/>
                </a:solidFill>
                <a:latin typeface="Arial Black" panose="020B0A04020102020204" pitchFamily="34" charset="0"/>
              </a:rPr>
              <a:t>INVOLUTE OF A CIRCLE</a:t>
            </a:r>
          </a:p>
        </p:txBody>
      </p:sp>
      <p:grpSp>
        <p:nvGrpSpPr>
          <p:cNvPr id="2" name="Group 3"/>
          <p:cNvGrpSpPr>
            <a:grpSpLocks/>
          </p:cNvGrpSpPr>
          <p:nvPr/>
        </p:nvGrpSpPr>
        <p:grpSpPr bwMode="auto">
          <a:xfrm>
            <a:off x="3779838" y="6262688"/>
            <a:ext cx="5029200" cy="457200"/>
            <a:chOff x="336" y="0"/>
            <a:chExt cx="3168" cy="384"/>
          </a:xfrm>
        </p:grpSpPr>
        <p:sp>
          <p:nvSpPr>
            <p:cNvPr id="7252" name="Rectangle 4"/>
            <p:cNvSpPr>
              <a:spLocks noChangeArrowheads="1"/>
            </p:cNvSpPr>
            <p:nvPr/>
          </p:nvSpPr>
          <p:spPr bwMode="auto">
            <a:xfrm>
              <a:off x="336" y="0"/>
              <a:ext cx="3168" cy="384"/>
            </a:xfrm>
            <a:prstGeom prst="rect">
              <a:avLst/>
            </a:prstGeom>
            <a:solidFill>
              <a:srgbClr val="66FFFF"/>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53" name="Text Box 5"/>
            <p:cNvSpPr txBox="1">
              <a:spLocks noChangeArrowheads="1"/>
            </p:cNvSpPr>
            <p:nvPr/>
          </p:nvSpPr>
          <p:spPr bwMode="auto">
            <a:xfrm>
              <a:off x="384" y="0"/>
              <a:ext cx="304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600">
                  <a:solidFill>
                    <a:srgbClr val="FF3300"/>
                  </a:solidFill>
                  <a:latin typeface="Arial" panose="020B0604020202020204" pitchFamily="34" charset="0"/>
                </a:rPr>
                <a:t>String length is equal to the circumference of circle.</a:t>
              </a:r>
            </a:p>
          </p:txBody>
        </p:sp>
      </p:grpSp>
      <p:sp>
        <p:nvSpPr>
          <p:cNvPr id="105" name="Oval 6"/>
          <p:cNvSpPr>
            <a:spLocks noChangeArrowheads="1"/>
          </p:cNvSpPr>
          <p:nvPr/>
        </p:nvSpPr>
        <p:spPr bwMode="auto">
          <a:xfrm>
            <a:off x="4435475" y="3816350"/>
            <a:ext cx="1279525" cy="1281113"/>
          </a:xfrm>
          <a:prstGeom prst="ellipse">
            <a:avLst/>
          </a:prstGeom>
          <a:solidFill>
            <a:schemeClr val="bg1"/>
          </a:solidFill>
          <a:ln w="2857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sz="1400">
              <a:latin typeface="Times New Roman" panose="02020603050405020304" pitchFamily="18" charset="0"/>
            </a:endParaRPr>
          </a:p>
        </p:txBody>
      </p:sp>
      <p:sp>
        <p:nvSpPr>
          <p:cNvPr id="106" name="Line 7"/>
          <p:cNvSpPr>
            <a:spLocks noChangeShapeType="1"/>
          </p:cNvSpPr>
          <p:nvPr/>
        </p:nvSpPr>
        <p:spPr bwMode="auto">
          <a:xfrm>
            <a:off x="5083175" y="3816350"/>
            <a:ext cx="0" cy="1281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7" name="Line 8"/>
          <p:cNvSpPr>
            <a:spLocks noChangeShapeType="1"/>
          </p:cNvSpPr>
          <p:nvPr/>
        </p:nvSpPr>
        <p:spPr bwMode="auto">
          <a:xfrm>
            <a:off x="4421188" y="4454525"/>
            <a:ext cx="1282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8" name="Line 9"/>
          <p:cNvSpPr>
            <a:spLocks noChangeShapeType="1"/>
          </p:cNvSpPr>
          <p:nvPr/>
        </p:nvSpPr>
        <p:spPr bwMode="auto">
          <a:xfrm>
            <a:off x="4611688" y="4017963"/>
            <a:ext cx="944562" cy="877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9" name="Line 10"/>
          <p:cNvSpPr>
            <a:spLocks noChangeShapeType="1"/>
          </p:cNvSpPr>
          <p:nvPr/>
        </p:nvSpPr>
        <p:spPr bwMode="auto">
          <a:xfrm flipH="1">
            <a:off x="4611688" y="4017963"/>
            <a:ext cx="944562" cy="877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 name="Line 11"/>
          <p:cNvSpPr>
            <a:spLocks noChangeShapeType="1"/>
          </p:cNvSpPr>
          <p:nvPr/>
        </p:nvSpPr>
        <p:spPr bwMode="auto">
          <a:xfrm>
            <a:off x="5083175" y="5097463"/>
            <a:ext cx="38465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1" name="Line 12"/>
          <p:cNvSpPr>
            <a:spLocks noChangeShapeType="1"/>
          </p:cNvSpPr>
          <p:nvPr/>
        </p:nvSpPr>
        <p:spPr bwMode="auto">
          <a:xfrm>
            <a:off x="5622925"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 name="Line 13"/>
          <p:cNvSpPr>
            <a:spLocks noChangeShapeType="1"/>
          </p:cNvSpPr>
          <p:nvPr/>
        </p:nvSpPr>
        <p:spPr bwMode="auto">
          <a:xfrm>
            <a:off x="6091238"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 name="Line 14"/>
          <p:cNvSpPr>
            <a:spLocks noChangeShapeType="1"/>
          </p:cNvSpPr>
          <p:nvPr/>
        </p:nvSpPr>
        <p:spPr bwMode="auto">
          <a:xfrm>
            <a:off x="6559550"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4" name="Line 15"/>
          <p:cNvSpPr>
            <a:spLocks noChangeShapeType="1"/>
          </p:cNvSpPr>
          <p:nvPr/>
        </p:nvSpPr>
        <p:spPr bwMode="auto">
          <a:xfrm>
            <a:off x="7026275"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5" name="Line 16"/>
          <p:cNvSpPr>
            <a:spLocks noChangeShapeType="1"/>
          </p:cNvSpPr>
          <p:nvPr/>
        </p:nvSpPr>
        <p:spPr bwMode="auto">
          <a:xfrm>
            <a:off x="7494588"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6" name="Line 17"/>
          <p:cNvSpPr>
            <a:spLocks noChangeShapeType="1"/>
          </p:cNvSpPr>
          <p:nvPr/>
        </p:nvSpPr>
        <p:spPr bwMode="auto">
          <a:xfrm>
            <a:off x="7962900"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7" name="Line 18"/>
          <p:cNvSpPr>
            <a:spLocks noChangeShapeType="1"/>
          </p:cNvSpPr>
          <p:nvPr/>
        </p:nvSpPr>
        <p:spPr bwMode="auto">
          <a:xfrm>
            <a:off x="8432800"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8" name="Line 19"/>
          <p:cNvSpPr>
            <a:spLocks noChangeShapeType="1"/>
          </p:cNvSpPr>
          <p:nvPr/>
        </p:nvSpPr>
        <p:spPr bwMode="auto">
          <a:xfrm>
            <a:off x="8901113" y="5032375"/>
            <a:ext cx="0" cy="133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3" name="Group 20"/>
          <p:cNvGrpSpPr>
            <a:grpSpLocks/>
          </p:cNvGrpSpPr>
          <p:nvPr/>
        </p:nvGrpSpPr>
        <p:grpSpPr bwMode="auto">
          <a:xfrm>
            <a:off x="5513388" y="5127625"/>
            <a:ext cx="3616325" cy="322263"/>
            <a:chOff x="2274" y="3045"/>
            <a:chExt cx="2572" cy="229"/>
          </a:xfrm>
        </p:grpSpPr>
        <p:sp>
          <p:nvSpPr>
            <p:cNvPr id="7248" name="Text Box 21"/>
            <p:cNvSpPr txBox="1">
              <a:spLocks noChangeArrowheads="1"/>
            </p:cNvSpPr>
            <p:nvPr/>
          </p:nvSpPr>
          <p:spPr bwMode="auto">
            <a:xfrm>
              <a:off x="2274" y="3045"/>
              <a:ext cx="57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1          2</a:t>
              </a:r>
            </a:p>
          </p:txBody>
        </p:sp>
        <p:sp>
          <p:nvSpPr>
            <p:cNvPr id="7249" name="Text Box 22"/>
            <p:cNvSpPr txBox="1">
              <a:spLocks noChangeArrowheads="1"/>
            </p:cNvSpPr>
            <p:nvPr/>
          </p:nvSpPr>
          <p:spPr bwMode="auto">
            <a:xfrm>
              <a:off x="2927" y="3049"/>
              <a:ext cx="57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3          4</a:t>
              </a:r>
            </a:p>
          </p:txBody>
        </p:sp>
        <p:sp>
          <p:nvSpPr>
            <p:cNvPr id="7250" name="Text Box 23"/>
            <p:cNvSpPr txBox="1">
              <a:spLocks noChangeArrowheads="1"/>
            </p:cNvSpPr>
            <p:nvPr/>
          </p:nvSpPr>
          <p:spPr bwMode="auto">
            <a:xfrm>
              <a:off x="3581" y="3057"/>
              <a:ext cx="511"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5        6</a:t>
              </a:r>
            </a:p>
          </p:txBody>
        </p:sp>
        <p:sp>
          <p:nvSpPr>
            <p:cNvPr id="7251" name="Text Box 24"/>
            <p:cNvSpPr txBox="1">
              <a:spLocks noChangeArrowheads="1"/>
            </p:cNvSpPr>
            <p:nvPr/>
          </p:nvSpPr>
          <p:spPr bwMode="auto">
            <a:xfrm>
              <a:off x="4273" y="3053"/>
              <a:ext cx="57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7          8</a:t>
              </a:r>
            </a:p>
          </p:txBody>
        </p:sp>
      </p:grpSp>
      <p:sp>
        <p:nvSpPr>
          <p:cNvPr id="124" name="Line 25"/>
          <p:cNvSpPr>
            <a:spLocks noChangeShapeType="1"/>
          </p:cNvSpPr>
          <p:nvPr/>
        </p:nvSpPr>
        <p:spPr bwMode="auto">
          <a:xfrm rot="-2930999">
            <a:off x="4949031" y="3669507"/>
            <a:ext cx="3373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5" name="Oval 26"/>
          <p:cNvSpPr>
            <a:spLocks noChangeArrowheads="1"/>
          </p:cNvSpPr>
          <p:nvPr/>
        </p:nvSpPr>
        <p:spPr bwMode="auto">
          <a:xfrm>
            <a:off x="8861425" y="5060950"/>
            <a:ext cx="68263" cy="66675"/>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26" name="Line 27"/>
          <p:cNvSpPr>
            <a:spLocks noChangeShapeType="1"/>
          </p:cNvSpPr>
          <p:nvPr/>
        </p:nvSpPr>
        <p:spPr bwMode="auto">
          <a:xfrm rot="-5400000">
            <a:off x="4299744" y="3074194"/>
            <a:ext cx="28321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7" name="Line 28"/>
          <p:cNvSpPr>
            <a:spLocks noChangeShapeType="1"/>
          </p:cNvSpPr>
          <p:nvPr/>
        </p:nvSpPr>
        <p:spPr bwMode="auto">
          <a:xfrm rot="-8249128">
            <a:off x="3460750" y="3209925"/>
            <a:ext cx="2427288"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8" name="Line 29"/>
          <p:cNvSpPr>
            <a:spLocks noChangeShapeType="1"/>
          </p:cNvSpPr>
          <p:nvPr/>
        </p:nvSpPr>
        <p:spPr bwMode="auto">
          <a:xfrm>
            <a:off x="3119438" y="3816350"/>
            <a:ext cx="1957387"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9" name="Line 30"/>
          <p:cNvSpPr>
            <a:spLocks noChangeShapeType="1"/>
          </p:cNvSpPr>
          <p:nvPr/>
        </p:nvSpPr>
        <p:spPr bwMode="auto">
          <a:xfrm rot="-2714553">
            <a:off x="3359150" y="4529138"/>
            <a:ext cx="148431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0" name="Line 31"/>
          <p:cNvSpPr>
            <a:spLocks noChangeShapeType="1"/>
          </p:cNvSpPr>
          <p:nvPr/>
        </p:nvSpPr>
        <p:spPr bwMode="auto">
          <a:xfrm rot="5400000">
            <a:off x="3920331" y="4960144"/>
            <a:ext cx="10112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1" name="Line 32"/>
          <p:cNvSpPr>
            <a:spLocks noChangeShapeType="1"/>
          </p:cNvSpPr>
          <p:nvPr/>
        </p:nvSpPr>
        <p:spPr bwMode="auto">
          <a:xfrm rot="2560537">
            <a:off x="4530725" y="5086350"/>
            <a:ext cx="541338"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2" name="Text Box 33"/>
          <p:cNvSpPr txBox="1">
            <a:spLocks noChangeArrowheads="1"/>
          </p:cNvSpPr>
          <p:nvPr/>
        </p:nvSpPr>
        <p:spPr bwMode="auto">
          <a:xfrm>
            <a:off x="8945563" y="49784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p>
        </p:txBody>
      </p:sp>
      <p:sp>
        <p:nvSpPr>
          <p:cNvPr id="133" name="Text Box 34"/>
          <p:cNvSpPr txBox="1">
            <a:spLocks noChangeArrowheads="1"/>
          </p:cNvSpPr>
          <p:nvPr/>
        </p:nvSpPr>
        <p:spPr bwMode="auto">
          <a:xfrm>
            <a:off x="5059363" y="5094288"/>
            <a:ext cx="339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8</a:t>
            </a:r>
          </a:p>
        </p:txBody>
      </p:sp>
      <p:sp>
        <p:nvSpPr>
          <p:cNvPr id="134" name="Oval 35"/>
          <p:cNvSpPr>
            <a:spLocks noChangeArrowheads="1"/>
          </p:cNvSpPr>
          <p:nvPr/>
        </p:nvSpPr>
        <p:spPr bwMode="auto">
          <a:xfrm>
            <a:off x="5041900" y="5056188"/>
            <a:ext cx="66675" cy="6826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5" name="Arc 36"/>
          <p:cNvSpPr>
            <a:spLocks/>
          </p:cNvSpPr>
          <p:nvPr/>
        </p:nvSpPr>
        <p:spPr bwMode="auto">
          <a:xfrm rot="16383874" flipV="1">
            <a:off x="5308600" y="1978025"/>
            <a:ext cx="3908425" cy="3406775"/>
          </a:xfrm>
          <a:custGeom>
            <a:avLst/>
            <a:gdLst>
              <a:gd name="T0" fmla="*/ 2147483647 w 21600"/>
              <a:gd name="T1" fmla="*/ 0 h 24136"/>
              <a:gd name="T2" fmla="*/ 2147483647 w 21600"/>
              <a:gd name="T3" fmla="*/ 2147483647 h 24136"/>
              <a:gd name="T4" fmla="*/ 0 w 21600"/>
              <a:gd name="T5" fmla="*/ 2147483647 h 24136"/>
              <a:gd name="T6" fmla="*/ 0 60000 65536"/>
              <a:gd name="T7" fmla="*/ 0 60000 65536"/>
              <a:gd name="T8" fmla="*/ 0 60000 65536"/>
              <a:gd name="T9" fmla="*/ 0 w 21600"/>
              <a:gd name="T10" fmla="*/ 0 h 24136"/>
              <a:gd name="T11" fmla="*/ 21600 w 21600"/>
              <a:gd name="T12" fmla="*/ 24136 h 24136"/>
            </a:gdLst>
            <a:ahLst/>
            <a:cxnLst>
              <a:cxn ang="T6">
                <a:pos x="T0" y="T1"/>
              </a:cxn>
              <a:cxn ang="T7">
                <a:pos x="T2" y="T3"/>
              </a:cxn>
              <a:cxn ang="T8">
                <a:pos x="T4" y="T5"/>
              </a:cxn>
            </a:cxnLst>
            <a:rect l="T9" t="T10" r="T11" b="T12"/>
            <a:pathLst>
              <a:path w="21600" h="24136" fill="none" extrusionOk="0">
                <a:moveTo>
                  <a:pt x="3152" y="0"/>
                </a:moveTo>
                <a:cubicBezTo>
                  <a:pt x="13749" y="1563"/>
                  <a:pt x="21600" y="10657"/>
                  <a:pt x="21600" y="21369"/>
                </a:cubicBezTo>
                <a:cubicBezTo>
                  <a:pt x="21600" y="22294"/>
                  <a:pt x="21540" y="23218"/>
                  <a:pt x="21422" y="24136"/>
                </a:cubicBezTo>
              </a:path>
              <a:path w="21600" h="24136" stroke="0" extrusionOk="0">
                <a:moveTo>
                  <a:pt x="3152" y="0"/>
                </a:moveTo>
                <a:cubicBezTo>
                  <a:pt x="13749" y="1563"/>
                  <a:pt x="21600" y="10657"/>
                  <a:pt x="21600" y="21369"/>
                </a:cubicBezTo>
                <a:cubicBezTo>
                  <a:pt x="21600" y="22294"/>
                  <a:pt x="21540" y="23218"/>
                  <a:pt x="21422" y="24136"/>
                </a:cubicBezTo>
                <a:lnTo>
                  <a:pt x="0" y="21369"/>
                </a:lnTo>
                <a:lnTo>
                  <a:pt x="3152"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a:p>
        </p:txBody>
      </p:sp>
      <p:sp>
        <p:nvSpPr>
          <p:cNvPr id="136" name="Arc 37"/>
          <p:cNvSpPr>
            <a:spLocks/>
          </p:cNvSpPr>
          <p:nvPr/>
        </p:nvSpPr>
        <p:spPr bwMode="auto">
          <a:xfrm flipH="1">
            <a:off x="3127375" y="1658938"/>
            <a:ext cx="2563813" cy="215741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7" name="Arc 38"/>
          <p:cNvSpPr>
            <a:spLocks/>
          </p:cNvSpPr>
          <p:nvPr/>
        </p:nvSpPr>
        <p:spPr bwMode="auto">
          <a:xfrm rot="-23340" flipH="1" flipV="1">
            <a:off x="3127375" y="3816350"/>
            <a:ext cx="1281113" cy="1685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8" name="Arc 39"/>
          <p:cNvSpPr>
            <a:spLocks/>
          </p:cNvSpPr>
          <p:nvPr/>
        </p:nvSpPr>
        <p:spPr bwMode="auto">
          <a:xfrm flipV="1">
            <a:off x="4408488" y="5097463"/>
            <a:ext cx="674687" cy="404812"/>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4" name="Group 40"/>
          <p:cNvGrpSpPr>
            <a:grpSpLocks/>
          </p:cNvGrpSpPr>
          <p:nvPr/>
        </p:nvGrpSpPr>
        <p:grpSpPr bwMode="auto">
          <a:xfrm>
            <a:off x="4394200" y="3749675"/>
            <a:ext cx="1387475" cy="1417638"/>
            <a:chOff x="1478" y="2064"/>
            <a:chExt cx="986" cy="1009"/>
          </a:xfrm>
        </p:grpSpPr>
        <p:sp>
          <p:nvSpPr>
            <p:cNvPr id="7240" name="Text Box 41"/>
            <p:cNvSpPr txBox="1">
              <a:spLocks noChangeArrowheads="1"/>
            </p:cNvSpPr>
            <p:nvPr/>
          </p:nvSpPr>
          <p:spPr bwMode="auto">
            <a:xfrm>
              <a:off x="2221" y="2694"/>
              <a:ext cx="19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1</a:t>
              </a:r>
            </a:p>
          </p:txBody>
        </p:sp>
        <p:sp>
          <p:nvSpPr>
            <p:cNvPr id="7241" name="Text Box 42"/>
            <p:cNvSpPr txBox="1">
              <a:spLocks noChangeArrowheads="1"/>
            </p:cNvSpPr>
            <p:nvPr/>
          </p:nvSpPr>
          <p:spPr bwMode="auto">
            <a:xfrm>
              <a:off x="2270" y="2407"/>
              <a:ext cx="19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2</a:t>
              </a:r>
            </a:p>
          </p:txBody>
        </p:sp>
        <p:sp>
          <p:nvSpPr>
            <p:cNvPr id="7242" name="Text Box 43"/>
            <p:cNvSpPr txBox="1">
              <a:spLocks noChangeArrowheads="1"/>
            </p:cNvSpPr>
            <p:nvPr/>
          </p:nvSpPr>
          <p:spPr bwMode="auto">
            <a:xfrm>
              <a:off x="2136" y="2160"/>
              <a:ext cx="17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3</a:t>
              </a:r>
            </a:p>
          </p:txBody>
        </p:sp>
        <p:sp>
          <p:nvSpPr>
            <p:cNvPr id="7243" name="Text Box 44"/>
            <p:cNvSpPr txBox="1">
              <a:spLocks noChangeArrowheads="1"/>
            </p:cNvSpPr>
            <p:nvPr/>
          </p:nvSpPr>
          <p:spPr bwMode="auto">
            <a:xfrm>
              <a:off x="1823" y="2064"/>
              <a:ext cx="19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4</a:t>
              </a:r>
            </a:p>
          </p:txBody>
        </p:sp>
        <p:sp>
          <p:nvSpPr>
            <p:cNvPr id="7244" name="Text Box 45"/>
            <p:cNvSpPr txBox="1">
              <a:spLocks noChangeArrowheads="1"/>
            </p:cNvSpPr>
            <p:nvPr/>
          </p:nvSpPr>
          <p:spPr bwMode="auto">
            <a:xfrm>
              <a:off x="1535" y="2257"/>
              <a:ext cx="19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5</a:t>
              </a:r>
            </a:p>
          </p:txBody>
        </p:sp>
        <p:sp>
          <p:nvSpPr>
            <p:cNvPr id="7245" name="Text Box 46"/>
            <p:cNvSpPr txBox="1">
              <a:spLocks noChangeArrowheads="1"/>
            </p:cNvSpPr>
            <p:nvPr/>
          </p:nvSpPr>
          <p:spPr bwMode="auto">
            <a:xfrm>
              <a:off x="1478" y="2527"/>
              <a:ext cx="19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6</a:t>
              </a:r>
            </a:p>
          </p:txBody>
        </p:sp>
        <p:sp>
          <p:nvSpPr>
            <p:cNvPr id="7246" name="Text Box 47"/>
            <p:cNvSpPr txBox="1">
              <a:spLocks noChangeArrowheads="1"/>
            </p:cNvSpPr>
            <p:nvPr/>
          </p:nvSpPr>
          <p:spPr bwMode="auto">
            <a:xfrm>
              <a:off x="1669" y="2791"/>
              <a:ext cx="19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7</a:t>
              </a:r>
            </a:p>
          </p:txBody>
        </p:sp>
        <p:sp>
          <p:nvSpPr>
            <p:cNvPr id="7247" name="Text Box 48"/>
            <p:cNvSpPr txBox="1">
              <a:spLocks noChangeArrowheads="1"/>
            </p:cNvSpPr>
            <p:nvPr/>
          </p:nvSpPr>
          <p:spPr bwMode="auto">
            <a:xfrm>
              <a:off x="1920" y="2856"/>
              <a:ext cx="194"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8</a:t>
              </a:r>
            </a:p>
          </p:txBody>
        </p:sp>
      </p:grpSp>
      <p:grpSp>
        <p:nvGrpSpPr>
          <p:cNvPr id="5" name="Group 49"/>
          <p:cNvGrpSpPr>
            <a:grpSpLocks/>
          </p:cNvGrpSpPr>
          <p:nvPr/>
        </p:nvGrpSpPr>
        <p:grpSpPr bwMode="auto">
          <a:xfrm>
            <a:off x="3532188" y="2063750"/>
            <a:ext cx="1211262" cy="996950"/>
            <a:chOff x="864" y="864"/>
            <a:chExt cx="863" cy="709"/>
          </a:xfrm>
        </p:grpSpPr>
        <p:sp>
          <p:nvSpPr>
            <p:cNvPr id="7237" name="Oval 50"/>
            <p:cNvSpPr>
              <a:spLocks noChangeArrowheads="1"/>
            </p:cNvSpPr>
            <p:nvPr/>
          </p:nvSpPr>
          <p:spPr bwMode="auto">
            <a:xfrm>
              <a:off x="1005" y="1071"/>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38" name="Text Box 51"/>
            <p:cNvSpPr txBox="1">
              <a:spLocks noChangeArrowheads="1"/>
            </p:cNvSpPr>
            <p:nvPr/>
          </p:nvSpPr>
          <p:spPr bwMode="auto">
            <a:xfrm>
              <a:off x="864" y="864"/>
              <a:ext cx="24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3</a:t>
              </a:r>
            </a:p>
          </p:txBody>
        </p:sp>
        <p:sp>
          <p:nvSpPr>
            <p:cNvPr id="7239" name="Text Box 52"/>
            <p:cNvSpPr txBox="1">
              <a:spLocks noChangeArrowheads="1"/>
            </p:cNvSpPr>
            <p:nvPr/>
          </p:nvSpPr>
          <p:spPr bwMode="auto">
            <a:xfrm rot="2637252">
              <a:off x="1389" y="1399"/>
              <a:ext cx="33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3 to p</a:t>
              </a:r>
            </a:p>
          </p:txBody>
        </p:sp>
      </p:grpSp>
      <p:grpSp>
        <p:nvGrpSpPr>
          <p:cNvPr id="6" name="Group 53"/>
          <p:cNvGrpSpPr>
            <a:grpSpLocks/>
          </p:cNvGrpSpPr>
          <p:nvPr/>
        </p:nvGrpSpPr>
        <p:grpSpPr bwMode="auto">
          <a:xfrm>
            <a:off x="2819400" y="3602038"/>
            <a:ext cx="1252538" cy="328612"/>
            <a:chOff x="357" y="1999"/>
            <a:chExt cx="891" cy="235"/>
          </a:xfrm>
        </p:grpSpPr>
        <p:sp>
          <p:nvSpPr>
            <p:cNvPr id="7234" name="Oval 54"/>
            <p:cNvSpPr>
              <a:spLocks noChangeArrowheads="1"/>
            </p:cNvSpPr>
            <p:nvPr/>
          </p:nvSpPr>
          <p:spPr bwMode="auto">
            <a:xfrm>
              <a:off x="546" y="2088"/>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35" name="Text Box 55"/>
            <p:cNvSpPr txBox="1">
              <a:spLocks noChangeArrowheads="1"/>
            </p:cNvSpPr>
            <p:nvPr/>
          </p:nvSpPr>
          <p:spPr bwMode="auto">
            <a:xfrm>
              <a:off x="357" y="2017"/>
              <a:ext cx="24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4</a:t>
              </a:r>
            </a:p>
          </p:txBody>
        </p:sp>
        <p:sp>
          <p:nvSpPr>
            <p:cNvPr id="7236" name="Text Box 56"/>
            <p:cNvSpPr txBox="1">
              <a:spLocks noChangeArrowheads="1"/>
            </p:cNvSpPr>
            <p:nvPr/>
          </p:nvSpPr>
          <p:spPr bwMode="auto">
            <a:xfrm>
              <a:off x="912" y="1999"/>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4 to p</a:t>
              </a:r>
            </a:p>
          </p:txBody>
        </p:sp>
      </p:grpSp>
      <p:grpSp>
        <p:nvGrpSpPr>
          <p:cNvPr id="7" name="Group 57"/>
          <p:cNvGrpSpPr>
            <a:grpSpLocks/>
          </p:cNvGrpSpPr>
          <p:nvPr/>
        </p:nvGrpSpPr>
        <p:grpSpPr bwMode="auto">
          <a:xfrm>
            <a:off x="3328988" y="4362450"/>
            <a:ext cx="738187" cy="971550"/>
            <a:chOff x="720" y="2500"/>
            <a:chExt cx="524" cy="691"/>
          </a:xfrm>
        </p:grpSpPr>
        <p:sp>
          <p:nvSpPr>
            <p:cNvPr id="7231" name="Oval 58"/>
            <p:cNvSpPr>
              <a:spLocks noChangeArrowheads="1"/>
            </p:cNvSpPr>
            <p:nvPr/>
          </p:nvSpPr>
          <p:spPr bwMode="auto">
            <a:xfrm>
              <a:off x="858" y="2985"/>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32" name="Text Box 59"/>
            <p:cNvSpPr txBox="1">
              <a:spLocks noChangeArrowheads="1"/>
            </p:cNvSpPr>
            <p:nvPr/>
          </p:nvSpPr>
          <p:spPr bwMode="auto">
            <a:xfrm>
              <a:off x="720" y="2974"/>
              <a:ext cx="241"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5</a:t>
              </a:r>
            </a:p>
          </p:txBody>
        </p:sp>
        <p:sp>
          <p:nvSpPr>
            <p:cNvPr id="7233" name="Text Box 60"/>
            <p:cNvSpPr txBox="1">
              <a:spLocks noChangeArrowheads="1"/>
            </p:cNvSpPr>
            <p:nvPr/>
          </p:nvSpPr>
          <p:spPr bwMode="auto">
            <a:xfrm rot="-2947799">
              <a:off x="989" y="2582"/>
              <a:ext cx="33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5 to p</a:t>
              </a:r>
            </a:p>
          </p:txBody>
        </p:sp>
      </p:grpSp>
      <p:grpSp>
        <p:nvGrpSpPr>
          <p:cNvPr id="8" name="Group 61"/>
          <p:cNvGrpSpPr>
            <a:grpSpLocks/>
          </p:cNvGrpSpPr>
          <p:nvPr/>
        </p:nvGrpSpPr>
        <p:grpSpPr bwMode="auto">
          <a:xfrm>
            <a:off x="4552950" y="5072063"/>
            <a:ext cx="668338" cy="533400"/>
            <a:chOff x="1590" y="3005"/>
            <a:chExt cx="476" cy="380"/>
          </a:xfrm>
        </p:grpSpPr>
        <p:sp>
          <p:nvSpPr>
            <p:cNvPr id="7228" name="Oval 62"/>
            <p:cNvSpPr>
              <a:spLocks noChangeArrowheads="1"/>
            </p:cNvSpPr>
            <p:nvPr/>
          </p:nvSpPr>
          <p:spPr bwMode="auto">
            <a:xfrm>
              <a:off x="1896" y="3126"/>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29" name="Text Box 63"/>
            <p:cNvSpPr txBox="1">
              <a:spLocks noChangeArrowheads="1"/>
            </p:cNvSpPr>
            <p:nvPr/>
          </p:nvSpPr>
          <p:spPr bwMode="auto">
            <a:xfrm>
              <a:off x="1824" y="3168"/>
              <a:ext cx="24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7</a:t>
              </a:r>
            </a:p>
          </p:txBody>
        </p:sp>
        <p:sp>
          <p:nvSpPr>
            <p:cNvPr id="7230" name="Text Box 64"/>
            <p:cNvSpPr txBox="1">
              <a:spLocks noChangeArrowheads="1"/>
            </p:cNvSpPr>
            <p:nvPr/>
          </p:nvSpPr>
          <p:spPr bwMode="auto">
            <a:xfrm rot="2607090">
              <a:off x="1590" y="3005"/>
              <a:ext cx="33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7 to p</a:t>
              </a:r>
            </a:p>
          </p:txBody>
        </p:sp>
      </p:grpSp>
      <p:grpSp>
        <p:nvGrpSpPr>
          <p:cNvPr id="9" name="Group 65"/>
          <p:cNvGrpSpPr>
            <a:grpSpLocks/>
          </p:cNvGrpSpPr>
          <p:nvPr/>
        </p:nvGrpSpPr>
        <p:grpSpPr bwMode="auto">
          <a:xfrm>
            <a:off x="4230688" y="4891088"/>
            <a:ext cx="384175" cy="915987"/>
            <a:chOff x="1361" y="2876"/>
            <a:chExt cx="273" cy="653"/>
          </a:xfrm>
        </p:grpSpPr>
        <p:sp>
          <p:nvSpPr>
            <p:cNvPr id="7225" name="Oval 66"/>
            <p:cNvSpPr>
              <a:spLocks noChangeArrowheads="1"/>
            </p:cNvSpPr>
            <p:nvPr/>
          </p:nvSpPr>
          <p:spPr bwMode="auto">
            <a:xfrm>
              <a:off x="1470" y="3276"/>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26" name="Text Box 67"/>
            <p:cNvSpPr txBox="1">
              <a:spLocks noChangeArrowheads="1"/>
            </p:cNvSpPr>
            <p:nvPr/>
          </p:nvSpPr>
          <p:spPr bwMode="auto">
            <a:xfrm>
              <a:off x="1392" y="3312"/>
              <a:ext cx="242"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6</a:t>
              </a:r>
            </a:p>
          </p:txBody>
        </p:sp>
        <p:sp>
          <p:nvSpPr>
            <p:cNvPr id="7227" name="Text Box 68"/>
            <p:cNvSpPr txBox="1">
              <a:spLocks noChangeArrowheads="1"/>
            </p:cNvSpPr>
            <p:nvPr/>
          </p:nvSpPr>
          <p:spPr bwMode="auto">
            <a:xfrm rot="-5360352">
              <a:off x="1279" y="2958"/>
              <a:ext cx="33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6 to p</a:t>
              </a:r>
            </a:p>
          </p:txBody>
        </p:sp>
      </p:grpSp>
      <p:grpSp>
        <p:nvGrpSpPr>
          <p:cNvPr id="10" name="Group 69"/>
          <p:cNvGrpSpPr>
            <a:grpSpLocks/>
          </p:cNvGrpSpPr>
          <p:nvPr/>
        </p:nvGrpSpPr>
        <p:grpSpPr bwMode="auto">
          <a:xfrm>
            <a:off x="5594350" y="1422400"/>
            <a:ext cx="338138" cy="1552575"/>
            <a:chOff x="2331" y="408"/>
            <a:chExt cx="240" cy="1105"/>
          </a:xfrm>
        </p:grpSpPr>
        <p:sp>
          <p:nvSpPr>
            <p:cNvPr id="7222" name="Oval 70"/>
            <p:cNvSpPr>
              <a:spLocks noChangeArrowheads="1"/>
            </p:cNvSpPr>
            <p:nvPr/>
          </p:nvSpPr>
          <p:spPr bwMode="auto">
            <a:xfrm>
              <a:off x="2385" y="558"/>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23" name="Text Box 71"/>
            <p:cNvSpPr txBox="1">
              <a:spLocks noChangeArrowheads="1"/>
            </p:cNvSpPr>
            <p:nvPr/>
          </p:nvSpPr>
          <p:spPr bwMode="auto">
            <a:xfrm>
              <a:off x="2331" y="408"/>
              <a:ext cx="24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2</a:t>
              </a:r>
            </a:p>
          </p:txBody>
        </p:sp>
        <p:sp>
          <p:nvSpPr>
            <p:cNvPr id="7224" name="Text Box 72"/>
            <p:cNvSpPr txBox="1">
              <a:spLocks noChangeArrowheads="1"/>
            </p:cNvSpPr>
            <p:nvPr/>
          </p:nvSpPr>
          <p:spPr bwMode="auto">
            <a:xfrm rot="-5425552">
              <a:off x="2255" y="1196"/>
              <a:ext cx="4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2 to p</a:t>
              </a:r>
            </a:p>
          </p:txBody>
        </p:sp>
      </p:grpSp>
      <p:grpSp>
        <p:nvGrpSpPr>
          <p:cNvPr id="11" name="Group 73"/>
          <p:cNvGrpSpPr>
            <a:grpSpLocks/>
          </p:cNvGrpSpPr>
          <p:nvPr/>
        </p:nvGrpSpPr>
        <p:grpSpPr bwMode="auto">
          <a:xfrm>
            <a:off x="7059613" y="2168525"/>
            <a:ext cx="1016000" cy="1301750"/>
            <a:chOff x="3373" y="939"/>
            <a:chExt cx="724" cy="926"/>
          </a:xfrm>
        </p:grpSpPr>
        <p:sp>
          <p:nvSpPr>
            <p:cNvPr id="7219" name="Oval 74"/>
            <p:cNvSpPr>
              <a:spLocks noChangeArrowheads="1"/>
            </p:cNvSpPr>
            <p:nvPr/>
          </p:nvSpPr>
          <p:spPr bwMode="auto">
            <a:xfrm>
              <a:off x="3822" y="1095"/>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7220" name="Text Box 75"/>
            <p:cNvSpPr txBox="1">
              <a:spLocks noChangeArrowheads="1"/>
            </p:cNvSpPr>
            <p:nvPr/>
          </p:nvSpPr>
          <p:spPr bwMode="auto">
            <a:xfrm>
              <a:off x="3855" y="939"/>
              <a:ext cx="24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latin typeface="Times New Roman" panose="02020603050405020304" pitchFamily="18" charset="0"/>
                </a:rPr>
                <a:t>P</a:t>
              </a:r>
              <a:r>
                <a:rPr lang="en-US" altLang="en-US" sz="1400" baseline="-25000">
                  <a:latin typeface="Times New Roman" panose="02020603050405020304" pitchFamily="18" charset="0"/>
                </a:rPr>
                <a:t>1</a:t>
              </a:r>
            </a:p>
          </p:txBody>
        </p:sp>
        <p:sp>
          <p:nvSpPr>
            <p:cNvPr id="7221" name="Text Box 76"/>
            <p:cNvSpPr txBox="1">
              <a:spLocks noChangeArrowheads="1"/>
            </p:cNvSpPr>
            <p:nvPr/>
          </p:nvSpPr>
          <p:spPr bwMode="auto">
            <a:xfrm rot="-2947799">
              <a:off x="3292" y="161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latin typeface="Times New Roman" panose="02020603050405020304" pitchFamily="18" charset="0"/>
                </a:rPr>
                <a:t>1 to p</a:t>
              </a:r>
            </a:p>
          </p:txBody>
        </p:sp>
      </p:grpSp>
      <p:grpSp>
        <p:nvGrpSpPr>
          <p:cNvPr id="12" name="Group 77"/>
          <p:cNvGrpSpPr>
            <a:grpSpLocks/>
          </p:cNvGrpSpPr>
          <p:nvPr/>
        </p:nvGrpSpPr>
        <p:grpSpPr bwMode="auto">
          <a:xfrm>
            <a:off x="5083175" y="5435600"/>
            <a:ext cx="3813175" cy="444500"/>
            <a:chOff x="1968" y="3264"/>
            <a:chExt cx="2712" cy="316"/>
          </a:xfrm>
        </p:grpSpPr>
        <p:sp>
          <p:nvSpPr>
            <p:cNvPr id="7214" name="Line 78"/>
            <p:cNvSpPr>
              <a:spLocks noChangeShapeType="1"/>
            </p:cNvSpPr>
            <p:nvPr/>
          </p:nvSpPr>
          <p:spPr bwMode="auto">
            <a:xfrm>
              <a:off x="1968"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15" name="Line 79"/>
            <p:cNvSpPr>
              <a:spLocks noChangeShapeType="1"/>
            </p:cNvSpPr>
            <p:nvPr/>
          </p:nvSpPr>
          <p:spPr bwMode="auto">
            <a:xfrm>
              <a:off x="4674" y="326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216" name="Line 80"/>
            <p:cNvSpPr>
              <a:spLocks noChangeShapeType="1"/>
            </p:cNvSpPr>
            <p:nvPr/>
          </p:nvSpPr>
          <p:spPr bwMode="auto">
            <a:xfrm flipH="1">
              <a:off x="1968" y="3456"/>
              <a:ext cx="11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217" name="Line 81"/>
            <p:cNvSpPr>
              <a:spLocks noChangeShapeType="1"/>
            </p:cNvSpPr>
            <p:nvPr/>
          </p:nvSpPr>
          <p:spPr bwMode="auto">
            <a:xfrm>
              <a:off x="3672" y="3456"/>
              <a:ext cx="10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218" name="Text Box 82"/>
            <p:cNvSpPr txBox="1">
              <a:spLocks noChangeArrowheads="1"/>
            </p:cNvSpPr>
            <p:nvPr/>
          </p:nvSpPr>
          <p:spPr bwMode="auto">
            <a:xfrm>
              <a:off x="3215" y="3361"/>
              <a:ext cx="34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sym typeface="Symbol" panose="05050102010706020507" pitchFamily="18" charset="2"/>
                </a:rPr>
                <a:t>D</a:t>
              </a:r>
              <a:r>
                <a:rPr lang="en-US" altLang="en-US" sz="1400">
                  <a:latin typeface="Times New Roman" panose="02020603050405020304" pitchFamily="18" charset="0"/>
                </a:rPr>
                <a:t> </a:t>
              </a:r>
            </a:p>
          </p:txBody>
        </p:sp>
      </p:grpSp>
      <p:sp>
        <p:nvSpPr>
          <p:cNvPr id="182" name="Text Box 83"/>
          <p:cNvSpPr txBox="1">
            <a:spLocks noChangeArrowheads="1"/>
          </p:cNvSpPr>
          <p:nvPr/>
        </p:nvSpPr>
        <p:spPr bwMode="auto">
          <a:xfrm>
            <a:off x="4864100" y="4865688"/>
            <a:ext cx="2762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b="1">
                <a:latin typeface="Times New Roman" panose="02020603050405020304" pitchFamily="18" charset="0"/>
              </a:rPr>
              <a:t>A</a:t>
            </a:r>
          </a:p>
        </p:txBody>
      </p:sp>
      <p:sp>
        <p:nvSpPr>
          <p:cNvPr id="183" name="Text Box 84"/>
          <p:cNvSpPr txBox="1">
            <a:spLocks noChangeArrowheads="1"/>
          </p:cNvSpPr>
          <p:nvPr/>
        </p:nvSpPr>
        <p:spPr bwMode="auto">
          <a:xfrm>
            <a:off x="76200" y="762000"/>
            <a:ext cx="2667000" cy="5946775"/>
          </a:xfrm>
          <a:prstGeom prst="rect">
            <a:avLst/>
          </a:prstGeom>
          <a:solidFill>
            <a:srgbClr val="FFFF99"/>
          </a:solidFill>
          <a:ln w="12700">
            <a:solidFill>
              <a:schemeClr val="tx1"/>
            </a:solidFill>
            <a:miter lim="800000"/>
            <a:headEnd/>
            <a:tailEnd/>
          </a:ln>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200" b="1" i="1">
                <a:latin typeface="Tahoma" panose="020B0604030504040204" pitchFamily="34" charset="0"/>
              </a:rPr>
              <a:t>Solution Steps:</a:t>
            </a:r>
            <a:endParaRPr lang="en-US" altLang="en-US" sz="1200" b="1" u="sng">
              <a:latin typeface="Tahoma" panose="020B0604030504040204" pitchFamily="34" charset="0"/>
            </a:endParaRPr>
          </a:p>
          <a:p>
            <a:pPr eaLnBrk="1" hangingPunct="1"/>
            <a:r>
              <a:rPr lang="en-US" altLang="en-US" sz="1200">
                <a:latin typeface="Tahoma" panose="020B0604030504040204" pitchFamily="34" charset="0"/>
              </a:rPr>
              <a:t>1)  Point or end P of string AP is exactly </a:t>
            </a:r>
            <a:r>
              <a:rPr lang="en-US" altLang="en-US" sz="1200">
                <a:latin typeface="Tahoma" panose="020B0604030504040204" pitchFamily="34" charset="0"/>
                <a:sym typeface="Symbol" panose="05050102010706020507" pitchFamily="18" charset="2"/>
              </a:rPr>
              <a:t>D</a:t>
            </a:r>
            <a:r>
              <a:rPr lang="en-US" altLang="en-US" sz="1200">
                <a:latin typeface="Tahoma" panose="020B0604030504040204" pitchFamily="34" charset="0"/>
              </a:rPr>
              <a:t> distance away from A. Means if this string is wound round the circle, it will completely cover given circle. P will meet A after winding.</a:t>
            </a:r>
            <a:endParaRPr lang="en-US" altLang="en-US" sz="1200">
              <a:latin typeface="Tahoma" panose="020B0604030504040204" pitchFamily="34" charset="0"/>
              <a:sym typeface="Symbol" panose="05050102010706020507" pitchFamily="18" charset="2"/>
            </a:endParaRPr>
          </a:p>
          <a:p>
            <a:pPr eaLnBrk="1" hangingPunct="1"/>
            <a:r>
              <a:rPr lang="en-US" altLang="en-US" sz="1200">
                <a:latin typeface="Tahoma" panose="020B0604030504040204" pitchFamily="34" charset="0"/>
                <a:sym typeface="Symbol" panose="05050102010706020507" pitchFamily="18" charset="2"/>
              </a:rPr>
              <a:t>2)  Divide D</a:t>
            </a:r>
            <a:r>
              <a:rPr lang="en-US" altLang="en-US" sz="1200">
                <a:latin typeface="Tahoma" panose="020B0604030504040204" pitchFamily="34" charset="0"/>
              </a:rPr>
              <a:t> (AP) distance into 8 number of equal parts.</a:t>
            </a:r>
            <a:endParaRPr lang="en-US" altLang="en-US" sz="1200">
              <a:latin typeface="Tahoma" panose="020B0604030504040204" pitchFamily="34" charset="0"/>
              <a:sym typeface="Symbol" panose="05050102010706020507" pitchFamily="18" charset="2"/>
            </a:endParaRPr>
          </a:p>
          <a:p>
            <a:pPr eaLnBrk="1" hangingPunct="1"/>
            <a:r>
              <a:rPr lang="en-US" altLang="en-US" sz="1200">
                <a:latin typeface="Tahoma" panose="020B0604030504040204" pitchFamily="34" charset="0"/>
                <a:sym typeface="Symbol" panose="05050102010706020507" pitchFamily="18" charset="2"/>
              </a:rPr>
              <a:t>3)  Divide circle also into 8 number of equal parts.</a:t>
            </a:r>
          </a:p>
          <a:p>
            <a:pPr eaLnBrk="1" hangingPunct="1"/>
            <a:r>
              <a:rPr lang="en-US" altLang="en-US" sz="1200">
                <a:latin typeface="Tahoma" panose="020B0604030504040204" pitchFamily="34" charset="0"/>
                <a:sym typeface="Symbol" panose="05050102010706020507" pitchFamily="18" charset="2"/>
              </a:rPr>
              <a:t>4)  Name after A, 1, 2, 3, 4, etc. up to 8 on D</a:t>
            </a:r>
            <a:r>
              <a:rPr lang="en-US" altLang="en-US" sz="1200">
                <a:latin typeface="Tahoma" panose="020B0604030504040204" pitchFamily="34" charset="0"/>
              </a:rPr>
              <a:t> line AP as well as on circle (in anticlockwise direction).</a:t>
            </a:r>
            <a:endParaRPr lang="en-US" altLang="en-US" sz="1200">
              <a:latin typeface="Tahoma" panose="020B0604030504040204" pitchFamily="34" charset="0"/>
              <a:sym typeface="Symbol" panose="05050102010706020507" pitchFamily="18" charset="2"/>
            </a:endParaRPr>
          </a:p>
          <a:p>
            <a:pPr eaLnBrk="1" hangingPunct="1"/>
            <a:r>
              <a:rPr lang="en-US" altLang="en-US" sz="1200">
                <a:latin typeface="Tahoma" panose="020B0604030504040204" pitchFamily="34" charset="0"/>
                <a:sym typeface="Symbol" panose="05050102010706020507" pitchFamily="18" charset="2"/>
              </a:rPr>
              <a:t>5)  To radius C-1, C-2, C-3 up to C-8 draw tangents (from 1,2,3,4,etc to circle).</a:t>
            </a:r>
          </a:p>
          <a:p>
            <a:pPr eaLnBrk="1" hangingPunct="1"/>
            <a:r>
              <a:rPr lang="en-US" altLang="en-US" sz="1200">
                <a:latin typeface="Tahoma" panose="020B0604030504040204" pitchFamily="34" charset="0"/>
                <a:sym typeface="Symbol" panose="05050102010706020507" pitchFamily="18" charset="2"/>
              </a:rPr>
              <a:t>6)  Take distance 1 to P in compass and mark it on tangent from point 1 on circle (means one division less than distance AP).</a:t>
            </a:r>
          </a:p>
          <a:p>
            <a:pPr eaLnBrk="1" hangingPunct="1"/>
            <a:r>
              <a:rPr lang="en-US" altLang="en-US" sz="1200">
                <a:latin typeface="Tahoma" panose="020B0604030504040204" pitchFamily="34" charset="0"/>
                <a:sym typeface="Symbol" panose="05050102010706020507" pitchFamily="18" charset="2"/>
              </a:rPr>
              <a:t>7)  Name this point P1 </a:t>
            </a:r>
          </a:p>
          <a:p>
            <a:pPr eaLnBrk="1" hangingPunct="1"/>
            <a:r>
              <a:rPr lang="en-US" altLang="en-US" sz="1200">
                <a:latin typeface="Tahoma" panose="020B0604030504040204" pitchFamily="34" charset="0"/>
                <a:sym typeface="Symbol" panose="05050102010706020507" pitchFamily="18" charset="2"/>
              </a:rPr>
              <a:t>8)  Take 2-B distance in compass and mark it on the tangent from point 2. Name it point P2.</a:t>
            </a:r>
          </a:p>
          <a:p>
            <a:pPr eaLnBrk="1" hangingPunct="1"/>
            <a:r>
              <a:rPr lang="en-US" altLang="en-US" sz="1200">
                <a:latin typeface="Tahoma" panose="020B0604030504040204" pitchFamily="34" charset="0"/>
                <a:sym typeface="Symbol" panose="05050102010706020507" pitchFamily="18" charset="2"/>
              </a:rPr>
              <a:t>9)  Similarly take 3 to P, 4 to P, 5 to P up to 7 to P distance in compass and mark on respective tangents and locate P3, P4, P5 up to P8 (i.e. A) points and join them in smooth curve it is an INVOLUTE of a given circle.</a:t>
            </a:r>
          </a:p>
        </p:txBody>
      </p:sp>
      <p:sp>
        <p:nvSpPr>
          <p:cNvPr id="7213" name="TextBox 55"/>
          <p:cNvSpPr txBox="1">
            <a:spLocks noChangeArrowheads="1"/>
          </p:cNvSpPr>
          <p:nvPr/>
        </p:nvSpPr>
        <p:spPr bwMode="auto">
          <a:xfrm>
            <a:off x="76200" y="214313"/>
            <a:ext cx="90535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latin typeface="Garamond" panose="02020404030301010803" pitchFamily="18" charset="0"/>
              </a:rPr>
              <a:t>Draw the involute of a circle, 40 mm in diameter. Also draw the tangent and normal at a point on the curve at a distance of 100 mm from the centre of the circle. </a:t>
            </a:r>
            <a:endParaRPr lang="en-US" altLang="en-US">
              <a:latin typeface="Garamond" panose="02020404030301010803" pitchFamily="18" charset="0"/>
            </a:endParaRPr>
          </a:p>
          <a:p>
            <a:pPr eaLnBrk="1" hangingPunct="1"/>
            <a:endParaRPr lang="en-US" altLang="en-US"/>
          </a:p>
        </p:txBody>
      </p:sp>
    </p:spTree>
    <p:extLst>
      <p:ext uri="{BB962C8B-B14F-4D97-AF65-F5344CB8AC3E}">
        <p14:creationId xmlns:p14="http://schemas.microsoft.com/office/powerpoint/2010/main" val="2479320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3"/>
                                        </p:tgtEl>
                                        <p:attrNameLst>
                                          <p:attrName>style.visibility</p:attrName>
                                        </p:attrNameLst>
                                      </p:cBhvr>
                                      <p:to>
                                        <p:strVal val="visible"/>
                                      </p:to>
                                    </p:set>
                                    <p:anim calcmode="lin" valueType="num">
                                      <p:cBhvr additive="base">
                                        <p:cTn id="13" dur="500" fill="hold"/>
                                        <p:tgtEl>
                                          <p:spTgt spid="183"/>
                                        </p:tgtEl>
                                        <p:attrNameLst>
                                          <p:attrName>ppt_x</p:attrName>
                                        </p:attrNameLst>
                                      </p:cBhvr>
                                      <p:tavLst>
                                        <p:tav tm="0">
                                          <p:val>
                                            <p:strVal val="#ppt_x"/>
                                          </p:val>
                                        </p:tav>
                                        <p:tav tm="100000">
                                          <p:val>
                                            <p:strVal val="#ppt_x"/>
                                          </p:val>
                                        </p:tav>
                                      </p:tavLst>
                                    </p:anim>
                                    <p:anim calcmode="lin" valueType="num">
                                      <p:cBhvr additive="base">
                                        <p:cTn id="14" dur="500" fill="hold"/>
                                        <p:tgtEl>
                                          <p:spTgt spid="18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5"/>
                                        </p:tgtEl>
                                        <p:attrNameLst>
                                          <p:attrName>style.visibility</p:attrName>
                                        </p:attrNameLst>
                                      </p:cBhvr>
                                      <p:to>
                                        <p:strVal val="visible"/>
                                      </p:to>
                                    </p:set>
                                    <p:anim calcmode="lin" valueType="num">
                                      <p:cBhvr>
                                        <p:cTn id="19" dur="500" fill="hold"/>
                                        <p:tgtEl>
                                          <p:spTgt spid="105"/>
                                        </p:tgtEl>
                                        <p:attrNameLst>
                                          <p:attrName>ppt_w</p:attrName>
                                        </p:attrNameLst>
                                      </p:cBhvr>
                                      <p:tavLst>
                                        <p:tav tm="0">
                                          <p:val>
                                            <p:fltVal val="0"/>
                                          </p:val>
                                        </p:tav>
                                        <p:tav tm="100000">
                                          <p:val>
                                            <p:strVal val="#ppt_w"/>
                                          </p:val>
                                        </p:tav>
                                      </p:tavLst>
                                    </p:anim>
                                    <p:anim calcmode="lin" valueType="num">
                                      <p:cBhvr>
                                        <p:cTn id="20" dur="500" fill="hold"/>
                                        <p:tgtEl>
                                          <p:spTgt spid="105"/>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106"/>
                                        </p:tgtEl>
                                        <p:attrNameLst>
                                          <p:attrName>style.visibility</p:attrName>
                                        </p:attrNameLst>
                                      </p:cBhvr>
                                      <p:to>
                                        <p:strVal val="visible"/>
                                      </p:to>
                                    </p:set>
                                    <p:anim calcmode="lin" valueType="num">
                                      <p:cBhvr>
                                        <p:cTn id="25" dur="500" fill="hold"/>
                                        <p:tgtEl>
                                          <p:spTgt spid="106"/>
                                        </p:tgtEl>
                                        <p:attrNameLst>
                                          <p:attrName>ppt_w</p:attrName>
                                        </p:attrNameLst>
                                      </p:cBhvr>
                                      <p:tavLst>
                                        <p:tav tm="0">
                                          <p:val>
                                            <p:fltVal val="0"/>
                                          </p:val>
                                        </p:tav>
                                        <p:tav tm="100000">
                                          <p:val>
                                            <p:strVal val="#ppt_w"/>
                                          </p:val>
                                        </p:tav>
                                      </p:tavLst>
                                    </p:anim>
                                    <p:anim calcmode="lin" valueType="num">
                                      <p:cBhvr>
                                        <p:cTn id="26" dur="500" fill="hold"/>
                                        <p:tgtEl>
                                          <p:spTgt spid="106"/>
                                        </p:tgtEl>
                                        <p:attrNameLst>
                                          <p:attrName>ppt_h</p:attrName>
                                        </p:attrNameLst>
                                      </p:cBhvr>
                                      <p:tavLst>
                                        <p:tav tm="0">
                                          <p:val>
                                            <p:fltVal val="0"/>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anim calcmode="lin" valueType="num">
                                      <p:cBhvr>
                                        <p:cTn id="31" dur="500" fill="hold"/>
                                        <p:tgtEl>
                                          <p:spTgt spid="107"/>
                                        </p:tgtEl>
                                        <p:attrNameLst>
                                          <p:attrName>ppt_w</p:attrName>
                                        </p:attrNameLst>
                                      </p:cBhvr>
                                      <p:tavLst>
                                        <p:tav tm="0">
                                          <p:val>
                                            <p:fltVal val="0"/>
                                          </p:val>
                                        </p:tav>
                                        <p:tav tm="100000">
                                          <p:val>
                                            <p:strVal val="#ppt_w"/>
                                          </p:val>
                                        </p:tav>
                                      </p:tavLst>
                                    </p:anim>
                                    <p:anim calcmode="lin" valueType="num">
                                      <p:cBhvr>
                                        <p:cTn id="32" dur="500" fill="hold"/>
                                        <p:tgtEl>
                                          <p:spTgt spid="107"/>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108"/>
                                        </p:tgtEl>
                                        <p:attrNameLst>
                                          <p:attrName>style.visibility</p:attrName>
                                        </p:attrNameLst>
                                      </p:cBhvr>
                                      <p:to>
                                        <p:strVal val="visible"/>
                                      </p:to>
                                    </p:set>
                                    <p:anim calcmode="lin" valueType="num">
                                      <p:cBhvr>
                                        <p:cTn id="37" dur="500" fill="hold"/>
                                        <p:tgtEl>
                                          <p:spTgt spid="108"/>
                                        </p:tgtEl>
                                        <p:attrNameLst>
                                          <p:attrName>ppt_w</p:attrName>
                                        </p:attrNameLst>
                                      </p:cBhvr>
                                      <p:tavLst>
                                        <p:tav tm="0">
                                          <p:val>
                                            <p:fltVal val="0"/>
                                          </p:val>
                                        </p:tav>
                                        <p:tav tm="100000">
                                          <p:val>
                                            <p:strVal val="#ppt_w"/>
                                          </p:val>
                                        </p:tav>
                                      </p:tavLst>
                                    </p:anim>
                                    <p:anim calcmode="lin" valueType="num">
                                      <p:cBhvr>
                                        <p:cTn id="38" dur="500" fill="hold"/>
                                        <p:tgtEl>
                                          <p:spTgt spid="108"/>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109"/>
                                        </p:tgtEl>
                                        <p:attrNameLst>
                                          <p:attrName>style.visibility</p:attrName>
                                        </p:attrNameLst>
                                      </p:cBhvr>
                                      <p:to>
                                        <p:strVal val="visible"/>
                                      </p:to>
                                    </p:set>
                                    <p:anim calcmode="lin" valueType="num">
                                      <p:cBhvr>
                                        <p:cTn id="43" dur="500" fill="hold"/>
                                        <p:tgtEl>
                                          <p:spTgt spid="109"/>
                                        </p:tgtEl>
                                        <p:attrNameLst>
                                          <p:attrName>ppt_w</p:attrName>
                                        </p:attrNameLst>
                                      </p:cBhvr>
                                      <p:tavLst>
                                        <p:tav tm="0">
                                          <p:val>
                                            <p:fltVal val="0"/>
                                          </p:val>
                                        </p:tav>
                                        <p:tav tm="100000">
                                          <p:val>
                                            <p:strVal val="#ppt_w"/>
                                          </p:val>
                                        </p:tav>
                                      </p:tavLst>
                                    </p:anim>
                                    <p:anim calcmode="lin" valueType="num">
                                      <p:cBhvr>
                                        <p:cTn id="44" dur="500" fill="hold"/>
                                        <p:tgtEl>
                                          <p:spTgt spid="109"/>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p:cTn id="49" dur="500" fill="hold"/>
                                        <p:tgtEl>
                                          <p:spTgt spid="4"/>
                                        </p:tgtEl>
                                        <p:attrNameLst>
                                          <p:attrName>ppt_w</p:attrName>
                                        </p:attrNameLst>
                                      </p:cBhvr>
                                      <p:tavLst>
                                        <p:tav tm="0">
                                          <p:val>
                                            <p:fltVal val="0"/>
                                          </p:val>
                                        </p:tav>
                                        <p:tav tm="100000">
                                          <p:val>
                                            <p:strVal val="#ppt_w"/>
                                          </p:val>
                                        </p:tav>
                                      </p:tavLst>
                                    </p:anim>
                                    <p:anim calcmode="lin" valueType="num">
                                      <p:cBhvr>
                                        <p:cTn id="50"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10"/>
                                        </p:tgtEl>
                                        <p:attrNameLst>
                                          <p:attrName>style.visibility</p:attrName>
                                        </p:attrNameLst>
                                      </p:cBhvr>
                                      <p:to>
                                        <p:strVal val="visible"/>
                                      </p:to>
                                    </p:set>
                                    <p:anim calcmode="lin" valueType="num">
                                      <p:cBhvr additive="base">
                                        <p:cTn id="55" dur="500" fill="hold"/>
                                        <p:tgtEl>
                                          <p:spTgt spid="110"/>
                                        </p:tgtEl>
                                        <p:attrNameLst>
                                          <p:attrName>ppt_x</p:attrName>
                                        </p:attrNameLst>
                                      </p:cBhvr>
                                      <p:tavLst>
                                        <p:tav tm="0">
                                          <p:val>
                                            <p:strVal val="#ppt_x"/>
                                          </p:val>
                                        </p:tav>
                                        <p:tav tm="100000">
                                          <p:val>
                                            <p:strVal val="#ppt_x"/>
                                          </p:val>
                                        </p:tav>
                                      </p:tavLst>
                                    </p:anim>
                                    <p:anim calcmode="lin" valueType="num">
                                      <p:cBhvr additive="base">
                                        <p:cTn id="56" dur="500" fill="hold"/>
                                        <p:tgtEl>
                                          <p:spTgt spid="110"/>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82"/>
                                        </p:tgtEl>
                                        <p:attrNameLst>
                                          <p:attrName>style.visibility</p:attrName>
                                        </p:attrNameLst>
                                      </p:cBhvr>
                                      <p:to>
                                        <p:strVal val="visible"/>
                                      </p:to>
                                    </p:set>
                                    <p:anim calcmode="lin" valueType="num">
                                      <p:cBhvr additive="base">
                                        <p:cTn id="61" dur="500" fill="hold"/>
                                        <p:tgtEl>
                                          <p:spTgt spid="182"/>
                                        </p:tgtEl>
                                        <p:attrNameLst>
                                          <p:attrName>ppt_x</p:attrName>
                                        </p:attrNameLst>
                                      </p:cBhvr>
                                      <p:tavLst>
                                        <p:tav tm="0">
                                          <p:val>
                                            <p:strVal val="#ppt_x"/>
                                          </p:val>
                                        </p:tav>
                                        <p:tav tm="100000">
                                          <p:val>
                                            <p:strVal val="#ppt_x"/>
                                          </p:val>
                                        </p:tav>
                                      </p:tavLst>
                                    </p:anim>
                                    <p:anim calcmode="lin" valueType="num">
                                      <p:cBhvr additive="base">
                                        <p:cTn id="62" dur="500" fill="hold"/>
                                        <p:tgtEl>
                                          <p:spTgt spid="182"/>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25"/>
                                        </p:tgtEl>
                                        <p:attrNameLst>
                                          <p:attrName>style.visibility</p:attrName>
                                        </p:attrNameLst>
                                      </p:cBhvr>
                                      <p:to>
                                        <p:strVal val="visible"/>
                                      </p:to>
                                    </p:set>
                                    <p:anim calcmode="lin" valueType="num">
                                      <p:cBhvr additive="base">
                                        <p:cTn id="67" dur="500" fill="hold"/>
                                        <p:tgtEl>
                                          <p:spTgt spid="125"/>
                                        </p:tgtEl>
                                        <p:attrNameLst>
                                          <p:attrName>ppt_x</p:attrName>
                                        </p:attrNameLst>
                                      </p:cBhvr>
                                      <p:tavLst>
                                        <p:tav tm="0">
                                          <p:val>
                                            <p:strVal val="1+#ppt_w/2"/>
                                          </p:val>
                                        </p:tav>
                                        <p:tav tm="100000">
                                          <p:val>
                                            <p:strVal val="#ppt_x"/>
                                          </p:val>
                                        </p:tav>
                                      </p:tavLst>
                                    </p:anim>
                                    <p:anim calcmode="lin" valueType="num">
                                      <p:cBhvr additive="base">
                                        <p:cTn id="68" dur="500" fill="hold"/>
                                        <p:tgtEl>
                                          <p:spTgt spid="125"/>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32"/>
                                        </p:tgtEl>
                                        <p:attrNameLst>
                                          <p:attrName>style.visibility</p:attrName>
                                        </p:attrNameLst>
                                      </p:cBhvr>
                                      <p:to>
                                        <p:strVal val="visible"/>
                                      </p:to>
                                    </p:set>
                                    <p:anim calcmode="lin" valueType="num">
                                      <p:cBhvr additive="base">
                                        <p:cTn id="73" dur="500" fill="hold"/>
                                        <p:tgtEl>
                                          <p:spTgt spid="132"/>
                                        </p:tgtEl>
                                        <p:attrNameLst>
                                          <p:attrName>ppt_x</p:attrName>
                                        </p:attrNameLst>
                                      </p:cBhvr>
                                      <p:tavLst>
                                        <p:tav tm="0">
                                          <p:val>
                                            <p:strVal val="1+#ppt_w/2"/>
                                          </p:val>
                                        </p:tav>
                                        <p:tav tm="100000">
                                          <p:val>
                                            <p:strVal val="#ppt_x"/>
                                          </p:val>
                                        </p:tav>
                                      </p:tavLst>
                                    </p:anim>
                                    <p:anim calcmode="lin" valueType="num">
                                      <p:cBhvr additive="base">
                                        <p:cTn id="74" dur="500" fill="hold"/>
                                        <p:tgtEl>
                                          <p:spTgt spid="132"/>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8"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p:cTn id="79" dur="500" fill="hold"/>
                                        <p:tgtEl>
                                          <p:spTgt spid="12"/>
                                        </p:tgtEl>
                                        <p:attrNameLst>
                                          <p:attrName>ppt_x</p:attrName>
                                        </p:attrNameLst>
                                      </p:cBhvr>
                                      <p:tavLst>
                                        <p:tav tm="0">
                                          <p:val>
                                            <p:strVal val="#ppt_x-#ppt_w/2"/>
                                          </p:val>
                                        </p:tav>
                                        <p:tav tm="100000">
                                          <p:val>
                                            <p:strVal val="#ppt_x"/>
                                          </p:val>
                                        </p:tav>
                                      </p:tavLst>
                                    </p:anim>
                                    <p:anim calcmode="lin" valueType="num">
                                      <p:cBhvr>
                                        <p:cTn id="80" dur="500" fill="hold"/>
                                        <p:tgtEl>
                                          <p:spTgt spid="12"/>
                                        </p:tgtEl>
                                        <p:attrNameLst>
                                          <p:attrName>ppt_y</p:attrName>
                                        </p:attrNameLst>
                                      </p:cBhvr>
                                      <p:tavLst>
                                        <p:tav tm="0">
                                          <p:val>
                                            <p:strVal val="#ppt_y"/>
                                          </p:val>
                                        </p:tav>
                                        <p:tav tm="100000">
                                          <p:val>
                                            <p:strVal val="#ppt_y"/>
                                          </p:val>
                                        </p:tav>
                                      </p:tavLst>
                                    </p:anim>
                                    <p:anim calcmode="lin" valueType="num">
                                      <p:cBhvr>
                                        <p:cTn id="81" dur="500" fill="hold"/>
                                        <p:tgtEl>
                                          <p:spTgt spid="12"/>
                                        </p:tgtEl>
                                        <p:attrNameLst>
                                          <p:attrName>ppt_w</p:attrName>
                                        </p:attrNameLst>
                                      </p:cBhvr>
                                      <p:tavLst>
                                        <p:tav tm="0">
                                          <p:val>
                                            <p:fltVal val="0"/>
                                          </p:val>
                                        </p:tav>
                                        <p:tav tm="100000">
                                          <p:val>
                                            <p:strVal val="#ppt_w"/>
                                          </p:val>
                                        </p:tav>
                                      </p:tavLst>
                                    </p:anim>
                                    <p:anim calcmode="lin" valueType="num">
                                      <p:cBhvr>
                                        <p:cTn id="82"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nodeType="clickEffect">
                                  <p:stCondLst>
                                    <p:cond delay="0"/>
                                  </p:stCondLst>
                                  <p:childTnLst>
                                    <p:set>
                                      <p:cBhvr>
                                        <p:cTn id="86" dur="1" fill="hold">
                                          <p:stCondLst>
                                            <p:cond delay="0"/>
                                          </p:stCondLst>
                                        </p:cTn>
                                        <p:tgtEl>
                                          <p:spTgt spid="111"/>
                                        </p:tgtEl>
                                        <p:attrNameLst>
                                          <p:attrName>style.visibility</p:attrName>
                                        </p:attrNameLst>
                                      </p:cBhvr>
                                      <p:to>
                                        <p:strVal val="visible"/>
                                      </p:to>
                                    </p:set>
                                    <p:anim calcmode="lin" valueType="num">
                                      <p:cBhvr additive="base">
                                        <p:cTn id="87" dur="500" fill="hold"/>
                                        <p:tgtEl>
                                          <p:spTgt spid="111"/>
                                        </p:tgtEl>
                                        <p:attrNameLst>
                                          <p:attrName>ppt_x</p:attrName>
                                        </p:attrNameLst>
                                      </p:cBhvr>
                                      <p:tavLst>
                                        <p:tav tm="0">
                                          <p:val>
                                            <p:strVal val="#ppt_x"/>
                                          </p:val>
                                        </p:tav>
                                        <p:tav tm="100000">
                                          <p:val>
                                            <p:strVal val="#ppt_x"/>
                                          </p:val>
                                        </p:tav>
                                      </p:tavLst>
                                    </p:anim>
                                    <p:anim calcmode="lin" valueType="num">
                                      <p:cBhvr additive="base">
                                        <p:cTn id="88"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4" fill="hold" nodeType="click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additive="base">
                                        <p:cTn id="93" dur="500" fill="hold"/>
                                        <p:tgtEl>
                                          <p:spTgt spid="112"/>
                                        </p:tgtEl>
                                        <p:attrNameLst>
                                          <p:attrName>ppt_x</p:attrName>
                                        </p:attrNameLst>
                                      </p:cBhvr>
                                      <p:tavLst>
                                        <p:tav tm="0">
                                          <p:val>
                                            <p:strVal val="#ppt_x"/>
                                          </p:val>
                                        </p:tav>
                                        <p:tav tm="100000">
                                          <p:val>
                                            <p:strVal val="#ppt_x"/>
                                          </p:val>
                                        </p:tav>
                                      </p:tavLst>
                                    </p:anim>
                                    <p:anim calcmode="lin" valueType="num">
                                      <p:cBhvr additive="base">
                                        <p:cTn id="94" dur="500" fill="hold"/>
                                        <p:tgtEl>
                                          <p:spTgt spid="112"/>
                                        </p:tgtEl>
                                        <p:attrNameLst>
                                          <p:attrName>ppt_y</p:attrName>
                                        </p:attrNameLst>
                                      </p:cBhvr>
                                      <p:tavLst>
                                        <p:tav tm="0">
                                          <p:val>
                                            <p:strVal val="1+#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4" fill="hold" nodeType="clickEffect">
                                  <p:stCondLst>
                                    <p:cond delay="0"/>
                                  </p:stCondLst>
                                  <p:childTnLst>
                                    <p:set>
                                      <p:cBhvr>
                                        <p:cTn id="98" dur="1" fill="hold">
                                          <p:stCondLst>
                                            <p:cond delay="0"/>
                                          </p:stCondLst>
                                        </p:cTn>
                                        <p:tgtEl>
                                          <p:spTgt spid="113"/>
                                        </p:tgtEl>
                                        <p:attrNameLst>
                                          <p:attrName>style.visibility</p:attrName>
                                        </p:attrNameLst>
                                      </p:cBhvr>
                                      <p:to>
                                        <p:strVal val="visible"/>
                                      </p:to>
                                    </p:set>
                                    <p:anim calcmode="lin" valueType="num">
                                      <p:cBhvr additive="base">
                                        <p:cTn id="99" dur="500" fill="hold"/>
                                        <p:tgtEl>
                                          <p:spTgt spid="113"/>
                                        </p:tgtEl>
                                        <p:attrNameLst>
                                          <p:attrName>ppt_x</p:attrName>
                                        </p:attrNameLst>
                                      </p:cBhvr>
                                      <p:tavLst>
                                        <p:tav tm="0">
                                          <p:val>
                                            <p:strVal val="#ppt_x"/>
                                          </p:val>
                                        </p:tav>
                                        <p:tav tm="100000">
                                          <p:val>
                                            <p:strVal val="#ppt_x"/>
                                          </p:val>
                                        </p:tav>
                                      </p:tavLst>
                                    </p:anim>
                                    <p:anim calcmode="lin" valueType="num">
                                      <p:cBhvr additive="base">
                                        <p:cTn id="100" dur="500" fill="hold"/>
                                        <p:tgtEl>
                                          <p:spTgt spid="113"/>
                                        </p:tgtEl>
                                        <p:attrNameLst>
                                          <p:attrName>ppt_y</p:attrName>
                                        </p:attrNameLst>
                                      </p:cBhvr>
                                      <p:tavLst>
                                        <p:tav tm="0">
                                          <p:val>
                                            <p:strVal val="1+#ppt_h/2"/>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4" fill="hold" nodeType="clickEffect">
                                  <p:stCondLst>
                                    <p:cond delay="0"/>
                                  </p:stCondLst>
                                  <p:childTnLst>
                                    <p:set>
                                      <p:cBhvr>
                                        <p:cTn id="104" dur="1" fill="hold">
                                          <p:stCondLst>
                                            <p:cond delay="0"/>
                                          </p:stCondLst>
                                        </p:cTn>
                                        <p:tgtEl>
                                          <p:spTgt spid="114"/>
                                        </p:tgtEl>
                                        <p:attrNameLst>
                                          <p:attrName>style.visibility</p:attrName>
                                        </p:attrNameLst>
                                      </p:cBhvr>
                                      <p:to>
                                        <p:strVal val="visible"/>
                                      </p:to>
                                    </p:set>
                                    <p:anim calcmode="lin" valueType="num">
                                      <p:cBhvr additive="base">
                                        <p:cTn id="105" dur="500" fill="hold"/>
                                        <p:tgtEl>
                                          <p:spTgt spid="114"/>
                                        </p:tgtEl>
                                        <p:attrNameLst>
                                          <p:attrName>ppt_x</p:attrName>
                                        </p:attrNameLst>
                                      </p:cBhvr>
                                      <p:tavLst>
                                        <p:tav tm="0">
                                          <p:val>
                                            <p:strVal val="#ppt_x"/>
                                          </p:val>
                                        </p:tav>
                                        <p:tav tm="100000">
                                          <p:val>
                                            <p:strVal val="#ppt_x"/>
                                          </p:val>
                                        </p:tav>
                                      </p:tavLst>
                                    </p:anim>
                                    <p:anim calcmode="lin" valueType="num">
                                      <p:cBhvr additive="base">
                                        <p:cTn id="106"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4" fill="hold" nodeType="clickEffect">
                                  <p:stCondLst>
                                    <p:cond delay="0"/>
                                  </p:stCondLst>
                                  <p:childTnLst>
                                    <p:set>
                                      <p:cBhvr>
                                        <p:cTn id="110" dur="1" fill="hold">
                                          <p:stCondLst>
                                            <p:cond delay="0"/>
                                          </p:stCondLst>
                                        </p:cTn>
                                        <p:tgtEl>
                                          <p:spTgt spid="115"/>
                                        </p:tgtEl>
                                        <p:attrNameLst>
                                          <p:attrName>style.visibility</p:attrName>
                                        </p:attrNameLst>
                                      </p:cBhvr>
                                      <p:to>
                                        <p:strVal val="visible"/>
                                      </p:to>
                                    </p:set>
                                    <p:anim calcmode="lin" valueType="num">
                                      <p:cBhvr additive="base">
                                        <p:cTn id="111" dur="500" fill="hold"/>
                                        <p:tgtEl>
                                          <p:spTgt spid="115"/>
                                        </p:tgtEl>
                                        <p:attrNameLst>
                                          <p:attrName>ppt_x</p:attrName>
                                        </p:attrNameLst>
                                      </p:cBhvr>
                                      <p:tavLst>
                                        <p:tav tm="0">
                                          <p:val>
                                            <p:strVal val="#ppt_x"/>
                                          </p:val>
                                        </p:tav>
                                        <p:tav tm="100000">
                                          <p:val>
                                            <p:strVal val="#ppt_x"/>
                                          </p:val>
                                        </p:tav>
                                      </p:tavLst>
                                    </p:anim>
                                    <p:anim calcmode="lin" valueType="num">
                                      <p:cBhvr additive="base">
                                        <p:cTn id="112"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4" fill="hold" nodeType="clickEffect">
                                  <p:stCondLst>
                                    <p:cond delay="0"/>
                                  </p:stCondLst>
                                  <p:childTnLst>
                                    <p:set>
                                      <p:cBhvr>
                                        <p:cTn id="116" dur="1" fill="hold">
                                          <p:stCondLst>
                                            <p:cond delay="0"/>
                                          </p:stCondLst>
                                        </p:cTn>
                                        <p:tgtEl>
                                          <p:spTgt spid="116"/>
                                        </p:tgtEl>
                                        <p:attrNameLst>
                                          <p:attrName>style.visibility</p:attrName>
                                        </p:attrNameLst>
                                      </p:cBhvr>
                                      <p:to>
                                        <p:strVal val="visible"/>
                                      </p:to>
                                    </p:set>
                                    <p:anim calcmode="lin" valueType="num">
                                      <p:cBhvr additive="base">
                                        <p:cTn id="117" dur="500" fill="hold"/>
                                        <p:tgtEl>
                                          <p:spTgt spid="116"/>
                                        </p:tgtEl>
                                        <p:attrNameLst>
                                          <p:attrName>ppt_x</p:attrName>
                                        </p:attrNameLst>
                                      </p:cBhvr>
                                      <p:tavLst>
                                        <p:tav tm="0">
                                          <p:val>
                                            <p:strVal val="#ppt_x"/>
                                          </p:val>
                                        </p:tav>
                                        <p:tav tm="100000">
                                          <p:val>
                                            <p:strVal val="#ppt_x"/>
                                          </p:val>
                                        </p:tav>
                                      </p:tavLst>
                                    </p:anim>
                                    <p:anim calcmode="lin" valueType="num">
                                      <p:cBhvr additive="base">
                                        <p:cTn id="118" dur="500" fill="hold"/>
                                        <p:tgtEl>
                                          <p:spTgt spid="116"/>
                                        </p:tgtEl>
                                        <p:attrNameLst>
                                          <p:attrName>ppt_y</p:attrName>
                                        </p:attrNameLst>
                                      </p:cBhvr>
                                      <p:tavLst>
                                        <p:tav tm="0">
                                          <p:val>
                                            <p:strVal val="1+#ppt_h/2"/>
                                          </p:val>
                                        </p:tav>
                                        <p:tav tm="100000">
                                          <p:val>
                                            <p:strVal val="#ppt_y"/>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 presetClass="entr" presetSubtype="4" fill="hold" nodeType="clickEffect">
                                  <p:stCondLst>
                                    <p:cond delay="0"/>
                                  </p:stCondLst>
                                  <p:childTnLst>
                                    <p:set>
                                      <p:cBhvr>
                                        <p:cTn id="122" dur="1" fill="hold">
                                          <p:stCondLst>
                                            <p:cond delay="0"/>
                                          </p:stCondLst>
                                        </p:cTn>
                                        <p:tgtEl>
                                          <p:spTgt spid="117"/>
                                        </p:tgtEl>
                                        <p:attrNameLst>
                                          <p:attrName>style.visibility</p:attrName>
                                        </p:attrNameLst>
                                      </p:cBhvr>
                                      <p:to>
                                        <p:strVal val="visible"/>
                                      </p:to>
                                    </p:set>
                                    <p:anim calcmode="lin" valueType="num">
                                      <p:cBhvr additive="base">
                                        <p:cTn id="123" dur="500" fill="hold"/>
                                        <p:tgtEl>
                                          <p:spTgt spid="117"/>
                                        </p:tgtEl>
                                        <p:attrNameLst>
                                          <p:attrName>ppt_x</p:attrName>
                                        </p:attrNameLst>
                                      </p:cBhvr>
                                      <p:tavLst>
                                        <p:tav tm="0">
                                          <p:val>
                                            <p:strVal val="#ppt_x"/>
                                          </p:val>
                                        </p:tav>
                                        <p:tav tm="100000">
                                          <p:val>
                                            <p:strVal val="#ppt_x"/>
                                          </p:val>
                                        </p:tav>
                                      </p:tavLst>
                                    </p:anim>
                                    <p:anim calcmode="lin" valueType="num">
                                      <p:cBhvr additive="base">
                                        <p:cTn id="124"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4" fill="hold" nodeType="clickEffect">
                                  <p:stCondLst>
                                    <p:cond delay="0"/>
                                  </p:stCondLst>
                                  <p:childTnLst>
                                    <p:set>
                                      <p:cBhvr>
                                        <p:cTn id="128" dur="1" fill="hold">
                                          <p:stCondLst>
                                            <p:cond delay="0"/>
                                          </p:stCondLst>
                                        </p:cTn>
                                        <p:tgtEl>
                                          <p:spTgt spid="118"/>
                                        </p:tgtEl>
                                        <p:attrNameLst>
                                          <p:attrName>style.visibility</p:attrName>
                                        </p:attrNameLst>
                                      </p:cBhvr>
                                      <p:to>
                                        <p:strVal val="visible"/>
                                      </p:to>
                                    </p:set>
                                    <p:anim calcmode="lin" valueType="num">
                                      <p:cBhvr additive="base">
                                        <p:cTn id="129" dur="500" fill="hold"/>
                                        <p:tgtEl>
                                          <p:spTgt spid="118"/>
                                        </p:tgtEl>
                                        <p:attrNameLst>
                                          <p:attrName>ppt_x</p:attrName>
                                        </p:attrNameLst>
                                      </p:cBhvr>
                                      <p:tavLst>
                                        <p:tav tm="0">
                                          <p:val>
                                            <p:strVal val="#ppt_x"/>
                                          </p:val>
                                        </p:tav>
                                        <p:tav tm="100000">
                                          <p:val>
                                            <p:strVal val="#ppt_x"/>
                                          </p:val>
                                        </p:tav>
                                      </p:tavLst>
                                    </p:anim>
                                    <p:anim calcmode="lin" valueType="num">
                                      <p:cBhvr additive="base">
                                        <p:cTn id="130" dur="500" fill="hold"/>
                                        <p:tgtEl>
                                          <p:spTgt spid="118"/>
                                        </p:tgtEl>
                                        <p:attrNameLst>
                                          <p:attrName>ppt_y</p:attrName>
                                        </p:attrNameLst>
                                      </p:cBhvr>
                                      <p:tavLst>
                                        <p:tav tm="0">
                                          <p:val>
                                            <p:strVal val="1+#ppt_h/2"/>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8" fill="hold" nodeType="clickEffect">
                                  <p:stCondLst>
                                    <p:cond delay="0"/>
                                  </p:stCondLst>
                                  <p:childTnLst>
                                    <p:set>
                                      <p:cBhvr>
                                        <p:cTn id="134" dur="1" fill="hold">
                                          <p:stCondLst>
                                            <p:cond delay="0"/>
                                          </p:stCondLst>
                                        </p:cTn>
                                        <p:tgtEl>
                                          <p:spTgt spid="3"/>
                                        </p:tgtEl>
                                        <p:attrNameLst>
                                          <p:attrName>style.visibility</p:attrName>
                                        </p:attrNameLst>
                                      </p:cBhvr>
                                      <p:to>
                                        <p:strVal val="visible"/>
                                      </p:to>
                                    </p:set>
                                    <p:anim calcmode="lin" valueType="num">
                                      <p:cBhvr>
                                        <p:cTn id="135" dur="500" fill="hold"/>
                                        <p:tgtEl>
                                          <p:spTgt spid="3"/>
                                        </p:tgtEl>
                                        <p:attrNameLst>
                                          <p:attrName>ppt_x</p:attrName>
                                        </p:attrNameLst>
                                      </p:cBhvr>
                                      <p:tavLst>
                                        <p:tav tm="0">
                                          <p:val>
                                            <p:strVal val="#ppt_x-#ppt_w/2"/>
                                          </p:val>
                                        </p:tav>
                                        <p:tav tm="100000">
                                          <p:val>
                                            <p:strVal val="#ppt_x"/>
                                          </p:val>
                                        </p:tav>
                                      </p:tavLst>
                                    </p:anim>
                                    <p:anim calcmode="lin" valueType="num">
                                      <p:cBhvr>
                                        <p:cTn id="136" dur="500" fill="hold"/>
                                        <p:tgtEl>
                                          <p:spTgt spid="3"/>
                                        </p:tgtEl>
                                        <p:attrNameLst>
                                          <p:attrName>ppt_y</p:attrName>
                                        </p:attrNameLst>
                                      </p:cBhvr>
                                      <p:tavLst>
                                        <p:tav tm="0">
                                          <p:val>
                                            <p:strVal val="#ppt_y"/>
                                          </p:val>
                                        </p:tav>
                                        <p:tav tm="100000">
                                          <p:val>
                                            <p:strVal val="#ppt_y"/>
                                          </p:val>
                                        </p:tav>
                                      </p:tavLst>
                                    </p:anim>
                                    <p:anim calcmode="lin" valueType="num">
                                      <p:cBhvr>
                                        <p:cTn id="137" dur="500" fill="hold"/>
                                        <p:tgtEl>
                                          <p:spTgt spid="3"/>
                                        </p:tgtEl>
                                        <p:attrNameLst>
                                          <p:attrName>ppt_w</p:attrName>
                                        </p:attrNameLst>
                                      </p:cBhvr>
                                      <p:tavLst>
                                        <p:tav tm="0">
                                          <p:val>
                                            <p:fltVal val="0"/>
                                          </p:val>
                                        </p:tav>
                                        <p:tav tm="100000">
                                          <p:val>
                                            <p:strVal val="#ppt_w"/>
                                          </p:val>
                                        </p:tav>
                                      </p:tavLst>
                                    </p:anim>
                                    <p:anim calcmode="lin" valueType="num">
                                      <p:cBhvr>
                                        <p:cTn id="13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8" presetClass="entr" presetSubtype="3" fill="hold" nodeType="clickEffect">
                                  <p:stCondLst>
                                    <p:cond delay="0"/>
                                  </p:stCondLst>
                                  <p:childTnLst>
                                    <p:set>
                                      <p:cBhvr>
                                        <p:cTn id="142" dur="1" fill="hold">
                                          <p:stCondLst>
                                            <p:cond delay="0"/>
                                          </p:stCondLst>
                                        </p:cTn>
                                        <p:tgtEl>
                                          <p:spTgt spid="124"/>
                                        </p:tgtEl>
                                        <p:attrNameLst>
                                          <p:attrName>style.visibility</p:attrName>
                                        </p:attrNameLst>
                                      </p:cBhvr>
                                      <p:to>
                                        <p:strVal val="visible"/>
                                      </p:to>
                                    </p:set>
                                    <p:animEffect transition="in" filter="strips(upRight)">
                                      <p:cBhvr>
                                        <p:cTn id="143" dur="500"/>
                                        <p:tgtEl>
                                          <p:spTgt spid="124"/>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4" fill="hold" nodeType="clickEffect">
                                  <p:stCondLst>
                                    <p:cond delay="0"/>
                                  </p:stCondLst>
                                  <p:childTnLst>
                                    <p:set>
                                      <p:cBhvr>
                                        <p:cTn id="147" dur="1" fill="hold">
                                          <p:stCondLst>
                                            <p:cond delay="0"/>
                                          </p:stCondLst>
                                        </p:cTn>
                                        <p:tgtEl>
                                          <p:spTgt spid="126"/>
                                        </p:tgtEl>
                                        <p:attrNameLst>
                                          <p:attrName>style.visibility</p:attrName>
                                        </p:attrNameLst>
                                      </p:cBhvr>
                                      <p:to>
                                        <p:strVal val="visible"/>
                                      </p:to>
                                    </p:set>
                                    <p:anim calcmode="lin" valueType="num">
                                      <p:cBhvr>
                                        <p:cTn id="148" dur="500" fill="hold"/>
                                        <p:tgtEl>
                                          <p:spTgt spid="126"/>
                                        </p:tgtEl>
                                        <p:attrNameLst>
                                          <p:attrName>ppt_x</p:attrName>
                                        </p:attrNameLst>
                                      </p:cBhvr>
                                      <p:tavLst>
                                        <p:tav tm="0">
                                          <p:val>
                                            <p:strVal val="#ppt_x"/>
                                          </p:val>
                                        </p:tav>
                                        <p:tav tm="100000">
                                          <p:val>
                                            <p:strVal val="#ppt_x"/>
                                          </p:val>
                                        </p:tav>
                                      </p:tavLst>
                                    </p:anim>
                                    <p:anim calcmode="lin" valueType="num">
                                      <p:cBhvr>
                                        <p:cTn id="149" dur="500" fill="hold"/>
                                        <p:tgtEl>
                                          <p:spTgt spid="126"/>
                                        </p:tgtEl>
                                        <p:attrNameLst>
                                          <p:attrName>ppt_y</p:attrName>
                                        </p:attrNameLst>
                                      </p:cBhvr>
                                      <p:tavLst>
                                        <p:tav tm="0">
                                          <p:val>
                                            <p:strVal val="#ppt_y+#ppt_h/2"/>
                                          </p:val>
                                        </p:tav>
                                        <p:tav tm="100000">
                                          <p:val>
                                            <p:strVal val="#ppt_y"/>
                                          </p:val>
                                        </p:tav>
                                      </p:tavLst>
                                    </p:anim>
                                    <p:anim calcmode="lin" valueType="num">
                                      <p:cBhvr>
                                        <p:cTn id="150" dur="500" fill="hold"/>
                                        <p:tgtEl>
                                          <p:spTgt spid="126"/>
                                        </p:tgtEl>
                                        <p:attrNameLst>
                                          <p:attrName>ppt_w</p:attrName>
                                        </p:attrNameLst>
                                      </p:cBhvr>
                                      <p:tavLst>
                                        <p:tav tm="0">
                                          <p:val>
                                            <p:strVal val="#ppt_w"/>
                                          </p:val>
                                        </p:tav>
                                        <p:tav tm="100000">
                                          <p:val>
                                            <p:strVal val="#ppt_w"/>
                                          </p:val>
                                        </p:tav>
                                      </p:tavLst>
                                    </p:anim>
                                    <p:anim calcmode="lin" valueType="num">
                                      <p:cBhvr>
                                        <p:cTn id="151" dur="500" fill="hold"/>
                                        <p:tgtEl>
                                          <p:spTgt spid="126"/>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8" presetClass="entr" presetSubtype="9" fill="hold" nodeType="clickEffect">
                                  <p:stCondLst>
                                    <p:cond delay="0"/>
                                  </p:stCondLst>
                                  <p:childTnLst>
                                    <p:set>
                                      <p:cBhvr>
                                        <p:cTn id="155" dur="1" fill="hold">
                                          <p:stCondLst>
                                            <p:cond delay="0"/>
                                          </p:stCondLst>
                                        </p:cTn>
                                        <p:tgtEl>
                                          <p:spTgt spid="127"/>
                                        </p:tgtEl>
                                        <p:attrNameLst>
                                          <p:attrName>style.visibility</p:attrName>
                                        </p:attrNameLst>
                                      </p:cBhvr>
                                      <p:to>
                                        <p:strVal val="visible"/>
                                      </p:to>
                                    </p:set>
                                    <p:animEffect transition="in" filter="strips(upLeft)">
                                      <p:cBhvr>
                                        <p:cTn id="156" dur="500"/>
                                        <p:tgtEl>
                                          <p:spTgt spid="127"/>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7" presetClass="entr" presetSubtype="2" fill="hold" nodeType="clickEffect">
                                  <p:stCondLst>
                                    <p:cond delay="0"/>
                                  </p:stCondLst>
                                  <p:childTnLst>
                                    <p:set>
                                      <p:cBhvr>
                                        <p:cTn id="160" dur="1" fill="hold">
                                          <p:stCondLst>
                                            <p:cond delay="0"/>
                                          </p:stCondLst>
                                        </p:cTn>
                                        <p:tgtEl>
                                          <p:spTgt spid="128"/>
                                        </p:tgtEl>
                                        <p:attrNameLst>
                                          <p:attrName>style.visibility</p:attrName>
                                        </p:attrNameLst>
                                      </p:cBhvr>
                                      <p:to>
                                        <p:strVal val="visible"/>
                                      </p:to>
                                    </p:set>
                                    <p:anim calcmode="lin" valueType="num">
                                      <p:cBhvr>
                                        <p:cTn id="161" dur="500" fill="hold"/>
                                        <p:tgtEl>
                                          <p:spTgt spid="128"/>
                                        </p:tgtEl>
                                        <p:attrNameLst>
                                          <p:attrName>ppt_x</p:attrName>
                                        </p:attrNameLst>
                                      </p:cBhvr>
                                      <p:tavLst>
                                        <p:tav tm="0">
                                          <p:val>
                                            <p:strVal val="#ppt_x+#ppt_w/2"/>
                                          </p:val>
                                        </p:tav>
                                        <p:tav tm="100000">
                                          <p:val>
                                            <p:strVal val="#ppt_x"/>
                                          </p:val>
                                        </p:tav>
                                      </p:tavLst>
                                    </p:anim>
                                    <p:anim calcmode="lin" valueType="num">
                                      <p:cBhvr>
                                        <p:cTn id="162" dur="500" fill="hold"/>
                                        <p:tgtEl>
                                          <p:spTgt spid="128"/>
                                        </p:tgtEl>
                                        <p:attrNameLst>
                                          <p:attrName>ppt_y</p:attrName>
                                        </p:attrNameLst>
                                      </p:cBhvr>
                                      <p:tavLst>
                                        <p:tav tm="0">
                                          <p:val>
                                            <p:strVal val="#ppt_y"/>
                                          </p:val>
                                        </p:tav>
                                        <p:tav tm="100000">
                                          <p:val>
                                            <p:strVal val="#ppt_y"/>
                                          </p:val>
                                        </p:tav>
                                      </p:tavLst>
                                    </p:anim>
                                    <p:anim calcmode="lin" valueType="num">
                                      <p:cBhvr>
                                        <p:cTn id="163" dur="500" fill="hold"/>
                                        <p:tgtEl>
                                          <p:spTgt spid="128"/>
                                        </p:tgtEl>
                                        <p:attrNameLst>
                                          <p:attrName>ppt_w</p:attrName>
                                        </p:attrNameLst>
                                      </p:cBhvr>
                                      <p:tavLst>
                                        <p:tav tm="0">
                                          <p:val>
                                            <p:fltVal val="0"/>
                                          </p:val>
                                        </p:tav>
                                        <p:tav tm="100000">
                                          <p:val>
                                            <p:strVal val="#ppt_w"/>
                                          </p:val>
                                        </p:tav>
                                      </p:tavLst>
                                    </p:anim>
                                    <p:anim calcmode="lin" valueType="num">
                                      <p:cBhvr>
                                        <p:cTn id="164" dur="500" fill="hold"/>
                                        <p:tgtEl>
                                          <p:spTgt spid="128"/>
                                        </p:tgtEl>
                                        <p:attrNameLst>
                                          <p:attrName>ppt_h</p:attrName>
                                        </p:attrNameLst>
                                      </p:cBhvr>
                                      <p:tavLst>
                                        <p:tav tm="0">
                                          <p:val>
                                            <p:strVal val="#ppt_h"/>
                                          </p:val>
                                        </p:tav>
                                        <p:tav tm="100000">
                                          <p:val>
                                            <p:strVal val="#ppt_h"/>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8" presetClass="entr" presetSubtype="12" fill="hold" nodeType="clickEffect">
                                  <p:stCondLst>
                                    <p:cond delay="0"/>
                                  </p:stCondLst>
                                  <p:childTnLst>
                                    <p:set>
                                      <p:cBhvr>
                                        <p:cTn id="168" dur="1" fill="hold">
                                          <p:stCondLst>
                                            <p:cond delay="0"/>
                                          </p:stCondLst>
                                        </p:cTn>
                                        <p:tgtEl>
                                          <p:spTgt spid="129"/>
                                        </p:tgtEl>
                                        <p:attrNameLst>
                                          <p:attrName>style.visibility</p:attrName>
                                        </p:attrNameLst>
                                      </p:cBhvr>
                                      <p:to>
                                        <p:strVal val="visible"/>
                                      </p:to>
                                    </p:set>
                                    <p:animEffect transition="in" filter="strips(downLeft)">
                                      <p:cBhvr>
                                        <p:cTn id="169" dur="500"/>
                                        <p:tgtEl>
                                          <p:spTgt spid="129"/>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7" presetClass="entr" presetSubtype="1" fill="hold" nodeType="clickEffect">
                                  <p:stCondLst>
                                    <p:cond delay="0"/>
                                  </p:stCondLst>
                                  <p:childTnLst>
                                    <p:set>
                                      <p:cBhvr>
                                        <p:cTn id="173" dur="1" fill="hold">
                                          <p:stCondLst>
                                            <p:cond delay="0"/>
                                          </p:stCondLst>
                                        </p:cTn>
                                        <p:tgtEl>
                                          <p:spTgt spid="130"/>
                                        </p:tgtEl>
                                        <p:attrNameLst>
                                          <p:attrName>style.visibility</p:attrName>
                                        </p:attrNameLst>
                                      </p:cBhvr>
                                      <p:to>
                                        <p:strVal val="visible"/>
                                      </p:to>
                                    </p:set>
                                    <p:anim calcmode="lin" valueType="num">
                                      <p:cBhvr>
                                        <p:cTn id="174" dur="500" fill="hold"/>
                                        <p:tgtEl>
                                          <p:spTgt spid="130"/>
                                        </p:tgtEl>
                                        <p:attrNameLst>
                                          <p:attrName>ppt_x</p:attrName>
                                        </p:attrNameLst>
                                      </p:cBhvr>
                                      <p:tavLst>
                                        <p:tav tm="0">
                                          <p:val>
                                            <p:strVal val="#ppt_x"/>
                                          </p:val>
                                        </p:tav>
                                        <p:tav tm="100000">
                                          <p:val>
                                            <p:strVal val="#ppt_x"/>
                                          </p:val>
                                        </p:tav>
                                      </p:tavLst>
                                    </p:anim>
                                    <p:anim calcmode="lin" valueType="num">
                                      <p:cBhvr>
                                        <p:cTn id="175" dur="500" fill="hold"/>
                                        <p:tgtEl>
                                          <p:spTgt spid="130"/>
                                        </p:tgtEl>
                                        <p:attrNameLst>
                                          <p:attrName>ppt_y</p:attrName>
                                        </p:attrNameLst>
                                      </p:cBhvr>
                                      <p:tavLst>
                                        <p:tav tm="0">
                                          <p:val>
                                            <p:strVal val="#ppt_y-#ppt_h/2"/>
                                          </p:val>
                                        </p:tav>
                                        <p:tav tm="100000">
                                          <p:val>
                                            <p:strVal val="#ppt_y"/>
                                          </p:val>
                                        </p:tav>
                                      </p:tavLst>
                                    </p:anim>
                                    <p:anim calcmode="lin" valueType="num">
                                      <p:cBhvr>
                                        <p:cTn id="176" dur="500" fill="hold"/>
                                        <p:tgtEl>
                                          <p:spTgt spid="130"/>
                                        </p:tgtEl>
                                        <p:attrNameLst>
                                          <p:attrName>ppt_w</p:attrName>
                                        </p:attrNameLst>
                                      </p:cBhvr>
                                      <p:tavLst>
                                        <p:tav tm="0">
                                          <p:val>
                                            <p:strVal val="#ppt_w"/>
                                          </p:val>
                                        </p:tav>
                                        <p:tav tm="100000">
                                          <p:val>
                                            <p:strVal val="#ppt_w"/>
                                          </p:val>
                                        </p:tav>
                                      </p:tavLst>
                                    </p:anim>
                                    <p:anim calcmode="lin" valueType="num">
                                      <p:cBhvr>
                                        <p:cTn id="177" dur="500" fill="hold"/>
                                        <p:tgtEl>
                                          <p:spTgt spid="130"/>
                                        </p:tgtEl>
                                        <p:attrNameLst>
                                          <p:attrName>ppt_h</p:attrName>
                                        </p:attrNameLst>
                                      </p:cBhvr>
                                      <p:tavLst>
                                        <p:tav tm="0">
                                          <p:val>
                                            <p:fltVal val="0"/>
                                          </p:val>
                                        </p:tav>
                                        <p:tav tm="100000">
                                          <p:val>
                                            <p:strVal val="#ppt_h"/>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8" presetClass="entr" presetSubtype="6" fill="hold" nodeType="clickEffect">
                                  <p:stCondLst>
                                    <p:cond delay="0"/>
                                  </p:stCondLst>
                                  <p:childTnLst>
                                    <p:set>
                                      <p:cBhvr>
                                        <p:cTn id="181" dur="1" fill="hold">
                                          <p:stCondLst>
                                            <p:cond delay="0"/>
                                          </p:stCondLst>
                                        </p:cTn>
                                        <p:tgtEl>
                                          <p:spTgt spid="131"/>
                                        </p:tgtEl>
                                        <p:attrNameLst>
                                          <p:attrName>style.visibility</p:attrName>
                                        </p:attrNameLst>
                                      </p:cBhvr>
                                      <p:to>
                                        <p:strVal val="visible"/>
                                      </p:to>
                                    </p:set>
                                    <p:animEffect transition="in" filter="strips(downRight)">
                                      <p:cBhvr>
                                        <p:cTn id="182" dur="500"/>
                                        <p:tgtEl>
                                          <p:spTgt spid="131"/>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0" fill="hold" nodeType="clickEffect">
                                  <p:stCondLst>
                                    <p:cond delay="0"/>
                                  </p:stCondLst>
                                  <p:childTnLst>
                                    <p:set>
                                      <p:cBhvr>
                                        <p:cTn id="186" dur="1" fill="hold">
                                          <p:stCondLst>
                                            <p:cond delay="0"/>
                                          </p:stCondLst>
                                        </p:cTn>
                                        <p:tgtEl>
                                          <p:spTgt spid="11"/>
                                        </p:tgtEl>
                                        <p:attrNameLst>
                                          <p:attrName>style.visibility</p:attrName>
                                        </p:attrNameLst>
                                      </p:cBhvr>
                                      <p:to>
                                        <p:strVal val="visible"/>
                                      </p:to>
                                    </p:set>
                                    <p:anim calcmode="lin" valueType="num">
                                      <p:cBhvr>
                                        <p:cTn id="187" dur="500" fill="hold"/>
                                        <p:tgtEl>
                                          <p:spTgt spid="11"/>
                                        </p:tgtEl>
                                        <p:attrNameLst>
                                          <p:attrName>ppt_w</p:attrName>
                                        </p:attrNameLst>
                                      </p:cBhvr>
                                      <p:tavLst>
                                        <p:tav tm="0">
                                          <p:val>
                                            <p:fltVal val="0"/>
                                          </p:val>
                                        </p:tav>
                                        <p:tav tm="100000">
                                          <p:val>
                                            <p:strVal val="#ppt_w"/>
                                          </p:val>
                                        </p:tav>
                                      </p:tavLst>
                                    </p:anim>
                                    <p:anim calcmode="lin" valueType="num">
                                      <p:cBhvr>
                                        <p:cTn id="188"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7" presetClass="entr" presetSubtype="10" fill="hold" nodeType="clickEffect">
                                  <p:stCondLst>
                                    <p:cond delay="0"/>
                                  </p:stCondLst>
                                  <p:childTnLst>
                                    <p:set>
                                      <p:cBhvr>
                                        <p:cTn id="192" dur="1" fill="hold">
                                          <p:stCondLst>
                                            <p:cond delay="0"/>
                                          </p:stCondLst>
                                        </p:cTn>
                                        <p:tgtEl>
                                          <p:spTgt spid="10"/>
                                        </p:tgtEl>
                                        <p:attrNameLst>
                                          <p:attrName>style.visibility</p:attrName>
                                        </p:attrNameLst>
                                      </p:cBhvr>
                                      <p:to>
                                        <p:strVal val="visible"/>
                                      </p:to>
                                    </p:set>
                                    <p:anim calcmode="lin" valueType="num">
                                      <p:cBhvr>
                                        <p:cTn id="193" dur="500" fill="hold"/>
                                        <p:tgtEl>
                                          <p:spTgt spid="10"/>
                                        </p:tgtEl>
                                        <p:attrNameLst>
                                          <p:attrName>ppt_w</p:attrName>
                                        </p:attrNameLst>
                                      </p:cBhvr>
                                      <p:tavLst>
                                        <p:tav tm="0">
                                          <p:val>
                                            <p:fltVal val="0"/>
                                          </p:val>
                                        </p:tav>
                                        <p:tav tm="100000">
                                          <p:val>
                                            <p:strVal val="#ppt_w"/>
                                          </p:val>
                                        </p:tav>
                                      </p:tavLst>
                                    </p:anim>
                                    <p:anim calcmode="lin" valueType="num">
                                      <p:cBhvr>
                                        <p:cTn id="194"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7" presetClass="entr" presetSubtype="10" fill="hold" nodeType="clickEffect">
                                  <p:stCondLst>
                                    <p:cond delay="0"/>
                                  </p:stCondLst>
                                  <p:childTnLst>
                                    <p:set>
                                      <p:cBhvr>
                                        <p:cTn id="198" dur="1" fill="hold">
                                          <p:stCondLst>
                                            <p:cond delay="0"/>
                                          </p:stCondLst>
                                        </p:cTn>
                                        <p:tgtEl>
                                          <p:spTgt spid="5"/>
                                        </p:tgtEl>
                                        <p:attrNameLst>
                                          <p:attrName>style.visibility</p:attrName>
                                        </p:attrNameLst>
                                      </p:cBhvr>
                                      <p:to>
                                        <p:strVal val="visible"/>
                                      </p:to>
                                    </p:set>
                                    <p:anim calcmode="lin" valueType="num">
                                      <p:cBhvr>
                                        <p:cTn id="199" dur="500" fill="hold"/>
                                        <p:tgtEl>
                                          <p:spTgt spid="5"/>
                                        </p:tgtEl>
                                        <p:attrNameLst>
                                          <p:attrName>ppt_w</p:attrName>
                                        </p:attrNameLst>
                                      </p:cBhvr>
                                      <p:tavLst>
                                        <p:tav tm="0">
                                          <p:val>
                                            <p:fltVal val="0"/>
                                          </p:val>
                                        </p:tav>
                                        <p:tav tm="100000">
                                          <p:val>
                                            <p:strVal val="#ppt_w"/>
                                          </p:val>
                                        </p:tav>
                                      </p:tavLst>
                                    </p:anim>
                                    <p:anim calcmode="lin" valueType="num">
                                      <p:cBhvr>
                                        <p:cTn id="200"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10" fill="hold" nodeType="clickEffect">
                                  <p:stCondLst>
                                    <p:cond delay="0"/>
                                  </p:stCondLst>
                                  <p:childTnLst>
                                    <p:set>
                                      <p:cBhvr>
                                        <p:cTn id="204" dur="1" fill="hold">
                                          <p:stCondLst>
                                            <p:cond delay="0"/>
                                          </p:stCondLst>
                                        </p:cTn>
                                        <p:tgtEl>
                                          <p:spTgt spid="6"/>
                                        </p:tgtEl>
                                        <p:attrNameLst>
                                          <p:attrName>style.visibility</p:attrName>
                                        </p:attrNameLst>
                                      </p:cBhvr>
                                      <p:to>
                                        <p:strVal val="visible"/>
                                      </p:to>
                                    </p:set>
                                    <p:anim calcmode="lin" valueType="num">
                                      <p:cBhvr>
                                        <p:cTn id="205" dur="500" fill="hold"/>
                                        <p:tgtEl>
                                          <p:spTgt spid="6"/>
                                        </p:tgtEl>
                                        <p:attrNameLst>
                                          <p:attrName>ppt_w</p:attrName>
                                        </p:attrNameLst>
                                      </p:cBhvr>
                                      <p:tavLst>
                                        <p:tav tm="0">
                                          <p:val>
                                            <p:fltVal val="0"/>
                                          </p:val>
                                        </p:tav>
                                        <p:tav tm="100000">
                                          <p:val>
                                            <p:strVal val="#ppt_w"/>
                                          </p:val>
                                        </p:tav>
                                      </p:tavLst>
                                    </p:anim>
                                    <p:anim calcmode="lin" valueType="num">
                                      <p:cBhvr>
                                        <p:cTn id="206"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07" fill="hold" nodeType="clickPar">
                      <p:stCondLst>
                        <p:cond delay="indefinite"/>
                      </p:stCondLst>
                      <p:childTnLst>
                        <p:par>
                          <p:cTn id="208" fill="hold" nodeType="withGroup">
                            <p:stCondLst>
                              <p:cond delay="0"/>
                            </p:stCondLst>
                            <p:childTnLst>
                              <p:par>
                                <p:cTn id="209" presetID="17" presetClass="entr" presetSubtype="10" fill="hold" nodeType="clickEffect">
                                  <p:stCondLst>
                                    <p:cond delay="0"/>
                                  </p:stCondLst>
                                  <p:childTnLst>
                                    <p:set>
                                      <p:cBhvr>
                                        <p:cTn id="210" dur="1" fill="hold">
                                          <p:stCondLst>
                                            <p:cond delay="0"/>
                                          </p:stCondLst>
                                        </p:cTn>
                                        <p:tgtEl>
                                          <p:spTgt spid="7"/>
                                        </p:tgtEl>
                                        <p:attrNameLst>
                                          <p:attrName>style.visibility</p:attrName>
                                        </p:attrNameLst>
                                      </p:cBhvr>
                                      <p:to>
                                        <p:strVal val="visible"/>
                                      </p:to>
                                    </p:set>
                                    <p:anim calcmode="lin" valueType="num">
                                      <p:cBhvr>
                                        <p:cTn id="211" dur="500" fill="hold"/>
                                        <p:tgtEl>
                                          <p:spTgt spid="7"/>
                                        </p:tgtEl>
                                        <p:attrNameLst>
                                          <p:attrName>ppt_w</p:attrName>
                                        </p:attrNameLst>
                                      </p:cBhvr>
                                      <p:tavLst>
                                        <p:tav tm="0">
                                          <p:val>
                                            <p:fltVal val="0"/>
                                          </p:val>
                                        </p:tav>
                                        <p:tav tm="100000">
                                          <p:val>
                                            <p:strVal val="#ppt_w"/>
                                          </p:val>
                                        </p:tav>
                                      </p:tavLst>
                                    </p:anim>
                                    <p:anim calcmode="lin" valueType="num">
                                      <p:cBhvr>
                                        <p:cTn id="212"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213" fill="hold" nodeType="clickPar">
                      <p:stCondLst>
                        <p:cond delay="indefinite"/>
                      </p:stCondLst>
                      <p:childTnLst>
                        <p:par>
                          <p:cTn id="214" fill="hold" nodeType="withGroup">
                            <p:stCondLst>
                              <p:cond delay="0"/>
                            </p:stCondLst>
                            <p:childTnLst>
                              <p:par>
                                <p:cTn id="215" presetID="17" presetClass="entr" presetSubtype="10" fill="hold" nodeType="clickEffect">
                                  <p:stCondLst>
                                    <p:cond delay="0"/>
                                  </p:stCondLst>
                                  <p:childTnLst>
                                    <p:set>
                                      <p:cBhvr>
                                        <p:cTn id="216" dur="1" fill="hold">
                                          <p:stCondLst>
                                            <p:cond delay="0"/>
                                          </p:stCondLst>
                                        </p:cTn>
                                        <p:tgtEl>
                                          <p:spTgt spid="9"/>
                                        </p:tgtEl>
                                        <p:attrNameLst>
                                          <p:attrName>style.visibility</p:attrName>
                                        </p:attrNameLst>
                                      </p:cBhvr>
                                      <p:to>
                                        <p:strVal val="visible"/>
                                      </p:to>
                                    </p:set>
                                    <p:anim calcmode="lin" valueType="num">
                                      <p:cBhvr>
                                        <p:cTn id="217" dur="500" fill="hold"/>
                                        <p:tgtEl>
                                          <p:spTgt spid="9"/>
                                        </p:tgtEl>
                                        <p:attrNameLst>
                                          <p:attrName>ppt_w</p:attrName>
                                        </p:attrNameLst>
                                      </p:cBhvr>
                                      <p:tavLst>
                                        <p:tav tm="0">
                                          <p:val>
                                            <p:fltVal val="0"/>
                                          </p:val>
                                        </p:tav>
                                        <p:tav tm="100000">
                                          <p:val>
                                            <p:strVal val="#ppt_w"/>
                                          </p:val>
                                        </p:tav>
                                      </p:tavLst>
                                    </p:anim>
                                    <p:anim calcmode="lin" valueType="num">
                                      <p:cBhvr>
                                        <p:cTn id="218"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8" presetClass="entr" presetSubtype="6" fill="hold" nodeType="clickEffect">
                                  <p:stCondLst>
                                    <p:cond delay="0"/>
                                  </p:stCondLst>
                                  <p:childTnLst>
                                    <p:set>
                                      <p:cBhvr>
                                        <p:cTn id="222" dur="1" fill="hold">
                                          <p:stCondLst>
                                            <p:cond delay="0"/>
                                          </p:stCondLst>
                                        </p:cTn>
                                        <p:tgtEl>
                                          <p:spTgt spid="8"/>
                                        </p:tgtEl>
                                        <p:attrNameLst>
                                          <p:attrName>style.visibility</p:attrName>
                                        </p:attrNameLst>
                                      </p:cBhvr>
                                      <p:to>
                                        <p:strVal val="visible"/>
                                      </p:to>
                                    </p:set>
                                    <p:animEffect transition="in" filter="strips(downRight)">
                                      <p:cBhvr>
                                        <p:cTn id="223" dur="500"/>
                                        <p:tgtEl>
                                          <p:spTgt spid="8"/>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 presetClass="entr" presetSubtype="4" fill="hold" grpId="0" nodeType="clickEffect">
                                  <p:stCondLst>
                                    <p:cond delay="0"/>
                                  </p:stCondLst>
                                  <p:childTnLst>
                                    <p:set>
                                      <p:cBhvr>
                                        <p:cTn id="227" dur="1" fill="hold">
                                          <p:stCondLst>
                                            <p:cond delay="0"/>
                                          </p:stCondLst>
                                        </p:cTn>
                                        <p:tgtEl>
                                          <p:spTgt spid="134"/>
                                        </p:tgtEl>
                                        <p:attrNameLst>
                                          <p:attrName>style.visibility</p:attrName>
                                        </p:attrNameLst>
                                      </p:cBhvr>
                                      <p:to>
                                        <p:strVal val="visible"/>
                                      </p:to>
                                    </p:set>
                                    <p:anim calcmode="lin" valueType="num">
                                      <p:cBhvr additive="base">
                                        <p:cTn id="228" dur="500" fill="hold"/>
                                        <p:tgtEl>
                                          <p:spTgt spid="134"/>
                                        </p:tgtEl>
                                        <p:attrNameLst>
                                          <p:attrName>ppt_x</p:attrName>
                                        </p:attrNameLst>
                                      </p:cBhvr>
                                      <p:tavLst>
                                        <p:tav tm="0">
                                          <p:val>
                                            <p:strVal val="#ppt_x"/>
                                          </p:val>
                                        </p:tav>
                                        <p:tav tm="100000">
                                          <p:val>
                                            <p:strVal val="#ppt_x"/>
                                          </p:val>
                                        </p:tav>
                                      </p:tavLst>
                                    </p:anim>
                                    <p:anim calcmode="lin" valueType="num">
                                      <p:cBhvr additive="base">
                                        <p:cTn id="229"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 presetClass="entr" presetSubtype="4" fill="hold" grpId="0" nodeType="clickEffect">
                                  <p:stCondLst>
                                    <p:cond delay="0"/>
                                  </p:stCondLst>
                                  <p:childTnLst>
                                    <p:set>
                                      <p:cBhvr>
                                        <p:cTn id="233" dur="1" fill="hold">
                                          <p:stCondLst>
                                            <p:cond delay="0"/>
                                          </p:stCondLst>
                                        </p:cTn>
                                        <p:tgtEl>
                                          <p:spTgt spid="133"/>
                                        </p:tgtEl>
                                        <p:attrNameLst>
                                          <p:attrName>style.visibility</p:attrName>
                                        </p:attrNameLst>
                                      </p:cBhvr>
                                      <p:to>
                                        <p:strVal val="visible"/>
                                      </p:to>
                                    </p:set>
                                    <p:anim calcmode="lin" valueType="num">
                                      <p:cBhvr additive="base">
                                        <p:cTn id="234" dur="500" fill="hold"/>
                                        <p:tgtEl>
                                          <p:spTgt spid="133"/>
                                        </p:tgtEl>
                                        <p:attrNameLst>
                                          <p:attrName>ppt_x</p:attrName>
                                        </p:attrNameLst>
                                      </p:cBhvr>
                                      <p:tavLst>
                                        <p:tav tm="0">
                                          <p:val>
                                            <p:strVal val="#ppt_x"/>
                                          </p:val>
                                        </p:tav>
                                        <p:tav tm="100000">
                                          <p:val>
                                            <p:strVal val="#ppt_x"/>
                                          </p:val>
                                        </p:tav>
                                      </p:tavLst>
                                    </p:anim>
                                    <p:anim calcmode="lin" valueType="num">
                                      <p:cBhvr additive="base">
                                        <p:cTn id="235" dur="500" fill="hold"/>
                                        <p:tgtEl>
                                          <p:spTgt spid="133"/>
                                        </p:tgtEl>
                                        <p:attrNameLst>
                                          <p:attrName>ppt_y</p:attrName>
                                        </p:attrNameLst>
                                      </p:cBhvr>
                                      <p:tavLst>
                                        <p:tav tm="0">
                                          <p:val>
                                            <p:strVal val="1+#ppt_h/2"/>
                                          </p:val>
                                        </p:tav>
                                        <p:tav tm="100000">
                                          <p:val>
                                            <p:strVal val="#ppt_y"/>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8" presetClass="entr" presetSubtype="9" fill="hold" nodeType="clickEffect">
                                  <p:stCondLst>
                                    <p:cond delay="0"/>
                                  </p:stCondLst>
                                  <p:childTnLst>
                                    <p:set>
                                      <p:cBhvr>
                                        <p:cTn id="239" dur="1" fill="hold">
                                          <p:stCondLst>
                                            <p:cond delay="0"/>
                                          </p:stCondLst>
                                        </p:cTn>
                                        <p:tgtEl>
                                          <p:spTgt spid="135"/>
                                        </p:tgtEl>
                                        <p:attrNameLst>
                                          <p:attrName>style.visibility</p:attrName>
                                        </p:attrNameLst>
                                      </p:cBhvr>
                                      <p:to>
                                        <p:strVal val="visible"/>
                                      </p:to>
                                    </p:set>
                                    <p:animEffect transition="in" filter="strips(upLeft)">
                                      <p:cBhvr>
                                        <p:cTn id="240" dur="500"/>
                                        <p:tgtEl>
                                          <p:spTgt spid="135"/>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18" presetClass="entr" presetSubtype="12" fill="hold" nodeType="clickEffect">
                                  <p:stCondLst>
                                    <p:cond delay="0"/>
                                  </p:stCondLst>
                                  <p:childTnLst>
                                    <p:set>
                                      <p:cBhvr>
                                        <p:cTn id="244" dur="1" fill="hold">
                                          <p:stCondLst>
                                            <p:cond delay="0"/>
                                          </p:stCondLst>
                                        </p:cTn>
                                        <p:tgtEl>
                                          <p:spTgt spid="136"/>
                                        </p:tgtEl>
                                        <p:attrNameLst>
                                          <p:attrName>style.visibility</p:attrName>
                                        </p:attrNameLst>
                                      </p:cBhvr>
                                      <p:to>
                                        <p:strVal val="visible"/>
                                      </p:to>
                                    </p:set>
                                    <p:animEffect transition="in" filter="strips(downLeft)">
                                      <p:cBhvr>
                                        <p:cTn id="245" dur="500"/>
                                        <p:tgtEl>
                                          <p:spTgt spid="136"/>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18" presetClass="entr" presetSubtype="6" fill="hold" nodeType="clickEffect">
                                  <p:stCondLst>
                                    <p:cond delay="0"/>
                                  </p:stCondLst>
                                  <p:childTnLst>
                                    <p:set>
                                      <p:cBhvr>
                                        <p:cTn id="249" dur="1" fill="hold">
                                          <p:stCondLst>
                                            <p:cond delay="0"/>
                                          </p:stCondLst>
                                        </p:cTn>
                                        <p:tgtEl>
                                          <p:spTgt spid="137"/>
                                        </p:tgtEl>
                                        <p:attrNameLst>
                                          <p:attrName>style.visibility</p:attrName>
                                        </p:attrNameLst>
                                      </p:cBhvr>
                                      <p:to>
                                        <p:strVal val="visible"/>
                                      </p:to>
                                    </p:set>
                                    <p:animEffect transition="in" filter="strips(downRight)">
                                      <p:cBhvr>
                                        <p:cTn id="250" dur="500"/>
                                        <p:tgtEl>
                                          <p:spTgt spid="137"/>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18" presetClass="entr" presetSubtype="3" fill="hold" nodeType="clickEffect">
                                  <p:stCondLst>
                                    <p:cond delay="0"/>
                                  </p:stCondLst>
                                  <p:childTnLst>
                                    <p:set>
                                      <p:cBhvr>
                                        <p:cTn id="254" dur="1" fill="hold">
                                          <p:stCondLst>
                                            <p:cond delay="0"/>
                                          </p:stCondLst>
                                        </p:cTn>
                                        <p:tgtEl>
                                          <p:spTgt spid="138"/>
                                        </p:tgtEl>
                                        <p:attrNameLst>
                                          <p:attrName>style.visibility</p:attrName>
                                        </p:attrNameLst>
                                      </p:cBhvr>
                                      <p:to>
                                        <p:strVal val="visible"/>
                                      </p:to>
                                    </p:set>
                                    <p:animEffect transition="in" filter="strips(upRight)">
                                      <p:cBhvr>
                                        <p:cTn id="255"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25" grpId="0" animBg="1"/>
      <p:bldP spid="132" grpId="0" autoUpdateAnimBg="0"/>
      <p:bldP spid="133" grpId="0" autoUpdateAnimBg="0"/>
      <p:bldP spid="134" grpId="0" animBg="1"/>
      <p:bldP spid="182" grpId="0" autoUpdateAnimBg="0"/>
      <p:bldP spid="18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2717800" y="4110038"/>
            <a:ext cx="1447800" cy="1447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rgbClr val="FF0000"/>
              </a:solidFill>
            </a:endParaRPr>
          </a:p>
        </p:txBody>
      </p:sp>
      <p:cxnSp>
        <p:nvCxnSpPr>
          <p:cNvPr id="5" name="Straight Connector 4"/>
          <p:cNvCxnSpPr/>
          <p:nvPr/>
        </p:nvCxnSpPr>
        <p:spPr>
          <a:xfrm rot="10800000" flipH="1">
            <a:off x="2717800" y="4800600"/>
            <a:ext cx="1447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 idx="0"/>
          </p:cNvCxnSpPr>
          <p:nvPr/>
        </p:nvCxnSpPr>
        <p:spPr>
          <a:xfrm rot="16200000" flipH="1" flipV="1">
            <a:off x="2709069" y="4829969"/>
            <a:ext cx="1452562"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2819400" y="4473575"/>
            <a:ext cx="1219200" cy="663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774951" y="4487862"/>
            <a:ext cx="1295400" cy="701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819400" y="4419600"/>
            <a:ext cx="129540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flipH="1">
            <a:off x="2819400" y="4495800"/>
            <a:ext cx="12954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3" idx="4"/>
          </p:cNvCxnSpPr>
          <p:nvPr/>
        </p:nvCxnSpPr>
        <p:spPr>
          <a:xfrm rot="16200000" flipH="1">
            <a:off x="5718969" y="3280569"/>
            <a:ext cx="4762" cy="4559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4115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3734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258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4877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4496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5639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6020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6401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6782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7163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75445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076575" y="5465763"/>
            <a:ext cx="287338" cy="1730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flipH="1">
            <a:off x="2651125" y="5334000"/>
            <a:ext cx="6858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2143919" y="5372894"/>
            <a:ext cx="1143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1806575" y="4686300"/>
            <a:ext cx="129540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flipV="1">
            <a:off x="1447800" y="4191000"/>
            <a:ext cx="16764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V="1">
            <a:off x="1219200" y="4110038"/>
            <a:ext cx="22098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2019300" y="2400300"/>
            <a:ext cx="25908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476501" y="3086100"/>
            <a:ext cx="34290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flipH="1" flipV="1">
            <a:off x="3390900" y="2628900"/>
            <a:ext cx="3276600" cy="1828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3810000" y="3352800"/>
            <a:ext cx="3581400" cy="2133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447800" y="2819400"/>
            <a:ext cx="2286000" cy="1371600"/>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p:cNvSpPr txBox="1">
            <a:spLocks noChangeArrowheads="1"/>
          </p:cNvSpPr>
          <p:nvPr/>
        </p:nvSpPr>
        <p:spPr bwMode="auto">
          <a:xfrm>
            <a:off x="3733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1</a:t>
            </a:r>
            <a:r>
              <a:rPr lang="en-US" altLang="en-US" sz="1400">
                <a:sym typeface="Symbol" panose="05050102010706020507" pitchFamily="18" charset="2"/>
              </a:rPr>
              <a:t></a:t>
            </a:r>
            <a:endParaRPr lang="en-US" altLang="en-US" sz="1400"/>
          </a:p>
        </p:txBody>
      </p:sp>
      <p:sp>
        <p:nvSpPr>
          <p:cNvPr id="64" name="TextBox 63"/>
          <p:cNvSpPr txBox="1">
            <a:spLocks noChangeArrowheads="1"/>
          </p:cNvSpPr>
          <p:nvPr/>
        </p:nvSpPr>
        <p:spPr bwMode="auto">
          <a:xfrm>
            <a:off x="4495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3</a:t>
            </a:r>
            <a:r>
              <a:rPr lang="en-US" altLang="en-US" sz="1400">
                <a:sym typeface="Symbol" panose="05050102010706020507" pitchFamily="18" charset="2"/>
              </a:rPr>
              <a:t></a:t>
            </a:r>
            <a:endParaRPr lang="en-US" altLang="en-US" sz="1400"/>
          </a:p>
        </p:txBody>
      </p:sp>
      <p:sp>
        <p:nvSpPr>
          <p:cNvPr id="65" name="TextBox 64"/>
          <p:cNvSpPr txBox="1">
            <a:spLocks noChangeArrowheads="1"/>
          </p:cNvSpPr>
          <p:nvPr/>
        </p:nvSpPr>
        <p:spPr bwMode="auto">
          <a:xfrm>
            <a:off x="4876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4</a:t>
            </a:r>
            <a:r>
              <a:rPr lang="en-US" altLang="en-US" sz="1400">
                <a:sym typeface="Symbol" panose="05050102010706020507" pitchFamily="18" charset="2"/>
              </a:rPr>
              <a:t></a:t>
            </a:r>
            <a:endParaRPr lang="en-US" altLang="en-US" sz="1400"/>
          </a:p>
        </p:txBody>
      </p:sp>
      <p:sp>
        <p:nvSpPr>
          <p:cNvPr id="66" name="TextBox 65"/>
          <p:cNvSpPr txBox="1">
            <a:spLocks noChangeArrowheads="1"/>
          </p:cNvSpPr>
          <p:nvPr/>
        </p:nvSpPr>
        <p:spPr bwMode="auto">
          <a:xfrm>
            <a:off x="5257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5</a:t>
            </a:r>
            <a:r>
              <a:rPr lang="en-US" altLang="en-US" sz="1400">
                <a:sym typeface="Symbol" panose="05050102010706020507" pitchFamily="18" charset="2"/>
              </a:rPr>
              <a:t></a:t>
            </a:r>
            <a:endParaRPr lang="en-US" altLang="en-US" sz="1400"/>
          </a:p>
        </p:txBody>
      </p:sp>
      <p:sp>
        <p:nvSpPr>
          <p:cNvPr id="67" name="TextBox 66"/>
          <p:cNvSpPr txBox="1">
            <a:spLocks noChangeArrowheads="1"/>
          </p:cNvSpPr>
          <p:nvPr/>
        </p:nvSpPr>
        <p:spPr bwMode="auto">
          <a:xfrm>
            <a:off x="5638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6</a:t>
            </a:r>
            <a:r>
              <a:rPr lang="en-US" altLang="en-US" sz="1400">
                <a:sym typeface="Symbol" panose="05050102010706020507" pitchFamily="18" charset="2"/>
              </a:rPr>
              <a:t></a:t>
            </a:r>
            <a:endParaRPr lang="en-US" altLang="en-US" sz="1400"/>
          </a:p>
        </p:txBody>
      </p:sp>
      <p:sp>
        <p:nvSpPr>
          <p:cNvPr id="68" name="TextBox 67"/>
          <p:cNvSpPr txBox="1">
            <a:spLocks noChangeArrowheads="1"/>
          </p:cNvSpPr>
          <p:nvPr/>
        </p:nvSpPr>
        <p:spPr bwMode="auto">
          <a:xfrm>
            <a:off x="6019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7</a:t>
            </a:r>
            <a:r>
              <a:rPr lang="en-US" altLang="en-US" sz="1400">
                <a:sym typeface="Symbol" panose="05050102010706020507" pitchFamily="18" charset="2"/>
              </a:rPr>
              <a:t></a:t>
            </a:r>
            <a:endParaRPr lang="en-US" altLang="en-US" sz="1400"/>
          </a:p>
        </p:txBody>
      </p:sp>
      <p:sp>
        <p:nvSpPr>
          <p:cNvPr id="69" name="TextBox 68"/>
          <p:cNvSpPr txBox="1">
            <a:spLocks noChangeArrowheads="1"/>
          </p:cNvSpPr>
          <p:nvPr/>
        </p:nvSpPr>
        <p:spPr bwMode="auto">
          <a:xfrm>
            <a:off x="6400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8</a:t>
            </a:r>
            <a:r>
              <a:rPr lang="en-US" altLang="en-US" sz="1400">
                <a:sym typeface="Symbol" panose="05050102010706020507" pitchFamily="18" charset="2"/>
              </a:rPr>
              <a:t></a:t>
            </a:r>
            <a:endParaRPr lang="en-US" altLang="en-US" sz="1400"/>
          </a:p>
        </p:txBody>
      </p:sp>
      <p:sp>
        <p:nvSpPr>
          <p:cNvPr id="70" name="TextBox 69"/>
          <p:cNvSpPr txBox="1">
            <a:spLocks noChangeArrowheads="1"/>
          </p:cNvSpPr>
          <p:nvPr/>
        </p:nvSpPr>
        <p:spPr bwMode="auto">
          <a:xfrm>
            <a:off x="6781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9</a:t>
            </a:r>
            <a:r>
              <a:rPr lang="en-US" altLang="en-US" sz="1400">
                <a:sym typeface="Symbol" panose="05050102010706020507" pitchFamily="18" charset="2"/>
              </a:rPr>
              <a:t></a:t>
            </a:r>
            <a:endParaRPr lang="en-US" altLang="en-US" sz="1400"/>
          </a:p>
        </p:txBody>
      </p:sp>
      <p:sp>
        <p:nvSpPr>
          <p:cNvPr id="71" name="TextBox 70"/>
          <p:cNvSpPr txBox="1">
            <a:spLocks noChangeArrowheads="1"/>
          </p:cNvSpPr>
          <p:nvPr/>
        </p:nvSpPr>
        <p:spPr bwMode="auto">
          <a:xfrm>
            <a:off x="7162800" y="5638800"/>
            <a:ext cx="304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10</a:t>
            </a:r>
            <a:r>
              <a:rPr lang="en-US" altLang="en-US" sz="1400">
                <a:sym typeface="Symbol" panose="05050102010706020507" pitchFamily="18" charset="2"/>
              </a:rPr>
              <a:t></a:t>
            </a:r>
            <a:endParaRPr lang="en-US" altLang="en-US" sz="1400"/>
          </a:p>
        </p:txBody>
      </p:sp>
      <p:sp>
        <p:nvSpPr>
          <p:cNvPr id="72" name="TextBox 71"/>
          <p:cNvSpPr txBox="1">
            <a:spLocks noChangeArrowheads="1"/>
          </p:cNvSpPr>
          <p:nvPr/>
        </p:nvSpPr>
        <p:spPr bwMode="auto">
          <a:xfrm>
            <a:off x="7467600" y="5638800"/>
            <a:ext cx="304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11</a:t>
            </a:r>
            <a:r>
              <a:rPr lang="en-US" altLang="en-US" sz="1400">
                <a:sym typeface="Symbol" panose="05050102010706020507" pitchFamily="18" charset="2"/>
              </a:rPr>
              <a:t></a:t>
            </a:r>
            <a:endParaRPr lang="en-US" altLang="en-US" sz="1400"/>
          </a:p>
        </p:txBody>
      </p:sp>
      <p:sp>
        <p:nvSpPr>
          <p:cNvPr id="73" name="TextBox 72"/>
          <p:cNvSpPr txBox="1">
            <a:spLocks noChangeArrowheads="1"/>
          </p:cNvSpPr>
          <p:nvPr/>
        </p:nvSpPr>
        <p:spPr bwMode="auto">
          <a:xfrm>
            <a:off x="4114800" y="56388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2</a:t>
            </a:r>
            <a:r>
              <a:rPr lang="en-US" altLang="en-US" sz="1400">
                <a:sym typeface="Symbol" panose="05050102010706020507" pitchFamily="18" charset="2"/>
              </a:rPr>
              <a:t></a:t>
            </a:r>
            <a:endParaRPr lang="en-US" altLang="en-US" sz="1400"/>
          </a:p>
        </p:txBody>
      </p:sp>
      <p:sp>
        <p:nvSpPr>
          <p:cNvPr id="74" name="TextBox 73"/>
          <p:cNvSpPr txBox="1">
            <a:spLocks noChangeArrowheads="1"/>
          </p:cNvSpPr>
          <p:nvPr/>
        </p:nvSpPr>
        <p:spPr bwMode="auto">
          <a:xfrm>
            <a:off x="7870825" y="5616575"/>
            <a:ext cx="304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Q</a:t>
            </a:r>
          </a:p>
        </p:txBody>
      </p:sp>
      <p:cxnSp>
        <p:nvCxnSpPr>
          <p:cNvPr id="75" name="Straight Connector 74"/>
          <p:cNvCxnSpPr/>
          <p:nvPr/>
        </p:nvCxnSpPr>
        <p:spPr>
          <a:xfrm rot="5400000">
            <a:off x="7849394" y="5561806"/>
            <a:ext cx="152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6" name="TextBox 75"/>
          <p:cNvSpPr txBox="1">
            <a:spLocks noChangeArrowheads="1"/>
          </p:cNvSpPr>
          <p:nvPr/>
        </p:nvSpPr>
        <p:spPr bwMode="auto">
          <a:xfrm>
            <a:off x="2971800" y="52578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1</a:t>
            </a:r>
          </a:p>
        </p:txBody>
      </p:sp>
      <p:sp>
        <p:nvSpPr>
          <p:cNvPr id="77" name="TextBox 76"/>
          <p:cNvSpPr txBox="1">
            <a:spLocks noChangeArrowheads="1"/>
          </p:cNvSpPr>
          <p:nvPr/>
        </p:nvSpPr>
        <p:spPr bwMode="auto">
          <a:xfrm>
            <a:off x="2819400" y="51054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2</a:t>
            </a:r>
          </a:p>
        </p:txBody>
      </p:sp>
      <p:sp>
        <p:nvSpPr>
          <p:cNvPr id="78" name="TextBox 77"/>
          <p:cNvSpPr txBox="1">
            <a:spLocks noChangeArrowheads="1"/>
          </p:cNvSpPr>
          <p:nvPr/>
        </p:nvSpPr>
        <p:spPr bwMode="auto">
          <a:xfrm>
            <a:off x="2743200" y="47244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3</a:t>
            </a:r>
          </a:p>
        </p:txBody>
      </p:sp>
      <p:sp>
        <p:nvSpPr>
          <p:cNvPr id="79" name="TextBox 78"/>
          <p:cNvSpPr txBox="1">
            <a:spLocks noChangeArrowheads="1"/>
          </p:cNvSpPr>
          <p:nvPr/>
        </p:nvSpPr>
        <p:spPr bwMode="auto">
          <a:xfrm>
            <a:off x="2895600" y="44196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4</a:t>
            </a:r>
          </a:p>
        </p:txBody>
      </p:sp>
      <p:sp>
        <p:nvSpPr>
          <p:cNvPr id="80" name="TextBox 79"/>
          <p:cNvSpPr txBox="1">
            <a:spLocks noChangeArrowheads="1"/>
          </p:cNvSpPr>
          <p:nvPr/>
        </p:nvSpPr>
        <p:spPr bwMode="auto">
          <a:xfrm>
            <a:off x="3124200" y="41910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5</a:t>
            </a:r>
          </a:p>
        </p:txBody>
      </p:sp>
      <p:sp>
        <p:nvSpPr>
          <p:cNvPr id="81" name="TextBox 80"/>
          <p:cNvSpPr txBox="1">
            <a:spLocks noChangeArrowheads="1"/>
          </p:cNvSpPr>
          <p:nvPr/>
        </p:nvSpPr>
        <p:spPr bwMode="auto">
          <a:xfrm>
            <a:off x="3352800" y="41148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6</a:t>
            </a:r>
          </a:p>
        </p:txBody>
      </p:sp>
      <p:sp>
        <p:nvSpPr>
          <p:cNvPr id="82" name="TextBox 81"/>
          <p:cNvSpPr txBox="1">
            <a:spLocks noChangeArrowheads="1"/>
          </p:cNvSpPr>
          <p:nvPr/>
        </p:nvSpPr>
        <p:spPr bwMode="auto">
          <a:xfrm>
            <a:off x="3657600" y="41910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7</a:t>
            </a:r>
          </a:p>
        </p:txBody>
      </p:sp>
      <p:sp>
        <p:nvSpPr>
          <p:cNvPr id="83" name="TextBox 82"/>
          <p:cNvSpPr txBox="1">
            <a:spLocks noChangeArrowheads="1"/>
          </p:cNvSpPr>
          <p:nvPr/>
        </p:nvSpPr>
        <p:spPr bwMode="auto">
          <a:xfrm>
            <a:off x="3962400" y="44196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8</a:t>
            </a:r>
          </a:p>
        </p:txBody>
      </p:sp>
      <p:sp>
        <p:nvSpPr>
          <p:cNvPr id="84" name="TextBox 83"/>
          <p:cNvSpPr txBox="1">
            <a:spLocks noChangeArrowheads="1"/>
          </p:cNvSpPr>
          <p:nvPr/>
        </p:nvSpPr>
        <p:spPr bwMode="auto">
          <a:xfrm>
            <a:off x="4038600" y="47244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9</a:t>
            </a:r>
          </a:p>
        </p:txBody>
      </p:sp>
      <p:sp>
        <p:nvSpPr>
          <p:cNvPr id="85" name="TextBox 84"/>
          <p:cNvSpPr txBox="1">
            <a:spLocks noChangeArrowheads="1"/>
          </p:cNvSpPr>
          <p:nvPr/>
        </p:nvSpPr>
        <p:spPr bwMode="auto">
          <a:xfrm>
            <a:off x="3733800" y="52578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11</a:t>
            </a:r>
          </a:p>
        </p:txBody>
      </p:sp>
      <p:sp>
        <p:nvSpPr>
          <p:cNvPr id="86" name="TextBox 85"/>
          <p:cNvSpPr txBox="1">
            <a:spLocks noChangeArrowheads="1"/>
          </p:cNvSpPr>
          <p:nvPr/>
        </p:nvSpPr>
        <p:spPr bwMode="auto">
          <a:xfrm>
            <a:off x="3962400" y="5029200"/>
            <a:ext cx="15240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000"/>
              <a:t>10</a:t>
            </a:r>
          </a:p>
        </p:txBody>
      </p:sp>
      <p:sp>
        <p:nvSpPr>
          <p:cNvPr id="8248" name="TextBox 55"/>
          <p:cNvSpPr txBox="1">
            <a:spLocks noChangeArrowheads="1"/>
          </p:cNvSpPr>
          <p:nvPr/>
        </p:nvSpPr>
        <p:spPr bwMode="auto">
          <a:xfrm>
            <a:off x="228600" y="381000"/>
            <a:ext cx="861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dirty="0">
                <a:latin typeface="Garamond" panose="02020404030301010803" pitchFamily="18" charset="0"/>
              </a:rPr>
              <a:t>Draw the involute of a circle, 40 mm in diameter. Also draw the tangent and normal at a point on the curve at a distance of 100 mm from the </a:t>
            </a:r>
            <a:r>
              <a:rPr lang="en-US" altLang="en-US" b="1" dirty="0" err="1">
                <a:latin typeface="Garamond" panose="02020404030301010803" pitchFamily="18" charset="0"/>
              </a:rPr>
              <a:t>centre</a:t>
            </a:r>
            <a:r>
              <a:rPr lang="en-US" altLang="en-US" b="1" dirty="0">
                <a:latin typeface="Garamond" panose="02020404030301010803" pitchFamily="18" charset="0"/>
              </a:rPr>
              <a:t> of the circle. </a:t>
            </a:r>
            <a:endParaRPr lang="en-US" altLang="en-US" dirty="0">
              <a:latin typeface="Garamond" panose="02020404030301010803" pitchFamily="18" charset="0"/>
            </a:endParaRPr>
          </a:p>
          <a:p>
            <a:pPr eaLnBrk="1" hangingPunct="1"/>
            <a:endParaRPr lang="en-US" altLang="en-US" dirty="0"/>
          </a:p>
        </p:txBody>
      </p:sp>
      <p:sp>
        <p:nvSpPr>
          <p:cNvPr id="57" name="TextBox 56"/>
          <p:cNvSpPr txBox="1">
            <a:spLocks noChangeArrowheads="1"/>
          </p:cNvSpPr>
          <p:nvPr/>
        </p:nvSpPr>
        <p:spPr bwMode="auto">
          <a:xfrm>
            <a:off x="3397250" y="5562600"/>
            <a:ext cx="228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400"/>
              <a:t>P</a:t>
            </a:r>
          </a:p>
        </p:txBody>
      </p:sp>
      <p:sp>
        <p:nvSpPr>
          <p:cNvPr id="8250" name="TextBox 1"/>
          <p:cNvSpPr txBox="1">
            <a:spLocks noChangeArrowheads="1"/>
          </p:cNvSpPr>
          <p:nvPr/>
        </p:nvSpPr>
        <p:spPr bwMode="auto">
          <a:xfrm>
            <a:off x="6553200" y="5040313"/>
            <a:ext cx="2336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t>PQ=perimeter of circle</a:t>
            </a:r>
          </a:p>
        </p:txBody>
      </p:sp>
    </p:spTree>
    <p:extLst>
      <p:ext uri="{BB962C8B-B14F-4D97-AF65-F5344CB8AC3E}">
        <p14:creationId xmlns:p14="http://schemas.microsoft.com/office/powerpoint/2010/main" val="3244216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par>
                                <p:cTn id="21" presetID="3" presetClass="entr" presetSubtype="1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3" presetClass="entr" presetSubtype="1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linds(horizontal)">
                                      <p:cBhvr>
                                        <p:cTn id="26" dur="500"/>
                                        <p:tgtEl>
                                          <p:spTgt spid="15"/>
                                        </p:tgtEl>
                                      </p:cBhvr>
                                    </p:animEffect>
                                  </p:childTnLst>
                                </p:cTn>
                              </p:par>
                              <p:par>
                                <p:cTn id="27" presetID="3" presetClass="entr" presetSubtype="1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blinds(horizontal)">
                                      <p:cBhvr>
                                        <p:cTn id="32" dur="500"/>
                                        <p:tgtEl>
                                          <p:spTgt spid="76"/>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77"/>
                                        </p:tgtEl>
                                        <p:attrNameLst>
                                          <p:attrName>style.visibility</p:attrName>
                                        </p:attrNameLst>
                                      </p:cBhvr>
                                      <p:to>
                                        <p:strVal val="visible"/>
                                      </p:to>
                                    </p:set>
                                    <p:animEffect transition="in" filter="blinds(horizontal)">
                                      <p:cBhvr>
                                        <p:cTn id="35" dur="500"/>
                                        <p:tgtEl>
                                          <p:spTgt spid="7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blinds(horizontal)">
                                      <p:cBhvr>
                                        <p:cTn id="38" dur="500"/>
                                        <p:tgtEl>
                                          <p:spTgt spid="78"/>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blinds(horizontal)">
                                      <p:cBhvr>
                                        <p:cTn id="41" dur="500"/>
                                        <p:tgtEl>
                                          <p:spTgt spid="79"/>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blinds(horizontal)">
                                      <p:cBhvr>
                                        <p:cTn id="44" dur="500"/>
                                        <p:tgtEl>
                                          <p:spTgt spid="80"/>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blinds(horizontal)">
                                      <p:cBhvr>
                                        <p:cTn id="47" dur="500"/>
                                        <p:tgtEl>
                                          <p:spTgt spid="8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82"/>
                                        </p:tgtEl>
                                        <p:attrNameLst>
                                          <p:attrName>style.visibility</p:attrName>
                                        </p:attrNameLst>
                                      </p:cBhvr>
                                      <p:to>
                                        <p:strVal val="visible"/>
                                      </p:to>
                                    </p:set>
                                    <p:animEffect transition="in" filter="blinds(horizontal)">
                                      <p:cBhvr>
                                        <p:cTn id="50" dur="500"/>
                                        <p:tgtEl>
                                          <p:spTgt spid="82"/>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83"/>
                                        </p:tgtEl>
                                        <p:attrNameLst>
                                          <p:attrName>style.visibility</p:attrName>
                                        </p:attrNameLst>
                                      </p:cBhvr>
                                      <p:to>
                                        <p:strVal val="visible"/>
                                      </p:to>
                                    </p:set>
                                    <p:animEffect transition="in" filter="blinds(horizontal)">
                                      <p:cBhvr>
                                        <p:cTn id="53" dur="500"/>
                                        <p:tgtEl>
                                          <p:spTgt spid="83"/>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84"/>
                                        </p:tgtEl>
                                        <p:attrNameLst>
                                          <p:attrName>style.visibility</p:attrName>
                                        </p:attrNameLst>
                                      </p:cBhvr>
                                      <p:to>
                                        <p:strVal val="visible"/>
                                      </p:to>
                                    </p:set>
                                    <p:animEffect transition="in" filter="blinds(horizontal)">
                                      <p:cBhvr>
                                        <p:cTn id="56" dur="500"/>
                                        <p:tgtEl>
                                          <p:spTgt spid="84"/>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86"/>
                                        </p:tgtEl>
                                        <p:attrNameLst>
                                          <p:attrName>style.visibility</p:attrName>
                                        </p:attrNameLst>
                                      </p:cBhvr>
                                      <p:to>
                                        <p:strVal val="visible"/>
                                      </p:to>
                                    </p:set>
                                    <p:animEffect transition="in" filter="blinds(horizontal)">
                                      <p:cBhvr>
                                        <p:cTn id="59" dur="500"/>
                                        <p:tgtEl>
                                          <p:spTgt spid="8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85"/>
                                        </p:tgtEl>
                                        <p:attrNameLst>
                                          <p:attrName>style.visibility</p:attrName>
                                        </p:attrNameLst>
                                      </p:cBhvr>
                                      <p:to>
                                        <p:strVal val="visible"/>
                                      </p:to>
                                    </p:set>
                                    <p:animEffect transition="in" filter="blinds(horizontal)">
                                      <p:cBhvr>
                                        <p:cTn id="62" dur="500"/>
                                        <p:tgtEl>
                                          <p:spTgt spid="85"/>
                                        </p:tgtEl>
                                      </p:cBhvr>
                                    </p:animEffect>
                                  </p:childTnLst>
                                </p:cTn>
                              </p:par>
                              <p:par>
                                <p:cTn id="63" presetID="3" presetClass="entr" presetSubtype="10" fill="hold" nodeType="with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blinds(horizontal)">
                                      <p:cBhvr>
                                        <p:cTn id="65" dur="500"/>
                                        <p:tgtEl>
                                          <p:spTgt spid="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blinds(horizontal)">
                                      <p:cBhvr>
                                        <p:cTn id="70" dur="500"/>
                                        <p:tgtEl>
                                          <p:spTgt spid="20"/>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blinds(horizontal)">
                                      <p:cBhvr>
                                        <p:cTn id="73" dur="500"/>
                                        <p:tgtEl>
                                          <p:spTgt spid="63"/>
                                        </p:tgtEl>
                                      </p:cBhvr>
                                    </p:animEffect>
                                  </p:childTnLst>
                                </p:cTn>
                              </p:par>
                              <p:par>
                                <p:cTn id="74" presetID="3" presetClass="entr" presetSubtype="10" fill="hold"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500"/>
                                        <p:tgtEl>
                                          <p:spTgt spid="19"/>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animEffect transition="in" filter="blinds(horizontal)">
                                      <p:cBhvr>
                                        <p:cTn id="79" dur="500"/>
                                        <p:tgtEl>
                                          <p:spTgt spid="73"/>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blinds(horizontal)">
                                      <p:cBhvr>
                                        <p:cTn id="82" dur="500"/>
                                        <p:tgtEl>
                                          <p:spTgt spid="64"/>
                                        </p:tgtEl>
                                      </p:cBhvr>
                                    </p:animEffect>
                                  </p:childTnLst>
                                </p:cTn>
                              </p:par>
                              <p:par>
                                <p:cTn id="83" presetID="3" presetClass="entr" presetSubtype="1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blinds(horizontal)">
                                      <p:cBhvr>
                                        <p:cTn id="85" dur="500"/>
                                        <p:tgtEl>
                                          <p:spTgt spid="23"/>
                                        </p:tgtEl>
                                      </p:cBhvr>
                                    </p:animEffect>
                                  </p:childTnLst>
                                </p:cTn>
                              </p:par>
                              <p:par>
                                <p:cTn id="86" presetID="3" presetClass="entr" presetSubtype="1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blinds(horizontal)">
                                      <p:cBhvr>
                                        <p:cTn id="88" dur="500"/>
                                        <p:tgtEl>
                                          <p:spTgt spid="22"/>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65"/>
                                        </p:tgtEl>
                                        <p:attrNameLst>
                                          <p:attrName>style.visibility</p:attrName>
                                        </p:attrNameLst>
                                      </p:cBhvr>
                                      <p:to>
                                        <p:strVal val="visible"/>
                                      </p:to>
                                    </p:set>
                                    <p:animEffect transition="in" filter="blinds(horizontal)">
                                      <p:cBhvr>
                                        <p:cTn id="91" dur="500"/>
                                        <p:tgtEl>
                                          <p:spTgt spid="6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66"/>
                                        </p:tgtEl>
                                        <p:attrNameLst>
                                          <p:attrName>style.visibility</p:attrName>
                                        </p:attrNameLst>
                                      </p:cBhvr>
                                      <p:to>
                                        <p:strVal val="visible"/>
                                      </p:to>
                                    </p:set>
                                    <p:animEffect transition="in" filter="blinds(horizontal)">
                                      <p:cBhvr>
                                        <p:cTn id="94" dur="500"/>
                                        <p:tgtEl>
                                          <p:spTgt spid="66"/>
                                        </p:tgtEl>
                                      </p:cBhvr>
                                    </p:animEffect>
                                  </p:childTnLst>
                                </p:cTn>
                              </p:par>
                              <p:par>
                                <p:cTn id="95" presetID="3" presetClass="entr" presetSubtype="10"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blinds(horizontal)">
                                      <p:cBhvr>
                                        <p:cTn id="97" dur="500"/>
                                        <p:tgtEl>
                                          <p:spTgt spid="21"/>
                                        </p:tgtEl>
                                      </p:cBhvr>
                                    </p:animEffect>
                                  </p:childTnLst>
                                </p:cTn>
                              </p:par>
                              <p:par>
                                <p:cTn id="98" presetID="3" presetClass="entr" presetSubtype="10" fill="hold" nodeType="with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blinds(horizontal)">
                                      <p:cBhvr>
                                        <p:cTn id="100" dur="500"/>
                                        <p:tgtEl>
                                          <p:spTgt spid="25"/>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blinds(horizontal)">
                                      <p:cBhvr>
                                        <p:cTn id="103" dur="500"/>
                                        <p:tgtEl>
                                          <p:spTgt spid="67"/>
                                        </p:tgtEl>
                                      </p:cBhvr>
                                    </p:animEffect>
                                  </p:childTnLst>
                                </p:cTn>
                              </p:par>
                              <p:par>
                                <p:cTn id="104" presetID="3" presetClass="entr" presetSubtype="10" fill="hold"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blinds(horizontal)">
                                      <p:cBhvr>
                                        <p:cTn id="106" dur="500"/>
                                        <p:tgtEl>
                                          <p:spTgt spid="26"/>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68"/>
                                        </p:tgtEl>
                                        <p:attrNameLst>
                                          <p:attrName>style.visibility</p:attrName>
                                        </p:attrNameLst>
                                      </p:cBhvr>
                                      <p:to>
                                        <p:strVal val="visible"/>
                                      </p:to>
                                    </p:set>
                                    <p:animEffect transition="in" filter="blinds(horizontal)">
                                      <p:cBhvr>
                                        <p:cTn id="109" dur="500"/>
                                        <p:tgtEl>
                                          <p:spTgt spid="68"/>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blinds(horizontal)">
                                      <p:cBhvr>
                                        <p:cTn id="112" dur="500"/>
                                        <p:tgtEl>
                                          <p:spTgt spid="69"/>
                                        </p:tgtEl>
                                      </p:cBhvr>
                                    </p:animEffect>
                                  </p:childTnLst>
                                </p:cTn>
                              </p:par>
                              <p:par>
                                <p:cTn id="113" presetID="3" presetClass="entr" presetSubtype="10"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blinds(horizontal)">
                                      <p:cBhvr>
                                        <p:cTn id="115" dur="500"/>
                                        <p:tgtEl>
                                          <p:spTgt spid="27"/>
                                        </p:tgtEl>
                                      </p:cBhvr>
                                    </p:animEffect>
                                  </p:childTnLst>
                                </p:cTn>
                              </p:par>
                              <p:par>
                                <p:cTn id="116" presetID="3" presetClass="entr" presetSubtype="10" fill="hold" nodeType="with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blinds(horizontal)">
                                      <p:cBhvr>
                                        <p:cTn id="118" dur="500"/>
                                        <p:tgtEl>
                                          <p:spTgt spid="28"/>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70"/>
                                        </p:tgtEl>
                                        <p:attrNameLst>
                                          <p:attrName>style.visibility</p:attrName>
                                        </p:attrNameLst>
                                      </p:cBhvr>
                                      <p:to>
                                        <p:strVal val="visible"/>
                                      </p:to>
                                    </p:set>
                                    <p:animEffect transition="in" filter="blinds(horizontal)">
                                      <p:cBhvr>
                                        <p:cTn id="121" dur="500"/>
                                        <p:tgtEl>
                                          <p:spTgt spid="70"/>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71"/>
                                        </p:tgtEl>
                                        <p:attrNameLst>
                                          <p:attrName>style.visibility</p:attrName>
                                        </p:attrNameLst>
                                      </p:cBhvr>
                                      <p:to>
                                        <p:strVal val="visible"/>
                                      </p:to>
                                    </p:set>
                                    <p:animEffect transition="in" filter="blinds(horizontal)">
                                      <p:cBhvr>
                                        <p:cTn id="124" dur="500"/>
                                        <p:tgtEl>
                                          <p:spTgt spid="71"/>
                                        </p:tgtEl>
                                      </p:cBhvr>
                                    </p:animEffect>
                                  </p:childTnLst>
                                </p:cTn>
                              </p:par>
                              <p:par>
                                <p:cTn id="125" presetID="3" presetClass="entr" presetSubtype="1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blinds(horizontal)">
                                      <p:cBhvr>
                                        <p:cTn id="127" dur="500"/>
                                        <p:tgtEl>
                                          <p:spTgt spid="29"/>
                                        </p:tgtEl>
                                      </p:cBhvr>
                                    </p:animEffect>
                                  </p:childTnLst>
                                </p:cTn>
                              </p:par>
                              <p:par>
                                <p:cTn id="128" presetID="3" presetClass="entr" presetSubtype="1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blinds(horizontal)">
                                      <p:cBhvr>
                                        <p:cTn id="130" dur="500"/>
                                        <p:tgtEl>
                                          <p:spTgt spid="30"/>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72"/>
                                        </p:tgtEl>
                                        <p:attrNameLst>
                                          <p:attrName>style.visibility</p:attrName>
                                        </p:attrNameLst>
                                      </p:cBhvr>
                                      <p:to>
                                        <p:strVal val="visible"/>
                                      </p:to>
                                    </p:set>
                                    <p:animEffect transition="in" filter="blinds(horizontal)">
                                      <p:cBhvr>
                                        <p:cTn id="133" dur="500"/>
                                        <p:tgtEl>
                                          <p:spTgt spid="72"/>
                                        </p:tgtEl>
                                      </p:cBhvr>
                                    </p:animEffect>
                                  </p:childTnLst>
                                </p:cTn>
                              </p:par>
                              <p:par>
                                <p:cTn id="134" presetID="3" presetClass="entr" presetSubtype="10" fill="hold" nodeType="withEffect">
                                  <p:stCondLst>
                                    <p:cond delay="0"/>
                                  </p:stCondLst>
                                  <p:childTnLst>
                                    <p:set>
                                      <p:cBhvr>
                                        <p:cTn id="135" dur="1" fill="hold">
                                          <p:stCondLst>
                                            <p:cond delay="0"/>
                                          </p:stCondLst>
                                        </p:cTn>
                                        <p:tgtEl>
                                          <p:spTgt spid="75"/>
                                        </p:tgtEl>
                                        <p:attrNameLst>
                                          <p:attrName>style.visibility</p:attrName>
                                        </p:attrNameLst>
                                      </p:cBhvr>
                                      <p:to>
                                        <p:strVal val="visible"/>
                                      </p:to>
                                    </p:set>
                                    <p:animEffect transition="in" filter="blinds(horizontal)">
                                      <p:cBhvr>
                                        <p:cTn id="136" dur="500"/>
                                        <p:tgtEl>
                                          <p:spTgt spid="75"/>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74"/>
                                        </p:tgtEl>
                                        <p:attrNameLst>
                                          <p:attrName>style.visibility</p:attrName>
                                        </p:attrNameLst>
                                      </p:cBhvr>
                                      <p:to>
                                        <p:strVal val="visible"/>
                                      </p:to>
                                    </p:set>
                                    <p:animEffect transition="in" filter="blinds(horizontal)">
                                      <p:cBhvr>
                                        <p:cTn id="139" dur="500"/>
                                        <p:tgtEl>
                                          <p:spTgt spid="74"/>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blinds(horizontal)">
                                      <p:cBhvr>
                                        <p:cTn id="142" dur="500"/>
                                        <p:tgtEl>
                                          <p:spTgt spid="57"/>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3" presetClass="entr" presetSubtype="10" fill="hold" nodeType="click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blinds(horizontal)">
                                      <p:cBhvr>
                                        <p:cTn id="147" dur="500"/>
                                        <p:tgtEl>
                                          <p:spTgt spid="3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3" presetClass="entr" presetSubtype="10" fill="hold" nodeType="clickEffect">
                                  <p:stCondLst>
                                    <p:cond delay="0"/>
                                  </p:stCondLst>
                                  <p:childTnLst>
                                    <p:set>
                                      <p:cBhvr>
                                        <p:cTn id="151" dur="1" fill="hold">
                                          <p:stCondLst>
                                            <p:cond delay="0"/>
                                          </p:stCondLst>
                                        </p:cTn>
                                        <p:tgtEl>
                                          <p:spTgt spid="34"/>
                                        </p:tgtEl>
                                        <p:attrNameLst>
                                          <p:attrName>style.visibility</p:attrName>
                                        </p:attrNameLst>
                                      </p:cBhvr>
                                      <p:to>
                                        <p:strVal val="visible"/>
                                      </p:to>
                                    </p:set>
                                    <p:animEffect transition="in" filter="blinds(horizontal)">
                                      <p:cBhvr>
                                        <p:cTn id="152" dur="500"/>
                                        <p:tgtEl>
                                          <p:spTgt spid="34"/>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3" presetClass="entr" presetSubtype="10" fill="hold" nodeType="click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blinds(horizontal)">
                                      <p:cBhvr>
                                        <p:cTn id="157" dur="500"/>
                                        <p:tgtEl>
                                          <p:spTgt spid="36"/>
                                        </p:tgtEl>
                                      </p:cBhvr>
                                    </p:animEffect>
                                  </p:childTnLst>
                                </p:cTn>
                              </p:par>
                              <p:par>
                                <p:cTn id="158" presetID="3" presetClass="entr" presetSubtype="10" fill="hold" nodeType="withEffect">
                                  <p:stCondLst>
                                    <p:cond delay="0"/>
                                  </p:stCondLst>
                                  <p:childTnLst>
                                    <p:set>
                                      <p:cBhvr>
                                        <p:cTn id="159" dur="1" fill="hold">
                                          <p:stCondLst>
                                            <p:cond delay="0"/>
                                          </p:stCondLst>
                                        </p:cTn>
                                        <p:tgtEl>
                                          <p:spTgt spid="38"/>
                                        </p:tgtEl>
                                        <p:attrNameLst>
                                          <p:attrName>style.visibility</p:attrName>
                                        </p:attrNameLst>
                                      </p:cBhvr>
                                      <p:to>
                                        <p:strVal val="visible"/>
                                      </p:to>
                                    </p:set>
                                    <p:animEffect transition="in" filter="blinds(horizontal)">
                                      <p:cBhvr>
                                        <p:cTn id="160" dur="500"/>
                                        <p:tgtEl>
                                          <p:spTgt spid="38"/>
                                        </p:tgtEl>
                                      </p:cBhvr>
                                    </p:animEffect>
                                  </p:childTnLst>
                                </p:cTn>
                              </p:par>
                              <p:par>
                                <p:cTn id="161" presetID="3" presetClass="entr" presetSubtype="10" fill="hold" nodeType="withEffect">
                                  <p:stCondLst>
                                    <p:cond delay="0"/>
                                  </p:stCondLst>
                                  <p:childTnLst>
                                    <p:set>
                                      <p:cBhvr>
                                        <p:cTn id="162" dur="1" fill="hold">
                                          <p:stCondLst>
                                            <p:cond delay="0"/>
                                          </p:stCondLst>
                                        </p:cTn>
                                        <p:tgtEl>
                                          <p:spTgt spid="40"/>
                                        </p:tgtEl>
                                        <p:attrNameLst>
                                          <p:attrName>style.visibility</p:attrName>
                                        </p:attrNameLst>
                                      </p:cBhvr>
                                      <p:to>
                                        <p:strVal val="visible"/>
                                      </p:to>
                                    </p:set>
                                    <p:animEffect transition="in" filter="blinds(horizontal)">
                                      <p:cBhvr>
                                        <p:cTn id="163" dur="500"/>
                                        <p:tgtEl>
                                          <p:spTgt spid="40"/>
                                        </p:tgtEl>
                                      </p:cBhvr>
                                    </p:animEffect>
                                  </p:childTnLst>
                                </p:cTn>
                              </p:par>
                              <p:par>
                                <p:cTn id="164" presetID="3" presetClass="entr" presetSubtype="10" fill="hold" nodeType="with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blinds(horizontal)">
                                      <p:cBhvr>
                                        <p:cTn id="166" dur="500"/>
                                        <p:tgtEl>
                                          <p:spTgt spid="42"/>
                                        </p:tgtEl>
                                      </p:cBhvr>
                                    </p:animEffect>
                                  </p:childTnLst>
                                </p:cTn>
                              </p:par>
                              <p:par>
                                <p:cTn id="167" presetID="3" presetClass="entr" presetSubtype="10" fill="hold" nodeType="withEffect">
                                  <p:stCondLst>
                                    <p:cond delay="0"/>
                                  </p:stCondLst>
                                  <p:childTnLst>
                                    <p:set>
                                      <p:cBhvr>
                                        <p:cTn id="168" dur="1" fill="hold">
                                          <p:stCondLst>
                                            <p:cond delay="0"/>
                                          </p:stCondLst>
                                        </p:cTn>
                                        <p:tgtEl>
                                          <p:spTgt spid="58"/>
                                        </p:tgtEl>
                                        <p:attrNameLst>
                                          <p:attrName>style.visibility</p:attrName>
                                        </p:attrNameLst>
                                      </p:cBhvr>
                                      <p:to>
                                        <p:strVal val="visible"/>
                                      </p:to>
                                    </p:set>
                                    <p:animEffect transition="in" filter="blinds(horizontal)">
                                      <p:cBhvr>
                                        <p:cTn id="169" dur="500"/>
                                        <p:tgtEl>
                                          <p:spTgt spid="58"/>
                                        </p:tgtEl>
                                      </p:cBhvr>
                                    </p:animEffect>
                                  </p:childTnLst>
                                </p:cTn>
                              </p:par>
                              <p:par>
                                <p:cTn id="170" presetID="3" presetClass="entr" presetSubtype="10" fill="hold"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blinds(horizontal)">
                                      <p:cBhvr>
                                        <p:cTn id="172" dur="500"/>
                                        <p:tgtEl>
                                          <p:spTgt spid="46"/>
                                        </p:tgtEl>
                                      </p:cBhvr>
                                    </p:animEffect>
                                  </p:childTnLst>
                                </p:cTn>
                              </p:par>
                              <p:par>
                                <p:cTn id="173" presetID="3" presetClass="entr" presetSubtype="10" fill="hold" nodeType="withEffect">
                                  <p:stCondLst>
                                    <p:cond delay="0"/>
                                  </p:stCondLst>
                                  <p:childTnLst>
                                    <p:set>
                                      <p:cBhvr>
                                        <p:cTn id="174" dur="1" fill="hold">
                                          <p:stCondLst>
                                            <p:cond delay="0"/>
                                          </p:stCondLst>
                                        </p:cTn>
                                        <p:tgtEl>
                                          <p:spTgt spid="48"/>
                                        </p:tgtEl>
                                        <p:attrNameLst>
                                          <p:attrName>style.visibility</p:attrName>
                                        </p:attrNameLst>
                                      </p:cBhvr>
                                      <p:to>
                                        <p:strVal val="visible"/>
                                      </p:to>
                                    </p:set>
                                    <p:animEffect transition="in" filter="blinds(horizontal)">
                                      <p:cBhvr>
                                        <p:cTn id="175" dur="500"/>
                                        <p:tgtEl>
                                          <p:spTgt spid="48"/>
                                        </p:tgtEl>
                                      </p:cBhvr>
                                    </p:animEffect>
                                  </p:childTnLst>
                                </p:cTn>
                              </p:par>
                              <p:par>
                                <p:cTn id="176" presetID="3" presetClass="entr" presetSubtype="10" fill="hold" nodeType="withEffect">
                                  <p:stCondLst>
                                    <p:cond delay="0"/>
                                  </p:stCondLst>
                                  <p:childTnLst>
                                    <p:set>
                                      <p:cBhvr>
                                        <p:cTn id="177" dur="1" fill="hold">
                                          <p:stCondLst>
                                            <p:cond delay="0"/>
                                          </p:stCondLst>
                                        </p:cTn>
                                        <p:tgtEl>
                                          <p:spTgt spid="50"/>
                                        </p:tgtEl>
                                        <p:attrNameLst>
                                          <p:attrName>style.visibility</p:attrName>
                                        </p:attrNameLst>
                                      </p:cBhvr>
                                      <p:to>
                                        <p:strVal val="visible"/>
                                      </p:to>
                                    </p:set>
                                    <p:animEffect transition="in" filter="blinds(horizontal)">
                                      <p:cBhvr>
                                        <p:cTn id="178" dur="500"/>
                                        <p:tgtEl>
                                          <p:spTgt spid="50"/>
                                        </p:tgtEl>
                                      </p:cBhvr>
                                    </p:animEffect>
                                  </p:childTnLst>
                                </p:cTn>
                              </p:par>
                              <p:par>
                                <p:cTn id="179" presetID="3" presetClass="entr" presetSubtype="10" fill="hold" nodeType="withEffect">
                                  <p:stCondLst>
                                    <p:cond delay="0"/>
                                  </p:stCondLst>
                                  <p:childTnLst>
                                    <p:set>
                                      <p:cBhvr>
                                        <p:cTn id="180" dur="1" fill="hold">
                                          <p:stCondLst>
                                            <p:cond delay="0"/>
                                          </p:stCondLst>
                                        </p:cTn>
                                        <p:tgtEl>
                                          <p:spTgt spid="53"/>
                                        </p:tgtEl>
                                        <p:attrNameLst>
                                          <p:attrName>style.visibility</p:attrName>
                                        </p:attrNameLst>
                                      </p:cBhvr>
                                      <p:to>
                                        <p:strVal val="visible"/>
                                      </p:to>
                                    </p:set>
                                    <p:animEffect transition="in" filter="blinds(horizontal)">
                                      <p:cBhvr>
                                        <p:cTn id="18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3" grpId="0"/>
      <p:bldP spid="64" grpId="0"/>
      <p:bldP spid="65" grpId="0"/>
      <p:bldP spid="66" grpId="0"/>
      <p:bldP spid="67" grpId="0"/>
      <p:bldP spid="68" grpId="0"/>
      <p:bldP spid="69" grpId="0"/>
      <p:bldP spid="70" grpId="0"/>
      <p:bldP spid="71" grpId="0"/>
      <p:bldP spid="72" grpId="0"/>
      <p:bldP spid="73" grpId="0"/>
      <p:bldP spid="74" grpId="0"/>
      <p:bldP spid="76" grpId="0"/>
      <p:bldP spid="77" grpId="0"/>
      <p:bldP spid="78" grpId="0"/>
      <p:bldP spid="79" grpId="0"/>
      <p:bldP spid="80" grpId="0"/>
      <p:bldP spid="81" grpId="0"/>
      <p:bldP spid="82" grpId="0"/>
      <p:bldP spid="83" grpId="0"/>
      <p:bldP spid="84" grpId="0"/>
      <p:bldP spid="85" grpId="0"/>
      <p:bldP spid="86" grpId="0"/>
      <p:bldP spid="5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r="2364" b="5344"/>
          <a:stretch>
            <a:fillRect/>
          </a:stretch>
        </p:blipFill>
        <p:spPr bwMode="auto">
          <a:xfrm>
            <a:off x="1295400" y="1143000"/>
            <a:ext cx="6781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Involute</a:t>
            </a:r>
          </a:p>
        </p:txBody>
      </p:sp>
    </p:spTree>
    <p:extLst>
      <p:ext uri="{BB962C8B-B14F-4D97-AF65-F5344CB8AC3E}">
        <p14:creationId xmlns:p14="http://schemas.microsoft.com/office/powerpoint/2010/main" val="21237040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val 2"/>
          <p:cNvSpPr>
            <a:spLocks noChangeArrowheads="1"/>
          </p:cNvSpPr>
          <p:nvPr/>
        </p:nvSpPr>
        <p:spPr bwMode="auto">
          <a:xfrm>
            <a:off x="7275513" y="2535238"/>
            <a:ext cx="66675" cy="68262"/>
          </a:xfrm>
          <a:prstGeom prst="ellipse">
            <a:avLst/>
          </a:prstGeom>
          <a:solidFill>
            <a:srgbClr val="FF0066"/>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9459" name="Line 3"/>
          <p:cNvSpPr>
            <a:spLocks noChangeShapeType="1"/>
          </p:cNvSpPr>
          <p:nvPr/>
        </p:nvSpPr>
        <p:spPr bwMode="auto">
          <a:xfrm flipV="1">
            <a:off x="4940300" y="2517775"/>
            <a:ext cx="2401888" cy="2201863"/>
          </a:xfrm>
          <a:prstGeom prst="line">
            <a:avLst/>
          </a:prstGeom>
          <a:noFill/>
          <a:ln w="19050">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dirty="0">
              <a:cs typeface="Arial" charset="0"/>
            </a:endParaRPr>
          </a:p>
        </p:txBody>
      </p:sp>
      <p:sp>
        <p:nvSpPr>
          <p:cNvPr id="19460" name="Line 4"/>
          <p:cNvSpPr>
            <a:spLocks noChangeShapeType="1"/>
          </p:cNvSpPr>
          <p:nvPr/>
        </p:nvSpPr>
        <p:spPr bwMode="auto">
          <a:xfrm flipV="1">
            <a:off x="5395913" y="1905000"/>
            <a:ext cx="2376487" cy="3221038"/>
          </a:xfrm>
          <a:prstGeom prst="line">
            <a:avLst/>
          </a:prstGeom>
          <a:noFill/>
          <a:ln w="19050">
            <a:solidFill>
              <a:srgbClr val="FF00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1" name="Line 5"/>
          <p:cNvSpPr>
            <a:spLocks noChangeShapeType="1"/>
          </p:cNvSpPr>
          <p:nvPr/>
        </p:nvSpPr>
        <p:spPr bwMode="auto">
          <a:xfrm>
            <a:off x="6191250" y="1636713"/>
            <a:ext cx="2270125" cy="186848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462" name="Text Box 6"/>
          <p:cNvSpPr txBox="1">
            <a:spLocks noChangeArrowheads="1"/>
          </p:cNvSpPr>
          <p:nvPr/>
        </p:nvSpPr>
        <p:spPr bwMode="auto">
          <a:xfrm rot="2389774">
            <a:off x="7853363" y="2976563"/>
            <a:ext cx="766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Tangent</a:t>
            </a:r>
          </a:p>
        </p:txBody>
      </p:sp>
      <p:sp>
        <p:nvSpPr>
          <p:cNvPr id="19463" name="Text Box 7"/>
          <p:cNvSpPr txBox="1">
            <a:spLocks noChangeArrowheads="1"/>
          </p:cNvSpPr>
          <p:nvPr/>
        </p:nvSpPr>
        <p:spPr bwMode="auto">
          <a:xfrm rot="-3038702">
            <a:off x="7107237" y="1939926"/>
            <a:ext cx="72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Normal</a:t>
            </a:r>
          </a:p>
        </p:txBody>
      </p:sp>
      <p:sp>
        <p:nvSpPr>
          <p:cNvPr id="19464" name="Text Box 8"/>
          <p:cNvSpPr txBox="1">
            <a:spLocks noChangeArrowheads="1"/>
          </p:cNvSpPr>
          <p:nvPr/>
        </p:nvSpPr>
        <p:spPr bwMode="auto">
          <a:xfrm>
            <a:off x="7342188" y="2351088"/>
            <a:ext cx="322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Q</a:t>
            </a:r>
          </a:p>
        </p:txBody>
      </p:sp>
      <p:sp>
        <p:nvSpPr>
          <p:cNvPr id="10249" name="Text Box 11"/>
          <p:cNvSpPr txBox="1">
            <a:spLocks noChangeArrowheads="1"/>
          </p:cNvSpPr>
          <p:nvPr/>
        </p:nvSpPr>
        <p:spPr bwMode="auto">
          <a:xfrm>
            <a:off x="4114800" y="311150"/>
            <a:ext cx="487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r>
              <a:rPr lang="en-US" altLang="en-US" sz="2800" b="1">
                <a:solidFill>
                  <a:srgbClr val="FF0066"/>
                </a:solidFill>
                <a:latin typeface="Times New Roman" panose="02020603050405020304" pitchFamily="18" charset="0"/>
              </a:rPr>
              <a:t>Method for Drawing</a:t>
            </a:r>
          </a:p>
          <a:p>
            <a:pPr algn="ctr"/>
            <a:r>
              <a:rPr lang="en-US" altLang="en-US" sz="2800" b="1">
                <a:solidFill>
                  <a:srgbClr val="FF0066"/>
                </a:solidFill>
                <a:latin typeface="Times New Roman" panose="02020603050405020304" pitchFamily="18" charset="0"/>
              </a:rPr>
              <a:t>Tangent &amp; Normal</a:t>
            </a:r>
          </a:p>
        </p:txBody>
      </p:sp>
      <p:sp>
        <p:nvSpPr>
          <p:cNvPr id="19468" name="Text Box 12"/>
          <p:cNvSpPr txBox="1">
            <a:spLocks noChangeArrowheads="1"/>
          </p:cNvSpPr>
          <p:nvPr/>
        </p:nvSpPr>
        <p:spPr bwMode="auto">
          <a:xfrm>
            <a:off x="76200" y="304800"/>
            <a:ext cx="37338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eaLnBrk="0" hangingPunct="0">
              <a:defRPr/>
            </a:pPr>
            <a:r>
              <a:rPr lang="en-US" sz="2400" b="1" dirty="0">
                <a:latin typeface="Times New Roman" pitchFamily="18" charset="0"/>
                <a:cs typeface="Arial" charset="0"/>
              </a:rPr>
              <a:t>Steps:</a:t>
            </a:r>
          </a:p>
          <a:p>
            <a:pPr marL="342900" indent="-342900" algn="just" eaLnBrk="0" hangingPunct="0">
              <a:buFont typeface="Arial" pitchFamily="34" charset="0"/>
              <a:buChar char="•"/>
              <a:defRPr/>
            </a:pPr>
            <a:r>
              <a:rPr lang="en-US" sz="2000" dirty="0">
                <a:latin typeface="Times New Roman" pitchFamily="18" charset="0"/>
                <a:cs typeface="Arial" charset="0"/>
              </a:rPr>
              <a:t>Draw involute as usual.</a:t>
            </a:r>
          </a:p>
          <a:p>
            <a:pPr marL="342900" indent="-342900" algn="just" eaLnBrk="0" hangingPunct="0">
              <a:buFont typeface="Arial" pitchFamily="34" charset="0"/>
              <a:buChar char="•"/>
              <a:defRPr/>
            </a:pPr>
            <a:r>
              <a:rPr lang="en-US" sz="2000" dirty="0">
                <a:latin typeface="Times New Roman" pitchFamily="18" charset="0"/>
                <a:cs typeface="Arial" charset="0"/>
              </a:rPr>
              <a:t>Mark point </a:t>
            </a:r>
            <a:r>
              <a:rPr lang="en-US" sz="2000" b="1" dirty="0">
                <a:solidFill>
                  <a:srgbClr val="FF0066"/>
                </a:solidFill>
                <a:latin typeface="Times New Roman" pitchFamily="18" charset="0"/>
                <a:cs typeface="Arial" charset="0"/>
              </a:rPr>
              <a:t>Q</a:t>
            </a:r>
            <a:r>
              <a:rPr lang="en-US" sz="2000" dirty="0">
                <a:latin typeface="Times New Roman" pitchFamily="18" charset="0"/>
                <a:cs typeface="Arial" charset="0"/>
              </a:rPr>
              <a:t> on involute as given.</a:t>
            </a:r>
          </a:p>
          <a:p>
            <a:pPr marL="342900" indent="-342900" algn="just" eaLnBrk="0" hangingPunct="0">
              <a:buFont typeface="Arial" pitchFamily="34" charset="0"/>
              <a:buChar char="•"/>
              <a:defRPr/>
            </a:pPr>
            <a:r>
              <a:rPr lang="en-US" sz="2000" dirty="0">
                <a:latin typeface="Times New Roman" pitchFamily="18" charset="0"/>
                <a:cs typeface="Arial" charset="0"/>
              </a:rPr>
              <a:t>Join </a:t>
            </a:r>
            <a:r>
              <a:rPr lang="en-US" sz="2000" b="1" dirty="0">
                <a:solidFill>
                  <a:srgbClr val="FF0066"/>
                </a:solidFill>
                <a:latin typeface="Times New Roman" pitchFamily="18" charset="0"/>
                <a:cs typeface="Arial" charset="0"/>
              </a:rPr>
              <a:t>Q</a:t>
            </a:r>
            <a:r>
              <a:rPr lang="en-US" sz="2000" dirty="0">
                <a:latin typeface="Times New Roman" pitchFamily="18" charset="0"/>
                <a:cs typeface="Arial" charset="0"/>
              </a:rPr>
              <a:t> to the center of circle C.</a:t>
            </a:r>
          </a:p>
          <a:p>
            <a:pPr marL="342900" indent="-342900" algn="just" eaLnBrk="0" hangingPunct="0">
              <a:buFont typeface="Arial" pitchFamily="34" charset="0"/>
              <a:buChar char="•"/>
              <a:defRPr/>
            </a:pPr>
            <a:r>
              <a:rPr lang="en-US" sz="2000" dirty="0">
                <a:latin typeface="Times New Roman" pitchFamily="18" charset="0"/>
                <a:cs typeface="Arial" charset="0"/>
              </a:rPr>
              <a:t>Considering </a:t>
            </a:r>
            <a:r>
              <a:rPr lang="en-US" sz="2000" b="1" dirty="0">
                <a:solidFill>
                  <a:srgbClr val="FF0066"/>
                </a:solidFill>
                <a:latin typeface="Times New Roman" pitchFamily="18" charset="0"/>
                <a:cs typeface="Arial" charset="0"/>
              </a:rPr>
              <a:t>CQ</a:t>
            </a:r>
            <a:r>
              <a:rPr lang="en-US" sz="2000" dirty="0">
                <a:latin typeface="Times New Roman" pitchFamily="18" charset="0"/>
                <a:cs typeface="Arial" charset="0"/>
              </a:rPr>
              <a:t> as diameter, draw a semicircle as shown.</a:t>
            </a:r>
          </a:p>
          <a:p>
            <a:pPr marL="342900" indent="-342900" algn="just" eaLnBrk="0" hangingPunct="0">
              <a:buFont typeface="Arial" pitchFamily="34" charset="0"/>
              <a:buChar char="•"/>
              <a:defRPr/>
            </a:pPr>
            <a:r>
              <a:rPr lang="en-US" sz="2000" dirty="0">
                <a:latin typeface="Times New Roman" pitchFamily="18" charset="0"/>
                <a:cs typeface="Arial" charset="0"/>
              </a:rPr>
              <a:t>Mark the point of intersection of this semicircle and pole circle and join it to </a:t>
            </a:r>
            <a:r>
              <a:rPr lang="en-US" sz="2000" b="1" dirty="0">
                <a:solidFill>
                  <a:srgbClr val="FF0066"/>
                </a:solidFill>
                <a:latin typeface="Times New Roman" pitchFamily="18" charset="0"/>
                <a:cs typeface="Arial" charset="0"/>
              </a:rPr>
              <a:t>Q.</a:t>
            </a:r>
          </a:p>
          <a:p>
            <a:pPr marL="342900" indent="-342900" algn="just" eaLnBrk="0" hangingPunct="0">
              <a:buFont typeface="Arial" pitchFamily="34" charset="0"/>
              <a:buChar char="•"/>
              <a:defRPr/>
            </a:pPr>
            <a:r>
              <a:rPr lang="en-US" sz="2000" dirty="0">
                <a:latin typeface="Times New Roman" pitchFamily="18" charset="0"/>
                <a:cs typeface="Arial" charset="0"/>
              </a:rPr>
              <a:t>This will be</a:t>
            </a:r>
            <a:r>
              <a:rPr lang="en-US" sz="2000" b="1" dirty="0">
                <a:solidFill>
                  <a:srgbClr val="FF0066"/>
                </a:solidFill>
                <a:latin typeface="Times New Roman" pitchFamily="18" charset="0"/>
                <a:cs typeface="Arial" charset="0"/>
              </a:rPr>
              <a:t> normal to involute.</a:t>
            </a:r>
          </a:p>
          <a:p>
            <a:pPr marL="342900" indent="-342900" algn="just" eaLnBrk="0" hangingPunct="0">
              <a:buFont typeface="Arial" pitchFamily="34" charset="0"/>
              <a:buChar char="•"/>
              <a:defRPr/>
            </a:pPr>
            <a:r>
              <a:rPr lang="en-US" sz="2000" dirty="0">
                <a:latin typeface="Times New Roman" pitchFamily="18" charset="0"/>
                <a:cs typeface="Arial" charset="0"/>
              </a:rPr>
              <a:t>Draw a line at right angle to this line from</a:t>
            </a:r>
            <a:r>
              <a:rPr lang="en-US" sz="2000" b="1" dirty="0">
                <a:solidFill>
                  <a:srgbClr val="FF0066"/>
                </a:solidFill>
                <a:latin typeface="Times New Roman" pitchFamily="18" charset="0"/>
                <a:cs typeface="Arial" charset="0"/>
              </a:rPr>
              <a:t> Q </a:t>
            </a:r>
            <a:r>
              <a:rPr lang="en-US" sz="2000" b="1" dirty="0">
                <a:latin typeface="Times New Roman" pitchFamily="18" charset="0"/>
                <a:cs typeface="Arial" charset="0"/>
              </a:rPr>
              <a:t>to get tangent  </a:t>
            </a:r>
            <a:r>
              <a:rPr lang="en-US" sz="2000" dirty="0">
                <a:latin typeface="Times New Roman" pitchFamily="18" charset="0"/>
                <a:cs typeface="Arial" charset="0"/>
              </a:rPr>
              <a:t>to the involute.</a:t>
            </a:r>
          </a:p>
        </p:txBody>
      </p:sp>
      <p:grpSp>
        <p:nvGrpSpPr>
          <p:cNvPr id="3" name="Group 13"/>
          <p:cNvGrpSpPr>
            <a:grpSpLocks/>
          </p:cNvGrpSpPr>
          <p:nvPr/>
        </p:nvGrpSpPr>
        <p:grpSpPr bwMode="auto">
          <a:xfrm>
            <a:off x="2955925" y="1636713"/>
            <a:ext cx="6035675" cy="4733925"/>
            <a:chOff x="1862" y="1031"/>
            <a:chExt cx="3802" cy="2982"/>
          </a:xfrm>
        </p:grpSpPr>
        <p:grpSp>
          <p:nvGrpSpPr>
            <p:cNvPr id="10253" name="Group 14"/>
            <p:cNvGrpSpPr>
              <a:grpSpLocks/>
            </p:cNvGrpSpPr>
            <p:nvPr/>
          </p:nvGrpSpPr>
          <p:grpSpPr bwMode="auto">
            <a:xfrm>
              <a:off x="1862" y="1031"/>
              <a:ext cx="3802" cy="2982"/>
              <a:chOff x="528" y="182"/>
              <a:chExt cx="4342" cy="3406"/>
            </a:xfrm>
          </p:grpSpPr>
          <p:sp>
            <p:nvSpPr>
              <p:cNvPr id="10255" name="Oval 15"/>
              <p:cNvSpPr>
                <a:spLocks noChangeArrowheads="1"/>
              </p:cNvSpPr>
              <p:nvPr/>
            </p:nvSpPr>
            <p:spPr bwMode="auto">
              <a:xfrm>
                <a:off x="1458" y="1968"/>
                <a:ext cx="912" cy="912"/>
              </a:xfrm>
              <a:prstGeom prst="ellipse">
                <a:avLst/>
              </a:prstGeom>
              <a:solidFill>
                <a:schemeClr val="bg1"/>
              </a:solidFill>
              <a:ln w="2857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endParaRPr lang="en-SG" altLang="en-US" sz="1400">
                  <a:latin typeface="Times New Roman" panose="02020603050405020304" pitchFamily="18" charset="0"/>
                </a:endParaRPr>
              </a:p>
            </p:txBody>
          </p:sp>
          <p:sp>
            <p:nvSpPr>
              <p:cNvPr id="10256" name="Line 16"/>
              <p:cNvSpPr>
                <a:spLocks noChangeShapeType="1"/>
              </p:cNvSpPr>
              <p:nvPr/>
            </p:nvSpPr>
            <p:spPr bwMode="auto">
              <a:xfrm>
                <a:off x="1920" y="1968"/>
                <a:ext cx="0" cy="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57" name="Line 17"/>
              <p:cNvSpPr>
                <a:spLocks noChangeShapeType="1"/>
              </p:cNvSpPr>
              <p:nvPr/>
            </p:nvSpPr>
            <p:spPr bwMode="auto">
              <a:xfrm>
                <a:off x="1449" y="2421"/>
                <a:ext cx="9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58" name="Line 18"/>
              <p:cNvSpPr>
                <a:spLocks noChangeShapeType="1"/>
              </p:cNvSpPr>
              <p:nvPr/>
            </p:nvSpPr>
            <p:spPr bwMode="auto">
              <a:xfrm>
                <a:off x="1584" y="2112"/>
                <a:ext cx="672"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59" name="Line 19"/>
              <p:cNvSpPr>
                <a:spLocks noChangeShapeType="1"/>
              </p:cNvSpPr>
              <p:nvPr/>
            </p:nvSpPr>
            <p:spPr bwMode="auto">
              <a:xfrm flipH="1">
                <a:off x="1584" y="2112"/>
                <a:ext cx="672"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0" name="Line 20"/>
              <p:cNvSpPr>
                <a:spLocks noChangeShapeType="1"/>
              </p:cNvSpPr>
              <p:nvPr/>
            </p:nvSpPr>
            <p:spPr bwMode="auto">
              <a:xfrm>
                <a:off x="1920" y="2880"/>
                <a:ext cx="27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1" name="Line 21"/>
              <p:cNvSpPr>
                <a:spLocks noChangeShapeType="1"/>
              </p:cNvSpPr>
              <p:nvPr/>
            </p:nvSpPr>
            <p:spPr bwMode="auto">
              <a:xfrm>
                <a:off x="2304"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2" name="Line 22"/>
              <p:cNvSpPr>
                <a:spLocks noChangeShapeType="1"/>
              </p:cNvSpPr>
              <p:nvPr/>
            </p:nvSpPr>
            <p:spPr bwMode="auto">
              <a:xfrm>
                <a:off x="2637"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3" name="Line 23"/>
              <p:cNvSpPr>
                <a:spLocks noChangeShapeType="1"/>
              </p:cNvSpPr>
              <p:nvPr/>
            </p:nvSpPr>
            <p:spPr bwMode="auto">
              <a:xfrm>
                <a:off x="2970"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4" name="Line 24"/>
              <p:cNvSpPr>
                <a:spLocks noChangeShapeType="1"/>
              </p:cNvSpPr>
              <p:nvPr/>
            </p:nvSpPr>
            <p:spPr bwMode="auto">
              <a:xfrm>
                <a:off x="3303"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5" name="Line 25"/>
              <p:cNvSpPr>
                <a:spLocks noChangeShapeType="1"/>
              </p:cNvSpPr>
              <p:nvPr/>
            </p:nvSpPr>
            <p:spPr bwMode="auto">
              <a:xfrm>
                <a:off x="3636"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6" name="Line 26"/>
              <p:cNvSpPr>
                <a:spLocks noChangeShapeType="1"/>
              </p:cNvSpPr>
              <p:nvPr/>
            </p:nvSpPr>
            <p:spPr bwMode="auto">
              <a:xfrm>
                <a:off x="3969"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7" name="Line 27"/>
              <p:cNvSpPr>
                <a:spLocks noChangeShapeType="1"/>
              </p:cNvSpPr>
              <p:nvPr/>
            </p:nvSpPr>
            <p:spPr bwMode="auto">
              <a:xfrm>
                <a:off x="4302"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68" name="Line 28"/>
              <p:cNvSpPr>
                <a:spLocks noChangeShapeType="1"/>
              </p:cNvSpPr>
              <p:nvPr/>
            </p:nvSpPr>
            <p:spPr bwMode="auto">
              <a:xfrm>
                <a:off x="4635" y="283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0269" name="Group 29"/>
              <p:cNvGrpSpPr>
                <a:grpSpLocks/>
              </p:cNvGrpSpPr>
              <p:nvPr/>
            </p:nvGrpSpPr>
            <p:grpSpPr bwMode="auto">
              <a:xfrm>
                <a:off x="2226" y="2902"/>
                <a:ext cx="2578" cy="230"/>
                <a:chOff x="2274" y="3046"/>
                <a:chExt cx="2578" cy="230"/>
              </a:xfrm>
            </p:grpSpPr>
            <p:sp>
              <p:nvSpPr>
                <p:cNvPr id="10294" name="Text Box 30"/>
                <p:cNvSpPr txBox="1">
                  <a:spLocks noChangeArrowheads="1"/>
                </p:cNvSpPr>
                <p:nvPr/>
              </p:nvSpPr>
              <p:spPr bwMode="auto">
                <a:xfrm>
                  <a:off x="2274" y="3046"/>
                  <a:ext cx="5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1          2</a:t>
                  </a:r>
                </a:p>
              </p:txBody>
            </p:sp>
            <p:sp>
              <p:nvSpPr>
                <p:cNvPr id="10295" name="Text Box 31"/>
                <p:cNvSpPr txBox="1">
                  <a:spLocks noChangeArrowheads="1"/>
                </p:cNvSpPr>
                <p:nvPr/>
              </p:nvSpPr>
              <p:spPr bwMode="auto">
                <a:xfrm>
                  <a:off x="2929" y="3050"/>
                  <a:ext cx="5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3          4</a:t>
                  </a:r>
                </a:p>
              </p:txBody>
            </p:sp>
            <p:sp>
              <p:nvSpPr>
                <p:cNvPr id="10296" name="Text Box 32"/>
                <p:cNvSpPr txBox="1">
                  <a:spLocks noChangeArrowheads="1"/>
                </p:cNvSpPr>
                <p:nvPr/>
              </p:nvSpPr>
              <p:spPr bwMode="auto">
                <a:xfrm>
                  <a:off x="3582" y="3057"/>
                  <a:ext cx="51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5        6</a:t>
                  </a:r>
                </a:p>
              </p:txBody>
            </p:sp>
            <p:sp>
              <p:nvSpPr>
                <p:cNvPr id="10297" name="Text Box 33"/>
                <p:cNvSpPr txBox="1">
                  <a:spLocks noChangeArrowheads="1"/>
                </p:cNvSpPr>
                <p:nvPr/>
              </p:nvSpPr>
              <p:spPr bwMode="auto">
                <a:xfrm>
                  <a:off x="4272" y="3055"/>
                  <a:ext cx="5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7          8</a:t>
                  </a:r>
                </a:p>
              </p:txBody>
            </p:sp>
          </p:grpSp>
          <p:sp>
            <p:nvSpPr>
              <p:cNvPr id="10270" name="Oval 34"/>
              <p:cNvSpPr>
                <a:spLocks noChangeArrowheads="1"/>
              </p:cNvSpPr>
              <p:nvPr/>
            </p:nvSpPr>
            <p:spPr bwMode="auto">
              <a:xfrm>
                <a:off x="4608" y="2853"/>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271" name="Text Box 35"/>
              <p:cNvSpPr txBox="1">
                <a:spLocks noChangeArrowheads="1"/>
              </p:cNvSpPr>
              <p:nvPr/>
            </p:nvSpPr>
            <p:spPr bwMode="auto">
              <a:xfrm>
                <a:off x="4667" y="2794"/>
                <a:ext cx="20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P</a:t>
                </a:r>
              </a:p>
            </p:txBody>
          </p:sp>
          <p:sp>
            <p:nvSpPr>
              <p:cNvPr id="10272" name="Text Box 36"/>
              <p:cNvSpPr txBox="1">
                <a:spLocks noChangeArrowheads="1"/>
              </p:cNvSpPr>
              <p:nvPr/>
            </p:nvSpPr>
            <p:spPr bwMode="auto">
              <a:xfrm>
                <a:off x="1902" y="2878"/>
                <a:ext cx="244"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P</a:t>
                </a:r>
                <a:r>
                  <a:rPr lang="en-US" altLang="en-US" sz="1400" baseline="-25000">
                    <a:latin typeface="Times New Roman" panose="02020603050405020304" pitchFamily="18" charset="0"/>
                  </a:rPr>
                  <a:t>8</a:t>
                </a:r>
              </a:p>
            </p:txBody>
          </p:sp>
          <p:sp>
            <p:nvSpPr>
              <p:cNvPr id="10273" name="Oval 37"/>
              <p:cNvSpPr>
                <a:spLocks noChangeArrowheads="1"/>
              </p:cNvSpPr>
              <p:nvPr/>
            </p:nvSpPr>
            <p:spPr bwMode="auto">
              <a:xfrm>
                <a:off x="1890" y="2850"/>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0274" name="Arc 38"/>
              <p:cNvSpPr>
                <a:spLocks/>
              </p:cNvSpPr>
              <p:nvPr/>
            </p:nvSpPr>
            <p:spPr bwMode="auto">
              <a:xfrm rot="16383874" flipV="1">
                <a:off x="2079" y="659"/>
                <a:ext cx="2782" cy="2424"/>
              </a:xfrm>
              <a:custGeom>
                <a:avLst/>
                <a:gdLst>
                  <a:gd name="T0" fmla="*/ 1 w 21600"/>
                  <a:gd name="T1" fmla="*/ 0 h 24136"/>
                  <a:gd name="T2" fmla="*/ 6 w 21600"/>
                  <a:gd name="T3" fmla="*/ 2 h 24136"/>
                  <a:gd name="T4" fmla="*/ 0 w 21600"/>
                  <a:gd name="T5" fmla="*/ 2 h 24136"/>
                  <a:gd name="T6" fmla="*/ 0 60000 65536"/>
                  <a:gd name="T7" fmla="*/ 0 60000 65536"/>
                  <a:gd name="T8" fmla="*/ 0 60000 65536"/>
                  <a:gd name="T9" fmla="*/ 0 w 21600"/>
                  <a:gd name="T10" fmla="*/ 0 h 24136"/>
                  <a:gd name="T11" fmla="*/ 21600 w 21600"/>
                  <a:gd name="T12" fmla="*/ 24136 h 24136"/>
                </a:gdLst>
                <a:ahLst/>
                <a:cxnLst>
                  <a:cxn ang="T6">
                    <a:pos x="T0" y="T1"/>
                  </a:cxn>
                  <a:cxn ang="T7">
                    <a:pos x="T2" y="T3"/>
                  </a:cxn>
                  <a:cxn ang="T8">
                    <a:pos x="T4" y="T5"/>
                  </a:cxn>
                </a:cxnLst>
                <a:rect l="T9" t="T10" r="T11" b="T12"/>
                <a:pathLst>
                  <a:path w="21600" h="24136" fill="none" extrusionOk="0">
                    <a:moveTo>
                      <a:pt x="3152" y="0"/>
                    </a:moveTo>
                    <a:cubicBezTo>
                      <a:pt x="13749" y="1563"/>
                      <a:pt x="21600" y="10657"/>
                      <a:pt x="21600" y="21369"/>
                    </a:cubicBezTo>
                    <a:cubicBezTo>
                      <a:pt x="21600" y="22294"/>
                      <a:pt x="21540" y="23218"/>
                      <a:pt x="21422" y="24136"/>
                    </a:cubicBezTo>
                  </a:path>
                  <a:path w="21600" h="24136" stroke="0" extrusionOk="0">
                    <a:moveTo>
                      <a:pt x="3152" y="0"/>
                    </a:moveTo>
                    <a:cubicBezTo>
                      <a:pt x="13749" y="1563"/>
                      <a:pt x="21600" y="10657"/>
                      <a:pt x="21600" y="21369"/>
                    </a:cubicBezTo>
                    <a:cubicBezTo>
                      <a:pt x="21600" y="22294"/>
                      <a:pt x="21540" y="23218"/>
                      <a:pt x="21422" y="24136"/>
                    </a:cubicBezTo>
                    <a:lnTo>
                      <a:pt x="0" y="21369"/>
                    </a:lnTo>
                    <a:lnTo>
                      <a:pt x="3152"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IN"/>
              </a:p>
            </p:txBody>
          </p:sp>
          <p:sp>
            <p:nvSpPr>
              <p:cNvPr id="10275" name="Arc 39"/>
              <p:cNvSpPr>
                <a:spLocks/>
              </p:cNvSpPr>
              <p:nvPr/>
            </p:nvSpPr>
            <p:spPr bwMode="auto">
              <a:xfrm flipH="1">
                <a:off x="528" y="432"/>
                <a:ext cx="1824" cy="15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0276" name="Arc 40"/>
              <p:cNvSpPr>
                <a:spLocks/>
              </p:cNvSpPr>
              <p:nvPr/>
            </p:nvSpPr>
            <p:spPr bwMode="auto">
              <a:xfrm rot="-23340" flipH="1" flipV="1">
                <a:off x="528" y="1968"/>
                <a:ext cx="912" cy="12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0277" name="Arc 41"/>
              <p:cNvSpPr>
                <a:spLocks/>
              </p:cNvSpPr>
              <p:nvPr/>
            </p:nvSpPr>
            <p:spPr bwMode="auto">
              <a:xfrm flipV="1">
                <a:off x="1440" y="2880"/>
                <a:ext cx="480"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10278" name="Group 42"/>
              <p:cNvGrpSpPr>
                <a:grpSpLocks/>
              </p:cNvGrpSpPr>
              <p:nvPr/>
            </p:nvGrpSpPr>
            <p:grpSpPr bwMode="auto">
              <a:xfrm>
                <a:off x="1430" y="1921"/>
                <a:ext cx="988" cy="1011"/>
                <a:chOff x="1478" y="2065"/>
                <a:chExt cx="988" cy="1011"/>
              </a:xfrm>
            </p:grpSpPr>
            <p:sp>
              <p:nvSpPr>
                <p:cNvPr id="10286" name="Text Box 43"/>
                <p:cNvSpPr txBox="1">
                  <a:spLocks noChangeArrowheads="1"/>
                </p:cNvSpPr>
                <p:nvPr/>
              </p:nvSpPr>
              <p:spPr bwMode="auto">
                <a:xfrm>
                  <a:off x="2222" y="2695"/>
                  <a:ext cx="19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1</a:t>
                  </a:r>
                </a:p>
              </p:txBody>
            </p:sp>
            <p:sp>
              <p:nvSpPr>
                <p:cNvPr id="10287" name="Text Box 44"/>
                <p:cNvSpPr txBox="1">
                  <a:spLocks noChangeArrowheads="1"/>
                </p:cNvSpPr>
                <p:nvPr/>
              </p:nvSpPr>
              <p:spPr bwMode="auto">
                <a:xfrm>
                  <a:off x="2270" y="2407"/>
                  <a:ext cx="19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2</a:t>
                  </a:r>
                </a:p>
              </p:txBody>
            </p:sp>
            <p:sp>
              <p:nvSpPr>
                <p:cNvPr id="10288" name="Text Box 45"/>
                <p:cNvSpPr txBox="1">
                  <a:spLocks noChangeArrowheads="1"/>
                </p:cNvSpPr>
                <p:nvPr/>
              </p:nvSpPr>
              <p:spPr bwMode="auto">
                <a:xfrm>
                  <a:off x="2136" y="2160"/>
                  <a:ext cx="173"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3</a:t>
                  </a:r>
                </a:p>
              </p:txBody>
            </p:sp>
            <p:sp>
              <p:nvSpPr>
                <p:cNvPr id="10289" name="Text Box 46"/>
                <p:cNvSpPr txBox="1">
                  <a:spLocks noChangeArrowheads="1"/>
                </p:cNvSpPr>
                <p:nvPr/>
              </p:nvSpPr>
              <p:spPr bwMode="auto">
                <a:xfrm>
                  <a:off x="1824" y="2065"/>
                  <a:ext cx="19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4</a:t>
                  </a:r>
                </a:p>
              </p:txBody>
            </p:sp>
            <p:sp>
              <p:nvSpPr>
                <p:cNvPr id="10290" name="Text Box 47"/>
                <p:cNvSpPr txBox="1">
                  <a:spLocks noChangeArrowheads="1"/>
                </p:cNvSpPr>
                <p:nvPr/>
              </p:nvSpPr>
              <p:spPr bwMode="auto">
                <a:xfrm>
                  <a:off x="1536" y="2256"/>
                  <a:ext cx="19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5</a:t>
                  </a:r>
                </a:p>
              </p:txBody>
            </p:sp>
            <p:sp>
              <p:nvSpPr>
                <p:cNvPr id="10291" name="Text Box 48"/>
                <p:cNvSpPr txBox="1">
                  <a:spLocks noChangeArrowheads="1"/>
                </p:cNvSpPr>
                <p:nvPr/>
              </p:nvSpPr>
              <p:spPr bwMode="auto">
                <a:xfrm>
                  <a:off x="1478" y="2527"/>
                  <a:ext cx="19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6</a:t>
                  </a:r>
                </a:p>
              </p:txBody>
            </p:sp>
            <p:sp>
              <p:nvSpPr>
                <p:cNvPr id="10292" name="Text Box 49"/>
                <p:cNvSpPr txBox="1">
                  <a:spLocks noChangeArrowheads="1"/>
                </p:cNvSpPr>
                <p:nvPr/>
              </p:nvSpPr>
              <p:spPr bwMode="auto">
                <a:xfrm>
                  <a:off x="1670" y="2791"/>
                  <a:ext cx="19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7</a:t>
                  </a:r>
                </a:p>
              </p:txBody>
            </p:sp>
            <p:sp>
              <p:nvSpPr>
                <p:cNvPr id="10293" name="Text Box 50"/>
                <p:cNvSpPr txBox="1">
                  <a:spLocks noChangeArrowheads="1"/>
                </p:cNvSpPr>
                <p:nvPr/>
              </p:nvSpPr>
              <p:spPr bwMode="auto">
                <a:xfrm>
                  <a:off x="1920" y="2857"/>
                  <a:ext cx="19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8</a:t>
                  </a:r>
                </a:p>
              </p:txBody>
            </p:sp>
          </p:grpSp>
          <p:sp>
            <p:nvSpPr>
              <p:cNvPr id="10279" name="Text Box 51"/>
              <p:cNvSpPr txBox="1">
                <a:spLocks noChangeArrowheads="1"/>
              </p:cNvSpPr>
              <p:nvPr/>
            </p:nvSpPr>
            <p:spPr bwMode="auto">
              <a:xfrm>
                <a:off x="1837" y="182"/>
                <a:ext cx="1681"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u="sng">
                    <a:latin typeface="Times New Roman" panose="02020603050405020304" pitchFamily="18" charset="0"/>
                  </a:rPr>
                  <a:t>INVOLUTE OF A CIRCLE</a:t>
                </a:r>
              </a:p>
            </p:txBody>
          </p:sp>
          <p:grpSp>
            <p:nvGrpSpPr>
              <p:cNvPr id="10280" name="Group 52"/>
              <p:cNvGrpSpPr>
                <a:grpSpLocks/>
              </p:cNvGrpSpPr>
              <p:nvPr/>
            </p:nvGrpSpPr>
            <p:grpSpPr bwMode="auto">
              <a:xfrm>
                <a:off x="1920" y="3120"/>
                <a:ext cx="2712" cy="468"/>
                <a:chOff x="1968" y="3264"/>
                <a:chExt cx="2712" cy="468"/>
              </a:xfrm>
            </p:grpSpPr>
            <p:sp>
              <p:nvSpPr>
                <p:cNvPr id="10281" name="Line 53"/>
                <p:cNvSpPr>
                  <a:spLocks noChangeShapeType="1"/>
                </p:cNvSpPr>
                <p:nvPr/>
              </p:nvSpPr>
              <p:spPr bwMode="auto">
                <a:xfrm>
                  <a:off x="1968"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2" name="Line 54"/>
                <p:cNvSpPr>
                  <a:spLocks noChangeShapeType="1"/>
                </p:cNvSpPr>
                <p:nvPr/>
              </p:nvSpPr>
              <p:spPr bwMode="auto">
                <a:xfrm>
                  <a:off x="4674" y="326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83" name="Line 55"/>
                <p:cNvSpPr>
                  <a:spLocks noChangeShapeType="1"/>
                </p:cNvSpPr>
                <p:nvPr/>
              </p:nvSpPr>
              <p:spPr bwMode="auto">
                <a:xfrm flipH="1">
                  <a:off x="1968" y="3456"/>
                  <a:ext cx="11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0284" name="Line 56"/>
                <p:cNvSpPr>
                  <a:spLocks noChangeShapeType="1"/>
                </p:cNvSpPr>
                <p:nvPr/>
              </p:nvSpPr>
              <p:spPr bwMode="auto">
                <a:xfrm>
                  <a:off x="3672" y="3456"/>
                  <a:ext cx="10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0285" name="Text Box 57"/>
                <p:cNvSpPr txBox="1">
                  <a:spLocks noChangeArrowheads="1"/>
                </p:cNvSpPr>
                <p:nvPr/>
              </p:nvSpPr>
              <p:spPr bwMode="auto">
                <a:xfrm>
                  <a:off x="3215" y="3360"/>
                  <a:ext cx="28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spcBef>
                      <a:spcPct val="50000"/>
                    </a:spcBef>
                  </a:pPr>
                  <a:r>
                    <a:rPr lang="en-US" altLang="en-US" sz="1400">
                      <a:latin typeface="Times New Roman" panose="02020603050405020304" pitchFamily="18" charset="0"/>
                      <a:cs typeface="Times New Roman" panose="02020603050405020304" pitchFamily="18" charset="0"/>
                      <a:sym typeface="Symbol" panose="05050102010706020507" pitchFamily="18" charset="2"/>
                    </a:rPr>
                    <a:t>D</a:t>
                  </a:r>
                  <a:r>
                    <a:rPr lang="en-US" altLang="en-US" sz="1400">
                      <a:latin typeface="Times New Roman" panose="02020603050405020304" pitchFamily="18" charset="0"/>
                    </a:rPr>
                    <a:t> </a:t>
                  </a:r>
                </a:p>
              </p:txBody>
            </p:sp>
          </p:grpSp>
        </p:grpSp>
        <p:sp>
          <p:nvSpPr>
            <p:cNvPr id="10254" name="Text Box 58"/>
            <p:cNvSpPr txBox="1">
              <a:spLocks noChangeArrowheads="1"/>
            </p:cNvSpPr>
            <p:nvPr/>
          </p:nvSpPr>
          <p:spPr bwMode="auto">
            <a:xfrm>
              <a:off x="2916" y="2910"/>
              <a:ext cx="1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b="1">
                  <a:latin typeface="Times New Roman" panose="02020603050405020304" pitchFamily="18" charset="0"/>
                </a:rPr>
                <a:t>C</a:t>
              </a:r>
            </a:p>
          </p:txBody>
        </p:sp>
      </p:grpSp>
      <p:sp>
        <p:nvSpPr>
          <p:cNvPr id="19515" name="Arc 59"/>
          <p:cNvSpPr>
            <a:spLocks/>
          </p:cNvSpPr>
          <p:nvPr/>
        </p:nvSpPr>
        <p:spPr bwMode="auto">
          <a:xfrm rot="3431016">
            <a:off x="5496719" y="2559844"/>
            <a:ext cx="1890712" cy="3270250"/>
          </a:xfrm>
          <a:custGeom>
            <a:avLst/>
            <a:gdLst>
              <a:gd name="T0" fmla="*/ 0 w 24801"/>
              <a:gd name="T1" fmla="*/ 1384257 h 42881"/>
              <a:gd name="T2" fmla="*/ 40113213 w 24801"/>
              <a:gd name="T3" fmla="*/ 249400319 h 42881"/>
              <a:gd name="T4" fmla="*/ 18603637 w 24801"/>
              <a:gd name="T5" fmla="*/ 125627827 h 42881"/>
              <a:gd name="T6" fmla="*/ 0 60000 65536"/>
              <a:gd name="T7" fmla="*/ 0 60000 65536"/>
              <a:gd name="T8" fmla="*/ 0 60000 65536"/>
              <a:gd name="T9" fmla="*/ 0 w 24801"/>
              <a:gd name="T10" fmla="*/ 0 h 42881"/>
              <a:gd name="T11" fmla="*/ 24801 w 24801"/>
              <a:gd name="T12" fmla="*/ 42881 h 42881"/>
            </a:gdLst>
            <a:ahLst/>
            <a:cxnLst>
              <a:cxn ang="T6">
                <a:pos x="T0" y="T1"/>
              </a:cxn>
              <a:cxn ang="T7">
                <a:pos x="T2" y="T3"/>
              </a:cxn>
              <a:cxn ang="T8">
                <a:pos x="T4" y="T5"/>
              </a:cxn>
            </a:cxnLst>
            <a:rect l="T9" t="T10" r="T11" b="T12"/>
            <a:pathLst>
              <a:path w="24801" h="42881" fill="none" extrusionOk="0">
                <a:moveTo>
                  <a:pt x="0" y="238"/>
                </a:moveTo>
                <a:cubicBezTo>
                  <a:pt x="1059" y="79"/>
                  <a:pt x="2129" y="-1"/>
                  <a:pt x="3201" y="0"/>
                </a:cubicBezTo>
                <a:cubicBezTo>
                  <a:pt x="15130" y="0"/>
                  <a:pt x="24801" y="9670"/>
                  <a:pt x="24801" y="21600"/>
                </a:cubicBezTo>
                <a:cubicBezTo>
                  <a:pt x="24801" y="32101"/>
                  <a:pt x="17248" y="41081"/>
                  <a:pt x="6901" y="42880"/>
                </a:cubicBezTo>
              </a:path>
              <a:path w="24801" h="42881" stroke="0" extrusionOk="0">
                <a:moveTo>
                  <a:pt x="0" y="238"/>
                </a:moveTo>
                <a:cubicBezTo>
                  <a:pt x="1059" y="79"/>
                  <a:pt x="2129" y="-1"/>
                  <a:pt x="3201" y="0"/>
                </a:cubicBezTo>
                <a:cubicBezTo>
                  <a:pt x="15130" y="0"/>
                  <a:pt x="24801" y="9670"/>
                  <a:pt x="24801" y="21600"/>
                </a:cubicBezTo>
                <a:cubicBezTo>
                  <a:pt x="24801" y="32101"/>
                  <a:pt x="17248" y="41081"/>
                  <a:pt x="6901" y="42880"/>
                </a:cubicBezTo>
                <a:lnTo>
                  <a:pt x="3201" y="21600"/>
                </a:lnTo>
                <a:lnTo>
                  <a:pt x="0" y="238"/>
                </a:lnTo>
                <a:close/>
              </a:path>
            </a:pathLst>
          </a:custGeom>
          <a:noFill/>
          <a:ln w="19050">
            <a:solidFill>
              <a:schemeClr val="bg1">
                <a:lumMod val="50000"/>
              </a:schemeClr>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defRPr/>
            </a:pPr>
            <a:endParaRPr lang="en-IN" dirty="0">
              <a:cs typeface="Arial" charset="0"/>
            </a:endParaRPr>
          </a:p>
        </p:txBody>
      </p:sp>
    </p:spTree>
    <p:extLst>
      <p:ext uri="{BB962C8B-B14F-4D97-AF65-F5344CB8AC3E}">
        <p14:creationId xmlns:p14="http://schemas.microsoft.com/office/powerpoint/2010/main" val="3980559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9468"/>
                                        </p:tgtEl>
                                        <p:attrNameLst>
                                          <p:attrName>style.visibility</p:attrName>
                                        </p:attrNameLst>
                                      </p:cBhvr>
                                      <p:to>
                                        <p:strVal val="visible"/>
                                      </p:to>
                                    </p:set>
                                    <p:anim calcmode="lin" valueType="num">
                                      <p:cBhvr>
                                        <p:cTn id="7" dur="500" fill="hold"/>
                                        <p:tgtEl>
                                          <p:spTgt spid="19468"/>
                                        </p:tgtEl>
                                        <p:attrNameLst>
                                          <p:attrName>ppt_x</p:attrName>
                                        </p:attrNameLst>
                                      </p:cBhvr>
                                      <p:tavLst>
                                        <p:tav tm="0">
                                          <p:val>
                                            <p:strVal val="#ppt_x"/>
                                          </p:val>
                                        </p:tav>
                                        <p:tav tm="100000">
                                          <p:val>
                                            <p:strVal val="#ppt_x"/>
                                          </p:val>
                                        </p:tav>
                                      </p:tavLst>
                                    </p:anim>
                                    <p:anim calcmode="lin" valueType="num">
                                      <p:cBhvr>
                                        <p:cTn id="8" dur="500" fill="hold"/>
                                        <p:tgtEl>
                                          <p:spTgt spid="19468"/>
                                        </p:tgtEl>
                                        <p:attrNameLst>
                                          <p:attrName>ppt_y</p:attrName>
                                        </p:attrNameLst>
                                      </p:cBhvr>
                                      <p:tavLst>
                                        <p:tav tm="0">
                                          <p:val>
                                            <p:strVal val="#ppt_y+#ppt_h/2"/>
                                          </p:val>
                                        </p:tav>
                                        <p:tav tm="100000">
                                          <p:val>
                                            <p:strVal val="#ppt_y"/>
                                          </p:val>
                                        </p:tav>
                                      </p:tavLst>
                                    </p:anim>
                                    <p:anim calcmode="lin" valueType="num">
                                      <p:cBhvr>
                                        <p:cTn id="9" dur="500" fill="hold"/>
                                        <p:tgtEl>
                                          <p:spTgt spid="19468"/>
                                        </p:tgtEl>
                                        <p:attrNameLst>
                                          <p:attrName>ppt_w</p:attrName>
                                        </p:attrNameLst>
                                      </p:cBhvr>
                                      <p:tavLst>
                                        <p:tav tm="0">
                                          <p:val>
                                            <p:strVal val="#ppt_w"/>
                                          </p:val>
                                        </p:tav>
                                        <p:tav tm="100000">
                                          <p:val>
                                            <p:strVal val="#ppt_w"/>
                                          </p:val>
                                        </p:tav>
                                      </p:tavLst>
                                    </p:anim>
                                    <p:anim calcmode="lin" valueType="num">
                                      <p:cBhvr>
                                        <p:cTn id="10" dur="500" fill="hold"/>
                                        <p:tgtEl>
                                          <p:spTgt spid="19468"/>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16"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19458"/>
                                        </p:tgtEl>
                                        <p:attrNameLst>
                                          <p:attrName>style.visibility</p:attrName>
                                        </p:attrNameLst>
                                      </p:cBhvr>
                                      <p:to>
                                        <p:strVal val="visible"/>
                                      </p:to>
                                    </p:set>
                                    <p:anim calcmode="lin" valueType="num">
                                      <p:cBhvr additive="base">
                                        <p:cTn id="21" dur="500" fill="hold"/>
                                        <p:tgtEl>
                                          <p:spTgt spid="19458"/>
                                        </p:tgtEl>
                                        <p:attrNameLst>
                                          <p:attrName>ppt_x</p:attrName>
                                        </p:attrNameLst>
                                      </p:cBhvr>
                                      <p:tavLst>
                                        <p:tav tm="0">
                                          <p:val>
                                            <p:strVal val="#ppt_x"/>
                                          </p:val>
                                        </p:tav>
                                        <p:tav tm="100000">
                                          <p:val>
                                            <p:strVal val="#ppt_x"/>
                                          </p:val>
                                        </p:tav>
                                      </p:tavLst>
                                    </p:anim>
                                    <p:anim calcmode="lin" valueType="num">
                                      <p:cBhvr additive="base">
                                        <p:cTn id="22" dur="500" fill="hold"/>
                                        <p:tgtEl>
                                          <p:spTgt spid="19458"/>
                                        </p:tgtEl>
                                        <p:attrNameLst>
                                          <p:attrName>ppt_y</p:attrName>
                                        </p:attrNameLst>
                                      </p:cBhvr>
                                      <p:tavLst>
                                        <p:tav tm="0">
                                          <p:val>
                                            <p:strVal val="0-#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9464"/>
                                        </p:tgtEl>
                                        <p:attrNameLst>
                                          <p:attrName>style.visibility</p:attrName>
                                        </p:attrNameLst>
                                      </p:cBhvr>
                                      <p:to>
                                        <p:strVal val="visible"/>
                                      </p:to>
                                    </p:set>
                                    <p:anim calcmode="lin" valueType="num">
                                      <p:cBhvr additive="base">
                                        <p:cTn id="27" dur="500" fill="hold"/>
                                        <p:tgtEl>
                                          <p:spTgt spid="19464"/>
                                        </p:tgtEl>
                                        <p:attrNameLst>
                                          <p:attrName>ppt_x</p:attrName>
                                        </p:attrNameLst>
                                      </p:cBhvr>
                                      <p:tavLst>
                                        <p:tav tm="0">
                                          <p:val>
                                            <p:strVal val="1+#ppt_w/2"/>
                                          </p:val>
                                        </p:tav>
                                        <p:tav tm="100000">
                                          <p:val>
                                            <p:strVal val="#ppt_x"/>
                                          </p:val>
                                        </p:tav>
                                      </p:tavLst>
                                    </p:anim>
                                    <p:anim calcmode="lin" valueType="num">
                                      <p:cBhvr additive="base">
                                        <p:cTn id="28" dur="500" fill="hold"/>
                                        <p:tgtEl>
                                          <p:spTgt spid="19464"/>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12" fill="hold" nodeType="clickEffect">
                                  <p:stCondLst>
                                    <p:cond delay="0"/>
                                  </p:stCondLst>
                                  <p:childTnLst>
                                    <p:set>
                                      <p:cBhvr>
                                        <p:cTn id="32" dur="1" fill="hold">
                                          <p:stCondLst>
                                            <p:cond delay="0"/>
                                          </p:stCondLst>
                                        </p:cTn>
                                        <p:tgtEl>
                                          <p:spTgt spid="19459"/>
                                        </p:tgtEl>
                                        <p:attrNameLst>
                                          <p:attrName>style.visibility</p:attrName>
                                        </p:attrNameLst>
                                      </p:cBhvr>
                                      <p:to>
                                        <p:strVal val="visible"/>
                                      </p:to>
                                    </p:set>
                                    <p:animEffect transition="in" filter="strips(downLeft)">
                                      <p:cBhvr>
                                        <p:cTn id="33" dur="500"/>
                                        <p:tgtEl>
                                          <p:spTgt spid="1945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12" fill="hold" nodeType="clickEffect">
                                  <p:stCondLst>
                                    <p:cond delay="0"/>
                                  </p:stCondLst>
                                  <p:childTnLst>
                                    <p:set>
                                      <p:cBhvr>
                                        <p:cTn id="37" dur="1" fill="hold">
                                          <p:stCondLst>
                                            <p:cond delay="0"/>
                                          </p:stCondLst>
                                        </p:cTn>
                                        <p:tgtEl>
                                          <p:spTgt spid="19515"/>
                                        </p:tgtEl>
                                        <p:attrNameLst>
                                          <p:attrName>style.visibility</p:attrName>
                                        </p:attrNameLst>
                                      </p:cBhvr>
                                      <p:to>
                                        <p:strVal val="visible"/>
                                      </p:to>
                                    </p:set>
                                    <p:animEffect transition="in" filter="strips(downLeft)">
                                      <p:cBhvr>
                                        <p:cTn id="38" dur="500"/>
                                        <p:tgtEl>
                                          <p:spTgt spid="1951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12" fill="hold" nodeType="clickEffect">
                                  <p:stCondLst>
                                    <p:cond delay="0"/>
                                  </p:stCondLst>
                                  <p:childTnLst>
                                    <p:set>
                                      <p:cBhvr>
                                        <p:cTn id="42" dur="1" fill="hold">
                                          <p:stCondLst>
                                            <p:cond delay="0"/>
                                          </p:stCondLst>
                                        </p:cTn>
                                        <p:tgtEl>
                                          <p:spTgt spid="19460"/>
                                        </p:tgtEl>
                                        <p:attrNameLst>
                                          <p:attrName>style.visibility</p:attrName>
                                        </p:attrNameLst>
                                      </p:cBhvr>
                                      <p:to>
                                        <p:strVal val="visible"/>
                                      </p:to>
                                    </p:set>
                                    <p:animEffect transition="in" filter="strips(downLeft)">
                                      <p:cBhvr>
                                        <p:cTn id="43" dur="500"/>
                                        <p:tgtEl>
                                          <p:spTgt spid="1946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6" fill="hold" nodeType="clickEffect">
                                  <p:stCondLst>
                                    <p:cond delay="0"/>
                                  </p:stCondLst>
                                  <p:childTnLst>
                                    <p:set>
                                      <p:cBhvr>
                                        <p:cTn id="47" dur="1" fill="hold">
                                          <p:stCondLst>
                                            <p:cond delay="0"/>
                                          </p:stCondLst>
                                        </p:cTn>
                                        <p:tgtEl>
                                          <p:spTgt spid="19461"/>
                                        </p:tgtEl>
                                        <p:attrNameLst>
                                          <p:attrName>style.visibility</p:attrName>
                                        </p:attrNameLst>
                                      </p:cBhvr>
                                      <p:to>
                                        <p:strVal val="visible"/>
                                      </p:to>
                                    </p:set>
                                    <p:animEffect transition="in" filter="strips(downRight)">
                                      <p:cBhvr>
                                        <p:cTn id="48" dur="500"/>
                                        <p:tgtEl>
                                          <p:spTgt spid="1946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19462"/>
                                        </p:tgtEl>
                                        <p:attrNameLst>
                                          <p:attrName>style.visibility</p:attrName>
                                        </p:attrNameLst>
                                      </p:cBhvr>
                                      <p:to>
                                        <p:strVal val="visible"/>
                                      </p:to>
                                    </p:set>
                                    <p:animEffect transition="in" filter="strips(downRight)">
                                      <p:cBhvr>
                                        <p:cTn id="53" dur="500"/>
                                        <p:tgtEl>
                                          <p:spTgt spid="1946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3" fill="hold" grpId="0" nodeType="clickEffect">
                                  <p:stCondLst>
                                    <p:cond delay="0"/>
                                  </p:stCondLst>
                                  <p:childTnLst>
                                    <p:set>
                                      <p:cBhvr>
                                        <p:cTn id="57" dur="1" fill="hold">
                                          <p:stCondLst>
                                            <p:cond delay="0"/>
                                          </p:stCondLst>
                                        </p:cTn>
                                        <p:tgtEl>
                                          <p:spTgt spid="19463"/>
                                        </p:tgtEl>
                                        <p:attrNameLst>
                                          <p:attrName>style.visibility</p:attrName>
                                        </p:attrNameLst>
                                      </p:cBhvr>
                                      <p:to>
                                        <p:strVal val="visible"/>
                                      </p:to>
                                    </p:set>
                                    <p:animEffect transition="in" filter="strips(upRight)">
                                      <p:cBhvr>
                                        <p:cTn id="58" dur="500"/>
                                        <p:tgtEl>
                                          <p:spTgt spid="19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P spid="19462" grpId="0" autoUpdateAnimBg="0"/>
      <p:bldP spid="19463" grpId="0" autoUpdateAnimBg="0"/>
      <p:bldP spid="19464" grpId="0" autoUpdateAnimBg="0"/>
      <p:bldP spid="1946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7"/>
          <p:cNvPicPr>
            <a:picLocks noChangeAspect="1" noChangeArrowheads="1"/>
          </p:cNvPicPr>
          <p:nvPr/>
        </p:nvPicPr>
        <p:blipFill>
          <a:blip r:embed="rId2">
            <a:extLst>
              <a:ext uri="{28A0092B-C50C-407E-A947-70E740481C1C}">
                <a14:useLocalDpi xmlns:a14="http://schemas.microsoft.com/office/drawing/2010/main" val="0"/>
              </a:ext>
            </a:extLst>
          </a:blip>
          <a:srcRect b="12500"/>
          <a:stretch>
            <a:fillRect/>
          </a:stretch>
        </p:blipFill>
        <p:spPr bwMode="auto">
          <a:xfrm>
            <a:off x="1295400" y="914400"/>
            <a:ext cx="63309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2"/>
          <p:cNvSpPr>
            <a:spLocks noChangeArrowheads="1"/>
          </p:cNvSpPr>
          <p:nvPr/>
        </p:nvSpPr>
        <p:spPr bwMode="auto">
          <a:xfrm>
            <a:off x="0" y="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pPr>
            <a:r>
              <a:rPr lang="en-US" altLang="en-US" sz="2400" b="1" u="sng">
                <a:latin typeface="Garamond" panose="02020404030301010803" pitchFamily="18" charset="0"/>
              </a:rPr>
              <a:t>Involute of Polygon: </a:t>
            </a:r>
            <a:r>
              <a:rPr lang="en-US" altLang="en-US" sz="2400" b="1">
                <a:latin typeface="Garamond" panose="02020404030301010803" pitchFamily="18" charset="0"/>
              </a:rPr>
              <a:t>Draw the involute of a pentagon of 25 mm side.</a:t>
            </a:r>
          </a:p>
        </p:txBody>
      </p:sp>
    </p:spTree>
    <p:extLst>
      <p:ext uri="{BB962C8B-B14F-4D97-AF65-F5344CB8AC3E}">
        <p14:creationId xmlns:p14="http://schemas.microsoft.com/office/powerpoint/2010/main" val="3421485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5"/>
          <p:cNvSpPr txBox="1">
            <a:spLocks noChangeArrowheads="1"/>
          </p:cNvSpPr>
          <p:nvPr/>
        </p:nvSpPr>
        <p:spPr bwMode="auto">
          <a:xfrm>
            <a:off x="76200" y="47625"/>
            <a:ext cx="7162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spcBef>
                <a:spcPct val="50000"/>
              </a:spcBef>
            </a:pPr>
            <a:r>
              <a:rPr lang="en-US" altLang="en-US" sz="3200" b="1">
                <a:solidFill>
                  <a:srgbClr val="0000FF"/>
                </a:solidFill>
                <a:latin typeface="Arial" panose="020B0604020202020204" pitchFamily="34" charset="0"/>
              </a:rPr>
              <a:t>CYCLOID</a:t>
            </a:r>
          </a:p>
        </p:txBody>
      </p:sp>
      <p:sp>
        <p:nvSpPr>
          <p:cNvPr id="12291" name="Text Box 6"/>
          <p:cNvSpPr txBox="1">
            <a:spLocks noChangeArrowheads="1"/>
          </p:cNvSpPr>
          <p:nvPr/>
        </p:nvSpPr>
        <p:spPr bwMode="auto">
          <a:xfrm>
            <a:off x="0" y="990600"/>
            <a:ext cx="6553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spcBef>
                <a:spcPct val="20000"/>
              </a:spcBef>
              <a:buClr>
                <a:schemeClr val="bg1"/>
              </a:buClr>
              <a:buFont typeface="Wingdings" panose="05000000000000000000" pitchFamily="2" charset="2"/>
              <a:buNone/>
            </a:pPr>
            <a:r>
              <a:rPr lang="en-US" altLang="en-US" sz="2400" b="1">
                <a:solidFill>
                  <a:srgbClr val="006600"/>
                </a:solidFill>
                <a:latin typeface="Times New Roman" panose="02020603050405020304" pitchFamily="18" charset="0"/>
              </a:rPr>
              <a:t>A Cycloid is generated by a point on the circumference of a circle rolling along a  straight line, without being slipped</a:t>
            </a:r>
            <a:endParaRPr lang="en-US" altLang="en-US" sz="2400">
              <a:solidFill>
                <a:srgbClr val="006600"/>
              </a:solidFill>
              <a:latin typeface="Times New Roman" panose="02020603050405020304" pitchFamily="18" charset="0"/>
            </a:endParaRPr>
          </a:p>
        </p:txBody>
      </p:sp>
      <p:pic>
        <p:nvPicPr>
          <p:cNvPr id="12292" name="Content Placeholder 3" descr="Cycloid_f.gif_hyuncompressed.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2819400"/>
            <a:ext cx="8991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7" descr="Rack_and_pinion_animation"/>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514600" cy="271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Rectangle 1"/>
          <p:cNvSpPr>
            <a:spLocks noChangeArrowheads="1"/>
          </p:cNvSpPr>
          <p:nvPr/>
        </p:nvSpPr>
        <p:spPr bwMode="auto">
          <a:xfrm>
            <a:off x="76200" y="2193925"/>
            <a:ext cx="65532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265113" indent="-265113"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lvl="1" algn="just" eaLnBrk="1" hangingPunct="1">
              <a:spcBef>
                <a:spcPct val="50000"/>
              </a:spcBef>
              <a:buFont typeface="Arial" panose="020B0604020202020204" pitchFamily="34" charset="0"/>
              <a:buChar char="•"/>
            </a:pPr>
            <a:r>
              <a:rPr lang="en-US" altLang="en-US" sz="2000">
                <a:solidFill>
                  <a:srgbClr val="CC0066"/>
                </a:solidFill>
                <a:latin typeface="Arial" panose="020B0604020202020204" pitchFamily="34" charset="0"/>
              </a:rPr>
              <a:t>The rolling circle is called a generating circle and the straight line is called a directing line or base line. </a:t>
            </a:r>
          </a:p>
          <a:p>
            <a:pPr lvl="1" algn="just" eaLnBrk="1" hangingPunct="1">
              <a:spcBef>
                <a:spcPct val="50000"/>
              </a:spcBef>
              <a:buFont typeface="Arial" panose="020B0604020202020204" pitchFamily="34" charset="0"/>
              <a:buChar char="•"/>
            </a:pPr>
            <a:r>
              <a:rPr lang="en-US" altLang="en-US" sz="2000">
                <a:solidFill>
                  <a:srgbClr val="660066"/>
                </a:solidFill>
                <a:latin typeface="Arial" panose="020B0604020202020204" pitchFamily="34" charset="0"/>
              </a:rPr>
              <a:t>The point on the generating circle which traces the curve is called the generating point. </a:t>
            </a:r>
          </a:p>
        </p:txBody>
      </p:sp>
    </p:spTree>
    <p:extLst>
      <p:ext uri="{BB962C8B-B14F-4D97-AF65-F5344CB8AC3E}">
        <p14:creationId xmlns:p14="http://schemas.microsoft.com/office/powerpoint/2010/main" val="11112373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54"/>
          <p:cNvGrpSpPr>
            <a:grpSpLocks/>
          </p:cNvGrpSpPr>
          <p:nvPr/>
        </p:nvGrpSpPr>
        <p:grpSpPr bwMode="auto">
          <a:xfrm>
            <a:off x="1573213" y="1311275"/>
            <a:ext cx="1447800" cy="1528763"/>
            <a:chOff x="576" y="1677"/>
            <a:chExt cx="912" cy="963"/>
          </a:xfrm>
        </p:grpSpPr>
        <p:sp>
          <p:nvSpPr>
            <p:cNvPr id="13344" name="Oval 2"/>
            <p:cNvSpPr>
              <a:spLocks noChangeArrowheads="1"/>
            </p:cNvSpPr>
            <p:nvPr/>
          </p:nvSpPr>
          <p:spPr bwMode="auto">
            <a:xfrm>
              <a:off x="576" y="1677"/>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45" name="Oval 37"/>
            <p:cNvSpPr>
              <a:spLocks noChangeArrowheads="1"/>
            </p:cNvSpPr>
            <p:nvPr/>
          </p:nvSpPr>
          <p:spPr bwMode="auto">
            <a:xfrm>
              <a:off x="987" y="2544"/>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3" name="Group 51"/>
          <p:cNvGrpSpPr>
            <a:grpSpLocks/>
          </p:cNvGrpSpPr>
          <p:nvPr/>
        </p:nvGrpSpPr>
        <p:grpSpPr bwMode="auto">
          <a:xfrm>
            <a:off x="6245225" y="1316038"/>
            <a:ext cx="1447800" cy="1524000"/>
            <a:chOff x="3519" y="1680"/>
            <a:chExt cx="912" cy="960"/>
          </a:xfrm>
        </p:grpSpPr>
        <p:sp>
          <p:nvSpPr>
            <p:cNvPr id="13342" name="Oval 23"/>
            <p:cNvSpPr>
              <a:spLocks noChangeArrowheads="1"/>
            </p:cNvSpPr>
            <p:nvPr/>
          </p:nvSpPr>
          <p:spPr bwMode="auto">
            <a:xfrm>
              <a:off x="3519" y="1680"/>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43" name="Oval 43"/>
            <p:cNvSpPr>
              <a:spLocks noChangeArrowheads="1"/>
            </p:cNvSpPr>
            <p:nvPr/>
          </p:nvSpPr>
          <p:spPr bwMode="auto">
            <a:xfrm>
              <a:off x="3924" y="2544"/>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4" name="Group 50"/>
          <p:cNvGrpSpPr>
            <a:grpSpLocks/>
          </p:cNvGrpSpPr>
          <p:nvPr/>
        </p:nvGrpSpPr>
        <p:grpSpPr bwMode="auto">
          <a:xfrm>
            <a:off x="4938713" y="1311275"/>
            <a:ext cx="1511300" cy="1452563"/>
            <a:chOff x="2696" y="1680"/>
            <a:chExt cx="952" cy="915"/>
          </a:xfrm>
        </p:grpSpPr>
        <p:sp>
          <p:nvSpPr>
            <p:cNvPr id="13340" name="Oval 22"/>
            <p:cNvSpPr>
              <a:spLocks noChangeArrowheads="1"/>
            </p:cNvSpPr>
            <p:nvPr/>
          </p:nvSpPr>
          <p:spPr bwMode="auto">
            <a:xfrm>
              <a:off x="2696" y="1680"/>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41" name="Oval 17"/>
            <p:cNvSpPr>
              <a:spLocks noChangeArrowheads="1"/>
            </p:cNvSpPr>
            <p:nvPr/>
          </p:nvSpPr>
          <p:spPr bwMode="auto">
            <a:xfrm>
              <a:off x="3552" y="2001"/>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5" name="Group 53"/>
          <p:cNvGrpSpPr>
            <a:grpSpLocks/>
          </p:cNvGrpSpPr>
          <p:nvPr/>
        </p:nvGrpSpPr>
        <p:grpSpPr bwMode="auto">
          <a:xfrm>
            <a:off x="2792413" y="1311275"/>
            <a:ext cx="1524000" cy="1452563"/>
            <a:chOff x="1344" y="1680"/>
            <a:chExt cx="960" cy="915"/>
          </a:xfrm>
        </p:grpSpPr>
        <p:sp>
          <p:nvSpPr>
            <p:cNvPr id="13338" name="Oval 18"/>
            <p:cNvSpPr>
              <a:spLocks noChangeArrowheads="1"/>
            </p:cNvSpPr>
            <p:nvPr/>
          </p:nvSpPr>
          <p:spPr bwMode="auto">
            <a:xfrm>
              <a:off x="1392" y="1680"/>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39" name="Oval 9"/>
            <p:cNvSpPr>
              <a:spLocks noChangeArrowheads="1"/>
            </p:cNvSpPr>
            <p:nvPr/>
          </p:nvSpPr>
          <p:spPr bwMode="auto">
            <a:xfrm>
              <a:off x="1344" y="2007"/>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6" name="Group 49"/>
          <p:cNvGrpSpPr>
            <a:grpSpLocks/>
          </p:cNvGrpSpPr>
          <p:nvPr/>
        </p:nvGrpSpPr>
        <p:grpSpPr bwMode="auto">
          <a:xfrm>
            <a:off x="4392613" y="1311275"/>
            <a:ext cx="1447800" cy="1452563"/>
            <a:chOff x="2352" y="1677"/>
            <a:chExt cx="912" cy="915"/>
          </a:xfrm>
        </p:grpSpPr>
        <p:sp>
          <p:nvSpPr>
            <p:cNvPr id="13336" name="Oval 21"/>
            <p:cNvSpPr>
              <a:spLocks noChangeArrowheads="1"/>
            </p:cNvSpPr>
            <p:nvPr/>
          </p:nvSpPr>
          <p:spPr bwMode="auto">
            <a:xfrm>
              <a:off x="2352" y="1677"/>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37" name="Oval 13"/>
            <p:cNvSpPr>
              <a:spLocks noChangeArrowheads="1"/>
            </p:cNvSpPr>
            <p:nvPr/>
          </p:nvSpPr>
          <p:spPr bwMode="auto">
            <a:xfrm>
              <a:off x="3040" y="1737"/>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7" name="Group 52"/>
          <p:cNvGrpSpPr>
            <a:grpSpLocks/>
          </p:cNvGrpSpPr>
          <p:nvPr/>
        </p:nvGrpSpPr>
        <p:grpSpPr bwMode="auto">
          <a:xfrm>
            <a:off x="3402013" y="1311275"/>
            <a:ext cx="1447800" cy="1452563"/>
            <a:chOff x="1728" y="1677"/>
            <a:chExt cx="912" cy="915"/>
          </a:xfrm>
        </p:grpSpPr>
        <p:sp>
          <p:nvSpPr>
            <p:cNvPr id="13334" name="Oval 19"/>
            <p:cNvSpPr>
              <a:spLocks noChangeArrowheads="1"/>
            </p:cNvSpPr>
            <p:nvPr/>
          </p:nvSpPr>
          <p:spPr bwMode="auto">
            <a:xfrm>
              <a:off x="1728" y="1677"/>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35" name="Oval 11"/>
            <p:cNvSpPr>
              <a:spLocks noChangeArrowheads="1"/>
            </p:cNvSpPr>
            <p:nvPr/>
          </p:nvSpPr>
          <p:spPr bwMode="auto">
            <a:xfrm>
              <a:off x="1848" y="1734"/>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grpSp>
        <p:nvGrpSpPr>
          <p:cNvPr id="8" name="Group 48"/>
          <p:cNvGrpSpPr>
            <a:grpSpLocks/>
          </p:cNvGrpSpPr>
          <p:nvPr/>
        </p:nvGrpSpPr>
        <p:grpSpPr bwMode="auto">
          <a:xfrm>
            <a:off x="3921125" y="1235075"/>
            <a:ext cx="1447800" cy="1528763"/>
            <a:chOff x="2055" y="1632"/>
            <a:chExt cx="912" cy="963"/>
          </a:xfrm>
        </p:grpSpPr>
        <p:sp>
          <p:nvSpPr>
            <p:cNvPr id="13332" name="Oval 20"/>
            <p:cNvSpPr>
              <a:spLocks noChangeArrowheads="1"/>
            </p:cNvSpPr>
            <p:nvPr/>
          </p:nvSpPr>
          <p:spPr bwMode="auto">
            <a:xfrm>
              <a:off x="2055" y="1680"/>
              <a:ext cx="912" cy="915"/>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33" name="Oval 8"/>
            <p:cNvSpPr>
              <a:spLocks noChangeArrowheads="1"/>
            </p:cNvSpPr>
            <p:nvPr/>
          </p:nvSpPr>
          <p:spPr bwMode="auto">
            <a:xfrm>
              <a:off x="2463" y="1632"/>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pic>
        <p:nvPicPr>
          <p:cNvPr id="23" name="Picture 1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97013" y="1087438"/>
            <a:ext cx="62865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Line 5"/>
          <p:cNvSpPr>
            <a:spLocks noChangeShapeType="1"/>
          </p:cNvSpPr>
          <p:nvPr/>
        </p:nvSpPr>
        <p:spPr bwMode="auto">
          <a:xfrm>
            <a:off x="1344613" y="2763838"/>
            <a:ext cx="708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5" name="Oval 12"/>
          <p:cNvSpPr>
            <a:spLocks noChangeArrowheads="1"/>
          </p:cNvSpPr>
          <p:nvPr/>
        </p:nvSpPr>
        <p:spPr bwMode="auto">
          <a:xfrm>
            <a:off x="2225675" y="2687638"/>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6" name="Oval 16"/>
          <p:cNvSpPr>
            <a:spLocks noChangeArrowheads="1"/>
          </p:cNvSpPr>
          <p:nvPr/>
        </p:nvSpPr>
        <p:spPr bwMode="auto">
          <a:xfrm>
            <a:off x="6886575" y="2687638"/>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7" name="Oval 38"/>
          <p:cNvSpPr>
            <a:spLocks noChangeArrowheads="1"/>
          </p:cNvSpPr>
          <p:nvPr/>
        </p:nvSpPr>
        <p:spPr bwMode="auto">
          <a:xfrm>
            <a:off x="2792413" y="183515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8" name="Oval 39"/>
          <p:cNvSpPr>
            <a:spLocks noChangeArrowheads="1"/>
          </p:cNvSpPr>
          <p:nvPr/>
        </p:nvSpPr>
        <p:spPr bwMode="auto">
          <a:xfrm>
            <a:off x="3592513" y="1401763"/>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9" name="Oval 40"/>
          <p:cNvSpPr>
            <a:spLocks noChangeArrowheads="1"/>
          </p:cNvSpPr>
          <p:nvPr/>
        </p:nvSpPr>
        <p:spPr bwMode="auto">
          <a:xfrm>
            <a:off x="4568825" y="1239838"/>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0" name="Oval 41"/>
          <p:cNvSpPr>
            <a:spLocks noChangeArrowheads="1"/>
          </p:cNvSpPr>
          <p:nvPr/>
        </p:nvSpPr>
        <p:spPr bwMode="auto">
          <a:xfrm>
            <a:off x="5483225" y="14065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31" name="Oval 42"/>
          <p:cNvSpPr>
            <a:spLocks noChangeArrowheads="1"/>
          </p:cNvSpPr>
          <p:nvPr/>
        </p:nvSpPr>
        <p:spPr bwMode="auto">
          <a:xfrm>
            <a:off x="6297613" y="1825625"/>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30" name="Text Box 5"/>
          <p:cNvSpPr txBox="1">
            <a:spLocks noChangeArrowheads="1"/>
          </p:cNvSpPr>
          <p:nvPr/>
        </p:nvSpPr>
        <p:spPr bwMode="auto">
          <a:xfrm>
            <a:off x="381000" y="120650"/>
            <a:ext cx="8153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spcBef>
                <a:spcPct val="50000"/>
              </a:spcBef>
            </a:pPr>
            <a:r>
              <a:rPr lang="en-US" altLang="en-US" sz="3200" b="1">
                <a:solidFill>
                  <a:srgbClr val="0000FF"/>
                </a:solidFill>
                <a:latin typeface="Arial" panose="020B0604020202020204" pitchFamily="34" charset="0"/>
              </a:rPr>
              <a:t>CYCLOID</a:t>
            </a:r>
          </a:p>
        </p:txBody>
      </p:sp>
      <p:sp>
        <p:nvSpPr>
          <p:cNvPr id="13331" name="Rectangle 2"/>
          <p:cNvSpPr>
            <a:spLocks noChangeArrowheads="1"/>
          </p:cNvSpPr>
          <p:nvPr/>
        </p:nvSpPr>
        <p:spPr bwMode="auto">
          <a:xfrm>
            <a:off x="-3175" y="3276600"/>
            <a:ext cx="9144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lnSpc>
                <a:spcPct val="150000"/>
              </a:lnSpc>
              <a:spcBef>
                <a:spcPct val="50000"/>
              </a:spcBef>
            </a:pPr>
            <a:r>
              <a:rPr lang="en-US" altLang="en-US" sz="2400">
                <a:solidFill>
                  <a:srgbClr val="FF0000"/>
                </a:solidFill>
                <a:latin typeface="Garamond" panose="02020404030301010803" pitchFamily="18" charset="0"/>
              </a:rPr>
              <a:t>The cycloid is called an </a:t>
            </a:r>
            <a:r>
              <a:rPr lang="en-US" altLang="en-US" sz="2400" b="1">
                <a:solidFill>
                  <a:srgbClr val="FF0000"/>
                </a:solidFill>
                <a:latin typeface="Garamond" panose="02020404030301010803" pitchFamily="18" charset="0"/>
              </a:rPr>
              <a:t>epicycloid</a:t>
            </a:r>
            <a:r>
              <a:rPr lang="en-US" altLang="en-US" sz="2400">
                <a:solidFill>
                  <a:srgbClr val="FF0000"/>
                </a:solidFill>
                <a:latin typeface="Garamond" panose="02020404030301010803" pitchFamily="18" charset="0"/>
              </a:rPr>
              <a:t> when the generating circle rolls along </a:t>
            </a:r>
            <a:r>
              <a:rPr lang="en-US" altLang="en-US" sz="2400" b="1" i="1" u="sng">
                <a:solidFill>
                  <a:srgbClr val="FF0000"/>
                </a:solidFill>
                <a:latin typeface="Garamond" panose="02020404030301010803" pitchFamily="18" charset="0"/>
              </a:rPr>
              <a:t>another circle outside it</a:t>
            </a:r>
            <a:r>
              <a:rPr lang="en-US" altLang="en-US" sz="2400">
                <a:solidFill>
                  <a:srgbClr val="FF0000"/>
                </a:solidFill>
                <a:latin typeface="Garamond" panose="02020404030301010803" pitchFamily="18" charset="0"/>
              </a:rPr>
              <a:t>. </a:t>
            </a:r>
          </a:p>
          <a:p>
            <a:pPr algn="just" eaLnBrk="1" hangingPunct="1">
              <a:lnSpc>
                <a:spcPct val="150000"/>
              </a:lnSpc>
              <a:spcBef>
                <a:spcPct val="50000"/>
              </a:spcBef>
            </a:pPr>
            <a:r>
              <a:rPr lang="en-US" altLang="en-US" sz="2400" b="1">
                <a:solidFill>
                  <a:srgbClr val="006600"/>
                </a:solidFill>
                <a:latin typeface="Garamond" panose="02020404030301010803" pitchFamily="18" charset="0"/>
              </a:rPr>
              <a:t>Hypocycloid</a:t>
            </a:r>
            <a:r>
              <a:rPr lang="en-US" altLang="en-US" sz="2400">
                <a:solidFill>
                  <a:srgbClr val="006600"/>
                </a:solidFill>
                <a:latin typeface="Garamond" panose="02020404030301010803" pitchFamily="18" charset="0"/>
              </a:rPr>
              <a:t>, opposite to the epicycloid, is obtained when the generating circle rolls along </a:t>
            </a:r>
            <a:r>
              <a:rPr lang="en-US" altLang="en-US" sz="2400" b="1" i="1" u="sng">
                <a:solidFill>
                  <a:srgbClr val="006600"/>
                </a:solidFill>
                <a:latin typeface="Garamond" panose="02020404030301010803" pitchFamily="18" charset="0"/>
              </a:rPr>
              <a:t>another circle inside it</a:t>
            </a:r>
            <a:r>
              <a:rPr lang="en-US" altLang="en-US" sz="2400">
                <a:solidFill>
                  <a:srgbClr val="006600"/>
                </a:solidFill>
                <a:latin typeface="Garamond" panose="02020404030301010803" pitchFamily="18" charset="0"/>
              </a:rPr>
              <a:t>. </a:t>
            </a:r>
          </a:p>
          <a:p>
            <a:pPr algn="just" eaLnBrk="1" hangingPunct="1">
              <a:lnSpc>
                <a:spcPct val="150000"/>
              </a:lnSpc>
              <a:spcBef>
                <a:spcPct val="50000"/>
              </a:spcBef>
            </a:pPr>
            <a:r>
              <a:rPr lang="en-US" altLang="en-US" sz="2400">
                <a:latin typeface="Garamond" panose="02020404030301010803" pitchFamily="18" charset="0"/>
              </a:rPr>
              <a:t>The other circle along which the generating circle rolls is called the directing circle or the base circle.</a:t>
            </a:r>
          </a:p>
        </p:txBody>
      </p:sp>
    </p:spTree>
    <p:extLst>
      <p:ext uri="{BB962C8B-B14F-4D97-AF65-F5344CB8AC3E}">
        <p14:creationId xmlns:p14="http://schemas.microsoft.com/office/powerpoint/2010/main" val="1722644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nodeType="afterGroup">
                            <p:stCondLst>
                              <p:cond delay="500"/>
                            </p:stCondLst>
                            <p:childTnLst>
                              <p:par>
                                <p:cTn id="9" presetID="9" presetClass="entr" presetSubtype="0" fill="hold" nodeType="afterEffect">
                                  <p:stCondLst>
                                    <p:cond delay="10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par>
                          <p:cTn id="12" fill="hold" nodeType="afterGroup">
                            <p:stCondLst>
                              <p:cond delay="1100"/>
                            </p:stCondLst>
                            <p:childTnLst>
                              <p:par>
                                <p:cTn id="13" presetID="9" presetClass="entr" presetSubtype="0" fill="hold" nodeType="afterEffect">
                                  <p:stCondLst>
                                    <p:cond delay="10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nodeType="afterGroup">
                            <p:stCondLst>
                              <p:cond delay="1700"/>
                            </p:stCondLst>
                            <p:childTnLst>
                              <p:par>
                                <p:cTn id="17" presetID="9" presetClass="entr" presetSubtype="0" fill="hold" nodeType="after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par>
                          <p:cTn id="20" fill="hold" nodeType="afterGroup">
                            <p:stCondLst>
                              <p:cond delay="2300"/>
                            </p:stCondLst>
                            <p:childTnLst>
                              <p:par>
                                <p:cTn id="21" presetID="9" presetClass="entr" presetSubtype="0" fill="hold" nodeType="afterEffect">
                                  <p:stCondLst>
                                    <p:cond delay="10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par>
                          <p:cTn id="24" fill="hold" nodeType="afterGroup">
                            <p:stCondLst>
                              <p:cond delay="2900"/>
                            </p:stCondLst>
                            <p:childTnLst>
                              <p:par>
                                <p:cTn id="25" presetID="9" presetClass="entr" presetSubtype="0" fill="hold" nodeType="afterEffect">
                                  <p:stCondLst>
                                    <p:cond delay="10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par>
                          <p:cTn id="28" fill="hold" nodeType="afterGroup">
                            <p:stCondLst>
                              <p:cond delay="3500"/>
                            </p:stCondLst>
                            <p:childTnLst>
                              <p:par>
                                <p:cTn id="29" presetID="1" presetClass="entr" presetSubtype="0" fill="hold" grpId="0" nodeType="afterEffect">
                                  <p:stCondLst>
                                    <p:cond delay="0"/>
                                  </p:stCondLst>
                                  <p:childTnLst>
                                    <p:set>
                                      <p:cBhvr>
                                        <p:cTn id="30" dur="1" fill="hold">
                                          <p:stCondLst>
                                            <p:cond delay="499"/>
                                          </p:stCondLst>
                                        </p:cTn>
                                        <p:tgtEl>
                                          <p:spTgt spid="25"/>
                                        </p:tgtEl>
                                        <p:attrNameLst>
                                          <p:attrName>style.visibility</p:attrName>
                                        </p:attrNameLst>
                                      </p:cBhvr>
                                      <p:to>
                                        <p:strVal val="visible"/>
                                      </p:to>
                                    </p:set>
                                  </p:childTnLst>
                                </p:cTn>
                              </p:par>
                            </p:childTnLst>
                          </p:cTn>
                        </p:par>
                        <p:par>
                          <p:cTn id="31" fill="hold" nodeType="afterGroup">
                            <p:stCondLst>
                              <p:cond delay="4000"/>
                            </p:stCondLst>
                            <p:childTnLst>
                              <p:par>
                                <p:cTn id="32" presetID="1" presetClass="entr" presetSubtype="0" fill="hold" grpId="0" nodeType="afterEffect">
                                  <p:stCondLst>
                                    <p:cond delay="0"/>
                                  </p:stCondLst>
                                  <p:childTnLst>
                                    <p:set>
                                      <p:cBhvr>
                                        <p:cTn id="33" dur="1" fill="hold">
                                          <p:stCondLst>
                                            <p:cond delay="499"/>
                                          </p:stCondLst>
                                        </p:cTn>
                                        <p:tgtEl>
                                          <p:spTgt spid="27"/>
                                        </p:tgtEl>
                                        <p:attrNameLst>
                                          <p:attrName>style.visibility</p:attrName>
                                        </p:attrNameLst>
                                      </p:cBhvr>
                                      <p:to>
                                        <p:strVal val="visible"/>
                                      </p:to>
                                    </p:set>
                                  </p:childTnLst>
                                </p:cTn>
                              </p:par>
                            </p:childTnLst>
                          </p:cTn>
                        </p:par>
                        <p:par>
                          <p:cTn id="34" fill="hold" nodeType="afterGroup">
                            <p:stCondLst>
                              <p:cond delay="4500"/>
                            </p:stCondLst>
                            <p:childTnLst>
                              <p:par>
                                <p:cTn id="35" presetID="1" presetClass="entr" presetSubtype="0" fill="hold" grpId="0" nodeType="afterEffect">
                                  <p:stCondLst>
                                    <p:cond delay="0"/>
                                  </p:stCondLst>
                                  <p:childTnLst>
                                    <p:set>
                                      <p:cBhvr>
                                        <p:cTn id="36" dur="1" fill="hold">
                                          <p:stCondLst>
                                            <p:cond delay="499"/>
                                          </p:stCondLst>
                                        </p:cTn>
                                        <p:tgtEl>
                                          <p:spTgt spid="28"/>
                                        </p:tgtEl>
                                        <p:attrNameLst>
                                          <p:attrName>style.visibility</p:attrName>
                                        </p:attrNameLst>
                                      </p:cBhvr>
                                      <p:to>
                                        <p:strVal val="visible"/>
                                      </p:to>
                                    </p:set>
                                  </p:childTnLst>
                                </p:cTn>
                              </p:par>
                            </p:childTnLst>
                          </p:cTn>
                        </p:par>
                        <p:par>
                          <p:cTn id="37" fill="hold" nodeType="afterGroup">
                            <p:stCondLst>
                              <p:cond delay="5000"/>
                            </p:stCondLst>
                            <p:childTnLst>
                              <p:par>
                                <p:cTn id="38" presetID="1" presetClass="entr" presetSubtype="0" fill="hold" grpId="0" nodeType="afterEffect">
                                  <p:stCondLst>
                                    <p:cond delay="0"/>
                                  </p:stCondLst>
                                  <p:childTnLst>
                                    <p:set>
                                      <p:cBhvr>
                                        <p:cTn id="39" dur="1" fill="hold">
                                          <p:stCondLst>
                                            <p:cond delay="499"/>
                                          </p:stCondLst>
                                        </p:cTn>
                                        <p:tgtEl>
                                          <p:spTgt spid="29"/>
                                        </p:tgtEl>
                                        <p:attrNameLst>
                                          <p:attrName>style.visibility</p:attrName>
                                        </p:attrNameLst>
                                      </p:cBhvr>
                                      <p:to>
                                        <p:strVal val="visible"/>
                                      </p:to>
                                    </p:set>
                                  </p:childTnLst>
                                </p:cTn>
                              </p:par>
                            </p:childTnLst>
                          </p:cTn>
                        </p:par>
                        <p:par>
                          <p:cTn id="40" fill="hold" nodeType="afterGroup">
                            <p:stCondLst>
                              <p:cond delay="5500"/>
                            </p:stCondLst>
                            <p:childTnLst>
                              <p:par>
                                <p:cTn id="41" presetID="1" presetClass="entr" presetSubtype="0" fill="hold" grpId="0" nodeType="afterEffect">
                                  <p:stCondLst>
                                    <p:cond delay="0"/>
                                  </p:stCondLst>
                                  <p:childTnLst>
                                    <p:set>
                                      <p:cBhvr>
                                        <p:cTn id="42" dur="1" fill="hold">
                                          <p:stCondLst>
                                            <p:cond delay="499"/>
                                          </p:stCondLst>
                                        </p:cTn>
                                        <p:tgtEl>
                                          <p:spTgt spid="30"/>
                                        </p:tgtEl>
                                        <p:attrNameLst>
                                          <p:attrName>style.visibility</p:attrName>
                                        </p:attrNameLst>
                                      </p:cBhvr>
                                      <p:to>
                                        <p:strVal val="visible"/>
                                      </p:to>
                                    </p:set>
                                  </p:childTnLst>
                                </p:cTn>
                              </p:par>
                            </p:childTnLst>
                          </p:cTn>
                        </p:par>
                        <p:par>
                          <p:cTn id="43" fill="hold" nodeType="afterGroup">
                            <p:stCondLst>
                              <p:cond delay="6000"/>
                            </p:stCondLst>
                            <p:childTnLst>
                              <p:par>
                                <p:cTn id="44" presetID="1" presetClass="entr" presetSubtype="0" fill="hold" grpId="0" nodeType="afterEffect">
                                  <p:stCondLst>
                                    <p:cond delay="0"/>
                                  </p:stCondLst>
                                  <p:childTnLst>
                                    <p:set>
                                      <p:cBhvr>
                                        <p:cTn id="45" dur="1" fill="hold">
                                          <p:stCondLst>
                                            <p:cond delay="499"/>
                                          </p:stCondLst>
                                        </p:cTn>
                                        <p:tgtEl>
                                          <p:spTgt spid="31"/>
                                        </p:tgtEl>
                                        <p:attrNameLst>
                                          <p:attrName>style.visibility</p:attrName>
                                        </p:attrNameLst>
                                      </p:cBhvr>
                                      <p:to>
                                        <p:strVal val="visible"/>
                                      </p:to>
                                    </p:set>
                                  </p:childTnLst>
                                </p:cTn>
                              </p:par>
                            </p:childTnLst>
                          </p:cTn>
                        </p:par>
                        <p:par>
                          <p:cTn id="46" fill="hold" nodeType="afterGroup">
                            <p:stCondLst>
                              <p:cond delay="6500"/>
                            </p:stCondLst>
                            <p:childTnLst>
                              <p:par>
                                <p:cTn id="47" presetID="1" presetClass="entr" presetSubtype="0" fill="hold" grpId="0" nodeType="afterEffect">
                                  <p:stCondLst>
                                    <p:cond delay="0"/>
                                  </p:stCondLst>
                                  <p:childTnLst>
                                    <p:set>
                                      <p:cBhvr>
                                        <p:cTn id="48" dur="1" fill="hold">
                                          <p:stCondLst>
                                            <p:cond delay="499"/>
                                          </p:stCondLst>
                                        </p:cTn>
                                        <p:tgtEl>
                                          <p:spTgt spid="2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dissolve">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0" y="0"/>
            <a:ext cx="9144000" cy="680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defRPr/>
            </a:pPr>
            <a:r>
              <a:rPr lang="en-US" sz="3200" b="1" dirty="0">
                <a:latin typeface="Arial" pitchFamily="34" charset="0"/>
              </a:rPr>
              <a:t>Cycloid</a:t>
            </a:r>
          </a:p>
          <a:p>
            <a:pPr algn="just">
              <a:defRPr/>
            </a:pPr>
            <a:r>
              <a:rPr lang="en-US" sz="2000" b="1" dirty="0">
                <a:solidFill>
                  <a:srgbClr val="FF0000"/>
                </a:solidFill>
                <a:latin typeface="Arial" pitchFamily="34" charset="0"/>
              </a:rPr>
              <a:t>A wheel of diameter 60 cm rolls on a straight horizontal road. Draw the locus of a point P on the periphery of the wheel, for one revolution of the wheel, if P is initially on the road.</a:t>
            </a:r>
          </a:p>
          <a:p>
            <a:pPr algn="just">
              <a:defRPr/>
            </a:pPr>
            <a:r>
              <a:rPr lang="en-US" sz="2000" b="1" dirty="0">
                <a:solidFill>
                  <a:srgbClr val="006600"/>
                </a:solidFill>
                <a:latin typeface="Arial" pitchFamily="34" charset="0"/>
              </a:rPr>
              <a:t>Steps:</a:t>
            </a:r>
          </a:p>
          <a:p>
            <a:pPr marL="285750" indent="-285750" algn="just">
              <a:lnSpc>
                <a:spcPct val="150000"/>
              </a:lnSpc>
              <a:buFont typeface="Arial" pitchFamily="34" charset="0"/>
              <a:buChar char="•"/>
              <a:defRPr/>
            </a:pPr>
            <a:r>
              <a:rPr lang="en-US" dirty="0">
                <a:latin typeface="Arial" pitchFamily="34" charset="0"/>
              </a:rPr>
              <a:t>Draw the base line P’–P” equal to the circumference of generating circle, i.e., </a:t>
            </a:r>
            <a:r>
              <a:rPr lang="en-US" dirty="0">
                <a:latin typeface="Arial" pitchFamily="34" charset="0"/>
                <a:sym typeface="Symbol" pitchFamily="18" charset="2"/>
              </a:rPr>
              <a:t></a:t>
            </a:r>
            <a:r>
              <a:rPr lang="en-US" dirty="0">
                <a:latin typeface="Arial" pitchFamily="34" charset="0"/>
              </a:rPr>
              <a:t>x 60 cm = 188 cm.</a:t>
            </a:r>
          </a:p>
          <a:p>
            <a:pPr marL="285750" indent="-285750" algn="just">
              <a:lnSpc>
                <a:spcPct val="150000"/>
              </a:lnSpc>
              <a:buFont typeface="Arial" pitchFamily="34" charset="0"/>
              <a:buChar char="•"/>
              <a:defRPr/>
            </a:pPr>
            <a:r>
              <a:rPr lang="en-US" dirty="0">
                <a:latin typeface="Arial" pitchFamily="34" charset="0"/>
              </a:rPr>
              <a:t>Draw the generating circle with C as </a:t>
            </a:r>
            <a:r>
              <a:rPr lang="en-US" dirty="0" err="1">
                <a:latin typeface="Arial" pitchFamily="34" charset="0"/>
              </a:rPr>
              <a:t>centre</a:t>
            </a:r>
            <a:r>
              <a:rPr lang="en-US" dirty="0">
                <a:latin typeface="Arial" pitchFamily="34" charset="0"/>
              </a:rPr>
              <a:t> and radius = 30 cm, tangent to P’ –P” at P’. Point P is initially at P’.</a:t>
            </a:r>
          </a:p>
          <a:p>
            <a:pPr marL="285750" indent="-285750" algn="just">
              <a:lnSpc>
                <a:spcPct val="150000"/>
              </a:lnSpc>
              <a:buFont typeface="Arial" pitchFamily="34" charset="0"/>
              <a:buChar char="•"/>
              <a:defRPr/>
            </a:pPr>
            <a:r>
              <a:rPr lang="en-US" dirty="0">
                <a:latin typeface="Arial" pitchFamily="34" charset="0"/>
              </a:rPr>
              <a:t>Draw C–C” parallel and equal to P’ –P” to represent the locus of the </a:t>
            </a:r>
            <a:r>
              <a:rPr lang="en-US" dirty="0" err="1">
                <a:latin typeface="Arial" pitchFamily="34" charset="0"/>
              </a:rPr>
              <a:t>centre</a:t>
            </a:r>
            <a:r>
              <a:rPr lang="en-US" dirty="0">
                <a:latin typeface="Arial" pitchFamily="34" charset="0"/>
              </a:rPr>
              <a:t> of the generating circle.</a:t>
            </a:r>
          </a:p>
          <a:p>
            <a:pPr marL="285750" indent="-285750" algn="just">
              <a:lnSpc>
                <a:spcPct val="150000"/>
              </a:lnSpc>
              <a:buFont typeface="Arial" pitchFamily="34" charset="0"/>
              <a:buChar char="•"/>
              <a:defRPr/>
            </a:pPr>
            <a:r>
              <a:rPr lang="en-US" dirty="0">
                <a:latin typeface="Arial" pitchFamily="34" charset="0"/>
              </a:rPr>
              <a:t>Obtain 12 equal divisions on the circle. Number the divisions as 1, 2, 3, etc., starting from P’ as shown. Through 1, 2, 3, etc., draw lines parallel to P’ –P”.</a:t>
            </a:r>
          </a:p>
          <a:p>
            <a:pPr marL="285750" indent="-285750" algn="just">
              <a:lnSpc>
                <a:spcPct val="150000"/>
              </a:lnSpc>
              <a:buFont typeface="Arial" pitchFamily="34" charset="0"/>
              <a:buChar char="•"/>
              <a:defRPr/>
            </a:pPr>
            <a:r>
              <a:rPr lang="en-US" dirty="0">
                <a:latin typeface="Arial" pitchFamily="34" charset="0"/>
              </a:rPr>
              <a:t>Obtain 12 equal divisions on C–C” and name them as C1, C2, C3, etc.</a:t>
            </a:r>
          </a:p>
          <a:p>
            <a:pPr marL="285750" indent="-285750" algn="just">
              <a:lnSpc>
                <a:spcPct val="150000"/>
              </a:lnSpc>
              <a:buFont typeface="Arial" pitchFamily="34" charset="0"/>
              <a:buChar char="•"/>
              <a:defRPr/>
            </a:pPr>
            <a:r>
              <a:rPr lang="en-US" dirty="0">
                <a:latin typeface="Arial" pitchFamily="34" charset="0"/>
              </a:rPr>
              <a:t>With C1, C2, C3, etc. as the </a:t>
            </a:r>
            <a:r>
              <a:rPr lang="en-US" dirty="0" err="1">
                <a:latin typeface="Arial" pitchFamily="34" charset="0"/>
              </a:rPr>
              <a:t>centres</a:t>
            </a:r>
            <a:r>
              <a:rPr lang="en-US" dirty="0">
                <a:latin typeface="Arial" pitchFamily="34" charset="0"/>
              </a:rPr>
              <a:t> and radius = CP’ = 30 mm, cut the arcs on the lines through 1, 2, 3, etc., to locate respectively P1, P2, P3, etc.</a:t>
            </a:r>
          </a:p>
          <a:p>
            <a:pPr marL="285750" indent="-285750" algn="just">
              <a:lnSpc>
                <a:spcPct val="150000"/>
              </a:lnSpc>
              <a:buFont typeface="Arial" pitchFamily="34" charset="0"/>
              <a:buChar char="•"/>
              <a:defRPr/>
            </a:pPr>
            <a:r>
              <a:rPr lang="en-US" dirty="0">
                <a:latin typeface="Arial" pitchFamily="34" charset="0"/>
              </a:rPr>
              <a:t>Join P’, P1, P2, P3, etc. by a smooth curve.</a:t>
            </a:r>
          </a:p>
        </p:txBody>
      </p:sp>
    </p:spTree>
    <p:extLst>
      <p:ext uri="{BB962C8B-B14F-4D97-AF65-F5344CB8AC3E}">
        <p14:creationId xmlns:p14="http://schemas.microsoft.com/office/powerpoint/2010/main" val="105041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a:spLocks noChangeAspect="1"/>
          </p:cNvSpPr>
          <p:nvPr/>
        </p:nvSpPr>
        <p:spPr>
          <a:xfrm>
            <a:off x="596900" y="946150"/>
            <a:ext cx="2286000" cy="2286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a:stCxn id="3" idx="4"/>
          </p:cNvCxnSpPr>
          <p:nvPr/>
        </p:nvCxnSpPr>
        <p:spPr>
          <a:xfrm rot="5400000" flipH="1" flipV="1">
            <a:off x="5235575" y="-295275"/>
            <a:ext cx="31750" cy="702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flipH="1" flipV="1">
            <a:off x="5248275" y="-1438275"/>
            <a:ext cx="31750" cy="702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 idx="0"/>
          </p:cNvCxnSpPr>
          <p:nvPr/>
        </p:nvCxnSpPr>
        <p:spPr>
          <a:xfrm rot="16200000" flipH="1">
            <a:off x="619125" y="2066925"/>
            <a:ext cx="2254250" cy="127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3" idx="2"/>
            <a:endCxn id="3" idx="6"/>
          </p:cNvCxnSpPr>
          <p:nvPr/>
        </p:nvCxnSpPr>
        <p:spPr>
          <a:xfrm rot="10800000" flipH="1">
            <a:off x="596900" y="2089150"/>
            <a:ext cx="2286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723900" y="1485900"/>
            <a:ext cx="19812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762000" y="1524000"/>
            <a:ext cx="19050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762000" y="1524000"/>
            <a:ext cx="19812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62000" y="1524000"/>
            <a:ext cx="1981200" cy="1143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27820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33916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40012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45346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51442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57538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63634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68968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75064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8116094" y="2094706"/>
            <a:ext cx="228600" cy="158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4"/>
          <p:cNvSpPr txBox="1">
            <a:spLocks noChangeArrowheads="1"/>
          </p:cNvSpPr>
          <p:nvPr/>
        </p:nvSpPr>
        <p:spPr bwMode="auto">
          <a:xfrm>
            <a:off x="1676400" y="3352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P</a:t>
            </a:r>
            <a:r>
              <a:rPr lang="en-US" altLang="en-US">
                <a:sym typeface="Symbol" panose="05050102010706020507" pitchFamily="18" charset="2"/>
              </a:rPr>
              <a:t></a:t>
            </a:r>
            <a:endParaRPr lang="en-US" altLang="en-US"/>
          </a:p>
        </p:txBody>
      </p:sp>
      <p:sp>
        <p:nvSpPr>
          <p:cNvPr id="36" name="TextBox 35"/>
          <p:cNvSpPr txBox="1">
            <a:spLocks noChangeArrowheads="1"/>
          </p:cNvSpPr>
          <p:nvPr/>
        </p:nvSpPr>
        <p:spPr bwMode="auto">
          <a:xfrm>
            <a:off x="8610600" y="32766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P</a:t>
            </a:r>
            <a:r>
              <a:rPr lang="en-US" altLang="en-US">
                <a:sym typeface="Symbol" panose="05050102010706020507" pitchFamily="18" charset="2"/>
              </a:rPr>
              <a:t>’</a:t>
            </a:r>
            <a:endParaRPr lang="en-US" altLang="en-US"/>
          </a:p>
        </p:txBody>
      </p:sp>
      <p:sp>
        <p:nvSpPr>
          <p:cNvPr id="37" name="TextBox 36"/>
          <p:cNvSpPr txBox="1">
            <a:spLocks noChangeArrowheads="1"/>
          </p:cNvSpPr>
          <p:nvPr/>
        </p:nvSpPr>
        <p:spPr bwMode="auto">
          <a:xfrm>
            <a:off x="990600" y="30480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1</a:t>
            </a:r>
          </a:p>
        </p:txBody>
      </p:sp>
      <p:sp>
        <p:nvSpPr>
          <p:cNvPr id="39" name="TextBox 38"/>
          <p:cNvSpPr txBox="1">
            <a:spLocks noChangeArrowheads="1"/>
          </p:cNvSpPr>
          <p:nvPr/>
        </p:nvSpPr>
        <p:spPr bwMode="auto">
          <a:xfrm>
            <a:off x="2286000" y="30480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11</a:t>
            </a:r>
          </a:p>
        </p:txBody>
      </p:sp>
      <p:sp>
        <p:nvSpPr>
          <p:cNvPr id="40" name="TextBox 39"/>
          <p:cNvSpPr txBox="1">
            <a:spLocks noChangeArrowheads="1"/>
          </p:cNvSpPr>
          <p:nvPr/>
        </p:nvSpPr>
        <p:spPr bwMode="auto">
          <a:xfrm>
            <a:off x="2743200" y="12192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8</a:t>
            </a:r>
          </a:p>
        </p:txBody>
      </p:sp>
      <p:sp>
        <p:nvSpPr>
          <p:cNvPr id="41" name="TextBox 40"/>
          <p:cNvSpPr txBox="1">
            <a:spLocks noChangeArrowheads="1"/>
          </p:cNvSpPr>
          <p:nvPr/>
        </p:nvSpPr>
        <p:spPr bwMode="auto">
          <a:xfrm>
            <a:off x="2286000" y="7620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7</a:t>
            </a:r>
          </a:p>
        </p:txBody>
      </p:sp>
      <p:sp>
        <p:nvSpPr>
          <p:cNvPr id="42" name="TextBox 41"/>
          <p:cNvSpPr txBox="1">
            <a:spLocks noChangeArrowheads="1"/>
          </p:cNvSpPr>
          <p:nvPr/>
        </p:nvSpPr>
        <p:spPr bwMode="auto">
          <a:xfrm>
            <a:off x="1676400" y="6096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6</a:t>
            </a:r>
          </a:p>
        </p:txBody>
      </p:sp>
      <p:sp>
        <p:nvSpPr>
          <p:cNvPr id="43" name="TextBox 42"/>
          <p:cNvSpPr txBox="1">
            <a:spLocks noChangeArrowheads="1"/>
          </p:cNvSpPr>
          <p:nvPr/>
        </p:nvSpPr>
        <p:spPr bwMode="auto">
          <a:xfrm>
            <a:off x="838200" y="8382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5</a:t>
            </a:r>
          </a:p>
        </p:txBody>
      </p:sp>
      <p:sp>
        <p:nvSpPr>
          <p:cNvPr id="44" name="TextBox 43"/>
          <p:cNvSpPr txBox="1">
            <a:spLocks noChangeArrowheads="1"/>
          </p:cNvSpPr>
          <p:nvPr/>
        </p:nvSpPr>
        <p:spPr bwMode="auto">
          <a:xfrm>
            <a:off x="457200" y="12954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4</a:t>
            </a:r>
          </a:p>
        </p:txBody>
      </p:sp>
      <p:sp>
        <p:nvSpPr>
          <p:cNvPr id="45" name="TextBox 44"/>
          <p:cNvSpPr txBox="1">
            <a:spLocks noChangeArrowheads="1"/>
          </p:cNvSpPr>
          <p:nvPr/>
        </p:nvSpPr>
        <p:spPr bwMode="auto">
          <a:xfrm>
            <a:off x="304800" y="19812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3</a:t>
            </a:r>
          </a:p>
        </p:txBody>
      </p:sp>
      <p:sp>
        <p:nvSpPr>
          <p:cNvPr id="46" name="TextBox 45"/>
          <p:cNvSpPr txBox="1">
            <a:spLocks noChangeArrowheads="1"/>
          </p:cNvSpPr>
          <p:nvPr/>
        </p:nvSpPr>
        <p:spPr bwMode="auto">
          <a:xfrm>
            <a:off x="533400" y="2590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2</a:t>
            </a:r>
          </a:p>
        </p:txBody>
      </p:sp>
      <p:sp>
        <p:nvSpPr>
          <p:cNvPr id="47" name="TextBox 46"/>
          <p:cNvSpPr txBox="1">
            <a:spLocks noChangeArrowheads="1"/>
          </p:cNvSpPr>
          <p:nvPr/>
        </p:nvSpPr>
        <p:spPr bwMode="auto">
          <a:xfrm>
            <a:off x="2819400" y="2590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10</a:t>
            </a:r>
          </a:p>
        </p:txBody>
      </p:sp>
      <p:sp>
        <p:nvSpPr>
          <p:cNvPr id="48" name="TextBox 47"/>
          <p:cNvSpPr txBox="1">
            <a:spLocks noChangeArrowheads="1"/>
          </p:cNvSpPr>
          <p:nvPr/>
        </p:nvSpPr>
        <p:spPr bwMode="auto">
          <a:xfrm>
            <a:off x="2971800" y="1828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9</a:t>
            </a:r>
          </a:p>
        </p:txBody>
      </p:sp>
      <p:sp>
        <p:nvSpPr>
          <p:cNvPr id="49" name="TextBox 48"/>
          <p:cNvSpPr txBox="1">
            <a:spLocks noChangeArrowheads="1"/>
          </p:cNvSpPr>
          <p:nvPr/>
        </p:nvSpPr>
        <p:spPr bwMode="auto">
          <a:xfrm>
            <a:off x="7467600" y="2209800"/>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C10</a:t>
            </a:r>
          </a:p>
        </p:txBody>
      </p:sp>
      <p:sp>
        <p:nvSpPr>
          <p:cNvPr id="50" name="TextBox 49"/>
          <p:cNvSpPr txBox="1">
            <a:spLocks noChangeArrowheads="1"/>
          </p:cNvSpPr>
          <p:nvPr/>
        </p:nvSpPr>
        <p:spPr bwMode="auto">
          <a:xfrm>
            <a:off x="68580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C9</a:t>
            </a:r>
          </a:p>
        </p:txBody>
      </p:sp>
      <p:sp>
        <p:nvSpPr>
          <p:cNvPr id="51" name="TextBox 50"/>
          <p:cNvSpPr txBox="1">
            <a:spLocks noChangeArrowheads="1"/>
          </p:cNvSpPr>
          <p:nvPr/>
        </p:nvSpPr>
        <p:spPr bwMode="auto">
          <a:xfrm>
            <a:off x="63246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C8</a:t>
            </a:r>
          </a:p>
        </p:txBody>
      </p:sp>
      <p:sp>
        <p:nvSpPr>
          <p:cNvPr id="52" name="TextBox 51"/>
          <p:cNvSpPr txBox="1">
            <a:spLocks noChangeArrowheads="1"/>
          </p:cNvSpPr>
          <p:nvPr/>
        </p:nvSpPr>
        <p:spPr bwMode="auto">
          <a:xfrm>
            <a:off x="22098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C1</a:t>
            </a:r>
          </a:p>
        </p:txBody>
      </p:sp>
      <p:sp>
        <p:nvSpPr>
          <p:cNvPr id="53" name="TextBox 52"/>
          <p:cNvSpPr txBox="1">
            <a:spLocks noChangeArrowheads="1"/>
          </p:cNvSpPr>
          <p:nvPr/>
        </p:nvSpPr>
        <p:spPr bwMode="auto">
          <a:xfrm>
            <a:off x="8153400" y="2209800"/>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C11</a:t>
            </a:r>
          </a:p>
        </p:txBody>
      </p:sp>
      <p:sp>
        <p:nvSpPr>
          <p:cNvPr id="54" name="TextBox 53"/>
          <p:cNvSpPr txBox="1">
            <a:spLocks noChangeArrowheads="1"/>
          </p:cNvSpPr>
          <p:nvPr/>
        </p:nvSpPr>
        <p:spPr bwMode="auto">
          <a:xfrm>
            <a:off x="51054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C6</a:t>
            </a:r>
          </a:p>
        </p:txBody>
      </p:sp>
      <p:sp>
        <p:nvSpPr>
          <p:cNvPr id="55" name="TextBox 54"/>
          <p:cNvSpPr txBox="1">
            <a:spLocks noChangeArrowheads="1"/>
          </p:cNvSpPr>
          <p:nvPr/>
        </p:nvSpPr>
        <p:spPr bwMode="auto">
          <a:xfrm>
            <a:off x="44958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C5</a:t>
            </a:r>
          </a:p>
        </p:txBody>
      </p:sp>
      <p:sp>
        <p:nvSpPr>
          <p:cNvPr id="56" name="TextBox 55"/>
          <p:cNvSpPr txBox="1">
            <a:spLocks noChangeArrowheads="1"/>
          </p:cNvSpPr>
          <p:nvPr/>
        </p:nvSpPr>
        <p:spPr bwMode="auto">
          <a:xfrm>
            <a:off x="39624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C4</a:t>
            </a:r>
          </a:p>
        </p:txBody>
      </p:sp>
      <p:sp>
        <p:nvSpPr>
          <p:cNvPr id="57" name="TextBox 56"/>
          <p:cNvSpPr txBox="1">
            <a:spLocks noChangeArrowheads="1"/>
          </p:cNvSpPr>
          <p:nvPr/>
        </p:nvSpPr>
        <p:spPr bwMode="auto">
          <a:xfrm>
            <a:off x="33528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C3</a:t>
            </a:r>
          </a:p>
        </p:txBody>
      </p:sp>
      <p:sp>
        <p:nvSpPr>
          <p:cNvPr id="58" name="TextBox 57"/>
          <p:cNvSpPr txBox="1">
            <a:spLocks noChangeArrowheads="1"/>
          </p:cNvSpPr>
          <p:nvPr/>
        </p:nvSpPr>
        <p:spPr bwMode="auto">
          <a:xfrm>
            <a:off x="28194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C2</a:t>
            </a:r>
          </a:p>
        </p:txBody>
      </p:sp>
      <p:sp>
        <p:nvSpPr>
          <p:cNvPr id="59" name="TextBox 58"/>
          <p:cNvSpPr txBox="1">
            <a:spLocks noChangeArrowheads="1"/>
          </p:cNvSpPr>
          <p:nvPr/>
        </p:nvSpPr>
        <p:spPr bwMode="auto">
          <a:xfrm>
            <a:off x="5715000" y="2209800"/>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C7</a:t>
            </a:r>
          </a:p>
        </p:txBody>
      </p:sp>
      <p:sp>
        <p:nvSpPr>
          <p:cNvPr id="60" name="TextBox 59"/>
          <p:cNvSpPr txBox="1">
            <a:spLocks noChangeArrowheads="1"/>
          </p:cNvSpPr>
          <p:nvPr/>
        </p:nvSpPr>
        <p:spPr bwMode="auto">
          <a:xfrm>
            <a:off x="8610600" y="2209800"/>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a:t>C12</a:t>
            </a:r>
          </a:p>
        </p:txBody>
      </p:sp>
      <p:cxnSp>
        <p:nvCxnSpPr>
          <p:cNvPr id="61" name="Straight Connector 60"/>
          <p:cNvCxnSpPr/>
          <p:nvPr/>
        </p:nvCxnSpPr>
        <p:spPr>
          <a:xfrm rot="5400000">
            <a:off x="8647907" y="2094706"/>
            <a:ext cx="228600" cy="158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37" idx="0"/>
          </p:cNvCxnSpPr>
          <p:nvPr/>
        </p:nvCxnSpPr>
        <p:spPr>
          <a:xfrm rot="5400000" flipH="1" flipV="1">
            <a:off x="4953000" y="-838200"/>
            <a:ext cx="76200" cy="769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762000" y="2667000"/>
            <a:ext cx="807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762000" y="1524000"/>
            <a:ext cx="807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flipH="1" flipV="1">
            <a:off x="4953000" y="-2786062"/>
            <a:ext cx="76200" cy="769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endCxn id="36" idx="0"/>
          </p:cNvCxnSpPr>
          <p:nvPr/>
        </p:nvCxnSpPr>
        <p:spPr>
          <a:xfrm rot="5400000">
            <a:off x="8686801" y="3200400"/>
            <a:ext cx="1524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905000" y="2644775"/>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5" name="Oval 94"/>
          <p:cNvSpPr/>
          <p:nvPr/>
        </p:nvSpPr>
        <p:spPr>
          <a:xfrm>
            <a:off x="2286000" y="20574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6" name="Oval 95"/>
          <p:cNvSpPr/>
          <p:nvPr/>
        </p:nvSpPr>
        <p:spPr>
          <a:xfrm>
            <a:off x="5181600" y="8382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7" name="Oval 96"/>
          <p:cNvSpPr/>
          <p:nvPr/>
        </p:nvSpPr>
        <p:spPr>
          <a:xfrm>
            <a:off x="4114800" y="10668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8" name="Oval 97"/>
          <p:cNvSpPr/>
          <p:nvPr/>
        </p:nvSpPr>
        <p:spPr>
          <a:xfrm>
            <a:off x="3032125" y="1470025"/>
            <a:ext cx="92075" cy="904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9" name="Oval 98"/>
          <p:cNvSpPr/>
          <p:nvPr/>
        </p:nvSpPr>
        <p:spPr>
          <a:xfrm>
            <a:off x="1754310" y="2982913"/>
            <a:ext cx="92075" cy="904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0" name="Straight Connector 99"/>
          <p:cNvCxnSpPr/>
          <p:nvPr/>
        </p:nvCxnSpPr>
        <p:spPr>
          <a:xfrm flipV="1">
            <a:off x="1676400" y="827088"/>
            <a:ext cx="7239000" cy="98425"/>
          </a:xfrm>
          <a:prstGeom prst="line">
            <a:avLst/>
          </a:prstGeom>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8686800" y="29718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 name="Oval 102"/>
          <p:cNvSpPr/>
          <p:nvPr/>
        </p:nvSpPr>
        <p:spPr>
          <a:xfrm>
            <a:off x="8153400" y="19812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4" name="Oval 103"/>
          <p:cNvSpPr/>
          <p:nvPr/>
        </p:nvSpPr>
        <p:spPr>
          <a:xfrm>
            <a:off x="7391400" y="15240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5" name="Oval 104"/>
          <p:cNvSpPr/>
          <p:nvPr/>
        </p:nvSpPr>
        <p:spPr>
          <a:xfrm>
            <a:off x="6324600" y="9906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6" name="Oval 105"/>
          <p:cNvSpPr/>
          <p:nvPr/>
        </p:nvSpPr>
        <p:spPr>
          <a:xfrm>
            <a:off x="8534400" y="2590800"/>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7" name="Oval 106"/>
          <p:cNvSpPr/>
          <p:nvPr/>
        </p:nvSpPr>
        <p:spPr>
          <a:xfrm>
            <a:off x="8763000" y="3184525"/>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8" name="Oval 107"/>
          <p:cNvSpPr/>
          <p:nvPr/>
        </p:nvSpPr>
        <p:spPr>
          <a:xfrm>
            <a:off x="1676400" y="3184525"/>
            <a:ext cx="92075" cy="920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8"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Cycloid</a:t>
            </a:r>
          </a:p>
        </p:txBody>
      </p:sp>
      <p:pic>
        <p:nvPicPr>
          <p:cNvPr id="6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b="8585"/>
          <a:stretch>
            <a:fillRect/>
          </a:stretch>
        </p:blipFill>
        <p:spPr bwMode="auto">
          <a:xfrm>
            <a:off x="609600" y="3687763"/>
            <a:ext cx="7848600" cy="309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82176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par>
                                <p:cTn id="19" presetID="3" presetClass="entr" presetSubtype="1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linds(horizontal)">
                                      <p:cBhvr>
                                        <p:cTn id="21" dur="500"/>
                                        <p:tgtEl>
                                          <p:spTgt spid="20"/>
                                        </p:tgtEl>
                                      </p:cBhvr>
                                    </p:animEffect>
                                  </p:childTnLst>
                                </p:cTn>
                              </p:par>
                              <p:par>
                                <p:cTn id="22" presetID="3" presetClass="entr" presetSubtype="1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blinds(horizontal)">
                                      <p:cBhvr>
                                        <p:cTn id="24" dur="500"/>
                                        <p:tgtEl>
                                          <p:spTgt spid="22"/>
                                        </p:tgtEl>
                                      </p:cBhvr>
                                    </p:animEffect>
                                  </p:childTnLst>
                                </p:cTn>
                              </p:par>
                              <p:par>
                                <p:cTn id="25" presetID="3" presetClass="entr" presetSubtype="1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blinds(horizontal)">
                                      <p:cBhvr>
                                        <p:cTn id="32" dur="500"/>
                                        <p:tgtEl>
                                          <p:spTgt spid="46"/>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blinds(horizontal)">
                                      <p:cBhvr>
                                        <p:cTn id="35" dur="500"/>
                                        <p:tgtEl>
                                          <p:spTgt spid="3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blinds(horizontal)">
                                      <p:cBhvr>
                                        <p:cTn id="38" dur="500"/>
                                        <p:tgtEl>
                                          <p:spTgt spid="45"/>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blinds(horizontal)">
                                      <p:cBhvr>
                                        <p:cTn id="41" dur="500"/>
                                        <p:tgtEl>
                                          <p:spTgt spid="4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blinds(horizontal)">
                                      <p:cBhvr>
                                        <p:cTn id="44" dur="500"/>
                                        <p:tgtEl>
                                          <p:spTgt spid="43"/>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blinds(horizontal)">
                                      <p:cBhvr>
                                        <p:cTn id="47" dur="500"/>
                                        <p:tgtEl>
                                          <p:spTgt spid="42"/>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blinds(horizontal)">
                                      <p:cBhvr>
                                        <p:cTn id="50" dur="500"/>
                                        <p:tgtEl>
                                          <p:spTgt spid="41"/>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blinds(horizontal)">
                                      <p:cBhvr>
                                        <p:cTn id="53" dur="500"/>
                                        <p:tgtEl>
                                          <p:spTgt spid="40"/>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blinds(horizontal)">
                                      <p:cBhvr>
                                        <p:cTn id="56" dur="500"/>
                                        <p:tgtEl>
                                          <p:spTgt spid="48"/>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blinds(horizontal)">
                                      <p:cBhvr>
                                        <p:cTn id="59" dur="500"/>
                                        <p:tgtEl>
                                          <p:spTgt spid="47"/>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linds(horizontal)">
                                      <p:cBhvr>
                                        <p:cTn id="62" dur="500"/>
                                        <p:tgtEl>
                                          <p:spTgt spid="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linds(horizontal)">
                                      <p:cBhvr>
                                        <p:cTn id="67" dur="500"/>
                                        <p:tgtEl>
                                          <p:spTgt spid="8"/>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blinds(horizontal)">
                                      <p:cBhvr>
                                        <p:cTn id="70" dur="500"/>
                                        <p:tgtEl>
                                          <p:spTgt spid="3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blinds(horizontal)">
                                      <p:cBhvr>
                                        <p:cTn id="73" dur="500"/>
                                        <p:tgtEl>
                                          <p:spTgt spid="36"/>
                                        </p:tgtEl>
                                      </p:cBhvr>
                                    </p:animEffect>
                                  </p:childTnLst>
                                </p:cTn>
                              </p:par>
                              <p:par>
                                <p:cTn id="74" presetID="3" presetClass="entr" presetSubtype="10" fill="hold"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linds(horizontal)">
                                      <p:cBhvr>
                                        <p:cTn id="76" dur="500"/>
                                        <p:tgtEl>
                                          <p:spTgt spid="25"/>
                                        </p:tgtEl>
                                      </p:cBhvr>
                                    </p:animEffect>
                                  </p:childTnLst>
                                </p:cTn>
                              </p:par>
                              <p:par>
                                <p:cTn id="77" presetID="3" presetClass="entr" presetSubtype="10"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blinds(horizontal)">
                                      <p:cBhvr>
                                        <p:cTn id="79" dur="500"/>
                                        <p:tgtEl>
                                          <p:spTgt spid="26"/>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blinds(horizontal)">
                                      <p:cBhvr>
                                        <p:cTn id="82" dur="500"/>
                                        <p:tgtEl>
                                          <p:spTgt spid="56"/>
                                        </p:tgtEl>
                                      </p:cBhvr>
                                    </p:animEffect>
                                  </p:childTnLst>
                                </p:cTn>
                              </p:par>
                              <p:par>
                                <p:cTn id="83" presetID="3" presetClass="entr" presetSubtype="10"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blinds(horizontal)">
                                      <p:cBhvr>
                                        <p:cTn id="85" dur="500"/>
                                        <p:tgtEl>
                                          <p:spTgt spid="27"/>
                                        </p:tgtEl>
                                      </p:cBhvr>
                                    </p:animEffect>
                                  </p:childTnLst>
                                </p:cTn>
                              </p:par>
                              <p:par>
                                <p:cTn id="86" presetID="3" presetClass="entr" presetSubtype="10" fill="hold"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blinds(horizontal)">
                                      <p:cBhvr>
                                        <p:cTn id="88" dur="500"/>
                                        <p:tgtEl>
                                          <p:spTgt spid="28"/>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blinds(horizontal)">
                                      <p:cBhvr>
                                        <p:cTn id="91" dur="500"/>
                                        <p:tgtEl>
                                          <p:spTgt spid="5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blinds(horizontal)">
                                      <p:cBhvr>
                                        <p:cTn id="94" dur="500"/>
                                        <p:tgtEl>
                                          <p:spTgt spid="57"/>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animEffect transition="in" filter="blinds(horizontal)">
                                      <p:cBhvr>
                                        <p:cTn id="97" dur="500"/>
                                        <p:tgtEl>
                                          <p:spTgt spid="58"/>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blinds(horizontal)">
                                      <p:cBhvr>
                                        <p:cTn id="100" dur="500"/>
                                        <p:tgtEl>
                                          <p:spTgt spid="52"/>
                                        </p:tgtEl>
                                      </p:cBhvr>
                                    </p:animEffect>
                                  </p:childTnLst>
                                </p:cTn>
                              </p:par>
                              <p:par>
                                <p:cTn id="101" presetID="3" presetClass="entr" presetSubtype="10" fill="hold"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blinds(horizontal)">
                                      <p:cBhvr>
                                        <p:cTn id="103" dur="500"/>
                                        <p:tgtEl>
                                          <p:spTgt spid="29"/>
                                        </p:tgtEl>
                                      </p:cBhvr>
                                    </p:animEffect>
                                  </p:childTnLst>
                                </p:cTn>
                              </p:par>
                              <p:par>
                                <p:cTn id="104" presetID="3" presetClass="entr" presetSubtype="10" fill="hold" grpId="0" nodeType="withEffect">
                                  <p:stCondLst>
                                    <p:cond delay="0"/>
                                  </p:stCondLst>
                                  <p:childTnLst>
                                    <p:set>
                                      <p:cBhvr>
                                        <p:cTn id="105" dur="1" fill="hold">
                                          <p:stCondLst>
                                            <p:cond delay="0"/>
                                          </p:stCondLst>
                                        </p:cTn>
                                        <p:tgtEl>
                                          <p:spTgt spid="54"/>
                                        </p:tgtEl>
                                        <p:attrNameLst>
                                          <p:attrName>style.visibility</p:attrName>
                                        </p:attrNameLst>
                                      </p:cBhvr>
                                      <p:to>
                                        <p:strVal val="visible"/>
                                      </p:to>
                                    </p:set>
                                    <p:animEffect transition="in" filter="blinds(horizontal)">
                                      <p:cBhvr>
                                        <p:cTn id="106" dur="500"/>
                                        <p:tgtEl>
                                          <p:spTgt spid="54"/>
                                        </p:tgtEl>
                                      </p:cBhvr>
                                    </p:animEffect>
                                  </p:childTnLst>
                                </p:cTn>
                              </p:par>
                              <p:par>
                                <p:cTn id="107" presetID="3" presetClass="entr" presetSubtype="10" fill="hold"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blinds(horizontal)">
                                      <p:cBhvr>
                                        <p:cTn id="109" dur="500"/>
                                        <p:tgtEl>
                                          <p:spTgt spid="30"/>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blinds(horizontal)">
                                      <p:cBhvr>
                                        <p:cTn id="112" dur="500"/>
                                        <p:tgtEl>
                                          <p:spTgt spid="59"/>
                                        </p:tgtEl>
                                      </p:cBhvr>
                                    </p:animEffect>
                                  </p:childTnLst>
                                </p:cTn>
                              </p:par>
                              <p:par>
                                <p:cTn id="113" presetID="3" presetClass="entr" presetSubtype="10" fill="hold" nodeType="with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blinds(horizontal)">
                                      <p:cBhvr>
                                        <p:cTn id="115" dur="500"/>
                                        <p:tgtEl>
                                          <p:spTgt spid="31"/>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blinds(horizontal)">
                                      <p:cBhvr>
                                        <p:cTn id="118" dur="500"/>
                                        <p:tgtEl>
                                          <p:spTgt spid="51"/>
                                        </p:tgtEl>
                                      </p:cBhvr>
                                    </p:animEffect>
                                  </p:childTnLst>
                                </p:cTn>
                              </p:par>
                              <p:par>
                                <p:cTn id="119" presetID="3" presetClass="entr" presetSubtype="10" fill="hold" nodeType="withEffect">
                                  <p:stCondLst>
                                    <p:cond delay="0"/>
                                  </p:stCondLst>
                                  <p:childTnLst>
                                    <p:set>
                                      <p:cBhvr>
                                        <p:cTn id="120" dur="1" fill="hold">
                                          <p:stCondLst>
                                            <p:cond delay="0"/>
                                          </p:stCondLst>
                                        </p:cTn>
                                        <p:tgtEl>
                                          <p:spTgt spid="32"/>
                                        </p:tgtEl>
                                        <p:attrNameLst>
                                          <p:attrName>style.visibility</p:attrName>
                                        </p:attrNameLst>
                                      </p:cBhvr>
                                      <p:to>
                                        <p:strVal val="visible"/>
                                      </p:to>
                                    </p:set>
                                    <p:animEffect transition="in" filter="blinds(horizontal)">
                                      <p:cBhvr>
                                        <p:cTn id="121" dur="500"/>
                                        <p:tgtEl>
                                          <p:spTgt spid="32"/>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blinds(horizontal)">
                                      <p:cBhvr>
                                        <p:cTn id="124" dur="500"/>
                                        <p:tgtEl>
                                          <p:spTgt spid="50"/>
                                        </p:tgtEl>
                                      </p:cBhvr>
                                    </p:animEffect>
                                  </p:childTnLst>
                                </p:cTn>
                              </p:par>
                              <p:par>
                                <p:cTn id="125" presetID="3" presetClass="entr" presetSubtype="10" fill="hold" nodeType="with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blinds(horizontal)">
                                      <p:cBhvr>
                                        <p:cTn id="127" dur="500"/>
                                        <p:tgtEl>
                                          <p:spTgt spid="33"/>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49"/>
                                        </p:tgtEl>
                                        <p:attrNameLst>
                                          <p:attrName>style.visibility</p:attrName>
                                        </p:attrNameLst>
                                      </p:cBhvr>
                                      <p:to>
                                        <p:strVal val="visible"/>
                                      </p:to>
                                    </p:set>
                                    <p:animEffect transition="in" filter="blinds(horizontal)">
                                      <p:cBhvr>
                                        <p:cTn id="130" dur="500"/>
                                        <p:tgtEl>
                                          <p:spTgt spid="49"/>
                                        </p:tgtEl>
                                      </p:cBhvr>
                                    </p:animEffect>
                                  </p:childTnLst>
                                </p:cTn>
                              </p:par>
                              <p:par>
                                <p:cTn id="131" presetID="3" presetClass="entr" presetSubtype="10" fill="hold" nodeType="withEffect">
                                  <p:stCondLst>
                                    <p:cond delay="0"/>
                                  </p:stCondLst>
                                  <p:childTnLst>
                                    <p:set>
                                      <p:cBhvr>
                                        <p:cTn id="132" dur="1" fill="hold">
                                          <p:stCondLst>
                                            <p:cond delay="0"/>
                                          </p:stCondLst>
                                        </p:cTn>
                                        <p:tgtEl>
                                          <p:spTgt spid="34"/>
                                        </p:tgtEl>
                                        <p:attrNameLst>
                                          <p:attrName>style.visibility</p:attrName>
                                        </p:attrNameLst>
                                      </p:cBhvr>
                                      <p:to>
                                        <p:strVal val="visible"/>
                                      </p:to>
                                    </p:set>
                                    <p:animEffect transition="in" filter="blinds(horizontal)">
                                      <p:cBhvr>
                                        <p:cTn id="133" dur="500"/>
                                        <p:tgtEl>
                                          <p:spTgt spid="34"/>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53"/>
                                        </p:tgtEl>
                                        <p:attrNameLst>
                                          <p:attrName>style.visibility</p:attrName>
                                        </p:attrNameLst>
                                      </p:cBhvr>
                                      <p:to>
                                        <p:strVal val="visible"/>
                                      </p:to>
                                    </p:set>
                                    <p:animEffect transition="in" filter="blinds(horizontal)">
                                      <p:cBhvr>
                                        <p:cTn id="136" dur="500"/>
                                        <p:tgtEl>
                                          <p:spTgt spid="53"/>
                                        </p:tgtEl>
                                      </p:cBhvr>
                                    </p:animEffect>
                                  </p:childTnLst>
                                </p:cTn>
                              </p:par>
                              <p:par>
                                <p:cTn id="137" presetID="3" presetClass="entr" presetSubtype="10" fill="hold" nodeType="withEffect">
                                  <p:stCondLst>
                                    <p:cond delay="0"/>
                                  </p:stCondLst>
                                  <p:childTnLst>
                                    <p:set>
                                      <p:cBhvr>
                                        <p:cTn id="138" dur="1" fill="hold">
                                          <p:stCondLst>
                                            <p:cond delay="0"/>
                                          </p:stCondLst>
                                        </p:cTn>
                                        <p:tgtEl>
                                          <p:spTgt spid="61"/>
                                        </p:tgtEl>
                                        <p:attrNameLst>
                                          <p:attrName>style.visibility</p:attrName>
                                        </p:attrNameLst>
                                      </p:cBhvr>
                                      <p:to>
                                        <p:strVal val="visible"/>
                                      </p:to>
                                    </p:set>
                                    <p:animEffect transition="in" filter="blinds(horizontal)">
                                      <p:cBhvr>
                                        <p:cTn id="139" dur="500"/>
                                        <p:tgtEl>
                                          <p:spTgt spid="61"/>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60"/>
                                        </p:tgtEl>
                                        <p:attrNameLst>
                                          <p:attrName>style.visibility</p:attrName>
                                        </p:attrNameLst>
                                      </p:cBhvr>
                                      <p:to>
                                        <p:strVal val="visible"/>
                                      </p:to>
                                    </p:set>
                                    <p:animEffect transition="in" filter="blinds(horizontal)">
                                      <p:cBhvr>
                                        <p:cTn id="142" dur="500"/>
                                        <p:tgtEl>
                                          <p:spTgt spid="60"/>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3" presetClass="entr" presetSubtype="10" fill="hold" nodeType="clickEffect">
                                  <p:stCondLst>
                                    <p:cond delay="0"/>
                                  </p:stCondLst>
                                  <p:childTnLst>
                                    <p:set>
                                      <p:cBhvr>
                                        <p:cTn id="146" dur="1" fill="hold">
                                          <p:stCondLst>
                                            <p:cond delay="0"/>
                                          </p:stCondLst>
                                        </p:cTn>
                                        <p:tgtEl>
                                          <p:spTgt spid="63"/>
                                        </p:tgtEl>
                                        <p:attrNameLst>
                                          <p:attrName>style.visibility</p:attrName>
                                        </p:attrNameLst>
                                      </p:cBhvr>
                                      <p:to>
                                        <p:strVal val="visible"/>
                                      </p:to>
                                    </p:set>
                                    <p:animEffect transition="in" filter="blinds(horizontal)">
                                      <p:cBhvr>
                                        <p:cTn id="147" dur="500"/>
                                        <p:tgtEl>
                                          <p:spTgt spid="63"/>
                                        </p:tgtEl>
                                      </p:cBhvr>
                                    </p:animEffect>
                                  </p:childTnLst>
                                </p:cTn>
                              </p:par>
                              <p:par>
                                <p:cTn id="148" presetID="3" presetClass="entr" presetSubtype="10" fill="hold" nodeType="withEffect">
                                  <p:stCondLst>
                                    <p:cond delay="0"/>
                                  </p:stCondLst>
                                  <p:childTnLst>
                                    <p:set>
                                      <p:cBhvr>
                                        <p:cTn id="149" dur="1" fill="hold">
                                          <p:stCondLst>
                                            <p:cond delay="0"/>
                                          </p:stCondLst>
                                        </p:cTn>
                                        <p:tgtEl>
                                          <p:spTgt spid="64"/>
                                        </p:tgtEl>
                                        <p:attrNameLst>
                                          <p:attrName>style.visibility</p:attrName>
                                        </p:attrNameLst>
                                      </p:cBhvr>
                                      <p:to>
                                        <p:strVal val="visible"/>
                                      </p:to>
                                    </p:set>
                                    <p:animEffect transition="in" filter="blinds(horizontal)">
                                      <p:cBhvr>
                                        <p:cTn id="150" dur="500"/>
                                        <p:tgtEl>
                                          <p:spTgt spid="64"/>
                                        </p:tgtEl>
                                      </p:cBhvr>
                                    </p:animEffect>
                                  </p:childTnLst>
                                </p:cTn>
                              </p:par>
                              <p:par>
                                <p:cTn id="151" presetID="3" presetClass="entr" presetSubtype="10" fill="hold" nodeType="withEffect">
                                  <p:stCondLst>
                                    <p:cond delay="0"/>
                                  </p:stCondLst>
                                  <p:childTnLst>
                                    <p:set>
                                      <p:cBhvr>
                                        <p:cTn id="152" dur="1" fill="hold">
                                          <p:stCondLst>
                                            <p:cond delay="0"/>
                                          </p:stCondLst>
                                        </p:cTn>
                                        <p:tgtEl>
                                          <p:spTgt spid="66"/>
                                        </p:tgtEl>
                                        <p:attrNameLst>
                                          <p:attrName>style.visibility</p:attrName>
                                        </p:attrNameLst>
                                      </p:cBhvr>
                                      <p:to>
                                        <p:strVal val="visible"/>
                                      </p:to>
                                    </p:set>
                                    <p:animEffect transition="in" filter="blinds(horizontal)">
                                      <p:cBhvr>
                                        <p:cTn id="153" dur="500"/>
                                        <p:tgtEl>
                                          <p:spTgt spid="66"/>
                                        </p:tgtEl>
                                      </p:cBhvr>
                                    </p:animEffect>
                                  </p:childTnLst>
                                </p:cTn>
                              </p:par>
                              <p:par>
                                <p:cTn id="154" presetID="3" presetClass="entr" presetSubtype="10" fill="hold" nodeType="withEffect">
                                  <p:stCondLst>
                                    <p:cond delay="0"/>
                                  </p:stCondLst>
                                  <p:childTnLst>
                                    <p:set>
                                      <p:cBhvr>
                                        <p:cTn id="155" dur="1" fill="hold">
                                          <p:stCondLst>
                                            <p:cond delay="0"/>
                                          </p:stCondLst>
                                        </p:cTn>
                                        <p:tgtEl>
                                          <p:spTgt spid="67"/>
                                        </p:tgtEl>
                                        <p:attrNameLst>
                                          <p:attrName>style.visibility</p:attrName>
                                        </p:attrNameLst>
                                      </p:cBhvr>
                                      <p:to>
                                        <p:strVal val="visible"/>
                                      </p:to>
                                    </p:set>
                                    <p:animEffect transition="in" filter="blinds(horizontal)">
                                      <p:cBhvr>
                                        <p:cTn id="156" dur="500"/>
                                        <p:tgtEl>
                                          <p:spTgt spid="67"/>
                                        </p:tgtEl>
                                      </p:cBhvr>
                                    </p:animEffect>
                                  </p:childTnLst>
                                </p:cTn>
                              </p:par>
                              <p:par>
                                <p:cTn id="157" presetID="3" presetClass="entr" presetSubtype="10" fill="hold" nodeType="withEffect">
                                  <p:stCondLst>
                                    <p:cond delay="0"/>
                                  </p:stCondLst>
                                  <p:childTnLst>
                                    <p:set>
                                      <p:cBhvr>
                                        <p:cTn id="158" dur="1" fill="hold">
                                          <p:stCondLst>
                                            <p:cond delay="0"/>
                                          </p:stCondLst>
                                        </p:cTn>
                                        <p:tgtEl>
                                          <p:spTgt spid="100"/>
                                        </p:tgtEl>
                                        <p:attrNameLst>
                                          <p:attrName>style.visibility</p:attrName>
                                        </p:attrNameLst>
                                      </p:cBhvr>
                                      <p:to>
                                        <p:strVal val="visible"/>
                                      </p:to>
                                    </p:set>
                                    <p:animEffect transition="in" filter="blinds(horizontal)">
                                      <p:cBhvr>
                                        <p:cTn id="159" dur="500"/>
                                        <p:tgtEl>
                                          <p:spTgt spid="100"/>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3" presetClass="entr" presetSubtype="10" fill="hold" grpId="0" nodeType="clickEffect">
                                  <p:stCondLst>
                                    <p:cond delay="0"/>
                                  </p:stCondLst>
                                  <p:childTnLst>
                                    <p:set>
                                      <p:cBhvr>
                                        <p:cTn id="163" dur="1" fill="hold">
                                          <p:stCondLst>
                                            <p:cond delay="0"/>
                                          </p:stCondLst>
                                        </p:cTn>
                                        <p:tgtEl>
                                          <p:spTgt spid="108"/>
                                        </p:tgtEl>
                                        <p:attrNameLst>
                                          <p:attrName>style.visibility</p:attrName>
                                        </p:attrNameLst>
                                      </p:cBhvr>
                                      <p:to>
                                        <p:strVal val="visible"/>
                                      </p:to>
                                    </p:set>
                                    <p:animEffect transition="in" filter="blinds(horizontal)">
                                      <p:cBhvr>
                                        <p:cTn id="164" dur="500"/>
                                        <p:tgtEl>
                                          <p:spTgt spid="108"/>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3" presetClass="entr" presetSubtype="10" fill="hold" grpId="0" nodeType="clickEffect">
                                  <p:stCondLst>
                                    <p:cond delay="0"/>
                                  </p:stCondLst>
                                  <p:childTnLst>
                                    <p:set>
                                      <p:cBhvr>
                                        <p:cTn id="168" dur="1" fill="hold">
                                          <p:stCondLst>
                                            <p:cond delay="0"/>
                                          </p:stCondLst>
                                        </p:cTn>
                                        <p:tgtEl>
                                          <p:spTgt spid="99"/>
                                        </p:tgtEl>
                                        <p:attrNameLst>
                                          <p:attrName>style.visibility</p:attrName>
                                        </p:attrNameLst>
                                      </p:cBhvr>
                                      <p:to>
                                        <p:strVal val="visible"/>
                                      </p:to>
                                    </p:set>
                                    <p:animEffect transition="in" filter="blinds(horizontal)">
                                      <p:cBhvr>
                                        <p:cTn id="169" dur="500"/>
                                        <p:tgtEl>
                                          <p:spTgt spid="99"/>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3" presetClass="entr" presetSubtype="10" fill="hold" grpId="0" nodeType="clickEffect">
                                  <p:stCondLst>
                                    <p:cond delay="0"/>
                                  </p:stCondLst>
                                  <p:childTnLst>
                                    <p:set>
                                      <p:cBhvr>
                                        <p:cTn id="173" dur="1" fill="hold">
                                          <p:stCondLst>
                                            <p:cond delay="0"/>
                                          </p:stCondLst>
                                        </p:cTn>
                                        <p:tgtEl>
                                          <p:spTgt spid="94"/>
                                        </p:tgtEl>
                                        <p:attrNameLst>
                                          <p:attrName>style.visibility</p:attrName>
                                        </p:attrNameLst>
                                      </p:cBhvr>
                                      <p:to>
                                        <p:strVal val="visible"/>
                                      </p:to>
                                    </p:set>
                                    <p:animEffect transition="in" filter="blinds(horizontal)">
                                      <p:cBhvr>
                                        <p:cTn id="174" dur="500"/>
                                        <p:tgtEl>
                                          <p:spTgt spid="94"/>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95"/>
                                        </p:tgtEl>
                                        <p:attrNameLst>
                                          <p:attrName>style.visibility</p:attrName>
                                        </p:attrNameLst>
                                      </p:cBhvr>
                                      <p:to>
                                        <p:strVal val="visible"/>
                                      </p:to>
                                    </p:set>
                                    <p:animEffect transition="in" filter="blinds(horizontal)">
                                      <p:cBhvr>
                                        <p:cTn id="179" dur="500"/>
                                        <p:tgtEl>
                                          <p:spTgt spid="95"/>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3" presetClass="entr" presetSubtype="10" fill="hold" grpId="0" nodeType="clickEffect">
                                  <p:stCondLst>
                                    <p:cond delay="0"/>
                                  </p:stCondLst>
                                  <p:childTnLst>
                                    <p:set>
                                      <p:cBhvr>
                                        <p:cTn id="183" dur="1" fill="hold">
                                          <p:stCondLst>
                                            <p:cond delay="0"/>
                                          </p:stCondLst>
                                        </p:cTn>
                                        <p:tgtEl>
                                          <p:spTgt spid="96"/>
                                        </p:tgtEl>
                                        <p:attrNameLst>
                                          <p:attrName>style.visibility</p:attrName>
                                        </p:attrNameLst>
                                      </p:cBhvr>
                                      <p:to>
                                        <p:strVal val="visible"/>
                                      </p:to>
                                    </p:set>
                                    <p:animEffect transition="in" filter="blinds(horizontal)">
                                      <p:cBhvr>
                                        <p:cTn id="184" dur="500"/>
                                        <p:tgtEl>
                                          <p:spTgt spid="96"/>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97"/>
                                        </p:tgtEl>
                                        <p:attrNameLst>
                                          <p:attrName>style.visibility</p:attrName>
                                        </p:attrNameLst>
                                      </p:cBhvr>
                                      <p:to>
                                        <p:strVal val="visible"/>
                                      </p:to>
                                    </p:set>
                                    <p:animEffect transition="in" filter="blinds(horizontal)">
                                      <p:cBhvr>
                                        <p:cTn id="187" dur="500"/>
                                        <p:tgtEl>
                                          <p:spTgt spid="97"/>
                                        </p:tgtEl>
                                      </p:cBhvr>
                                    </p:animEffect>
                                  </p:childTnLst>
                                </p:cTn>
                              </p:par>
                              <p:par>
                                <p:cTn id="188" presetID="3" presetClass="entr" presetSubtype="10" fill="hold" grpId="0" nodeType="withEffect">
                                  <p:stCondLst>
                                    <p:cond delay="0"/>
                                  </p:stCondLst>
                                  <p:childTnLst>
                                    <p:set>
                                      <p:cBhvr>
                                        <p:cTn id="189" dur="1" fill="hold">
                                          <p:stCondLst>
                                            <p:cond delay="0"/>
                                          </p:stCondLst>
                                        </p:cTn>
                                        <p:tgtEl>
                                          <p:spTgt spid="98"/>
                                        </p:tgtEl>
                                        <p:attrNameLst>
                                          <p:attrName>style.visibility</p:attrName>
                                        </p:attrNameLst>
                                      </p:cBhvr>
                                      <p:to>
                                        <p:strVal val="visible"/>
                                      </p:to>
                                    </p:set>
                                    <p:animEffect transition="in" filter="blinds(horizontal)">
                                      <p:cBhvr>
                                        <p:cTn id="190" dur="500"/>
                                        <p:tgtEl>
                                          <p:spTgt spid="98"/>
                                        </p:tgtEl>
                                      </p:cBhvr>
                                    </p:animEffect>
                                  </p:childTnLst>
                                </p:cTn>
                              </p:par>
                              <p:par>
                                <p:cTn id="191" presetID="3" presetClass="entr" presetSubtype="10" fill="hold" grpId="0" nodeType="withEffect">
                                  <p:stCondLst>
                                    <p:cond delay="0"/>
                                  </p:stCondLst>
                                  <p:childTnLst>
                                    <p:set>
                                      <p:cBhvr>
                                        <p:cTn id="192" dur="1" fill="hold">
                                          <p:stCondLst>
                                            <p:cond delay="0"/>
                                          </p:stCondLst>
                                        </p:cTn>
                                        <p:tgtEl>
                                          <p:spTgt spid="105"/>
                                        </p:tgtEl>
                                        <p:attrNameLst>
                                          <p:attrName>style.visibility</p:attrName>
                                        </p:attrNameLst>
                                      </p:cBhvr>
                                      <p:to>
                                        <p:strVal val="visible"/>
                                      </p:to>
                                    </p:set>
                                    <p:animEffect transition="in" filter="blinds(horizontal)">
                                      <p:cBhvr>
                                        <p:cTn id="193" dur="500"/>
                                        <p:tgtEl>
                                          <p:spTgt spid="105"/>
                                        </p:tgtEl>
                                      </p:cBhvr>
                                    </p:animEffect>
                                  </p:childTnLst>
                                </p:cTn>
                              </p:par>
                              <p:par>
                                <p:cTn id="194" presetID="3" presetClass="entr" presetSubtype="10" fill="hold" grpId="0" nodeType="withEffect">
                                  <p:stCondLst>
                                    <p:cond delay="0"/>
                                  </p:stCondLst>
                                  <p:childTnLst>
                                    <p:set>
                                      <p:cBhvr>
                                        <p:cTn id="195" dur="1" fill="hold">
                                          <p:stCondLst>
                                            <p:cond delay="0"/>
                                          </p:stCondLst>
                                        </p:cTn>
                                        <p:tgtEl>
                                          <p:spTgt spid="104"/>
                                        </p:tgtEl>
                                        <p:attrNameLst>
                                          <p:attrName>style.visibility</p:attrName>
                                        </p:attrNameLst>
                                      </p:cBhvr>
                                      <p:to>
                                        <p:strVal val="visible"/>
                                      </p:to>
                                    </p:set>
                                    <p:animEffect transition="in" filter="blinds(horizontal)">
                                      <p:cBhvr>
                                        <p:cTn id="196" dur="500"/>
                                        <p:tgtEl>
                                          <p:spTgt spid="104"/>
                                        </p:tgtEl>
                                      </p:cBhvr>
                                    </p:animEffect>
                                  </p:childTnLst>
                                </p:cTn>
                              </p:par>
                              <p:par>
                                <p:cTn id="197" presetID="3" presetClass="entr" presetSubtype="10" fill="hold" grpId="0" nodeType="withEffect">
                                  <p:stCondLst>
                                    <p:cond delay="0"/>
                                  </p:stCondLst>
                                  <p:childTnLst>
                                    <p:set>
                                      <p:cBhvr>
                                        <p:cTn id="198" dur="1" fill="hold">
                                          <p:stCondLst>
                                            <p:cond delay="0"/>
                                          </p:stCondLst>
                                        </p:cTn>
                                        <p:tgtEl>
                                          <p:spTgt spid="103"/>
                                        </p:tgtEl>
                                        <p:attrNameLst>
                                          <p:attrName>style.visibility</p:attrName>
                                        </p:attrNameLst>
                                      </p:cBhvr>
                                      <p:to>
                                        <p:strVal val="visible"/>
                                      </p:to>
                                    </p:set>
                                    <p:animEffect transition="in" filter="blinds(horizontal)">
                                      <p:cBhvr>
                                        <p:cTn id="199" dur="500"/>
                                        <p:tgtEl>
                                          <p:spTgt spid="103"/>
                                        </p:tgtEl>
                                      </p:cBhvr>
                                    </p:animEffect>
                                  </p:childTnLst>
                                </p:cTn>
                              </p:par>
                              <p:par>
                                <p:cTn id="200" presetID="3" presetClass="entr" presetSubtype="10" fill="hold" grpId="0" nodeType="withEffect">
                                  <p:stCondLst>
                                    <p:cond delay="0"/>
                                  </p:stCondLst>
                                  <p:childTnLst>
                                    <p:set>
                                      <p:cBhvr>
                                        <p:cTn id="201" dur="1" fill="hold">
                                          <p:stCondLst>
                                            <p:cond delay="0"/>
                                          </p:stCondLst>
                                        </p:cTn>
                                        <p:tgtEl>
                                          <p:spTgt spid="106"/>
                                        </p:tgtEl>
                                        <p:attrNameLst>
                                          <p:attrName>style.visibility</p:attrName>
                                        </p:attrNameLst>
                                      </p:cBhvr>
                                      <p:to>
                                        <p:strVal val="visible"/>
                                      </p:to>
                                    </p:set>
                                    <p:animEffect transition="in" filter="blinds(horizontal)">
                                      <p:cBhvr>
                                        <p:cTn id="202" dur="500"/>
                                        <p:tgtEl>
                                          <p:spTgt spid="106"/>
                                        </p:tgtEl>
                                      </p:cBhvr>
                                    </p:animEffect>
                                  </p:childTnLst>
                                </p:cTn>
                              </p:par>
                              <p:par>
                                <p:cTn id="203" presetID="3" presetClass="entr" presetSubtype="10" fill="hold" grpId="0" nodeType="withEffect">
                                  <p:stCondLst>
                                    <p:cond delay="0"/>
                                  </p:stCondLst>
                                  <p:childTnLst>
                                    <p:set>
                                      <p:cBhvr>
                                        <p:cTn id="204" dur="1" fill="hold">
                                          <p:stCondLst>
                                            <p:cond delay="0"/>
                                          </p:stCondLst>
                                        </p:cTn>
                                        <p:tgtEl>
                                          <p:spTgt spid="102"/>
                                        </p:tgtEl>
                                        <p:attrNameLst>
                                          <p:attrName>style.visibility</p:attrName>
                                        </p:attrNameLst>
                                      </p:cBhvr>
                                      <p:to>
                                        <p:strVal val="visible"/>
                                      </p:to>
                                    </p:set>
                                    <p:animEffect transition="in" filter="blinds(horizontal)">
                                      <p:cBhvr>
                                        <p:cTn id="205" dur="500"/>
                                        <p:tgtEl>
                                          <p:spTgt spid="102"/>
                                        </p:tgtEl>
                                      </p:cBhvr>
                                    </p:animEffect>
                                  </p:childTnLst>
                                </p:cTn>
                              </p:par>
                              <p:par>
                                <p:cTn id="206" presetID="3" presetClass="entr" presetSubtype="10" fill="hold" grpId="0" nodeType="withEffect">
                                  <p:stCondLst>
                                    <p:cond delay="0"/>
                                  </p:stCondLst>
                                  <p:childTnLst>
                                    <p:set>
                                      <p:cBhvr>
                                        <p:cTn id="207" dur="1" fill="hold">
                                          <p:stCondLst>
                                            <p:cond delay="0"/>
                                          </p:stCondLst>
                                        </p:cTn>
                                        <p:tgtEl>
                                          <p:spTgt spid="107"/>
                                        </p:tgtEl>
                                        <p:attrNameLst>
                                          <p:attrName>style.visibility</p:attrName>
                                        </p:attrNameLst>
                                      </p:cBhvr>
                                      <p:to>
                                        <p:strVal val="visible"/>
                                      </p:to>
                                    </p:set>
                                    <p:animEffect transition="in" filter="blinds(horizontal)">
                                      <p:cBhvr>
                                        <p:cTn id="208" dur="500"/>
                                        <p:tgtEl>
                                          <p:spTgt spid="107"/>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0" presetClass="entr" presetSubtype="0" fill="hold" nodeType="clickEffect">
                                  <p:stCondLst>
                                    <p:cond delay="0"/>
                                  </p:stCondLst>
                                  <p:childTnLst>
                                    <p:set>
                                      <p:cBhvr>
                                        <p:cTn id="212" dur="1" fill="hold">
                                          <p:stCondLst>
                                            <p:cond delay="0"/>
                                          </p:stCondLst>
                                        </p:cTn>
                                        <p:tgtEl>
                                          <p:spTgt spid="69"/>
                                        </p:tgtEl>
                                        <p:attrNameLst>
                                          <p:attrName>style.visibility</p:attrName>
                                        </p:attrNameLst>
                                      </p:cBhvr>
                                      <p:to>
                                        <p:strVal val="visible"/>
                                      </p:to>
                                    </p:set>
                                    <p:animEffect transition="in" filter="fade">
                                      <p:cBhvr>
                                        <p:cTn id="213" dur="2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5" grpId="0"/>
      <p:bldP spid="36" grpId="0"/>
      <p:bldP spid="37"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94" grpId="0" animBg="1"/>
      <p:bldP spid="95" grpId="0" animBg="1"/>
      <p:bldP spid="96" grpId="0" animBg="1"/>
      <p:bldP spid="97" grpId="0" animBg="1"/>
      <p:bldP spid="98" grpId="0" animBg="1"/>
      <p:bldP spid="99" grpId="0" animBg="1"/>
      <p:bldP spid="102" grpId="0" animBg="1"/>
      <p:bldP spid="103" grpId="0" animBg="1"/>
      <p:bldP spid="104" grpId="0" animBg="1"/>
      <p:bldP spid="105" grpId="0" animBg="1"/>
      <p:bldP spid="106" grpId="0" animBg="1"/>
      <p:bldP spid="107" grpId="0" animBg="1"/>
      <p:bldP spid="10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val 2"/>
          <p:cNvSpPr>
            <a:spLocks noChangeArrowheads="1"/>
          </p:cNvSpPr>
          <p:nvPr/>
        </p:nvSpPr>
        <p:spPr bwMode="auto">
          <a:xfrm>
            <a:off x="5943600" y="4173538"/>
            <a:ext cx="76200" cy="76200"/>
          </a:xfrm>
          <a:prstGeom prst="ellipse">
            <a:avLst/>
          </a:prstGeom>
          <a:solidFill>
            <a:srgbClr val="FF0066"/>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0483" name="Text Box 3"/>
          <p:cNvSpPr txBox="1">
            <a:spLocks noChangeArrowheads="1"/>
          </p:cNvSpPr>
          <p:nvPr/>
        </p:nvSpPr>
        <p:spPr bwMode="auto">
          <a:xfrm>
            <a:off x="5734050" y="3887788"/>
            <a:ext cx="3222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Q</a:t>
            </a:r>
          </a:p>
        </p:txBody>
      </p:sp>
      <p:sp>
        <p:nvSpPr>
          <p:cNvPr id="20484" name="Line 4"/>
          <p:cNvSpPr>
            <a:spLocks noChangeShapeType="1"/>
          </p:cNvSpPr>
          <p:nvPr/>
        </p:nvSpPr>
        <p:spPr bwMode="auto">
          <a:xfrm rot="2028034">
            <a:off x="5734050" y="4116388"/>
            <a:ext cx="1588" cy="9144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IN"/>
          </a:p>
        </p:txBody>
      </p:sp>
      <p:sp>
        <p:nvSpPr>
          <p:cNvPr id="20485" name="Line 5"/>
          <p:cNvSpPr>
            <a:spLocks noChangeShapeType="1"/>
          </p:cNvSpPr>
          <p:nvPr/>
        </p:nvSpPr>
        <p:spPr bwMode="auto">
          <a:xfrm>
            <a:off x="5486400" y="4859338"/>
            <a:ext cx="0" cy="9906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IN"/>
          </a:p>
        </p:txBody>
      </p:sp>
      <p:sp>
        <p:nvSpPr>
          <p:cNvPr id="20486" name="Line 6"/>
          <p:cNvSpPr>
            <a:spLocks noChangeShapeType="1"/>
          </p:cNvSpPr>
          <p:nvPr/>
        </p:nvSpPr>
        <p:spPr bwMode="auto">
          <a:xfrm flipV="1">
            <a:off x="5505450" y="2762250"/>
            <a:ext cx="852488" cy="3124200"/>
          </a:xfrm>
          <a:prstGeom prst="line">
            <a:avLst/>
          </a:prstGeom>
          <a:noFill/>
          <a:ln w="19050">
            <a:solidFill>
              <a:srgbClr val="FF00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487" name="Line 7"/>
          <p:cNvSpPr>
            <a:spLocks noChangeShapeType="1"/>
          </p:cNvSpPr>
          <p:nvPr/>
        </p:nvSpPr>
        <p:spPr bwMode="auto">
          <a:xfrm>
            <a:off x="4800600" y="3868738"/>
            <a:ext cx="2514600" cy="69373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488" name="Text Box 8"/>
          <p:cNvSpPr txBox="1">
            <a:spLocks noChangeArrowheads="1"/>
          </p:cNvSpPr>
          <p:nvPr/>
        </p:nvSpPr>
        <p:spPr bwMode="auto">
          <a:xfrm>
            <a:off x="5394325" y="5880100"/>
            <a:ext cx="312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N</a:t>
            </a:r>
          </a:p>
        </p:txBody>
      </p:sp>
      <p:sp>
        <p:nvSpPr>
          <p:cNvPr id="20489" name="Text Box 9"/>
          <p:cNvSpPr txBox="1">
            <a:spLocks noChangeArrowheads="1"/>
          </p:cNvSpPr>
          <p:nvPr/>
        </p:nvSpPr>
        <p:spPr bwMode="auto">
          <a:xfrm rot="-4397348">
            <a:off x="5732462" y="2954338"/>
            <a:ext cx="72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Normal</a:t>
            </a:r>
          </a:p>
        </p:txBody>
      </p:sp>
      <p:sp>
        <p:nvSpPr>
          <p:cNvPr id="20490" name="Text Box 10"/>
          <p:cNvSpPr txBox="1">
            <a:spLocks noChangeArrowheads="1"/>
          </p:cNvSpPr>
          <p:nvPr/>
        </p:nvSpPr>
        <p:spPr bwMode="auto">
          <a:xfrm rot="997505">
            <a:off x="6496050" y="4097338"/>
            <a:ext cx="766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Tangent</a:t>
            </a:r>
          </a:p>
        </p:txBody>
      </p:sp>
      <p:grpSp>
        <p:nvGrpSpPr>
          <p:cNvPr id="16395" name="Group 11"/>
          <p:cNvGrpSpPr>
            <a:grpSpLocks/>
          </p:cNvGrpSpPr>
          <p:nvPr/>
        </p:nvGrpSpPr>
        <p:grpSpPr bwMode="auto">
          <a:xfrm>
            <a:off x="6619875" y="0"/>
            <a:ext cx="2524125" cy="1600200"/>
            <a:chOff x="4170" y="0"/>
            <a:chExt cx="1590" cy="1008"/>
          </a:xfrm>
        </p:grpSpPr>
        <p:sp>
          <p:nvSpPr>
            <p:cNvPr id="16426" name="Oval 12"/>
            <p:cNvSpPr>
              <a:spLocks noChangeArrowheads="1"/>
            </p:cNvSpPr>
            <p:nvPr/>
          </p:nvSpPr>
          <p:spPr bwMode="auto">
            <a:xfrm>
              <a:off x="4170" y="0"/>
              <a:ext cx="1590" cy="1008"/>
            </a:xfrm>
            <a:prstGeom prst="ellipse">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6427" name="Text Box 13"/>
            <p:cNvSpPr txBox="1">
              <a:spLocks noChangeArrowheads="1"/>
            </p:cNvSpPr>
            <p:nvPr/>
          </p:nvSpPr>
          <p:spPr bwMode="auto">
            <a:xfrm>
              <a:off x="4248" y="134"/>
              <a:ext cx="145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r>
                <a:rPr lang="en-US" altLang="en-US" sz="2000" b="1">
                  <a:solidFill>
                    <a:srgbClr val="FF0066"/>
                  </a:solidFill>
                  <a:latin typeface="Times New Roman" panose="02020603050405020304" pitchFamily="18" charset="0"/>
                </a:rPr>
                <a:t>CYCLOID</a:t>
              </a:r>
            </a:p>
            <a:p>
              <a:pPr algn="ctr"/>
              <a:r>
                <a:rPr lang="en-US" altLang="en-US" sz="2000" b="1">
                  <a:solidFill>
                    <a:srgbClr val="FF0066"/>
                  </a:solidFill>
                  <a:latin typeface="Times New Roman" panose="02020603050405020304" pitchFamily="18" charset="0"/>
                </a:rPr>
                <a:t>Method of Drawing</a:t>
              </a:r>
            </a:p>
            <a:p>
              <a:pPr algn="ctr"/>
              <a:r>
                <a:rPr lang="en-US" altLang="en-US" sz="2000" b="1">
                  <a:solidFill>
                    <a:srgbClr val="FF0066"/>
                  </a:solidFill>
                  <a:latin typeface="Times New Roman" panose="02020603050405020304" pitchFamily="18" charset="0"/>
                </a:rPr>
                <a:t>Tangent &amp; Normal</a:t>
              </a:r>
            </a:p>
          </p:txBody>
        </p:sp>
      </p:grpSp>
      <p:sp>
        <p:nvSpPr>
          <p:cNvPr id="20494" name="Text Box 14"/>
          <p:cNvSpPr txBox="1">
            <a:spLocks noChangeArrowheads="1"/>
          </p:cNvSpPr>
          <p:nvPr/>
        </p:nvSpPr>
        <p:spPr bwMode="auto">
          <a:xfrm>
            <a:off x="228600" y="261938"/>
            <a:ext cx="64008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ct val="150000"/>
              </a:lnSpc>
              <a:defRPr/>
            </a:pPr>
            <a:r>
              <a:rPr lang="en-US" sz="1400" b="1" dirty="0">
                <a:solidFill>
                  <a:schemeClr val="accent2"/>
                </a:solidFill>
                <a:latin typeface="Arial" pitchFamily="34" charset="0"/>
              </a:rPr>
              <a:t>STEPS:</a:t>
            </a:r>
          </a:p>
          <a:p>
            <a:pPr marL="171450" indent="-171450" eaLnBrk="0" hangingPunct="0">
              <a:lnSpc>
                <a:spcPct val="150000"/>
              </a:lnSpc>
              <a:buFont typeface="Arial" pitchFamily="34" charset="0"/>
              <a:buChar char="•"/>
              <a:defRPr/>
            </a:pPr>
            <a:r>
              <a:rPr lang="en-US" sz="1400" dirty="0">
                <a:latin typeface="Arial" pitchFamily="34" charset="0"/>
              </a:rPr>
              <a:t>DRAW THE CYCLOID.</a:t>
            </a:r>
          </a:p>
          <a:p>
            <a:pPr marL="171450" indent="-171450" eaLnBrk="0" hangingPunct="0">
              <a:lnSpc>
                <a:spcPct val="150000"/>
              </a:lnSpc>
              <a:buFont typeface="Arial" pitchFamily="34" charset="0"/>
              <a:buChar char="•"/>
              <a:defRPr/>
            </a:pPr>
            <a:r>
              <a:rPr lang="en-US" sz="1400" dirty="0">
                <a:latin typeface="Arial" pitchFamily="34" charset="0"/>
              </a:rPr>
              <a:t>MARK POINT </a:t>
            </a:r>
            <a:r>
              <a:rPr lang="en-US" sz="1400" b="1" dirty="0">
                <a:solidFill>
                  <a:srgbClr val="FF0066"/>
                </a:solidFill>
                <a:latin typeface="Arial" pitchFamily="34" charset="0"/>
              </a:rPr>
              <a:t>Q</a:t>
            </a:r>
            <a:r>
              <a:rPr lang="en-US" sz="1400" dirty="0">
                <a:latin typeface="Arial" pitchFamily="34" charset="0"/>
              </a:rPr>
              <a:t>  AS GIVEN.</a:t>
            </a:r>
          </a:p>
          <a:p>
            <a:pPr marL="171450" indent="-171450" eaLnBrk="0" hangingPunct="0">
              <a:lnSpc>
                <a:spcPct val="150000"/>
              </a:lnSpc>
              <a:buFont typeface="Arial" pitchFamily="34" charset="0"/>
              <a:buChar char="•"/>
              <a:defRPr/>
            </a:pPr>
            <a:r>
              <a:rPr lang="en-US" sz="1400" dirty="0">
                <a:latin typeface="Arial" pitchFamily="34" charset="0"/>
              </a:rPr>
              <a:t>FROM </a:t>
            </a:r>
            <a:r>
              <a:rPr lang="en-US" sz="1400" b="1" dirty="0">
                <a:solidFill>
                  <a:srgbClr val="FF0066"/>
                </a:solidFill>
                <a:latin typeface="Arial" pitchFamily="34" charset="0"/>
              </a:rPr>
              <a:t>Q, </a:t>
            </a:r>
            <a:r>
              <a:rPr lang="en-US" sz="1400" dirty="0">
                <a:latin typeface="Arial" pitchFamily="34" charset="0"/>
              </a:rPr>
              <a:t>CUT THE POINT ON LOCUS OF </a:t>
            </a:r>
            <a:r>
              <a:rPr lang="en-US" sz="1400" b="1" dirty="0">
                <a:solidFill>
                  <a:srgbClr val="FF0066"/>
                </a:solidFill>
                <a:latin typeface="Arial" pitchFamily="34" charset="0"/>
              </a:rPr>
              <a:t>C (C-C</a:t>
            </a:r>
            <a:r>
              <a:rPr lang="en-US" sz="1400" b="1" baseline="-25000" dirty="0">
                <a:solidFill>
                  <a:srgbClr val="FF0066"/>
                </a:solidFill>
                <a:latin typeface="Arial" pitchFamily="34" charset="0"/>
              </a:rPr>
              <a:t>8</a:t>
            </a:r>
            <a:r>
              <a:rPr lang="en-US" sz="1400" b="1" dirty="0">
                <a:solidFill>
                  <a:srgbClr val="FF0066"/>
                </a:solidFill>
                <a:latin typeface="Arial" pitchFamily="34" charset="0"/>
              </a:rPr>
              <a:t>)</a:t>
            </a:r>
            <a:r>
              <a:rPr lang="en-US" sz="1400" dirty="0">
                <a:latin typeface="Arial" pitchFamily="34" charset="0"/>
              </a:rPr>
              <a:t> AS R AND JOIN IT TO </a:t>
            </a:r>
            <a:r>
              <a:rPr lang="en-US" sz="1400" b="1" dirty="0">
                <a:solidFill>
                  <a:srgbClr val="FF0066"/>
                </a:solidFill>
                <a:latin typeface="Arial" pitchFamily="34" charset="0"/>
              </a:rPr>
              <a:t>Q. RQ=CP.</a:t>
            </a:r>
            <a:endParaRPr lang="en-US" sz="1400" dirty="0">
              <a:latin typeface="Arial" pitchFamily="34" charset="0"/>
            </a:endParaRPr>
          </a:p>
          <a:p>
            <a:pPr marL="171450" indent="-171450" eaLnBrk="0" hangingPunct="0">
              <a:lnSpc>
                <a:spcPct val="150000"/>
              </a:lnSpc>
              <a:buFont typeface="Arial" pitchFamily="34" charset="0"/>
              <a:buChar char="•"/>
              <a:defRPr/>
            </a:pPr>
            <a:r>
              <a:rPr lang="en-US" sz="1400" dirty="0">
                <a:latin typeface="Arial" pitchFamily="34" charset="0"/>
              </a:rPr>
              <a:t>FROM THIS POINT R DROP A PERPENDICULAR  ON GROUND LINE AND NAME IT AS </a:t>
            </a:r>
            <a:r>
              <a:rPr lang="en-US" sz="1400" b="1" dirty="0">
                <a:solidFill>
                  <a:srgbClr val="FF0066"/>
                </a:solidFill>
                <a:latin typeface="Arial" pitchFamily="34" charset="0"/>
              </a:rPr>
              <a:t>N</a:t>
            </a:r>
          </a:p>
          <a:p>
            <a:pPr marL="171450" indent="-171450" eaLnBrk="0" hangingPunct="0">
              <a:lnSpc>
                <a:spcPct val="150000"/>
              </a:lnSpc>
              <a:buFont typeface="Arial" pitchFamily="34" charset="0"/>
              <a:buChar char="•"/>
              <a:defRPr/>
            </a:pPr>
            <a:r>
              <a:rPr lang="en-US" sz="1400" dirty="0">
                <a:latin typeface="Arial" pitchFamily="34" charset="0"/>
              </a:rPr>
              <a:t>JOIN </a:t>
            </a:r>
            <a:r>
              <a:rPr lang="en-US" sz="1400" b="1" dirty="0">
                <a:solidFill>
                  <a:srgbClr val="CC0066"/>
                </a:solidFill>
                <a:latin typeface="Arial" pitchFamily="34" charset="0"/>
              </a:rPr>
              <a:t>N</a:t>
            </a:r>
            <a:r>
              <a:rPr lang="en-US" sz="1400" b="1" dirty="0">
                <a:latin typeface="Arial" pitchFamily="34" charset="0"/>
              </a:rPr>
              <a:t> </a:t>
            </a:r>
            <a:r>
              <a:rPr lang="en-US" sz="1400" dirty="0">
                <a:latin typeface="Arial" pitchFamily="34" charset="0"/>
              </a:rPr>
              <a:t>WITH </a:t>
            </a:r>
            <a:r>
              <a:rPr lang="en-US" sz="1400" b="1" dirty="0">
                <a:solidFill>
                  <a:srgbClr val="CC0066"/>
                </a:solidFill>
                <a:latin typeface="Arial" pitchFamily="34" charset="0"/>
              </a:rPr>
              <a:t>Q</a:t>
            </a:r>
            <a:r>
              <a:rPr lang="en-US" sz="1400" dirty="0">
                <a:solidFill>
                  <a:srgbClr val="CC0066"/>
                </a:solidFill>
                <a:latin typeface="Arial" pitchFamily="34" charset="0"/>
              </a:rPr>
              <a:t>.</a:t>
            </a:r>
            <a:r>
              <a:rPr lang="en-US" sz="1400" dirty="0">
                <a:latin typeface="Arial" pitchFamily="34" charset="0"/>
              </a:rPr>
              <a:t>THIS WILL BE</a:t>
            </a:r>
            <a:r>
              <a:rPr lang="en-US" sz="1400" b="1" dirty="0">
                <a:solidFill>
                  <a:srgbClr val="FF0066"/>
                </a:solidFill>
                <a:latin typeface="Arial" pitchFamily="34" charset="0"/>
              </a:rPr>
              <a:t> NORMAL TO CYCLOID.</a:t>
            </a:r>
            <a:endParaRPr lang="en-US" sz="1400" dirty="0">
              <a:latin typeface="Arial" pitchFamily="34" charset="0"/>
            </a:endParaRPr>
          </a:p>
          <a:p>
            <a:pPr marL="171450" indent="-171450" eaLnBrk="0" hangingPunct="0">
              <a:lnSpc>
                <a:spcPct val="150000"/>
              </a:lnSpc>
              <a:buFont typeface="Arial" pitchFamily="34" charset="0"/>
              <a:buChar char="•"/>
              <a:defRPr/>
            </a:pPr>
            <a:r>
              <a:rPr lang="en-US" sz="1400" dirty="0">
                <a:latin typeface="Arial" pitchFamily="34" charset="0"/>
              </a:rPr>
              <a:t>DRAW A LINE AT RIGHT ANGLE TO NORMAL TO GET </a:t>
            </a:r>
            <a:r>
              <a:rPr lang="en-US" sz="1400" b="1" dirty="0">
                <a:solidFill>
                  <a:srgbClr val="FF0066"/>
                </a:solidFill>
                <a:latin typeface="Arial" pitchFamily="34" charset="0"/>
              </a:rPr>
              <a:t>TANGENT TO CYCLOID.</a:t>
            </a:r>
          </a:p>
        </p:txBody>
      </p:sp>
      <p:grpSp>
        <p:nvGrpSpPr>
          <p:cNvPr id="3" name="Group 15"/>
          <p:cNvGrpSpPr>
            <a:grpSpLocks/>
          </p:cNvGrpSpPr>
          <p:nvPr/>
        </p:nvGrpSpPr>
        <p:grpSpPr bwMode="auto">
          <a:xfrm>
            <a:off x="1309688" y="3270250"/>
            <a:ext cx="7681912" cy="3341688"/>
            <a:chOff x="825" y="2060"/>
            <a:chExt cx="4839" cy="2105"/>
          </a:xfrm>
        </p:grpSpPr>
        <p:grpSp>
          <p:nvGrpSpPr>
            <p:cNvPr id="16400" name="Group 16"/>
            <p:cNvGrpSpPr>
              <a:grpSpLocks/>
            </p:cNvGrpSpPr>
            <p:nvPr/>
          </p:nvGrpSpPr>
          <p:grpSpPr bwMode="auto">
            <a:xfrm>
              <a:off x="825" y="2060"/>
              <a:ext cx="4839" cy="2105"/>
              <a:chOff x="537" y="1111"/>
              <a:chExt cx="4839" cy="2105"/>
            </a:xfrm>
          </p:grpSpPr>
          <p:sp>
            <p:nvSpPr>
              <p:cNvPr id="12306" name="Oval 17"/>
              <p:cNvSpPr>
                <a:spLocks noChangeArrowheads="1"/>
              </p:cNvSpPr>
              <p:nvPr/>
            </p:nvSpPr>
            <p:spPr bwMode="auto">
              <a:xfrm>
                <a:off x="576" y="1632"/>
                <a:ext cx="1104" cy="1104"/>
              </a:xfrm>
              <a:prstGeom prst="ellipse">
                <a:avLst/>
              </a:prstGeom>
              <a:solidFill>
                <a:schemeClr val="bg1"/>
              </a:solidFill>
              <a:ln w="28575">
                <a:solidFill>
                  <a:schemeClr val="bg1">
                    <a:lumMod val="50000"/>
                  </a:schemeClr>
                </a:solidFill>
                <a:round/>
                <a:headEnd/>
                <a:tailEnd/>
              </a:ln>
            </p:spPr>
            <p:txBody>
              <a:bodyPr wrap="none" anchor="ctr"/>
              <a:lstStyle/>
              <a:p>
                <a:pPr>
                  <a:defRPr/>
                </a:pPr>
                <a:endParaRPr lang="en-IN">
                  <a:cs typeface="Arial" charset="0"/>
                </a:endParaRPr>
              </a:p>
            </p:txBody>
          </p:sp>
          <p:sp>
            <p:nvSpPr>
              <p:cNvPr id="16403" name="Line 18"/>
              <p:cNvSpPr>
                <a:spLocks noChangeShapeType="1"/>
              </p:cNvSpPr>
              <p:nvPr/>
            </p:nvSpPr>
            <p:spPr bwMode="auto">
              <a:xfrm>
                <a:off x="576" y="2744"/>
                <a:ext cx="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08" name="Line 19"/>
              <p:cNvSpPr>
                <a:spLocks noChangeShapeType="1"/>
              </p:cNvSpPr>
              <p:nvPr/>
            </p:nvSpPr>
            <p:spPr bwMode="auto">
              <a:xfrm>
                <a:off x="1123" y="1618"/>
                <a:ext cx="0" cy="1134"/>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6405" name="Line 20"/>
              <p:cNvSpPr>
                <a:spLocks noChangeShapeType="1"/>
              </p:cNvSpPr>
              <p:nvPr/>
            </p:nvSpPr>
            <p:spPr bwMode="auto">
              <a:xfrm>
                <a:off x="538" y="2181"/>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2310" name="Line 21"/>
              <p:cNvSpPr>
                <a:spLocks noChangeShapeType="1"/>
              </p:cNvSpPr>
              <p:nvPr/>
            </p:nvSpPr>
            <p:spPr bwMode="auto">
              <a:xfrm>
                <a:off x="706" y="1797"/>
                <a:ext cx="835" cy="776"/>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6407" name="Line 22"/>
              <p:cNvSpPr>
                <a:spLocks noChangeShapeType="1"/>
              </p:cNvSpPr>
              <p:nvPr/>
            </p:nvSpPr>
            <p:spPr bwMode="auto">
              <a:xfrm flipH="1">
                <a:off x="706" y="1797"/>
                <a:ext cx="835" cy="7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08" name="Text Box 23"/>
              <p:cNvSpPr txBox="1">
                <a:spLocks noChangeArrowheads="1"/>
              </p:cNvSpPr>
              <p:nvPr/>
            </p:nvSpPr>
            <p:spPr bwMode="auto">
              <a:xfrm>
                <a:off x="1008" y="273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solidFill>
                      <a:srgbClr val="FF0000"/>
                    </a:solidFill>
                    <a:latin typeface="Times New Roman" panose="02020603050405020304" pitchFamily="18" charset="0"/>
                  </a:rPr>
                  <a:t>P</a:t>
                </a:r>
              </a:p>
            </p:txBody>
          </p:sp>
          <p:sp>
            <p:nvSpPr>
              <p:cNvPr id="16409" name="Text Box 24"/>
              <p:cNvSpPr txBox="1">
                <a:spLocks noChangeArrowheads="1"/>
              </p:cNvSpPr>
              <p:nvPr/>
            </p:nvSpPr>
            <p:spPr bwMode="auto">
              <a:xfrm>
                <a:off x="1412" y="2016"/>
                <a:ext cx="3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C</a:t>
                </a:r>
                <a:r>
                  <a:rPr lang="en-US" altLang="en-US" sz="1400" baseline="-25000">
                    <a:latin typeface="Times New Roman" panose="02020603050405020304" pitchFamily="18" charset="0"/>
                  </a:rPr>
                  <a:t>1</a:t>
                </a:r>
                <a:r>
                  <a:rPr lang="en-US" altLang="en-US" sz="1400">
                    <a:latin typeface="Times New Roman" panose="02020603050405020304" pitchFamily="18" charset="0"/>
                  </a:rPr>
                  <a:t>              C</a:t>
                </a:r>
                <a:r>
                  <a:rPr lang="en-US" altLang="en-US" sz="1400" baseline="-25000">
                    <a:latin typeface="Times New Roman" panose="02020603050405020304" pitchFamily="18" charset="0"/>
                  </a:rPr>
                  <a:t>2  </a:t>
                </a:r>
                <a:r>
                  <a:rPr lang="en-US" altLang="en-US" sz="1400">
                    <a:latin typeface="Times New Roman" panose="02020603050405020304" pitchFamily="18" charset="0"/>
                  </a:rPr>
                  <a:t>            C</a:t>
                </a:r>
                <a:r>
                  <a:rPr lang="en-US" altLang="en-US" sz="1400" baseline="-25000">
                    <a:latin typeface="Times New Roman" panose="02020603050405020304" pitchFamily="18" charset="0"/>
                  </a:rPr>
                  <a:t>3</a:t>
                </a:r>
                <a:r>
                  <a:rPr lang="en-US" altLang="en-US" sz="1400">
                    <a:latin typeface="Times New Roman" panose="02020603050405020304" pitchFamily="18" charset="0"/>
                  </a:rPr>
                  <a:t>            C</a:t>
                </a:r>
                <a:r>
                  <a:rPr lang="en-US" altLang="en-US" sz="1400" baseline="-25000">
                    <a:latin typeface="Times New Roman" panose="02020603050405020304" pitchFamily="18" charset="0"/>
                  </a:rPr>
                  <a:t>4</a:t>
                </a:r>
                <a:r>
                  <a:rPr lang="en-US" altLang="en-US" sz="1400">
                    <a:latin typeface="Times New Roman" panose="02020603050405020304" pitchFamily="18" charset="0"/>
                  </a:rPr>
                  <a:t>            C</a:t>
                </a:r>
                <a:r>
                  <a:rPr lang="en-US" altLang="en-US" sz="1400" baseline="-25000">
                    <a:latin typeface="Times New Roman" panose="02020603050405020304" pitchFamily="18" charset="0"/>
                  </a:rPr>
                  <a:t>5</a:t>
                </a:r>
                <a:r>
                  <a:rPr lang="en-US" altLang="en-US" sz="1400">
                    <a:latin typeface="Times New Roman" panose="02020603050405020304" pitchFamily="18" charset="0"/>
                  </a:rPr>
                  <a:t>           C</a:t>
                </a:r>
                <a:r>
                  <a:rPr lang="en-US" altLang="en-US" sz="1400" baseline="-25000">
                    <a:latin typeface="Times New Roman" panose="02020603050405020304" pitchFamily="18" charset="0"/>
                  </a:rPr>
                  <a:t>6</a:t>
                </a:r>
                <a:r>
                  <a:rPr lang="en-US" altLang="en-US" sz="1400">
                    <a:latin typeface="Times New Roman" panose="02020603050405020304" pitchFamily="18" charset="0"/>
                  </a:rPr>
                  <a:t>          C</a:t>
                </a:r>
                <a:r>
                  <a:rPr lang="en-US" altLang="en-US" sz="1400" baseline="-25000">
                    <a:latin typeface="Times New Roman" panose="02020603050405020304" pitchFamily="18" charset="0"/>
                  </a:rPr>
                  <a:t>7</a:t>
                </a:r>
                <a:r>
                  <a:rPr lang="en-US" altLang="en-US" sz="1400">
                    <a:latin typeface="Times New Roman" panose="02020603050405020304" pitchFamily="18" charset="0"/>
                  </a:rPr>
                  <a:t>           C</a:t>
                </a:r>
                <a:r>
                  <a:rPr lang="en-US" altLang="en-US" sz="1400" baseline="-25000">
                    <a:latin typeface="Times New Roman" panose="02020603050405020304" pitchFamily="18" charset="0"/>
                  </a:rPr>
                  <a:t>8</a:t>
                </a:r>
              </a:p>
            </p:txBody>
          </p:sp>
          <p:sp>
            <p:nvSpPr>
              <p:cNvPr id="12314" name="Line 25"/>
              <p:cNvSpPr>
                <a:spLocks noChangeShapeType="1"/>
              </p:cNvSpPr>
              <p:nvPr/>
            </p:nvSpPr>
            <p:spPr bwMode="auto">
              <a:xfrm>
                <a:off x="1104" y="2160"/>
                <a:ext cx="3504" cy="0"/>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2315" name="Line 26"/>
              <p:cNvSpPr>
                <a:spLocks noChangeShapeType="1"/>
              </p:cNvSpPr>
              <p:nvPr/>
            </p:nvSpPr>
            <p:spPr bwMode="auto">
              <a:xfrm>
                <a:off x="720" y="2560"/>
                <a:ext cx="3984" cy="0"/>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2316" name="Line 27"/>
              <p:cNvSpPr>
                <a:spLocks noChangeShapeType="1"/>
              </p:cNvSpPr>
              <p:nvPr/>
            </p:nvSpPr>
            <p:spPr bwMode="auto">
              <a:xfrm>
                <a:off x="720" y="1808"/>
                <a:ext cx="3984" cy="0"/>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2317" name="Line 28"/>
              <p:cNvSpPr>
                <a:spLocks noChangeShapeType="1"/>
              </p:cNvSpPr>
              <p:nvPr/>
            </p:nvSpPr>
            <p:spPr bwMode="auto">
              <a:xfrm>
                <a:off x="1104" y="1624"/>
                <a:ext cx="3552" cy="0"/>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pPr>
                  <a:defRPr/>
                </a:pPr>
                <a:endParaRPr lang="en-IN">
                  <a:cs typeface="Arial" charset="0"/>
                </a:endParaRPr>
              </a:p>
            </p:txBody>
          </p:sp>
          <p:sp>
            <p:nvSpPr>
              <p:cNvPr id="16414" name="Line 29"/>
              <p:cNvSpPr>
                <a:spLocks noChangeShapeType="1"/>
              </p:cNvSpPr>
              <p:nvPr/>
            </p:nvSpPr>
            <p:spPr bwMode="auto">
              <a:xfrm flipH="1">
                <a:off x="1152" y="2176"/>
                <a:ext cx="440" cy="38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15" name="Oval 30"/>
              <p:cNvSpPr>
                <a:spLocks noChangeArrowheads="1"/>
              </p:cNvSpPr>
              <p:nvPr/>
            </p:nvSpPr>
            <p:spPr bwMode="auto">
              <a:xfrm>
                <a:off x="1104" y="2720"/>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6416" name="Arc 31"/>
              <p:cNvSpPr>
                <a:spLocks/>
              </p:cNvSpPr>
              <p:nvPr/>
            </p:nvSpPr>
            <p:spPr bwMode="auto">
              <a:xfrm rot="-5943100">
                <a:off x="460" y="1601"/>
                <a:ext cx="528" cy="374"/>
              </a:xfrm>
              <a:custGeom>
                <a:avLst/>
                <a:gdLst>
                  <a:gd name="T0" fmla="*/ 0 w 21600"/>
                  <a:gd name="T1" fmla="*/ 0 h 15303"/>
                  <a:gd name="T2" fmla="*/ 0 w 21600"/>
                  <a:gd name="T3" fmla="*/ 0 h 15303"/>
                  <a:gd name="T4" fmla="*/ 0 w 21600"/>
                  <a:gd name="T5" fmla="*/ 0 h 15303"/>
                  <a:gd name="T6" fmla="*/ 0 60000 65536"/>
                  <a:gd name="T7" fmla="*/ 0 60000 65536"/>
                  <a:gd name="T8" fmla="*/ 0 60000 65536"/>
                  <a:gd name="T9" fmla="*/ 0 w 21600"/>
                  <a:gd name="T10" fmla="*/ 0 h 15303"/>
                  <a:gd name="T11" fmla="*/ 21600 w 21600"/>
                  <a:gd name="T12" fmla="*/ 15303 h 15303"/>
                </a:gdLst>
                <a:ahLst/>
                <a:cxnLst>
                  <a:cxn ang="T6">
                    <a:pos x="T0" y="T1"/>
                  </a:cxn>
                  <a:cxn ang="T7">
                    <a:pos x="T2" y="T3"/>
                  </a:cxn>
                  <a:cxn ang="T8">
                    <a:pos x="T4" y="T5"/>
                  </a:cxn>
                </a:cxnLst>
                <a:rect l="T9" t="T10" r="T11" b="T12"/>
                <a:pathLst>
                  <a:path w="21600" h="15303" fill="none" extrusionOk="0">
                    <a:moveTo>
                      <a:pt x="15243" y="0"/>
                    </a:moveTo>
                    <a:cubicBezTo>
                      <a:pt x="19312" y="4053"/>
                      <a:pt x="21600" y="9559"/>
                      <a:pt x="21600" y="15303"/>
                    </a:cubicBezTo>
                  </a:path>
                  <a:path w="21600" h="15303" stroke="0" extrusionOk="0">
                    <a:moveTo>
                      <a:pt x="15243" y="0"/>
                    </a:moveTo>
                    <a:cubicBezTo>
                      <a:pt x="19312" y="4053"/>
                      <a:pt x="21600" y="9559"/>
                      <a:pt x="21600" y="15303"/>
                    </a:cubicBezTo>
                    <a:lnTo>
                      <a:pt x="0" y="15303"/>
                    </a:lnTo>
                    <a:lnTo>
                      <a:pt x="15243" y="0"/>
                    </a:lnTo>
                    <a:close/>
                  </a:path>
                </a:pathLst>
              </a:custGeom>
              <a:noFill/>
              <a:ln w="190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6417" name="Arc 32"/>
              <p:cNvSpPr>
                <a:spLocks/>
              </p:cNvSpPr>
              <p:nvPr/>
            </p:nvSpPr>
            <p:spPr bwMode="auto">
              <a:xfrm flipH="1">
                <a:off x="1136" y="1632"/>
                <a:ext cx="1776" cy="1104"/>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6418" name="Arc 33"/>
              <p:cNvSpPr>
                <a:spLocks/>
              </p:cNvSpPr>
              <p:nvPr/>
            </p:nvSpPr>
            <p:spPr bwMode="auto">
              <a:xfrm>
                <a:off x="2832" y="1632"/>
                <a:ext cx="1776" cy="1104"/>
              </a:xfrm>
              <a:custGeom>
                <a:avLst/>
                <a:gdLst>
                  <a:gd name="T0" fmla="*/ 0 w 21600"/>
                  <a:gd name="T1" fmla="*/ 0 h 21600"/>
                  <a:gd name="T2" fmla="*/ 1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16419" name="Group 34"/>
              <p:cNvGrpSpPr>
                <a:grpSpLocks/>
              </p:cNvGrpSpPr>
              <p:nvPr/>
            </p:nvGrpSpPr>
            <p:grpSpPr bwMode="auto">
              <a:xfrm>
                <a:off x="1104" y="2928"/>
                <a:ext cx="3504" cy="288"/>
                <a:chOff x="1104" y="2928"/>
                <a:chExt cx="3504" cy="288"/>
              </a:xfrm>
            </p:grpSpPr>
            <p:sp>
              <p:nvSpPr>
                <p:cNvPr id="16421" name="Line 35"/>
                <p:cNvSpPr>
                  <a:spLocks noChangeShapeType="1"/>
                </p:cNvSpPr>
                <p:nvPr/>
              </p:nvSpPr>
              <p:spPr bwMode="auto">
                <a:xfrm>
                  <a:off x="1120" y="2928"/>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2" name="Line 36"/>
                <p:cNvSpPr>
                  <a:spLocks noChangeShapeType="1"/>
                </p:cNvSpPr>
                <p:nvPr/>
              </p:nvSpPr>
              <p:spPr bwMode="auto">
                <a:xfrm>
                  <a:off x="4608" y="2976"/>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6423" name="Line 37"/>
                <p:cNvSpPr>
                  <a:spLocks noChangeShapeType="1"/>
                </p:cNvSpPr>
                <p:nvPr/>
              </p:nvSpPr>
              <p:spPr bwMode="auto">
                <a:xfrm flipH="1">
                  <a:off x="1104" y="3072"/>
                  <a:ext cx="15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6424" name="Line 38"/>
                <p:cNvSpPr>
                  <a:spLocks noChangeShapeType="1"/>
                </p:cNvSpPr>
                <p:nvPr/>
              </p:nvSpPr>
              <p:spPr bwMode="auto">
                <a:xfrm>
                  <a:off x="3168" y="3072"/>
                  <a:ext cx="14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6425" name="Text Box 39"/>
                <p:cNvSpPr txBox="1">
                  <a:spLocks noChangeArrowheads="1"/>
                </p:cNvSpPr>
                <p:nvPr/>
              </p:nvSpPr>
              <p:spPr bwMode="auto">
                <a:xfrm>
                  <a:off x="2688" y="29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spcBef>
                      <a:spcPct val="50000"/>
                    </a:spcBef>
                  </a:pPr>
                  <a:r>
                    <a:rPr lang="en-US" altLang="en-US" sz="1400">
                      <a:latin typeface="Times New Roman" panose="02020603050405020304" pitchFamily="18" charset="0"/>
                      <a:cs typeface="Times New Roman" panose="02020603050405020304" pitchFamily="18" charset="0"/>
                      <a:sym typeface="Symbol" panose="05050102010706020507" pitchFamily="18" charset="2"/>
                    </a:rPr>
                    <a:t>D</a:t>
                  </a:r>
                  <a:endParaRPr lang="en-US" altLang="en-US" sz="1400">
                    <a:latin typeface="Times New Roman" panose="02020603050405020304" pitchFamily="18" charset="0"/>
                  </a:endParaRPr>
                </a:p>
              </p:txBody>
            </p:sp>
          </p:grpSp>
          <p:sp>
            <p:nvSpPr>
              <p:cNvPr id="16420" name="Text Box 40"/>
              <p:cNvSpPr txBox="1">
                <a:spLocks noChangeArrowheads="1"/>
              </p:cNvSpPr>
              <p:nvPr/>
            </p:nvSpPr>
            <p:spPr bwMode="auto">
              <a:xfrm>
                <a:off x="2390" y="1111"/>
                <a:ext cx="6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u="sng">
                    <a:latin typeface="Times New Roman" panose="02020603050405020304" pitchFamily="18" charset="0"/>
                  </a:rPr>
                  <a:t>CYCLOID</a:t>
                </a:r>
              </a:p>
            </p:txBody>
          </p:sp>
        </p:grpSp>
        <p:sp>
          <p:nvSpPr>
            <p:cNvPr id="16401" name="Text Box 41"/>
            <p:cNvSpPr txBox="1">
              <a:spLocks noChangeArrowheads="1"/>
            </p:cNvSpPr>
            <p:nvPr/>
          </p:nvSpPr>
          <p:spPr bwMode="auto">
            <a:xfrm>
              <a:off x="1236" y="3000"/>
              <a:ext cx="1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b="1">
                  <a:latin typeface="Times New Roman" panose="02020603050405020304" pitchFamily="18" charset="0"/>
                </a:rPr>
                <a:t>C</a:t>
              </a:r>
            </a:p>
          </p:txBody>
        </p:sp>
      </p:grpSp>
      <p:sp>
        <p:nvSpPr>
          <p:cNvPr id="20522" name="Text Box 42"/>
          <p:cNvSpPr txBox="1">
            <a:spLocks noChangeArrowheads="1"/>
          </p:cNvSpPr>
          <p:nvPr/>
        </p:nvSpPr>
        <p:spPr bwMode="auto">
          <a:xfrm rot="-3196892">
            <a:off x="5447507" y="4391819"/>
            <a:ext cx="3873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b="1">
                <a:latin typeface="Times New Roman" panose="02020603050405020304" pitchFamily="18" charset="0"/>
              </a:rPr>
              <a:t>C</a:t>
            </a:r>
            <a:r>
              <a:rPr lang="en-US" altLang="en-US" sz="1200" b="1">
                <a:solidFill>
                  <a:srgbClr val="FF0066"/>
                </a:solidFill>
                <a:latin typeface="Times New Roman" panose="02020603050405020304" pitchFamily="18" charset="0"/>
              </a:rPr>
              <a:t>P</a:t>
            </a:r>
          </a:p>
        </p:txBody>
      </p:sp>
      <p:sp>
        <p:nvSpPr>
          <p:cNvPr id="16399" name="TextBox 5"/>
          <p:cNvSpPr txBox="1">
            <a:spLocks noChangeArrowheads="1"/>
          </p:cNvSpPr>
          <p:nvPr/>
        </p:nvSpPr>
        <p:spPr bwMode="auto">
          <a:xfrm>
            <a:off x="5276850" y="4735513"/>
            <a:ext cx="314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t>R</a:t>
            </a:r>
          </a:p>
        </p:txBody>
      </p:sp>
    </p:spTree>
    <p:extLst>
      <p:ext uri="{BB962C8B-B14F-4D97-AF65-F5344CB8AC3E}">
        <p14:creationId xmlns:p14="http://schemas.microsoft.com/office/powerpoint/2010/main" val="36448626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0494"/>
                                        </p:tgtEl>
                                        <p:attrNameLst>
                                          <p:attrName>style.visibility</p:attrName>
                                        </p:attrNameLst>
                                      </p:cBhvr>
                                      <p:to>
                                        <p:strVal val="visible"/>
                                      </p:to>
                                    </p:set>
                                    <p:anim calcmode="lin" valueType="num">
                                      <p:cBhvr>
                                        <p:cTn id="7" dur="500" fill="hold"/>
                                        <p:tgtEl>
                                          <p:spTgt spid="20494"/>
                                        </p:tgtEl>
                                        <p:attrNameLst>
                                          <p:attrName>ppt_x</p:attrName>
                                        </p:attrNameLst>
                                      </p:cBhvr>
                                      <p:tavLst>
                                        <p:tav tm="0">
                                          <p:val>
                                            <p:strVal val="#ppt_x"/>
                                          </p:val>
                                        </p:tav>
                                        <p:tav tm="100000">
                                          <p:val>
                                            <p:strVal val="#ppt_x"/>
                                          </p:val>
                                        </p:tav>
                                      </p:tavLst>
                                    </p:anim>
                                    <p:anim calcmode="lin" valueType="num">
                                      <p:cBhvr>
                                        <p:cTn id="8" dur="500" fill="hold"/>
                                        <p:tgtEl>
                                          <p:spTgt spid="20494"/>
                                        </p:tgtEl>
                                        <p:attrNameLst>
                                          <p:attrName>ppt_y</p:attrName>
                                        </p:attrNameLst>
                                      </p:cBhvr>
                                      <p:tavLst>
                                        <p:tav tm="0">
                                          <p:val>
                                            <p:strVal val="#ppt_y+#ppt_h/2"/>
                                          </p:val>
                                        </p:tav>
                                        <p:tav tm="100000">
                                          <p:val>
                                            <p:strVal val="#ppt_y"/>
                                          </p:val>
                                        </p:tav>
                                      </p:tavLst>
                                    </p:anim>
                                    <p:anim calcmode="lin" valueType="num">
                                      <p:cBhvr>
                                        <p:cTn id="9" dur="500" fill="hold"/>
                                        <p:tgtEl>
                                          <p:spTgt spid="20494"/>
                                        </p:tgtEl>
                                        <p:attrNameLst>
                                          <p:attrName>ppt_w</p:attrName>
                                        </p:attrNameLst>
                                      </p:cBhvr>
                                      <p:tavLst>
                                        <p:tav tm="0">
                                          <p:val>
                                            <p:strVal val="#ppt_w"/>
                                          </p:val>
                                        </p:tav>
                                        <p:tav tm="100000">
                                          <p:val>
                                            <p:strVal val="#ppt_w"/>
                                          </p:val>
                                        </p:tav>
                                      </p:tavLst>
                                    </p:anim>
                                    <p:anim calcmode="lin" valueType="num">
                                      <p:cBhvr>
                                        <p:cTn id="10" dur="500" fill="hold"/>
                                        <p:tgtEl>
                                          <p:spTgt spid="20494"/>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16"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0482"/>
                                        </p:tgtEl>
                                        <p:attrNameLst>
                                          <p:attrName>style.visibility</p:attrName>
                                        </p:attrNameLst>
                                      </p:cBhvr>
                                      <p:to>
                                        <p:strVal val="visible"/>
                                      </p:to>
                                    </p:set>
                                    <p:anim calcmode="lin" valueType="num">
                                      <p:cBhvr additive="base">
                                        <p:cTn id="21" dur="500" fill="hold"/>
                                        <p:tgtEl>
                                          <p:spTgt spid="20482"/>
                                        </p:tgtEl>
                                        <p:attrNameLst>
                                          <p:attrName>ppt_x</p:attrName>
                                        </p:attrNameLst>
                                      </p:cBhvr>
                                      <p:tavLst>
                                        <p:tav tm="0">
                                          <p:val>
                                            <p:strVal val="0-#ppt_w/2"/>
                                          </p:val>
                                        </p:tav>
                                        <p:tav tm="100000">
                                          <p:val>
                                            <p:strVal val="#ppt_x"/>
                                          </p:val>
                                        </p:tav>
                                      </p:tavLst>
                                    </p:anim>
                                    <p:anim calcmode="lin" valueType="num">
                                      <p:cBhvr additive="base">
                                        <p:cTn id="22" dur="500" fill="hold"/>
                                        <p:tgtEl>
                                          <p:spTgt spid="20482"/>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0483"/>
                                        </p:tgtEl>
                                        <p:attrNameLst>
                                          <p:attrName>style.visibility</p:attrName>
                                        </p:attrNameLst>
                                      </p:cBhvr>
                                      <p:to>
                                        <p:strVal val="visible"/>
                                      </p:to>
                                    </p:set>
                                    <p:anim calcmode="lin" valueType="num">
                                      <p:cBhvr additive="base">
                                        <p:cTn id="27" dur="500" fill="hold"/>
                                        <p:tgtEl>
                                          <p:spTgt spid="20483"/>
                                        </p:tgtEl>
                                        <p:attrNameLst>
                                          <p:attrName>ppt_x</p:attrName>
                                        </p:attrNameLst>
                                      </p:cBhvr>
                                      <p:tavLst>
                                        <p:tav tm="0">
                                          <p:val>
                                            <p:strVal val="0-#ppt_w/2"/>
                                          </p:val>
                                        </p:tav>
                                        <p:tav tm="100000">
                                          <p:val>
                                            <p:strVal val="#ppt_x"/>
                                          </p:val>
                                        </p:tav>
                                      </p:tavLst>
                                    </p:anim>
                                    <p:anim calcmode="lin" valueType="num">
                                      <p:cBhvr additive="base">
                                        <p:cTn id="28"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12" fill="hold" nodeType="clickEffect">
                                  <p:stCondLst>
                                    <p:cond delay="0"/>
                                  </p:stCondLst>
                                  <p:childTnLst>
                                    <p:set>
                                      <p:cBhvr>
                                        <p:cTn id="32" dur="1" fill="hold">
                                          <p:stCondLst>
                                            <p:cond delay="0"/>
                                          </p:stCondLst>
                                        </p:cTn>
                                        <p:tgtEl>
                                          <p:spTgt spid="20484"/>
                                        </p:tgtEl>
                                        <p:attrNameLst>
                                          <p:attrName>style.visibility</p:attrName>
                                        </p:attrNameLst>
                                      </p:cBhvr>
                                      <p:to>
                                        <p:strVal val="visible"/>
                                      </p:to>
                                    </p:set>
                                    <p:animEffect transition="in" filter="strips(downLeft)">
                                      <p:cBhvr>
                                        <p:cTn id="33" dur="500"/>
                                        <p:tgtEl>
                                          <p:spTgt spid="2048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9" fill="hold" grpId="0" nodeType="clickEffect">
                                  <p:stCondLst>
                                    <p:cond delay="0"/>
                                  </p:stCondLst>
                                  <p:childTnLst>
                                    <p:set>
                                      <p:cBhvr>
                                        <p:cTn id="37" dur="1" fill="hold">
                                          <p:stCondLst>
                                            <p:cond delay="0"/>
                                          </p:stCondLst>
                                        </p:cTn>
                                        <p:tgtEl>
                                          <p:spTgt spid="20522"/>
                                        </p:tgtEl>
                                        <p:attrNameLst>
                                          <p:attrName>style.visibility</p:attrName>
                                        </p:attrNameLst>
                                      </p:cBhvr>
                                      <p:to>
                                        <p:strVal val="visible"/>
                                      </p:to>
                                    </p:set>
                                    <p:anim calcmode="lin" valueType="num">
                                      <p:cBhvr additive="base">
                                        <p:cTn id="38" dur="500" fill="hold"/>
                                        <p:tgtEl>
                                          <p:spTgt spid="20522"/>
                                        </p:tgtEl>
                                        <p:attrNameLst>
                                          <p:attrName>ppt_x</p:attrName>
                                        </p:attrNameLst>
                                      </p:cBhvr>
                                      <p:tavLst>
                                        <p:tav tm="0">
                                          <p:val>
                                            <p:strVal val="0-#ppt_w/2"/>
                                          </p:val>
                                        </p:tav>
                                        <p:tav tm="100000">
                                          <p:val>
                                            <p:strVal val="#ppt_x"/>
                                          </p:val>
                                        </p:tav>
                                      </p:tavLst>
                                    </p:anim>
                                    <p:anim calcmode="lin" valueType="num">
                                      <p:cBhvr additive="base">
                                        <p:cTn id="39" dur="500" fill="hold"/>
                                        <p:tgtEl>
                                          <p:spTgt spid="20522"/>
                                        </p:tgtEl>
                                        <p:attrNameLst>
                                          <p:attrName>ppt_y</p:attrName>
                                        </p:attrNameLst>
                                      </p:cBhvr>
                                      <p:tavLst>
                                        <p:tav tm="0">
                                          <p:val>
                                            <p:strVal val="0-#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12" fill="hold" nodeType="clickEffect">
                                  <p:stCondLst>
                                    <p:cond delay="0"/>
                                  </p:stCondLst>
                                  <p:childTnLst>
                                    <p:set>
                                      <p:cBhvr>
                                        <p:cTn id="43" dur="1" fill="hold">
                                          <p:stCondLst>
                                            <p:cond delay="0"/>
                                          </p:stCondLst>
                                        </p:cTn>
                                        <p:tgtEl>
                                          <p:spTgt spid="20485"/>
                                        </p:tgtEl>
                                        <p:attrNameLst>
                                          <p:attrName>style.visibility</p:attrName>
                                        </p:attrNameLst>
                                      </p:cBhvr>
                                      <p:to>
                                        <p:strVal val="visible"/>
                                      </p:to>
                                    </p:set>
                                    <p:animEffect transition="in" filter="strips(downLeft)">
                                      <p:cBhvr>
                                        <p:cTn id="44" dur="500"/>
                                        <p:tgtEl>
                                          <p:spTgt spid="2048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0488"/>
                                        </p:tgtEl>
                                        <p:attrNameLst>
                                          <p:attrName>style.visibility</p:attrName>
                                        </p:attrNameLst>
                                      </p:cBhvr>
                                      <p:to>
                                        <p:strVal val="visible"/>
                                      </p:to>
                                    </p:set>
                                    <p:anim calcmode="lin" valueType="num">
                                      <p:cBhvr additive="base">
                                        <p:cTn id="49" dur="500" fill="hold"/>
                                        <p:tgtEl>
                                          <p:spTgt spid="20488"/>
                                        </p:tgtEl>
                                        <p:attrNameLst>
                                          <p:attrName>ppt_x</p:attrName>
                                        </p:attrNameLst>
                                      </p:cBhvr>
                                      <p:tavLst>
                                        <p:tav tm="0">
                                          <p:val>
                                            <p:strVal val="#ppt_x"/>
                                          </p:val>
                                        </p:tav>
                                        <p:tav tm="100000">
                                          <p:val>
                                            <p:strVal val="#ppt_x"/>
                                          </p:val>
                                        </p:tav>
                                      </p:tavLst>
                                    </p:anim>
                                    <p:anim calcmode="lin" valueType="num">
                                      <p:cBhvr additive="base">
                                        <p:cTn id="50" dur="500" fill="hold"/>
                                        <p:tgtEl>
                                          <p:spTgt spid="20488"/>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3" fill="hold" nodeType="clickEffect">
                                  <p:stCondLst>
                                    <p:cond delay="0"/>
                                  </p:stCondLst>
                                  <p:childTnLst>
                                    <p:set>
                                      <p:cBhvr>
                                        <p:cTn id="54" dur="1" fill="hold">
                                          <p:stCondLst>
                                            <p:cond delay="0"/>
                                          </p:stCondLst>
                                        </p:cTn>
                                        <p:tgtEl>
                                          <p:spTgt spid="20486"/>
                                        </p:tgtEl>
                                        <p:attrNameLst>
                                          <p:attrName>style.visibility</p:attrName>
                                        </p:attrNameLst>
                                      </p:cBhvr>
                                      <p:to>
                                        <p:strVal val="visible"/>
                                      </p:to>
                                    </p:set>
                                    <p:animEffect transition="in" filter="strips(upRight)">
                                      <p:cBhvr>
                                        <p:cTn id="55" dur="500"/>
                                        <p:tgtEl>
                                          <p:spTgt spid="2048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6" fill="hold" nodeType="clickEffect">
                                  <p:stCondLst>
                                    <p:cond delay="0"/>
                                  </p:stCondLst>
                                  <p:childTnLst>
                                    <p:set>
                                      <p:cBhvr>
                                        <p:cTn id="59" dur="1" fill="hold">
                                          <p:stCondLst>
                                            <p:cond delay="0"/>
                                          </p:stCondLst>
                                        </p:cTn>
                                        <p:tgtEl>
                                          <p:spTgt spid="20487"/>
                                        </p:tgtEl>
                                        <p:attrNameLst>
                                          <p:attrName>style.visibility</p:attrName>
                                        </p:attrNameLst>
                                      </p:cBhvr>
                                      <p:to>
                                        <p:strVal val="visible"/>
                                      </p:to>
                                    </p:set>
                                    <p:animEffect transition="in" filter="strips(downRight)">
                                      <p:cBhvr>
                                        <p:cTn id="60" dur="500"/>
                                        <p:tgtEl>
                                          <p:spTgt spid="2048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3" fill="hold" grpId="0" nodeType="clickEffect">
                                  <p:stCondLst>
                                    <p:cond delay="0"/>
                                  </p:stCondLst>
                                  <p:childTnLst>
                                    <p:set>
                                      <p:cBhvr>
                                        <p:cTn id="64" dur="1" fill="hold">
                                          <p:stCondLst>
                                            <p:cond delay="0"/>
                                          </p:stCondLst>
                                        </p:cTn>
                                        <p:tgtEl>
                                          <p:spTgt spid="20489"/>
                                        </p:tgtEl>
                                        <p:attrNameLst>
                                          <p:attrName>style.visibility</p:attrName>
                                        </p:attrNameLst>
                                      </p:cBhvr>
                                      <p:to>
                                        <p:strVal val="visible"/>
                                      </p:to>
                                    </p:set>
                                    <p:animEffect transition="in" filter="strips(upRight)">
                                      <p:cBhvr>
                                        <p:cTn id="65" dur="500"/>
                                        <p:tgtEl>
                                          <p:spTgt spid="2048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8" presetClass="entr" presetSubtype="6" fill="hold" grpId="0" nodeType="clickEffect">
                                  <p:stCondLst>
                                    <p:cond delay="0"/>
                                  </p:stCondLst>
                                  <p:childTnLst>
                                    <p:set>
                                      <p:cBhvr>
                                        <p:cTn id="69" dur="1" fill="hold">
                                          <p:stCondLst>
                                            <p:cond delay="0"/>
                                          </p:stCondLst>
                                        </p:cTn>
                                        <p:tgtEl>
                                          <p:spTgt spid="20490"/>
                                        </p:tgtEl>
                                        <p:attrNameLst>
                                          <p:attrName>style.visibility</p:attrName>
                                        </p:attrNameLst>
                                      </p:cBhvr>
                                      <p:to>
                                        <p:strVal val="visible"/>
                                      </p:to>
                                    </p:set>
                                    <p:animEffect transition="in" filter="strips(downRight)">
                                      <p:cBhvr>
                                        <p:cTn id="70" dur="500"/>
                                        <p:tgtEl>
                                          <p:spTgt spid="20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nimBg="1"/>
      <p:bldP spid="20483" grpId="0" autoUpdateAnimBg="0"/>
      <p:bldP spid="20488" grpId="0" autoUpdateAnimBg="0"/>
      <p:bldP spid="20489" grpId="0" autoUpdateAnimBg="0"/>
      <p:bldP spid="20490" grpId="0" autoUpdateAnimBg="0"/>
      <p:bldP spid="20494" grpId="0" autoUpdateAnimBg="0"/>
      <p:bldP spid="20522"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b="8585"/>
          <a:stretch>
            <a:fillRect/>
          </a:stretch>
        </p:blipFill>
        <p:spPr bwMode="auto">
          <a:xfrm>
            <a:off x="0" y="914400"/>
            <a:ext cx="8839200" cy="34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p:cNvSpPr>
            <a:spLocks noChangeArrowheads="1"/>
          </p:cNvSpPr>
          <p:nvPr/>
        </p:nvSpPr>
        <p:spPr bwMode="auto">
          <a:xfrm>
            <a:off x="0" y="4572000"/>
            <a:ext cx="89916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buFontTx/>
              <a:buAutoNum type="arabicPeriod"/>
            </a:pPr>
            <a:r>
              <a:rPr lang="en-US" altLang="en-US" b="1">
                <a:latin typeface="Garamond" panose="02020404030301010803" pitchFamily="18" charset="0"/>
              </a:rPr>
              <a:t>With P as a centre and radius = CP’ (i.e., radius of generating circle), cut an arc on the line C–C” at M.</a:t>
            </a:r>
          </a:p>
          <a:p>
            <a:pPr algn="just" eaLnBrk="1" hangingPunct="1">
              <a:spcBef>
                <a:spcPct val="50000"/>
              </a:spcBef>
              <a:buFontTx/>
              <a:buAutoNum type="arabicPeriod"/>
            </a:pPr>
            <a:r>
              <a:rPr lang="en-US" altLang="en-US" b="1">
                <a:latin typeface="Garamond" panose="02020404030301010803" pitchFamily="18" charset="0"/>
              </a:rPr>
              <a:t>From M, draw a normal MN to P’ –P”. In case of epicycloid and hypocycloid, this can be done by joining MO and then locating N at the intersection of P’ –P” and MO (produced if necessary).</a:t>
            </a:r>
          </a:p>
          <a:p>
            <a:pPr algn="just" eaLnBrk="1" hangingPunct="1">
              <a:spcBef>
                <a:spcPct val="50000"/>
              </a:spcBef>
              <a:buFontTx/>
              <a:buAutoNum type="arabicPeriod"/>
            </a:pPr>
            <a:r>
              <a:rPr lang="en-US" altLang="en-US" b="1">
                <a:latin typeface="Garamond" panose="02020404030301010803" pitchFamily="18" charset="0"/>
              </a:rPr>
              <a:t>Join NP for the required normal. Draw tangent T–T perpendicular to NP at P. </a:t>
            </a:r>
          </a:p>
        </p:txBody>
      </p:sp>
      <p:sp>
        <p:nvSpPr>
          <p:cNvPr id="4"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Tangent and Normal to Cycloid</a:t>
            </a:r>
          </a:p>
        </p:txBody>
      </p:sp>
    </p:spTree>
    <p:extLst>
      <p:ext uri="{BB962C8B-B14F-4D97-AF65-F5344CB8AC3E}">
        <p14:creationId xmlns:p14="http://schemas.microsoft.com/office/powerpoint/2010/main" val="1592466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9"/>
          <p:cNvPicPr>
            <a:picLocks noChangeAspect="1" noChangeArrowheads="1"/>
          </p:cNvPicPr>
          <p:nvPr/>
        </p:nvPicPr>
        <p:blipFill>
          <a:blip r:embed="rId2">
            <a:extLst>
              <a:ext uri="{28A0092B-C50C-407E-A947-70E740481C1C}">
                <a14:useLocalDpi xmlns:a14="http://schemas.microsoft.com/office/drawing/2010/main" val="0"/>
              </a:ext>
            </a:extLst>
          </a:blip>
          <a:srcRect b="7811"/>
          <a:stretch>
            <a:fillRect/>
          </a:stretch>
        </p:blipFill>
        <p:spPr bwMode="auto">
          <a:xfrm>
            <a:off x="0" y="152400"/>
            <a:ext cx="5791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Rot="1" noChangeAspect="1" noMove="1" noResize="1" noEditPoints="1" noAdjustHandles="1" noChangeArrowheads="1" noChangeShapeType="1" noTextEdit="1"/>
          </p:cNvSpPr>
          <p:nvPr/>
        </p:nvSpPr>
        <p:spPr>
          <a:xfrm>
            <a:off x="5867400" y="0"/>
            <a:ext cx="3276600" cy="3382914"/>
          </a:xfrm>
          <a:prstGeom prst="rect">
            <a:avLst/>
          </a:prstGeom>
          <a:blipFill rotWithShape="1">
            <a:blip r:embed="rId3"/>
            <a:stretch>
              <a:fillRect l="-1676" t="-901" r="-1490" b="-360"/>
            </a:stretch>
          </a:blipFill>
        </p:spPr>
        <p:txBody>
          <a:bodyPr/>
          <a:lstStyle/>
          <a:p>
            <a:pPr>
              <a:defRPr/>
            </a:pPr>
            <a:r>
              <a:rPr lang="en-IN">
                <a:noFill/>
                <a:cs typeface="Arial" charset="0"/>
              </a:rPr>
              <a:t> </a:t>
            </a:r>
          </a:p>
        </p:txBody>
      </p:sp>
      <p:sp>
        <p:nvSpPr>
          <p:cNvPr id="18436" name="Rectangle 4"/>
          <p:cNvSpPr>
            <a:spLocks noChangeArrowheads="1"/>
          </p:cNvSpPr>
          <p:nvPr/>
        </p:nvSpPr>
        <p:spPr bwMode="auto">
          <a:xfrm>
            <a:off x="0" y="3733800"/>
            <a:ext cx="91440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spcBef>
                <a:spcPct val="50000"/>
              </a:spcBef>
              <a:buFontTx/>
              <a:buAutoNum type="arabicPeriod"/>
            </a:pPr>
            <a:r>
              <a:rPr lang="en-US" altLang="en-US">
                <a:latin typeface="Garamond" panose="02020404030301010803" pitchFamily="18" charset="0"/>
              </a:rPr>
              <a:t>With O as a centre and radius = 60 mm, draw the directing arc P’ –P” which gives included angle 120°.</a:t>
            </a:r>
          </a:p>
          <a:p>
            <a:pPr algn="just" eaLnBrk="1" hangingPunct="1">
              <a:spcBef>
                <a:spcPct val="50000"/>
              </a:spcBef>
              <a:buFontTx/>
              <a:buAutoNum type="arabicPeriod"/>
            </a:pPr>
            <a:r>
              <a:rPr lang="en-US" altLang="en-US">
                <a:latin typeface="Garamond" panose="02020404030301010803" pitchFamily="18" charset="0"/>
              </a:rPr>
              <a:t>Produce OP’ and locate C on it such that CP’ = radius of generating circle = 20 mm. With C as centre and radius = CP’, draw a circle.</a:t>
            </a:r>
          </a:p>
          <a:p>
            <a:pPr algn="just" eaLnBrk="1" hangingPunct="1">
              <a:spcBef>
                <a:spcPct val="50000"/>
              </a:spcBef>
              <a:buFontTx/>
              <a:buAutoNum type="arabicPeriod"/>
            </a:pPr>
            <a:r>
              <a:rPr lang="en-US" altLang="en-US">
                <a:latin typeface="Garamond" panose="02020404030301010803" pitchFamily="18" charset="0"/>
              </a:rPr>
              <a:t>With O as a centre and radius = OC, draw an arc C–C” such that </a:t>
            </a:r>
            <a:r>
              <a:rPr lang="en-US" altLang="en-US">
                <a:latin typeface="Garamond" panose="02020404030301010803" pitchFamily="18" charset="0"/>
                <a:sym typeface="Symbol" panose="05050102010706020507" pitchFamily="18" charset="2"/>
              </a:rPr>
              <a:t></a:t>
            </a:r>
            <a:r>
              <a:rPr lang="en-US" altLang="en-US">
                <a:latin typeface="Garamond" panose="02020404030301010803" pitchFamily="18" charset="0"/>
              </a:rPr>
              <a:t>COC” = 120°. Arc C–C” represents the locus of centre of generating circle.</a:t>
            </a:r>
          </a:p>
          <a:p>
            <a:pPr algn="just" eaLnBrk="1" hangingPunct="1">
              <a:spcBef>
                <a:spcPct val="50000"/>
              </a:spcBef>
              <a:buFontTx/>
              <a:buAutoNum type="arabicPeriod"/>
            </a:pPr>
            <a:r>
              <a:rPr lang="en-US" altLang="en-US">
                <a:latin typeface="Garamond" panose="02020404030301010803" pitchFamily="18" charset="0"/>
              </a:rPr>
              <a:t>Divide the circle into 12 equal parts. With O as a centre and radii = O–1, O–2, O–3, etc., draw the arcs through 1, 2, 3, etc., parallel to arc P’ –P”.</a:t>
            </a:r>
          </a:p>
          <a:p>
            <a:pPr algn="just" eaLnBrk="1" hangingPunct="1">
              <a:spcBef>
                <a:spcPct val="50000"/>
              </a:spcBef>
              <a:buFontTx/>
              <a:buAutoNum type="arabicPeriod"/>
            </a:pPr>
            <a:r>
              <a:rPr lang="en-US" altLang="en-US">
                <a:latin typeface="Garamond" panose="02020404030301010803" pitchFamily="18" charset="0"/>
              </a:rPr>
              <a:t>Remaining steps are same as that for cycloid discussed before.</a:t>
            </a:r>
          </a:p>
        </p:txBody>
      </p:sp>
    </p:spTree>
    <p:extLst>
      <p:ext uri="{BB962C8B-B14F-4D97-AF65-F5344CB8AC3E}">
        <p14:creationId xmlns:p14="http://schemas.microsoft.com/office/powerpoint/2010/main" val="37515738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val 2"/>
          <p:cNvSpPr>
            <a:spLocks noChangeArrowheads="1"/>
          </p:cNvSpPr>
          <p:nvPr/>
        </p:nvSpPr>
        <p:spPr bwMode="auto">
          <a:xfrm rot="13558">
            <a:off x="2654300" y="2700338"/>
            <a:ext cx="1193800" cy="1193800"/>
          </a:xfrm>
          <a:prstGeom prst="ellipse">
            <a:avLst/>
          </a:prstGeom>
          <a:solidFill>
            <a:schemeClr val="bg1"/>
          </a:solidFill>
          <a:ln w="28575">
            <a:solidFill>
              <a:srgbClr val="0000FF"/>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15" name="Line 3"/>
          <p:cNvSpPr>
            <a:spLocks noChangeShapeType="1"/>
          </p:cNvSpPr>
          <p:nvPr/>
        </p:nvSpPr>
        <p:spPr bwMode="auto">
          <a:xfrm rot="3748523">
            <a:off x="2158206" y="4148932"/>
            <a:ext cx="3044825" cy="15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16" name="Line 4"/>
          <p:cNvSpPr>
            <a:spLocks noChangeShapeType="1"/>
          </p:cNvSpPr>
          <p:nvPr/>
        </p:nvSpPr>
        <p:spPr bwMode="auto">
          <a:xfrm rot="-890366">
            <a:off x="4305300" y="5105400"/>
            <a:ext cx="3124200" cy="15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2" name="Group 5"/>
          <p:cNvGrpSpPr>
            <a:grpSpLocks/>
          </p:cNvGrpSpPr>
          <p:nvPr/>
        </p:nvGrpSpPr>
        <p:grpSpPr bwMode="auto">
          <a:xfrm>
            <a:off x="6208713" y="4262438"/>
            <a:ext cx="1219200" cy="1193800"/>
            <a:chOff x="3695" y="2376"/>
            <a:chExt cx="768" cy="752"/>
          </a:xfrm>
        </p:grpSpPr>
        <p:sp>
          <p:nvSpPr>
            <p:cNvPr id="19559" name="Oval 6"/>
            <p:cNvSpPr>
              <a:spLocks noChangeArrowheads="1"/>
            </p:cNvSpPr>
            <p:nvPr/>
          </p:nvSpPr>
          <p:spPr bwMode="auto">
            <a:xfrm rot="926136">
              <a:off x="3696" y="2376"/>
              <a:ext cx="752" cy="752"/>
            </a:xfrm>
            <a:prstGeom prst="ellipse">
              <a:avLst/>
            </a:prstGeom>
            <a:solidFill>
              <a:schemeClr val="bg1"/>
            </a:solidFill>
            <a:ln w="9525">
              <a:solidFill>
                <a:srgbClr val="0000FF"/>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9560" name="Line 7"/>
            <p:cNvSpPr>
              <a:spLocks noChangeShapeType="1"/>
            </p:cNvSpPr>
            <p:nvPr/>
          </p:nvSpPr>
          <p:spPr bwMode="auto">
            <a:xfrm rot="-893284">
              <a:off x="3695" y="2754"/>
              <a:ext cx="768" cy="1"/>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61" name="Line 8"/>
            <p:cNvSpPr>
              <a:spLocks noChangeShapeType="1"/>
            </p:cNvSpPr>
            <p:nvPr/>
          </p:nvSpPr>
          <p:spPr bwMode="auto">
            <a:xfrm rot="4698300" flipV="1">
              <a:off x="3816" y="2491"/>
              <a:ext cx="528" cy="52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62" name="Line 9"/>
            <p:cNvSpPr>
              <a:spLocks noChangeShapeType="1"/>
            </p:cNvSpPr>
            <p:nvPr/>
          </p:nvSpPr>
          <p:spPr bwMode="auto">
            <a:xfrm rot="9951869" flipV="1">
              <a:off x="3813" y="2498"/>
              <a:ext cx="528" cy="52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63" name="Line 10"/>
            <p:cNvSpPr>
              <a:spLocks noChangeShapeType="1"/>
            </p:cNvSpPr>
            <p:nvPr/>
          </p:nvSpPr>
          <p:spPr bwMode="auto">
            <a:xfrm rot="912578">
              <a:off x="3917" y="2428"/>
              <a:ext cx="336" cy="67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3323" name="Line 11"/>
          <p:cNvSpPr>
            <a:spLocks noChangeShapeType="1"/>
          </p:cNvSpPr>
          <p:nvPr/>
        </p:nvSpPr>
        <p:spPr bwMode="auto">
          <a:xfrm rot="2976664">
            <a:off x="4267200" y="2755900"/>
            <a:ext cx="1371600" cy="26670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4" name="Line 12"/>
          <p:cNvSpPr>
            <a:spLocks noChangeShapeType="1"/>
          </p:cNvSpPr>
          <p:nvPr/>
        </p:nvSpPr>
        <p:spPr bwMode="auto">
          <a:xfrm rot="1501493">
            <a:off x="3632200" y="2667000"/>
            <a:ext cx="1371600" cy="26670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5" name="Line 13"/>
          <p:cNvSpPr>
            <a:spLocks noChangeShapeType="1"/>
          </p:cNvSpPr>
          <p:nvPr/>
        </p:nvSpPr>
        <p:spPr bwMode="auto">
          <a:xfrm rot="4295133">
            <a:off x="4897438" y="3144838"/>
            <a:ext cx="1193800" cy="27051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6" name="Arc 14"/>
          <p:cNvSpPr>
            <a:spLocks/>
          </p:cNvSpPr>
          <p:nvPr/>
        </p:nvSpPr>
        <p:spPr bwMode="auto">
          <a:xfrm>
            <a:off x="2717800" y="2892425"/>
            <a:ext cx="4267200" cy="2551113"/>
          </a:xfrm>
          <a:custGeom>
            <a:avLst/>
            <a:gdLst>
              <a:gd name="T0" fmla="*/ 0 w 36922"/>
              <a:gd name="T1" fmla="*/ 2147483647 h 22077"/>
              <a:gd name="T2" fmla="*/ 2147483647 w 36922"/>
              <a:gd name="T3" fmla="*/ 2147483647 h 22077"/>
              <a:gd name="T4" fmla="*/ 2147483647 w 36922"/>
              <a:gd name="T5" fmla="*/ 2147483647 h 22077"/>
              <a:gd name="T6" fmla="*/ 0 60000 65536"/>
              <a:gd name="T7" fmla="*/ 0 60000 65536"/>
              <a:gd name="T8" fmla="*/ 0 60000 65536"/>
              <a:gd name="T9" fmla="*/ 0 w 36922"/>
              <a:gd name="T10" fmla="*/ 0 h 22077"/>
              <a:gd name="T11" fmla="*/ 36922 w 36922"/>
              <a:gd name="T12" fmla="*/ 22077 h 22077"/>
            </a:gdLst>
            <a:ahLst/>
            <a:cxnLst>
              <a:cxn ang="T6">
                <a:pos x="T0" y="T1"/>
              </a:cxn>
              <a:cxn ang="T7">
                <a:pos x="T2" y="T3"/>
              </a:cxn>
              <a:cxn ang="T8">
                <a:pos x="T4" y="T5"/>
              </a:cxn>
            </a:cxnLst>
            <a:rect l="T9" t="T10" r="T11" b="T12"/>
            <a:pathLst>
              <a:path w="36922" h="22077" fill="none" extrusionOk="0">
                <a:moveTo>
                  <a:pt x="-1" y="6375"/>
                </a:moveTo>
                <a:cubicBezTo>
                  <a:pt x="4054" y="2294"/>
                  <a:pt x="9569" y="-1"/>
                  <a:pt x="15322" y="0"/>
                </a:cubicBezTo>
                <a:cubicBezTo>
                  <a:pt x="27251" y="0"/>
                  <a:pt x="36922" y="9670"/>
                  <a:pt x="36922" y="21600"/>
                </a:cubicBezTo>
                <a:cubicBezTo>
                  <a:pt x="36922" y="21759"/>
                  <a:pt x="36920" y="21918"/>
                  <a:pt x="36916" y="22076"/>
                </a:cubicBezTo>
              </a:path>
              <a:path w="36922" h="22077" stroke="0" extrusionOk="0">
                <a:moveTo>
                  <a:pt x="-1" y="6375"/>
                </a:moveTo>
                <a:cubicBezTo>
                  <a:pt x="4054" y="2294"/>
                  <a:pt x="9569" y="-1"/>
                  <a:pt x="15322" y="0"/>
                </a:cubicBezTo>
                <a:cubicBezTo>
                  <a:pt x="27251" y="0"/>
                  <a:pt x="36922" y="9670"/>
                  <a:pt x="36922" y="21600"/>
                </a:cubicBezTo>
                <a:cubicBezTo>
                  <a:pt x="36922" y="21759"/>
                  <a:pt x="36920" y="21918"/>
                  <a:pt x="36916" y="22076"/>
                </a:cubicBezTo>
                <a:lnTo>
                  <a:pt x="15322" y="21600"/>
                </a:lnTo>
                <a:lnTo>
                  <a:pt x="-1" y="6375"/>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27" name="Arc 15"/>
          <p:cNvSpPr>
            <a:spLocks/>
          </p:cNvSpPr>
          <p:nvPr/>
        </p:nvSpPr>
        <p:spPr bwMode="auto">
          <a:xfrm>
            <a:off x="3087688" y="3390900"/>
            <a:ext cx="3427412" cy="2144713"/>
          </a:xfrm>
          <a:custGeom>
            <a:avLst/>
            <a:gdLst>
              <a:gd name="T0" fmla="*/ 0 w 35454"/>
              <a:gd name="T1" fmla="*/ 2147483647 h 21600"/>
              <a:gd name="T2" fmla="*/ 2147483647 w 35454"/>
              <a:gd name="T3" fmla="*/ 2147483647 h 21600"/>
              <a:gd name="T4" fmla="*/ 2147483647 w 35454"/>
              <a:gd name="T5" fmla="*/ 2147483647 h 21600"/>
              <a:gd name="T6" fmla="*/ 0 60000 65536"/>
              <a:gd name="T7" fmla="*/ 0 60000 65536"/>
              <a:gd name="T8" fmla="*/ 0 60000 65536"/>
              <a:gd name="T9" fmla="*/ 0 w 35454"/>
              <a:gd name="T10" fmla="*/ 0 h 21600"/>
              <a:gd name="T11" fmla="*/ 35454 w 35454"/>
              <a:gd name="T12" fmla="*/ 21600 h 21600"/>
            </a:gdLst>
            <a:ahLst/>
            <a:cxnLst>
              <a:cxn ang="T6">
                <a:pos x="T0" y="T1"/>
              </a:cxn>
              <a:cxn ang="T7">
                <a:pos x="T2" y="T3"/>
              </a:cxn>
              <a:cxn ang="T8">
                <a:pos x="T4" y="T5"/>
              </a:cxn>
            </a:cxnLst>
            <a:rect l="T9" t="T10" r="T11" b="T12"/>
            <a:pathLst>
              <a:path w="35454" h="21600" fill="none" extrusionOk="0">
                <a:moveTo>
                  <a:pt x="0" y="5033"/>
                </a:moveTo>
                <a:cubicBezTo>
                  <a:pt x="3886" y="1781"/>
                  <a:pt x="8792" y="-1"/>
                  <a:pt x="13860" y="0"/>
                </a:cubicBezTo>
                <a:cubicBezTo>
                  <a:pt x="25591" y="0"/>
                  <a:pt x="35178" y="9363"/>
                  <a:pt x="35454" y="21091"/>
                </a:cubicBezTo>
              </a:path>
              <a:path w="35454" h="21600" stroke="0" extrusionOk="0">
                <a:moveTo>
                  <a:pt x="0" y="5033"/>
                </a:moveTo>
                <a:cubicBezTo>
                  <a:pt x="3886" y="1781"/>
                  <a:pt x="8792" y="-1"/>
                  <a:pt x="13860" y="0"/>
                </a:cubicBezTo>
                <a:cubicBezTo>
                  <a:pt x="25591" y="0"/>
                  <a:pt x="35178" y="9363"/>
                  <a:pt x="35454" y="21091"/>
                </a:cubicBezTo>
                <a:lnTo>
                  <a:pt x="13860" y="21600"/>
                </a:lnTo>
                <a:lnTo>
                  <a:pt x="0" y="503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28" name="Arc 16"/>
          <p:cNvSpPr>
            <a:spLocks/>
          </p:cNvSpPr>
          <p:nvPr/>
        </p:nvSpPr>
        <p:spPr bwMode="auto">
          <a:xfrm>
            <a:off x="3238500" y="3005138"/>
            <a:ext cx="3559175" cy="2400300"/>
          </a:xfrm>
          <a:custGeom>
            <a:avLst/>
            <a:gdLst>
              <a:gd name="T0" fmla="*/ 0 w 32007"/>
              <a:gd name="T1" fmla="*/ 2147483647 h 21600"/>
              <a:gd name="T2" fmla="*/ 2147483647 w 32007"/>
              <a:gd name="T3" fmla="*/ 2147483647 h 21600"/>
              <a:gd name="T4" fmla="*/ 2147483647 w 32007"/>
              <a:gd name="T5" fmla="*/ 2147483647 h 21600"/>
              <a:gd name="T6" fmla="*/ 0 60000 65536"/>
              <a:gd name="T7" fmla="*/ 0 60000 65536"/>
              <a:gd name="T8" fmla="*/ 0 60000 65536"/>
              <a:gd name="T9" fmla="*/ 0 w 32007"/>
              <a:gd name="T10" fmla="*/ 0 h 21600"/>
              <a:gd name="T11" fmla="*/ 32007 w 32007"/>
              <a:gd name="T12" fmla="*/ 21600 h 21600"/>
            </a:gdLst>
            <a:ahLst/>
            <a:cxnLst>
              <a:cxn ang="T6">
                <a:pos x="T0" y="T1"/>
              </a:cxn>
              <a:cxn ang="T7">
                <a:pos x="T2" y="T3"/>
              </a:cxn>
              <a:cxn ang="T8">
                <a:pos x="T4" y="T5"/>
              </a:cxn>
            </a:cxnLst>
            <a:rect l="T9" t="T10" r="T11" b="T12"/>
            <a:pathLst>
              <a:path w="32007" h="21600" fill="none" extrusionOk="0">
                <a:moveTo>
                  <a:pt x="-1" y="3007"/>
                </a:moveTo>
                <a:cubicBezTo>
                  <a:pt x="3329" y="1038"/>
                  <a:pt x="7126" y="-1"/>
                  <a:pt x="10995" y="0"/>
                </a:cubicBezTo>
                <a:cubicBezTo>
                  <a:pt x="20996" y="0"/>
                  <a:pt x="29690" y="6866"/>
                  <a:pt x="32007" y="16595"/>
                </a:cubicBezTo>
              </a:path>
              <a:path w="32007" h="21600" stroke="0" extrusionOk="0">
                <a:moveTo>
                  <a:pt x="-1" y="3007"/>
                </a:moveTo>
                <a:cubicBezTo>
                  <a:pt x="3329" y="1038"/>
                  <a:pt x="7126" y="-1"/>
                  <a:pt x="10995" y="0"/>
                </a:cubicBezTo>
                <a:cubicBezTo>
                  <a:pt x="20996" y="0"/>
                  <a:pt x="29690" y="6866"/>
                  <a:pt x="32007" y="16595"/>
                </a:cubicBezTo>
                <a:lnTo>
                  <a:pt x="10995" y="21600"/>
                </a:lnTo>
                <a:lnTo>
                  <a:pt x="-1" y="3007"/>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29" name="Arc 17"/>
          <p:cNvSpPr>
            <a:spLocks/>
          </p:cNvSpPr>
          <p:nvPr/>
        </p:nvSpPr>
        <p:spPr bwMode="auto">
          <a:xfrm>
            <a:off x="3086100" y="3614738"/>
            <a:ext cx="3236913" cy="1955800"/>
          </a:xfrm>
          <a:custGeom>
            <a:avLst/>
            <a:gdLst>
              <a:gd name="T0" fmla="*/ 0 w 36736"/>
              <a:gd name="T1" fmla="*/ 2147483647 h 21600"/>
              <a:gd name="T2" fmla="*/ 2147483647 w 36736"/>
              <a:gd name="T3" fmla="*/ 2147483647 h 21600"/>
              <a:gd name="T4" fmla="*/ 2147483647 w 36736"/>
              <a:gd name="T5" fmla="*/ 2147483647 h 21600"/>
              <a:gd name="T6" fmla="*/ 0 60000 65536"/>
              <a:gd name="T7" fmla="*/ 0 60000 65536"/>
              <a:gd name="T8" fmla="*/ 0 60000 65536"/>
              <a:gd name="T9" fmla="*/ 0 w 36736"/>
              <a:gd name="T10" fmla="*/ 0 h 21600"/>
              <a:gd name="T11" fmla="*/ 36736 w 36736"/>
              <a:gd name="T12" fmla="*/ 21600 h 21600"/>
            </a:gdLst>
            <a:ahLst/>
            <a:cxnLst>
              <a:cxn ang="T6">
                <a:pos x="T0" y="T1"/>
              </a:cxn>
              <a:cxn ang="T7">
                <a:pos x="T2" y="T3"/>
              </a:cxn>
              <a:cxn ang="T8">
                <a:pos x="T4" y="T5"/>
              </a:cxn>
            </a:cxnLst>
            <a:rect l="T9" t="T10" r="T11" b="T12"/>
            <a:pathLst>
              <a:path w="36736" h="21600" fill="none" extrusionOk="0">
                <a:moveTo>
                  <a:pt x="-1" y="6334"/>
                </a:moveTo>
                <a:cubicBezTo>
                  <a:pt x="4051" y="2279"/>
                  <a:pt x="9549" y="-1"/>
                  <a:pt x="15282" y="0"/>
                </a:cubicBezTo>
                <a:cubicBezTo>
                  <a:pt x="26241" y="0"/>
                  <a:pt x="35464" y="8208"/>
                  <a:pt x="36736" y="19093"/>
                </a:cubicBezTo>
              </a:path>
              <a:path w="36736" h="21600" stroke="0" extrusionOk="0">
                <a:moveTo>
                  <a:pt x="-1" y="6334"/>
                </a:moveTo>
                <a:cubicBezTo>
                  <a:pt x="4051" y="2279"/>
                  <a:pt x="9549" y="-1"/>
                  <a:pt x="15282" y="0"/>
                </a:cubicBezTo>
                <a:cubicBezTo>
                  <a:pt x="26241" y="0"/>
                  <a:pt x="35464" y="8208"/>
                  <a:pt x="36736" y="19093"/>
                </a:cubicBezTo>
                <a:lnTo>
                  <a:pt x="15282" y="21600"/>
                </a:lnTo>
                <a:lnTo>
                  <a:pt x="-1" y="6334"/>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30" name="Arc 18"/>
          <p:cNvSpPr>
            <a:spLocks/>
          </p:cNvSpPr>
          <p:nvPr/>
        </p:nvSpPr>
        <p:spPr bwMode="auto">
          <a:xfrm>
            <a:off x="2933700" y="2395538"/>
            <a:ext cx="4456113" cy="2925762"/>
          </a:xfrm>
          <a:custGeom>
            <a:avLst/>
            <a:gdLst>
              <a:gd name="T0" fmla="*/ 0 w 31857"/>
              <a:gd name="T1" fmla="*/ 2147483647 h 21600"/>
              <a:gd name="T2" fmla="*/ 2147483647 w 31857"/>
              <a:gd name="T3" fmla="*/ 2147483647 h 21600"/>
              <a:gd name="T4" fmla="*/ 2147483647 w 31857"/>
              <a:gd name="T5" fmla="*/ 2147483647 h 21600"/>
              <a:gd name="T6" fmla="*/ 0 60000 65536"/>
              <a:gd name="T7" fmla="*/ 0 60000 65536"/>
              <a:gd name="T8" fmla="*/ 0 60000 65536"/>
              <a:gd name="T9" fmla="*/ 0 w 31857"/>
              <a:gd name="T10" fmla="*/ 0 h 21600"/>
              <a:gd name="T11" fmla="*/ 31857 w 31857"/>
              <a:gd name="T12" fmla="*/ 21600 h 21600"/>
            </a:gdLst>
            <a:ahLst/>
            <a:cxnLst>
              <a:cxn ang="T6">
                <a:pos x="T0" y="T1"/>
              </a:cxn>
              <a:cxn ang="T7">
                <a:pos x="T2" y="T3"/>
              </a:cxn>
              <a:cxn ang="T8">
                <a:pos x="T4" y="T5"/>
              </a:cxn>
            </a:cxnLst>
            <a:rect l="T9" t="T10" r="T11" b="T12"/>
            <a:pathLst>
              <a:path w="31857" h="21600" fill="none" extrusionOk="0">
                <a:moveTo>
                  <a:pt x="-1" y="2823"/>
                </a:moveTo>
                <a:cubicBezTo>
                  <a:pt x="3254" y="973"/>
                  <a:pt x="6934" y="-1"/>
                  <a:pt x="10678" y="0"/>
                </a:cubicBezTo>
                <a:cubicBezTo>
                  <a:pt x="20970" y="0"/>
                  <a:pt x="29833" y="7262"/>
                  <a:pt x="31856" y="17354"/>
                </a:cubicBezTo>
              </a:path>
              <a:path w="31857" h="21600" stroke="0" extrusionOk="0">
                <a:moveTo>
                  <a:pt x="-1" y="2823"/>
                </a:moveTo>
                <a:cubicBezTo>
                  <a:pt x="3254" y="973"/>
                  <a:pt x="6934" y="-1"/>
                  <a:pt x="10678" y="0"/>
                </a:cubicBezTo>
                <a:cubicBezTo>
                  <a:pt x="20970" y="0"/>
                  <a:pt x="29833" y="7262"/>
                  <a:pt x="31856" y="17354"/>
                </a:cubicBezTo>
                <a:lnTo>
                  <a:pt x="10678" y="21600"/>
                </a:lnTo>
                <a:lnTo>
                  <a:pt x="-1" y="282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31" name="Line 19"/>
          <p:cNvSpPr>
            <a:spLocks noChangeShapeType="1"/>
          </p:cNvSpPr>
          <p:nvPr/>
        </p:nvSpPr>
        <p:spPr bwMode="auto">
          <a:xfrm>
            <a:off x="3543300" y="2547938"/>
            <a:ext cx="838200" cy="292417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2" name="Line 20"/>
          <p:cNvSpPr>
            <a:spLocks noChangeShapeType="1"/>
          </p:cNvSpPr>
          <p:nvPr/>
        </p:nvSpPr>
        <p:spPr bwMode="auto">
          <a:xfrm flipH="1">
            <a:off x="4381500" y="2471738"/>
            <a:ext cx="533400" cy="2971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3" name="Line 21"/>
          <p:cNvSpPr>
            <a:spLocks noChangeShapeType="1"/>
          </p:cNvSpPr>
          <p:nvPr/>
        </p:nvSpPr>
        <p:spPr bwMode="auto">
          <a:xfrm flipH="1">
            <a:off x="4381500" y="2928938"/>
            <a:ext cx="1828800" cy="25146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4" name="Line 22"/>
          <p:cNvSpPr>
            <a:spLocks noChangeShapeType="1"/>
          </p:cNvSpPr>
          <p:nvPr/>
        </p:nvSpPr>
        <p:spPr bwMode="auto">
          <a:xfrm flipH="1">
            <a:off x="4381500" y="3995738"/>
            <a:ext cx="2743200" cy="15240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5" name="Line 23"/>
          <p:cNvSpPr>
            <a:spLocks noChangeShapeType="1"/>
          </p:cNvSpPr>
          <p:nvPr/>
        </p:nvSpPr>
        <p:spPr bwMode="auto">
          <a:xfrm>
            <a:off x="3702050" y="3081338"/>
            <a:ext cx="44450" cy="139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6" name="Line 24"/>
          <p:cNvSpPr>
            <a:spLocks noChangeShapeType="1"/>
          </p:cNvSpPr>
          <p:nvPr/>
        </p:nvSpPr>
        <p:spPr bwMode="auto">
          <a:xfrm>
            <a:off x="4286250" y="2954338"/>
            <a:ext cx="0"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7" name="Line 25"/>
          <p:cNvSpPr>
            <a:spLocks noChangeShapeType="1"/>
          </p:cNvSpPr>
          <p:nvPr/>
        </p:nvSpPr>
        <p:spPr bwMode="auto">
          <a:xfrm rot="1093044">
            <a:off x="5334000" y="3100388"/>
            <a:ext cx="1588"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8" name="Line 26"/>
          <p:cNvSpPr>
            <a:spLocks noChangeShapeType="1"/>
          </p:cNvSpPr>
          <p:nvPr/>
        </p:nvSpPr>
        <p:spPr bwMode="auto">
          <a:xfrm rot="3027067">
            <a:off x="6253956" y="3736182"/>
            <a:ext cx="1587"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39" name="Line 27"/>
          <p:cNvSpPr>
            <a:spLocks noChangeShapeType="1"/>
          </p:cNvSpPr>
          <p:nvPr/>
        </p:nvSpPr>
        <p:spPr bwMode="auto">
          <a:xfrm rot="522984">
            <a:off x="4805363" y="2960688"/>
            <a:ext cx="1587"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40" name="Line 28"/>
          <p:cNvSpPr>
            <a:spLocks noChangeShapeType="1"/>
          </p:cNvSpPr>
          <p:nvPr/>
        </p:nvSpPr>
        <p:spPr bwMode="auto">
          <a:xfrm rot="2240961">
            <a:off x="5835650" y="3367088"/>
            <a:ext cx="1588"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41" name="Line 29"/>
          <p:cNvSpPr>
            <a:spLocks noChangeShapeType="1"/>
          </p:cNvSpPr>
          <p:nvPr/>
        </p:nvSpPr>
        <p:spPr bwMode="auto">
          <a:xfrm rot="3496337">
            <a:off x="6588919" y="4225132"/>
            <a:ext cx="1587"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42" name="Line 30"/>
          <p:cNvSpPr>
            <a:spLocks noChangeShapeType="1"/>
          </p:cNvSpPr>
          <p:nvPr/>
        </p:nvSpPr>
        <p:spPr bwMode="auto">
          <a:xfrm rot="4647078">
            <a:off x="6812756" y="4802982"/>
            <a:ext cx="1587" cy="152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43" name="Arc 31"/>
          <p:cNvSpPr>
            <a:spLocks/>
          </p:cNvSpPr>
          <p:nvPr/>
        </p:nvSpPr>
        <p:spPr bwMode="auto">
          <a:xfrm>
            <a:off x="2671763" y="2547938"/>
            <a:ext cx="4637087" cy="2828925"/>
          </a:xfrm>
          <a:custGeom>
            <a:avLst/>
            <a:gdLst>
              <a:gd name="T0" fmla="*/ 0 w 35411"/>
              <a:gd name="T1" fmla="*/ 2147483647 h 21600"/>
              <a:gd name="T2" fmla="*/ 2147483647 w 35411"/>
              <a:gd name="T3" fmla="*/ 2147483647 h 21600"/>
              <a:gd name="T4" fmla="*/ 2147483647 w 35411"/>
              <a:gd name="T5" fmla="*/ 2147483647 h 21600"/>
              <a:gd name="T6" fmla="*/ 0 60000 65536"/>
              <a:gd name="T7" fmla="*/ 0 60000 65536"/>
              <a:gd name="T8" fmla="*/ 0 60000 65536"/>
              <a:gd name="T9" fmla="*/ 0 w 35411"/>
              <a:gd name="T10" fmla="*/ 0 h 21600"/>
              <a:gd name="T11" fmla="*/ 35411 w 35411"/>
              <a:gd name="T12" fmla="*/ 21600 h 21600"/>
            </a:gdLst>
            <a:ahLst/>
            <a:cxnLst>
              <a:cxn ang="T6">
                <a:pos x="T0" y="T1"/>
              </a:cxn>
              <a:cxn ang="T7">
                <a:pos x="T2" y="T3"/>
              </a:cxn>
              <a:cxn ang="T8">
                <a:pos x="T4" y="T5"/>
              </a:cxn>
            </a:cxnLst>
            <a:rect l="T9" t="T10" r="T11" b="T12"/>
            <a:pathLst>
              <a:path w="35411" h="21600" fill="none" extrusionOk="0">
                <a:moveTo>
                  <a:pt x="0" y="5033"/>
                </a:moveTo>
                <a:cubicBezTo>
                  <a:pt x="3886" y="1781"/>
                  <a:pt x="8792" y="-1"/>
                  <a:pt x="13860" y="0"/>
                </a:cubicBezTo>
                <a:cubicBezTo>
                  <a:pt x="25225" y="0"/>
                  <a:pt x="34647" y="8807"/>
                  <a:pt x="35411" y="20147"/>
                </a:cubicBezTo>
              </a:path>
              <a:path w="35411" h="21600" stroke="0" extrusionOk="0">
                <a:moveTo>
                  <a:pt x="0" y="5033"/>
                </a:moveTo>
                <a:cubicBezTo>
                  <a:pt x="3886" y="1781"/>
                  <a:pt x="8792" y="-1"/>
                  <a:pt x="13860" y="0"/>
                </a:cubicBezTo>
                <a:cubicBezTo>
                  <a:pt x="25225" y="0"/>
                  <a:pt x="34647" y="8807"/>
                  <a:pt x="35411" y="20147"/>
                </a:cubicBezTo>
                <a:lnTo>
                  <a:pt x="13860" y="21600"/>
                </a:lnTo>
                <a:lnTo>
                  <a:pt x="0" y="5033"/>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3" name="Group 32"/>
          <p:cNvGrpSpPr>
            <a:grpSpLocks/>
          </p:cNvGrpSpPr>
          <p:nvPr/>
        </p:nvGrpSpPr>
        <p:grpSpPr bwMode="auto">
          <a:xfrm>
            <a:off x="2654300" y="2921000"/>
            <a:ext cx="1219200" cy="850900"/>
            <a:chOff x="1456" y="1531"/>
            <a:chExt cx="768" cy="536"/>
          </a:xfrm>
        </p:grpSpPr>
        <p:sp>
          <p:nvSpPr>
            <p:cNvPr id="19555" name="Line 33"/>
            <p:cNvSpPr>
              <a:spLocks noChangeShapeType="1"/>
            </p:cNvSpPr>
            <p:nvPr/>
          </p:nvSpPr>
          <p:spPr bwMode="auto">
            <a:xfrm rot="-1805863">
              <a:off x="1456" y="1795"/>
              <a:ext cx="768" cy="1"/>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56" name="Line 34"/>
            <p:cNvSpPr>
              <a:spLocks noChangeShapeType="1"/>
            </p:cNvSpPr>
            <p:nvPr/>
          </p:nvSpPr>
          <p:spPr bwMode="auto">
            <a:xfrm rot="3785720" flipV="1">
              <a:off x="1558" y="1531"/>
              <a:ext cx="528" cy="52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57" name="Line 35"/>
            <p:cNvSpPr>
              <a:spLocks noChangeShapeType="1"/>
            </p:cNvSpPr>
            <p:nvPr/>
          </p:nvSpPr>
          <p:spPr bwMode="auto">
            <a:xfrm rot="9039292" flipV="1">
              <a:off x="1576" y="1539"/>
              <a:ext cx="528" cy="52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58" name="Text Box 36"/>
            <p:cNvSpPr txBox="1">
              <a:spLocks noChangeArrowheads="1"/>
            </p:cNvSpPr>
            <p:nvPr/>
          </p:nvSpPr>
          <p:spPr bwMode="auto">
            <a:xfrm rot="-1590294">
              <a:off x="1704" y="1636"/>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endParaRPr lang="en-US" altLang="en-US" sz="1400" b="1" baseline="-25000">
                <a:solidFill>
                  <a:srgbClr val="FF0066"/>
                </a:solidFill>
                <a:latin typeface="Times New Roman" panose="02020603050405020304" pitchFamily="18" charset="0"/>
              </a:endParaRPr>
            </a:p>
          </p:txBody>
        </p:sp>
      </p:grpSp>
      <p:grpSp>
        <p:nvGrpSpPr>
          <p:cNvPr id="4" name="Group 37"/>
          <p:cNvGrpSpPr>
            <a:grpSpLocks/>
          </p:cNvGrpSpPr>
          <p:nvPr/>
        </p:nvGrpSpPr>
        <p:grpSpPr bwMode="auto">
          <a:xfrm>
            <a:off x="3619500" y="2700338"/>
            <a:ext cx="3562350" cy="2305050"/>
            <a:chOff x="2064" y="1392"/>
            <a:chExt cx="2244" cy="1452"/>
          </a:xfrm>
        </p:grpSpPr>
        <p:sp>
          <p:nvSpPr>
            <p:cNvPr id="19547" name="Text Box 38"/>
            <p:cNvSpPr txBox="1">
              <a:spLocks noChangeArrowheads="1"/>
            </p:cNvSpPr>
            <p:nvPr/>
          </p:nvSpPr>
          <p:spPr bwMode="auto">
            <a:xfrm rot="-871177">
              <a:off x="2064" y="1440"/>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1</a:t>
              </a:r>
            </a:p>
          </p:txBody>
        </p:sp>
        <p:sp>
          <p:nvSpPr>
            <p:cNvPr id="19548" name="Text Box 39"/>
            <p:cNvSpPr txBox="1">
              <a:spLocks noChangeArrowheads="1"/>
            </p:cNvSpPr>
            <p:nvPr/>
          </p:nvSpPr>
          <p:spPr bwMode="auto">
            <a:xfrm>
              <a:off x="2352" y="139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2</a:t>
              </a:r>
            </a:p>
          </p:txBody>
        </p:sp>
        <p:sp>
          <p:nvSpPr>
            <p:cNvPr id="19549" name="Text Box 40"/>
            <p:cNvSpPr txBox="1">
              <a:spLocks noChangeArrowheads="1"/>
            </p:cNvSpPr>
            <p:nvPr/>
          </p:nvSpPr>
          <p:spPr bwMode="auto">
            <a:xfrm rot="437366">
              <a:off x="2736" y="139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3</a:t>
              </a:r>
            </a:p>
          </p:txBody>
        </p:sp>
        <p:sp>
          <p:nvSpPr>
            <p:cNvPr id="19550" name="Text Box 41"/>
            <p:cNvSpPr txBox="1">
              <a:spLocks noChangeArrowheads="1"/>
            </p:cNvSpPr>
            <p:nvPr/>
          </p:nvSpPr>
          <p:spPr bwMode="auto">
            <a:xfrm rot="1224460">
              <a:off x="3048" y="147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4</a:t>
              </a:r>
            </a:p>
          </p:txBody>
        </p:sp>
        <p:sp>
          <p:nvSpPr>
            <p:cNvPr id="19551" name="Text Box 42"/>
            <p:cNvSpPr txBox="1">
              <a:spLocks noChangeArrowheads="1"/>
            </p:cNvSpPr>
            <p:nvPr/>
          </p:nvSpPr>
          <p:spPr bwMode="auto">
            <a:xfrm rot="2164470">
              <a:off x="3428" y="167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5</a:t>
              </a:r>
            </a:p>
          </p:txBody>
        </p:sp>
        <p:sp>
          <p:nvSpPr>
            <p:cNvPr id="19552" name="Text Box 43"/>
            <p:cNvSpPr txBox="1">
              <a:spLocks noChangeArrowheads="1"/>
            </p:cNvSpPr>
            <p:nvPr/>
          </p:nvSpPr>
          <p:spPr bwMode="auto">
            <a:xfrm rot="2542015">
              <a:off x="4075" y="265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8</a:t>
              </a:r>
            </a:p>
          </p:txBody>
        </p:sp>
        <p:sp>
          <p:nvSpPr>
            <p:cNvPr id="19553" name="Text Box 44"/>
            <p:cNvSpPr txBox="1">
              <a:spLocks noChangeArrowheads="1"/>
            </p:cNvSpPr>
            <p:nvPr/>
          </p:nvSpPr>
          <p:spPr bwMode="auto">
            <a:xfrm rot="3069193">
              <a:off x="3696" y="187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6</a:t>
              </a:r>
            </a:p>
          </p:txBody>
        </p:sp>
        <p:sp>
          <p:nvSpPr>
            <p:cNvPr id="19554" name="Text Box 45"/>
            <p:cNvSpPr txBox="1">
              <a:spLocks noChangeArrowheads="1"/>
            </p:cNvSpPr>
            <p:nvPr/>
          </p:nvSpPr>
          <p:spPr bwMode="auto">
            <a:xfrm rot="3396647">
              <a:off x="3963" y="2229"/>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C</a:t>
              </a:r>
              <a:r>
                <a:rPr lang="en-US" altLang="en-US" sz="1400" b="1" baseline="-25000">
                  <a:solidFill>
                    <a:srgbClr val="FF0066"/>
                  </a:solidFill>
                  <a:latin typeface="Times New Roman" panose="02020603050405020304" pitchFamily="18" charset="0"/>
                </a:rPr>
                <a:t>7</a:t>
              </a:r>
            </a:p>
          </p:txBody>
        </p:sp>
      </p:grpSp>
      <p:sp>
        <p:nvSpPr>
          <p:cNvPr id="13358" name="Oval 46"/>
          <p:cNvSpPr>
            <a:spLocks noChangeArrowheads="1"/>
          </p:cNvSpPr>
          <p:nvPr/>
        </p:nvSpPr>
        <p:spPr bwMode="auto">
          <a:xfrm>
            <a:off x="3467100" y="38433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59" name="Oval 47"/>
          <p:cNvSpPr>
            <a:spLocks noChangeArrowheads="1"/>
          </p:cNvSpPr>
          <p:nvPr/>
        </p:nvSpPr>
        <p:spPr bwMode="auto">
          <a:xfrm>
            <a:off x="3467100" y="358298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0" name="Oval 48"/>
          <p:cNvSpPr>
            <a:spLocks noChangeArrowheads="1"/>
          </p:cNvSpPr>
          <p:nvPr/>
        </p:nvSpPr>
        <p:spPr bwMode="auto">
          <a:xfrm>
            <a:off x="3581400" y="30432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1" name="Oval 49"/>
          <p:cNvSpPr>
            <a:spLocks noChangeArrowheads="1"/>
          </p:cNvSpPr>
          <p:nvPr/>
        </p:nvSpPr>
        <p:spPr bwMode="auto">
          <a:xfrm>
            <a:off x="4305300" y="25479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2" name="Oval 50"/>
          <p:cNvSpPr>
            <a:spLocks noChangeArrowheads="1"/>
          </p:cNvSpPr>
          <p:nvPr/>
        </p:nvSpPr>
        <p:spPr bwMode="auto">
          <a:xfrm>
            <a:off x="5524500" y="25479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3" name="Oval 51"/>
          <p:cNvSpPr>
            <a:spLocks noChangeArrowheads="1"/>
          </p:cNvSpPr>
          <p:nvPr/>
        </p:nvSpPr>
        <p:spPr bwMode="auto">
          <a:xfrm>
            <a:off x="6438900" y="332898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4" name="Oval 52"/>
          <p:cNvSpPr>
            <a:spLocks noChangeArrowheads="1"/>
          </p:cNvSpPr>
          <p:nvPr/>
        </p:nvSpPr>
        <p:spPr bwMode="auto">
          <a:xfrm>
            <a:off x="6680200" y="4268788"/>
            <a:ext cx="76200" cy="76200"/>
          </a:xfrm>
          <a:prstGeom prst="ellipse">
            <a:avLst/>
          </a:prstGeom>
          <a:solidFill>
            <a:schemeClr val="accent1"/>
          </a:solidFill>
          <a:ln w="9525">
            <a:solidFill>
              <a:srgbClr val="0000FF"/>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5" name="Oval 53"/>
          <p:cNvSpPr>
            <a:spLocks noChangeArrowheads="1"/>
          </p:cNvSpPr>
          <p:nvPr/>
        </p:nvSpPr>
        <p:spPr bwMode="auto">
          <a:xfrm>
            <a:off x="6362700" y="48339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6" name="Oval 54"/>
          <p:cNvSpPr>
            <a:spLocks noChangeArrowheads="1"/>
          </p:cNvSpPr>
          <p:nvPr/>
        </p:nvSpPr>
        <p:spPr bwMode="auto">
          <a:xfrm>
            <a:off x="6210300" y="4986338"/>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3367" name="Line 55"/>
          <p:cNvSpPr>
            <a:spLocks noChangeShapeType="1"/>
          </p:cNvSpPr>
          <p:nvPr/>
        </p:nvSpPr>
        <p:spPr bwMode="auto">
          <a:xfrm flipH="1">
            <a:off x="3527425" y="3081338"/>
            <a:ext cx="200025" cy="5334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68" name="Line 56"/>
          <p:cNvSpPr>
            <a:spLocks noChangeShapeType="1"/>
          </p:cNvSpPr>
          <p:nvPr/>
        </p:nvSpPr>
        <p:spPr bwMode="auto">
          <a:xfrm flipH="1">
            <a:off x="3619500" y="3005138"/>
            <a:ext cx="685800" cy="762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69" name="Line 57"/>
          <p:cNvSpPr>
            <a:spLocks noChangeShapeType="1"/>
          </p:cNvSpPr>
          <p:nvPr/>
        </p:nvSpPr>
        <p:spPr bwMode="auto">
          <a:xfrm flipH="1" flipV="1">
            <a:off x="4305300" y="2547938"/>
            <a:ext cx="533400" cy="5334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70" name="Line 58"/>
          <p:cNvSpPr>
            <a:spLocks noChangeShapeType="1"/>
          </p:cNvSpPr>
          <p:nvPr/>
        </p:nvSpPr>
        <p:spPr bwMode="auto">
          <a:xfrm flipV="1">
            <a:off x="5905500" y="3386138"/>
            <a:ext cx="609600" cy="68262"/>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71" name="Line 59"/>
          <p:cNvSpPr>
            <a:spLocks noChangeShapeType="1"/>
          </p:cNvSpPr>
          <p:nvPr/>
        </p:nvSpPr>
        <p:spPr bwMode="auto">
          <a:xfrm>
            <a:off x="6286500" y="3767138"/>
            <a:ext cx="457200" cy="5334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72" name="Line 60"/>
          <p:cNvSpPr>
            <a:spLocks noChangeShapeType="1"/>
          </p:cNvSpPr>
          <p:nvPr/>
        </p:nvSpPr>
        <p:spPr bwMode="auto">
          <a:xfrm rot="235035" flipH="1">
            <a:off x="6410325" y="4224338"/>
            <a:ext cx="188913" cy="695325"/>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73" name="Line 61"/>
          <p:cNvSpPr>
            <a:spLocks noChangeShapeType="1"/>
          </p:cNvSpPr>
          <p:nvPr/>
        </p:nvSpPr>
        <p:spPr bwMode="auto">
          <a:xfrm flipH="1">
            <a:off x="5334000" y="2614613"/>
            <a:ext cx="228600" cy="533400"/>
          </a:xfrm>
          <a:prstGeom prst="line">
            <a:avLst/>
          </a:prstGeom>
          <a:noFill/>
          <a:ln w="9525">
            <a:solidFill>
              <a:srgbClr val="0000FF"/>
            </a:solidFill>
            <a:round/>
            <a:headEnd type="triangle" w="med" len="med"/>
            <a:tailEnd/>
          </a:ln>
          <a:extLst>
            <a:ext uri="{909E8E84-426E-40DD-AFC4-6F175D3DCCD1}">
              <a14:hiddenFill xmlns:a14="http://schemas.microsoft.com/office/drawing/2010/main">
                <a:noFill/>
              </a14:hiddenFill>
            </a:ext>
          </a:extLst>
        </p:spPr>
        <p:txBody>
          <a:bodyPr/>
          <a:lstStyle/>
          <a:p>
            <a:endParaRPr lang="en-IN"/>
          </a:p>
        </p:txBody>
      </p:sp>
      <p:sp>
        <p:nvSpPr>
          <p:cNvPr id="13374" name="Line 62"/>
          <p:cNvSpPr>
            <a:spLocks noChangeShapeType="1"/>
          </p:cNvSpPr>
          <p:nvPr/>
        </p:nvSpPr>
        <p:spPr bwMode="auto">
          <a:xfrm rot="21020046" flipH="1">
            <a:off x="6257925" y="4910138"/>
            <a:ext cx="533400" cy="762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75" name="Arc 63"/>
          <p:cNvSpPr>
            <a:spLocks/>
          </p:cNvSpPr>
          <p:nvPr/>
        </p:nvSpPr>
        <p:spPr bwMode="auto">
          <a:xfrm rot="-5811185">
            <a:off x="3608387" y="2684463"/>
            <a:ext cx="968375" cy="1295400"/>
          </a:xfrm>
          <a:custGeom>
            <a:avLst/>
            <a:gdLst>
              <a:gd name="T0" fmla="*/ 0 w 16708"/>
              <a:gd name="T1" fmla="*/ 336277624 h 21600"/>
              <a:gd name="T2" fmla="*/ 2147483647 w 16708"/>
              <a:gd name="T3" fmla="*/ 2147483647 h 21600"/>
              <a:gd name="T4" fmla="*/ 2147483647 w 16708"/>
              <a:gd name="T5" fmla="*/ 2147483647 h 21600"/>
              <a:gd name="T6" fmla="*/ 0 60000 65536"/>
              <a:gd name="T7" fmla="*/ 0 60000 65536"/>
              <a:gd name="T8" fmla="*/ 0 60000 65536"/>
              <a:gd name="T9" fmla="*/ 0 w 16708"/>
              <a:gd name="T10" fmla="*/ 0 h 21600"/>
              <a:gd name="T11" fmla="*/ 16708 w 16708"/>
              <a:gd name="T12" fmla="*/ 21600 h 21600"/>
            </a:gdLst>
            <a:ahLst/>
            <a:cxnLst>
              <a:cxn ang="T6">
                <a:pos x="T0" y="T1"/>
              </a:cxn>
              <a:cxn ang="T7">
                <a:pos x="T2" y="T3"/>
              </a:cxn>
              <a:cxn ang="T8">
                <a:pos x="T4" y="T5"/>
              </a:cxn>
            </a:cxnLst>
            <a:rect l="T9" t="T10" r="T11" b="T12"/>
            <a:pathLst>
              <a:path w="16708" h="21600" fill="none" extrusionOk="0">
                <a:moveTo>
                  <a:pt x="-1" y="25"/>
                </a:moveTo>
                <a:cubicBezTo>
                  <a:pt x="350" y="8"/>
                  <a:pt x="701" y="-1"/>
                  <a:pt x="1052" y="0"/>
                </a:cubicBezTo>
                <a:cubicBezTo>
                  <a:pt x="6970" y="0"/>
                  <a:pt x="12630" y="2428"/>
                  <a:pt x="16708" y="6718"/>
                </a:cubicBezTo>
              </a:path>
              <a:path w="16708" h="21600" stroke="0" extrusionOk="0">
                <a:moveTo>
                  <a:pt x="-1" y="25"/>
                </a:moveTo>
                <a:cubicBezTo>
                  <a:pt x="350" y="8"/>
                  <a:pt x="701" y="-1"/>
                  <a:pt x="1052" y="0"/>
                </a:cubicBezTo>
                <a:cubicBezTo>
                  <a:pt x="6970" y="0"/>
                  <a:pt x="12630" y="2428"/>
                  <a:pt x="16708" y="6718"/>
                </a:cubicBezTo>
                <a:lnTo>
                  <a:pt x="1052" y="21600"/>
                </a:lnTo>
                <a:lnTo>
                  <a:pt x="-1" y="25"/>
                </a:lnTo>
                <a:close/>
              </a:path>
            </a:pathLst>
          </a:custGeom>
          <a:noFill/>
          <a:ln w="2857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76" name="Arc 64"/>
          <p:cNvSpPr>
            <a:spLocks/>
          </p:cNvSpPr>
          <p:nvPr/>
        </p:nvSpPr>
        <p:spPr bwMode="auto">
          <a:xfrm rot="-1147431">
            <a:off x="3771900" y="2344738"/>
            <a:ext cx="2689225" cy="2114550"/>
          </a:xfrm>
          <a:custGeom>
            <a:avLst/>
            <a:gdLst>
              <a:gd name="T0" fmla="*/ 0 w 32892"/>
              <a:gd name="T1" fmla="*/ 2147483647 h 24035"/>
              <a:gd name="T2" fmla="*/ 2147483647 w 32892"/>
              <a:gd name="T3" fmla="*/ 2147483647 h 24035"/>
              <a:gd name="T4" fmla="*/ 2147483647 w 32892"/>
              <a:gd name="T5" fmla="*/ 2147483647 h 24035"/>
              <a:gd name="T6" fmla="*/ 0 60000 65536"/>
              <a:gd name="T7" fmla="*/ 0 60000 65536"/>
              <a:gd name="T8" fmla="*/ 0 60000 65536"/>
              <a:gd name="T9" fmla="*/ 0 w 32892"/>
              <a:gd name="T10" fmla="*/ 0 h 24035"/>
              <a:gd name="T11" fmla="*/ 32892 w 32892"/>
              <a:gd name="T12" fmla="*/ 24035 h 24035"/>
            </a:gdLst>
            <a:ahLst/>
            <a:cxnLst>
              <a:cxn ang="T6">
                <a:pos x="T0" y="T1"/>
              </a:cxn>
              <a:cxn ang="T7">
                <a:pos x="T2" y="T3"/>
              </a:cxn>
              <a:cxn ang="T8">
                <a:pos x="T4" y="T5"/>
              </a:cxn>
            </a:cxnLst>
            <a:rect l="T9" t="T10" r="T11" b="T12"/>
            <a:pathLst>
              <a:path w="32892" h="24035" fill="none" extrusionOk="0">
                <a:moveTo>
                  <a:pt x="0" y="3186"/>
                </a:moveTo>
                <a:cubicBezTo>
                  <a:pt x="3398" y="1102"/>
                  <a:pt x="7306" y="-1"/>
                  <a:pt x="11292" y="0"/>
                </a:cubicBezTo>
                <a:cubicBezTo>
                  <a:pt x="23221" y="0"/>
                  <a:pt x="32892" y="9670"/>
                  <a:pt x="32892" y="21600"/>
                </a:cubicBezTo>
                <a:cubicBezTo>
                  <a:pt x="32892" y="22413"/>
                  <a:pt x="32846" y="23226"/>
                  <a:pt x="32754" y="24035"/>
                </a:cubicBezTo>
              </a:path>
              <a:path w="32892" h="24035" stroke="0" extrusionOk="0">
                <a:moveTo>
                  <a:pt x="0" y="3186"/>
                </a:moveTo>
                <a:cubicBezTo>
                  <a:pt x="3398" y="1102"/>
                  <a:pt x="7306" y="-1"/>
                  <a:pt x="11292" y="0"/>
                </a:cubicBezTo>
                <a:cubicBezTo>
                  <a:pt x="23221" y="0"/>
                  <a:pt x="32892" y="9670"/>
                  <a:pt x="32892" y="21600"/>
                </a:cubicBezTo>
                <a:cubicBezTo>
                  <a:pt x="32892" y="22413"/>
                  <a:pt x="32846" y="23226"/>
                  <a:pt x="32754" y="24035"/>
                </a:cubicBezTo>
                <a:lnTo>
                  <a:pt x="11292" y="21600"/>
                </a:lnTo>
                <a:lnTo>
                  <a:pt x="0" y="3186"/>
                </a:lnTo>
                <a:close/>
              </a:path>
            </a:pathLst>
          </a:custGeom>
          <a:noFill/>
          <a:ln w="2857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77" name="Arc 65"/>
          <p:cNvSpPr>
            <a:spLocks/>
          </p:cNvSpPr>
          <p:nvPr/>
        </p:nvSpPr>
        <p:spPr bwMode="auto">
          <a:xfrm rot="18233221" flipV="1">
            <a:off x="5241926" y="3194050"/>
            <a:ext cx="1255712" cy="1798637"/>
          </a:xfrm>
          <a:custGeom>
            <a:avLst/>
            <a:gdLst>
              <a:gd name="T0" fmla="*/ 0 w 17699"/>
              <a:gd name="T1" fmla="*/ 2147483647 h 21600"/>
              <a:gd name="T2" fmla="*/ 2147483647 w 17699"/>
              <a:gd name="T3" fmla="*/ 2147483647 h 21600"/>
              <a:gd name="T4" fmla="*/ 2147483647 w 17699"/>
              <a:gd name="T5" fmla="*/ 2147483647 h 21600"/>
              <a:gd name="T6" fmla="*/ 0 60000 65536"/>
              <a:gd name="T7" fmla="*/ 0 60000 65536"/>
              <a:gd name="T8" fmla="*/ 0 60000 65536"/>
              <a:gd name="T9" fmla="*/ 0 w 17699"/>
              <a:gd name="T10" fmla="*/ 0 h 21600"/>
              <a:gd name="T11" fmla="*/ 17699 w 17699"/>
              <a:gd name="T12" fmla="*/ 21600 h 21600"/>
            </a:gdLst>
            <a:ahLst/>
            <a:cxnLst>
              <a:cxn ang="T6">
                <a:pos x="T0" y="T1"/>
              </a:cxn>
              <a:cxn ang="T7">
                <a:pos x="T2" y="T3"/>
              </a:cxn>
              <a:cxn ang="T8">
                <a:pos x="T4" y="T5"/>
              </a:cxn>
            </a:cxnLst>
            <a:rect l="T9" t="T10" r="T11" b="T12"/>
            <a:pathLst>
              <a:path w="17699" h="21600" fill="none" extrusionOk="0">
                <a:moveTo>
                  <a:pt x="-1" y="820"/>
                </a:moveTo>
                <a:cubicBezTo>
                  <a:pt x="1918" y="276"/>
                  <a:pt x="3903" y="-1"/>
                  <a:pt x="5898" y="0"/>
                </a:cubicBezTo>
                <a:cubicBezTo>
                  <a:pt x="10088" y="0"/>
                  <a:pt x="14189" y="1219"/>
                  <a:pt x="17699" y="3508"/>
                </a:cubicBezTo>
              </a:path>
              <a:path w="17699" h="21600" stroke="0" extrusionOk="0">
                <a:moveTo>
                  <a:pt x="-1" y="820"/>
                </a:moveTo>
                <a:cubicBezTo>
                  <a:pt x="1918" y="276"/>
                  <a:pt x="3903" y="-1"/>
                  <a:pt x="5898" y="0"/>
                </a:cubicBezTo>
                <a:cubicBezTo>
                  <a:pt x="10088" y="0"/>
                  <a:pt x="14189" y="1219"/>
                  <a:pt x="17699" y="3508"/>
                </a:cubicBezTo>
                <a:lnTo>
                  <a:pt x="5898" y="21600"/>
                </a:lnTo>
                <a:lnTo>
                  <a:pt x="-1" y="820"/>
                </a:lnTo>
                <a:close/>
              </a:path>
            </a:pathLst>
          </a:custGeom>
          <a:noFill/>
          <a:ln w="28575">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3378" name="Arc 66"/>
          <p:cNvSpPr>
            <a:spLocks/>
          </p:cNvSpPr>
          <p:nvPr/>
        </p:nvSpPr>
        <p:spPr bwMode="auto">
          <a:xfrm>
            <a:off x="4206875" y="5194300"/>
            <a:ext cx="379413" cy="274638"/>
          </a:xfrm>
          <a:custGeom>
            <a:avLst/>
            <a:gdLst>
              <a:gd name="T0" fmla="*/ 0 w 35881"/>
              <a:gd name="T1" fmla="*/ 67257505 h 25991"/>
              <a:gd name="T2" fmla="*/ 442957228 w 35881"/>
              <a:gd name="T3" fmla="*/ 324021317 h 25991"/>
              <a:gd name="T4" fmla="*/ 178545365 w 35881"/>
              <a:gd name="T5" fmla="*/ 269280366 h 25991"/>
              <a:gd name="T6" fmla="*/ 0 60000 65536"/>
              <a:gd name="T7" fmla="*/ 0 60000 65536"/>
              <a:gd name="T8" fmla="*/ 0 60000 65536"/>
              <a:gd name="T9" fmla="*/ 0 w 35881"/>
              <a:gd name="T10" fmla="*/ 0 h 25991"/>
              <a:gd name="T11" fmla="*/ 35881 w 35881"/>
              <a:gd name="T12" fmla="*/ 25991 h 25991"/>
            </a:gdLst>
            <a:ahLst/>
            <a:cxnLst>
              <a:cxn ang="T6">
                <a:pos x="T0" y="T1"/>
              </a:cxn>
              <a:cxn ang="T7">
                <a:pos x="T2" y="T3"/>
              </a:cxn>
              <a:cxn ang="T8">
                <a:pos x="T4" y="T5"/>
              </a:cxn>
            </a:cxnLst>
            <a:rect l="T9" t="T10" r="T11" b="T12"/>
            <a:pathLst>
              <a:path w="35881" h="25991" fill="none" extrusionOk="0">
                <a:moveTo>
                  <a:pt x="-1" y="5394"/>
                </a:moveTo>
                <a:cubicBezTo>
                  <a:pt x="3944" y="1918"/>
                  <a:pt x="9022" y="-1"/>
                  <a:pt x="14281" y="0"/>
                </a:cubicBezTo>
                <a:cubicBezTo>
                  <a:pt x="26210" y="0"/>
                  <a:pt x="35881" y="9670"/>
                  <a:pt x="35881" y="21600"/>
                </a:cubicBezTo>
                <a:cubicBezTo>
                  <a:pt x="35881" y="23075"/>
                  <a:pt x="35729" y="24546"/>
                  <a:pt x="35429" y="25990"/>
                </a:cubicBezTo>
              </a:path>
              <a:path w="35881" h="25991" stroke="0" extrusionOk="0">
                <a:moveTo>
                  <a:pt x="-1" y="5394"/>
                </a:moveTo>
                <a:cubicBezTo>
                  <a:pt x="3944" y="1918"/>
                  <a:pt x="9022" y="-1"/>
                  <a:pt x="14281" y="0"/>
                </a:cubicBezTo>
                <a:cubicBezTo>
                  <a:pt x="26210" y="0"/>
                  <a:pt x="35881" y="9670"/>
                  <a:pt x="35881" y="21600"/>
                </a:cubicBezTo>
                <a:cubicBezTo>
                  <a:pt x="35881" y="23075"/>
                  <a:pt x="35729" y="24546"/>
                  <a:pt x="35429" y="25990"/>
                </a:cubicBezTo>
                <a:lnTo>
                  <a:pt x="14281" y="21600"/>
                </a:lnTo>
                <a:lnTo>
                  <a:pt x="-1" y="5394"/>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19506" name="Text Box 67"/>
          <p:cNvSpPr txBox="1">
            <a:spLocks noChangeArrowheads="1"/>
          </p:cNvSpPr>
          <p:nvPr/>
        </p:nvSpPr>
        <p:spPr bwMode="auto">
          <a:xfrm>
            <a:off x="6329363" y="311150"/>
            <a:ext cx="2609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a:r>
              <a:rPr lang="en-US" altLang="en-US" sz="2800">
                <a:solidFill>
                  <a:srgbClr val="FF0066"/>
                </a:solidFill>
                <a:latin typeface="Arial Black" panose="020B0A04020102020204" pitchFamily="34" charset="0"/>
              </a:rPr>
              <a:t>EPICYCLOID</a:t>
            </a:r>
            <a:endParaRPr lang="en-US" altLang="en-US" sz="2800" u="sng">
              <a:solidFill>
                <a:srgbClr val="FF0066"/>
              </a:solidFill>
              <a:latin typeface="Arial Black" panose="020B0A04020102020204" pitchFamily="34" charset="0"/>
            </a:endParaRPr>
          </a:p>
        </p:txBody>
      </p:sp>
      <p:sp>
        <p:nvSpPr>
          <p:cNvPr id="13380" name="Text Box 68"/>
          <p:cNvSpPr txBox="1">
            <a:spLocks noChangeArrowheads="1"/>
          </p:cNvSpPr>
          <p:nvPr/>
        </p:nvSpPr>
        <p:spPr bwMode="auto">
          <a:xfrm>
            <a:off x="3327400" y="3881438"/>
            <a:ext cx="29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solidFill>
                  <a:srgbClr val="FF0066"/>
                </a:solidFill>
                <a:latin typeface="Times New Roman" panose="02020603050405020304" pitchFamily="18" charset="0"/>
              </a:rPr>
              <a:t>P</a:t>
            </a:r>
          </a:p>
        </p:txBody>
      </p:sp>
      <p:grpSp>
        <p:nvGrpSpPr>
          <p:cNvPr id="5" name="Group 69"/>
          <p:cNvGrpSpPr>
            <a:grpSpLocks/>
          </p:cNvGrpSpPr>
          <p:nvPr/>
        </p:nvGrpSpPr>
        <p:grpSpPr bwMode="auto">
          <a:xfrm>
            <a:off x="3543300" y="3843338"/>
            <a:ext cx="903288" cy="1947862"/>
            <a:chOff x="2016" y="2112"/>
            <a:chExt cx="569" cy="1227"/>
          </a:xfrm>
        </p:grpSpPr>
        <p:sp>
          <p:nvSpPr>
            <p:cNvPr id="19543" name="Text Box 70"/>
            <p:cNvSpPr txBox="1">
              <a:spLocks noChangeArrowheads="1"/>
            </p:cNvSpPr>
            <p:nvPr/>
          </p:nvSpPr>
          <p:spPr bwMode="auto">
            <a:xfrm>
              <a:off x="2382" y="3147"/>
              <a:ext cx="20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latin typeface="Times New Roman" panose="02020603050405020304" pitchFamily="18" charset="0"/>
                </a:rPr>
                <a:t>O</a:t>
              </a:r>
            </a:p>
          </p:txBody>
        </p:sp>
        <p:sp>
          <p:nvSpPr>
            <p:cNvPr id="19544" name="Line 71"/>
            <p:cNvSpPr>
              <a:spLocks noChangeShapeType="1"/>
            </p:cNvSpPr>
            <p:nvPr/>
          </p:nvSpPr>
          <p:spPr bwMode="auto">
            <a:xfrm flipH="1" flipV="1">
              <a:off x="2016" y="2112"/>
              <a:ext cx="528" cy="10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45" name="Text Box 72"/>
            <p:cNvSpPr txBox="1">
              <a:spLocks noChangeArrowheads="1"/>
            </p:cNvSpPr>
            <p:nvPr/>
          </p:nvSpPr>
          <p:spPr bwMode="auto">
            <a:xfrm rot="-1614293">
              <a:off x="2064" y="2592"/>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latin typeface="Times New Roman" panose="02020603050405020304" pitchFamily="18" charset="0"/>
                </a:rPr>
                <a:t>R</a:t>
              </a:r>
            </a:p>
          </p:txBody>
        </p:sp>
        <p:sp>
          <p:nvSpPr>
            <p:cNvPr id="19546" name="Oval 73"/>
            <p:cNvSpPr>
              <a:spLocks noChangeArrowheads="1"/>
            </p:cNvSpPr>
            <p:nvPr/>
          </p:nvSpPr>
          <p:spPr bwMode="auto">
            <a:xfrm>
              <a:off x="2514" y="3120"/>
              <a:ext cx="48" cy="48"/>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sp>
        <p:nvSpPr>
          <p:cNvPr id="13386" name="Line 74"/>
          <p:cNvSpPr>
            <a:spLocks noChangeShapeType="1"/>
          </p:cNvSpPr>
          <p:nvPr/>
        </p:nvSpPr>
        <p:spPr bwMode="auto">
          <a:xfrm flipV="1">
            <a:off x="2552700" y="3538538"/>
            <a:ext cx="838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387" name="Text Box 75"/>
          <p:cNvSpPr txBox="1">
            <a:spLocks noChangeArrowheads="1"/>
          </p:cNvSpPr>
          <p:nvPr/>
        </p:nvSpPr>
        <p:spPr bwMode="auto">
          <a:xfrm>
            <a:off x="2095500" y="3919538"/>
            <a:ext cx="838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600" b="1">
                <a:latin typeface="Times New Roman" panose="02020603050405020304" pitchFamily="18" charset="0"/>
              </a:rPr>
              <a:t>r</a:t>
            </a:r>
            <a:r>
              <a:rPr lang="en-US" altLang="en-US" sz="1600">
                <a:latin typeface="Times New Roman" panose="02020603050405020304" pitchFamily="18" charset="0"/>
              </a:rPr>
              <a:t> = </a:t>
            </a:r>
            <a:r>
              <a:rPr lang="en-US" altLang="en-US" sz="1600" b="1">
                <a:solidFill>
                  <a:srgbClr val="FF0066"/>
                </a:solidFill>
                <a:latin typeface="Times New Roman" panose="02020603050405020304" pitchFamily="18" charset="0"/>
              </a:rPr>
              <a:t>CP</a:t>
            </a:r>
          </a:p>
        </p:txBody>
      </p:sp>
      <p:grpSp>
        <p:nvGrpSpPr>
          <p:cNvPr id="6" name="Group 76"/>
          <p:cNvGrpSpPr>
            <a:grpSpLocks/>
          </p:cNvGrpSpPr>
          <p:nvPr/>
        </p:nvGrpSpPr>
        <p:grpSpPr bwMode="auto">
          <a:xfrm>
            <a:off x="4514850" y="5033963"/>
            <a:ext cx="152400" cy="152400"/>
            <a:chOff x="912" y="3072"/>
            <a:chExt cx="144" cy="144"/>
          </a:xfrm>
        </p:grpSpPr>
        <p:sp>
          <p:nvSpPr>
            <p:cNvPr id="19541" name="Oval 77"/>
            <p:cNvSpPr>
              <a:spLocks noChangeArrowheads="1"/>
            </p:cNvSpPr>
            <p:nvPr/>
          </p:nvSpPr>
          <p:spPr bwMode="auto">
            <a:xfrm>
              <a:off x="912" y="3072"/>
              <a:ext cx="144" cy="144"/>
            </a:xfrm>
            <a:prstGeom prst="ellipse">
              <a:avLst/>
            </a:prstGeom>
            <a:solidFill>
              <a:schemeClr val="bg1"/>
            </a:solidFill>
            <a:ln w="28575">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9542" name="Line 78"/>
            <p:cNvSpPr>
              <a:spLocks noChangeShapeType="1"/>
            </p:cNvSpPr>
            <p:nvPr/>
          </p:nvSpPr>
          <p:spPr bwMode="auto">
            <a:xfrm>
              <a:off x="912" y="3120"/>
              <a:ext cx="144" cy="4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7" name="Group 79"/>
          <p:cNvGrpSpPr>
            <a:grpSpLocks/>
          </p:cNvGrpSpPr>
          <p:nvPr/>
        </p:nvGrpSpPr>
        <p:grpSpPr bwMode="auto">
          <a:xfrm>
            <a:off x="2476500" y="4986338"/>
            <a:ext cx="1219200" cy="533400"/>
            <a:chOff x="720" y="2544"/>
            <a:chExt cx="768" cy="336"/>
          </a:xfrm>
        </p:grpSpPr>
        <p:sp>
          <p:nvSpPr>
            <p:cNvPr id="19530" name="Rectangle 80"/>
            <p:cNvSpPr>
              <a:spLocks noChangeArrowheads="1"/>
            </p:cNvSpPr>
            <p:nvPr/>
          </p:nvSpPr>
          <p:spPr bwMode="auto">
            <a:xfrm>
              <a:off x="720" y="2544"/>
              <a:ext cx="768" cy="336"/>
            </a:xfrm>
            <a:prstGeom prst="rect">
              <a:avLst/>
            </a:prstGeom>
            <a:solidFill>
              <a:schemeClr val="bg1"/>
            </a:solidFill>
            <a:ln w="19050">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nvGrpSpPr>
            <p:cNvPr id="19531" name="Group 81"/>
            <p:cNvGrpSpPr>
              <a:grpSpLocks/>
            </p:cNvGrpSpPr>
            <p:nvPr/>
          </p:nvGrpSpPr>
          <p:grpSpPr bwMode="auto">
            <a:xfrm>
              <a:off x="816" y="2544"/>
              <a:ext cx="656" cy="308"/>
              <a:chOff x="528" y="624"/>
              <a:chExt cx="656" cy="308"/>
            </a:xfrm>
          </p:grpSpPr>
          <p:grpSp>
            <p:nvGrpSpPr>
              <p:cNvPr id="19532" name="Group 82"/>
              <p:cNvGrpSpPr>
                <a:grpSpLocks/>
              </p:cNvGrpSpPr>
              <p:nvPr/>
            </p:nvGrpSpPr>
            <p:grpSpPr bwMode="auto">
              <a:xfrm>
                <a:off x="528" y="720"/>
                <a:ext cx="96" cy="96"/>
                <a:chOff x="912" y="3072"/>
                <a:chExt cx="144" cy="144"/>
              </a:xfrm>
            </p:grpSpPr>
            <p:sp>
              <p:nvSpPr>
                <p:cNvPr id="19539" name="Oval 83"/>
                <p:cNvSpPr>
                  <a:spLocks noChangeArrowheads="1"/>
                </p:cNvSpPr>
                <p:nvPr/>
              </p:nvSpPr>
              <p:spPr bwMode="auto">
                <a:xfrm>
                  <a:off x="912" y="3072"/>
                  <a:ext cx="144" cy="144"/>
                </a:xfrm>
                <a:prstGeom prst="ellipse">
                  <a:avLst/>
                </a:prstGeom>
                <a:solidFill>
                  <a:schemeClr val="bg1"/>
                </a:solidFill>
                <a:ln w="19050">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9540" name="Line 84"/>
                <p:cNvSpPr>
                  <a:spLocks noChangeShapeType="1"/>
                </p:cNvSpPr>
                <p:nvPr/>
              </p:nvSpPr>
              <p:spPr bwMode="auto">
                <a:xfrm>
                  <a:off x="912" y="3120"/>
                  <a:ext cx="144" cy="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9533" name="Text Box 85"/>
              <p:cNvSpPr txBox="1">
                <a:spLocks noChangeArrowheads="1"/>
              </p:cNvSpPr>
              <p:nvPr/>
            </p:nvSpPr>
            <p:spPr bwMode="auto">
              <a:xfrm rot="-2810704">
                <a:off x="785" y="655"/>
                <a:ext cx="1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a:latin typeface="Times New Roman" panose="02020603050405020304" pitchFamily="18" charset="0"/>
                  </a:rPr>
                  <a:t>+</a:t>
                </a:r>
                <a:endParaRPr lang="en-US" altLang="en-US" sz="1400">
                  <a:latin typeface="Times New Roman" panose="02020603050405020304" pitchFamily="18" charset="0"/>
                </a:endParaRPr>
              </a:p>
            </p:txBody>
          </p:sp>
          <p:sp>
            <p:nvSpPr>
              <p:cNvPr id="19534" name="Text Box 86"/>
              <p:cNvSpPr txBox="1">
                <a:spLocks noChangeArrowheads="1"/>
              </p:cNvSpPr>
              <p:nvPr/>
            </p:nvSpPr>
            <p:spPr bwMode="auto">
              <a:xfrm>
                <a:off x="720" y="624"/>
                <a:ext cx="1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r</a:t>
                </a:r>
              </a:p>
            </p:txBody>
          </p:sp>
          <p:sp>
            <p:nvSpPr>
              <p:cNvPr id="19535" name="Line 87"/>
              <p:cNvSpPr>
                <a:spLocks noChangeShapeType="1"/>
              </p:cNvSpPr>
              <p:nvPr/>
            </p:nvSpPr>
            <p:spPr bwMode="auto">
              <a:xfrm>
                <a:off x="740" y="776"/>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9536" name="Text Box 88"/>
              <p:cNvSpPr txBox="1">
                <a:spLocks noChangeArrowheads="1"/>
              </p:cNvSpPr>
              <p:nvPr/>
            </p:nvSpPr>
            <p:spPr bwMode="auto">
              <a:xfrm>
                <a:off x="708" y="740"/>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R</a:t>
                </a:r>
              </a:p>
            </p:txBody>
          </p:sp>
          <p:sp>
            <p:nvSpPr>
              <p:cNvPr id="19537" name="Text Box 89"/>
              <p:cNvSpPr txBox="1">
                <a:spLocks noChangeArrowheads="1"/>
              </p:cNvSpPr>
              <p:nvPr/>
            </p:nvSpPr>
            <p:spPr bwMode="auto">
              <a:xfrm>
                <a:off x="864" y="672"/>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360</a:t>
                </a:r>
                <a:r>
                  <a:rPr lang="en-US" altLang="en-US" sz="1400" baseline="30000">
                    <a:latin typeface="Times New Roman" panose="02020603050405020304" pitchFamily="18" charset="0"/>
                  </a:rPr>
                  <a:t>0</a:t>
                </a:r>
              </a:p>
            </p:txBody>
          </p:sp>
          <p:sp>
            <p:nvSpPr>
              <p:cNvPr id="19538" name="Text Box 90"/>
              <p:cNvSpPr txBox="1">
                <a:spLocks noChangeArrowheads="1"/>
              </p:cNvSpPr>
              <p:nvPr/>
            </p:nvSpPr>
            <p:spPr bwMode="auto">
              <a:xfrm>
                <a:off x="588" y="680"/>
                <a:ext cx="2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b="1">
                    <a:latin typeface="Times New Roman" panose="02020603050405020304" pitchFamily="18" charset="0"/>
                  </a:rPr>
                  <a:t> = </a:t>
                </a:r>
              </a:p>
            </p:txBody>
          </p:sp>
        </p:grpSp>
      </p:grpSp>
      <p:grpSp>
        <p:nvGrpSpPr>
          <p:cNvPr id="10" name="Group 91"/>
          <p:cNvGrpSpPr>
            <a:grpSpLocks/>
          </p:cNvGrpSpPr>
          <p:nvPr/>
        </p:nvGrpSpPr>
        <p:grpSpPr bwMode="auto">
          <a:xfrm>
            <a:off x="2413000" y="2484438"/>
            <a:ext cx="1682750" cy="1638300"/>
            <a:chOff x="1272" y="1272"/>
            <a:chExt cx="1060" cy="1032"/>
          </a:xfrm>
        </p:grpSpPr>
        <p:sp>
          <p:nvSpPr>
            <p:cNvPr id="19523" name="Text Box 92"/>
            <p:cNvSpPr txBox="1">
              <a:spLocks noChangeArrowheads="1"/>
            </p:cNvSpPr>
            <p:nvPr/>
          </p:nvSpPr>
          <p:spPr bwMode="auto">
            <a:xfrm>
              <a:off x="1632" y="2112"/>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1</a:t>
              </a:r>
            </a:p>
          </p:txBody>
        </p:sp>
        <p:sp>
          <p:nvSpPr>
            <p:cNvPr id="19524" name="Text Box 93"/>
            <p:cNvSpPr txBox="1">
              <a:spLocks noChangeArrowheads="1"/>
            </p:cNvSpPr>
            <p:nvPr/>
          </p:nvSpPr>
          <p:spPr bwMode="auto">
            <a:xfrm>
              <a:off x="1296" y="192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2</a:t>
              </a:r>
            </a:p>
          </p:txBody>
        </p:sp>
        <p:sp>
          <p:nvSpPr>
            <p:cNvPr id="19525" name="Text Box 94"/>
            <p:cNvSpPr txBox="1">
              <a:spLocks noChangeArrowheads="1"/>
            </p:cNvSpPr>
            <p:nvPr/>
          </p:nvSpPr>
          <p:spPr bwMode="auto">
            <a:xfrm>
              <a:off x="1272" y="158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3</a:t>
              </a:r>
            </a:p>
          </p:txBody>
        </p:sp>
        <p:sp>
          <p:nvSpPr>
            <p:cNvPr id="19526" name="Text Box 95"/>
            <p:cNvSpPr txBox="1">
              <a:spLocks noChangeArrowheads="1"/>
            </p:cNvSpPr>
            <p:nvPr/>
          </p:nvSpPr>
          <p:spPr bwMode="auto">
            <a:xfrm>
              <a:off x="1520" y="1280"/>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4</a:t>
              </a:r>
            </a:p>
          </p:txBody>
        </p:sp>
        <p:sp>
          <p:nvSpPr>
            <p:cNvPr id="19527" name="Text Box 96"/>
            <p:cNvSpPr txBox="1">
              <a:spLocks noChangeArrowheads="1"/>
            </p:cNvSpPr>
            <p:nvPr/>
          </p:nvSpPr>
          <p:spPr bwMode="auto">
            <a:xfrm>
              <a:off x="1840" y="1272"/>
              <a:ext cx="2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 5</a:t>
              </a:r>
            </a:p>
          </p:txBody>
        </p:sp>
        <p:sp>
          <p:nvSpPr>
            <p:cNvPr id="19528" name="Text Box 97"/>
            <p:cNvSpPr txBox="1">
              <a:spLocks noChangeArrowheads="1"/>
            </p:cNvSpPr>
            <p:nvPr/>
          </p:nvSpPr>
          <p:spPr bwMode="auto">
            <a:xfrm>
              <a:off x="2112" y="1536"/>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6</a:t>
              </a:r>
            </a:p>
          </p:txBody>
        </p:sp>
        <p:sp>
          <p:nvSpPr>
            <p:cNvPr id="19529" name="Text Box 98"/>
            <p:cNvSpPr txBox="1">
              <a:spLocks noChangeArrowheads="1"/>
            </p:cNvSpPr>
            <p:nvPr/>
          </p:nvSpPr>
          <p:spPr bwMode="auto">
            <a:xfrm>
              <a:off x="2160" y="182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400">
                  <a:latin typeface="Times New Roman" panose="02020603050405020304" pitchFamily="18" charset="0"/>
                </a:rPr>
                <a:t>7</a:t>
              </a:r>
            </a:p>
          </p:txBody>
        </p:sp>
      </p:grpSp>
      <p:sp>
        <p:nvSpPr>
          <p:cNvPr id="13411" name="Line 99"/>
          <p:cNvSpPr>
            <a:spLocks noChangeShapeType="1"/>
          </p:cNvSpPr>
          <p:nvPr/>
        </p:nvSpPr>
        <p:spPr bwMode="auto">
          <a:xfrm>
            <a:off x="2344738" y="2624138"/>
            <a:ext cx="3810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412" name="Line 100"/>
          <p:cNvSpPr>
            <a:spLocks noChangeShapeType="1"/>
          </p:cNvSpPr>
          <p:nvPr/>
        </p:nvSpPr>
        <p:spPr bwMode="auto">
          <a:xfrm flipH="1" flipV="1">
            <a:off x="3233738" y="4071938"/>
            <a:ext cx="76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413" name="Text Box 101"/>
          <p:cNvSpPr txBox="1">
            <a:spLocks noChangeArrowheads="1"/>
          </p:cNvSpPr>
          <p:nvPr/>
        </p:nvSpPr>
        <p:spPr bwMode="auto">
          <a:xfrm>
            <a:off x="1938338" y="2243138"/>
            <a:ext cx="1096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b="1">
                <a:latin typeface="Times New Roman" panose="02020603050405020304" pitchFamily="18" charset="0"/>
              </a:rPr>
              <a:t>Generating/</a:t>
            </a:r>
          </a:p>
          <a:p>
            <a:r>
              <a:rPr lang="en-US" altLang="en-US" sz="1200" b="1">
                <a:latin typeface="Times New Roman" panose="02020603050405020304" pitchFamily="18" charset="0"/>
              </a:rPr>
              <a:t>Rolling Circle</a:t>
            </a:r>
          </a:p>
        </p:txBody>
      </p:sp>
      <p:sp>
        <p:nvSpPr>
          <p:cNvPr id="13414" name="Text Box 102"/>
          <p:cNvSpPr txBox="1">
            <a:spLocks noChangeArrowheads="1"/>
          </p:cNvSpPr>
          <p:nvPr/>
        </p:nvSpPr>
        <p:spPr bwMode="auto">
          <a:xfrm>
            <a:off x="2319338" y="4478338"/>
            <a:ext cx="12334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b="1">
                <a:latin typeface="Times New Roman" panose="02020603050405020304" pitchFamily="18" charset="0"/>
              </a:rPr>
              <a:t>Directing Circle</a:t>
            </a:r>
          </a:p>
        </p:txBody>
      </p:sp>
      <p:sp>
        <p:nvSpPr>
          <p:cNvPr id="13415" name="Arc 103"/>
          <p:cNvSpPr>
            <a:spLocks/>
          </p:cNvSpPr>
          <p:nvPr/>
        </p:nvSpPr>
        <p:spPr bwMode="auto">
          <a:xfrm rot="19015998" flipH="1">
            <a:off x="2014538" y="3005138"/>
            <a:ext cx="533400" cy="533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19519" name="Group 104"/>
          <p:cNvGrpSpPr>
            <a:grpSpLocks/>
          </p:cNvGrpSpPr>
          <p:nvPr/>
        </p:nvGrpSpPr>
        <p:grpSpPr bwMode="auto">
          <a:xfrm>
            <a:off x="76200" y="76200"/>
            <a:ext cx="5791200" cy="838200"/>
            <a:chOff x="0" y="0"/>
            <a:chExt cx="3648" cy="528"/>
          </a:xfrm>
        </p:grpSpPr>
        <p:sp>
          <p:nvSpPr>
            <p:cNvPr id="19521" name="Rectangle 105"/>
            <p:cNvSpPr>
              <a:spLocks noChangeArrowheads="1"/>
            </p:cNvSpPr>
            <p:nvPr/>
          </p:nvSpPr>
          <p:spPr bwMode="auto">
            <a:xfrm>
              <a:off x="0" y="0"/>
              <a:ext cx="3648" cy="528"/>
            </a:xfrm>
            <a:prstGeom prst="rect">
              <a:avLst/>
            </a:prstGeom>
            <a:solidFill>
              <a:srgbClr val="66FFFF"/>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19522" name="Text Box 106"/>
            <p:cNvSpPr txBox="1">
              <a:spLocks noChangeArrowheads="1"/>
            </p:cNvSpPr>
            <p:nvPr/>
          </p:nvSpPr>
          <p:spPr bwMode="auto">
            <a:xfrm>
              <a:off x="48" y="48"/>
              <a:ext cx="3585"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r>
                <a:rPr lang="en-US" altLang="en-US" sz="1200">
                  <a:latin typeface="Times New Roman" panose="02020603050405020304" pitchFamily="18" charset="0"/>
                </a:rPr>
                <a:t>DRAW LOCUS OF A POINT ON THE PERIPHERY OF A CIRCLE  </a:t>
              </a:r>
            </a:p>
            <a:p>
              <a:r>
                <a:rPr lang="en-US" altLang="en-US" sz="1200">
                  <a:latin typeface="Times New Roman" panose="02020603050405020304" pitchFamily="18" charset="0"/>
                </a:rPr>
                <a:t>WHICH ROLLS ON A CURVED PATH. </a:t>
              </a:r>
              <a:r>
                <a:rPr lang="en-US" altLang="en-US" sz="1400" b="1">
                  <a:latin typeface="Times New Roman" panose="02020603050405020304" pitchFamily="18" charset="0"/>
                </a:rPr>
                <a:t>Take diameter of rolling Circle 50 mm</a:t>
              </a:r>
            </a:p>
            <a:p>
              <a:r>
                <a:rPr lang="en-US" altLang="en-US" sz="1400" b="1">
                  <a:latin typeface="Times New Roman" panose="02020603050405020304" pitchFamily="18" charset="0"/>
                </a:rPr>
                <a:t>And radius of directing circle i.e. curved path, 75 mm.</a:t>
              </a:r>
            </a:p>
          </p:txBody>
        </p:sp>
      </p:grpSp>
      <p:sp>
        <p:nvSpPr>
          <p:cNvPr id="19520" name="Rectangle 115"/>
          <p:cNvSpPr>
            <a:spLocks noChangeArrowheads="1"/>
          </p:cNvSpPr>
          <p:nvPr/>
        </p:nvSpPr>
        <p:spPr bwMode="auto">
          <a:xfrm>
            <a:off x="457200" y="990600"/>
            <a:ext cx="617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latin typeface="Garamond" panose="02020404030301010803" pitchFamily="18" charset="0"/>
              </a:rPr>
              <a:t>Length of the arc of directing circle = </a:t>
            </a:r>
            <a:r>
              <a:rPr lang="en-US" altLang="en-US" b="1">
                <a:latin typeface="Garamond" panose="02020404030301010803" pitchFamily="18" charset="0"/>
                <a:sym typeface="Symbol" panose="05050102010706020507" pitchFamily="18" charset="2"/>
              </a:rPr>
              <a:t></a:t>
            </a:r>
            <a:r>
              <a:rPr lang="en-US" altLang="en-US" b="1">
                <a:latin typeface="Garamond" panose="02020404030301010803" pitchFamily="18" charset="0"/>
              </a:rPr>
              <a:t>D = R</a:t>
            </a:r>
            <a:r>
              <a:rPr lang="en-US" altLang="en-US" b="1">
                <a:latin typeface="Garamond" panose="02020404030301010803" pitchFamily="18" charset="0"/>
                <a:sym typeface="Symbol" panose="05050102010706020507" pitchFamily="18" charset="2"/>
              </a:rPr>
              <a:t></a:t>
            </a:r>
            <a:endParaRPr lang="en-US" altLang="en-US"/>
          </a:p>
        </p:txBody>
      </p:sp>
    </p:spTree>
    <p:extLst>
      <p:ext uri="{BB962C8B-B14F-4D97-AF65-F5344CB8AC3E}">
        <p14:creationId xmlns:p14="http://schemas.microsoft.com/office/powerpoint/2010/main" val="3340617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3329"/>
                                        </p:tgtEl>
                                        <p:attrNameLst>
                                          <p:attrName>style.visibility</p:attrName>
                                        </p:attrNameLst>
                                      </p:cBhvr>
                                      <p:to>
                                        <p:strVal val="visible"/>
                                      </p:to>
                                    </p:set>
                                    <p:animEffect transition="in" filter="strips(downRight)">
                                      <p:cBhvr>
                                        <p:cTn id="12" dur="500"/>
                                        <p:tgtEl>
                                          <p:spTgt spid="133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9" fill="hold" nodeType="clickEffect">
                                  <p:stCondLst>
                                    <p:cond delay="0"/>
                                  </p:stCondLst>
                                  <p:childTnLst>
                                    <p:set>
                                      <p:cBhvr>
                                        <p:cTn id="16" dur="1" fill="hold">
                                          <p:stCondLst>
                                            <p:cond delay="0"/>
                                          </p:stCondLst>
                                        </p:cTn>
                                        <p:tgtEl>
                                          <p:spTgt spid="13412"/>
                                        </p:tgtEl>
                                        <p:attrNameLst>
                                          <p:attrName>style.visibility</p:attrName>
                                        </p:attrNameLst>
                                      </p:cBhvr>
                                      <p:to>
                                        <p:strVal val="visible"/>
                                      </p:to>
                                    </p:set>
                                    <p:animEffect transition="in" filter="strips(upLeft)">
                                      <p:cBhvr>
                                        <p:cTn id="17" dur="500"/>
                                        <p:tgtEl>
                                          <p:spTgt spid="134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13414"/>
                                        </p:tgtEl>
                                        <p:attrNameLst>
                                          <p:attrName>style.visibility</p:attrName>
                                        </p:attrNameLst>
                                      </p:cBhvr>
                                      <p:to>
                                        <p:strVal val="visible"/>
                                      </p:to>
                                    </p:set>
                                    <p:anim calcmode="lin" valueType="num">
                                      <p:cBhvr>
                                        <p:cTn id="22" dur="500" fill="hold"/>
                                        <p:tgtEl>
                                          <p:spTgt spid="13414"/>
                                        </p:tgtEl>
                                        <p:attrNameLst>
                                          <p:attrName>ppt_w</p:attrName>
                                        </p:attrNameLst>
                                      </p:cBhvr>
                                      <p:tavLst>
                                        <p:tav tm="0">
                                          <p:val>
                                            <p:fltVal val="0"/>
                                          </p:val>
                                        </p:tav>
                                        <p:tav tm="100000">
                                          <p:val>
                                            <p:strVal val="#ppt_w"/>
                                          </p:val>
                                        </p:tav>
                                      </p:tavLst>
                                    </p:anim>
                                    <p:anim calcmode="lin" valueType="num">
                                      <p:cBhvr>
                                        <p:cTn id="23" dur="500" fill="hold"/>
                                        <p:tgtEl>
                                          <p:spTgt spid="13414"/>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3314"/>
                                        </p:tgtEl>
                                        <p:attrNameLst>
                                          <p:attrName>style.visibility</p:attrName>
                                        </p:attrNameLst>
                                      </p:cBhvr>
                                      <p:to>
                                        <p:strVal val="visible"/>
                                      </p:to>
                                    </p:set>
                                    <p:anim calcmode="lin" valueType="num">
                                      <p:cBhvr>
                                        <p:cTn id="28" dur="500" fill="hold"/>
                                        <p:tgtEl>
                                          <p:spTgt spid="13314"/>
                                        </p:tgtEl>
                                        <p:attrNameLst>
                                          <p:attrName>ppt_w</p:attrName>
                                        </p:attrNameLst>
                                      </p:cBhvr>
                                      <p:tavLst>
                                        <p:tav tm="0">
                                          <p:val>
                                            <p:fltVal val="0"/>
                                          </p:val>
                                        </p:tav>
                                        <p:tav tm="100000">
                                          <p:val>
                                            <p:strVal val="#ppt_w"/>
                                          </p:val>
                                        </p:tav>
                                      </p:tavLst>
                                    </p:anim>
                                    <p:anim calcmode="lin" valueType="num">
                                      <p:cBhvr>
                                        <p:cTn id="29" dur="500" fill="hold"/>
                                        <p:tgtEl>
                                          <p:spTgt spid="13314"/>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6" fill="hold" nodeType="clickEffect">
                                  <p:stCondLst>
                                    <p:cond delay="0"/>
                                  </p:stCondLst>
                                  <p:childTnLst>
                                    <p:set>
                                      <p:cBhvr>
                                        <p:cTn id="33" dur="1" fill="hold">
                                          <p:stCondLst>
                                            <p:cond delay="0"/>
                                          </p:stCondLst>
                                        </p:cTn>
                                        <p:tgtEl>
                                          <p:spTgt spid="13411"/>
                                        </p:tgtEl>
                                        <p:attrNameLst>
                                          <p:attrName>style.visibility</p:attrName>
                                        </p:attrNameLst>
                                      </p:cBhvr>
                                      <p:to>
                                        <p:strVal val="visible"/>
                                      </p:to>
                                    </p:set>
                                    <p:animEffect transition="in" filter="strips(downRight)">
                                      <p:cBhvr>
                                        <p:cTn id="34" dur="500"/>
                                        <p:tgtEl>
                                          <p:spTgt spid="1341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13413"/>
                                        </p:tgtEl>
                                        <p:attrNameLst>
                                          <p:attrName>style.visibility</p:attrName>
                                        </p:attrNameLst>
                                      </p:cBhvr>
                                      <p:to>
                                        <p:strVal val="visible"/>
                                      </p:to>
                                    </p:set>
                                    <p:anim calcmode="lin" valueType="num">
                                      <p:cBhvr>
                                        <p:cTn id="39" dur="500" fill="hold"/>
                                        <p:tgtEl>
                                          <p:spTgt spid="13413"/>
                                        </p:tgtEl>
                                        <p:attrNameLst>
                                          <p:attrName>ppt_w</p:attrName>
                                        </p:attrNameLst>
                                      </p:cBhvr>
                                      <p:tavLst>
                                        <p:tav tm="0">
                                          <p:val>
                                            <p:fltVal val="0"/>
                                          </p:val>
                                        </p:tav>
                                        <p:tav tm="100000">
                                          <p:val>
                                            <p:strVal val="#ppt_w"/>
                                          </p:val>
                                        </p:tav>
                                      </p:tavLst>
                                    </p:anim>
                                    <p:anim calcmode="lin" valueType="num">
                                      <p:cBhvr>
                                        <p:cTn id="40" dur="500" fill="hold"/>
                                        <p:tgtEl>
                                          <p:spTgt spid="13413"/>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8" presetClass="entr" presetSubtype="3" fill="hold" nodeType="clickEffect">
                                  <p:stCondLst>
                                    <p:cond delay="0"/>
                                  </p:stCondLst>
                                  <p:childTnLst>
                                    <p:set>
                                      <p:cBhvr>
                                        <p:cTn id="44" dur="1" fill="hold">
                                          <p:stCondLst>
                                            <p:cond delay="0"/>
                                          </p:stCondLst>
                                        </p:cTn>
                                        <p:tgtEl>
                                          <p:spTgt spid="13415"/>
                                        </p:tgtEl>
                                        <p:attrNameLst>
                                          <p:attrName>style.visibility</p:attrName>
                                        </p:attrNameLst>
                                      </p:cBhvr>
                                      <p:to>
                                        <p:strVal val="visible"/>
                                      </p:to>
                                    </p:set>
                                    <p:animEffect transition="in" filter="strips(upRight)">
                                      <p:cBhvr>
                                        <p:cTn id="45" dur="500"/>
                                        <p:tgtEl>
                                          <p:spTgt spid="1341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9" fill="hold" nodeType="clickEffect">
                                  <p:stCondLst>
                                    <p:cond delay="0"/>
                                  </p:stCondLst>
                                  <p:childTnLst>
                                    <p:set>
                                      <p:cBhvr>
                                        <p:cTn id="49" dur="1" fill="hold">
                                          <p:stCondLst>
                                            <p:cond delay="0"/>
                                          </p:stCondLst>
                                        </p:cTn>
                                        <p:tgtEl>
                                          <p:spTgt spid="13315"/>
                                        </p:tgtEl>
                                        <p:attrNameLst>
                                          <p:attrName>style.visibility</p:attrName>
                                        </p:attrNameLst>
                                      </p:cBhvr>
                                      <p:to>
                                        <p:strVal val="visible"/>
                                      </p:to>
                                    </p:set>
                                    <p:animEffect transition="in" filter="strips(upLeft)">
                                      <p:cBhvr>
                                        <p:cTn id="50" dur="500"/>
                                        <p:tgtEl>
                                          <p:spTgt spid="133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p:cTn id="55" dur="500" fill="hold"/>
                                        <p:tgtEl>
                                          <p:spTgt spid="3"/>
                                        </p:tgtEl>
                                        <p:attrNameLst>
                                          <p:attrName>ppt_w</p:attrName>
                                        </p:attrNameLst>
                                      </p:cBhvr>
                                      <p:tavLst>
                                        <p:tav tm="0">
                                          <p:val>
                                            <p:fltVal val="0"/>
                                          </p:val>
                                        </p:tav>
                                        <p:tav tm="100000">
                                          <p:val>
                                            <p:strVal val="#ppt_w"/>
                                          </p:val>
                                        </p:tav>
                                      </p:tavLst>
                                    </p:anim>
                                    <p:anim calcmode="lin" valueType="num">
                                      <p:cBhvr>
                                        <p:cTn id="5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p:cTn id="61" dur="500" fill="hold"/>
                                        <p:tgtEl>
                                          <p:spTgt spid="10"/>
                                        </p:tgtEl>
                                        <p:attrNameLst>
                                          <p:attrName>ppt_w</p:attrName>
                                        </p:attrNameLst>
                                      </p:cBhvr>
                                      <p:tavLst>
                                        <p:tav tm="0">
                                          <p:val>
                                            <p:fltVal val="0"/>
                                          </p:val>
                                        </p:tav>
                                        <p:tav tm="100000">
                                          <p:val>
                                            <p:strVal val="#ppt_w"/>
                                          </p:val>
                                        </p:tav>
                                      </p:tavLst>
                                    </p:anim>
                                    <p:anim calcmode="lin" valueType="num">
                                      <p:cBhvr>
                                        <p:cTn id="62"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3358"/>
                                        </p:tgtEl>
                                        <p:attrNameLst>
                                          <p:attrName>style.visibility</p:attrName>
                                        </p:attrNameLst>
                                      </p:cBhvr>
                                      <p:to>
                                        <p:strVal val="visible"/>
                                      </p:to>
                                    </p:set>
                                    <p:anim calcmode="lin" valueType="num">
                                      <p:cBhvr additive="base">
                                        <p:cTn id="67" dur="500" fill="hold"/>
                                        <p:tgtEl>
                                          <p:spTgt spid="13358"/>
                                        </p:tgtEl>
                                        <p:attrNameLst>
                                          <p:attrName>ppt_x</p:attrName>
                                        </p:attrNameLst>
                                      </p:cBhvr>
                                      <p:tavLst>
                                        <p:tav tm="0">
                                          <p:val>
                                            <p:strVal val="0-#ppt_w/2"/>
                                          </p:val>
                                        </p:tav>
                                        <p:tav tm="100000">
                                          <p:val>
                                            <p:strVal val="#ppt_x"/>
                                          </p:val>
                                        </p:tav>
                                      </p:tavLst>
                                    </p:anim>
                                    <p:anim calcmode="lin" valueType="num">
                                      <p:cBhvr additive="base">
                                        <p:cTn id="68" dur="500" fill="hold"/>
                                        <p:tgtEl>
                                          <p:spTgt spid="13358"/>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3380"/>
                                        </p:tgtEl>
                                        <p:attrNameLst>
                                          <p:attrName>style.visibility</p:attrName>
                                        </p:attrNameLst>
                                      </p:cBhvr>
                                      <p:to>
                                        <p:strVal val="visible"/>
                                      </p:to>
                                    </p:set>
                                    <p:anim calcmode="lin" valueType="num">
                                      <p:cBhvr additive="base">
                                        <p:cTn id="73" dur="500" fill="hold"/>
                                        <p:tgtEl>
                                          <p:spTgt spid="13380"/>
                                        </p:tgtEl>
                                        <p:attrNameLst>
                                          <p:attrName>ppt_x</p:attrName>
                                        </p:attrNameLst>
                                      </p:cBhvr>
                                      <p:tavLst>
                                        <p:tav tm="0">
                                          <p:val>
                                            <p:strVal val="0-#ppt_w/2"/>
                                          </p:val>
                                        </p:tav>
                                        <p:tav tm="100000">
                                          <p:val>
                                            <p:strVal val="#ppt_x"/>
                                          </p:val>
                                        </p:tav>
                                      </p:tavLst>
                                    </p:anim>
                                    <p:anim calcmode="lin" valueType="num">
                                      <p:cBhvr additive="base">
                                        <p:cTn id="74" dur="500" fill="hold"/>
                                        <p:tgtEl>
                                          <p:spTgt spid="13380"/>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nodeType="clickEffect">
                                  <p:stCondLst>
                                    <p:cond delay="0"/>
                                  </p:stCondLst>
                                  <p:childTnLst>
                                    <p:set>
                                      <p:cBhvr>
                                        <p:cTn id="78" dur="1" fill="hold">
                                          <p:stCondLst>
                                            <p:cond delay="0"/>
                                          </p:stCondLst>
                                        </p:cTn>
                                        <p:tgtEl>
                                          <p:spTgt spid="13386"/>
                                        </p:tgtEl>
                                        <p:attrNameLst>
                                          <p:attrName>style.visibility</p:attrName>
                                        </p:attrNameLst>
                                      </p:cBhvr>
                                      <p:to>
                                        <p:strVal val="visible"/>
                                      </p:to>
                                    </p:set>
                                    <p:anim calcmode="lin" valueType="num">
                                      <p:cBhvr additive="base">
                                        <p:cTn id="79" dur="500" fill="hold"/>
                                        <p:tgtEl>
                                          <p:spTgt spid="13386"/>
                                        </p:tgtEl>
                                        <p:attrNameLst>
                                          <p:attrName>ppt_x</p:attrName>
                                        </p:attrNameLst>
                                      </p:cBhvr>
                                      <p:tavLst>
                                        <p:tav tm="0">
                                          <p:val>
                                            <p:strVal val="0-#ppt_w/2"/>
                                          </p:val>
                                        </p:tav>
                                        <p:tav tm="100000">
                                          <p:val>
                                            <p:strVal val="#ppt_x"/>
                                          </p:val>
                                        </p:tav>
                                      </p:tavLst>
                                    </p:anim>
                                    <p:anim calcmode="lin" valueType="num">
                                      <p:cBhvr additive="base">
                                        <p:cTn id="80" dur="500" fill="hold"/>
                                        <p:tgtEl>
                                          <p:spTgt spid="13386"/>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10" fill="hold" grpId="0" nodeType="clickEffect">
                                  <p:stCondLst>
                                    <p:cond delay="0"/>
                                  </p:stCondLst>
                                  <p:childTnLst>
                                    <p:set>
                                      <p:cBhvr>
                                        <p:cTn id="84" dur="1" fill="hold">
                                          <p:stCondLst>
                                            <p:cond delay="0"/>
                                          </p:stCondLst>
                                        </p:cTn>
                                        <p:tgtEl>
                                          <p:spTgt spid="13387"/>
                                        </p:tgtEl>
                                        <p:attrNameLst>
                                          <p:attrName>style.visibility</p:attrName>
                                        </p:attrNameLst>
                                      </p:cBhvr>
                                      <p:to>
                                        <p:strVal val="visible"/>
                                      </p:to>
                                    </p:set>
                                    <p:anim calcmode="lin" valueType="num">
                                      <p:cBhvr>
                                        <p:cTn id="85" dur="500" fill="hold"/>
                                        <p:tgtEl>
                                          <p:spTgt spid="13387"/>
                                        </p:tgtEl>
                                        <p:attrNameLst>
                                          <p:attrName>ppt_w</p:attrName>
                                        </p:attrNameLst>
                                      </p:cBhvr>
                                      <p:tavLst>
                                        <p:tav tm="0">
                                          <p:val>
                                            <p:fltVal val="0"/>
                                          </p:val>
                                        </p:tav>
                                        <p:tav tm="100000">
                                          <p:val>
                                            <p:strVal val="#ppt_w"/>
                                          </p:val>
                                        </p:tav>
                                      </p:tavLst>
                                    </p:anim>
                                    <p:anim calcmode="lin" valueType="num">
                                      <p:cBhvr>
                                        <p:cTn id="86" dur="500" fill="hold"/>
                                        <p:tgtEl>
                                          <p:spTgt spid="13387"/>
                                        </p:tgtEl>
                                        <p:attrNameLst>
                                          <p:attrName>ppt_h</p:attrName>
                                        </p:attrNameLst>
                                      </p:cBhvr>
                                      <p:tavLst>
                                        <p:tav tm="0">
                                          <p:val>
                                            <p:strVal val="#ppt_h"/>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18" presetClass="entr" presetSubtype="6" fill="hold" nodeType="clickEffect">
                                  <p:stCondLst>
                                    <p:cond delay="0"/>
                                  </p:stCondLst>
                                  <p:childTnLst>
                                    <p:set>
                                      <p:cBhvr>
                                        <p:cTn id="90" dur="1" fill="hold">
                                          <p:stCondLst>
                                            <p:cond delay="0"/>
                                          </p:stCondLst>
                                        </p:cTn>
                                        <p:tgtEl>
                                          <p:spTgt spid="13330"/>
                                        </p:tgtEl>
                                        <p:attrNameLst>
                                          <p:attrName>style.visibility</p:attrName>
                                        </p:attrNameLst>
                                      </p:cBhvr>
                                      <p:to>
                                        <p:strVal val="visible"/>
                                      </p:to>
                                    </p:set>
                                    <p:animEffect transition="in" filter="strips(downRight)">
                                      <p:cBhvr>
                                        <p:cTn id="91" dur="500"/>
                                        <p:tgtEl>
                                          <p:spTgt spid="13330"/>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8" presetClass="entr" presetSubtype="3" fill="hold" nodeType="clickEffect">
                                  <p:stCondLst>
                                    <p:cond delay="0"/>
                                  </p:stCondLst>
                                  <p:childTnLst>
                                    <p:set>
                                      <p:cBhvr>
                                        <p:cTn id="95" dur="1" fill="hold">
                                          <p:stCondLst>
                                            <p:cond delay="0"/>
                                          </p:stCondLst>
                                        </p:cTn>
                                        <p:tgtEl>
                                          <p:spTgt spid="13316"/>
                                        </p:tgtEl>
                                        <p:attrNameLst>
                                          <p:attrName>style.visibility</p:attrName>
                                        </p:attrNameLst>
                                      </p:cBhvr>
                                      <p:to>
                                        <p:strVal val="visible"/>
                                      </p:to>
                                    </p:set>
                                    <p:animEffect transition="in" filter="strips(upRight)">
                                      <p:cBhvr>
                                        <p:cTn id="96" dur="500"/>
                                        <p:tgtEl>
                                          <p:spTgt spid="1331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8" presetClass="entr" presetSubtype="6" fill="hold" nodeType="clickEffect">
                                  <p:stCondLst>
                                    <p:cond delay="0"/>
                                  </p:stCondLst>
                                  <p:childTnLst>
                                    <p:set>
                                      <p:cBhvr>
                                        <p:cTn id="100" dur="1" fill="hold">
                                          <p:stCondLst>
                                            <p:cond delay="0"/>
                                          </p:stCondLst>
                                        </p:cTn>
                                        <p:tgtEl>
                                          <p:spTgt spid="13378"/>
                                        </p:tgtEl>
                                        <p:attrNameLst>
                                          <p:attrName>style.visibility</p:attrName>
                                        </p:attrNameLst>
                                      </p:cBhvr>
                                      <p:to>
                                        <p:strVal val="visible"/>
                                      </p:to>
                                    </p:set>
                                    <p:animEffect transition="in" filter="strips(downRight)">
                                      <p:cBhvr>
                                        <p:cTn id="101" dur="500"/>
                                        <p:tgtEl>
                                          <p:spTgt spid="1337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nodeType="clickEffect">
                                  <p:stCondLst>
                                    <p:cond delay="0"/>
                                  </p:stCondLst>
                                  <p:childTnLst>
                                    <p:set>
                                      <p:cBhvr>
                                        <p:cTn id="105" dur="1" fill="hold">
                                          <p:stCondLst>
                                            <p:cond delay="0"/>
                                          </p:stCondLst>
                                        </p:cTn>
                                        <p:tgtEl>
                                          <p:spTgt spid="6"/>
                                        </p:tgtEl>
                                        <p:attrNameLst>
                                          <p:attrName>style.visibility</p:attrName>
                                        </p:attrNameLst>
                                      </p:cBhvr>
                                      <p:to>
                                        <p:strVal val="visible"/>
                                      </p:to>
                                    </p:set>
                                    <p:anim calcmode="lin" valueType="num">
                                      <p:cBhvr>
                                        <p:cTn id="106" dur="500" fill="hold"/>
                                        <p:tgtEl>
                                          <p:spTgt spid="6"/>
                                        </p:tgtEl>
                                        <p:attrNameLst>
                                          <p:attrName>ppt_w</p:attrName>
                                        </p:attrNameLst>
                                      </p:cBhvr>
                                      <p:tavLst>
                                        <p:tav tm="0">
                                          <p:val>
                                            <p:fltVal val="0"/>
                                          </p:val>
                                        </p:tav>
                                        <p:tav tm="100000">
                                          <p:val>
                                            <p:strVal val="#ppt_w"/>
                                          </p:val>
                                        </p:tav>
                                      </p:tavLst>
                                    </p:anim>
                                    <p:anim calcmode="lin" valueType="num">
                                      <p:cBhvr>
                                        <p:cTn id="107"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 presetClass="entr" presetSubtype="8" fill="hold" nodeType="clickEffect">
                                  <p:stCondLst>
                                    <p:cond delay="0"/>
                                  </p:stCondLst>
                                  <p:childTnLst>
                                    <p:set>
                                      <p:cBhvr>
                                        <p:cTn id="111" dur="1" fill="hold">
                                          <p:stCondLst>
                                            <p:cond delay="0"/>
                                          </p:stCondLst>
                                        </p:cTn>
                                        <p:tgtEl>
                                          <p:spTgt spid="7"/>
                                        </p:tgtEl>
                                        <p:attrNameLst>
                                          <p:attrName>style.visibility</p:attrName>
                                        </p:attrNameLst>
                                      </p:cBhvr>
                                      <p:to>
                                        <p:strVal val="visible"/>
                                      </p:to>
                                    </p:set>
                                    <p:anim calcmode="lin" valueType="num">
                                      <p:cBhvr additive="base">
                                        <p:cTn id="112" dur="500" fill="hold"/>
                                        <p:tgtEl>
                                          <p:spTgt spid="7"/>
                                        </p:tgtEl>
                                        <p:attrNameLst>
                                          <p:attrName>ppt_x</p:attrName>
                                        </p:attrNameLst>
                                      </p:cBhvr>
                                      <p:tavLst>
                                        <p:tav tm="0">
                                          <p:val>
                                            <p:strVal val="0-#ppt_w/2"/>
                                          </p:val>
                                        </p:tav>
                                        <p:tav tm="100000">
                                          <p:val>
                                            <p:strVal val="#ppt_x"/>
                                          </p:val>
                                        </p:tav>
                                      </p:tavLst>
                                    </p:anim>
                                    <p:anim calcmode="lin" valueType="num">
                                      <p:cBhvr additive="base">
                                        <p:cTn id="1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8" presetClass="entr" presetSubtype="3" fill="hold" nodeType="clickEffect">
                                  <p:stCondLst>
                                    <p:cond delay="0"/>
                                  </p:stCondLst>
                                  <p:childTnLst>
                                    <p:set>
                                      <p:cBhvr>
                                        <p:cTn id="117" dur="1" fill="hold">
                                          <p:stCondLst>
                                            <p:cond delay="0"/>
                                          </p:stCondLst>
                                        </p:cTn>
                                        <p:tgtEl>
                                          <p:spTgt spid="13331"/>
                                        </p:tgtEl>
                                        <p:attrNameLst>
                                          <p:attrName>style.visibility</p:attrName>
                                        </p:attrNameLst>
                                      </p:cBhvr>
                                      <p:to>
                                        <p:strVal val="visible"/>
                                      </p:to>
                                    </p:set>
                                    <p:animEffect transition="in" filter="strips(upRight)">
                                      <p:cBhvr>
                                        <p:cTn id="118" dur="500"/>
                                        <p:tgtEl>
                                          <p:spTgt spid="1333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8" presetClass="entr" presetSubtype="3" fill="hold" nodeType="clickEffect">
                                  <p:stCondLst>
                                    <p:cond delay="0"/>
                                  </p:stCondLst>
                                  <p:childTnLst>
                                    <p:set>
                                      <p:cBhvr>
                                        <p:cTn id="122" dur="1" fill="hold">
                                          <p:stCondLst>
                                            <p:cond delay="0"/>
                                          </p:stCondLst>
                                        </p:cTn>
                                        <p:tgtEl>
                                          <p:spTgt spid="13324"/>
                                        </p:tgtEl>
                                        <p:attrNameLst>
                                          <p:attrName>style.visibility</p:attrName>
                                        </p:attrNameLst>
                                      </p:cBhvr>
                                      <p:to>
                                        <p:strVal val="visible"/>
                                      </p:to>
                                    </p:set>
                                    <p:animEffect transition="in" filter="strips(upRight)">
                                      <p:cBhvr>
                                        <p:cTn id="123" dur="500"/>
                                        <p:tgtEl>
                                          <p:spTgt spid="13324"/>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8" presetClass="entr" presetSubtype="3" fill="hold" nodeType="clickEffect">
                                  <p:stCondLst>
                                    <p:cond delay="0"/>
                                  </p:stCondLst>
                                  <p:childTnLst>
                                    <p:set>
                                      <p:cBhvr>
                                        <p:cTn id="127" dur="1" fill="hold">
                                          <p:stCondLst>
                                            <p:cond delay="0"/>
                                          </p:stCondLst>
                                        </p:cTn>
                                        <p:tgtEl>
                                          <p:spTgt spid="13332"/>
                                        </p:tgtEl>
                                        <p:attrNameLst>
                                          <p:attrName>style.visibility</p:attrName>
                                        </p:attrNameLst>
                                      </p:cBhvr>
                                      <p:to>
                                        <p:strVal val="visible"/>
                                      </p:to>
                                    </p:set>
                                    <p:animEffect transition="in" filter="strips(upRight)">
                                      <p:cBhvr>
                                        <p:cTn id="128" dur="500"/>
                                        <p:tgtEl>
                                          <p:spTgt spid="1333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8" presetClass="entr" presetSubtype="3" fill="hold" nodeType="clickEffect">
                                  <p:stCondLst>
                                    <p:cond delay="0"/>
                                  </p:stCondLst>
                                  <p:childTnLst>
                                    <p:set>
                                      <p:cBhvr>
                                        <p:cTn id="132" dur="1" fill="hold">
                                          <p:stCondLst>
                                            <p:cond delay="0"/>
                                          </p:stCondLst>
                                        </p:cTn>
                                        <p:tgtEl>
                                          <p:spTgt spid="13323"/>
                                        </p:tgtEl>
                                        <p:attrNameLst>
                                          <p:attrName>style.visibility</p:attrName>
                                        </p:attrNameLst>
                                      </p:cBhvr>
                                      <p:to>
                                        <p:strVal val="visible"/>
                                      </p:to>
                                    </p:set>
                                    <p:animEffect transition="in" filter="strips(upRight)">
                                      <p:cBhvr>
                                        <p:cTn id="133" dur="500"/>
                                        <p:tgtEl>
                                          <p:spTgt spid="13323"/>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8" presetClass="entr" presetSubtype="3" fill="hold" nodeType="clickEffect">
                                  <p:stCondLst>
                                    <p:cond delay="0"/>
                                  </p:stCondLst>
                                  <p:childTnLst>
                                    <p:set>
                                      <p:cBhvr>
                                        <p:cTn id="137" dur="1" fill="hold">
                                          <p:stCondLst>
                                            <p:cond delay="0"/>
                                          </p:stCondLst>
                                        </p:cTn>
                                        <p:tgtEl>
                                          <p:spTgt spid="13333"/>
                                        </p:tgtEl>
                                        <p:attrNameLst>
                                          <p:attrName>style.visibility</p:attrName>
                                        </p:attrNameLst>
                                      </p:cBhvr>
                                      <p:to>
                                        <p:strVal val="visible"/>
                                      </p:to>
                                    </p:set>
                                    <p:animEffect transition="in" filter="strips(upRight)">
                                      <p:cBhvr>
                                        <p:cTn id="138" dur="500"/>
                                        <p:tgtEl>
                                          <p:spTgt spid="13333"/>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8" presetClass="entr" presetSubtype="3" fill="hold" nodeType="clickEffect">
                                  <p:stCondLst>
                                    <p:cond delay="0"/>
                                  </p:stCondLst>
                                  <p:childTnLst>
                                    <p:set>
                                      <p:cBhvr>
                                        <p:cTn id="142" dur="1" fill="hold">
                                          <p:stCondLst>
                                            <p:cond delay="0"/>
                                          </p:stCondLst>
                                        </p:cTn>
                                        <p:tgtEl>
                                          <p:spTgt spid="13325"/>
                                        </p:tgtEl>
                                        <p:attrNameLst>
                                          <p:attrName>style.visibility</p:attrName>
                                        </p:attrNameLst>
                                      </p:cBhvr>
                                      <p:to>
                                        <p:strVal val="visible"/>
                                      </p:to>
                                    </p:set>
                                    <p:animEffect transition="in" filter="strips(upRight)">
                                      <p:cBhvr>
                                        <p:cTn id="143" dur="500"/>
                                        <p:tgtEl>
                                          <p:spTgt spid="13325"/>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8" presetClass="entr" presetSubtype="3" fill="hold" nodeType="clickEffect">
                                  <p:stCondLst>
                                    <p:cond delay="0"/>
                                  </p:stCondLst>
                                  <p:childTnLst>
                                    <p:set>
                                      <p:cBhvr>
                                        <p:cTn id="147" dur="1" fill="hold">
                                          <p:stCondLst>
                                            <p:cond delay="0"/>
                                          </p:stCondLst>
                                        </p:cTn>
                                        <p:tgtEl>
                                          <p:spTgt spid="13334"/>
                                        </p:tgtEl>
                                        <p:attrNameLst>
                                          <p:attrName>style.visibility</p:attrName>
                                        </p:attrNameLst>
                                      </p:cBhvr>
                                      <p:to>
                                        <p:strVal val="visible"/>
                                      </p:to>
                                    </p:set>
                                    <p:animEffect transition="in" filter="strips(upRight)">
                                      <p:cBhvr>
                                        <p:cTn id="148" dur="500"/>
                                        <p:tgtEl>
                                          <p:spTgt spid="13334"/>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8" presetClass="entr" presetSubtype="6" fill="hold" nodeType="clickEffect">
                                  <p:stCondLst>
                                    <p:cond delay="0"/>
                                  </p:stCondLst>
                                  <p:childTnLst>
                                    <p:set>
                                      <p:cBhvr>
                                        <p:cTn id="152" dur="1" fill="hold">
                                          <p:stCondLst>
                                            <p:cond delay="0"/>
                                          </p:stCondLst>
                                        </p:cTn>
                                        <p:tgtEl>
                                          <p:spTgt spid="13328"/>
                                        </p:tgtEl>
                                        <p:attrNameLst>
                                          <p:attrName>style.visibility</p:attrName>
                                        </p:attrNameLst>
                                      </p:cBhvr>
                                      <p:to>
                                        <p:strVal val="visible"/>
                                      </p:to>
                                    </p:set>
                                    <p:animEffect transition="in" filter="strips(downRight)">
                                      <p:cBhvr>
                                        <p:cTn id="153" dur="500"/>
                                        <p:tgtEl>
                                          <p:spTgt spid="13328"/>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3" presetClass="entr" presetSubtype="16" fill="hold" nodeType="clickEffect">
                                  <p:stCondLst>
                                    <p:cond delay="0"/>
                                  </p:stCondLst>
                                  <p:childTnLst>
                                    <p:set>
                                      <p:cBhvr>
                                        <p:cTn id="157" dur="1" fill="hold">
                                          <p:stCondLst>
                                            <p:cond delay="0"/>
                                          </p:stCondLst>
                                        </p:cTn>
                                        <p:tgtEl>
                                          <p:spTgt spid="2"/>
                                        </p:tgtEl>
                                        <p:attrNameLst>
                                          <p:attrName>style.visibility</p:attrName>
                                        </p:attrNameLst>
                                      </p:cBhvr>
                                      <p:to>
                                        <p:strVal val="visible"/>
                                      </p:to>
                                    </p:set>
                                    <p:anim calcmode="lin" valueType="num">
                                      <p:cBhvr>
                                        <p:cTn id="158" dur="500" fill="hold"/>
                                        <p:tgtEl>
                                          <p:spTgt spid="2"/>
                                        </p:tgtEl>
                                        <p:attrNameLst>
                                          <p:attrName>ppt_w</p:attrName>
                                        </p:attrNameLst>
                                      </p:cBhvr>
                                      <p:tavLst>
                                        <p:tav tm="0">
                                          <p:val>
                                            <p:fltVal val="0"/>
                                          </p:val>
                                        </p:tav>
                                        <p:tav tm="100000">
                                          <p:val>
                                            <p:strVal val="#ppt_w"/>
                                          </p:val>
                                        </p:tav>
                                      </p:tavLst>
                                    </p:anim>
                                    <p:anim calcmode="lin" valueType="num">
                                      <p:cBhvr>
                                        <p:cTn id="15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8" presetClass="entr" presetSubtype="6" fill="hold" nodeType="clickEffect">
                                  <p:stCondLst>
                                    <p:cond delay="0"/>
                                  </p:stCondLst>
                                  <p:childTnLst>
                                    <p:set>
                                      <p:cBhvr>
                                        <p:cTn id="163" dur="1" fill="hold">
                                          <p:stCondLst>
                                            <p:cond delay="0"/>
                                          </p:stCondLst>
                                        </p:cTn>
                                        <p:tgtEl>
                                          <p:spTgt spid="13343"/>
                                        </p:tgtEl>
                                        <p:attrNameLst>
                                          <p:attrName>style.visibility</p:attrName>
                                        </p:attrNameLst>
                                      </p:cBhvr>
                                      <p:to>
                                        <p:strVal val="visible"/>
                                      </p:to>
                                    </p:set>
                                    <p:animEffect transition="in" filter="strips(downRight)">
                                      <p:cBhvr>
                                        <p:cTn id="164" dur="500"/>
                                        <p:tgtEl>
                                          <p:spTgt spid="13343"/>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8" presetClass="entr" presetSubtype="6" fill="hold" nodeType="clickEffect">
                                  <p:stCondLst>
                                    <p:cond delay="0"/>
                                  </p:stCondLst>
                                  <p:childTnLst>
                                    <p:set>
                                      <p:cBhvr>
                                        <p:cTn id="168" dur="1" fill="hold">
                                          <p:stCondLst>
                                            <p:cond delay="0"/>
                                          </p:stCondLst>
                                        </p:cTn>
                                        <p:tgtEl>
                                          <p:spTgt spid="13326"/>
                                        </p:tgtEl>
                                        <p:attrNameLst>
                                          <p:attrName>style.visibility</p:attrName>
                                        </p:attrNameLst>
                                      </p:cBhvr>
                                      <p:to>
                                        <p:strVal val="visible"/>
                                      </p:to>
                                    </p:set>
                                    <p:animEffect transition="in" filter="strips(downRight)">
                                      <p:cBhvr>
                                        <p:cTn id="169" dur="500"/>
                                        <p:tgtEl>
                                          <p:spTgt spid="13326"/>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8" presetClass="entr" presetSubtype="6" fill="hold" nodeType="clickEffect">
                                  <p:stCondLst>
                                    <p:cond delay="0"/>
                                  </p:stCondLst>
                                  <p:childTnLst>
                                    <p:set>
                                      <p:cBhvr>
                                        <p:cTn id="173" dur="1" fill="hold">
                                          <p:stCondLst>
                                            <p:cond delay="0"/>
                                          </p:stCondLst>
                                        </p:cTn>
                                        <p:tgtEl>
                                          <p:spTgt spid="13327"/>
                                        </p:tgtEl>
                                        <p:attrNameLst>
                                          <p:attrName>style.visibility</p:attrName>
                                        </p:attrNameLst>
                                      </p:cBhvr>
                                      <p:to>
                                        <p:strVal val="visible"/>
                                      </p:to>
                                    </p:set>
                                    <p:animEffect transition="in" filter="strips(downRight)">
                                      <p:cBhvr>
                                        <p:cTn id="174" dur="500"/>
                                        <p:tgtEl>
                                          <p:spTgt spid="13327"/>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8" presetClass="entr" presetSubtype="6" fill="hold" nodeType="clickEffect">
                                  <p:stCondLst>
                                    <p:cond delay="0"/>
                                  </p:stCondLst>
                                  <p:childTnLst>
                                    <p:set>
                                      <p:cBhvr>
                                        <p:cTn id="178" dur="1" fill="hold">
                                          <p:stCondLst>
                                            <p:cond delay="0"/>
                                          </p:stCondLst>
                                        </p:cTn>
                                        <p:tgtEl>
                                          <p:spTgt spid="13335"/>
                                        </p:tgtEl>
                                        <p:attrNameLst>
                                          <p:attrName>style.visibility</p:attrName>
                                        </p:attrNameLst>
                                      </p:cBhvr>
                                      <p:to>
                                        <p:strVal val="visible"/>
                                      </p:to>
                                    </p:set>
                                    <p:animEffect transition="in" filter="strips(downRight)">
                                      <p:cBhvr>
                                        <p:cTn id="179" dur="500"/>
                                        <p:tgtEl>
                                          <p:spTgt spid="13335"/>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8" presetClass="entr" presetSubtype="6" fill="hold" nodeType="clickEffect">
                                  <p:stCondLst>
                                    <p:cond delay="0"/>
                                  </p:stCondLst>
                                  <p:childTnLst>
                                    <p:set>
                                      <p:cBhvr>
                                        <p:cTn id="183" dur="1" fill="hold">
                                          <p:stCondLst>
                                            <p:cond delay="0"/>
                                          </p:stCondLst>
                                        </p:cTn>
                                        <p:tgtEl>
                                          <p:spTgt spid="13336"/>
                                        </p:tgtEl>
                                        <p:attrNameLst>
                                          <p:attrName>style.visibility</p:attrName>
                                        </p:attrNameLst>
                                      </p:cBhvr>
                                      <p:to>
                                        <p:strVal val="visible"/>
                                      </p:to>
                                    </p:set>
                                    <p:animEffect transition="in" filter="strips(downRight)">
                                      <p:cBhvr>
                                        <p:cTn id="184" dur="500"/>
                                        <p:tgtEl>
                                          <p:spTgt spid="13336"/>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8" presetClass="entr" presetSubtype="6" fill="hold" nodeType="clickEffect">
                                  <p:stCondLst>
                                    <p:cond delay="0"/>
                                  </p:stCondLst>
                                  <p:childTnLst>
                                    <p:set>
                                      <p:cBhvr>
                                        <p:cTn id="188" dur="1" fill="hold">
                                          <p:stCondLst>
                                            <p:cond delay="0"/>
                                          </p:stCondLst>
                                        </p:cTn>
                                        <p:tgtEl>
                                          <p:spTgt spid="13339"/>
                                        </p:tgtEl>
                                        <p:attrNameLst>
                                          <p:attrName>style.visibility</p:attrName>
                                        </p:attrNameLst>
                                      </p:cBhvr>
                                      <p:to>
                                        <p:strVal val="visible"/>
                                      </p:to>
                                    </p:set>
                                    <p:animEffect transition="in" filter="strips(downRight)">
                                      <p:cBhvr>
                                        <p:cTn id="189" dur="500"/>
                                        <p:tgtEl>
                                          <p:spTgt spid="13339"/>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18" presetClass="entr" presetSubtype="6" fill="hold" nodeType="clickEffect">
                                  <p:stCondLst>
                                    <p:cond delay="0"/>
                                  </p:stCondLst>
                                  <p:childTnLst>
                                    <p:set>
                                      <p:cBhvr>
                                        <p:cTn id="193" dur="1" fill="hold">
                                          <p:stCondLst>
                                            <p:cond delay="0"/>
                                          </p:stCondLst>
                                        </p:cTn>
                                        <p:tgtEl>
                                          <p:spTgt spid="13337"/>
                                        </p:tgtEl>
                                        <p:attrNameLst>
                                          <p:attrName>style.visibility</p:attrName>
                                        </p:attrNameLst>
                                      </p:cBhvr>
                                      <p:to>
                                        <p:strVal val="visible"/>
                                      </p:to>
                                    </p:set>
                                    <p:animEffect transition="in" filter="strips(downRight)">
                                      <p:cBhvr>
                                        <p:cTn id="194" dur="500"/>
                                        <p:tgtEl>
                                          <p:spTgt spid="13337"/>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8" presetClass="entr" presetSubtype="6" fill="hold" nodeType="clickEffect">
                                  <p:stCondLst>
                                    <p:cond delay="0"/>
                                  </p:stCondLst>
                                  <p:childTnLst>
                                    <p:set>
                                      <p:cBhvr>
                                        <p:cTn id="198" dur="1" fill="hold">
                                          <p:stCondLst>
                                            <p:cond delay="0"/>
                                          </p:stCondLst>
                                        </p:cTn>
                                        <p:tgtEl>
                                          <p:spTgt spid="13340"/>
                                        </p:tgtEl>
                                        <p:attrNameLst>
                                          <p:attrName>style.visibility</p:attrName>
                                        </p:attrNameLst>
                                      </p:cBhvr>
                                      <p:to>
                                        <p:strVal val="visible"/>
                                      </p:to>
                                    </p:set>
                                    <p:animEffect transition="in" filter="strips(downRight)">
                                      <p:cBhvr>
                                        <p:cTn id="199" dur="500"/>
                                        <p:tgtEl>
                                          <p:spTgt spid="13340"/>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8" presetClass="entr" presetSubtype="6" fill="hold" nodeType="clickEffect">
                                  <p:stCondLst>
                                    <p:cond delay="0"/>
                                  </p:stCondLst>
                                  <p:childTnLst>
                                    <p:set>
                                      <p:cBhvr>
                                        <p:cTn id="203" dur="1" fill="hold">
                                          <p:stCondLst>
                                            <p:cond delay="0"/>
                                          </p:stCondLst>
                                        </p:cTn>
                                        <p:tgtEl>
                                          <p:spTgt spid="13338"/>
                                        </p:tgtEl>
                                        <p:attrNameLst>
                                          <p:attrName>style.visibility</p:attrName>
                                        </p:attrNameLst>
                                      </p:cBhvr>
                                      <p:to>
                                        <p:strVal val="visible"/>
                                      </p:to>
                                    </p:set>
                                    <p:animEffect transition="in" filter="strips(downRight)">
                                      <p:cBhvr>
                                        <p:cTn id="204" dur="500"/>
                                        <p:tgtEl>
                                          <p:spTgt spid="13338"/>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8" presetClass="entr" presetSubtype="6" fill="hold" nodeType="clickEffect">
                                  <p:stCondLst>
                                    <p:cond delay="0"/>
                                  </p:stCondLst>
                                  <p:childTnLst>
                                    <p:set>
                                      <p:cBhvr>
                                        <p:cTn id="208" dur="1" fill="hold">
                                          <p:stCondLst>
                                            <p:cond delay="0"/>
                                          </p:stCondLst>
                                        </p:cTn>
                                        <p:tgtEl>
                                          <p:spTgt spid="13341"/>
                                        </p:tgtEl>
                                        <p:attrNameLst>
                                          <p:attrName>style.visibility</p:attrName>
                                        </p:attrNameLst>
                                      </p:cBhvr>
                                      <p:to>
                                        <p:strVal val="visible"/>
                                      </p:to>
                                    </p:set>
                                    <p:animEffect transition="in" filter="strips(downRight)">
                                      <p:cBhvr>
                                        <p:cTn id="209" dur="500"/>
                                        <p:tgtEl>
                                          <p:spTgt spid="13341"/>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8" presetClass="entr" presetSubtype="6" fill="hold" nodeType="clickEffect">
                                  <p:stCondLst>
                                    <p:cond delay="0"/>
                                  </p:stCondLst>
                                  <p:childTnLst>
                                    <p:set>
                                      <p:cBhvr>
                                        <p:cTn id="213" dur="1" fill="hold">
                                          <p:stCondLst>
                                            <p:cond delay="0"/>
                                          </p:stCondLst>
                                        </p:cTn>
                                        <p:tgtEl>
                                          <p:spTgt spid="13342"/>
                                        </p:tgtEl>
                                        <p:attrNameLst>
                                          <p:attrName>style.visibility</p:attrName>
                                        </p:attrNameLst>
                                      </p:cBhvr>
                                      <p:to>
                                        <p:strVal val="visible"/>
                                      </p:to>
                                    </p:set>
                                    <p:animEffect transition="in" filter="strips(downRight)">
                                      <p:cBhvr>
                                        <p:cTn id="214" dur="500"/>
                                        <p:tgtEl>
                                          <p:spTgt spid="13342"/>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8" presetClass="entr" presetSubtype="6" fill="hold" nodeType="clickEffect">
                                  <p:stCondLst>
                                    <p:cond delay="0"/>
                                  </p:stCondLst>
                                  <p:childTnLst>
                                    <p:set>
                                      <p:cBhvr>
                                        <p:cTn id="218" dur="1" fill="hold">
                                          <p:stCondLst>
                                            <p:cond delay="0"/>
                                          </p:stCondLst>
                                        </p:cTn>
                                        <p:tgtEl>
                                          <p:spTgt spid="4"/>
                                        </p:tgtEl>
                                        <p:attrNameLst>
                                          <p:attrName>style.visibility</p:attrName>
                                        </p:attrNameLst>
                                      </p:cBhvr>
                                      <p:to>
                                        <p:strVal val="visible"/>
                                      </p:to>
                                    </p:set>
                                    <p:animEffect transition="in" filter="strips(downRight)">
                                      <p:cBhvr>
                                        <p:cTn id="219" dur="500"/>
                                        <p:tgtEl>
                                          <p:spTgt spid="4"/>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8" presetClass="entr" presetSubtype="6" fill="hold" nodeType="clickEffect">
                                  <p:stCondLst>
                                    <p:cond delay="0"/>
                                  </p:stCondLst>
                                  <p:childTnLst>
                                    <p:set>
                                      <p:cBhvr>
                                        <p:cTn id="223" dur="1" fill="hold">
                                          <p:stCondLst>
                                            <p:cond delay="0"/>
                                          </p:stCondLst>
                                        </p:cTn>
                                        <p:tgtEl>
                                          <p:spTgt spid="13367"/>
                                        </p:tgtEl>
                                        <p:attrNameLst>
                                          <p:attrName>style.visibility</p:attrName>
                                        </p:attrNameLst>
                                      </p:cBhvr>
                                      <p:to>
                                        <p:strVal val="visible"/>
                                      </p:to>
                                    </p:set>
                                    <p:animEffect transition="in" filter="strips(downRight)">
                                      <p:cBhvr>
                                        <p:cTn id="224" dur="500"/>
                                        <p:tgtEl>
                                          <p:spTgt spid="13367"/>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18" presetClass="entr" presetSubtype="12" fill="hold" nodeType="clickEffect">
                                  <p:stCondLst>
                                    <p:cond delay="0"/>
                                  </p:stCondLst>
                                  <p:childTnLst>
                                    <p:set>
                                      <p:cBhvr>
                                        <p:cTn id="228" dur="1" fill="hold">
                                          <p:stCondLst>
                                            <p:cond delay="0"/>
                                          </p:stCondLst>
                                        </p:cTn>
                                        <p:tgtEl>
                                          <p:spTgt spid="13368"/>
                                        </p:tgtEl>
                                        <p:attrNameLst>
                                          <p:attrName>style.visibility</p:attrName>
                                        </p:attrNameLst>
                                      </p:cBhvr>
                                      <p:to>
                                        <p:strVal val="visible"/>
                                      </p:to>
                                    </p:set>
                                    <p:animEffect transition="in" filter="strips(downLeft)">
                                      <p:cBhvr>
                                        <p:cTn id="229" dur="500"/>
                                        <p:tgtEl>
                                          <p:spTgt spid="13368"/>
                                        </p:tgtEl>
                                      </p:cBhvr>
                                    </p:animEffec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8" presetClass="entr" presetSubtype="9" fill="hold" nodeType="clickEffect">
                                  <p:stCondLst>
                                    <p:cond delay="0"/>
                                  </p:stCondLst>
                                  <p:childTnLst>
                                    <p:set>
                                      <p:cBhvr>
                                        <p:cTn id="233" dur="1" fill="hold">
                                          <p:stCondLst>
                                            <p:cond delay="0"/>
                                          </p:stCondLst>
                                        </p:cTn>
                                        <p:tgtEl>
                                          <p:spTgt spid="13369"/>
                                        </p:tgtEl>
                                        <p:attrNameLst>
                                          <p:attrName>style.visibility</p:attrName>
                                        </p:attrNameLst>
                                      </p:cBhvr>
                                      <p:to>
                                        <p:strVal val="visible"/>
                                      </p:to>
                                    </p:set>
                                    <p:animEffect transition="in" filter="strips(upLeft)">
                                      <p:cBhvr>
                                        <p:cTn id="234" dur="500"/>
                                        <p:tgtEl>
                                          <p:spTgt spid="13369"/>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8" presetClass="entr" presetSubtype="9" fill="hold" nodeType="clickEffect">
                                  <p:stCondLst>
                                    <p:cond delay="0"/>
                                  </p:stCondLst>
                                  <p:childTnLst>
                                    <p:set>
                                      <p:cBhvr>
                                        <p:cTn id="238" dur="1" fill="hold">
                                          <p:stCondLst>
                                            <p:cond delay="0"/>
                                          </p:stCondLst>
                                        </p:cTn>
                                        <p:tgtEl>
                                          <p:spTgt spid="13373"/>
                                        </p:tgtEl>
                                        <p:attrNameLst>
                                          <p:attrName>style.visibility</p:attrName>
                                        </p:attrNameLst>
                                      </p:cBhvr>
                                      <p:to>
                                        <p:strVal val="visible"/>
                                      </p:to>
                                    </p:set>
                                    <p:animEffect transition="in" filter="strips(upLeft)">
                                      <p:cBhvr>
                                        <p:cTn id="239" dur="500"/>
                                        <p:tgtEl>
                                          <p:spTgt spid="13373"/>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8" presetClass="entr" presetSubtype="3" fill="hold" nodeType="clickEffect">
                                  <p:stCondLst>
                                    <p:cond delay="0"/>
                                  </p:stCondLst>
                                  <p:childTnLst>
                                    <p:set>
                                      <p:cBhvr>
                                        <p:cTn id="243" dur="1" fill="hold">
                                          <p:stCondLst>
                                            <p:cond delay="0"/>
                                          </p:stCondLst>
                                        </p:cTn>
                                        <p:tgtEl>
                                          <p:spTgt spid="13370"/>
                                        </p:tgtEl>
                                        <p:attrNameLst>
                                          <p:attrName>style.visibility</p:attrName>
                                        </p:attrNameLst>
                                      </p:cBhvr>
                                      <p:to>
                                        <p:strVal val="visible"/>
                                      </p:to>
                                    </p:set>
                                    <p:animEffect transition="in" filter="strips(upRight)">
                                      <p:cBhvr>
                                        <p:cTn id="244" dur="500"/>
                                        <p:tgtEl>
                                          <p:spTgt spid="13370"/>
                                        </p:tgtEl>
                                      </p:cBhvr>
                                    </p:animEffec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8" presetClass="entr" presetSubtype="6" fill="hold" nodeType="clickEffect">
                                  <p:stCondLst>
                                    <p:cond delay="0"/>
                                  </p:stCondLst>
                                  <p:childTnLst>
                                    <p:set>
                                      <p:cBhvr>
                                        <p:cTn id="248" dur="1" fill="hold">
                                          <p:stCondLst>
                                            <p:cond delay="0"/>
                                          </p:stCondLst>
                                        </p:cTn>
                                        <p:tgtEl>
                                          <p:spTgt spid="13371"/>
                                        </p:tgtEl>
                                        <p:attrNameLst>
                                          <p:attrName>style.visibility</p:attrName>
                                        </p:attrNameLst>
                                      </p:cBhvr>
                                      <p:to>
                                        <p:strVal val="visible"/>
                                      </p:to>
                                    </p:set>
                                    <p:animEffect transition="in" filter="strips(downRight)">
                                      <p:cBhvr>
                                        <p:cTn id="249" dur="500"/>
                                        <p:tgtEl>
                                          <p:spTgt spid="13371"/>
                                        </p:tgtEl>
                                      </p:cBhvr>
                                    </p:animEffect>
                                  </p:childTnLst>
                                </p:cTn>
                              </p:par>
                            </p:childTnLst>
                          </p:cTn>
                        </p:par>
                      </p:childTnLst>
                    </p:cTn>
                  </p:par>
                  <p:par>
                    <p:cTn id="250" fill="hold" nodeType="clickPar">
                      <p:stCondLst>
                        <p:cond delay="indefinite"/>
                      </p:stCondLst>
                      <p:childTnLst>
                        <p:par>
                          <p:cTn id="251" fill="hold" nodeType="withGroup">
                            <p:stCondLst>
                              <p:cond delay="0"/>
                            </p:stCondLst>
                            <p:childTnLst>
                              <p:par>
                                <p:cTn id="252" presetID="18" presetClass="entr" presetSubtype="6" fill="hold" nodeType="clickEffect">
                                  <p:stCondLst>
                                    <p:cond delay="0"/>
                                  </p:stCondLst>
                                  <p:childTnLst>
                                    <p:set>
                                      <p:cBhvr>
                                        <p:cTn id="253" dur="1" fill="hold">
                                          <p:stCondLst>
                                            <p:cond delay="0"/>
                                          </p:stCondLst>
                                        </p:cTn>
                                        <p:tgtEl>
                                          <p:spTgt spid="13372"/>
                                        </p:tgtEl>
                                        <p:attrNameLst>
                                          <p:attrName>style.visibility</p:attrName>
                                        </p:attrNameLst>
                                      </p:cBhvr>
                                      <p:to>
                                        <p:strVal val="visible"/>
                                      </p:to>
                                    </p:set>
                                    <p:animEffect transition="in" filter="strips(downRight)">
                                      <p:cBhvr>
                                        <p:cTn id="254" dur="500"/>
                                        <p:tgtEl>
                                          <p:spTgt spid="13372"/>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8" presetClass="entr" presetSubtype="12" fill="hold" nodeType="clickEffect">
                                  <p:stCondLst>
                                    <p:cond delay="0"/>
                                  </p:stCondLst>
                                  <p:childTnLst>
                                    <p:set>
                                      <p:cBhvr>
                                        <p:cTn id="258" dur="1" fill="hold">
                                          <p:stCondLst>
                                            <p:cond delay="0"/>
                                          </p:stCondLst>
                                        </p:cTn>
                                        <p:tgtEl>
                                          <p:spTgt spid="13374"/>
                                        </p:tgtEl>
                                        <p:attrNameLst>
                                          <p:attrName>style.visibility</p:attrName>
                                        </p:attrNameLst>
                                      </p:cBhvr>
                                      <p:to>
                                        <p:strVal val="visible"/>
                                      </p:to>
                                    </p:set>
                                    <p:animEffect transition="in" filter="strips(downLeft)">
                                      <p:cBhvr>
                                        <p:cTn id="259" dur="500"/>
                                        <p:tgtEl>
                                          <p:spTgt spid="13374"/>
                                        </p:tgtEl>
                                      </p:cBhvr>
                                    </p:animEffec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23" presetClass="entr" presetSubtype="32" fill="hold" grpId="0" nodeType="clickEffect">
                                  <p:stCondLst>
                                    <p:cond delay="0"/>
                                  </p:stCondLst>
                                  <p:childTnLst>
                                    <p:set>
                                      <p:cBhvr>
                                        <p:cTn id="263" dur="1" fill="hold">
                                          <p:stCondLst>
                                            <p:cond delay="0"/>
                                          </p:stCondLst>
                                        </p:cTn>
                                        <p:tgtEl>
                                          <p:spTgt spid="13359"/>
                                        </p:tgtEl>
                                        <p:attrNameLst>
                                          <p:attrName>style.visibility</p:attrName>
                                        </p:attrNameLst>
                                      </p:cBhvr>
                                      <p:to>
                                        <p:strVal val="visible"/>
                                      </p:to>
                                    </p:set>
                                    <p:anim calcmode="lin" valueType="num">
                                      <p:cBhvr>
                                        <p:cTn id="264" dur="500" fill="hold"/>
                                        <p:tgtEl>
                                          <p:spTgt spid="13359"/>
                                        </p:tgtEl>
                                        <p:attrNameLst>
                                          <p:attrName>ppt_w</p:attrName>
                                        </p:attrNameLst>
                                      </p:cBhvr>
                                      <p:tavLst>
                                        <p:tav tm="0">
                                          <p:val>
                                            <p:strVal val="4*#ppt_w"/>
                                          </p:val>
                                        </p:tav>
                                        <p:tav tm="100000">
                                          <p:val>
                                            <p:strVal val="#ppt_w"/>
                                          </p:val>
                                        </p:tav>
                                      </p:tavLst>
                                    </p:anim>
                                    <p:anim calcmode="lin" valueType="num">
                                      <p:cBhvr>
                                        <p:cTn id="265" dur="500" fill="hold"/>
                                        <p:tgtEl>
                                          <p:spTgt spid="13359"/>
                                        </p:tgtEl>
                                        <p:attrNameLst>
                                          <p:attrName>ppt_h</p:attrName>
                                        </p:attrNameLst>
                                      </p:cBhvr>
                                      <p:tavLst>
                                        <p:tav tm="0">
                                          <p:val>
                                            <p:strVal val="4*#ppt_h"/>
                                          </p:val>
                                        </p:tav>
                                        <p:tav tm="100000">
                                          <p:val>
                                            <p:strVal val="#ppt_h"/>
                                          </p:val>
                                        </p:tav>
                                      </p:tavLst>
                                    </p:anim>
                                  </p:childTnLst>
                                </p:cTn>
                              </p:par>
                            </p:childTnLst>
                          </p:cTn>
                        </p:par>
                      </p:childTnLst>
                    </p:cTn>
                  </p:par>
                  <p:par>
                    <p:cTn id="266" fill="hold" nodeType="clickPar">
                      <p:stCondLst>
                        <p:cond delay="indefinite"/>
                      </p:stCondLst>
                      <p:childTnLst>
                        <p:par>
                          <p:cTn id="267" fill="hold" nodeType="withGroup">
                            <p:stCondLst>
                              <p:cond delay="0"/>
                            </p:stCondLst>
                            <p:childTnLst>
                              <p:par>
                                <p:cTn id="268" presetID="23" presetClass="entr" presetSubtype="32" fill="hold" grpId="0" nodeType="clickEffect">
                                  <p:stCondLst>
                                    <p:cond delay="0"/>
                                  </p:stCondLst>
                                  <p:childTnLst>
                                    <p:set>
                                      <p:cBhvr>
                                        <p:cTn id="269" dur="1" fill="hold">
                                          <p:stCondLst>
                                            <p:cond delay="0"/>
                                          </p:stCondLst>
                                        </p:cTn>
                                        <p:tgtEl>
                                          <p:spTgt spid="13360"/>
                                        </p:tgtEl>
                                        <p:attrNameLst>
                                          <p:attrName>style.visibility</p:attrName>
                                        </p:attrNameLst>
                                      </p:cBhvr>
                                      <p:to>
                                        <p:strVal val="visible"/>
                                      </p:to>
                                    </p:set>
                                    <p:anim calcmode="lin" valueType="num">
                                      <p:cBhvr>
                                        <p:cTn id="270" dur="500" fill="hold"/>
                                        <p:tgtEl>
                                          <p:spTgt spid="13360"/>
                                        </p:tgtEl>
                                        <p:attrNameLst>
                                          <p:attrName>ppt_w</p:attrName>
                                        </p:attrNameLst>
                                      </p:cBhvr>
                                      <p:tavLst>
                                        <p:tav tm="0">
                                          <p:val>
                                            <p:strVal val="4*#ppt_w"/>
                                          </p:val>
                                        </p:tav>
                                        <p:tav tm="100000">
                                          <p:val>
                                            <p:strVal val="#ppt_w"/>
                                          </p:val>
                                        </p:tav>
                                      </p:tavLst>
                                    </p:anim>
                                    <p:anim calcmode="lin" valueType="num">
                                      <p:cBhvr>
                                        <p:cTn id="271" dur="500" fill="hold"/>
                                        <p:tgtEl>
                                          <p:spTgt spid="13360"/>
                                        </p:tgtEl>
                                        <p:attrNameLst>
                                          <p:attrName>ppt_h</p:attrName>
                                        </p:attrNameLst>
                                      </p:cBhvr>
                                      <p:tavLst>
                                        <p:tav tm="0">
                                          <p:val>
                                            <p:strVal val="4*#ppt_h"/>
                                          </p:val>
                                        </p:tav>
                                        <p:tav tm="100000">
                                          <p:val>
                                            <p:strVal val="#ppt_h"/>
                                          </p:val>
                                        </p:tav>
                                      </p:tavLst>
                                    </p:anim>
                                  </p:childTnLst>
                                </p:cTn>
                              </p:par>
                            </p:childTnLst>
                          </p:cTn>
                        </p:par>
                      </p:childTnLst>
                    </p:cTn>
                  </p:par>
                  <p:par>
                    <p:cTn id="272" fill="hold" nodeType="clickPar">
                      <p:stCondLst>
                        <p:cond delay="indefinite"/>
                      </p:stCondLst>
                      <p:childTnLst>
                        <p:par>
                          <p:cTn id="273" fill="hold" nodeType="withGroup">
                            <p:stCondLst>
                              <p:cond delay="0"/>
                            </p:stCondLst>
                            <p:childTnLst>
                              <p:par>
                                <p:cTn id="274" presetID="23" presetClass="entr" presetSubtype="32" fill="hold" grpId="0" nodeType="clickEffect">
                                  <p:stCondLst>
                                    <p:cond delay="0"/>
                                  </p:stCondLst>
                                  <p:childTnLst>
                                    <p:set>
                                      <p:cBhvr>
                                        <p:cTn id="275" dur="1" fill="hold">
                                          <p:stCondLst>
                                            <p:cond delay="0"/>
                                          </p:stCondLst>
                                        </p:cTn>
                                        <p:tgtEl>
                                          <p:spTgt spid="13361"/>
                                        </p:tgtEl>
                                        <p:attrNameLst>
                                          <p:attrName>style.visibility</p:attrName>
                                        </p:attrNameLst>
                                      </p:cBhvr>
                                      <p:to>
                                        <p:strVal val="visible"/>
                                      </p:to>
                                    </p:set>
                                    <p:anim calcmode="lin" valueType="num">
                                      <p:cBhvr>
                                        <p:cTn id="276" dur="500" fill="hold"/>
                                        <p:tgtEl>
                                          <p:spTgt spid="13361"/>
                                        </p:tgtEl>
                                        <p:attrNameLst>
                                          <p:attrName>ppt_w</p:attrName>
                                        </p:attrNameLst>
                                      </p:cBhvr>
                                      <p:tavLst>
                                        <p:tav tm="0">
                                          <p:val>
                                            <p:strVal val="4*#ppt_w"/>
                                          </p:val>
                                        </p:tav>
                                        <p:tav tm="100000">
                                          <p:val>
                                            <p:strVal val="#ppt_w"/>
                                          </p:val>
                                        </p:tav>
                                      </p:tavLst>
                                    </p:anim>
                                    <p:anim calcmode="lin" valueType="num">
                                      <p:cBhvr>
                                        <p:cTn id="277" dur="500" fill="hold"/>
                                        <p:tgtEl>
                                          <p:spTgt spid="13361"/>
                                        </p:tgtEl>
                                        <p:attrNameLst>
                                          <p:attrName>ppt_h</p:attrName>
                                        </p:attrNameLst>
                                      </p:cBhvr>
                                      <p:tavLst>
                                        <p:tav tm="0">
                                          <p:val>
                                            <p:strVal val="4*#ppt_h"/>
                                          </p:val>
                                        </p:tav>
                                        <p:tav tm="100000">
                                          <p:val>
                                            <p:strVal val="#ppt_h"/>
                                          </p:val>
                                        </p:tav>
                                      </p:tavLst>
                                    </p:anim>
                                  </p:childTnLst>
                                </p:cTn>
                              </p:par>
                            </p:childTnLst>
                          </p:cTn>
                        </p:par>
                      </p:childTnLst>
                    </p:cTn>
                  </p:par>
                  <p:par>
                    <p:cTn id="278" fill="hold" nodeType="clickPar">
                      <p:stCondLst>
                        <p:cond delay="indefinite"/>
                      </p:stCondLst>
                      <p:childTnLst>
                        <p:par>
                          <p:cTn id="279" fill="hold" nodeType="withGroup">
                            <p:stCondLst>
                              <p:cond delay="0"/>
                            </p:stCondLst>
                            <p:childTnLst>
                              <p:par>
                                <p:cTn id="280" presetID="23" presetClass="entr" presetSubtype="32" fill="hold" grpId="0" nodeType="clickEffect">
                                  <p:stCondLst>
                                    <p:cond delay="0"/>
                                  </p:stCondLst>
                                  <p:childTnLst>
                                    <p:set>
                                      <p:cBhvr>
                                        <p:cTn id="281" dur="1" fill="hold">
                                          <p:stCondLst>
                                            <p:cond delay="0"/>
                                          </p:stCondLst>
                                        </p:cTn>
                                        <p:tgtEl>
                                          <p:spTgt spid="13362"/>
                                        </p:tgtEl>
                                        <p:attrNameLst>
                                          <p:attrName>style.visibility</p:attrName>
                                        </p:attrNameLst>
                                      </p:cBhvr>
                                      <p:to>
                                        <p:strVal val="visible"/>
                                      </p:to>
                                    </p:set>
                                    <p:anim calcmode="lin" valueType="num">
                                      <p:cBhvr>
                                        <p:cTn id="282" dur="500" fill="hold"/>
                                        <p:tgtEl>
                                          <p:spTgt spid="13362"/>
                                        </p:tgtEl>
                                        <p:attrNameLst>
                                          <p:attrName>ppt_w</p:attrName>
                                        </p:attrNameLst>
                                      </p:cBhvr>
                                      <p:tavLst>
                                        <p:tav tm="0">
                                          <p:val>
                                            <p:strVal val="4*#ppt_w"/>
                                          </p:val>
                                        </p:tav>
                                        <p:tav tm="100000">
                                          <p:val>
                                            <p:strVal val="#ppt_w"/>
                                          </p:val>
                                        </p:tav>
                                      </p:tavLst>
                                    </p:anim>
                                    <p:anim calcmode="lin" valueType="num">
                                      <p:cBhvr>
                                        <p:cTn id="283" dur="500" fill="hold"/>
                                        <p:tgtEl>
                                          <p:spTgt spid="13362"/>
                                        </p:tgtEl>
                                        <p:attrNameLst>
                                          <p:attrName>ppt_h</p:attrName>
                                        </p:attrNameLst>
                                      </p:cBhvr>
                                      <p:tavLst>
                                        <p:tav tm="0">
                                          <p:val>
                                            <p:strVal val="4*#ppt_h"/>
                                          </p:val>
                                        </p:tav>
                                        <p:tav tm="100000">
                                          <p:val>
                                            <p:strVal val="#ppt_h"/>
                                          </p:val>
                                        </p:tav>
                                      </p:tavLst>
                                    </p:anim>
                                  </p:childTnLst>
                                </p:cTn>
                              </p:par>
                            </p:childTnLst>
                          </p:cTn>
                        </p:par>
                      </p:childTnLst>
                    </p:cTn>
                  </p:par>
                  <p:par>
                    <p:cTn id="284" fill="hold" nodeType="clickPar">
                      <p:stCondLst>
                        <p:cond delay="indefinite"/>
                      </p:stCondLst>
                      <p:childTnLst>
                        <p:par>
                          <p:cTn id="285" fill="hold" nodeType="withGroup">
                            <p:stCondLst>
                              <p:cond delay="0"/>
                            </p:stCondLst>
                            <p:childTnLst>
                              <p:par>
                                <p:cTn id="286" presetID="23" presetClass="entr" presetSubtype="32" fill="hold" grpId="0" nodeType="clickEffect">
                                  <p:stCondLst>
                                    <p:cond delay="0"/>
                                  </p:stCondLst>
                                  <p:childTnLst>
                                    <p:set>
                                      <p:cBhvr>
                                        <p:cTn id="287" dur="1" fill="hold">
                                          <p:stCondLst>
                                            <p:cond delay="0"/>
                                          </p:stCondLst>
                                        </p:cTn>
                                        <p:tgtEl>
                                          <p:spTgt spid="13363"/>
                                        </p:tgtEl>
                                        <p:attrNameLst>
                                          <p:attrName>style.visibility</p:attrName>
                                        </p:attrNameLst>
                                      </p:cBhvr>
                                      <p:to>
                                        <p:strVal val="visible"/>
                                      </p:to>
                                    </p:set>
                                    <p:anim calcmode="lin" valueType="num">
                                      <p:cBhvr>
                                        <p:cTn id="288" dur="500" fill="hold"/>
                                        <p:tgtEl>
                                          <p:spTgt spid="13363"/>
                                        </p:tgtEl>
                                        <p:attrNameLst>
                                          <p:attrName>ppt_w</p:attrName>
                                        </p:attrNameLst>
                                      </p:cBhvr>
                                      <p:tavLst>
                                        <p:tav tm="0">
                                          <p:val>
                                            <p:strVal val="4*#ppt_w"/>
                                          </p:val>
                                        </p:tav>
                                        <p:tav tm="100000">
                                          <p:val>
                                            <p:strVal val="#ppt_w"/>
                                          </p:val>
                                        </p:tav>
                                      </p:tavLst>
                                    </p:anim>
                                    <p:anim calcmode="lin" valueType="num">
                                      <p:cBhvr>
                                        <p:cTn id="289" dur="500" fill="hold"/>
                                        <p:tgtEl>
                                          <p:spTgt spid="13363"/>
                                        </p:tgtEl>
                                        <p:attrNameLst>
                                          <p:attrName>ppt_h</p:attrName>
                                        </p:attrNameLst>
                                      </p:cBhvr>
                                      <p:tavLst>
                                        <p:tav tm="0">
                                          <p:val>
                                            <p:strVal val="4*#ppt_h"/>
                                          </p:val>
                                        </p:tav>
                                        <p:tav tm="100000">
                                          <p:val>
                                            <p:strVal val="#ppt_h"/>
                                          </p:val>
                                        </p:tav>
                                      </p:tavLst>
                                    </p:anim>
                                  </p:childTnLst>
                                </p:cTn>
                              </p:par>
                            </p:childTnLst>
                          </p:cTn>
                        </p:par>
                      </p:childTnLst>
                    </p:cTn>
                  </p:par>
                  <p:par>
                    <p:cTn id="290" fill="hold" nodeType="clickPar">
                      <p:stCondLst>
                        <p:cond delay="indefinite"/>
                      </p:stCondLst>
                      <p:childTnLst>
                        <p:par>
                          <p:cTn id="291" fill="hold" nodeType="withGroup">
                            <p:stCondLst>
                              <p:cond delay="0"/>
                            </p:stCondLst>
                            <p:childTnLst>
                              <p:par>
                                <p:cTn id="292" presetID="23" presetClass="entr" presetSubtype="32" fill="hold" grpId="0" nodeType="clickEffect">
                                  <p:stCondLst>
                                    <p:cond delay="0"/>
                                  </p:stCondLst>
                                  <p:childTnLst>
                                    <p:set>
                                      <p:cBhvr>
                                        <p:cTn id="293" dur="1" fill="hold">
                                          <p:stCondLst>
                                            <p:cond delay="0"/>
                                          </p:stCondLst>
                                        </p:cTn>
                                        <p:tgtEl>
                                          <p:spTgt spid="13364"/>
                                        </p:tgtEl>
                                        <p:attrNameLst>
                                          <p:attrName>style.visibility</p:attrName>
                                        </p:attrNameLst>
                                      </p:cBhvr>
                                      <p:to>
                                        <p:strVal val="visible"/>
                                      </p:to>
                                    </p:set>
                                    <p:anim calcmode="lin" valueType="num">
                                      <p:cBhvr>
                                        <p:cTn id="294" dur="500" fill="hold"/>
                                        <p:tgtEl>
                                          <p:spTgt spid="13364"/>
                                        </p:tgtEl>
                                        <p:attrNameLst>
                                          <p:attrName>ppt_w</p:attrName>
                                        </p:attrNameLst>
                                      </p:cBhvr>
                                      <p:tavLst>
                                        <p:tav tm="0">
                                          <p:val>
                                            <p:strVal val="4*#ppt_w"/>
                                          </p:val>
                                        </p:tav>
                                        <p:tav tm="100000">
                                          <p:val>
                                            <p:strVal val="#ppt_w"/>
                                          </p:val>
                                        </p:tav>
                                      </p:tavLst>
                                    </p:anim>
                                    <p:anim calcmode="lin" valueType="num">
                                      <p:cBhvr>
                                        <p:cTn id="295" dur="500" fill="hold"/>
                                        <p:tgtEl>
                                          <p:spTgt spid="13364"/>
                                        </p:tgtEl>
                                        <p:attrNameLst>
                                          <p:attrName>ppt_h</p:attrName>
                                        </p:attrNameLst>
                                      </p:cBhvr>
                                      <p:tavLst>
                                        <p:tav tm="0">
                                          <p:val>
                                            <p:strVal val="4*#ppt_h"/>
                                          </p:val>
                                        </p:tav>
                                        <p:tav tm="100000">
                                          <p:val>
                                            <p:strVal val="#ppt_h"/>
                                          </p:val>
                                        </p:tav>
                                      </p:tavLst>
                                    </p:anim>
                                  </p:childTnLst>
                                </p:cTn>
                              </p:par>
                            </p:childTnLst>
                          </p:cTn>
                        </p:par>
                      </p:childTnLst>
                    </p:cTn>
                  </p:par>
                  <p:par>
                    <p:cTn id="296" fill="hold" nodeType="clickPar">
                      <p:stCondLst>
                        <p:cond delay="indefinite"/>
                      </p:stCondLst>
                      <p:childTnLst>
                        <p:par>
                          <p:cTn id="297" fill="hold" nodeType="withGroup">
                            <p:stCondLst>
                              <p:cond delay="0"/>
                            </p:stCondLst>
                            <p:childTnLst>
                              <p:par>
                                <p:cTn id="298" presetID="23" presetClass="entr" presetSubtype="32" fill="hold" grpId="0" nodeType="clickEffect">
                                  <p:stCondLst>
                                    <p:cond delay="0"/>
                                  </p:stCondLst>
                                  <p:childTnLst>
                                    <p:set>
                                      <p:cBhvr>
                                        <p:cTn id="299" dur="1" fill="hold">
                                          <p:stCondLst>
                                            <p:cond delay="0"/>
                                          </p:stCondLst>
                                        </p:cTn>
                                        <p:tgtEl>
                                          <p:spTgt spid="13365"/>
                                        </p:tgtEl>
                                        <p:attrNameLst>
                                          <p:attrName>style.visibility</p:attrName>
                                        </p:attrNameLst>
                                      </p:cBhvr>
                                      <p:to>
                                        <p:strVal val="visible"/>
                                      </p:to>
                                    </p:set>
                                    <p:anim calcmode="lin" valueType="num">
                                      <p:cBhvr>
                                        <p:cTn id="300" dur="500" fill="hold"/>
                                        <p:tgtEl>
                                          <p:spTgt spid="13365"/>
                                        </p:tgtEl>
                                        <p:attrNameLst>
                                          <p:attrName>ppt_w</p:attrName>
                                        </p:attrNameLst>
                                      </p:cBhvr>
                                      <p:tavLst>
                                        <p:tav tm="0">
                                          <p:val>
                                            <p:strVal val="4*#ppt_w"/>
                                          </p:val>
                                        </p:tav>
                                        <p:tav tm="100000">
                                          <p:val>
                                            <p:strVal val="#ppt_w"/>
                                          </p:val>
                                        </p:tav>
                                      </p:tavLst>
                                    </p:anim>
                                    <p:anim calcmode="lin" valueType="num">
                                      <p:cBhvr>
                                        <p:cTn id="301" dur="500" fill="hold"/>
                                        <p:tgtEl>
                                          <p:spTgt spid="13365"/>
                                        </p:tgtEl>
                                        <p:attrNameLst>
                                          <p:attrName>ppt_h</p:attrName>
                                        </p:attrNameLst>
                                      </p:cBhvr>
                                      <p:tavLst>
                                        <p:tav tm="0">
                                          <p:val>
                                            <p:strVal val="4*#ppt_h"/>
                                          </p:val>
                                        </p:tav>
                                        <p:tav tm="100000">
                                          <p:val>
                                            <p:strVal val="#ppt_h"/>
                                          </p:val>
                                        </p:tav>
                                      </p:tavLst>
                                    </p:anim>
                                  </p:childTnLst>
                                </p:cTn>
                              </p:par>
                            </p:childTnLst>
                          </p:cTn>
                        </p:par>
                      </p:childTnLst>
                    </p:cTn>
                  </p:par>
                  <p:par>
                    <p:cTn id="302" fill="hold" nodeType="clickPar">
                      <p:stCondLst>
                        <p:cond delay="indefinite"/>
                      </p:stCondLst>
                      <p:childTnLst>
                        <p:par>
                          <p:cTn id="303" fill="hold" nodeType="withGroup">
                            <p:stCondLst>
                              <p:cond delay="0"/>
                            </p:stCondLst>
                            <p:childTnLst>
                              <p:par>
                                <p:cTn id="304" presetID="23" presetClass="entr" presetSubtype="32" fill="hold" grpId="0" nodeType="clickEffect">
                                  <p:stCondLst>
                                    <p:cond delay="0"/>
                                  </p:stCondLst>
                                  <p:childTnLst>
                                    <p:set>
                                      <p:cBhvr>
                                        <p:cTn id="305" dur="1" fill="hold">
                                          <p:stCondLst>
                                            <p:cond delay="0"/>
                                          </p:stCondLst>
                                        </p:cTn>
                                        <p:tgtEl>
                                          <p:spTgt spid="13366"/>
                                        </p:tgtEl>
                                        <p:attrNameLst>
                                          <p:attrName>style.visibility</p:attrName>
                                        </p:attrNameLst>
                                      </p:cBhvr>
                                      <p:to>
                                        <p:strVal val="visible"/>
                                      </p:to>
                                    </p:set>
                                    <p:anim calcmode="lin" valueType="num">
                                      <p:cBhvr>
                                        <p:cTn id="306" dur="500" fill="hold"/>
                                        <p:tgtEl>
                                          <p:spTgt spid="13366"/>
                                        </p:tgtEl>
                                        <p:attrNameLst>
                                          <p:attrName>ppt_w</p:attrName>
                                        </p:attrNameLst>
                                      </p:cBhvr>
                                      <p:tavLst>
                                        <p:tav tm="0">
                                          <p:val>
                                            <p:strVal val="4*#ppt_w"/>
                                          </p:val>
                                        </p:tav>
                                        <p:tav tm="100000">
                                          <p:val>
                                            <p:strVal val="#ppt_w"/>
                                          </p:val>
                                        </p:tav>
                                      </p:tavLst>
                                    </p:anim>
                                    <p:anim calcmode="lin" valueType="num">
                                      <p:cBhvr>
                                        <p:cTn id="307" dur="500" fill="hold"/>
                                        <p:tgtEl>
                                          <p:spTgt spid="13366"/>
                                        </p:tgtEl>
                                        <p:attrNameLst>
                                          <p:attrName>ppt_h</p:attrName>
                                        </p:attrNameLst>
                                      </p:cBhvr>
                                      <p:tavLst>
                                        <p:tav tm="0">
                                          <p:val>
                                            <p:strVal val="4*#ppt_h"/>
                                          </p:val>
                                        </p:tav>
                                        <p:tav tm="100000">
                                          <p:val>
                                            <p:strVal val="#ppt_h"/>
                                          </p:val>
                                        </p:tav>
                                      </p:tavLst>
                                    </p:anim>
                                  </p:childTnLst>
                                </p:cTn>
                              </p:par>
                            </p:childTnLst>
                          </p:cTn>
                        </p:par>
                      </p:childTnLst>
                    </p:cTn>
                  </p:par>
                  <p:par>
                    <p:cTn id="308" fill="hold" nodeType="clickPar">
                      <p:stCondLst>
                        <p:cond delay="indefinite"/>
                      </p:stCondLst>
                      <p:childTnLst>
                        <p:par>
                          <p:cTn id="309" fill="hold" nodeType="withGroup">
                            <p:stCondLst>
                              <p:cond delay="0"/>
                            </p:stCondLst>
                            <p:childTnLst>
                              <p:par>
                                <p:cTn id="310" presetID="18" presetClass="entr" presetSubtype="3" fill="hold" nodeType="clickEffect">
                                  <p:stCondLst>
                                    <p:cond delay="0"/>
                                  </p:stCondLst>
                                  <p:childTnLst>
                                    <p:set>
                                      <p:cBhvr>
                                        <p:cTn id="311" dur="1" fill="hold">
                                          <p:stCondLst>
                                            <p:cond delay="0"/>
                                          </p:stCondLst>
                                        </p:cTn>
                                        <p:tgtEl>
                                          <p:spTgt spid="13375"/>
                                        </p:tgtEl>
                                        <p:attrNameLst>
                                          <p:attrName>style.visibility</p:attrName>
                                        </p:attrNameLst>
                                      </p:cBhvr>
                                      <p:to>
                                        <p:strVal val="visible"/>
                                      </p:to>
                                    </p:set>
                                    <p:animEffect transition="in" filter="strips(upRight)">
                                      <p:cBhvr>
                                        <p:cTn id="312" dur="500"/>
                                        <p:tgtEl>
                                          <p:spTgt spid="13375"/>
                                        </p:tgtEl>
                                      </p:cBhvr>
                                    </p:animEffect>
                                  </p:childTnLst>
                                </p:cTn>
                              </p:par>
                            </p:childTnLst>
                          </p:cTn>
                        </p:par>
                      </p:childTnLst>
                    </p:cTn>
                  </p:par>
                  <p:par>
                    <p:cTn id="313" fill="hold" nodeType="clickPar">
                      <p:stCondLst>
                        <p:cond delay="indefinite"/>
                      </p:stCondLst>
                      <p:childTnLst>
                        <p:par>
                          <p:cTn id="314" fill="hold" nodeType="withGroup">
                            <p:stCondLst>
                              <p:cond delay="0"/>
                            </p:stCondLst>
                            <p:childTnLst>
                              <p:par>
                                <p:cTn id="315" presetID="18" presetClass="entr" presetSubtype="6" fill="hold" nodeType="clickEffect">
                                  <p:stCondLst>
                                    <p:cond delay="0"/>
                                  </p:stCondLst>
                                  <p:childTnLst>
                                    <p:set>
                                      <p:cBhvr>
                                        <p:cTn id="316" dur="1" fill="hold">
                                          <p:stCondLst>
                                            <p:cond delay="0"/>
                                          </p:stCondLst>
                                        </p:cTn>
                                        <p:tgtEl>
                                          <p:spTgt spid="13376"/>
                                        </p:tgtEl>
                                        <p:attrNameLst>
                                          <p:attrName>style.visibility</p:attrName>
                                        </p:attrNameLst>
                                      </p:cBhvr>
                                      <p:to>
                                        <p:strVal val="visible"/>
                                      </p:to>
                                    </p:set>
                                    <p:animEffect transition="in" filter="strips(downRight)">
                                      <p:cBhvr>
                                        <p:cTn id="317" dur="500"/>
                                        <p:tgtEl>
                                          <p:spTgt spid="13376"/>
                                        </p:tgtEl>
                                      </p:cBhvr>
                                    </p:animEffect>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8" presetClass="entr" presetSubtype="12" fill="hold" nodeType="clickEffect">
                                  <p:stCondLst>
                                    <p:cond delay="0"/>
                                  </p:stCondLst>
                                  <p:childTnLst>
                                    <p:set>
                                      <p:cBhvr>
                                        <p:cTn id="321" dur="1" fill="hold">
                                          <p:stCondLst>
                                            <p:cond delay="0"/>
                                          </p:stCondLst>
                                        </p:cTn>
                                        <p:tgtEl>
                                          <p:spTgt spid="13377"/>
                                        </p:tgtEl>
                                        <p:attrNameLst>
                                          <p:attrName>style.visibility</p:attrName>
                                        </p:attrNameLst>
                                      </p:cBhvr>
                                      <p:to>
                                        <p:strVal val="visible"/>
                                      </p:to>
                                    </p:set>
                                    <p:animEffect transition="in" filter="strips(downLeft)">
                                      <p:cBhvr>
                                        <p:cTn id="322" dur="500"/>
                                        <p:tgtEl>
                                          <p:spTgt spid="13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nimBg="1"/>
      <p:bldP spid="13358" grpId="0" animBg="1"/>
      <p:bldP spid="13359" grpId="0" animBg="1"/>
      <p:bldP spid="13360" grpId="0" animBg="1"/>
      <p:bldP spid="13361" grpId="0" animBg="1"/>
      <p:bldP spid="13362" grpId="0" animBg="1"/>
      <p:bldP spid="13363" grpId="0" animBg="1"/>
      <p:bldP spid="13364" grpId="0" animBg="1"/>
      <p:bldP spid="13365" grpId="0" animBg="1"/>
      <p:bldP spid="13366" grpId="0" animBg="1"/>
      <p:bldP spid="13380" grpId="0" autoUpdateAnimBg="0"/>
      <p:bldP spid="13387" grpId="0" autoUpdateAnimBg="0"/>
      <p:bldP spid="13413" grpId="0" autoUpdateAnimBg="0"/>
      <p:bldP spid="13414"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b="9836"/>
          <a:stretch>
            <a:fillRect/>
          </a:stretch>
        </p:blipFill>
        <p:spPr bwMode="auto">
          <a:xfrm>
            <a:off x="1295400" y="549275"/>
            <a:ext cx="647700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2"/>
          <p:cNvSpPr>
            <a:spLocks noChangeArrowheads="1"/>
          </p:cNvSpPr>
          <p:nvPr/>
        </p:nvSpPr>
        <p:spPr bwMode="auto">
          <a:xfrm>
            <a:off x="0" y="4043363"/>
            <a:ext cx="9144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b="1">
                <a:latin typeface="Garamond" panose="02020404030301010803" pitchFamily="18" charset="0"/>
              </a:rPr>
              <a:t>A circle of diameter 40 mm rolls inside another circle of radius 60 mm. Draw the hypocycloid traced by a point on the rolling circle initially in contact with the directing circle for one revolution.</a:t>
            </a:r>
            <a:endParaRPr lang="en-US" altLang="en-US">
              <a:latin typeface="Garamond" panose="02020404030301010803" pitchFamily="18" charset="0"/>
            </a:endParaRPr>
          </a:p>
          <a:p>
            <a:pPr eaLnBrk="1" hangingPunct="1"/>
            <a:endParaRPr lang="en-US" altLang="en-US" b="1">
              <a:latin typeface="Garamond" panose="02020404030301010803" pitchFamily="18" charset="0"/>
            </a:endParaRPr>
          </a:p>
          <a:p>
            <a:pPr eaLnBrk="1" hangingPunct="1"/>
            <a:r>
              <a:rPr lang="en-US" altLang="en-US" b="1">
                <a:latin typeface="Garamond" panose="02020404030301010803" pitchFamily="18" charset="0"/>
              </a:rPr>
              <a:t>Included angle of the arc, </a:t>
            </a:r>
            <a:r>
              <a:rPr lang="en-US" altLang="en-US" b="1">
                <a:latin typeface="Garamond" panose="02020404030301010803" pitchFamily="18" charset="0"/>
                <a:sym typeface="Symbol" panose="05050102010706020507" pitchFamily="18" charset="2"/>
              </a:rPr>
              <a:t></a:t>
            </a:r>
            <a:r>
              <a:rPr lang="en-US" altLang="en-US" b="1" i="1">
                <a:latin typeface="Garamond" panose="02020404030301010803" pitchFamily="18" charset="0"/>
              </a:rPr>
              <a:t> </a:t>
            </a:r>
            <a:r>
              <a:rPr lang="en-US" altLang="en-US" b="1">
                <a:latin typeface="Garamond" panose="02020404030301010803" pitchFamily="18" charset="0"/>
              </a:rPr>
              <a:t>= ( D/ R </a:t>
            </a:r>
            <a:r>
              <a:rPr lang="en-US" altLang="en-US" b="1">
                <a:latin typeface="Garamond" panose="02020404030301010803" pitchFamily="18" charset="0"/>
                <a:sym typeface="Symbol" panose="05050102010706020507" pitchFamily="18" charset="2"/>
              </a:rPr>
              <a:t></a:t>
            </a:r>
            <a:r>
              <a:rPr lang="en-US" altLang="en-US" b="1">
                <a:latin typeface="Garamond" panose="02020404030301010803" pitchFamily="18" charset="0"/>
              </a:rPr>
              <a:t> 180) = 40/60 </a:t>
            </a:r>
            <a:r>
              <a:rPr lang="en-US" altLang="en-US" b="1">
                <a:latin typeface="Garamond" panose="02020404030301010803" pitchFamily="18" charset="0"/>
                <a:sym typeface="Symbol" panose="05050102010706020507" pitchFamily="18" charset="2"/>
              </a:rPr>
              <a:t></a:t>
            </a:r>
            <a:r>
              <a:rPr lang="en-US" altLang="en-US" b="1">
                <a:latin typeface="Garamond" panose="02020404030301010803" pitchFamily="18" charset="0"/>
              </a:rPr>
              <a:t> 180 = 120°.</a:t>
            </a:r>
            <a:endParaRPr lang="en-US" altLang="en-US">
              <a:latin typeface="Garamond" panose="02020404030301010803" pitchFamily="18" charset="0"/>
            </a:endParaRPr>
          </a:p>
          <a:p>
            <a:pPr eaLnBrk="1" hangingPunct="1"/>
            <a:r>
              <a:rPr lang="en-US" altLang="en-US" b="1">
                <a:latin typeface="Garamond" panose="02020404030301010803" pitchFamily="18" charset="0"/>
              </a:rPr>
              <a:t>With O as a centre and radius = 60 mm, draw the directing arc P’ –P” of included angle 120°.</a:t>
            </a:r>
            <a:endParaRPr lang="en-US" altLang="en-US">
              <a:latin typeface="Garamond" panose="02020404030301010803" pitchFamily="18" charset="0"/>
            </a:endParaRPr>
          </a:p>
          <a:p>
            <a:pPr eaLnBrk="1" hangingPunct="1"/>
            <a:r>
              <a:rPr lang="en-US" altLang="en-US" b="1">
                <a:latin typeface="Garamond" panose="02020404030301010803" pitchFamily="18" charset="0"/>
              </a:rPr>
              <a:t>On OP’, locate C such that CP’ = 20 mm. With C as a centre and radius = CP’, draw a circle.</a:t>
            </a:r>
            <a:endParaRPr lang="en-US" altLang="en-US">
              <a:latin typeface="Garamond" panose="02020404030301010803" pitchFamily="18" charset="0"/>
            </a:endParaRPr>
          </a:p>
          <a:p>
            <a:pPr eaLnBrk="1" hangingPunct="1"/>
            <a:r>
              <a:rPr lang="en-US" altLang="en-US" b="1">
                <a:latin typeface="Garamond" panose="02020404030301010803" pitchFamily="18" charset="0"/>
              </a:rPr>
              <a:t>Further follow the same steps as stated for cycloid and epicycloid.</a:t>
            </a:r>
            <a:endParaRPr lang="en-US" altLang="en-US">
              <a:latin typeface="Garamond" panose="02020404030301010803" pitchFamily="18" charset="0"/>
            </a:endParaRPr>
          </a:p>
        </p:txBody>
      </p:sp>
      <p:sp>
        <p:nvSpPr>
          <p:cNvPr id="4" name="Title 1"/>
          <p:cNvSpPr txBox="1">
            <a:spLocks/>
          </p:cNvSpPr>
          <p:nvPr/>
        </p:nvSpPr>
        <p:spPr>
          <a:xfrm>
            <a:off x="457200" y="76200"/>
            <a:ext cx="8229600" cy="609600"/>
          </a:xfrm>
          <a:prstGeom prst="rect">
            <a:avLst/>
          </a:prstGeom>
        </p:spPr>
        <p:txBody>
          <a:bodyPr>
            <a:normAutofit fontScale="90000" lnSpcReduction="20000"/>
          </a:bodyPr>
          <a:lstStyle/>
          <a:p>
            <a:pPr algn="ctr" fontAlgn="auto">
              <a:spcAft>
                <a:spcPts val="0"/>
              </a:spcAft>
              <a:defRPr/>
            </a:pPr>
            <a:r>
              <a:rPr lang="en-US" sz="4400" b="1" dirty="0">
                <a:latin typeface="Garamond" pitchFamily="18" charset="0"/>
                <a:ea typeface="+mj-ea"/>
                <a:cs typeface="+mj-cs"/>
              </a:rPr>
              <a:t>Hypocycloid</a:t>
            </a:r>
          </a:p>
        </p:txBody>
      </p:sp>
    </p:spTree>
    <p:extLst>
      <p:ext uri="{BB962C8B-B14F-4D97-AF65-F5344CB8AC3E}">
        <p14:creationId xmlns:p14="http://schemas.microsoft.com/office/powerpoint/2010/main" val="3737027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2"/>
          <p:cNvSpPr>
            <a:spLocks noChangeShapeType="1"/>
          </p:cNvSpPr>
          <p:nvPr/>
        </p:nvSpPr>
        <p:spPr bwMode="auto">
          <a:xfrm flipH="1">
            <a:off x="2954338" y="4565650"/>
            <a:ext cx="2741612"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IN"/>
          </a:p>
        </p:txBody>
      </p:sp>
      <p:sp>
        <p:nvSpPr>
          <p:cNvPr id="37891" name="Text Box 3"/>
          <p:cNvSpPr txBox="1">
            <a:spLocks noChangeArrowheads="1"/>
          </p:cNvSpPr>
          <p:nvPr/>
        </p:nvSpPr>
        <p:spPr bwMode="auto">
          <a:xfrm>
            <a:off x="5491163" y="4719638"/>
            <a:ext cx="585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a:t>O</a:t>
            </a:r>
          </a:p>
        </p:txBody>
      </p:sp>
      <p:sp>
        <p:nvSpPr>
          <p:cNvPr id="37892" name="Text Box 4"/>
          <p:cNvSpPr txBox="1">
            <a:spLocks noChangeArrowheads="1"/>
          </p:cNvSpPr>
          <p:nvPr/>
        </p:nvSpPr>
        <p:spPr bwMode="auto">
          <a:xfrm>
            <a:off x="2879725" y="4600575"/>
            <a:ext cx="5857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1200" b="1"/>
              <a:t>P</a:t>
            </a:r>
          </a:p>
        </p:txBody>
      </p:sp>
      <p:sp>
        <p:nvSpPr>
          <p:cNvPr id="37893" name="Text Box 5"/>
          <p:cNvSpPr txBox="1">
            <a:spLocks noChangeArrowheads="1"/>
          </p:cNvSpPr>
          <p:nvPr/>
        </p:nvSpPr>
        <p:spPr bwMode="auto">
          <a:xfrm>
            <a:off x="3103563" y="5594350"/>
            <a:ext cx="4484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1200" b="1"/>
              <a:t>OP=Radius of directing circle=75mm</a:t>
            </a:r>
          </a:p>
        </p:txBody>
      </p:sp>
      <p:sp>
        <p:nvSpPr>
          <p:cNvPr id="37894" name="Line 6"/>
          <p:cNvSpPr>
            <a:spLocks noChangeShapeType="1"/>
          </p:cNvSpPr>
          <p:nvPr/>
        </p:nvSpPr>
        <p:spPr bwMode="auto">
          <a:xfrm flipH="1">
            <a:off x="2949575" y="4565650"/>
            <a:ext cx="914400"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IN"/>
          </a:p>
        </p:txBody>
      </p:sp>
      <p:sp>
        <p:nvSpPr>
          <p:cNvPr id="37895" name="Text Box 7"/>
          <p:cNvSpPr txBox="1">
            <a:spLocks noChangeArrowheads="1"/>
          </p:cNvSpPr>
          <p:nvPr/>
        </p:nvSpPr>
        <p:spPr bwMode="auto">
          <a:xfrm>
            <a:off x="3748088" y="4572000"/>
            <a:ext cx="304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1200" b="1"/>
              <a:t>C</a:t>
            </a:r>
          </a:p>
        </p:txBody>
      </p:sp>
      <p:sp>
        <p:nvSpPr>
          <p:cNvPr id="37896" name="Text Box 8"/>
          <p:cNvSpPr txBox="1">
            <a:spLocks noChangeArrowheads="1"/>
          </p:cNvSpPr>
          <p:nvPr/>
        </p:nvSpPr>
        <p:spPr bwMode="auto">
          <a:xfrm>
            <a:off x="3113088" y="5789613"/>
            <a:ext cx="44846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1200" b="1"/>
              <a:t>PC=Radius of generating circle=25mm</a:t>
            </a:r>
          </a:p>
        </p:txBody>
      </p:sp>
      <p:sp>
        <p:nvSpPr>
          <p:cNvPr id="37897" name="Arc 9"/>
          <p:cNvSpPr>
            <a:spLocks/>
          </p:cNvSpPr>
          <p:nvPr/>
        </p:nvSpPr>
        <p:spPr bwMode="auto">
          <a:xfrm rot="5400000" flipH="1" flipV="1">
            <a:off x="3691732" y="1088231"/>
            <a:ext cx="2741612" cy="4213225"/>
          </a:xfrm>
          <a:custGeom>
            <a:avLst/>
            <a:gdLst>
              <a:gd name="T0" fmla="*/ 0 w 21600"/>
              <a:gd name="T1" fmla="*/ 0 h 33193"/>
              <a:gd name="T2" fmla="*/ 2313235 w 21600"/>
              <a:gd name="T3" fmla="*/ 4213225 h 33193"/>
              <a:gd name="T4" fmla="*/ 0 w 21600"/>
              <a:gd name="T5" fmla="*/ 2741712 h 33193"/>
              <a:gd name="T6" fmla="*/ 0 60000 65536"/>
              <a:gd name="T7" fmla="*/ 0 60000 65536"/>
              <a:gd name="T8" fmla="*/ 0 60000 65536"/>
              <a:gd name="T9" fmla="*/ 0 w 21600"/>
              <a:gd name="T10" fmla="*/ 0 h 33193"/>
              <a:gd name="T11" fmla="*/ 21600 w 21600"/>
              <a:gd name="T12" fmla="*/ 33193 h 33193"/>
            </a:gdLst>
            <a:ahLst/>
            <a:cxnLst>
              <a:cxn ang="T6">
                <a:pos x="T0" y="T1"/>
              </a:cxn>
              <a:cxn ang="T7">
                <a:pos x="T2" y="T3"/>
              </a:cxn>
              <a:cxn ang="T8">
                <a:pos x="T4" y="T5"/>
              </a:cxn>
            </a:cxnLst>
            <a:rect l="T9" t="T10" r="T11" b="T12"/>
            <a:pathLst>
              <a:path w="21600" h="33193" fill="none" extrusionOk="0">
                <a:moveTo>
                  <a:pt x="-1" y="0"/>
                </a:moveTo>
                <a:cubicBezTo>
                  <a:pt x="11929" y="0"/>
                  <a:pt x="21600" y="9670"/>
                  <a:pt x="21600" y="21600"/>
                </a:cubicBezTo>
                <a:cubicBezTo>
                  <a:pt x="21600" y="25706"/>
                  <a:pt x="20429" y="29728"/>
                  <a:pt x="18225" y="33193"/>
                </a:cubicBezTo>
              </a:path>
              <a:path w="21600" h="33193" stroke="0" extrusionOk="0">
                <a:moveTo>
                  <a:pt x="-1" y="0"/>
                </a:moveTo>
                <a:cubicBezTo>
                  <a:pt x="11929" y="0"/>
                  <a:pt x="21600" y="9670"/>
                  <a:pt x="21600" y="21600"/>
                </a:cubicBezTo>
                <a:cubicBezTo>
                  <a:pt x="21600" y="25706"/>
                  <a:pt x="20429" y="29728"/>
                  <a:pt x="18225" y="33193"/>
                </a:cubicBezTo>
                <a:lnTo>
                  <a:pt x="0" y="21600"/>
                </a:lnTo>
                <a:close/>
              </a:path>
            </a:pathLst>
          </a:custGeom>
          <a:noFill/>
          <a:ln>
            <a:headEnd/>
            <a:tailEnd/>
          </a:ln>
        </p:spPr>
        <p:style>
          <a:lnRef idx="2">
            <a:schemeClr val="accent3"/>
          </a:lnRef>
          <a:fillRef idx="1">
            <a:schemeClr val="lt1"/>
          </a:fillRef>
          <a:effectRef idx="0">
            <a:schemeClr val="accent3"/>
          </a:effectRef>
          <a:fontRef idx="minor">
            <a:schemeClr val="dk1"/>
          </a:fontRef>
        </p:style>
        <p:txBody>
          <a:bodyPr wrap="none" anchor="ctr"/>
          <a:lstStyle/>
          <a:p>
            <a:pPr fontAlgn="auto">
              <a:spcBef>
                <a:spcPts val="0"/>
              </a:spcBef>
              <a:spcAft>
                <a:spcPts val="0"/>
              </a:spcAft>
              <a:defRPr/>
            </a:pPr>
            <a:endParaRPr lang="en-IN"/>
          </a:p>
        </p:txBody>
      </p:sp>
      <p:grpSp>
        <p:nvGrpSpPr>
          <p:cNvPr id="2" name="Group 10"/>
          <p:cNvGrpSpPr>
            <a:grpSpLocks/>
          </p:cNvGrpSpPr>
          <p:nvPr/>
        </p:nvGrpSpPr>
        <p:grpSpPr bwMode="auto">
          <a:xfrm>
            <a:off x="2954338" y="3654425"/>
            <a:ext cx="1828800" cy="1828800"/>
            <a:chOff x="876" y="1224"/>
            <a:chExt cx="1152" cy="1152"/>
          </a:xfrm>
        </p:grpSpPr>
        <p:sp>
          <p:nvSpPr>
            <p:cNvPr id="21604" name="AutoShape 11"/>
            <p:cNvSpPr>
              <a:spLocks noChangeArrowheads="1"/>
            </p:cNvSpPr>
            <p:nvPr/>
          </p:nvSpPr>
          <p:spPr bwMode="auto">
            <a:xfrm>
              <a:off x="876" y="1224"/>
              <a:ext cx="1152" cy="1152"/>
            </a:xfrm>
            <a:prstGeom prst="flowChartOr">
              <a:avLst/>
            </a:prstGeom>
            <a:solidFill>
              <a:schemeClr val="accent1">
                <a:alpha val="0"/>
              </a:schemeClr>
            </a:solidFill>
            <a:ln w="6350">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1605" name="AutoShape 12"/>
            <p:cNvSpPr>
              <a:spLocks noChangeArrowheads="1"/>
            </p:cNvSpPr>
            <p:nvPr/>
          </p:nvSpPr>
          <p:spPr bwMode="auto">
            <a:xfrm rot="1800000">
              <a:off x="876" y="1224"/>
              <a:ext cx="1152" cy="1152"/>
            </a:xfrm>
            <a:prstGeom prst="flowChartOr">
              <a:avLst/>
            </a:prstGeom>
            <a:solidFill>
              <a:schemeClr val="accent1">
                <a:alpha val="0"/>
              </a:schemeClr>
            </a:solidFill>
            <a:ln w="6350">
              <a:solidFill>
                <a:schemeClr val="tx1"/>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sp>
          <p:nvSpPr>
            <p:cNvPr id="21606" name="AutoShape 13"/>
            <p:cNvSpPr>
              <a:spLocks noChangeArrowheads="1"/>
            </p:cNvSpPr>
            <p:nvPr/>
          </p:nvSpPr>
          <p:spPr bwMode="auto">
            <a:xfrm rot="3600000">
              <a:off x="876" y="1224"/>
              <a:ext cx="1152" cy="1152"/>
            </a:xfrm>
            <a:prstGeom prst="flowChartOr">
              <a:avLst/>
            </a:prstGeom>
            <a:solidFill>
              <a:schemeClr val="accent1">
                <a:alpha val="0"/>
              </a:schemeClr>
            </a:solidFill>
            <a:ln w="6350">
              <a:solidFill>
                <a:srgbClr val="5F5F5F"/>
              </a:solidFill>
              <a:round/>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IN" altLang="en-US"/>
            </a:p>
          </p:txBody>
        </p:sp>
      </p:grpSp>
      <p:sp>
        <p:nvSpPr>
          <p:cNvPr id="37902" name="Arc 14"/>
          <p:cNvSpPr>
            <a:spLocks/>
          </p:cNvSpPr>
          <p:nvPr/>
        </p:nvSpPr>
        <p:spPr bwMode="auto">
          <a:xfrm>
            <a:off x="2967038" y="4098925"/>
            <a:ext cx="101600" cy="466725"/>
          </a:xfrm>
          <a:custGeom>
            <a:avLst/>
            <a:gdLst>
              <a:gd name="T0" fmla="*/ 0 w 4710"/>
              <a:gd name="T1" fmla="*/ 0 h 21600"/>
              <a:gd name="T2" fmla="*/ 1019793045 w 4710"/>
              <a:gd name="T3" fmla="*/ 113352961 h 21600"/>
              <a:gd name="T4" fmla="*/ 0 w 4710"/>
              <a:gd name="T5" fmla="*/ 2147483647 h 21600"/>
              <a:gd name="T6" fmla="*/ 0 60000 65536"/>
              <a:gd name="T7" fmla="*/ 0 60000 65536"/>
              <a:gd name="T8" fmla="*/ 0 60000 65536"/>
              <a:gd name="T9" fmla="*/ 0 w 4710"/>
              <a:gd name="T10" fmla="*/ 0 h 21600"/>
              <a:gd name="T11" fmla="*/ 4710 w 4710"/>
              <a:gd name="T12" fmla="*/ 21600 h 21600"/>
            </a:gdLst>
            <a:ahLst/>
            <a:cxnLst>
              <a:cxn ang="T6">
                <a:pos x="T0" y="T1"/>
              </a:cxn>
              <a:cxn ang="T7">
                <a:pos x="T2" y="T3"/>
              </a:cxn>
              <a:cxn ang="T8">
                <a:pos x="T4" y="T5"/>
              </a:cxn>
            </a:cxnLst>
            <a:rect l="T9" t="T10" r="T11" b="T12"/>
            <a:pathLst>
              <a:path w="4710" h="21600" fill="none" extrusionOk="0">
                <a:moveTo>
                  <a:pt x="-1" y="0"/>
                </a:moveTo>
                <a:cubicBezTo>
                  <a:pt x="1584" y="0"/>
                  <a:pt x="3163" y="174"/>
                  <a:pt x="4710" y="519"/>
                </a:cubicBezTo>
              </a:path>
              <a:path w="4710" h="21600" stroke="0" extrusionOk="0">
                <a:moveTo>
                  <a:pt x="-1" y="0"/>
                </a:moveTo>
                <a:cubicBezTo>
                  <a:pt x="1584" y="0"/>
                  <a:pt x="3163" y="174"/>
                  <a:pt x="4710" y="519"/>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3" name="Arc 15"/>
          <p:cNvSpPr>
            <a:spLocks/>
          </p:cNvSpPr>
          <p:nvPr/>
        </p:nvSpPr>
        <p:spPr bwMode="auto">
          <a:xfrm>
            <a:off x="3006725" y="3635375"/>
            <a:ext cx="180975" cy="463550"/>
          </a:xfrm>
          <a:custGeom>
            <a:avLst/>
            <a:gdLst>
              <a:gd name="T0" fmla="*/ 570717543 w 8381"/>
              <a:gd name="T1" fmla="*/ 0 h 21440"/>
              <a:gd name="T2" fmla="*/ 1822161309 w 8381"/>
              <a:gd name="T3" fmla="*/ 334768956 h 21440"/>
              <a:gd name="T4" fmla="*/ 0 w 8381"/>
              <a:gd name="T5" fmla="*/ 2147483647 h 21440"/>
              <a:gd name="T6" fmla="*/ 0 60000 65536"/>
              <a:gd name="T7" fmla="*/ 0 60000 65536"/>
              <a:gd name="T8" fmla="*/ 0 60000 65536"/>
              <a:gd name="T9" fmla="*/ 0 w 8381"/>
              <a:gd name="T10" fmla="*/ 0 h 21440"/>
              <a:gd name="T11" fmla="*/ 8381 w 8381"/>
              <a:gd name="T12" fmla="*/ 21440 h 21440"/>
            </a:gdLst>
            <a:ahLst/>
            <a:cxnLst>
              <a:cxn ang="T6">
                <a:pos x="T0" y="T1"/>
              </a:cxn>
              <a:cxn ang="T7">
                <a:pos x="T2" y="T3"/>
              </a:cxn>
              <a:cxn ang="T8">
                <a:pos x="T4" y="T5"/>
              </a:cxn>
            </a:cxnLst>
            <a:rect l="T9" t="T10" r="T11" b="T12"/>
            <a:pathLst>
              <a:path w="8381" h="21440" fill="none" extrusionOk="0">
                <a:moveTo>
                  <a:pt x="2624" y="0"/>
                </a:moveTo>
                <a:cubicBezTo>
                  <a:pt x="4605" y="242"/>
                  <a:pt x="6542" y="758"/>
                  <a:pt x="8380" y="1532"/>
                </a:cubicBezTo>
              </a:path>
              <a:path w="8381" h="21440" stroke="0" extrusionOk="0">
                <a:moveTo>
                  <a:pt x="2624" y="0"/>
                </a:moveTo>
                <a:cubicBezTo>
                  <a:pt x="4605" y="242"/>
                  <a:pt x="6542" y="758"/>
                  <a:pt x="8380" y="1532"/>
                </a:cubicBezTo>
                <a:lnTo>
                  <a:pt x="0" y="21440"/>
                </a:lnTo>
                <a:lnTo>
                  <a:pt x="2624"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4" name="Arc 16"/>
          <p:cNvSpPr>
            <a:spLocks/>
          </p:cNvSpPr>
          <p:nvPr/>
        </p:nvSpPr>
        <p:spPr bwMode="auto">
          <a:xfrm>
            <a:off x="3124200" y="3205163"/>
            <a:ext cx="263525" cy="442912"/>
          </a:xfrm>
          <a:custGeom>
            <a:avLst/>
            <a:gdLst>
              <a:gd name="T0" fmla="*/ 1500517052 w 12201"/>
              <a:gd name="T1" fmla="*/ 0 h 20470"/>
              <a:gd name="T2" fmla="*/ 2147483647 w 12201"/>
              <a:gd name="T3" fmla="*/ 579948648 h 20470"/>
              <a:gd name="T4" fmla="*/ 0 w 12201"/>
              <a:gd name="T5" fmla="*/ 2147483647 h 20470"/>
              <a:gd name="T6" fmla="*/ 0 60000 65536"/>
              <a:gd name="T7" fmla="*/ 0 60000 65536"/>
              <a:gd name="T8" fmla="*/ 0 60000 65536"/>
              <a:gd name="T9" fmla="*/ 0 w 12201"/>
              <a:gd name="T10" fmla="*/ 0 h 20470"/>
              <a:gd name="T11" fmla="*/ 12201 w 12201"/>
              <a:gd name="T12" fmla="*/ 20470 h 20470"/>
            </a:gdLst>
            <a:ahLst/>
            <a:cxnLst>
              <a:cxn ang="T6">
                <a:pos x="T0" y="T1"/>
              </a:cxn>
              <a:cxn ang="T7">
                <a:pos x="T2" y="T3"/>
              </a:cxn>
              <a:cxn ang="T8">
                <a:pos x="T4" y="T5"/>
              </a:cxn>
            </a:cxnLst>
            <a:rect l="T9" t="T10" r="T11" b="T12"/>
            <a:pathLst>
              <a:path w="12201" h="20470" fill="none" extrusionOk="0">
                <a:moveTo>
                  <a:pt x="6894" y="0"/>
                </a:moveTo>
                <a:cubicBezTo>
                  <a:pt x="8776" y="633"/>
                  <a:pt x="10562" y="1524"/>
                  <a:pt x="12201" y="2645"/>
                </a:cubicBezTo>
              </a:path>
              <a:path w="12201" h="20470" stroke="0" extrusionOk="0">
                <a:moveTo>
                  <a:pt x="6894" y="0"/>
                </a:moveTo>
                <a:cubicBezTo>
                  <a:pt x="8776" y="633"/>
                  <a:pt x="10562" y="1524"/>
                  <a:pt x="12201" y="2645"/>
                </a:cubicBezTo>
                <a:lnTo>
                  <a:pt x="0" y="20470"/>
                </a:lnTo>
                <a:lnTo>
                  <a:pt x="6894"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5" name="Arc 17"/>
          <p:cNvSpPr>
            <a:spLocks/>
          </p:cNvSpPr>
          <p:nvPr/>
        </p:nvSpPr>
        <p:spPr bwMode="auto">
          <a:xfrm>
            <a:off x="3319463" y="2806700"/>
            <a:ext cx="315912" cy="415925"/>
          </a:xfrm>
          <a:custGeom>
            <a:avLst/>
            <a:gdLst>
              <a:gd name="T0" fmla="*/ 2147483647 w 14593"/>
              <a:gd name="T1" fmla="*/ 0 h 19232"/>
              <a:gd name="T2" fmla="*/ 2147483647 w 14593"/>
              <a:gd name="T3" fmla="*/ 723434646 h 19232"/>
              <a:gd name="T4" fmla="*/ 0 w 14593"/>
              <a:gd name="T5" fmla="*/ 2147483647 h 19232"/>
              <a:gd name="T6" fmla="*/ 0 60000 65536"/>
              <a:gd name="T7" fmla="*/ 0 60000 65536"/>
              <a:gd name="T8" fmla="*/ 0 60000 65536"/>
              <a:gd name="T9" fmla="*/ 0 w 14593"/>
              <a:gd name="T10" fmla="*/ 0 h 19232"/>
              <a:gd name="T11" fmla="*/ 14593 w 14593"/>
              <a:gd name="T12" fmla="*/ 19232 h 19232"/>
            </a:gdLst>
            <a:ahLst/>
            <a:cxnLst>
              <a:cxn ang="T6">
                <a:pos x="T0" y="T1"/>
              </a:cxn>
              <a:cxn ang="T7">
                <a:pos x="T2" y="T3"/>
              </a:cxn>
              <a:cxn ang="T8">
                <a:pos x="T4" y="T5"/>
              </a:cxn>
            </a:cxnLst>
            <a:rect l="T9" t="T10" r="T11" b="T12"/>
            <a:pathLst>
              <a:path w="14593" h="19232" fill="none" extrusionOk="0">
                <a:moveTo>
                  <a:pt x="9833" y="0"/>
                </a:moveTo>
                <a:cubicBezTo>
                  <a:pt x="11561" y="883"/>
                  <a:pt x="13162" y="1996"/>
                  <a:pt x="14592" y="3307"/>
                </a:cubicBezTo>
              </a:path>
              <a:path w="14593" h="19232" stroke="0" extrusionOk="0">
                <a:moveTo>
                  <a:pt x="9833" y="0"/>
                </a:moveTo>
                <a:cubicBezTo>
                  <a:pt x="11561" y="883"/>
                  <a:pt x="13162" y="1996"/>
                  <a:pt x="14592" y="3307"/>
                </a:cubicBezTo>
                <a:lnTo>
                  <a:pt x="0" y="19232"/>
                </a:lnTo>
                <a:lnTo>
                  <a:pt x="9833"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6" name="Arc 18"/>
          <p:cNvSpPr>
            <a:spLocks/>
          </p:cNvSpPr>
          <p:nvPr/>
        </p:nvSpPr>
        <p:spPr bwMode="auto">
          <a:xfrm>
            <a:off x="3581400" y="2471738"/>
            <a:ext cx="371475" cy="365125"/>
          </a:xfrm>
          <a:custGeom>
            <a:avLst/>
            <a:gdLst>
              <a:gd name="T0" fmla="*/ 2147483647 w 17158"/>
              <a:gd name="T1" fmla="*/ 0 h 16931"/>
              <a:gd name="T2" fmla="*/ 2147483647 w 17158"/>
              <a:gd name="T3" fmla="*/ 824059090 h 16931"/>
              <a:gd name="T4" fmla="*/ 0 w 17158"/>
              <a:gd name="T5" fmla="*/ 2147483647 h 16931"/>
              <a:gd name="T6" fmla="*/ 0 60000 65536"/>
              <a:gd name="T7" fmla="*/ 0 60000 65536"/>
              <a:gd name="T8" fmla="*/ 0 60000 65536"/>
              <a:gd name="T9" fmla="*/ 0 w 17158"/>
              <a:gd name="T10" fmla="*/ 0 h 16931"/>
              <a:gd name="T11" fmla="*/ 17158 w 17158"/>
              <a:gd name="T12" fmla="*/ 16931 h 16931"/>
            </a:gdLst>
            <a:ahLst/>
            <a:cxnLst>
              <a:cxn ang="T6">
                <a:pos x="T0" y="T1"/>
              </a:cxn>
              <a:cxn ang="T7">
                <a:pos x="T2" y="T3"/>
              </a:cxn>
              <a:cxn ang="T8">
                <a:pos x="T4" y="T5"/>
              </a:cxn>
            </a:cxnLst>
            <a:rect l="T9" t="T10" r="T11" b="T12"/>
            <a:pathLst>
              <a:path w="17158" h="16931" fill="none" extrusionOk="0">
                <a:moveTo>
                  <a:pt x="13412" y="0"/>
                </a:moveTo>
                <a:cubicBezTo>
                  <a:pt x="14814" y="1110"/>
                  <a:pt x="16072" y="2389"/>
                  <a:pt x="17158" y="3809"/>
                </a:cubicBezTo>
              </a:path>
              <a:path w="17158" h="16931" stroke="0" extrusionOk="0">
                <a:moveTo>
                  <a:pt x="13412" y="0"/>
                </a:moveTo>
                <a:cubicBezTo>
                  <a:pt x="14814" y="1110"/>
                  <a:pt x="16072" y="2389"/>
                  <a:pt x="17158" y="3809"/>
                </a:cubicBezTo>
                <a:lnTo>
                  <a:pt x="0" y="16931"/>
                </a:lnTo>
                <a:lnTo>
                  <a:pt x="13412"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7" name="Arc 19"/>
          <p:cNvSpPr>
            <a:spLocks/>
          </p:cNvSpPr>
          <p:nvPr/>
        </p:nvSpPr>
        <p:spPr bwMode="auto">
          <a:xfrm>
            <a:off x="3905250" y="2181225"/>
            <a:ext cx="412750" cy="320675"/>
          </a:xfrm>
          <a:custGeom>
            <a:avLst/>
            <a:gdLst>
              <a:gd name="T0" fmla="*/ 2147483647 w 19136"/>
              <a:gd name="T1" fmla="*/ 0 h 14831"/>
              <a:gd name="T2" fmla="*/ 2147483647 w 19136"/>
              <a:gd name="T3" fmla="*/ 1051944661 h 14831"/>
              <a:gd name="T4" fmla="*/ 0 w 19136"/>
              <a:gd name="T5" fmla="*/ 2147483647 h 14831"/>
              <a:gd name="T6" fmla="*/ 0 60000 65536"/>
              <a:gd name="T7" fmla="*/ 0 60000 65536"/>
              <a:gd name="T8" fmla="*/ 0 60000 65536"/>
              <a:gd name="T9" fmla="*/ 0 w 19136"/>
              <a:gd name="T10" fmla="*/ 0 h 14831"/>
              <a:gd name="T11" fmla="*/ 19136 w 19136"/>
              <a:gd name="T12" fmla="*/ 14831 h 14831"/>
            </a:gdLst>
            <a:ahLst/>
            <a:cxnLst>
              <a:cxn ang="T6">
                <a:pos x="T0" y="T1"/>
              </a:cxn>
              <a:cxn ang="T7">
                <a:pos x="T2" y="T3"/>
              </a:cxn>
              <a:cxn ang="T8">
                <a:pos x="T4" y="T5"/>
              </a:cxn>
            </a:cxnLst>
            <a:rect l="T9" t="T10" r="T11" b="T12"/>
            <a:pathLst>
              <a:path w="19136" h="14831" fill="none" extrusionOk="0">
                <a:moveTo>
                  <a:pt x="15703" y="-1"/>
                </a:moveTo>
                <a:cubicBezTo>
                  <a:pt x="17062" y="1439"/>
                  <a:pt x="18217" y="3058"/>
                  <a:pt x="19136" y="4812"/>
                </a:cubicBezTo>
              </a:path>
              <a:path w="19136" h="14831" stroke="0" extrusionOk="0">
                <a:moveTo>
                  <a:pt x="15703" y="-1"/>
                </a:moveTo>
                <a:cubicBezTo>
                  <a:pt x="17062" y="1439"/>
                  <a:pt x="18217" y="3058"/>
                  <a:pt x="19136" y="4812"/>
                </a:cubicBezTo>
                <a:lnTo>
                  <a:pt x="0" y="14831"/>
                </a:lnTo>
                <a:lnTo>
                  <a:pt x="15703"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8" name="Arc 20"/>
          <p:cNvSpPr>
            <a:spLocks/>
          </p:cNvSpPr>
          <p:nvPr/>
        </p:nvSpPr>
        <p:spPr bwMode="auto">
          <a:xfrm>
            <a:off x="4279900" y="1957388"/>
            <a:ext cx="438150" cy="265112"/>
          </a:xfrm>
          <a:custGeom>
            <a:avLst/>
            <a:gdLst>
              <a:gd name="T0" fmla="*/ 2147483647 w 20258"/>
              <a:gd name="T1" fmla="*/ 0 h 12284"/>
              <a:gd name="T2" fmla="*/ 2147483647 w 20258"/>
              <a:gd name="T3" fmla="*/ 1038752455 h 12284"/>
              <a:gd name="T4" fmla="*/ 0 w 20258"/>
              <a:gd name="T5" fmla="*/ 2147483647 h 12284"/>
              <a:gd name="T6" fmla="*/ 0 60000 65536"/>
              <a:gd name="T7" fmla="*/ 0 60000 65536"/>
              <a:gd name="T8" fmla="*/ 0 60000 65536"/>
              <a:gd name="T9" fmla="*/ 0 w 20258"/>
              <a:gd name="T10" fmla="*/ 0 h 12284"/>
              <a:gd name="T11" fmla="*/ 20258 w 20258"/>
              <a:gd name="T12" fmla="*/ 12284 h 12284"/>
            </a:gdLst>
            <a:ahLst/>
            <a:cxnLst>
              <a:cxn ang="T6">
                <a:pos x="T0" y="T1"/>
              </a:cxn>
              <a:cxn ang="T7">
                <a:pos x="T2" y="T3"/>
              </a:cxn>
              <a:cxn ang="T8">
                <a:pos x="T4" y="T5"/>
              </a:cxn>
            </a:cxnLst>
            <a:rect l="T9" t="T10" r="T11" b="T12"/>
            <a:pathLst>
              <a:path w="20258" h="12284" fill="none" extrusionOk="0">
                <a:moveTo>
                  <a:pt x="17766" y="0"/>
                </a:moveTo>
                <a:cubicBezTo>
                  <a:pt x="18794" y="1485"/>
                  <a:pt x="19630" y="3094"/>
                  <a:pt x="20257" y="4788"/>
                </a:cubicBezTo>
              </a:path>
              <a:path w="20258" h="12284" stroke="0" extrusionOk="0">
                <a:moveTo>
                  <a:pt x="17766" y="0"/>
                </a:moveTo>
                <a:cubicBezTo>
                  <a:pt x="18794" y="1485"/>
                  <a:pt x="19630" y="3094"/>
                  <a:pt x="20257" y="4788"/>
                </a:cubicBezTo>
                <a:lnTo>
                  <a:pt x="0" y="12284"/>
                </a:lnTo>
                <a:lnTo>
                  <a:pt x="17766"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09" name="Arc 21"/>
          <p:cNvSpPr>
            <a:spLocks/>
          </p:cNvSpPr>
          <p:nvPr/>
        </p:nvSpPr>
        <p:spPr bwMode="auto">
          <a:xfrm>
            <a:off x="4699000" y="1824038"/>
            <a:ext cx="461963" cy="192087"/>
          </a:xfrm>
          <a:custGeom>
            <a:avLst/>
            <a:gdLst>
              <a:gd name="T0" fmla="*/ 2147483647 w 21377"/>
              <a:gd name="T1" fmla="*/ 0 h 8921"/>
              <a:gd name="T2" fmla="*/ 2147483647 w 21377"/>
              <a:gd name="T3" fmla="*/ 1251865646 h 8921"/>
              <a:gd name="T4" fmla="*/ 0 w 21377"/>
              <a:gd name="T5" fmla="*/ 1917570285 h 8921"/>
              <a:gd name="T6" fmla="*/ 0 60000 65536"/>
              <a:gd name="T7" fmla="*/ 0 60000 65536"/>
              <a:gd name="T8" fmla="*/ 0 60000 65536"/>
              <a:gd name="T9" fmla="*/ 0 w 21377"/>
              <a:gd name="T10" fmla="*/ 0 h 8921"/>
              <a:gd name="T11" fmla="*/ 21377 w 21377"/>
              <a:gd name="T12" fmla="*/ 8921 h 8921"/>
            </a:gdLst>
            <a:ahLst/>
            <a:cxnLst>
              <a:cxn ang="T6">
                <a:pos x="T0" y="T1"/>
              </a:cxn>
              <a:cxn ang="T7">
                <a:pos x="T2" y="T3"/>
              </a:cxn>
              <a:cxn ang="T8">
                <a:pos x="T4" y="T5"/>
              </a:cxn>
            </a:cxnLst>
            <a:rect l="T9" t="T10" r="T11" b="T12"/>
            <a:pathLst>
              <a:path w="21377" h="8921" fill="none" extrusionOk="0">
                <a:moveTo>
                  <a:pt x="19671" y="0"/>
                </a:moveTo>
                <a:cubicBezTo>
                  <a:pt x="20511" y="1851"/>
                  <a:pt x="21085" y="3812"/>
                  <a:pt x="21376" y="5824"/>
                </a:cubicBezTo>
              </a:path>
              <a:path w="21377" h="8921" stroke="0" extrusionOk="0">
                <a:moveTo>
                  <a:pt x="19671" y="0"/>
                </a:moveTo>
                <a:cubicBezTo>
                  <a:pt x="20511" y="1851"/>
                  <a:pt x="21085" y="3812"/>
                  <a:pt x="21376" y="5824"/>
                </a:cubicBezTo>
                <a:lnTo>
                  <a:pt x="0" y="8921"/>
                </a:lnTo>
                <a:lnTo>
                  <a:pt x="1967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10" name="Arc 22"/>
          <p:cNvSpPr>
            <a:spLocks/>
          </p:cNvSpPr>
          <p:nvPr/>
        </p:nvSpPr>
        <p:spPr bwMode="auto">
          <a:xfrm>
            <a:off x="5146675" y="1770063"/>
            <a:ext cx="466725" cy="112712"/>
          </a:xfrm>
          <a:custGeom>
            <a:avLst/>
            <a:gdLst>
              <a:gd name="T0" fmla="*/ 2147483647 w 21600"/>
              <a:gd name="T1" fmla="*/ 0 h 5239"/>
              <a:gd name="T2" fmla="*/ 2147483647 w 21600"/>
              <a:gd name="T3" fmla="*/ 1122368261 h 5239"/>
              <a:gd name="T4" fmla="*/ 0 w 21600"/>
              <a:gd name="T5" fmla="*/ 1122368261 h 5239"/>
              <a:gd name="T6" fmla="*/ 0 60000 65536"/>
              <a:gd name="T7" fmla="*/ 0 60000 65536"/>
              <a:gd name="T8" fmla="*/ 0 60000 65536"/>
              <a:gd name="T9" fmla="*/ 0 w 21600"/>
              <a:gd name="T10" fmla="*/ 0 h 5239"/>
              <a:gd name="T11" fmla="*/ 21600 w 21600"/>
              <a:gd name="T12" fmla="*/ 5239 h 5239"/>
            </a:gdLst>
            <a:ahLst/>
            <a:cxnLst>
              <a:cxn ang="T6">
                <a:pos x="T0" y="T1"/>
              </a:cxn>
              <a:cxn ang="T7">
                <a:pos x="T2" y="T3"/>
              </a:cxn>
              <a:cxn ang="T8">
                <a:pos x="T4" y="T5"/>
              </a:cxn>
            </a:cxnLst>
            <a:rect l="T9" t="T10" r="T11" b="T12"/>
            <a:pathLst>
              <a:path w="21600" h="5239" fill="none" extrusionOk="0">
                <a:moveTo>
                  <a:pt x="20955" y="-1"/>
                </a:moveTo>
                <a:cubicBezTo>
                  <a:pt x="21383" y="1713"/>
                  <a:pt x="21600" y="3472"/>
                  <a:pt x="21600" y="5239"/>
                </a:cubicBezTo>
              </a:path>
              <a:path w="21600" h="5239" stroke="0" extrusionOk="0">
                <a:moveTo>
                  <a:pt x="20955" y="-1"/>
                </a:moveTo>
                <a:cubicBezTo>
                  <a:pt x="21383" y="1713"/>
                  <a:pt x="21600" y="3472"/>
                  <a:pt x="21600" y="5239"/>
                </a:cubicBezTo>
                <a:lnTo>
                  <a:pt x="0" y="5239"/>
                </a:lnTo>
                <a:lnTo>
                  <a:pt x="20955"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11" name="Arc 23"/>
          <p:cNvSpPr>
            <a:spLocks/>
          </p:cNvSpPr>
          <p:nvPr/>
        </p:nvSpPr>
        <p:spPr bwMode="auto">
          <a:xfrm rot="5400000">
            <a:off x="5796756" y="1639094"/>
            <a:ext cx="93663" cy="466725"/>
          </a:xfrm>
          <a:custGeom>
            <a:avLst/>
            <a:gdLst>
              <a:gd name="T0" fmla="*/ 0 w 4362"/>
              <a:gd name="T1" fmla="*/ 0 h 21600"/>
              <a:gd name="T2" fmla="*/ 927289446 w 4362"/>
              <a:gd name="T3" fmla="*/ 96999673 h 21600"/>
              <a:gd name="T4" fmla="*/ 0 w 4362"/>
              <a:gd name="T5" fmla="*/ 2147483647 h 21600"/>
              <a:gd name="T6" fmla="*/ 0 60000 65536"/>
              <a:gd name="T7" fmla="*/ 0 60000 65536"/>
              <a:gd name="T8" fmla="*/ 0 60000 65536"/>
              <a:gd name="T9" fmla="*/ 0 w 4362"/>
              <a:gd name="T10" fmla="*/ 0 h 21600"/>
              <a:gd name="T11" fmla="*/ 4362 w 4362"/>
              <a:gd name="T12" fmla="*/ 21600 h 21600"/>
            </a:gdLst>
            <a:ahLst/>
            <a:cxnLst>
              <a:cxn ang="T6">
                <a:pos x="T0" y="T1"/>
              </a:cxn>
              <a:cxn ang="T7">
                <a:pos x="T2" y="T3"/>
              </a:cxn>
              <a:cxn ang="T8">
                <a:pos x="T4" y="T5"/>
              </a:cxn>
            </a:cxnLst>
            <a:rect l="T9" t="T10" r="T11" b="T12"/>
            <a:pathLst>
              <a:path w="4362" h="21600" fill="none" extrusionOk="0">
                <a:moveTo>
                  <a:pt x="-1" y="0"/>
                </a:moveTo>
                <a:cubicBezTo>
                  <a:pt x="1465" y="0"/>
                  <a:pt x="2926" y="149"/>
                  <a:pt x="4361" y="445"/>
                </a:cubicBezTo>
              </a:path>
              <a:path w="4362" h="21600" stroke="0" extrusionOk="0">
                <a:moveTo>
                  <a:pt x="-1" y="0"/>
                </a:moveTo>
                <a:cubicBezTo>
                  <a:pt x="1465" y="0"/>
                  <a:pt x="2926" y="149"/>
                  <a:pt x="4361" y="445"/>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12" name="Arc 24"/>
          <p:cNvSpPr>
            <a:spLocks/>
          </p:cNvSpPr>
          <p:nvPr/>
        </p:nvSpPr>
        <p:spPr bwMode="auto">
          <a:xfrm rot="5400000">
            <a:off x="6227763" y="1704975"/>
            <a:ext cx="171450" cy="466725"/>
          </a:xfrm>
          <a:custGeom>
            <a:avLst/>
            <a:gdLst>
              <a:gd name="T0" fmla="*/ 189316428 w 7945"/>
              <a:gd name="T1" fmla="*/ 0 h 21582"/>
              <a:gd name="T2" fmla="*/ 1722932405 w 7945"/>
              <a:gd name="T3" fmla="*/ 327196802 h 21582"/>
              <a:gd name="T4" fmla="*/ 0 w 7945"/>
              <a:gd name="T5" fmla="*/ 2147483647 h 21582"/>
              <a:gd name="T6" fmla="*/ 0 60000 65536"/>
              <a:gd name="T7" fmla="*/ 0 60000 65536"/>
              <a:gd name="T8" fmla="*/ 0 60000 65536"/>
              <a:gd name="T9" fmla="*/ 0 w 7945"/>
              <a:gd name="T10" fmla="*/ 0 h 21582"/>
              <a:gd name="T11" fmla="*/ 7945 w 7945"/>
              <a:gd name="T12" fmla="*/ 21582 h 21582"/>
            </a:gdLst>
            <a:ahLst/>
            <a:cxnLst>
              <a:cxn ang="T6">
                <a:pos x="T0" y="T1"/>
              </a:cxn>
              <a:cxn ang="T7">
                <a:pos x="T2" y="T3"/>
              </a:cxn>
              <a:cxn ang="T8">
                <a:pos x="T4" y="T5"/>
              </a:cxn>
            </a:cxnLst>
            <a:rect l="T9" t="T10" r="T11" b="T12"/>
            <a:pathLst>
              <a:path w="7945" h="21582" fill="none" extrusionOk="0">
                <a:moveTo>
                  <a:pt x="873" y="-1"/>
                </a:moveTo>
                <a:cubicBezTo>
                  <a:pt x="3297" y="97"/>
                  <a:pt x="5688" y="603"/>
                  <a:pt x="7944" y="1496"/>
                </a:cubicBezTo>
              </a:path>
              <a:path w="7945" h="21582" stroke="0" extrusionOk="0">
                <a:moveTo>
                  <a:pt x="873" y="-1"/>
                </a:moveTo>
                <a:cubicBezTo>
                  <a:pt x="3297" y="97"/>
                  <a:pt x="5688" y="603"/>
                  <a:pt x="7944" y="1496"/>
                </a:cubicBezTo>
                <a:lnTo>
                  <a:pt x="0" y="21582"/>
                </a:lnTo>
                <a:lnTo>
                  <a:pt x="873"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13" name="Arc 25"/>
          <p:cNvSpPr>
            <a:spLocks/>
          </p:cNvSpPr>
          <p:nvPr/>
        </p:nvSpPr>
        <p:spPr bwMode="auto">
          <a:xfrm rot="5400000">
            <a:off x="6647657" y="1847056"/>
            <a:ext cx="233362" cy="454025"/>
          </a:xfrm>
          <a:custGeom>
            <a:avLst/>
            <a:gdLst>
              <a:gd name="T0" fmla="*/ 1106574826 w 10787"/>
              <a:gd name="T1" fmla="*/ 0 h 21001"/>
              <a:gd name="T2" fmla="*/ 2147483647 w 10787"/>
              <a:gd name="T3" fmla="*/ 499602248 h 21001"/>
              <a:gd name="T4" fmla="*/ 0 w 10787"/>
              <a:gd name="T5" fmla="*/ 2147483647 h 21001"/>
              <a:gd name="T6" fmla="*/ 0 60000 65536"/>
              <a:gd name="T7" fmla="*/ 0 60000 65536"/>
              <a:gd name="T8" fmla="*/ 0 60000 65536"/>
              <a:gd name="T9" fmla="*/ 0 w 10787"/>
              <a:gd name="T10" fmla="*/ 0 h 21001"/>
              <a:gd name="T11" fmla="*/ 10787 w 10787"/>
              <a:gd name="T12" fmla="*/ 21001 h 21001"/>
            </a:gdLst>
            <a:ahLst/>
            <a:cxnLst>
              <a:cxn ang="T6">
                <a:pos x="T0" y="T1"/>
              </a:cxn>
              <a:cxn ang="T7">
                <a:pos x="T2" y="T3"/>
              </a:cxn>
              <a:cxn ang="T8">
                <a:pos x="T4" y="T5"/>
              </a:cxn>
            </a:cxnLst>
            <a:rect l="T9" t="T10" r="T11" b="T12"/>
            <a:pathLst>
              <a:path w="10787" h="21001" fill="none" extrusionOk="0">
                <a:moveTo>
                  <a:pt x="5051" y="0"/>
                </a:moveTo>
                <a:cubicBezTo>
                  <a:pt x="7063" y="483"/>
                  <a:pt x="8994" y="1254"/>
                  <a:pt x="10786" y="2287"/>
                </a:cubicBezTo>
              </a:path>
              <a:path w="10787" h="21001" stroke="0" extrusionOk="0">
                <a:moveTo>
                  <a:pt x="5051" y="0"/>
                </a:moveTo>
                <a:cubicBezTo>
                  <a:pt x="7063" y="483"/>
                  <a:pt x="8994" y="1254"/>
                  <a:pt x="10786" y="2287"/>
                </a:cubicBezTo>
                <a:lnTo>
                  <a:pt x="0" y="21001"/>
                </a:lnTo>
                <a:lnTo>
                  <a:pt x="505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3" name="Group 26"/>
          <p:cNvGrpSpPr>
            <a:grpSpLocks/>
          </p:cNvGrpSpPr>
          <p:nvPr/>
        </p:nvGrpSpPr>
        <p:grpSpPr bwMode="auto">
          <a:xfrm>
            <a:off x="3006725" y="1830388"/>
            <a:ext cx="3957638" cy="2738437"/>
            <a:chOff x="2985" y="1021"/>
            <a:chExt cx="2493" cy="1725"/>
          </a:xfrm>
        </p:grpSpPr>
        <p:sp>
          <p:nvSpPr>
            <p:cNvPr id="19543" name="Line 27"/>
            <p:cNvSpPr>
              <a:spLocks noChangeShapeType="1"/>
            </p:cNvSpPr>
            <p:nvPr/>
          </p:nvSpPr>
          <p:spPr bwMode="auto">
            <a:xfrm>
              <a:off x="2985" y="2450"/>
              <a:ext cx="1694" cy="29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4" name="Line 28"/>
            <p:cNvSpPr>
              <a:spLocks noChangeShapeType="1"/>
            </p:cNvSpPr>
            <p:nvPr/>
          </p:nvSpPr>
          <p:spPr bwMode="auto">
            <a:xfrm>
              <a:off x="3059" y="2166"/>
              <a:ext cx="1620" cy="57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5" name="Line 29"/>
            <p:cNvSpPr>
              <a:spLocks noChangeShapeType="1"/>
            </p:cNvSpPr>
            <p:nvPr/>
          </p:nvSpPr>
          <p:spPr bwMode="auto">
            <a:xfrm>
              <a:off x="3182" y="1898"/>
              <a:ext cx="1497" cy="846"/>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6" name="Line 30"/>
            <p:cNvSpPr>
              <a:spLocks noChangeShapeType="1"/>
            </p:cNvSpPr>
            <p:nvPr/>
          </p:nvSpPr>
          <p:spPr bwMode="auto">
            <a:xfrm>
              <a:off x="3347" y="1655"/>
              <a:ext cx="1332" cy="1089"/>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7" name="Line 31"/>
            <p:cNvSpPr>
              <a:spLocks noChangeShapeType="1"/>
            </p:cNvSpPr>
            <p:nvPr/>
          </p:nvSpPr>
          <p:spPr bwMode="auto">
            <a:xfrm>
              <a:off x="3551" y="1444"/>
              <a:ext cx="1128" cy="13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8" name="Line 32"/>
            <p:cNvSpPr>
              <a:spLocks noChangeShapeType="1"/>
            </p:cNvSpPr>
            <p:nvPr/>
          </p:nvSpPr>
          <p:spPr bwMode="auto">
            <a:xfrm>
              <a:off x="3787" y="1270"/>
              <a:ext cx="892" cy="147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49" name="Line 33"/>
            <p:cNvSpPr>
              <a:spLocks noChangeShapeType="1"/>
            </p:cNvSpPr>
            <p:nvPr/>
          </p:nvSpPr>
          <p:spPr bwMode="auto">
            <a:xfrm>
              <a:off x="4051" y="1138"/>
              <a:ext cx="628" cy="160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50" name="Line 34"/>
            <p:cNvSpPr>
              <a:spLocks noChangeShapeType="1"/>
            </p:cNvSpPr>
            <p:nvPr/>
          </p:nvSpPr>
          <p:spPr bwMode="auto">
            <a:xfrm>
              <a:off x="4333" y="1054"/>
              <a:ext cx="346" cy="169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51" name="Line 35"/>
            <p:cNvSpPr>
              <a:spLocks noChangeShapeType="1"/>
            </p:cNvSpPr>
            <p:nvPr/>
          </p:nvSpPr>
          <p:spPr bwMode="auto">
            <a:xfrm>
              <a:off x="4625" y="1021"/>
              <a:ext cx="54" cy="1725"/>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52" name="Line 36"/>
            <p:cNvSpPr>
              <a:spLocks noChangeShapeType="1"/>
            </p:cNvSpPr>
            <p:nvPr/>
          </p:nvSpPr>
          <p:spPr bwMode="auto">
            <a:xfrm flipH="1">
              <a:off x="4679" y="1034"/>
              <a:ext cx="240" cy="171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53" name="Line 37"/>
            <p:cNvSpPr>
              <a:spLocks noChangeShapeType="1"/>
            </p:cNvSpPr>
            <p:nvPr/>
          </p:nvSpPr>
          <p:spPr bwMode="auto">
            <a:xfrm flipH="1">
              <a:off x="4679" y="1099"/>
              <a:ext cx="528" cy="1647"/>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sp>
          <p:nvSpPr>
            <p:cNvPr id="19554" name="Line 38"/>
            <p:cNvSpPr>
              <a:spLocks noChangeShapeType="1"/>
            </p:cNvSpPr>
            <p:nvPr/>
          </p:nvSpPr>
          <p:spPr bwMode="auto">
            <a:xfrm flipH="1">
              <a:off x="4679" y="1212"/>
              <a:ext cx="799" cy="153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pPr fontAlgn="auto">
                <a:spcBef>
                  <a:spcPts val="0"/>
                </a:spcBef>
                <a:spcAft>
                  <a:spcPts val="0"/>
                </a:spcAft>
                <a:defRPr/>
              </a:pPr>
              <a:endParaRPr lang="en-IN"/>
            </a:p>
          </p:txBody>
        </p:sp>
      </p:grpSp>
      <p:sp>
        <p:nvSpPr>
          <p:cNvPr id="37927" name="Arc 39"/>
          <p:cNvSpPr>
            <a:spLocks/>
          </p:cNvSpPr>
          <p:nvPr/>
        </p:nvSpPr>
        <p:spPr bwMode="auto">
          <a:xfrm flipH="1">
            <a:off x="5332413" y="4208463"/>
            <a:ext cx="534987" cy="361950"/>
          </a:xfrm>
          <a:custGeom>
            <a:avLst/>
            <a:gdLst>
              <a:gd name="T0" fmla="*/ 0 w 31665"/>
              <a:gd name="T1" fmla="*/ 196247480 h 21600"/>
              <a:gd name="T2" fmla="*/ 2147483647 w 31665"/>
              <a:gd name="T3" fmla="*/ 1703072225 h 21600"/>
              <a:gd name="T4" fmla="*/ 820101838 w 31665"/>
              <a:gd name="T5" fmla="*/ 1703072225 h 21600"/>
              <a:gd name="T6" fmla="*/ 0 60000 65536"/>
              <a:gd name="T7" fmla="*/ 0 60000 65536"/>
              <a:gd name="T8" fmla="*/ 0 60000 65536"/>
              <a:gd name="T9" fmla="*/ 0 w 31665"/>
              <a:gd name="T10" fmla="*/ 0 h 21600"/>
              <a:gd name="T11" fmla="*/ 31665 w 31665"/>
              <a:gd name="T12" fmla="*/ 21600 h 21600"/>
            </a:gdLst>
            <a:ahLst/>
            <a:cxnLst>
              <a:cxn ang="T6">
                <a:pos x="T0" y="T1"/>
              </a:cxn>
              <a:cxn ang="T7">
                <a:pos x="T2" y="T3"/>
              </a:cxn>
              <a:cxn ang="T8">
                <a:pos x="T4" y="T5"/>
              </a:cxn>
            </a:cxnLst>
            <a:rect l="T9" t="T10" r="T11" b="T12"/>
            <a:pathLst>
              <a:path w="31665" h="21600" fill="none" extrusionOk="0">
                <a:moveTo>
                  <a:pt x="-1" y="2488"/>
                </a:moveTo>
                <a:cubicBezTo>
                  <a:pt x="3103" y="854"/>
                  <a:pt x="6557" y="-1"/>
                  <a:pt x="10065" y="0"/>
                </a:cubicBezTo>
                <a:cubicBezTo>
                  <a:pt x="21994" y="0"/>
                  <a:pt x="31665" y="9670"/>
                  <a:pt x="31665" y="21600"/>
                </a:cubicBezTo>
              </a:path>
              <a:path w="31665" h="21600" stroke="0" extrusionOk="0">
                <a:moveTo>
                  <a:pt x="-1" y="2488"/>
                </a:moveTo>
                <a:cubicBezTo>
                  <a:pt x="3103" y="854"/>
                  <a:pt x="6557" y="-1"/>
                  <a:pt x="10065" y="0"/>
                </a:cubicBezTo>
                <a:cubicBezTo>
                  <a:pt x="21994" y="0"/>
                  <a:pt x="31665" y="9670"/>
                  <a:pt x="31665" y="21600"/>
                </a:cubicBezTo>
                <a:lnTo>
                  <a:pt x="10065" y="21600"/>
                </a:lnTo>
                <a:lnTo>
                  <a:pt x="-1" y="2488"/>
                </a:lnTo>
                <a:close/>
              </a:path>
            </a:pathLst>
          </a:custGeom>
          <a:noFill/>
          <a:ln w="9525">
            <a:solidFill>
              <a:srgbClr val="0000FF"/>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28" name="Text Box 40"/>
          <p:cNvSpPr txBox="1">
            <a:spLocks noChangeArrowheads="1"/>
          </p:cNvSpPr>
          <p:nvPr/>
        </p:nvSpPr>
        <p:spPr bwMode="auto">
          <a:xfrm>
            <a:off x="6076950" y="4208463"/>
            <a:ext cx="396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l-GR" altLang="en-US">
                <a:solidFill>
                  <a:schemeClr val="accent2"/>
                </a:solidFill>
              </a:rPr>
              <a:t>θ</a:t>
            </a:r>
          </a:p>
        </p:txBody>
      </p:sp>
      <p:sp>
        <p:nvSpPr>
          <p:cNvPr id="37929" name="Text Box 41"/>
          <p:cNvSpPr txBox="1">
            <a:spLocks noChangeArrowheads="1"/>
          </p:cNvSpPr>
          <p:nvPr/>
        </p:nvSpPr>
        <p:spPr bwMode="auto">
          <a:xfrm>
            <a:off x="3114675" y="5973763"/>
            <a:ext cx="37687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l-GR" altLang="en-US" sz="1200" b="1"/>
              <a:t>θ</a:t>
            </a:r>
            <a:r>
              <a:rPr lang="en-US" altLang="en-US" sz="1200" b="1"/>
              <a:t>=r/R X360º= 25/75 X360º=120º</a:t>
            </a:r>
          </a:p>
        </p:txBody>
      </p:sp>
      <p:sp>
        <p:nvSpPr>
          <p:cNvPr id="37961" name="Text Box 73"/>
          <p:cNvSpPr txBox="1">
            <a:spLocks noChangeArrowheads="1"/>
          </p:cNvSpPr>
          <p:nvPr/>
        </p:nvSpPr>
        <p:spPr bwMode="auto">
          <a:xfrm>
            <a:off x="2782888" y="3957638"/>
            <a:ext cx="3667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a:t>
            </a:r>
          </a:p>
        </p:txBody>
      </p:sp>
      <p:sp>
        <p:nvSpPr>
          <p:cNvPr id="37962" name="Text Box 74"/>
          <p:cNvSpPr txBox="1">
            <a:spLocks noChangeArrowheads="1"/>
          </p:cNvSpPr>
          <p:nvPr/>
        </p:nvSpPr>
        <p:spPr bwMode="auto">
          <a:xfrm>
            <a:off x="2952750" y="3479800"/>
            <a:ext cx="36671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2</a:t>
            </a:r>
          </a:p>
        </p:txBody>
      </p:sp>
      <p:sp>
        <p:nvSpPr>
          <p:cNvPr id="37963" name="Text Box 75"/>
          <p:cNvSpPr txBox="1">
            <a:spLocks noChangeArrowheads="1"/>
          </p:cNvSpPr>
          <p:nvPr/>
        </p:nvSpPr>
        <p:spPr bwMode="auto">
          <a:xfrm>
            <a:off x="3160713" y="3033713"/>
            <a:ext cx="3667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3</a:t>
            </a:r>
          </a:p>
        </p:txBody>
      </p:sp>
      <p:sp>
        <p:nvSpPr>
          <p:cNvPr id="37964" name="Text Box 76"/>
          <p:cNvSpPr txBox="1">
            <a:spLocks noChangeArrowheads="1"/>
          </p:cNvSpPr>
          <p:nvPr/>
        </p:nvSpPr>
        <p:spPr bwMode="auto">
          <a:xfrm>
            <a:off x="3444875" y="2646363"/>
            <a:ext cx="366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4</a:t>
            </a:r>
          </a:p>
        </p:txBody>
      </p:sp>
      <p:sp>
        <p:nvSpPr>
          <p:cNvPr id="37965" name="Text Box 77"/>
          <p:cNvSpPr txBox="1">
            <a:spLocks noChangeArrowheads="1"/>
          </p:cNvSpPr>
          <p:nvPr/>
        </p:nvSpPr>
        <p:spPr bwMode="auto">
          <a:xfrm>
            <a:off x="3768725" y="2303463"/>
            <a:ext cx="366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5</a:t>
            </a:r>
          </a:p>
        </p:txBody>
      </p:sp>
      <p:sp>
        <p:nvSpPr>
          <p:cNvPr id="37966" name="Text Box 78"/>
          <p:cNvSpPr txBox="1">
            <a:spLocks noChangeArrowheads="1"/>
          </p:cNvSpPr>
          <p:nvPr/>
        </p:nvSpPr>
        <p:spPr bwMode="auto">
          <a:xfrm>
            <a:off x="4157663" y="2046288"/>
            <a:ext cx="3667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6</a:t>
            </a:r>
          </a:p>
        </p:txBody>
      </p:sp>
      <p:sp>
        <p:nvSpPr>
          <p:cNvPr id="37967" name="Text Box 79"/>
          <p:cNvSpPr txBox="1">
            <a:spLocks noChangeArrowheads="1"/>
          </p:cNvSpPr>
          <p:nvPr/>
        </p:nvSpPr>
        <p:spPr bwMode="auto">
          <a:xfrm>
            <a:off x="4598988" y="1830388"/>
            <a:ext cx="3667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7</a:t>
            </a:r>
          </a:p>
        </p:txBody>
      </p:sp>
      <p:sp>
        <p:nvSpPr>
          <p:cNvPr id="37968" name="Text Box 80"/>
          <p:cNvSpPr txBox="1">
            <a:spLocks noChangeArrowheads="1"/>
          </p:cNvSpPr>
          <p:nvPr/>
        </p:nvSpPr>
        <p:spPr bwMode="auto">
          <a:xfrm>
            <a:off x="5057775" y="1712913"/>
            <a:ext cx="366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8</a:t>
            </a:r>
          </a:p>
        </p:txBody>
      </p:sp>
      <p:sp>
        <p:nvSpPr>
          <p:cNvPr id="37969" name="Text Box 81"/>
          <p:cNvSpPr txBox="1">
            <a:spLocks noChangeArrowheads="1"/>
          </p:cNvSpPr>
          <p:nvPr/>
        </p:nvSpPr>
        <p:spPr bwMode="auto">
          <a:xfrm>
            <a:off x="5521325" y="1668463"/>
            <a:ext cx="366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9</a:t>
            </a:r>
          </a:p>
        </p:txBody>
      </p:sp>
      <p:sp>
        <p:nvSpPr>
          <p:cNvPr id="37970" name="Text Box 82"/>
          <p:cNvSpPr txBox="1">
            <a:spLocks noChangeArrowheads="1"/>
          </p:cNvSpPr>
          <p:nvPr/>
        </p:nvSpPr>
        <p:spPr bwMode="auto">
          <a:xfrm>
            <a:off x="5969000" y="1695450"/>
            <a:ext cx="36671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10</a:t>
            </a:r>
          </a:p>
        </p:txBody>
      </p:sp>
      <p:sp>
        <p:nvSpPr>
          <p:cNvPr id="37971" name="Text Box 83"/>
          <p:cNvSpPr txBox="1">
            <a:spLocks noChangeArrowheads="1"/>
          </p:cNvSpPr>
          <p:nvPr/>
        </p:nvSpPr>
        <p:spPr bwMode="auto">
          <a:xfrm>
            <a:off x="6473825" y="1811338"/>
            <a:ext cx="3667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11</a:t>
            </a:r>
          </a:p>
        </p:txBody>
      </p:sp>
      <p:sp>
        <p:nvSpPr>
          <p:cNvPr id="37972" name="Text Box 84"/>
          <p:cNvSpPr txBox="1">
            <a:spLocks noChangeArrowheads="1"/>
          </p:cNvSpPr>
          <p:nvPr/>
        </p:nvSpPr>
        <p:spPr bwMode="auto">
          <a:xfrm>
            <a:off x="6919913" y="2001838"/>
            <a:ext cx="3667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12</a:t>
            </a:r>
          </a:p>
        </p:txBody>
      </p:sp>
      <p:sp>
        <p:nvSpPr>
          <p:cNvPr id="37999" name="Arc 111"/>
          <p:cNvSpPr>
            <a:spLocks/>
          </p:cNvSpPr>
          <p:nvPr/>
        </p:nvSpPr>
        <p:spPr bwMode="auto">
          <a:xfrm flipH="1">
            <a:off x="3043238" y="1916113"/>
            <a:ext cx="3881437" cy="3108325"/>
          </a:xfrm>
          <a:custGeom>
            <a:avLst/>
            <a:gdLst>
              <a:gd name="T0" fmla="*/ 0 w 31619"/>
              <a:gd name="T1" fmla="*/ 2147483647 h 25321"/>
              <a:gd name="T2" fmla="*/ 2147483647 w 31619"/>
              <a:gd name="T3" fmla="*/ 2147483647 h 25321"/>
              <a:gd name="T4" fmla="*/ 2147483647 w 31619"/>
              <a:gd name="T5" fmla="*/ 2147483647 h 25321"/>
              <a:gd name="T6" fmla="*/ 0 60000 65536"/>
              <a:gd name="T7" fmla="*/ 0 60000 65536"/>
              <a:gd name="T8" fmla="*/ 0 60000 65536"/>
              <a:gd name="T9" fmla="*/ 0 w 31619"/>
              <a:gd name="T10" fmla="*/ 0 h 25321"/>
              <a:gd name="T11" fmla="*/ 31619 w 31619"/>
              <a:gd name="T12" fmla="*/ 25321 h 25321"/>
            </a:gdLst>
            <a:ahLst/>
            <a:cxnLst>
              <a:cxn ang="T6">
                <a:pos x="T0" y="T1"/>
              </a:cxn>
              <a:cxn ang="T7">
                <a:pos x="T2" y="T3"/>
              </a:cxn>
              <a:cxn ang="T8">
                <a:pos x="T4" y="T5"/>
              </a:cxn>
            </a:cxnLst>
            <a:rect l="T9" t="T10" r="T11" b="T12"/>
            <a:pathLst>
              <a:path w="31619" h="25321" fill="none" extrusionOk="0">
                <a:moveTo>
                  <a:pt x="0" y="2464"/>
                </a:moveTo>
                <a:cubicBezTo>
                  <a:pt x="3091" y="845"/>
                  <a:pt x="6529" y="-1"/>
                  <a:pt x="10019" y="0"/>
                </a:cubicBezTo>
                <a:cubicBezTo>
                  <a:pt x="21948" y="0"/>
                  <a:pt x="31619" y="9670"/>
                  <a:pt x="31619" y="21600"/>
                </a:cubicBezTo>
                <a:cubicBezTo>
                  <a:pt x="31619" y="22847"/>
                  <a:pt x="31510" y="24092"/>
                  <a:pt x="31296" y="25321"/>
                </a:cubicBezTo>
              </a:path>
              <a:path w="31619" h="25321" stroke="0" extrusionOk="0">
                <a:moveTo>
                  <a:pt x="0" y="2464"/>
                </a:moveTo>
                <a:cubicBezTo>
                  <a:pt x="3091" y="845"/>
                  <a:pt x="6529" y="-1"/>
                  <a:pt x="10019" y="0"/>
                </a:cubicBezTo>
                <a:cubicBezTo>
                  <a:pt x="21948" y="0"/>
                  <a:pt x="31619" y="9670"/>
                  <a:pt x="31619" y="21600"/>
                </a:cubicBezTo>
                <a:cubicBezTo>
                  <a:pt x="31619" y="22847"/>
                  <a:pt x="31510" y="24092"/>
                  <a:pt x="31296" y="25321"/>
                </a:cubicBezTo>
                <a:lnTo>
                  <a:pt x="10019" y="21600"/>
                </a:lnTo>
                <a:lnTo>
                  <a:pt x="0" y="2464"/>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1" name="Arc 113"/>
          <p:cNvSpPr>
            <a:spLocks/>
          </p:cNvSpPr>
          <p:nvPr/>
        </p:nvSpPr>
        <p:spPr bwMode="auto">
          <a:xfrm flipH="1">
            <a:off x="3281363" y="2154238"/>
            <a:ext cx="3548062" cy="3190875"/>
          </a:xfrm>
          <a:custGeom>
            <a:avLst/>
            <a:gdLst>
              <a:gd name="T0" fmla="*/ 0 w 31756"/>
              <a:gd name="T1" fmla="*/ 2147483647 h 28560"/>
              <a:gd name="T2" fmla="*/ 2147483647 w 31756"/>
              <a:gd name="T3" fmla="*/ 2147483647 h 28560"/>
              <a:gd name="T4" fmla="*/ 2147483647 w 31756"/>
              <a:gd name="T5" fmla="*/ 2147483647 h 28560"/>
              <a:gd name="T6" fmla="*/ 0 60000 65536"/>
              <a:gd name="T7" fmla="*/ 0 60000 65536"/>
              <a:gd name="T8" fmla="*/ 0 60000 65536"/>
              <a:gd name="T9" fmla="*/ 0 w 31756"/>
              <a:gd name="T10" fmla="*/ 0 h 28560"/>
              <a:gd name="T11" fmla="*/ 31756 w 31756"/>
              <a:gd name="T12" fmla="*/ 28560 h 28560"/>
            </a:gdLst>
            <a:ahLst/>
            <a:cxnLst>
              <a:cxn ang="T6">
                <a:pos x="T0" y="T1"/>
              </a:cxn>
              <a:cxn ang="T7">
                <a:pos x="T2" y="T3"/>
              </a:cxn>
              <a:cxn ang="T8">
                <a:pos x="T4" y="T5"/>
              </a:cxn>
            </a:cxnLst>
            <a:rect l="T9" t="T10" r="T11" b="T12"/>
            <a:pathLst>
              <a:path w="31756" h="28560" fill="none" extrusionOk="0">
                <a:moveTo>
                  <a:pt x="-1" y="2536"/>
                </a:moveTo>
                <a:cubicBezTo>
                  <a:pt x="3126" y="871"/>
                  <a:pt x="6613" y="-1"/>
                  <a:pt x="10156" y="0"/>
                </a:cubicBezTo>
                <a:cubicBezTo>
                  <a:pt x="22085" y="0"/>
                  <a:pt x="31756" y="9670"/>
                  <a:pt x="31756" y="21600"/>
                </a:cubicBezTo>
                <a:cubicBezTo>
                  <a:pt x="31756" y="23967"/>
                  <a:pt x="31366" y="26318"/>
                  <a:pt x="30603" y="28559"/>
                </a:cubicBezTo>
              </a:path>
              <a:path w="31756" h="28560" stroke="0" extrusionOk="0">
                <a:moveTo>
                  <a:pt x="-1" y="2536"/>
                </a:moveTo>
                <a:cubicBezTo>
                  <a:pt x="3126" y="871"/>
                  <a:pt x="6613" y="-1"/>
                  <a:pt x="10156" y="0"/>
                </a:cubicBezTo>
                <a:cubicBezTo>
                  <a:pt x="22085" y="0"/>
                  <a:pt x="31756" y="9670"/>
                  <a:pt x="31756" y="21600"/>
                </a:cubicBezTo>
                <a:cubicBezTo>
                  <a:pt x="31756" y="23967"/>
                  <a:pt x="31366" y="26318"/>
                  <a:pt x="30603" y="28559"/>
                </a:cubicBezTo>
                <a:lnTo>
                  <a:pt x="10156" y="21600"/>
                </a:lnTo>
                <a:lnTo>
                  <a:pt x="-1" y="2536"/>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3" name="Arc 115"/>
          <p:cNvSpPr>
            <a:spLocks/>
          </p:cNvSpPr>
          <p:nvPr/>
        </p:nvSpPr>
        <p:spPr bwMode="auto">
          <a:xfrm flipH="1">
            <a:off x="3656013" y="2525713"/>
            <a:ext cx="2984500" cy="2946400"/>
          </a:xfrm>
          <a:custGeom>
            <a:avLst/>
            <a:gdLst>
              <a:gd name="T0" fmla="*/ 0 w 31628"/>
              <a:gd name="T1" fmla="*/ 2147483647 h 31225"/>
              <a:gd name="T2" fmla="*/ 2147483647 w 31628"/>
              <a:gd name="T3" fmla="*/ 2147483647 h 31225"/>
              <a:gd name="T4" fmla="*/ 2147483647 w 31628"/>
              <a:gd name="T5" fmla="*/ 2147483647 h 31225"/>
              <a:gd name="T6" fmla="*/ 0 60000 65536"/>
              <a:gd name="T7" fmla="*/ 0 60000 65536"/>
              <a:gd name="T8" fmla="*/ 0 60000 65536"/>
              <a:gd name="T9" fmla="*/ 0 w 31628"/>
              <a:gd name="T10" fmla="*/ 0 h 31225"/>
              <a:gd name="T11" fmla="*/ 31628 w 31628"/>
              <a:gd name="T12" fmla="*/ 31225 h 31225"/>
            </a:gdLst>
            <a:ahLst/>
            <a:cxnLst>
              <a:cxn ang="T6">
                <a:pos x="T0" y="T1"/>
              </a:cxn>
              <a:cxn ang="T7">
                <a:pos x="T2" y="T3"/>
              </a:cxn>
              <a:cxn ang="T8">
                <a:pos x="T4" y="T5"/>
              </a:cxn>
            </a:cxnLst>
            <a:rect l="T9" t="T10" r="T11" b="T12"/>
            <a:pathLst>
              <a:path w="31628" h="31225" fill="none" extrusionOk="0">
                <a:moveTo>
                  <a:pt x="-1" y="2468"/>
                </a:moveTo>
                <a:cubicBezTo>
                  <a:pt x="3093" y="847"/>
                  <a:pt x="6534" y="-1"/>
                  <a:pt x="10028" y="0"/>
                </a:cubicBezTo>
                <a:cubicBezTo>
                  <a:pt x="21957" y="0"/>
                  <a:pt x="31628" y="9670"/>
                  <a:pt x="31628" y="21600"/>
                </a:cubicBezTo>
                <a:cubicBezTo>
                  <a:pt x="31628" y="24940"/>
                  <a:pt x="30853" y="28234"/>
                  <a:pt x="29364" y="31224"/>
                </a:cubicBezTo>
              </a:path>
              <a:path w="31628" h="31225" stroke="0" extrusionOk="0">
                <a:moveTo>
                  <a:pt x="-1" y="2468"/>
                </a:moveTo>
                <a:cubicBezTo>
                  <a:pt x="3093" y="847"/>
                  <a:pt x="6534" y="-1"/>
                  <a:pt x="10028" y="0"/>
                </a:cubicBezTo>
                <a:cubicBezTo>
                  <a:pt x="21957" y="0"/>
                  <a:pt x="31628" y="9670"/>
                  <a:pt x="31628" y="21600"/>
                </a:cubicBezTo>
                <a:cubicBezTo>
                  <a:pt x="31628" y="24940"/>
                  <a:pt x="30853" y="28234"/>
                  <a:pt x="29364" y="31224"/>
                </a:cubicBezTo>
                <a:lnTo>
                  <a:pt x="10028" y="21600"/>
                </a:lnTo>
                <a:lnTo>
                  <a:pt x="-1" y="2468"/>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4" name="Arc 116"/>
          <p:cNvSpPr>
            <a:spLocks/>
          </p:cNvSpPr>
          <p:nvPr/>
        </p:nvSpPr>
        <p:spPr bwMode="auto">
          <a:xfrm flipH="1">
            <a:off x="3870325" y="2740025"/>
            <a:ext cx="2682875" cy="1828800"/>
          </a:xfrm>
          <a:custGeom>
            <a:avLst/>
            <a:gdLst>
              <a:gd name="T0" fmla="*/ 0 w 31689"/>
              <a:gd name="T1" fmla="*/ 2147483647 h 21600"/>
              <a:gd name="T2" fmla="*/ 2147483647 w 31689"/>
              <a:gd name="T3" fmla="*/ 2147483647 h 21600"/>
              <a:gd name="T4" fmla="*/ 2147483647 w 31689"/>
              <a:gd name="T5" fmla="*/ 2147483647 h 21600"/>
              <a:gd name="T6" fmla="*/ 0 60000 65536"/>
              <a:gd name="T7" fmla="*/ 0 60000 65536"/>
              <a:gd name="T8" fmla="*/ 0 60000 65536"/>
              <a:gd name="T9" fmla="*/ 0 w 31689"/>
              <a:gd name="T10" fmla="*/ 0 h 21600"/>
              <a:gd name="T11" fmla="*/ 31689 w 31689"/>
              <a:gd name="T12" fmla="*/ 21600 h 21600"/>
            </a:gdLst>
            <a:ahLst/>
            <a:cxnLst>
              <a:cxn ang="T6">
                <a:pos x="T0" y="T1"/>
              </a:cxn>
              <a:cxn ang="T7">
                <a:pos x="T2" y="T3"/>
              </a:cxn>
              <a:cxn ang="T8">
                <a:pos x="T4" y="T5"/>
              </a:cxn>
            </a:cxnLst>
            <a:rect l="T9" t="T10" r="T11" b="T12"/>
            <a:pathLst>
              <a:path w="31689" h="21600" fill="none" extrusionOk="0">
                <a:moveTo>
                  <a:pt x="-1" y="2500"/>
                </a:moveTo>
                <a:cubicBezTo>
                  <a:pt x="3109" y="858"/>
                  <a:pt x="6572" y="-1"/>
                  <a:pt x="10089" y="0"/>
                </a:cubicBezTo>
                <a:cubicBezTo>
                  <a:pt x="22018" y="0"/>
                  <a:pt x="31689" y="9670"/>
                  <a:pt x="31689" y="21600"/>
                </a:cubicBezTo>
              </a:path>
              <a:path w="31689" h="21600" stroke="0" extrusionOk="0">
                <a:moveTo>
                  <a:pt x="-1" y="2500"/>
                </a:moveTo>
                <a:cubicBezTo>
                  <a:pt x="3109" y="858"/>
                  <a:pt x="6572" y="-1"/>
                  <a:pt x="10089" y="0"/>
                </a:cubicBezTo>
                <a:cubicBezTo>
                  <a:pt x="22018" y="0"/>
                  <a:pt x="31689" y="9670"/>
                  <a:pt x="31689" y="21600"/>
                </a:cubicBezTo>
                <a:lnTo>
                  <a:pt x="10089" y="21600"/>
                </a:lnTo>
                <a:lnTo>
                  <a:pt x="-1" y="2500"/>
                </a:lnTo>
                <a:close/>
              </a:path>
            </a:pathLst>
          </a:custGeom>
          <a:noFill/>
          <a:ln w="12700">
            <a:solidFill>
              <a:srgbClr val="0000FF"/>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6" name="Arc 118"/>
          <p:cNvSpPr>
            <a:spLocks/>
          </p:cNvSpPr>
          <p:nvPr/>
        </p:nvSpPr>
        <p:spPr bwMode="auto">
          <a:xfrm flipH="1">
            <a:off x="4111625" y="2984500"/>
            <a:ext cx="2311400" cy="2393950"/>
          </a:xfrm>
          <a:custGeom>
            <a:avLst/>
            <a:gdLst>
              <a:gd name="T0" fmla="*/ 0 w 31574"/>
              <a:gd name="T1" fmla="*/ 2147483647 h 32713"/>
              <a:gd name="T2" fmla="*/ 2147483647 w 31574"/>
              <a:gd name="T3" fmla="*/ 2147483647 h 32713"/>
              <a:gd name="T4" fmla="*/ 2147483647 w 31574"/>
              <a:gd name="T5" fmla="*/ 2147483647 h 32713"/>
              <a:gd name="T6" fmla="*/ 0 60000 65536"/>
              <a:gd name="T7" fmla="*/ 0 60000 65536"/>
              <a:gd name="T8" fmla="*/ 0 60000 65536"/>
              <a:gd name="T9" fmla="*/ 0 w 31574"/>
              <a:gd name="T10" fmla="*/ 0 h 32713"/>
              <a:gd name="T11" fmla="*/ 31574 w 31574"/>
              <a:gd name="T12" fmla="*/ 32713 h 32713"/>
            </a:gdLst>
            <a:ahLst/>
            <a:cxnLst>
              <a:cxn ang="T6">
                <a:pos x="T0" y="T1"/>
              </a:cxn>
              <a:cxn ang="T7">
                <a:pos x="T2" y="T3"/>
              </a:cxn>
              <a:cxn ang="T8">
                <a:pos x="T4" y="T5"/>
              </a:cxn>
            </a:cxnLst>
            <a:rect l="T9" t="T10" r="T11" b="T12"/>
            <a:pathLst>
              <a:path w="31574" h="32713" fill="none" extrusionOk="0">
                <a:moveTo>
                  <a:pt x="-1" y="2440"/>
                </a:moveTo>
                <a:cubicBezTo>
                  <a:pt x="3080" y="837"/>
                  <a:pt x="6501" y="-1"/>
                  <a:pt x="9974" y="0"/>
                </a:cubicBezTo>
                <a:cubicBezTo>
                  <a:pt x="21903" y="0"/>
                  <a:pt x="31574" y="9670"/>
                  <a:pt x="31574" y="21600"/>
                </a:cubicBezTo>
                <a:cubicBezTo>
                  <a:pt x="31574" y="25514"/>
                  <a:pt x="30510" y="29356"/>
                  <a:pt x="28495" y="32712"/>
                </a:cubicBezTo>
              </a:path>
              <a:path w="31574" h="32713" stroke="0" extrusionOk="0">
                <a:moveTo>
                  <a:pt x="-1" y="2440"/>
                </a:moveTo>
                <a:cubicBezTo>
                  <a:pt x="3080" y="837"/>
                  <a:pt x="6501" y="-1"/>
                  <a:pt x="9974" y="0"/>
                </a:cubicBezTo>
                <a:cubicBezTo>
                  <a:pt x="21903" y="0"/>
                  <a:pt x="31574" y="9670"/>
                  <a:pt x="31574" y="21600"/>
                </a:cubicBezTo>
                <a:cubicBezTo>
                  <a:pt x="31574" y="25514"/>
                  <a:pt x="30510" y="29356"/>
                  <a:pt x="28495" y="32712"/>
                </a:cubicBezTo>
                <a:lnTo>
                  <a:pt x="9974" y="21600"/>
                </a:lnTo>
                <a:lnTo>
                  <a:pt x="-1" y="2440"/>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8" name="Arc 120"/>
          <p:cNvSpPr>
            <a:spLocks/>
          </p:cNvSpPr>
          <p:nvPr/>
        </p:nvSpPr>
        <p:spPr bwMode="auto">
          <a:xfrm flipH="1">
            <a:off x="4568825" y="3443288"/>
            <a:ext cx="1644650" cy="1592262"/>
          </a:xfrm>
          <a:custGeom>
            <a:avLst/>
            <a:gdLst>
              <a:gd name="T0" fmla="*/ 0 w 31601"/>
              <a:gd name="T1" fmla="*/ 2147483647 h 30602"/>
              <a:gd name="T2" fmla="*/ 2147483647 w 31601"/>
              <a:gd name="T3" fmla="*/ 2147483647 h 30602"/>
              <a:gd name="T4" fmla="*/ 2147483647 w 31601"/>
              <a:gd name="T5" fmla="*/ 2147483647 h 30602"/>
              <a:gd name="T6" fmla="*/ 0 60000 65536"/>
              <a:gd name="T7" fmla="*/ 0 60000 65536"/>
              <a:gd name="T8" fmla="*/ 0 60000 65536"/>
              <a:gd name="T9" fmla="*/ 0 w 31601"/>
              <a:gd name="T10" fmla="*/ 0 h 30602"/>
              <a:gd name="T11" fmla="*/ 31601 w 31601"/>
              <a:gd name="T12" fmla="*/ 30602 h 30602"/>
            </a:gdLst>
            <a:ahLst/>
            <a:cxnLst>
              <a:cxn ang="T6">
                <a:pos x="T0" y="T1"/>
              </a:cxn>
              <a:cxn ang="T7">
                <a:pos x="T2" y="T3"/>
              </a:cxn>
              <a:cxn ang="T8">
                <a:pos x="T4" y="T5"/>
              </a:cxn>
            </a:cxnLst>
            <a:rect l="T9" t="T10" r="T11" b="T12"/>
            <a:pathLst>
              <a:path w="31601" h="30602" fill="none" extrusionOk="0">
                <a:moveTo>
                  <a:pt x="-1" y="2454"/>
                </a:moveTo>
                <a:cubicBezTo>
                  <a:pt x="3086" y="842"/>
                  <a:pt x="6518" y="-1"/>
                  <a:pt x="10001" y="0"/>
                </a:cubicBezTo>
                <a:cubicBezTo>
                  <a:pt x="21930" y="0"/>
                  <a:pt x="31601" y="9670"/>
                  <a:pt x="31601" y="21600"/>
                </a:cubicBezTo>
                <a:cubicBezTo>
                  <a:pt x="31601" y="24707"/>
                  <a:pt x="30930" y="27777"/>
                  <a:pt x="29635" y="30601"/>
                </a:cubicBezTo>
              </a:path>
              <a:path w="31601" h="30602" stroke="0" extrusionOk="0">
                <a:moveTo>
                  <a:pt x="-1" y="2454"/>
                </a:moveTo>
                <a:cubicBezTo>
                  <a:pt x="3086" y="842"/>
                  <a:pt x="6518" y="-1"/>
                  <a:pt x="10001" y="0"/>
                </a:cubicBezTo>
                <a:cubicBezTo>
                  <a:pt x="21930" y="0"/>
                  <a:pt x="31601" y="9670"/>
                  <a:pt x="31601" y="21600"/>
                </a:cubicBezTo>
                <a:cubicBezTo>
                  <a:pt x="31601" y="24707"/>
                  <a:pt x="30930" y="27777"/>
                  <a:pt x="29635" y="30601"/>
                </a:cubicBezTo>
                <a:lnTo>
                  <a:pt x="10001" y="21600"/>
                </a:lnTo>
                <a:lnTo>
                  <a:pt x="-1" y="2454"/>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09" name="Arc 121"/>
          <p:cNvSpPr>
            <a:spLocks/>
          </p:cNvSpPr>
          <p:nvPr/>
        </p:nvSpPr>
        <p:spPr bwMode="auto">
          <a:xfrm flipH="1">
            <a:off x="4781550" y="3648075"/>
            <a:ext cx="1338263" cy="914400"/>
          </a:xfrm>
          <a:custGeom>
            <a:avLst/>
            <a:gdLst>
              <a:gd name="T0" fmla="*/ 0 w 31619"/>
              <a:gd name="T1" fmla="*/ 2147483647 h 21600"/>
              <a:gd name="T2" fmla="*/ 2147483647 w 31619"/>
              <a:gd name="T3" fmla="*/ 2147483647 h 21600"/>
              <a:gd name="T4" fmla="*/ 2147483647 w 31619"/>
              <a:gd name="T5" fmla="*/ 2147483647 h 21600"/>
              <a:gd name="T6" fmla="*/ 0 60000 65536"/>
              <a:gd name="T7" fmla="*/ 0 60000 65536"/>
              <a:gd name="T8" fmla="*/ 0 60000 65536"/>
              <a:gd name="T9" fmla="*/ 0 w 31619"/>
              <a:gd name="T10" fmla="*/ 0 h 21600"/>
              <a:gd name="T11" fmla="*/ 31619 w 31619"/>
              <a:gd name="T12" fmla="*/ 21600 h 21600"/>
            </a:gdLst>
            <a:ahLst/>
            <a:cxnLst>
              <a:cxn ang="T6">
                <a:pos x="T0" y="T1"/>
              </a:cxn>
              <a:cxn ang="T7">
                <a:pos x="T2" y="T3"/>
              </a:cxn>
              <a:cxn ang="T8">
                <a:pos x="T4" y="T5"/>
              </a:cxn>
            </a:cxnLst>
            <a:rect l="T9" t="T10" r="T11" b="T12"/>
            <a:pathLst>
              <a:path w="31619" h="21600" fill="none" extrusionOk="0">
                <a:moveTo>
                  <a:pt x="0" y="2464"/>
                </a:moveTo>
                <a:cubicBezTo>
                  <a:pt x="3091" y="845"/>
                  <a:pt x="6529" y="-1"/>
                  <a:pt x="10019" y="0"/>
                </a:cubicBezTo>
                <a:cubicBezTo>
                  <a:pt x="21948" y="0"/>
                  <a:pt x="31619" y="9670"/>
                  <a:pt x="31619" y="21600"/>
                </a:cubicBezTo>
              </a:path>
              <a:path w="31619" h="21600" stroke="0" extrusionOk="0">
                <a:moveTo>
                  <a:pt x="0" y="2464"/>
                </a:moveTo>
                <a:cubicBezTo>
                  <a:pt x="3091" y="845"/>
                  <a:pt x="6529" y="-1"/>
                  <a:pt x="10019" y="0"/>
                </a:cubicBezTo>
                <a:cubicBezTo>
                  <a:pt x="21948" y="0"/>
                  <a:pt x="31619" y="9670"/>
                  <a:pt x="31619" y="21600"/>
                </a:cubicBezTo>
                <a:lnTo>
                  <a:pt x="10019" y="21600"/>
                </a:lnTo>
                <a:lnTo>
                  <a:pt x="0" y="2464"/>
                </a:lnTo>
                <a:close/>
              </a:path>
            </a:pathLst>
          </a:custGeom>
          <a:noFill/>
          <a:ln w="9525">
            <a:solidFill>
              <a:srgbClr val="92D05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nvGrpSpPr>
          <p:cNvPr id="4" name="Group 135"/>
          <p:cNvGrpSpPr>
            <a:grpSpLocks/>
          </p:cNvGrpSpPr>
          <p:nvPr/>
        </p:nvGrpSpPr>
        <p:grpSpPr bwMode="auto">
          <a:xfrm>
            <a:off x="3830638" y="2697163"/>
            <a:ext cx="2982912" cy="1609725"/>
            <a:chOff x="2410" y="1357"/>
            <a:chExt cx="1879" cy="1014"/>
          </a:xfrm>
        </p:grpSpPr>
        <p:sp>
          <p:nvSpPr>
            <p:cNvPr id="21580" name="Text Box 122"/>
            <p:cNvSpPr txBox="1">
              <a:spLocks noChangeArrowheads="1"/>
            </p:cNvSpPr>
            <p:nvPr/>
          </p:nvSpPr>
          <p:spPr bwMode="auto">
            <a:xfrm>
              <a:off x="2464" y="2044"/>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2</a:t>
              </a:r>
            </a:p>
          </p:txBody>
        </p:sp>
        <p:sp>
          <p:nvSpPr>
            <p:cNvPr id="21581" name="Text Box 123"/>
            <p:cNvSpPr txBox="1">
              <a:spLocks noChangeArrowheads="1"/>
            </p:cNvSpPr>
            <p:nvPr/>
          </p:nvSpPr>
          <p:spPr bwMode="auto">
            <a:xfrm>
              <a:off x="2410" y="2227"/>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1</a:t>
              </a:r>
            </a:p>
          </p:txBody>
        </p:sp>
        <p:sp>
          <p:nvSpPr>
            <p:cNvPr id="21582" name="Text Box 124"/>
            <p:cNvSpPr txBox="1">
              <a:spLocks noChangeArrowheads="1"/>
            </p:cNvSpPr>
            <p:nvPr/>
          </p:nvSpPr>
          <p:spPr bwMode="auto">
            <a:xfrm>
              <a:off x="2556" y="1884"/>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3</a:t>
              </a:r>
            </a:p>
          </p:txBody>
        </p:sp>
        <p:sp>
          <p:nvSpPr>
            <p:cNvPr id="21583" name="Text Box 126"/>
            <p:cNvSpPr txBox="1">
              <a:spLocks noChangeArrowheads="1"/>
            </p:cNvSpPr>
            <p:nvPr/>
          </p:nvSpPr>
          <p:spPr bwMode="auto">
            <a:xfrm>
              <a:off x="2650" y="1740"/>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4</a:t>
              </a:r>
            </a:p>
          </p:txBody>
        </p:sp>
        <p:sp>
          <p:nvSpPr>
            <p:cNvPr id="21584" name="Text Box 127"/>
            <p:cNvSpPr txBox="1">
              <a:spLocks noChangeArrowheads="1"/>
            </p:cNvSpPr>
            <p:nvPr/>
          </p:nvSpPr>
          <p:spPr bwMode="auto">
            <a:xfrm>
              <a:off x="2797" y="1600"/>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5</a:t>
              </a:r>
            </a:p>
          </p:txBody>
        </p:sp>
        <p:sp>
          <p:nvSpPr>
            <p:cNvPr id="21585" name="Text Box 128"/>
            <p:cNvSpPr txBox="1">
              <a:spLocks noChangeArrowheads="1"/>
            </p:cNvSpPr>
            <p:nvPr/>
          </p:nvSpPr>
          <p:spPr bwMode="auto">
            <a:xfrm>
              <a:off x="2921" y="1509"/>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6</a:t>
              </a:r>
            </a:p>
          </p:txBody>
        </p:sp>
        <p:sp>
          <p:nvSpPr>
            <p:cNvPr id="21586" name="Text Box 129"/>
            <p:cNvSpPr txBox="1">
              <a:spLocks noChangeArrowheads="1"/>
            </p:cNvSpPr>
            <p:nvPr/>
          </p:nvSpPr>
          <p:spPr bwMode="auto">
            <a:xfrm>
              <a:off x="3087" y="1429"/>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7</a:t>
              </a:r>
            </a:p>
          </p:txBody>
        </p:sp>
        <p:sp>
          <p:nvSpPr>
            <p:cNvPr id="21587" name="Text Box 130"/>
            <p:cNvSpPr txBox="1">
              <a:spLocks noChangeArrowheads="1"/>
            </p:cNvSpPr>
            <p:nvPr/>
          </p:nvSpPr>
          <p:spPr bwMode="auto">
            <a:xfrm>
              <a:off x="3266" y="1365"/>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8</a:t>
              </a:r>
            </a:p>
          </p:txBody>
        </p:sp>
        <p:sp>
          <p:nvSpPr>
            <p:cNvPr id="21588" name="Text Box 131"/>
            <p:cNvSpPr txBox="1">
              <a:spLocks noChangeArrowheads="1"/>
            </p:cNvSpPr>
            <p:nvPr/>
          </p:nvSpPr>
          <p:spPr bwMode="auto">
            <a:xfrm>
              <a:off x="3459" y="1357"/>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9</a:t>
              </a:r>
            </a:p>
          </p:txBody>
        </p:sp>
        <p:sp>
          <p:nvSpPr>
            <p:cNvPr id="21589" name="Text Box 132"/>
            <p:cNvSpPr txBox="1">
              <a:spLocks noChangeArrowheads="1"/>
            </p:cNvSpPr>
            <p:nvPr/>
          </p:nvSpPr>
          <p:spPr bwMode="auto">
            <a:xfrm>
              <a:off x="3646" y="1357"/>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10</a:t>
              </a:r>
            </a:p>
          </p:txBody>
        </p:sp>
        <p:sp>
          <p:nvSpPr>
            <p:cNvPr id="21590" name="Text Box 133"/>
            <p:cNvSpPr txBox="1">
              <a:spLocks noChangeArrowheads="1"/>
            </p:cNvSpPr>
            <p:nvPr/>
          </p:nvSpPr>
          <p:spPr bwMode="auto">
            <a:xfrm>
              <a:off x="3862" y="1417"/>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11</a:t>
              </a:r>
            </a:p>
          </p:txBody>
        </p:sp>
        <p:sp>
          <p:nvSpPr>
            <p:cNvPr id="21591" name="Text Box 134"/>
            <p:cNvSpPr txBox="1">
              <a:spLocks noChangeArrowheads="1"/>
            </p:cNvSpPr>
            <p:nvPr/>
          </p:nvSpPr>
          <p:spPr bwMode="auto">
            <a:xfrm>
              <a:off x="4073" y="1460"/>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900" b="1">
                  <a:solidFill>
                    <a:schemeClr val="accent2"/>
                  </a:solidFill>
                </a:rPr>
                <a:t>c</a:t>
              </a:r>
              <a:r>
                <a:rPr lang="en-US" altLang="en-US" sz="900" b="1" baseline="-25000">
                  <a:solidFill>
                    <a:schemeClr val="accent2"/>
                  </a:solidFill>
                </a:rPr>
                <a:t>12</a:t>
              </a:r>
            </a:p>
          </p:txBody>
        </p:sp>
      </p:grpSp>
      <p:sp>
        <p:nvSpPr>
          <p:cNvPr id="38028" name="Arc 140"/>
          <p:cNvSpPr>
            <a:spLocks/>
          </p:cNvSpPr>
          <p:nvPr/>
        </p:nvSpPr>
        <p:spPr bwMode="auto">
          <a:xfrm flipH="1" flipV="1">
            <a:off x="3014663" y="4246563"/>
            <a:ext cx="885825" cy="409575"/>
          </a:xfrm>
          <a:custGeom>
            <a:avLst/>
            <a:gdLst>
              <a:gd name="T0" fmla="*/ 2147483647 w 20928"/>
              <a:gd name="T1" fmla="*/ 0 h 9691"/>
              <a:gd name="T2" fmla="*/ 2147483647 w 20928"/>
              <a:gd name="T3" fmla="*/ 2147483647 h 9691"/>
              <a:gd name="T4" fmla="*/ 0 w 20928"/>
              <a:gd name="T5" fmla="*/ 2147483647 h 9691"/>
              <a:gd name="T6" fmla="*/ 0 60000 65536"/>
              <a:gd name="T7" fmla="*/ 0 60000 65536"/>
              <a:gd name="T8" fmla="*/ 0 60000 65536"/>
              <a:gd name="T9" fmla="*/ 0 w 20928"/>
              <a:gd name="T10" fmla="*/ 0 h 9691"/>
              <a:gd name="T11" fmla="*/ 20928 w 20928"/>
              <a:gd name="T12" fmla="*/ 9691 h 9691"/>
            </a:gdLst>
            <a:ahLst/>
            <a:cxnLst>
              <a:cxn ang="T6">
                <a:pos x="T0" y="T1"/>
              </a:cxn>
              <a:cxn ang="T7">
                <a:pos x="T2" y="T3"/>
              </a:cxn>
              <a:cxn ang="T8">
                <a:pos x="T4" y="T5"/>
              </a:cxn>
            </a:cxnLst>
            <a:rect l="T9" t="T10" r="T11" b="T12"/>
            <a:pathLst>
              <a:path w="20928" h="9691" fill="none" extrusionOk="0">
                <a:moveTo>
                  <a:pt x="19304" y="-1"/>
                </a:moveTo>
                <a:cubicBezTo>
                  <a:pt x="19999" y="1385"/>
                  <a:pt x="20544" y="2842"/>
                  <a:pt x="20927" y="4345"/>
                </a:cubicBezTo>
              </a:path>
              <a:path w="20928" h="9691" stroke="0" extrusionOk="0">
                <a:moveTo>
                  <a:pt x="19304" y="-1"/>
                </a:moveTo>
                <a:cubicBezTo>
                  <a:pt x="19999" y="1385"/>
                  <a:pt x="20544" y="2842"/>
                  <a:pt x="20927" y="4345"/>
                </a:cubicBezTo>
                <a:lnTo>
                  <a:pt x="0" y="9691"/>
                </a:lnTo>
                <a:lnTo>
                  <a:pt x="19304"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29" name="Arc 141"/>
          <p:cNvSpPr>
            <a:spLocks/>
          </p:cNvSpPr>
          <p:nvPr/>
        </p:nvSpPr>
        <p:spPr bwMode="auto">
          <a:xfrm flipH="1" flipV="1">
            <a:off x="3227388" y="3956050"/>
            <a:ext cx="752475" cy="669925"/>
          </a:xfrm>
          <a:custGeom>
            <a:avLst/>
            <a:gdLst>
              <a:gd name="T0" fmla="*/ 2147483647 w 17765"/>
              <a:gd name="T1" fmla="*/ 0 h 15824"/>
              <a:gd name="T2" fmla="*/ 2147483647 w 17765"/>
              <a:gd name="T3" fmla="*/ 2147483647 h 15824"/>
              <a:gd name="T4" fmla="*/ 0 w 17765"/>
              <a:gd name="T5" fmla="*/ 2147483647 h 15824"/>
              <a:gd name="T6" fmla="*/ 0 60000 65536"/>
              <a:gd name="T7" fmla="*/ 0 60000 65536"/>
              <a:gd name="T8" fmla="*/ 0 60000 65536"/>
              <a:gd name="T9" fmla="*/ 0 w 17765"/>
              <a:gd name="T10" fmla="*/ 0 h 15824"/>
              <a:gd name="T11" fmla="*/ 17765 w 17765"/>
              <a:gd name="T12" fmla="*/ 15824 h 15824"/>
            </a:gdLst>
            <a:ahLst/>
            <a:cxnLst>
              <a:cxn ang="T6">
                <a:pos x="T0" y="T1"/>
              </a:cxn>
              <a:cxn ang="T7">
                <a:pos x="T2" y="T3"/>
              </a:cxn>
              <a:cxn ang="T8">
                <a:pos x="T4" y="T5"/>
              </a:cxn>
            </a:cxnLst>
            <a:rect l="T9" t="T10" r="T11" b="T12"/>
            <a:pathLst>
              <a:path w="17765" h="15824" fill="none" extrusionOk="0">
                <a:moveTo>
                  <a:pt x="14702" y="-1"/>
                </a:moveTo>
                <a:cubicBezTo>
                  <a:pt x="15848" y="1064"/>
                  <a:pt x="16875" y="2250"/>
                  <a:pt x="17764" y="3537"/>
                </a:cubicBezTo>
              </a:path>
              <a:path w="17765" h="15824" stroke="0" extrusionOk="0">
                <a:moveTo>
                  <a:pt x="14702" y="-1"/>
                </a:moveTo>
                <a:cubicBezTo>
                  <a:pt x="15848" y="1064"/>
                  <a:pt x="16875" y="2250"/>
                  <a:pt x="17764" y="3537"/>
                </a:cubicBezTo>
                <a:lnTo>
                  <a:pt x="0" y="15824"/>
                </a:lnTo>
                <a:lnTo>
                  <a:pt x="14702"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0" name="Arc 142"/>
          <p:cNvSpPr>
            <a:spLocks/>
          </p:cNvSpPr>
          <p:nvPr/>
        </p:nvSpPr>
        <p:spPr bwMode="auto">
          <a:xfrm flipH="1" flipV="1">
            <a:off x="3568700" y="3667125"/>
            <a:ext cx="531813" cy="828675"/>
          </a:xfrm>
          <a:custGeom>
            <a:avLst/>
            <a:gdLst>
              <a:gd name="T0" fmla="*/ 2147483647 w 12544"/>
              <a:gd name="T1" fmla="*/ 0 h 19568"/>
              <a:gd name="T2" fmla="*/ 2147483647 w 12544"/>
              <a:gd name="T3" fmla="*/ 2147483647 h 19568"/>
              <a:gd name="T4" fmla="*/ 0 w 12544"/>
              <a:gd name="T5" fmla="*/ 2147483647 h 19568"/>
              <a:gd name="T6" fmla="*/ 0 60000 65536"/>
              <a:gd name="T7" fmla="*/ 0 60000 65536"/>
              <a:gd name="T8" fmla="*/ 0 60000 65536"/>
              <a:gd name="T9" fmla="*/ 0 w 12544"/>
              <a:gd name="T10" fmla="*/ 0 h 19568"/>
              <a:gd name="T11" fmla="*/ 12544 w 12544"/>
              <a:gd name="T12" fmla="*/ 19568 h 19568"/>
            </a:gdLst>
            <a:ahLst/>
            <a:cxnLst>
              <a:cxn ang="T6">
                <a:pos x="T0" y="T1"/>
              </a:cxn>
              <a:cxn ang="T7">
                <a:pos x="T2" y="T3"/>
              </a:cxn>
              <a:cxn ang="T8">
                <a:pos x="T4" y="T5"/>
              </a:cxn>
            </a:cxnLst>
            <a:rect l="T9" t="T10" r="T11" b="T12"/>
            <a:pathLst>
              <a:path w="12544" h="19568" fill="none" extrusionOk="0">
                <a:moveTo>
                  <a:pt x="9146" y="0"/>
                </a:moveTo>
                <a:cubicBezTo>
                  <a:pt x="10337" y="556"/>
                  <a:pt x="11474" y="1220"/>
                  <a:pt x="12543" y="1983"/>
                </a:cubicBezTo>
              </a:path>
              <a:path w="12544" h="19568" stroke="0" extrusionOk="0">
                <a:moveTo>
                  <a:pt x="9146" y="0"/>
                </a:moveTo>
                <a:cubicBezTo>
                  <a:pt x="10337" y="556"/>
                  <a:pt x="11474" y="1220"/>
                  <a:pt x="12543" y="1983"/>
                </a:cubicBezTo>
                <a:lnTo>
                  <a:pt x="0" y="19568"/>
                </a:lnTo>
                <a:lnTo>
                  <a:pt x="9146"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1" name="Arc 143"/>
          <p:cNvSpPr>
            <a:spLocks/>
          </p:cNvSpPr>
          <p:nvPr/>
        </p:nvSpPr>
        <p:spPr bwMode="auto">
          <a:xfrm flipH="1" flipV="1">
            <a:off x="4035425" y="3409950"/>
            <a:ext cx="244475" cy="914400"/>
          </a:xfrm>
          <a:custGeom>
            <a:avLst/>
            <a:gdLst>
              <a:gd name="T0" fmla="*/ 0 w 5789"/>
              <a:gd name="T1" fmla="*/ 0 h 21600"/>
              <a:gd name="T2" fmla="*/ 2147483647 w 5789"/>
              <a:gd name="T3" fmla="*/ 2147483647 h 21600"/>
              <a:gd name="T4" fmla="*/ 0 w 5789"/>
              <a:gd name="T5" fmla="*/ 2147483647 h 21600"/>
              <a:gd name="T6" fmla="*/ 0 60000 65536"/>
              <a:gd name="T7" fmla="*/ 0 60000 65536"/>
              <a:gd name="T8" fmla="*/ 0 60000 65536"/>
              <a:gd name="T9" fmla="*/ 0 w 5789"/>
              <a:gd name="T10" fmla="*/ 0 h 21600"/>
              <a:gd name="T11" fmla="*/ 5789 w 5789"/>
              <a:gd name="T12" fmla="*/ 21600 h 21600"/>
            </a:gdLst>
            <a:ahLst/>
            <a:cxnLst>
              <a:cxn ang="T6">
                <a:pos x="T0" y="T1"/>
              </a:cxn>
              <a:cxn ang="T7">
                <a:pos x="T2" y="T3"/>
              </a:cxn>
              <a:cxn ang="T8">
                <a:pos x="T4" y="T5"/>
              </a:cxn>
            </a:cxnLst>
            <a:rect l="T9" t="T10" r="T11" b="T12"/>
            <a:pathLst>
              <a:path w="5789" h="21600" fill="none" extrusionOk="0">
                <a:moveTo>
                  <a:pt x="-1" y="0"/>
                </a:moveTo>
                <a:cubicBezTo>
                  <a:pt x="1956" y="0"/>
                  <a:pt x="3903" y="265"/>
                  <a:pt x="5788" y="790"/>
                </a:cubicBezTo>
              </a:path>
              <a:path w="5789" h="21600" stroke="0" extrusionOk="0">
                <a:moveTo>
                  <a:pt x="-1" y="0"/>
                </a:moveTo>
                <a:cubicBezTo>
                  <a:pt x="1956" y="0"/>
                  <a:pt x="3903" y="265"/>
                  <a:pt x="5788" y="790"/>
                </a:cubicBezTo>
                <a:lnTo>
                  <a:pt x="0" y="21600"/>
                </a:lnTo>
                <a:lnTo>
                  <a:pt x="-1"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2" name="Arc 144"/>
          <p:cNvSpPr>
            <a:spLocks/>
          </p:cNvSpPr>
          <p:nvPr/>
        </p:nvSpPr>
        <p:spPr bwMode="auto">
          <a:xfrm rot="-5400000" flipH="1" flipV="1">
            <a:off x="4179094" y="3517106"/>
            <a:ext cx="914400" cy="249238"/>
          </a:xfrm>
          <a:custGeom>
            <a:avLst/>
            <a:gdLst>
              <a:gd name="T0" fmla="*/ 2147483647 w 21600"/>
              <a:gd name="T1" fmla="*/ 0 h 5886"/>
              <a:gd name="T2" fmla="*/ 2147483647 w 21600"/>
              <a:gd name="T3" fmla="*/ 2147483647 h 5886"/>
              <a:gd name="T4" fmla="*/ 0 w 21600"/>
              <a:gd name="T5" fmla="*/ 2147483647 h 5886"/>
              <a:gd name="T6" fmla="*/ 0 60000 65536"/>
              <a:gd name="T7" fmla="*/ 0 60000 65536"/>
              <a:gd name="T8" fmla="*/ 0 60000 65536"/>
              <a:gd name="T9" fmla="*/ 0 w 21600"/>
              <a:gd name="T10" fmla="*/ 0 h 5886"/>
              <a:gd name="T11" fmla="*/ 21600 w 21600"/>
              <a:gd name="T12" fmla="*/ 5886 h 5886"/>
            </a:gdLst>
            <a:ahLst/>
            <a:cxnLst>
              <a:cxn ang="T6">
                <a:pos x="T0" y="T1"/>
              </a:cxn>
              <a:cxn ang="T7">
                <a:pos x="T2" y="T3"/>
              </a:cxn>
              <a:cxn ang="T8">
                <a:pos x="T4" y="T5"/>
              </a:cxn>
            </a:cxnLst>
            <a:rect l="T9" t="T10" r="T11" b="T12"/>
            <a:pathLst>
              <a:path w="21600" h="5886" fill="none" extrusionOk="0">
                <a:moveTo>
                  <a:pt x="20782" y="0"/>
                </a:moveTo>
                <a:cubicBezTo>
                  <a:pt x="21324" y="1915"/>
                  <a:pt x="21600" y="3895"/>
                  <a:pt x="21600" y="5886"/>
                </a:cubicBezTo>
              </a:path>
              <a:path w="21600" h="5886" stroke="0" extrusionOk="0">
                <a:moveTo>
                  <a:pt x="20782" y="0"/>
                </a:moveTo>
                <a:cubicBezTo>
                  <a:pt x="21324" y="1915"/>
                  <a:pt x="21600" y="3895"/>
                  <a:pt x="21600" y="5886"/>
                </a:cubicBezTo>
                <a:lnTo>
                  <a:pt x="0" y="5886"/>
                </a:lnTo>
                <a:lnTo>
                  <a:pt x="20782"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3" name="Arc 145"/>
          <p:cNvSpPr>
            <a:spLocks/>
          </p:cNvSpPr>
          <p:nvPr/>
        </p:nvSpPr>
        <p:spPr bwMode="auto">
          <a:xfrm rot="-5400000" flipH="1" flipV="1">
            <a:off x="4625975" y="3121025"/>
            <a:ext cx="833438" cy="573088"/>
          </a:xfrm>
          <a:custGeom>
            <a:avLst/>
            <a:gdLst>
              <a:gd name="T0" fmla="*/ 2147483647 w 19681"/>
              <a:gd name="T1" fmla="*/ 0 h 13531"/>
              <a:gd name="T2" fmla="*/ 2147483647 w 19681"/>
              <a:gd name="T3" fmla="*/ 2147483647 h 13531"/>
              <a:gd name="T4" fmla="*/ 0 w 19681"/>
              <a:gd name="T5" fmla="*/ 2147483647 h 13531"/>
              <a:gd name="T6" fmla="*/ 0 60000 65536"/>
              <a:gd name="T7" fmla="*/ 0 60000 65536"/>
              <a:gd name="T8" fmla="*/ 0 60000 65536"/>
              <a:gd name="T9" fmla="*/ 0 w 19681"/>
              <a:gd name="T10" fmla="*/ 0 h 13531"/>
              <a:gd name="T11" fmla="*/ 19681 w 19681"/>
              <a:gd name="T12" fmla="*/ 13531 h 13531"/>
            </a:gdLst>
            <a:ahLst/>
            <a:cxnLst>
              <a:cxn ang="T6">
                <a:pos x="T0" y="T1"/>
              </a:cxn>
              <a:cxn ang="T7">
                <a:pos x="T2" y="T3"/>
              </a:cxn>
              <a:cxn ang="T8">
                <a:pos x="T4" y="T5"/>
              </a:cxn>
            </a:cxnLst>
            <a:rect l="T9" t="T10" r="T11" b="T12"/>
            <a:pathLst>
              <a:path w="19681" h="13531" fill="none" extrusionOk="0">
                <a:moveTo>
                  <a:pt x="16836" y="0"/>
                </a:moveTo>
                <a:cubicBezTo>
                  <a:pt x="17976" y="1417"/>
                  <a:pt x="18931" y="2973"/>
                  <a:pt x="19681" y="4630"/>
                </a:cubicBezTo>
              </a:path>
              <a:path w="19681" h="13531" stroke="0" extrusionOk="0">
                <a:moveTo>
                  <a:pt x="16836" y="0"/>
                </a:moveTo>
                <a:cubicBezTo>
                  <a:pt x="17976" y="1417"/>
                  <a:pt x="18931" y="2973"/>
                  <a:pt x="19681" y="4630"/>
                </a:cubicBezTo>
                <a:lnTo>
                  <a:pt x="0" y="13531"/>
                </a:lnTo>
                <a:lnTo>
                  <a:pt x="16836"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4" name="Arc 146"/>
          <p:cNvSpPr>
            <a:spLocks/>
          </p:cNvSpPr>
          <p:nvPr/>
        </p:nvSpPr>
        <p:spPr bwMode="auto">
          <a:xfrm rot="-5400000" flipH="1" flipV="1">
            <a:off x="5094287" y="2792413"/>
            <a:ext cx="631825" cy="768350"/>
          </a:xfrm>
          <a:custGeom>
            <a:avLst/>
            <a:gdLst>
              <a:gd name="T0" fmla="*/ 2147483647 w 14925"/>
              <a:gd name="T1" fmla="*/ 0 h 18143"/>
              <a:gd name="T2" fmla="*/ 2147483647 w 14925"/>
              <a:gd name="T3" fmla="*/ 2147483647 h 18143"/>
              <a:gd name="T4" fmla="*/ 0 w 14925"/>
              <a:gd name="T5" fmla="*/ 2147483647 h 18143"/>
              <a:gd name="T6" fmla="*/ 0 60000 65536"/>
              <a:gd name="T7" fmla="*/ 0 60000 65536"/>
              <a:gd name="T8" fmla="*/ 0 60000 65536"/>
              <a:gd name="T9" fmla="*/ 0 w 14925"/>
              <a:gd name="T10" fmla="*/ 0 h 18143"/>
              <a:gd name="T11" fmla="*/ 14925 w 14925"/>
              <a:gd name="T12" fmla="*/ 18143 h 18143"/>
            </a:gdLst>
            <a:ahLst/>
            <a:cxnLst>
              <a:cxn ang="T6">
                <a:pos x="T0" y="T1"/>
              </a:cxn>
              <a:cxn ang="T7">
                <a:pos x="T2" y="T3"/>
              </a:cxn>
              <a:cxn ang="T8">
                <a:pos x="T4" y="T5"/>
              </a:cxn>
            </a:cxnLst>
            <a:rect l="T9" t="T10" r="T11" b="T12"/>
            <a:pathLst>
              <a:path w="14925" h="18143" fill="none" extrusionOk="0">
                <a:moveTo>
                  <a:pt x="11721" y="-1"/>
                </a:moveTo>
                <a:cubicBezTo>
                  <a:pt x="12866" y="739"/>
                  <a:pt x="13938" y="1586"/>
                  <a:pt x="14924" y="2528"/>
                </a:cubicBezTo>
              </a:path>
              <a:path w="14925" h="18143" stroke="0" extrusionOk="0">
                <a:moveTo>
                  <a:pt x="11721" y="-1"/>
                </a:moveTo>
                <a:cubicBezTo>
                  <a:pt x="12866" y="739"/>
                  <a:pt x="13938" y="1586"/>
                  <a:pt x="14924" y="2528"/>
                </a:cubicBezTo>
                <a:lnTo>
                  <a:pt x="0" y="18143"/>
                </a:lnTo>
                <a:lnTo>
                  <a:pt x="11721"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5" name="Arc 147"/>
          <p:cNvSpPr>
            <a:spLocks/>
          </p:cNvSpPr>
          <p:nvPr/>
        </p:nvSpPr>
        <p:spPr bwMode="auto">
          <a:xfrm rot="-5400000" flipH="1" flipV="1">
            <a:off x="5572919" y="2536031"/>
            <a:ext cx="409575" cy="900113"/>
          </a:xfrm>
          <a:custGeom>
            <a:avLst/>
            <a:gdLst>
              <a:gd name="T0" fmla="*/ 2147483647 w 9663"/>
              <a:gd name="T1" fmla="*/ 0 h 21245"/>
              <a:gd name="T2" fmla="*/ 2147483647 w 9663"/>
              <a:gd name="T3" fmla="*/ 2147483647 h 21245"/>
              <a:gd name="T4" fmla="*/ 0 w 9663"/>
              <a:gd name="T5" fmla="*/ 2147483647 h 21245"/>
              <a:gd name="T6" fmla="*/ 0 60000 65536"/>
              <a:gd name="T7" fmla="*/ 0 60000 65536"/>
              <a:gd name="T8" fmla="*/ 0 60000 65536"/>
              <a:gd name="T9" fmla="*/ 0 w 9663"/>
              <a:gd name="T10" fmla="*/ 0 h 21245"/>
              <a:gd name="T11" fmla="*/ 9663 w 9663"/>
              <a:gd name="T12" fmla="*/ 21245 h 21245"/>
            </a:gdLst>
            <a:ahLst/>
            <a:cxnLst>
              <a:cxn ang="T6">
                <a:pos x="T0" y="T1"/>
              </a:cxn>
              <a:cxn ang="T7">
                <a:pos x="T2" y="T3"/>
              </a:cxn>
              <a:cxn ang="T8">
                <a:pos x="T4" y="T5"/>
              </a:cxn>
            </a:cxnLst>
            <a:rect l="T9" t="T10" r="T11" b="T12"/>
            <a:pathLst>
              <a:path w="9663" h="21245" fill="none" extrusionOk="0">
                <a:moveTo>
                  <a:pt x="3898" y="-1"/>
                </a:moveTo>
                <a:cubicBezTo>
                  <a:pt x="5900" y="367"/>
                  <a:pt x="7841" y="1015"/>
                  <a:pt x="9663" y="1926"/>
                </a:cubicBezTo>
              </a:path>
              <a:path w="9663" h="21245" stroke="0" extrusionOk="0">
                <a:moveTo>
                  <a:pt x="3898" y="-1"/>
                </a:moveTo>
                <a:cubicBezTo>
                  <a:pt x="5900" y="367"/>
                  <a:pt x="7841" y="1015"/>
                  <a:pt x="9663" y="1926"/>
                </a:cubicBezTo>
                <a:lnTo>
                  <a:pt x="0" y="21245"/>
                </a:lnTo>
                <a:lnTo>
                  <a:pt x="3898"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6" name="Arc 148"/>
          <p:cNvSpPr>
            <a:spLocks/>
          </p:cNvSpPr>
          <p:nvPr/>
        </p:nvSpPr>
        <p:spPr bwMode="auto">
          <a:xfrm rot="10800000" flipH="1" flipV="1">
            <a:off x="5638800" y="2608263"/>
            <a:ext cx="914400" cy="177800"/>
          </a:xfrm>
          <a:custGeom>
            <a:avLst/>
            <a:gdLst>
              <a:gd name="T0" fmla="*/ 2147483647 w 21600"/>
              <a:gd name="T1" fmla="*/ 0 h 4201"/>
              <a:gd name="T2" fmla="*/ 2147483647 w 21600"/>
              <a:gd name="T3" fmla="*/ 2147483647 h 4201"/>
              <a:gd name="T4" fmla="*/ 0 w 21600"/>
              <a:gd name="T5" fmla="*/ 2147483647 h 4201"/>
              <a:gd name="T6" fmla="*/ 0 60000 65536"/>
              <a:gd name="T7" fmla="*/ 0 60000 65536"/>
              <a:gd name="T8" fmla="*/ 0 60000 65536"/>
              <a:gd name="T9" fmla="*/ 0 w 21600"/>
              <a:gd name="T10" fmla="*/ 0 h 4201"/>
              <a:gd name="T11" fmla="*/ 21600 w 21600"/>
              <a:gd name="T12" fmla="*/ 4201 h 4201"/>
            </a:gdLst>
            <a:ahLst/>
            <a:cxnLst>
              <a:cxn ang="T6">
                <a:pos x="T0" y="T1"/>
              </a:cxn>
              <a:cxn ang="T7">
                <a:pos x="T2" y="T3"/>
              </a:cxn>
              <a:cxn ang="T8">
                <a:pos x="T4" y="T5"/>
              </a:cxn>
            </a:cxnLst>
            <a:rect l="T9" t="T10" r="T11" b="T12"/>
            <a:pathLst>
              <a:path w="21600" h="4201" fill="none" extrusionOk="0">
                <a:moveTo>
                  <a:pt x="21357" y="0"/>
                </a:moveTo>
                <a:cubicBezTo>
                  <a:pt x="21518" y="1068"/>
                  <a:pt x="21600" y="2146"/>
                  <a:pt x="21600" y="3227"/>
                </a:cubicBezTo>
                <a:cubicBezTo>
                  <a:pt x="21600" y="3551"/>
                  <a:pt x="21592" y="3876"/>
                  <a:pt x="21578" y="4201"/>
                </a:cubicBezTo>
              </a:path>
              <a:path w="21600" h="4201" stroke="0" extrusionOk="0">
                <a:moveTo>
                  <a:pt x="21357" y="0"/>
                </a:moveTo>
                <a:cubicBezTo>
                  <a:pt x="21518" y="1068"/>
                  <a:pt x="21600" y="2146"/>
                  <a:pt x="21600" y="3227"/>
                </a:cubicBezTo>
                <a:cubicBezTo>
                  <a:pt x="21600" y="3551"/>
                  <a:pt x="21592" y="3876"/>
                  <a:pt x="21578" y="4201"/>
                </a:cubicBezTo>
                <a:lnTo>
                  <a:pt x="0" y="3227"/>
                </a:lnTo>
                <a:lnTo>
                  <a:pt x="21357"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7" name="Arc 149"/>
          <p:cNvSpPr>
            <a:spLocks/>
          </p:cNvSpPr>
          <p:nvPr/>
        </p:nvSpPr>
        <p:spPr bwMode="auto">
          <a:xfrm rot="10800000" flipH="1" flipV="1">
            <a:off x="5946775" y="2332038"/>
            <a:ext cx="879475" cy="423862"/>
          </a:xfrm>
          <a:custGeom>
            <a:avLst/>
            <a:gdLst>
              <a:gd name="T0" fmla="*/ 2147483647 w 20788"/>
              <a:gd name="T1" fmla="*/ 0 h 10003"/>
              <a:gd name="T2" fmla="*/ 2147483647 w 20788"/>
              <a:gd name="T3" fmla="*/ 2147483647 h 10003"/>
              <a:gd name="T4" fmla="*/ 0 w 20788"/>
              <a:gd name="T5" fmla="*/ 2147483647 h 10003"/>
              <a:gd name="T6" fmla="*/ 0 60000 65536"/>
              <a:gd name="T7" fmla="*/ 0 60000 65536"/>
              <a:gd name="T8" fmla="*/ 0 60000 65536"/>
              <a:gd name="T9" fmla="*/ 0 w 20788"/>
              <a:gd name="T10" fmla="*/ 0 h 10003"/>
              <a:gd name="T11" fmla="*/ 20788 w 20788"/>
              <a:gd name="T12" fmla="*/ 10003 h 10003"/>
            </a:gdLst>
            <a:ahLst/>
            <a:cxnLst>
              <a:cxn ang="T6">
                <a:pos x="T0" y="T1"/>
              </a:cxn>
              <a:cxn ang="T7">
                <a:pos x="T2" y="T3"/>
              </a:cxn>
              <a:cxn ang="T8">
                <a:pos x="T4" y="T5"/>
              </a:cxn>
            </a:cxnLst>
            <a:rect l="T9" t="T10" r="T11" b="T12"/>
            <a:pathLst>
              <a:path w="20788" h="10003" fill="none" extrusionOk="0">
                <a:moveTo>
                  <a:pt x="19144" y="-1"/>
                </a:moveTo>
                <a:cubicBezTo>
                  <a:pt x="19832" y="1318"/>
                  <a:pt x="20383" y="2703"/>
                  <a:pt x="20787" y="4135"/>
                </a:cubicBezTo>
              </a:path>
              <a:path w="20788" h="10003" stroke="0" extrusionOk="0">
                <a:moveTo>
                  <a:pt x="19144" y="-1"/>
                </a:moveTo>
                <a:cubicBezTo>
                  <a:pt x="19832" y="1318"/>
                  <a:pt x="20383" y="2703"/>
                  <a:pt x="20787" y="4135"/>
                </a:cubicBezTo>
                <a:lnTo>
                  <a:pt x="0" y="10003"/>
                </a:lnTo>
                <a:lnTo>
                  <a:pt x="19144"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8" name="Arc 150"/>
          <p:cNvSpPr>
            <a:spLocks/>
          </p:cNvSpPr>
          <p:nvPr/>
        </p:nvSpPr>
        <p:spPr bwMode="auto">
          <a:xfrm rot="10800000" flipH="1" flipV="1">
            <a:off x="6237288" y="2122488"/>
            <a:ext cx="735012" cy="700087"/>
          </a:xfrm>
          <a:custGeom>
            <a:avLst/>
            <a:gdLst>
              <a:gd name="T0" fmla="*/ 2147483647 w 17368"/>
              <a:gd name="T1" fmla="*/ 0 h 16524"/>
              <a:gd name="T2" fmla="*/ 2147483647 w 17368"/>
              <a:gd name="T3" fmla="*/ 2147483647 h 16524"/>
              <a:gd name="T4" fmla="*/ 0 w 17368"/>
              <a:gd name="T5" fmla="*/ 2147483647 h 16524"/>
              <a:gd name="T6" fmla="*/ 0 60000 65536"/>
              <a:gd name="T7" fmla="*/ 0 60000 65536"/>
              <a:gd name="T8" fmla="*/ 0 60000 65536"/>
              <a:gd name="T9" fmla="*/ 0 w 17368"/>
              <a:gd name="T10" fmla="*/ 0 h 16524"/>
              <a:gd name="T11" fmla="*/ 17368 w 17368"/>
              <a:gd name="T12" fmla="*/ 16524 h 16524"/>
            </a:gdLst>
            <a:ahLst/>
            <a:cxnLst>
              <a:cxn ang="T6">
                <a:pos x="T0" y="T1"/>
              </a:cxn>
              <a:cxn ang="T7">
                <a:pos x="T2" y="T3"/>
              </a:cxn>
              <a:cxn ang="T8">
                <a:pos x="T4" y="T5"/>
              </a:cxn>
            </a:cxnLst>
            <a:rect l="T9" t="T10" r="T11" b="T12"/>
            <a:pathLst>
              <a:path w="17368" h="16524" fill="none" extrusionOk="0">
                <a:moveTo>
                  <a:pt x="13911" y="-1"/>
                </a:moveTo>
                <a:cubicBezTo>
                  <a:pt x="15203" y="1087"/>
                  <a:pt x="16363" y="2323"/>
                  <a:pt x="17367" y="3682"/>
                </a:cubicBezTo>
              </a:path>
              <a:path w="17368" h="16524" stroke="0" extrusionOk="0">
                <a:moveTo>
                  <a:pt x="13911" y="-1"/>
                </a:moveTo>
                <a:cubicBezTo>
                  <a:pt x="15203" y="1087"/>
                  <a:pt x="16363" y="2323"/>
                  <a:pt x="17367" y="3682"/>
                </a:cubicBezTo>
                <a:lnTo>
                  <a:pt x="0" y="16524"/>
                </a:lnTo>
                <a:lnTo>
                  <a:pt x="13911" y="-1"/>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39" name="Arc 151"/>
          <p:cNvSpPr>
            <a:spLocks/>
          </p:cNvSpPr>
          <p:nvPr/>
        </p:nvSpPr>
        <p:spPr bwMode="auto">
          <a:xfrm rot="10800000" flipH="1" flipV="1">
            <a:off x="6589713" y="2108200"/>
            <a:ext cx="473075" cy="857250"/>
          </a:xfrm>
          <a:custGeom>
            <a:avLst/>
            <a:gdLst>
              <a:gd name="T0" fmla="*/ 2147483647 w 11158"/>
              <a:gd name="T1" fmla="*/ 0 h 20247"/>
              <a:gd name="T2" fmla="*/ 2147483647 w 11158"/>
              <a:gd name="T3" fmla="*/ 2147483647 h 20247"/>
              <a:gd name="T4" fmla="*/ 0 w 11158"/>
              <a:gd name="T5" fmla="*/ 2147483647 h 20247"/>
              <a:gd name="T6" fmla="*/ 0 60000 65536"/>
              <a:gd name="T7" fmla="*/ 0 60000 65536"/>
              <a:gd name="T8" fmla="*/ 0 60000 65536"/>
              <a:gd name="T9" fmla="*/ 0 w 11158"/>
              <a:gd name="T10" fmla="*/ 0 h 20247"/>
              <a:gd name="T11" fmla="*/ 11158 w 11158"/>
              <a:gd name="T12" fmla="*/ 20247 h 20247"/>
            </a:gdLst>
            <a:ahLst/>
            <a:cxnLst>
              <a:cxn ang="T6">
                <a:pos x="T0" y="T1"/>
              </a:cxn>
              <a:cxn ang="T7">
                <a:pos x="T2" y="T3"/>
              </a:cxn>
              <a:cxn ang="T8">
                <a:pos x="T4" y="T5"/>
              </a:cxn>
            </a:cxnLst>
            <a:rect l="T9" t="T10" r="T11" b="T12"/>
            <a:pathLst>
              <a:path w="11158" h="20247" fill="none" extrusionOk="0">
                <a:moveTo>
                  <a:pt x="7524" y="0"/>
                </a:moveTo>
                <a:cubicBezTo>
                  <a:pt x="8787" y="469"/>
                  <a:pt x="10004" y="1056"/>
                  <a:pt x="11157" y="1752"/>
                </a:cubicBezTo>
              </a:path>
              <a:path w="11158" h="20247" stroke="0" extrusionOk="0">
                <a:moveTo>
                  <a:pt x="7524" y="0"/>
                </a:moveTo>
                <a:cubicBezTo>
                  <a:pt x="8787" y="469"/>
                  <a:pt x="10004" y="1056"/>
                  <a:pt x="11157" y="1752"/>
                </a:cubicBezTo>
                <a:lnTo>
                  <a:pt x="0" y="20247"/>
                </a:lnTo>
                <a:lnTo>
                  <a:pt x="7524" y="0"/>
                </a:lnTo>
                <a:close/>
              </a:path>
            </a:pathLst>
          </a:cu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8041" name="Freeform 153"/>
          <p:cNvSpPr>
            <a:spLocks/>
          </p:cNvSpPr>
          <p:nvPr/>
        </p:nvSpPr>
        <p:spPr bwMode="auto">
          <a:xfrm>
            <a:off x="2952750" y="2128838"/>
            <a:ext cx="4010025" cy="2433637"/>
          </a:xfrm>
          <a:custGeom>
            <a:avLst/>
            <a:gdLst>
              <a:gd name="T0" fmla="*/ 0 w 2526"/>
              <a:gd name="T1" fmla="*/ 2147483647 h 1533"/>
              <a:gd name="T2" fmla="*/ 2147483647 w 2526"/>
              <a:gd name="T3" fmla="*/ 2147483647 h 1533"/>
              <a:gd name="T4" fmla="*/ 2147483647 w 2526"/>
              <a:gd name="T5" fmla="*/ 2147483647 h 1533"/>
              <a:gd name="T6" fmla="*/ 2147483647 w 2526"/>
              <a:gd name="T7" fmla="*/ 2147483647 h 1533"/>
              <a:gd name="T8" fmla="*/ 2147483647 w 2526"/>
              <a:gd name="T9" fmla="*/ 2147483647 h 1533"/>
              <a:gd name="T10" fmla="*/ 2147483647 w 2526"/>
              <a:gd name="T11" fmla="*/ 2147483647 h 1533"/>
              <a:gd name="T12" fmla="*/ 2147483647 w 2526"/>
              <a:gd name="T13" fmla="*/ 2147483647 h 1533"/>
              <a:gd name="T14" fmla="*/ 2147483647 w 2526"/>
              <a:gd name="T15" fmla="*/ 2147483647 h 1533"/>
              <a:gd name="T16" fmla="*/ 2147483647 w 2526"/>
              <a:gd name="T17" fmla="*/ 2147483647 h 1533"/>
              <a:gd name="T18" fmla="*/ 2147483647 w 2526"/>
              <a:gd name="T19" fmla="*/ 2147483647 h 1533"/>
              <a:gd name="T20" fmla="*/ 2147483647 w 2526"/>
              <a:gd name="T21" fmla="*/ 2147483647 h 1533"/>
              <a:gd name="T22" fmla="*/ 2147483647 w 2526"/>
              <a:gd name="T23" fmla="*/ 2147483647 h 1533"/>
              <a:gd name="T24" fmla="*/ 2147483647 w 2526"/>
              <a:gd name="T25" fmla="*/ 0 h 15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26"/>
              <a:gd name="T40" fmla="*/ 0 h 1533"/>
              <a:gd name="T41" fmla="*/ 2526 w 2526"/>
              <a:gd name="T42" fmla="*/ 1533 h 15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26" h="1533">
                <a:moveTo>
                  <a:pt x="0" y="1533"/>
                </a:moveTo>
                <a:cubicBezTo>
                  <a:pt x="11" y="1532"/>
                  <a:pt x="23" y="1532"/>
                  <a:pt x="57" y="1530"/>
                </a:cubicBezTo>
                <a:cubicBezTo>
                  <a:pt x="91" y="1528"/>
                  <a:pt x="143" y="1531"/>
                  <a:pt x="207" y="1521"/>
                </a:cubicBezTo>
                <a:cubicBezTo>
                  <a:pt x="271" y="1511"/>
                  <a:pt x="355" y="1494"/>
                  <a:pt x="444" y="1470"/>
                </a:cubicBezTo>
                <a:cubicBezTo>
                  <a:pt x="533" y="1446"/>
                  <a:pt x="633" y="1418"/>
                  <a:pt x="741" y="1377"/>
                </a:cubicBezTo>
                <a:cubicBezTo>
                  <a:pt x="849" y="1336"/>
                  <a:pt x="975" y="1283"/>
                  <a:pt x="1089" y="1227"/>
                </a:cubicBezTo>
                <a:cubicBezTo>
                  <a:pt x="1203" y="1171"/>
                  <a:pt x="1318" y="1105"/>
                  <a:pt x="1428" y="1038"/>
                </a:cubicBezTo>
                <a:cubicBezTo>
                  <a:pt x="1538" y="971"/>
                  <a:pt x="1646" y="902"/>
                  <a:pt x="1749" y="828"/>
                </a:cubicBezTo>
                <a:cubicBezTo>
                  <a:pt x="1852" y="754"/>
                  <a:pt x="1960" y="667"/>
                  <a:pt x="2046" y="591"/>
                </a:cubicBezTo>
                <a:cubicBezTo>
                  <a:pt x="2132" y="515"/>
                  <a:pt x="2205" y="440"/>
                  <a:pt x="2268" y="372"/>
                </a:cubicBezTo>
                <a:cubicBezTo>
                  <a:pt x="2331" y="304"/>
                  <a:pt x="2386" y="236"/>
                  <a:pt x="2424" y="183"/>
                </a:cubicBezTo>
                <a:cubicBezTo>
                  <a:pt x="2462" y="130"/>
                  <a:pt x="2482" y="81"/>
                  <a:pt x="2499" y="51"/>
                </a:cubicBezTo>
                <a:cubicBezTo>
                  <a:pt x="2516" y="21"/>
                  <a:pt x="2522" y="9"/>
                  <a:pt x="2526" y="0"/>
                </a:cubicBezTo>
              </a:path>
            </a:pathLst>
          </a:cu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8042" name="Line 154"/>
          <p:cNvSpPr>
            <a:spLocks noChangeShapeType="1"/>
          </p:cNvSpPr>
          <p:nvPr/>
        </p:nvSpPr>
        <p:spPr bwMode="auto">
          <a:xfrm flipH="1">
            <a:off x="3043238" y="4246563"/>
            <a:ext cx="857250" cy="31591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8043" name="Line 155"/>
          <p:cNvSpPr>
            <a:spLocks noChangeShapeType="1"/>
          </p:cNvSpPr>
          <p:nvPr/>
        </p:nvSpPr>
        <p:spPr bwMode="auto">
          <a:xfrm flipH="1">
            <a:off x="3281363" y="3954463"/>
            <a:ext cx="693737" cy="60801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nvGrpSpPr>
          <p:cNvPr id="5" name="Group 172"/>
          <p:cNvGrpSpPr>
            <a:grpSpLocks/>
          </p:cNvGrpSpPr>
          <p:nvPr/>
        </p:nvGrpSpPr>
        <p:grpSpPr bwMode="auto">
          <a:xfrm>
            <a:off x="2678113" y="3497263"/>
            <a:ext cx="2408237" cy="2154237"/>
            <a:chOff x="491" y="2141"/>
            <a:chExt cx="1517" cy="1357"/>
          </a:xfrm>
        </p:grpSpPr>
        <p:sp>
          <p:nvSpPr>
            <p:cNvPr id="21568" name="Text Box 160"/>
            <p:cNvSpPr txBox="1">
              <a:spLocks noChangeArrowheads="1"/>
            </p:cNvSpPr>
            <p:nvPr/>
          </p:nvSpPr>
          <p:spPr bwMode="auto">
            <a:xfrm>
              <a:off x="710" y="2460"/>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a:t>
              </a:r>
            </a:p>
          </p:txBody>
        </p:sp>
        <p:sp>
          <p:nvSpPr>
            <p:cNvPr id="21569" name="Text Box 161"/>
            <p:cNvSpPr txBox="1">
              <a:spLocks noChangeArrowheads="1"/>
            </p:cNvSpPr>
            <p:nvPr/>
          </p:nvSpPr>
          <p:spPr bwMode="auto">
            <a:xfrm>
              <a:off x="840" y="2209"/>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2’</a:t>
              </a:r>
            </a:p>
          </p:txBody>
        </p:sp>
        <p:sp>
          <p:nvSpPr>
            <p:cNvPr id="21570" name="Text Box 162"/>
            <p:cNvSpPr txBox="1">
              <a:spLocks noChangeArrowheads="1"/>
            </p:cNvSpPr>
            <p:nvPr/>
          </p:nvSpPr>
          <p:spPr bwMode="auto">
            <a:xfrm>
              <a:off x="1141" y="2141"/>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3’</a:t>
              </a:r>
            </a:p>
          </p:txBody>
        </p:sp>
        <p:sp>
          <p:nvSpPr>
            <p:cNvPr id="21571" name="Text Box 163"/>
            <p:cNvSpPr txBox="1">
              <a:spLocks noChangeArrowheads="1"/>
            </p:cNvSpPr>
            <p:nvPr/>
          </p:nvSpPr>
          <p:spPr bwMode="auto">
            <a:xfrm>
              <a:off x="1492" y="2228"/>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4’</a:t>
              </a:r>
            </a:p>
          </p:txBody>
        </p:sp>
        <p:sp>
          <p:nvSpPr>
            <p:cNvPr id="21572" name="Text Box 164"/>
            <p:cNvSpPr txBox="1">
              <a:spLocks noChangeArrowheads="1"/>
            </p:cNvSpPr>
            <p:nvPr/>
          </p:nvSpPr>
          <p:spPr bwMode="auto">
            <a:xfrm>
              <a:off x="1707" y="2490"/>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5’</a:t>
              </a:r>
            </a:p>
          </p:txBody>
        </p:sp>
        <p:sp>
          <p:nvSpPr>
            <p:cNvPr id="21573" name="Text Box 165"/>
            <p:cNvSpPr txBox="1">
              <a:spLocks noChangeArrowheads="1"/>
            </p:cNvSpPr>
            <p:nvPr/>
          </p:nvSpPr>
          <p:spPr bwMode="auto">
            <a:xfrm>
              <a:off x="1777" y="2794"/>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6’</a:t>
              </a:r>
            </a:p>
          </p:txBody>
        </p:sp>
        <p:sp>
          <p:nvSpPr>
            <p:cNvPr id="21574" name="Text Box 166"/>
            <p:cNvSpPr txBox="1">
              <a:spLocks noChangeArrowheads="1"/>
            </p:cNvSpPr>
            <p:nvPr/>
          </p:nvSpPr>
          <p:spPr bwMode="auto">
            <a:xfrm>
              <a:off x="1682" y="3049"/>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7’</a:t>
              </a:r>
            </a:p>
          </p:txBody>
        </p:sp>
        <p:sp>
          <p:nvSpPr>
            <p:cNvPr id="21575" name="Text Box 167"/>
            <p:cNvSpPr txBox="1">
              <a:spLocks noChangeArrowheads="1"/>
            </p:cNvSpPr>
            <p:nvPr/>
          </p:nvSpPr>
          <p:spPr bwMode="auto">
            <a:xfrm>
              <a:off x="1476" y="3278"/>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8’</a:t>
              </a:r>
            </a:p>
          </p:txBody>
        </p:sp>
        <p:sp>
          <p:nvSpPr>
            <p:cNvPr id="21576" name="Text Box 168"/>
            <p:cNvSpPr txBox="1">
              <a:spLocks noChangeArrowheads="1"/>
            </p:cNvSpPr>
            <p:nvPr/>
          </p:nvSpPr>
          <p:spPr bwMode="auto">
            <a:xfrm>
              <a:off x="1150" y="3363"/>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9’</a:t>
              </a:r>
            </a:p>
          </p:txBody>
        </p:sp>
        <p:sp>
          <p:nvSpPr>
            <p:cNvPr id="21577" name="Text Box 169"/>
            <p:cNvSpPr txBox="1">
              <a:spLocks noChangeArrowheads="1"/>
            </p:cNvSpPr>
            <p:nvPr/>
          </p:nvSpPr>
          <p:spPr bwMode="auto">
            <a:xfrm>
              <a:off x="825" y="3295"/>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10’</a:t>
              </a:r>
            </a:p>
          </p:txBody>
        </p:sp>
        <p:sp>
          <p:nvSpPr>
            <p:cNvPr id="21578" name="Text Box 170"/>
            <p:cNvSpPr txBox="1">
              <a:spLocks noChangeArrowheads="1"/>
            </p:cNvSpPr>
            <p:nvPr/>
          </p:nvSpPr>
          <p:spPr bwMode="auto">
            <a:xfrm>
              <a:off x="585" y="3049"/>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11’</a:t>
              </a:r>
            </a:p>
          </p:txBody>
        </p:sp>
        <p:sp>
          <p:nvSpPr>
            <p:cNvPr id="21579" name="Text Box 171"/>
            <p:cNvSpPr txBox="1">
              <a:spLocks noChangeArrowheads="1"/>
            </p:cNvSpPr>
            <p:nvPr/>
          </p:nvSpPr>
          <p:spPr bwMode="auto">
            <a:xfrm>
              <a:off x="491" y="2762"/>
              <a:ext cx="23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ct val="50000"/>
                </a:spcBef>
              </a:pPr>
              <a:r>
                <a:rPr lang="en-US" altLang="en-US" sz="800"/>
                <a:t>12’</a:t>
              </a:r>
            </a:p>
          </p:txBody>
        </p:sp>
      </p:grpSp>
      <p:sp>
        <p:nvSpPr>
          <p:cNvPr id="21567" name="Text Box 67"/>
          <p:cNvSpPr txBox="1">
            <a:spLocks noChangeArrowheads="1"/>
          </p:cNvSpPr>
          <p:nvPr/>
        </p:nvSpPr>
        <p:spPr bwMode="auto">
          <a:xfrm>
            <a:off x="152400" y="228600"/>
            <a:ext cx="883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r>
              <a:rPr lang="en-US" altLang="en-US" sz="2800">
                <a:solidFill>
                  <a:srgbClr val="FF0066"/>
                </a:solidFill>
                <a:latin typeface="Arial Black" panose="020B0A04020102020204" pitchFamily="34" charset="0"/>
              </a:rPr>
              <a:t>HYPOCYCLOID</a:t>
            </a:r>
            <a:endParaRPr lang="en-US" altLang="en-US" sz="2800" u="sng">
              <a:solidFill>
                <a:srgbClr val="FF0066"/>
              </a:solidFill>
              <a:latin typeface="Arial Black" panose="020B0A04020102020204" pitchFamily="34" charset="0"/>
            </a:endParaRPr>
          </a:p>
        </p:txBody>
      </p:sp>
    </p:spTree>
    <p:extLst>
      <p:ext uri="{BB962C8B-B14F-4D97-AF65-F5344CB8AC3E}">
        <p14:creationId xmlns:p14="http://schemas.microsoft.com/office/powerpoint/2010/main" val="10910661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wipe(right)">
                                      <p:cBhvr>
                                        <p:cTn id="7" dur="500"/>
                                        <p:tgtEl>
                                          <p:spTgt spid="3789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7891"/>
                                        </p:tgtEl>
                                        <p:attrNameLst>
                                          <p:attrName>style.visibility</p:attrName>
                                        </p:attrNameLst>
                                      </p:cBhvr>
                                      <p:to>
                                        <p:strVal val="visible"/>
                                      </p:to>
                                    </p:set>
                                    <p:animEffect transition="in" filter="wipe(right)">
                                      <p:cBhvr>
                                        <p:cTn id="10" dur="500"/>
                                        <p:tgtEl>
                                          <p:spTgt spid="37891"/>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7892"/>
                                        </p:tgtEl>
                                        <p:attrNameLst>
                                          <p:attrName>style.visibility</p:attrName>
                                        </p:attrNameLst>
                                      </p:cBhvr>
                                      <p:to>
                                        <p:strVal val="visible"/>
                                      </p:to>
                                    </p:set>
                                    <p:animEffect transition="in" filter="wipe(right)">
                                      <p:cBhvr>
                                        <p:cTn id="13" dur="500"/>
                                        <p:tgtEl>
                                          <p:spTgt spid="3789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893"/>
                                        </p:tgtEl>
                                        <p:attrNameLst>
                                          <p:attrName>style.visibility</p:attrName>
                                        </p:attrNameLst>
                                      </p:cBhvr>
                                      <p:to>
                                        <p:strVal val="visible"/>
                                      </p:to>
                                    </p:set>
                                    <p:anim calcmode="lin" valueType="num">
                                      <p:cBhvr additive="base">
                                        <p:cTn id="18" dur="500" fill="hold"/>
                                        <p:tgtEl>
                                          <p:spTgt spid="37893"/>
                                        </p:tgtEl>
                                        <p:attrNameLst>
                                          <p:attrName>ppt_x</p:attrName>
                                        </p:attrNameLst>
                                      </p:cBhvr>
                                      <p:tavLst>
                                        <p:tav tm="0">
                                          <p:val>
                                            <p:strVal val="#ppt_x"/>
                                          </p:val>
                                        </p:tav>
                                        <p:tav tm="100000">
                                          <p:val>
                                            <p:strVal val="#ppt_x"/>
                                          </p:val>
                                        </p:tav>
                                      </p:tavLst>
                                    </p:anim>
                                    <p:anim calcmode="lin" valueType="num">
                                      <p:cBhvr additive="base">
                                        <p:cTn id="19"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2" fill="hold" nodeType="clickEffect">
                                  <p:stCondLst>
                                    <p:cond delay="0"/>
                                  </p:stCondLst>
                                  <p:childTnLst>
                                    <p:set>
                                      <p:cBhvr>
                                        <p:cTn id="23" dur="1" fill="hold">
                                          <p:stCondLst>
                                            <p:cond delay="0"/>
                                          </p:stCondLst>
                                        </p:cTn>
                                        <p:tgtEl>
                                          <p:spTgt spid="37894"/>
                                        </p:tgtEl>
                                        <p:attrNameLst>
                                          <p:attrName>style.visibility</p:attrName>
                                        </p:attrNameLst>
                                      </p:cBhvr>
                                      <p:to>
                                        <p:strVal val="visible"/>
                                      </p:to>
                                    </p:set>
                                    <p:animEffect transition="in" filter="wipe(right)">
                                      <p:cBhvr>
                                        <p:cTn id="24" dur="500"/>
                                        <p:tgtEl>
                                          <p:spTgt spid="37894"/>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37895"/>
                                        </p:tgtEl>
                                        <p:attrNameLst>
                                          <p:attrName>style.visibility</p:attrName>
                                        </p:attrNameLst>
                                      </p:cBhvr>
                                      <p:to>
                                        <p:strVal val="visible"/>
                                      </p:to>
                                    </p:set>
                                    <p:animEffect transition="in" filter="wipe(right)">
                                      <p:cBhvr>
                                        <p:cTn id="27" dur="500"/>
                                        <p:tgtEl>
                                          <p:spTgt spid="378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7896"/>
                                        </p:tgtEl>
                                        <p:attrNameLst>
                                          <p:attrName>style.visibility</p:attrName>
                                        </p:attrNameLst>
                                      </p:cBhvr>
                                      <p:to>
                                        <p:strVal val="visible"/>
                                      </p:to>
                                    </p:set>
                                    <p:anim calcmode="lin" valueType="num">
                                      <p:cBhvr additive="base">
                                        <p:cTn id="32" dur="500" fill="hold"/>
                                        <p:tgtEl>
                                          <p:spTgt spid="37896"/>
                                        </p:tgtEl>
                                        <p:attrNameLst>
                                          <p:attrName>ppt_x</p:attrName>
                                        </p:attrNameLst>
                                      </p:cBhvr>
                                      <p:tavLst>
                                        <p:tav tm="0">
                                          <p:val>
                                            <p:strVal val="#ppt_x"/>
                                          </p:val>
                                        </p:tav>
                                        <p:tav tm="100000">
                                          <p:val>
                                            <p:strVal val="#ppt_x"/>
                                          </p:val>
                                        </p:tav>
                                      </p:tavLst>
                                    </p:anim>
                                    <p:anim calcmode="lin" valueType="num">
                                      <p:cBhvr additive="base">
                                        <p:cTn id="33" dur="500" fill="hold"/>
                                        <p:tgtEl>
                                          <p:spTgt spid="37896"/>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37897"/>
                                        </p:tgtEl>
                                        <p:attrNameLst>
                                          <p:attrName>style.visibility</p:attrName>
                                        </p:attrNameLst>
                                      </p:cBhvr>
                                      <p:to>
                                        <p:strVal val="visible"/>
                                      </p:to>
                                    </p:set>
                                    <p:animEffect transition="in" filter="wipe(down)">
                                      <p:cBhvr>
                                        <p:cTn id="38" dur="500"/>
                                        <p:tgtEl>
                                          <p:spTgt spid="378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1000" fill="hold"/>
                                        <p:tgtEl>
                                          <p:spTgt spid="2"/>
                                        </p:tgtEl>
                                        <p:attrNameLst>
                                          <p:attrName>ppt_w</p:attrName>
                                        </p:attrNameLst>
                                      </p:cBhvr>
                                      <p:tavLst>
                                        <p:tav tm="0">
                                          <p:val>
                                            <p:fltVal val="0"/>
                                          </p:val>
                                        </p:tav>
                                        <p:tav tm="100000">
                                          <p:val>
                                            <p:strVal val="#ppt_w"/>
                                          </p:val>
                                        </p:tav>
                                      </p:tavLst>
                                    </p:anim>
                                    <p:anim calcmode="lin" valueType="num">
                                      <p:cBhvr>
                                        <p:cTn id="44" dur="1000" fill="hold"/>
                                        <p:tgtEl>
                                          <p:spTgt spid="2"/>
                                        </p:tgtEl>
                                        <p:attrNameLst>
                                          <p:attrName>ppt_h</p:attrName>
                                        </p:attrNameLst>
                                      </p:cBhvr>
                                      <p:tavLst>
                                        <p:tav tm="0">
                                          <p:val>
                                            <p:fltVal val="0"/>
                                          </p:val>
                                        </p:tav>
                                        <p:tav tm="100000">
                                          <p:val>
                                            <p:strVal val="#ppt_h"/>
                                          </p:val>
                                        </p:tav>
                                      </p:tavLst>
                                    </p:anim>
                                    <p:animEffect transition="in" filter="fade">
                                      <p:cBhvr>
                                        <p:cTn id="45" dur="1000"/>
                                        <p:tgtEl>
                                          <p:spTgt spid="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37902"/>
                                        </p:tgtEl>
                                        <p:attrNameLst>
                                          <p:attrName>style.visibility</p:attrName>
                                        </p:attrNameLst>
                                      </p:cBhvr>
                                      <p:to>
                                        <p:strVal val="visible"/>
                                      </p:to>
                                    </p:set>
                                    <p:animEffect transition="in" filter="wipe(down)">
                                      <p:cBhvr>
                                        <p:cTn id="50" dur="500"/>
                                        <p:tgtEl>
                                          <p:spTgt spid="3790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37903"/>
                                        </p:tgtEl>
                                        <p:attrNameLst>
                                          <p:attrName>style.visibility</p:attrName>
                                        </p:attrNameLst>
                                      </p:cBhvr>
                                      <p:to>
                                        <p:strVal val="visible"/>
                                      </p:to>
                                    </p:set>
                                    <p:animEffect transition="in" filter="wipe(down)">
                                      <p:cBhvr>
                                        <p:cTn id="55" dur="500"/>
                                        <p:tgtEl>
                                          <p:spTgt spid="3790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37904"/>
                                        </p:tgtEl>
                                        <p:attrNameLst>
                                          <p:attrName>style.visibility</p:attrName>
                                        </p:attrNameLst>
                                      </p:cBhvr>
                                      <p:to>
                                        <p:strVal val="visible"/>
                                      </p:to>
                                    </p:set>
                                    <p:animEffect transition="in" filter="wipe(down)">
                                      <p:cBhvr>
                                        <p:cTn id="60" dur="500"/>
                                        <p:tgtEl>
                                          <p:spTgt spid="3790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nodeType="clickEffect">
                                  <p:stCondLst>
                                    <p:cond delay="0"/>
                                  </p:stCondLst>
                                  <p:childTnLst>
                                    <p:set>
                                      <p:cBhvr>
                                        <p:cTn id="64" dur="1" fill="hold">
                                          <p:stCondLst>
                                            <p:cond delay="0"/>
                                          </p:stCondLst>
                                        </p:cTn>
                                        <p:tgtEl>
                                          <p:spTgt spid="37905"/>
                                        </p:tgtEl>
                                        <p:attrNameLst>
                                          <p:attrName>style.visibility</p:attrName>
                                        </p:attrNameLst>
                                      </p:cBhvr>
                                      <p:to>
                                        <p:strVal val="visible"/>
                                      </p:to>
                                    </p:set>
                                    <p:animEffect transition="in" filter="wipe(down)">
                                      <p:cBhvr>
                                        <p:cTn id="65" dur="500"/>
                                        <p:tgtEl>
                                          <p:spTgt spid="3790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4" fill="hold" nodeType="clickEffect">
                                  <p:stCondLst>
                                    <p:cond delay="0"/>
                                  </p:stCondLst>
                                  <p:childTnLst>
                                    <p:set>
                                      <p:cBhvr>
                                        <p:cTn id="69" dur="1" fill="hold">
                                          <p:stCondLst>
                                            <p:cond delay="0"/>
                                          </p:stCondLst>
                                        </p:cTn>
                                        <p:tgtEl>
                                          <p:spTgt spid="37906"/>
                                        </p:tgtEl>
                                        <p:attrNameLst>
                                          <p:attrName>style.visibility</p:attrName>
                                        </p:attrNameLst>
                                      </p:cBhvr>
                                      <p:to>
                                        <p:strVal val="visible"/>
                                      </p:to>
                                    </p:set>
                                    <p:animEffect transition="in" filter="wipe(down)">
                                      <p:cBhvr>
                                        <p:cTn id="70" dur="500"/>
                                        <p:tgtEl>
                                          <p:spTgt spid="3790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4" fill="hold" nodeType="clickEffect">
                                  <p:stCondLst>
                                    <p:cond delay="0"/>
                                  </p:stCondLst>
                                  <p:childTnLst>
                                    <p:set>
                                      <p:cBhvr>
                                        <p:cTn id="74" dur="1" fill="hold">
                                          <p:stCondLst>
                                            <p:cond delay="0"/>
                                          </p:stCondLst>
                                        </p:cTn>
                                        <p:tgtEl>
                                          <p:spTgt spid="37907"/>
                                        </p:tgtEl>
                                        <p:attrNameLst>
                                          <p:attrName>style.visibility</p:attrName>
                                        </p:attrNameLst>
                                      </p:cBhvr>
                                      <p:to>
                                        <p:strVal val="visible"/>
                                      </p:to>
                                    </p:set>
                                    <p:animEffect transition="in" filter="wipe(down)">
                                      <p:cBhvr>
                                        <p:cTn id="75" dur="500"/>
                                        <p:tgtEl>
                                          <p:spTgt spid="3790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4" fill="hold" nodeType="clickEffect">
                                  <p:stCondLst>
                                    <p:cond delay="0"/>
                                  </p:stCondLst>
                                  <p:childTnLst>
                                    <p:set>
                                      <p:cBhvr>
                                        <p:cTn id="79" dur="1" fill="hold">
                                          <p:stCondLst>
                                            <p:cond delay="0"/>
                                          </p:stCondLst>
                                        </p:cTn>
                                        <p:tgtEl>
                                          <p:spTgt spid="37908"/>
                                        </p:tgtEl>
                                        <p:attrNameLst>
                                          <p:attrName>style.visibility</p:attrName>
                                        </p:attrNameLst>
                                      </p:cBhvr>
                                      <p:to>
                                        <p:strVal val="visible"/>
                                      </p:to>
                                    </p:set>
                                    <p:animEffect transition="in" filter="wipe(down)">
                                      <p:cBhvr>
                                        <p:cTn id="80" dur="500"/>
                                        <p:tgtEl>
                                          <p:spTgt spid="3790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4" fill="hold" nodeType="clickEffect">
                                  <p:stCondLst>
                                    <p:cond delay="0"/>
                                  </p:stCondLst>
                                  <p:childTnLst>
                                    <p:set>
                                      <p:cBhvr>
                                        <p:cTn id="84" dur="1" fill="hold">
                                          <p:stCondLst>
                                            <p:cond delay="0"/>
                                          </p:stCondLst>
                                        </p:cTn>
                                        <p:tgtEl>
                                          <p:spTgt spid="37909"/>
                                        </p:tgtEl>
                                        <p:attrNameLst>
                                          <p:attrName>style.visibility</p:attrName>
                                        </p:attrNameLst>
                                      </p:cBhvr>
                                      <p:to>
                                        <p:strVal val="visible"/>
                                      </p:to>
                                    </p:set>
                                    <p:animEffect transition="in" filter="wipe(down)">
                                      <p:cBhvr>
                                        <p:cTn id="85" dur="500"/>
                                        <p:tgtEl>
                                          <p:spTgt spid="3790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nodeType="clickEffect">
                                  <p:stCondLst>
                                    <p:cond delay="0"/>
                                  </p:stCondLst>
                                  <p:childTnLst>
                                    <p:set>
                                      <p:cBhvr>
                                        <p:cTn id="89" dur="1" fill="hold">
                                          <p:stCondLst>
                                            <p:cond delay="0"/>
                                          </p:stCondLst>
                                        </p:cTn>
                                        <p:tgtEl>
                                          <p:spTgt spid="37910"/>
                                        </p:tgtEl>
                                        <p:attrNameLst>
                                          <p:attrName>style.visibility</p:attrName>
                                        </p:attrNameLst>
                                      </p:cBhvr>
                                      <p:to>
                                        <p:strVal val="visible"/>
                                      </p:to>
                                    </p:set>
                                    <p:animEffect transition="in" filter="wipe(down)">
                                      <p:cBhvr>
                                        <p:cTn id="90" dur="500"/>
                                        <p:tgtEl>
                                          <p:spTgt spid="3791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4" fill="hold" nodeType="clickEffect">
                                  <p:stCondLst>
                                    <p:cond delay="0"/>
                                  </p:stCondLst>
                                  <p:childTnLst>
                                    <p:set>
                                      <p:cBhvr>
                                        <p:cTn id="94" dur="1" fill="hold">
                                          <p:stCondLst>
                                            <p:cond delay="0"/>
                                          </p:stCondLst>
                                        </p:cTn>
                                        <p:tgtEl>
                                          <p:spTgt spid="37911"/>
                                        </p:tgtEl>
                                        <p:attrNameLst>
                                          <p:attrName>style.visibility</p:attrName>
                                        </p:attrNameLst>
                                      </p:cBhvr>
                                      <p:to>
                                        <p:strVal val="visible"/>
                                      </p:to>
                                    </p:set>
                                    <p:animEffect transition="in" filter="wipe(down)">
                                      <p:cBhvr>
                                        <p:cTn id="95" dur="500"/>
                                        <p:tgtEl>
                                          <p:spTgt spid="3791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37912"/>
                                        </p:tgtEl>
                                        <p:attrNameLst>
                                          <p:attrName>style.visibility</p:attrName>
                                        </p:attrNameLst>
                                      </p:cBhvr>
                                      <p:to>
                                        <p:strVal val="visible"/>
                                      </p:to>
                                    </p:set>
                                    <p:animEffect transition="in" filter="wipe(down)">
                                      <p:cBhvr>
                                        <p:cTn id="100" dur="500"/>
                                        <p:tgtEl>
                                          <p:spTgt spid="3791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nodeType="clickEffect">
                                  <p:stCondLst>
                                    <p:cond delay="0"/>
                                  </p:stCondLst>
                                  <p:childTnLst>
                                    <p:set>
                                      <p:cBhvr>
                                        <p:cTn id="104" dur="1" fill="hold">
                                          <p:stCondLst>
                                            <p:cond delay="0"/>
                                          </p:stCondLst>
                                        </p:cTn>
                                        <p:tgtEl>
                                          <p:spTgt spid="37913"/>
                                        </p:tgtEl>
                                        <p:attrNameLst>
                                          <p:attrName>style.visibility</p:attrName>
                                        </p:attrNameLst>
                                      </p:cBhvr>
                                      <p:to>
                                        <p:strVal val="visible"/>
                                      </p:to>
                                    </p:set>
                                    <p:animEffect transition="in" filter="wipe(down)">
                                      <p:cBhvr>
                                        <p:cTn id="105" dur="500"/>
                                        <p:tgtEl>
                                          <p:spTgt spid="3791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37972"/>
                                        </p:tgtEl>
                                        <p:attrNameLst>
                                          <p:attrName>style.visibility</p:attrName>
                                        </p:attrNameLst>
                                      </p:cBhvr>
                                      <p:to>
                                        <p:strVal val="visible"/>
                                      </p:to>
                                    </p:set>
                                    <p:animEffect transition="in" filter="wipe(down)">
                                      <p:cBhvr>
                                        <p:cTn id="110" dur="2000"/>
                                        <p:tgtEl>
                                          <p:spTgt spid="37972"/>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37971"/>
                                        </p:tgtEl>
                                        <p:attrNameLst>
                                          <p:attrName>style.visibility</p:attrName>
                                        </p:attrNameLst>
                                      </p:cBhvr>
                                      <p:to>
                                        <p:strVal val="visible"/>
                                      </p:to>
                                    </p:set>
                                    <p:animEffect transition="in" filter="wipe(down)">
                                      <p:cBhvr>
                                        <p:cTn id="113" dur="2000"/>
                                        <p:tgtEl>
                                          <p:spTgt spid="37971"/>
                                        </p:tgtEl>
                                      </p:cBhvr>
                                    </p:animEffect>
                                  </p:childTnLst>
                                </p:cTn>
                              </p:par>
                              <p:par>
                                <p:cTn id="114" presetID="22" presetClass="entr" presetSubtype="4" fill="hold" grpId="0" nodeType="withEffect">
                                  <p:stCondLst>
                                    <p:cond delay="0"/>
                                  </p:stCondLst>
                                  <p:childTnLst>
                                    <p:set>
                                      <p:cBhvr>
                                        <p:cTn id="115" dur="1" fill="hold">
                                          <p:stCondLst>
                                            <p:cond delay="0"/>
                                          </p:stCondLst>
                                        </p:cTn>
                                        <p:tgtEl>
                                          <p:spTgt spid="37970"/>
                                        </p:tgtEl>
                                        <p:attrNameLst>
                                          <p:attrName>style.visibility</p:attrName>
                                        </p:attrNameLst>
                                      </p:cBhvr>
                                      <p:to>
                                        <p:strVal val="visible"/>
                                      </p:to>
                                    </p:set>
                                    <p:animEffect transition="in" filter="wipe(down)">
                                      <p:cBhvr>
                                        <p:cTn id="116" dur="2000"/>
                                        <p:tgtEl>
                                          <p:spTgt spid="37970"/>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37969"/>
                                        </p:tgtEl>
                                        <p:attrNameLst>
                                          <p:attrName>style.visibility</p:attrName>
                                        </p:attrNameLst>
                                      </p:cBhvr>
                                      <p:to>
                                        <p:strVal val="visible"/>
                                      </p:to>
                                    </p:set>
                                    <p:animEffect transition="in" filter="wipe(down)">
                                      <p:cBhvr>
                                        <p:cTn id="119" dur="2000"/>
                                        <p:tgtEl>
                                          <p:spTgt spid="37969"/>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37968"/>
                                        </p:tgtEl>
                                        <p:attrNameLst>
                                          <p:attrName>style.visibility</p:attrName>
                                        </p:attrNameLst>
                                      </p:cBhvr>
                                      <p:to>
                                        <p:strVal val="visible"/>
                                      </p:to>
                                    </p:set>
                                    <p:animEffect transition="in" filter="wipe(down)">
                                      <p:cBhvr>
                                        <p:cTn id="122" dur="2000"/>
                                        <p:tgtEl>
                                          <p:spTgt spid="37968"/>
                                        </p:tgtEl>
                                      </p:cBhvr>
                                    </p:animEffect>
                                  </p:childTnLst>
                                </p:cTn>
                              </p:par>
                              <p:par>
                                <p:cTn id="123" presetID="22" presetClass="entr" presetSubtype="4" fill="hold" grpId="0" nodeType="withEffect">
                                  <p:stCondLst>
                                    <p:cond delay="0"/>
                                  </p:stCondLst>
                                  <p:childTnLst>
                                    <p:set>
                                      <p:cBhvr>
                                        <p:cTn id="124" dur="1" fill="hold">
                                          <p:stCondLst>
                                            <p:cond delay="0"/>
                                          </p:stCondLst>
                                        </p:cTn>
                                        <p:tgtEl>
                                          <p:spTgt spid="37967"/>
                                        </p:tgtEl>
                                        <p:attrNameLst>
                                          <p:attrName>style.visibility</p:attrName>
                                        </p:attrNameLst>
                                      </p:cBhvr>
                                      <p:to>
                                        <p:strVal val="visible"/>
                                      </p:to>
                                    </p:set>
                                    <p:animEffect transition="in" filter="wipe(down)">
                                      <p:cBhvr>
                                        <p:cTn id="125" dur="2000"/>
                                        <p:tgtEl>
                                          <p:spTgt spid="37967"/>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37966"/>
                                        </p:tgtEl>
                                        <p:attrNameLst>
                                          <p:attrName>style.visibility</p:attrName>
                                        </p:attrNameLst>
                                      </p:cBhvr>
                                      <p:to>
                                        <p:strVal val="visible"/>
                                      </p:to>
                                    </p:set>
                                    <p:animEffect transition="in" filter="wipe(down)">
                                      <p:cBhvr>
                                        <p:cTn id="128" dur="2000"/>
                                        <p:tgtEl>
                                          <p:spTgt spid="37966"/>
                                        </p:tgtEl>
                                      </p:cBhvr>
                                    </p:animEffect>
                                  </p:childTnLst>
                                </p:cTn>
                              </p:par>
                              <p:par>
                                <p:cTn id="129" presetID="22" presetClass="entr" presetSubtype="4" fill="hold" grpId="0" nodeType="withEffect">
                                  <p:stCondLst>
                                    <p:cond delay="0"/>
                                  </p:stCondLst>
                                  <p:childTnLst>
                                    <p:set>
                                      <p:cBhvr>
                                        <p:cTn id="130" dur="1" fill="hold">
                                          <p:stCondLst>
                                            <p:cond delay="0"/>
                                          </p:stCondLst>
                                        </p:cTn>
                                        <p:tgtEl>
                                          <p:spTgt spid="37965"/>
                                        </p:tgtEl>
                                        <p:attrNameLst>
                                          <p:attrName>style.visibility</p:attrName>
                                        </p:attrNameLst>
                                      </p:cBhvr>
                                      <p:to>
                                        <p:strVal val="visible"/>
                                      </p:to>
                                    </p:set>
                                    <p:animEffect transition="in" filter="wipe(down)">
                                      <p:cBhvr>
                                        <p:cTn id="131" dur="2000"/>
                                        <p:tgtEl>
                                          <p:spTgt spid="37965"/>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37964"/>
                                        </p:tgtEl>
                                        <p:attrNameLst>
                                          <p:attrName>style.visibility</p:attrName>
                                        </p:attrNameLst>
                                      </p:cBhvr>
                                      <p:to>
                                        <p:strVal val="visible"/>
                                      </p:to>
                                    </p:set>
                                    <p:animEffect transition="in" filter="wipe(down)">
                                      <p:cBhvr>
                                        <p:cTn id="134" dur="2000"/>
                                        <p:tgtEl>
                                          <p:spTgt spid="37964"/>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37963"/>
                                        </p:tgtEl>
                                        <p:attrNameLst>
                                          <p:attrName>style.visibility</p:attrName>
                                        </p:attrNameLst>
                                      </p:cBhvr>
                                      <p:to>
                                        <p:strVal val="visible"/>
                                      </p:to>
                                    </p:set>
                                    <p:animEffect transition="in" filter="wipe(down)">
                                      <p:cBhvr>
                                        <p:cTn id="137" dur="2000"/>
                                        <p:tgtEl>
                                          <p:spTgt spid="37963"/>
                                        </p:tgtEl>
                                      </p:cBhvr>
                                    </p:animEffect>
                                  </p:childTnLst>
                                </p:cTn>
                              </p:par>
                              <p:par>
                                <p:cTn id="138" presetID="22" presetClass="entr" presetSubtype="4" fill="hold" grpId="0" nodeType="withEffect">
                                  <p:stCondLst>
                                    <p:cond delay="0"/>
                                  </p:stCondLst>
                                  <p:childTnLst>
                                    <p:set>
                                      <p:cBhvr>
                                        <p:cTn id="139" dur="1" fill="hold">
                                          <p:stCondLst>
                                            <p:cond delay="0"/>
                                          </p:stCondLst>
                                        </p:cTn>
                                        <p:tgtEl>
                                          <p:spTgt spid="37962"/>
                                        </p:tgtEl>
                                        <p:attrNameLst>
                                          <p:attrName>style.visibility</p:attrName>
                                        </p:attrNameLst>
                                      </p:cBhvr>
                                      <p:to>
                                        <p:strVal val="visible"/>
                                      </p:to>
                                    </p:set>
                                    <p:animEffect transition="in" filter="wipe(down)">
                                      <p:cBhvr>
                                        <p:cTn id="140" dur="2000"/>
                                        <p:tgtEl>
                                          <p:spTgt spid="37962"/>
                                        </p:tgtEl>
                                      </p:cBhvr>
                                    </p:animEffect>
                                  </p:childTnLst>
                                </p:cTn>
                              </p:par>
                              <p:par>
                                <p:cTn id="141" presetID="22" presetClass="entr" presetSubtype="4" fill="hold" grpId="0" nodeType="withEffect">
                                  <p:stCondLst>
                                    <p:cond delay="0"/>
                                  </p:stCondLst>
                                  <p:childTnLst>
                                    <p:set>
                                      <p:cBhvr>
                                        <p:cTn id="142" dur="1" fill="hold">
                                          <p:stCondLst>
                                            <p:cond delay="0"/>
                                          </p:stCondLst>
                                        </p:cTn>
                                        <p:tgtEl>
                                          <p:spTgt spid="37961"/>
                                        </p:tgtEl>
                                        <p:attrNameLst>
                                          <p:attrName>style.visibility</p:attrName>
                                        </p:attrNameLst>
                                      </p:cBhvr>
                                      <p:to>
                                        <p:strVal val="visible"/>
                                      </p:to>
                                    </p:set>
                                    <p:animEffect transition="in" filter="wipe(down)">
                                      <p:cBhvr>
                                        <p:cTn id="143" dur="2000"/>
                                        <p:tgtEl>
                                          <p:spTgt spid="37961"/>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4" fill="hold" nodeType="clickEffect">
                                  <p:stCondLst>
                                    <p:cond delay="0"/>
                                  </p:stCondLst>
                                  <p:childTnLst>
                                    <p:set>
                                      <p:cBhvr>
                                        <p:cTn id="147" dur="1" fill="hold">
                                          <p:stCondLst>
                                            <p:cond delay="0"/>
                                          </p:stCondLst>
                                        </p:cTn>
                                        <p:tgtEl>
                                          <p:spTgt spid="3"/>
                                        </p:tgtEl>
                                        <p:attrNameLst>
                                          <p:attrName>style.visibility</p:attrName>
                                        </p:attrNameLst>
                                      </p:cBhvr>
                                      <p:to>
                                        <p:strVal val="visible"/>
                                      </p:to>
                                    </p:set>
                                    <p:animEffect transition="in" filter="wipe(down)">
                                      <p:cBhvr>
                                        <p:cTn id="148" dur="500"/>
                                        <p:tgtEl>
                                          <p:spTgt spid="3"/>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1" presetClass="entr" presetSubtype="1" fill="hold" nodeType="clickEffect">
                                  <p:stCondLst>
                                    <p:cond delay="0"/>
                                  </p:stCondLst>
                                  <p:childTnLst>
                                    <p:set>
                                      <p:cBhvr>
                                        <p:cTn id="152" dur="1" fill="hold">
                                          <p:stCondLst>
                                            <p:cond delay="0"/>
                                          </p:stCondLst>
                                        </p:cTn>
                                        <p:tgtEl>
                                          <p:spTgt spid="5"/>
                                        </p:tgtEl>
                                        <p:attrNameLst>
                                          <p:attrName>style.visibility</p:attrName>
                                        </p:attrNameLst>
                                      </p:cBhvr>
                                      <p:to>
                                        <p:strVal val="visible"/>
                                      </p:to>
                                    </p:set>
                                    <p:animEffect transition="in" filter="wheel(1)">
                                      <p:cBhvr>
                                        <p:cTn id="153" dur="2000"/>
                                        <p:tgtEl>
                                          <p:spTgt spid="5"/>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4" fill="hold" nodeType="clickEffect">
                                  <p:stCondLst>
                                    <p:cond delay="0"/>
                                  </p:stCondLst>
                                  <p:childTnLst>
                                    <p:set>
                                      <p:cBhvr>
                                        <p:cTn id="157" dur="1" fill="hold">
                                          <p:stCondLst>
                                            <p:cond delay="0"/>
                                          </p:stCondLst>
                                        </p:cTn>
                                        <p:tgtEl>
                                          <p:spTgt spid="37927"/>
                                        </p:tgtEl>
                                        <p:attrNameLst>
                                          <p:attrName>style.visibility</p:attrName>
                                        </p:attrNameLst>
                                      </p:cBhvr>
                                      <p:to>
                                        <p:strVal val="visible"/>
                                      </p:to>
                                    </p:set>
                                    <p:animEffect transition="in" filter="wipe(down)">
                                      <p:cBhvr>
                                        <p:cTn id="158" dur="500"/>
                                        <p:tgtEl>
                                          <p:spTgt spid="37927"/>
                                        </p:tgtEl>
                                      </p:cBhvr>
                                    </p:animEffect>
                                  </p:childTnLst>
                                </p:cTn>
                              </p:par>
                              <p:par>
                                <p:cTn id="159" presetID="22" presetClass="entr" presetSubtype="4" fill="hold" grpId="0" nodeType="withEffect">
                                  <p:stCondLst>
                                    <p:cond delay="0"/>
                                  </p:stCondLst>
                                  <p:childTnLst>
                                    <p:set>
                                      <p:cBhvr>
                                        <p:cTn id="160" dur="1" fill="hold">
                                          <p:stCondLst>
                                            <p:cond delay="0"/>
                                          </p:stCondLst>
                                        </p:cTn>
                                        <p:tgtEl>
                                          <p:spTgt spid="37928"/>
                                        </p:tgtEl>
                                        <p:attrNameLst>
                                          <p:attrName>style.visibility</p:attrName>
                                        </p:attrNameLst>
                                      </p:cBhvr>
                                      <p:to>
                                        <p:strVal val="visible"/>
                                      </p:to>
                                    </p:set>
                                    <p:animEffect transition="in" filter="wipe(down)">
                                      <p:cBhvr>
                                        <p:cTn id="161" dur="500"/>
                                        <p:tgtEl>
                                          <p:spTgt spid="37928"/>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4" fill="hold" grpId="0" nodeType="clickEffect">
                                  <p:stCondLst>
                                    <p:cond delay="0"/>
                                  </p:stCondLst>
                                  <p:childTnLst>
                                    <p:set>
                                      <p:cBhvr>
                                        <p:cTn id="165" dur="1" fill="hold">
                                          <p:stCondLst>
                                            <p:cond delay="0"/>
                                          </p:stCondLst>
                                        </p:cTn>
                                        <p:tgtEl>
                                          <p:spTgt spid="37929"/>
                                        </p:tgtEl>
                                        <p:attrNameLst>
                                          <p:attrName>style.visibility</p:attrName>
                                        </p:attrNameLst>
                                      </p:cBhvr>
                                      <p:to>
                                        <p:strVal val="visible"/>
                                      </p:to>
                                    </p:set>
                                    <p:anim calcmode="lin" valueType="num">
                                      <p:cBhvr additive="base">
                                        <p:cTn id="166" dur="500" fill="hold"/>
                                        <p:tgtEl>
                                          <p:spTgt spid="37929"/>
                                        </p:tgtEl>
                                        <p:attrNameLst>
                                          <p:attrName>ppt_x</p:attrName>
                                        </p:attrNameLst>
                                      </p:cBhvr>
                                      <p:tavLst>
                                        <p:tav tm="0">
                                          <p:val>
                                            <p:strVal val="#ppt_x"/>
                                          </p:val>
                                        </p:tav>
                                        <p:tav tm="100000">
                                          <p:val>
                                            <p:strVal val="#ppt_x"/>
                                          </p:val>
                                        </p:tav>
                                      </p:tavLst>
                                    </p:anim>
                                    <p:anim calcmode="lin" valueType="num">
                                      <p:cBhvr additive="base">
                                        <p:cTn id="167" dur="500" fill="hold"/>
                                        <p:tgtEl>
                                          <p:spTgt spid="37929"/>
                                        </p:tgtEl>
                                        <p:attrNameLst>
                                          <p:attrName>ppt_y</p:attrName>
                                        </p:attrNameLst>
                                      </p:cBhvr>
                                      <p:tavLst>
                                        <p:tav tm="0">
                                          <p:val>
                                            <p:strVal val="1+#ppt_h/2"/>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4" fill="hold" nodeType="clickEffect">
                                  <p:stCondLst>
                                    <p:cond delay="0"/>
                                  </p:stCondLst>
                                  <p:childTnLst>
                                    <p:set>
                                      <p:cBhvr>
                                        <p:cTn id="171" dur="1" fill="hold">
                                          <p:stCondLst>
                                            <p:cond delay="0"/>
                                          </p:stCondLst>
                                        </p:cTn>
                                        <p:tgtEl>
                                          <p:spTgt spid="37999"/>
                                        </p:tgtEl>
                                        <p:attrNameLst>
                                          <p:attrName>style.visibility</p:attrName>
                                        </p:attrNameLst>
                                      </p:cBhvr>
                                      <p:to>
                                        <p:strVal val="visible"/>
                                      </p:to>
                                    </p:set>
                                    <p:animEffect transition="in" filter="wipe(down)">
                                      <p:cBhvr>
                                        <p:cTn id="172" dur="500"/>
                                        <p:tgtEl>
                                          <p:spTgt spid="37999"/>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4" fill="hold" nodeType="clickEffect">
                                  <p:stCondLst>
                                    <p:cond delay="0"/>
                                  </p:stCondLst>
                                  <p:childTnLst>
                                    <p:set>
                                      <p:cBhvr>
                                        <p:cTn id="176" dur="1" fill="hold">
                                          <p:stCondLst>
                                            <p:cond delay="0"/>
                                          </p:stCondLst>
                                        </p:cTn>
                                        <p:tgtEl>
                                          <p:spTgt spid="38001"/>
                                        </p:tgtEl>
                                        <p:attrNameLst>
                                          <p:attrName>style.visibility</p:attrName>
                                        </p:attrNameLst>
                                      </p:cBhvr>
                                      <p:to>
                                        <p:strVal val="visible"/>
                                      </p:to>
                                    </p:set>
                                    <p:animEffect transition="in" filter="wipe(down)">
                                      <p:cBhvr>
                                        <p:cTn id="177" dur="500"/>
                                        <p:tgtEl>
                                          <p:spTgt spid="38001"/>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2" presetClass="entr" presetSubtype="4" fill="hold" nodeType="clickEffect">
                                  <p:stCondLst>
                                    <p:cond delay="0"/>
                                  </p:stCondLst>
                                  <p:childTnLst>
                                    <p:set>
                                      <p:cBhvr>
                                        <p:cTn id="181" dur="1" fill="hold">
                                          <p:stCondLst>
                                            <p:cond delay="0"/>
                                          </p:stCondLst>
                                        </p:cTn>
                                        <p:tgtEl>
                                          <p:spTgt spid="38003"/>
                                        </p:tgtEl>
                                        <p:attrNameLst>
                                          <p:attrName>style.visibility</p:attrName>
                                        </p:attrNameLst>
                                      </p:cBhvr>
                                      <p:to>
                                        <p:strVal val="visible"/>
                                      </p:to>
                                    </p:set>
                                    <p:animEffect transition="in" filter="wipe(down)">
                                      <p:cBhvr>
                                        <p:cTn id="182" dur="500"/>
                                        <p:tgtEl>
                                          <p:spTgt spid="38003"/>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4" fill="hold" nodeType="clickEffect">
                                  <p:stCondLst>
                                    <p:cond delay="0"/>
                                  </p:stCondLst>
                                  <p:childTnLst>
                                    <p:set>
                                      <p:cBhvr>
                                        <p:cTn id="186" dur="1" fill="hold">
                                          <p:stCondLst>
                                            <p:cond delay="0"/>
                                          </p:stCondLst>
                                        </p:cTn>
                                        <p:tgtEl>
                                          <p:spTgt spid="38004"/>
                                        </p:tgtEl>
                                        <p:attrNameLst>
                                          <p:attrName>style.visibility</p:attrName>
                                        </p:attrNameLst>
                                      </p:cBhvr>
                                      <p:to>
                                        <p:strVal val="visible"/>
                                      </p:to>
                                    </p:set>
                                    <p:animEffect transition="in" filter="wipe(down)">
                                      <p:cBhvr>
                                        <p:cTn id="187" dur="500"/>
                                        <p:tgtEl>
                                          <p:spTgt spid="38004"/>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4" fill="hold" nodeType="clickEffect">
                                  <p:stCondLst>
                                    <p:cond delay="0"/>
                                  </p:stCondLst>
                                  <p:childTnLst>
                                    <p:set>
                                      <p:cBhvr>
                                        <p:cTn id="191" dur="1" fill="hold">
                                          <p:stCondLst>
                                            <p:cond delay="0"/>
                                          </p:stCondLst>
                                        </p:cTn>
                                        <p:tgtEl>
                                          <p:spTgt spid="38006"/>
                                        </p:tgtEl>
                                        <p:attrNameLst>
                                          <p:attrName>style.visibility</p:attrName>
                                        </p:attrNameLst>
                                      </p:cBhvr>
                                      <p:to>
                                        <p:strVal val="visible"/>
                                      </p:to>
                                    </p:set>
                                    <p:animEffect transition="in" filter="wipe(down)">
                                      <p:cBhvr>
                                        <p:cTn id="192" dur="500"/>
                                        <p:tgtEl>
                                          <p:spTgt spid="38006"/>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4" fill="hold" nodeType="clickEffect">
                                  <p:stCondLst>
                                    <p:cond delay="0"/>
                                  </p:stCondLst>
                                  <p:childTnLst>
                                    <p:set>
                                      <p:cBhvr>
                                        <p:cTn id="196" dur="1" fill="hold">
                                          <p:stCondLst>
                                            <p:cond delay="0"/>
                                          </p:stCondLst>
                                        </p:cTn>
                                        <p:tgtEl>
                                          <p:spTgt spid="38008"/>
                                        </p:tgtEl>
                                        <p:attrNameLst>
                                          <p:attrName>style.visibility</p:attrName>
                                        </p:attrNameLst>
                                      </p:cBhvr>
                                      <p:to>
                                        <p:strVal val="visible"/>
                                      </p:to>
                                    </p:set>
                                    <p:animEffect transition="in" filter="wipe(down)">
                                      <p:cBhvr>
                                        <p:cTn id="197" dur="500"/>
                                        <p:tgtEl>
                                          <p:spTgt spid="38008"/>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4" fill="hold" nodeType="clickEffect">
                                  <p:stCondLst>
                                    <p:cond delay="0"/>
                                  </p:stCondLst>
                                  <p:childTnLst>
                                    <p:set>
                                      <p:cBhvr>
                                        <p:cTn id="201" dur="1" fill="hold">
                                          <p:stCondLst>
                                            <p:cond delay="0"/>
                                          </p:stCondLst>
                                        </p:cTn>
                                        <p:tgtEl>
                                          <p:spTgt spid="38009"/>
                                        </p:tgtEl>
                                        <p:attrNameLst>
                                          <p:attrName>style.visibility</p:attrName>
                                        </p:attrNameLst>
                                      </p:cBhvr>
                                      <p:to>
                                        <p:strVal val="visible"/>
                                      </p:to>
                                    </p:set>
                                    <p:animEffect transition="in" filter="wipe(down)">
                                      <p:cBhvr>
                                        <p:cTn id="202" dur="500"/>
                                        <p:tgtEl>
                                          <p:spTgt spid="38009"/>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8" fill="hold" nodeType="clickEffect">
                                  <p:stCondLst>
                                    <p:cond delay="0"/>
                                  </p:stCondLst>
                                  <p:childTnLst>
                                    <p:set>
                                      <p:cBhvr>
                                        <p:cTn id="206" dur="1" fill="hold">
                                          <p:stCondLst>
                                            <p:cond delay="0"/>
                                          </p:stCondLst>
                                        </p:cTn>
                                        <p:tgtEl>
                                          <p:spTgt spid="4"/>
                                        </p:tgtEl>
                                        <p:attrNameLst>
                                          <p:attrName>style.visibility</p:attrName>
                                        </p:attrNameLst>
                                      </p:cBhvr>
                                      <p:to>
                                        <p:strVal val="visible"/>
                                      </p:to>
                                    </p:set>
                                    <p:animEffect transition="in" filter="wipe(left)">
                                      <p:cBhvr>
                                        <p:cTn id="207" dur="2000"/>
                                        <p:tgtEl>
                                          <p:spTgt spid="4"/>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31" presetClass="entr" presetSubtype="0" fill="hold" nodeType="clickEffect">
                                  <p:stCondLst>
                                    <p:cond delay="0"/>
                                  </p:stCondLst>
                                  <p:iterate type="lt">
                                    <p:tmPct val="5000"/>
                                  </p:iterate>
                                  <p:childTnLst>
                                    <p:set>
                                      <p:cBhvr>
                                        <p:cTn id="211" dur="1" fill="hold">
                                          <p:stCondLst>
                                            <p:cond delay="0"/>
                                          </p:stCondLst>
                                        </p:cTn>
                                        <p:tgtEl>
                                          <p:spTgt spid="38042"/>
                                        </p:tgtEl>
                                        <p:attrNameLst>
                                          <p:attrName>style.visibility</p:attrName>
                                        </p:attrNameLst>
                                      </p:cBhvr>
                                      <p:to>
                                        <p:strVal val="visible"/>
                                      </p:to>
                                    </p:set>
                                    <p:anim calcmode="lin" valueType="num">
                                      <p:cBhvr>
                                        <p:cTn id="212" dur="1000" fill="hold"/>
                                        <p:tgtEl>
                                          <p:spTgt spid="38042"/>
                                        </p:tgtEl>
                                        <p:attrNameLst>
                                          <p:attrName>ppt_w</p:attrName>
                                        </p:attrNameLst>
                                      </p:cBhvr>
                                      <p:tavLst>
                                        <p:tav tm="0">
                                          <p:val>
                                            <p:fltVal val="0"/>
                                          </p:val>
                                        </p:tav>
                                        <p:tav tm="100000">
                                          <p:val>
                                            <p:strVal val="#ppt_w"/>
                                          </p:val>
                                        </p:tav>
                                      </p:tavLst>
                                    </p:anim>
                                    <p:anim calcmode="lin" valueType="num">
                                      <p:cBhvr>
                                        <p:cTn id="213" dur="1000" fill="hold"/>
                                        <p:tgtEl>
                                          <p:spTgt spid="38042"/>
                                        </p:tgtEl>
                                        <p:attrNameLst>
                                          <p:attrName>ppt_h</p:attrName>
                                        </p:attrNameLst>
                                      </p:cBhvr>
                                      <p:tavLst>
                                        <p:tav tm="0">
                                          <p:val>
                                            <p:fltVal val="0"/>
                                          </p:val>
                                        </p:tav>
                                        <p:tav tm="100000">
                                          <p:val>
                                            <p:strVal val="#ppt_h"/>
                                          </p:val>
                                        </p:tav>
                                      </p:tavLst>
                                    </p:anim>
                                    <p:anim calcmode="lin" valueType="num">
                                      <p:cBhvr>
                                        <p:cTn id="214" dur="1000" fill="hold"/>
                                        <p:tgtEl>
                                          <p:spTgt spid="38042"/>
                                        </p:tgtEl>
                                        <p:attrNameLst>
                                          <p:attrName>style.rotation</p:attrName>
                                        </p:attrNameLst>
                                      </p:cBhvr>
                                      <p:tavLst>
                                        <p:tav tm="0">
                                          <p:val>
                                            <p:fltVal val="90"/>
                                          </p:val>
                                        </p:tav>
                                        <p:tav tm="100000">
                                          <p:val>
                                            <p:fltVal val="0"/>
                                          </p:val>
                                        </p:tav>
                                      </p:tavLst>
                                    </p:anim>
                                    <p:animEffect transition="in" filter="fade">
                                      <p:cBhvr>
                                        <p:cTn id="215" dur="1000"/>
                                        <p:tgtEl>
                                          <p:spTgt spid="38042"/>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22" presetClass="entr" presetSubtype="4" fill="hold" nodeType="clickEffect">
                                  <p:stCondLst>
                                    <p:cond delay="0"/>
                                  </p:stCondLst>
                                  <p:childTnLst>
                                    <p:set>
                                      <p:cBhvr>
                                        <p:cTn id="219" dur="1" fill="hold">
                                          <p:stCondLst>
                                            <p:cond delay="0"/>
                                          </p:stCondLst>
                                        </p:cTn>
                                        <p:tgtEl>
                                          <p:spTgt spid="38028"/>
                                        </p:tgtEl>
                                        <p:attrNameLst>
                                          <p:attrName>style.visibility</p:attrName>
                                        </p:attrNameLst>
                                      </p:cBhvr>
                                      <p:to>
                                        <p:strVal val="visible"/>
                                      </p:to>
                                    </p:set>
                                    <p:animEffect transition="in" filter="wipe(down)">
                                      <p:cBhvr>
                                        <p:cTn id="220" dur="500"/>
                                        <p:tgtEl>
                                          <p:spTgt spid="38028"/>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31" presetClass="entr" presetSubtype="0" fill="hold" nodeType="clickEffect">
                                  <p:stCondLst>
                                    <p:cond delay="0"/>
                                  </p:stCondLst>
                                  <p:iterate type="lt">
                                    <p:tmPct val="5000"/>
                                  </p:iterate>
                                  <p:childTnLst>
                                    <p:set>
                                      <p:cBhvr>
                                        <p:cTn id="224" dur="1" fill="hold">
                                          <p:stCondLst>
                                            <p:cond delay="0"/>
                                          </p:stCondLst>
                                        </p:cTn>
                                        <p:tgtEl>
                                          <p:spTgt spid="38043"/>
                                        </p:tgtEl>
                                        <p:attrNameLst>
                                          <p:attrName>style.visibility</p:attrName>
                                        </p:attrNameLst>
                                      </p:cBhvr>
                                      <p:to>
                                        <p:strVal val="visible"/>
                                      </p:to>
                                    </p:set>
                                    <p:anim calcmode="lin" valueType="num">
                                      <p:cBhvr>
                                        <p:cTn id="225" dur="1000" fill="hold"/>
                                        <p:tgtEl>
                                          <p:spTgt spid="38043"/>
                                        </p:tgtEl>
                                        <p:attrNameLst>
                                          <p:attrName>ppt_w</p:attrName>
                                        </p:attrNameLst>
                                      </p:cBhvr>
                                      <p:tavLst>
                                        <p:tav tm="0">
                                          <p:val>
                                            <p:fltVal val="0"/>
                                          </p:val>
                                        </p:tav>
                                        <p:tav tm="100000">
                                          <p:val>
                                            <p:strVal val="#ppt_w"/>
                                          </p:val>
                                        </p:tav>
                                      </p:tavLst>
                                    </p:anim>
                                    <p:anim calcmode="lin" valueType="num">
                                      <p:cBhvr>
                                        <p:cTn id="226" dur="1000" fill="hold"/>
                                        <p:tgtEl>
                                          <p:spTgt spid="38043"/>
                                        </p:tgtEl>
                                        <p:attrNameLst>
                                          <p:attrName>ppt_h</p:attrName>
                                        </p:attrNameLst>
                                      </p:cBhvr>
                                      <p:tavLst>
                                        <p:tav tm="0">
                                          <p:val>
                                            <p:fltVal val="0"/>
                                          </p:val>
                                        </p:tav>
                                        <p:tav tm="100000">
                                          <p:val>
                                            <p:strVal val="#ppt_h"/>
                                          </p:val>
                                        </p:tav>
                                      </p:tavLst>
                                    </p:anim>
                                    <p:anim calcmode="lin" valueType="num">
                                      <p:cBhvr>
                                        <p:cTn id="227" dur="1000" fill="hold"/>
                                        <p:tgtEl>
                                          <p:spTgt spid="38043"/>
                                        </p:tgtEl>
                                        <p:attrNameLst>
                                          <p:attrName>style.rotation</p:attrName>
                                        </p:attrNameLst>
                                      </p:cBhvr>
                                      <p:tavLst>
                                        <p:tav tm="0">
                                          <p:val>
                                            <p:fltVal val="90"/>
                                          </p:val>
                                        </p:tav>
                                        <p:tav tm="100000">
                                          <p:val>
                                            <p:fltVal val="0"/>
                                          </p:val>
                                        </p:tav>
                                      </p:tavLst>
                                    </p:anim>
                                    <p:animEffect transition="in" filter="fade">
                                      <p:cBhvr>
                                        <p:cTn id="228" dur="1000"/>
                                        <p:tgtEl>
                                          <p:spTgt spid="38043"/>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22" presetClass="entr" presetSubtype="4" fill="hold" nodeType="clickEffect">
                                  <p:stCondLst>
                                    <p:cond delay="0"/>
                                  </p:stCondLst>
                                  <p:childTnLst>
                                    <p:set>
                                      <p:cBhvr>
                                        <p:cTn id="232" dur="1" fill="hold">
                                          <p:stCondLst>
                                            <p:cond delay="0"/>
                                          </p:stCondLst>
                                        </p:cTn>
                                        <p:tgtEl>
                                          <p:spTgt spid="38029"/>
                                        </p:tgtEl>
                                        <p:attrNameLst>
                                          <p:attrName>style.visibility</p:attrName>
                                        </p:attrNameLst>
                                      </p:cBhvr>
                                      <p:to>
                                        <p:strVal val="visible"/>
                                      </p:to>
                                    </p:set>
                                    <p:animEffect transition="in" filter="wipe(down)">
                                      <p:cBhvr>
                                        <p:cTn id="233" dur="500"/>
                                        <p:tgtEl>
                                          <p:spTgt spid="38029"/>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2" presetClass="entr" presetSubtype="4" fill="hold" nodeType="clickEffect">
                                  <p:stCondLst>
                                    <p:cond delay="0"/>
                                  </p:stCondLst>
                                  <p:childTnLst>
                                    <p:set>
                                      <p:cBhvr>
                                        <p:cTn id="237" dur="1" fill="hold">
                                          <p:stCondLst>
                                            <p:cond delay="0"/>
                                          </p:stCondLst>
                                        </p:cTn>
                                        <p:tgtEl>
                                          <p:spTgt spid="38030"/>
                                        </p:tgtEl>
                                        <p:attrNameLst>
                                          <p:attrName>style.visibility</p:attrName>
                                        </p:attrNameLst>
                                      </p:cBhvr>
                                      <p:to>
                                        <p:strVal val="visible"/>
                                      </p:to>
                                    </p:set>
                                    <p:animEffect transition="in" filter="wipe(down)">
                                      <p:cBhvr>
                                        <p:cTn id="238" dur="500"/>
                                        <p:tgtEl>
                                          <p:spTgt spid="38030"/>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2" presetClass="entr" presetSubtype="4" fill="hold" nodeType="clickEffect">
                                  <p:stCondLst>
                                    <p:cond delay="0"/>
                                  </p:stCondLst>
                                  <p:childTnLst>
                                    <p:set>
                                      <p:cBhvr>
                                        <p:cTn id="242" dur="1" fill="hold">
                                          <p:stCondLst>
                                            <p:cond delay="0"/>
                                          </p:stCondLst>
                                        </p:cTn>
                                        <p:tgtEl>
                                          <p:spTgt spid="38031"/>
                                        </p:tgtEl>
                                        <p:attrNameLst>
                                          <p:attrName>style.visibility</p:attrName>
                                        </p:attrNameLst>
                                      </p:cBhvr>
                                      <p:to>
                                        <p:strVal val="visible"/>
                                      </p:to>
                                    </p:set>
                                    <p:animEffect transition="in" filter="wipe(down)">
                                      <p:cBhvr>
                                        <p:cTn id="243" dur="500"/>
                                        <p:tgtEl>
                                          <p:spTgt spid="38031"/>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22" presetClass="entr" presetSubtype="4" fill="hold" nodeType="clickEffect">
                                  <p:stCondLst>
                                    <p:cond delay="0"/>
                                  </p:stCondLst>
                                  <p:childTnLst>
                                    <p:set>
                                      <p:cBhvr>
                                        <p:cTn id="247" dur="1" fill="hold">
                                          <p:stCondLst>
                                            <p:cond delay="0"/>
                                          </p:stCondLst>
                                        </p:cTn>
                                        <p:tgtEl>
                                          <p:spTgt spid="38032"/>
                                        </p:tgtEl>
                                        <p:attrNameLst>
                                          <p:attrName>style.visibility</p:attrName>
                                        </p:attrNameLst>
                                      </p:cBhvr>
                                      <p:to>
                                        <p:strVal val="visible"/>
                                      </p:to>
                                    </p:set>
                                    <p:animEffect transition="in" filter="wipe(down)">
                                      <p:cBhvr>
                                        <p:cTn id="248" dur="500"/>
                                        <p:tgtEl>
                                          <p:spTgt spid="38032"/>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22" presetClass="entr" presetSubtype="4" fill="hold" nodeType="clickEffect">
                                  <p:stCondLst>
                                    <p:cond delay="0"/>
                                  </p:stCondLst>
                                  <p:childTnLst>
                                    <p:set>
                                      <p:cBhvr>
                                        <p:cTn id="252" dur="1" fill="hold">
                                          <p:stCondLst>
                                            <p:cond delay="0"/>
                                          </p:stCondLst>
                                        </p:cTn>
                                        <p:tgtEl>
                                          <p:spTgt spid="38033"/>
                                        </p:tgtEl>
                                        <p:attrNameLst>
                                          <p:attrName>style.visibility</p:attrName>
                                        </p:attrNameLst>
                                      </p:cBhvr>
                                      <p:to>
                                        <p:strVal val="visible"/>
                                      </p:to>
                                    </p:set>
                                    <p:animEffect transition="in" filter="wipe(down)">
                                      <p:cBhvr>
                                        <p:cTn id="253" dur="500"/>
                                        <p:tgtEl>
                                          <p:spTgt spid="38033"/>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22" presetClass="entr" presetSubtype="4" fill="hold" nodeType="clickEffect">
                                  <p:stCondLst>
                                    <p:cond delay="0"/>
                                  </p:stCondLst>
                                  <p:childTnLst>
                                    <p:set>
                                      <p:cBhvr>
                                        <p:cTn id="257" dur="1" fill="hold">
                                          <p:stCondLst>
                                            <p:cond delay="0"/>
                                          </p:stCondLst>
                                        </p:cTn>
                                        <p:tgtEl>
                                          <p:spTgt spid="38034"/>
                                        </p:tgtEl>
                                        <p:attrNameLst>
                                          <p:attrName>style.visibility</p:attrName>
                                        </p:attrNameLst>
                                      </p:cBhvr>
                                      <p:to>
                                        <p:strVal val="visible"/>
                                      </p:to>
                                    </p:set>
                                    <p:animEffect transition="in" filter="wipe(down)">
                                      <p:cBhvr>
                                        <p:cTn id="258" dur="500"/>
                                        <p:tgtEl>
                                          <p:spTgt spid="38034"/>
                                        </p:tgtEl>
                                      </p:cBhvr>
                                    </p:animEffect>
                                  </p:childTnLst>
                                </p:cTn>
                              </p:par>
                            </p:childTnLst>
                          </p:cTn>
                        </p:par>
                      </p:childTnLst>
                    </p:cTn>
                  </p:par>
                  <p:par>
                    <p:cTn id="259" fill="hold" nodeType="clickPar">
                      <p:stCondLst>
                        <p:cond delay="indefinite"/>
                      </p:stCondLst>
                      <p:childTnLst>
                        <p:par>
                          <p:cTn id="260" fill="hold" nodeType="withGroup">
                            <p:stCondLst>
                              <p:cond delay="0"/>
                            </p:stCondLst>
                            <p:childTnLst>
                              <p:par>
                                <p:cTn id="261" presetID="22" presetClass="entr" presetSubtype="4" fill="hold" nodeType="clickEffect">
                                  <p:stCondLst>
                                    <p:cond delay="0"/>
                                  </p:stCondLst>
                                  <p:childTnLst>
                                    <p:set>
                                      <p:cBhvr>
                                        <p:cTn id="262" dur="1" fill="hold">
                                          <p:stCondLst>
                                            <p:cond delay="0"/>
                                          </p:stCondLst>
                                        </p:cTn>
                                        <p:tgtEl>
                                          <p:spTgt spid="38035"/>
                                        </p:tgtEl>
                                        <p:attrNameLst>
                                          <p:attrName>style.visibility</p:attrName>
                                        </p:attrNameLst>
                                      </p:cBhvr>
                                      <p:to>
                                        <p:strVal val="visible"/>
                                      </p:to>
                                    </p:set>
                                    <p:animEffect transition="in" filter="wipe(down)">
                                      <p:cBhvr>
                                        <p:cTn id="263" dur="500"/>
                                        <p:tgtEl>
                                          <p:spTgt spid="38035"/>
                                        </p:tgtEl>
                                      </p:cBhvr>
                                    </p:animEffect>
                                  </p:childTnLst>
                                </p:cTn>
                              </p:par>
                            </p:childTnLst>
                          </p:cTn>
                        </p:par>
                      </p:childTnLst>
                    </p:cTn>
                  </p:par>
                  <p:par>
                    <p:cTn id="264" fill="hold" nodeType="clickPar">
                      <p:stCondLst>
                        <p:cond delay="indefinite"/>
                      </p:stCondLst>
                      <p:childTnLst>
                        <p:par>
                          <p:cTn id="265" fill="hold" nodeType="withGroup">
                            <p:stCondLst>
                              <p:cond delay="0"/>
                            </p:stCondLst>
                            <p:childTnLst>
                              <p:par>
                                <p:cTn id="266" presetID="22" presetClass="entr" presetSubtype="4" fill="hold" nodeType="clickEffect">
                                  <p:stCondLst>
                                    <p:cond delay="0"/>
                                  </p:stCondLst>
                                  <p:childTnLst>
                                    <p:set>
                                      <p:cBhvr>
                                        <p:cTn id="267" dur="1" fill="hold">
                                          <p:stCondLst>
                                            <p:cond delay="0"/>
                                          </p:stCondLst>
                                        </p:cTn>
                                        <p:tgtEl>
                                          <p:spTgt spid="38036"/>
                                        </p:tgtEl>
                                        <p:attrNameLst>
                                          <p:attrName>style.visibility</p:attrName>
                                        </p:attrNameLst>
                                      </p:cBhvr>
                                      <p:to>
                                        <p:strVal val="visible"/>
                                      </p:to>
                                    </p:set>
                                    <p:animEffect transition="in" filter="wipe(down)">
                                      <p:cBhvr>
                                        <p:cTn id="268" dur="500"/>
                                        <p:tgtEl>
                                          <p:spTgt spid="38036"/>
                                        </p:tgtEl>
                                      </p:cBhvr>
                                    </p:animEffec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2" presetClass="entr" presetSubtype="4" fill="hold" nodeType="clickEffect">
                                  <p:stCondLst>
                                    <p:cond delay="0"/>
                                  </p:stCondLst>
                                  <p:childTnLst>
                                    <p:set>
                                      <p:cBhvr>
                                        <p:cTn id="272" dur="1" fill="hold">
                                          <p:stCondLst>
                                            <p:cond delay="0"/>
                                          </p:stCondLst>
                                        </p:cTn>
                                        <p:tgtEl>
                                          <p:spTgt spid="38037"/>
                                        </p:tgtEl>
                                        <p:attrNameLst>
                                          <p:attrName>style.visibility</p:attrName>
                                        </p:attrNameLst>
                                      </p:cBhvr>
                                      <p:to>
                                        <p:strVal val="visible"/>
                                      </p:to>
                                    </p:set>
                                    <p:animEffect transition="in" filter="wipe(down)">
                                      <p:cBhvr>
                                        <p:cTn id="273" dur="500"/>
                                        <p:tgtEl>
                                          <p:spTgt spid="38037"/>
                                        </p:tgtEl>
                                      </p:cBhvr>
                                    </p:animEffect>
                                  </p:childTnLst>
                                </p:cTn>
                              </p:par>
                            </p:childTnLst>
                          </p:cTn>
                        </p:par>
                      </p:childTnLst>
                    </p:cTn>
                  </p:par>
                  <p:par>
                    <p:cTn id="274" fill="hold" nodeType="clickPar">
                      <p:stCondLst>
                        <p:cond delay="indefinite"/>
                      </p:stCondLst>
                      <p:childTnLst>
                        <p:par>
                          <p:cTn id="275" fill="hold" nodeType="withGroup">
                            <p:stCondLst>
                              <p:cond delay="0"/>
                            </p:stCondLst>
                            <p:childTnLst>
                              <p:par>
                                <p:cTn id="276" presetID="22" presetClass="entr" presetSubtype="4" fill="hold" nodeType="clickEffect">
                                  <p:stCondLst>
                                    <p:cond delay="0"/>
                                  </p:stCondLst>
                                  <p:childTnLst>
                                    <p:set>
                                      <p:cBhvr>
                                        <p:cTn id="277" dur="1" fill="hold">
                                          <p:stCondLst>
                                            <p:cond delay="0"/>
                                          </p:stCondLst>
                                        </p:cTn>
                                        <p:tgtEl>
                                          <p:spTgt spid="38038"/>
                                        </p:tgtEl>
                                        <p:attrNameLst>
                                          <p:attrName>style.visibility</p:attrName>
                                        </p:attrNameLst>
                                      </p:cBhvr>
                                      <p:to>
                                        <p:strVal val="visible"/>
                                      </p:to>
                                    </p:set>
                                    <p:animEffect transition="in" filter="wipe(down)">
                                      <p:cBhvr>
                                        <p:cTn id="278" dur="500"/>
                                        <p:tgtEl>
                                          <p:spTgt spid="38038"/>
                                        </p:tgtEl>
                                      </p:cBhvr>
                                    </p:animEffect>
                                  </p:childTnLst>
                                </p:cTn>
                              </p:par>
                            </p:childTnLst>
                          </p:cTn>
                        </p:par>
                      </p:childTnLst>
                    </p:cTn>
                  </p:par>
                  <p:par>
                    <p:cTn id="279" fill="hold" nodeType="clickPar">
                      <p:stCondLst>
                        <p:cond delay="indefinite"/>
                      </p:stCondLst>
                      <p:childTnLst>
                        <p:par>
                          <p:cTn id="280" fill="hold" nodeType="withGroup">
                            <p:stCondLst>
                              <p:cond delay="0"/>
                            </p:stCondLst>
                            <p:childTnLst>
                              <p:par>
                                <p:cTn id="281" presetID="22" presetClass="entr" presetSubtype="4" fill="hold" nodeType="clickEffect">
                                  <p:stCondLst>
                                    <p:cond delay="0"/>
                                  </p:stCondLst>
                                  <p:childTnLst>
                                    <p:set>
                                      <p:cBhvr>
                                        <p:cTn id="282" dur="1" fill="hold">
                                          <p:stCondLst>
                                            <p:cond delay="0"/>
                                          </p:stCondLst>
                                        </p:cTn>
                                        <p:tgtEl>
                                          <p:spTgt spid="38039"/>
                                        </p:tgtEl>
                                        <p:attrNameLst>
                                          <p:attrName>style.visibility</p:attrName>
                                        </p:attrNameLst>
                                      </p:cBhvr>
                                      <p:to>
                                        <p:strVal val="visible"/>
                                      </p:to>
                                    </p:set>
                                    <p:animEffect transition="in" filter="wipe(down)">
                                      <p:cBhvr>
                                        <p:cTn id="283" dur="500"/>
                                        <p:tgtEl>
                                          <p:spTgt spid="38039"/>
                                        </p:tgtEl>
                                      </p:cBhvr>
                                    </p:animEffect>
                                  </p:childTnLst>
                                </p:cTn>
                              </p:par>
                            </p:childTnLst>
                          </p:cTn>
                        </p:par>
                      </p:childTnLst>
                    </p:cTn>
                  </p:par>
                  <p:par>
                    <p:cTn id="284" fill="hold" nodeType="clickPar">
                      <p:stCondLst>
                        <p:cond delay="indefinite"/>
                      </p:stCondLst>
                      <p:childTnLst>
                        <p:par>
                          <p:cTn id="285" fill="hold" nodeType="withGroup">
                            <p:stCondLst>
                              <p:cond delay="0"/>
                            </p:stCondLst>
                            <p:childTnLst>
                              <p:par>
                                <p:cTn id="286" presetID="22" presetClass="entr" presetSubtype="8" fill="hold" nodeType="clickEffect">
                                  <p:stCondLst>
                                    <p:cond delay="0"/>
                                  </p:stCondLst>
                                  <p:childTnLst>
                                    <p:set>
                                      <p:cBhvr>
                                        <p:cTn id="287" dur="1" fill="hold">
                                          <p:stCondLst>
                                            <p:cond delay="0"/>
                                          </p:stCondLst>
                                        </p:cTn>
                                        <p:tgtEl>
                                          <p:spTgt spid="38041"/>
                                        </p:tgtEl>
                                        <p:attrNameLst>
                                          <p:attrName>style.visibility</p:attrName>
                                        </p:attrNameLst>
                                      </p:cBhvr>
                                      <p:to>
                                        <p:strVal val="visible"/>
                                      </p:to>
                                    </p:set>
                                    <p:animEffect transition="in" filter="wipe(left)">
                                      <p:cBhvr>
                                        <p:cTn id="288" dur="2000"/>
                                        <p:tgtEl>
                                          <p:spTgt spid="380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P spid="37893" grpId="0"/>
      <p:bldP spid="37895" grpId="0"/>
      <p:bldP spid="37896" grpId="0"/>
      <p:bldP spid="37928" grpId="0"/>
      <p:bldP spid="37929" grpId="0"/>
      <p:bldP spid="37961" grpId="0"/>
      <p:bldP spid="37962" grpId="0"/>
      <p:bldP spid="37963" grpId="0"/>
      <p:bldP spid="37964" grpId="0"/>
      <p:bldP spid="37965" grpId="0"/>
      <p:bldP spid="37966" grpId="0"/>
      <p:bldP spid="37967" grpId="0"/>
      <p:bldP spid="37968" grpId="0"/>
      <p:bldP spid="37969" grpId="0"/>
      <p:bldP spid="37970" grpId="0"/>
      <p:bldP spid="37971" grpId="0"/>
      <p:bldP spid="3797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477838"/>
          </a:xfrm>
        </p:spPr>
        <p:txBody>
          <a:bodyPr/>
          <a:lstStyle/>
          <a:p>
            <a:endParaRPr lang="en-US"/>
          </a:p>
        </p:txBody>
      </p:sp>
      <p:sp>
        <p:nvSpPr>
          <p:cNvPr id="24579" name="Content Placeholder 2"/>
          <p:cNvSpPr>
            <a:spLocks noGrp="1"/>
          </p:cNvSpPr>
          <p:nvPr>
            <p:ph idx="1"/>
          </p:nvPr>
        </p:nvSpPr>
        <p:spPr>
          <a:xfrm>
            <a:off x="457200" y="1447800"/>
            <a:ext cx="8229600" cy="1816100"/>
          </a:xfrm>
        </p:spPr>
        <p:txBody>
          <a:bodyPr/>
          <a:lstStyle/>
          <a:p>
            <a:endParaRPr lang="en-US"/>
          </a:p>
        </p:txBody>
      </p:sp>
      <p:pic>
        <p:nvPicPr>
          <p:cNvPr id="24583" name="Picture 2"/>
          <p:cNvPicPr>
            <a:picLocks noChangeAspect="1" noChangeArrowheads="1"/>
          </p:cNvPicPr>
          <p:nvPr/>
        </p:nvPicPr>
        <p:blipFill>
          <a:blip r:embed="rId2" cstate="print"/>
          <a:srcRect/>
          <a:stretch>
            <a:fillRect/>
          </a:stretch>
        </p:blipFill>
        <p:spPr bwMode="auto">
          <a:xfrm>
            <a:off x="1676400" y="1600200"/>
            <a:ext cx="6172200" cy="4962525"/>
          </a:xfrm>
          <a:prstGeom prst="rect">
            <a:avLst/>
          </a:prstGeom>
          <a:noFill/>
          <a:ln w="9525">
            <a:noFill/>
            <a:miter lim="800000"/>
            <a:headEnd/>
            <a:tailEnd/>
          </a:ln>
        </p:spPr>
      </p:pic>
      <p:sp>
        <p:nvSpPr>
          <p:cNvPr id="8" name="TextBox 7"/>
          <p:cNvSpPr txBox="1">
            <a:spLocks noChangeArrowheads="1"/>
          </p:cNvSpPr>
          <p:nvPr/>
        </p:nvSpPr>
        <p:spPr bwMode="auto">
          <a:xfrm>
            <a:off x="3505200" y="3810000"/>
            <a:ext cx="5867400" cy="584200"/>
          </a:xfrm>
          <a:prstGeom prst="rect">
            <a:avLst/>
          </a:prstGeom>
          <a:noFill/>
          <a:ln w="9525">
            <a:noFill/>
            <a:miter lim="800000"/>
            <a:headEnd/>
            <a:tailEnd/>
          </a:ln>
        </p:spPr>
        <p:txBody>
          <a:bodyPr>
            <a:spAutoFit/>
          </a:bodyPr>
          <a:lstStyle/>
          <a:p>
            <a:pPr>
              <a:spcBef>
                <a:spcPct val="0"/>
              </a:spcBef>
            </a:pPr>
            <a:r>
              <a:rPr lang="en-US" sz="3200" b="1" i="1">
                <a:solidFill>
                  <a:srgbClr val="3333FF"/>
                </a:solidFill>
                <a:latin typeface="Times New Roman" pitchFamily="18" charset="0"/>
                <a:cs typeface="Times New Roman" pitchFamily="18" charset="0"/>
              </a:rPr>
              <a:t>Thank You for Patient Hearing</a:t>
            </a:r>
          </a:p>
        </p:txBody>
      </p:sp>
    </p:spTree>
    <p:extLst>
      <p:ext uri="{BB962C8B-B14F-4D97-AF65-F5344CB8AC3E}">
        <p14:creationId xmlns:p14="http://schemas.microsoft.com/office/powerpoint/2010/main" val="120217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Custom 1">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ln w="38100">
          <a:solidFill>
            <a:srgbClr val="FF0000"/>
          </a:solidFill>
          <a:headEnd type="none"/>
          <a:tailEnd type="none"/>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38100">
          <a:solidFill>
            <a:srgbClr val="0033CC"/>
          </a:solidFill>
          <a:prstDash val="solid"/>
          <a:headEnd type="none" w="med" len="me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spcBef>
            <a:spcPts val="0"/>
          </a:spcBef>
          <a:defRPr sz="2400" dirty="0" smtClean="0">
            <a:latin typeface="Times New Roman" pitchFamily="18" charset="0"/>
            <a:cs typeface="Times New Roman" pitchFamily="18" charset="0"/>
          </a:defRPr>
        </a:defPPr>
      </a:lstStyle>
    </a:txDef>
  </a:objectDefaults>
  <a:extraClrSchemeLst/>
</a:theme>
</file>

<file path=ppt/theme/theme3.xml><?xml version="1.0" encoding="utf-8"?>
<a:theme xmlns:a="http://schemas.openxmlformats.org/drawingml/2006/main" name="1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6737</TotalTime>
  <Words>5381</Words>
  <Application>Microsoft Office PowerPoint</Application>
  <PresentationFormat>On-screen Show (4:3)</PresentationFormat>
  <Paragraphs>695</Paragraphs>
  <Slides>58</Slides>
  <Notes>2</Notes>
  <HiddenSlides>0</HiddenSlides>
  <MMClips>0</MMClips>
  <ScaleCrop>false</ScaleCrop>
  <HeadingPairs>
    <vt:vector size="8" baseType="variant">
      <vt:variant>
        <vt:lpstr>Fonts Used</vt:lpstr>
      </vt:variant>
      <vt:variant>
        <vt:i4>11</vt:i4>
      </vt:variant>
      <vt:variant>
        <vt:lpstr>Theme</vt:lpstr>
      </vt:variant>
      <vt:variant>
        <vt:i4>7</vt:i4>
      </vt:variant>
      <vt:variant>
        <vt:lpstr>Embedded OLE Servers</vt:lpstr>
      </vt:variant>
      <vt:variant>
        <vt:i4>2</vt:i4>
      </vt:variant>
      <vt:variant>
        <vt:lpstr>Slide Titles</vt:lpstr>
      </vt:variant>
      <vt:variant>
        <vt:i4>58</vt:i4>
      </vt:variant>
    </vt:vector>
  </HeadingPairs>
  <TitlesOfParts>
    <vt:vector size="78" baseType="lpstr">
      <vt:lpstr>Arial</vt:lpstr>
      <vt:lpstr>Arial Black</vt:lpstr>
      <vt:lpstr>Calibri</vt:lpstr>
      <vt:lpstr>Franklin Gothic Book</vt:lpstr>
      <vt:lpstr>Franklin Gothic Medium</vt:lpstr>
      <vt:lpstr>Garamond</vt:lpstr>
      <vt:lpstr>Monotype Corsiva</vt:lpstr>
      <vt:lpstr>Tahoma</vt:lpstr>
      <vt:lpstr>Times New Roman</vt:lpstr>
      <vt:lpstr>Wingdings</vt:lpstr>
      <vt:lpstr>Wingdings 2</vt:lpstr>
      <vt:lpstr>Office Theme</vt:lpstr>
      <vt:lpstr>Flow</vt:lpstr>
      <vt:lpstr>1_Default Design</vt:lpstr>
      <vt:lpstr>2_Default Design</vt:lpstr>
      <vt:lpstr>3_Default Design</vt:lpstr>
      <vt:lpstr>4_Default Design</vt:lpstr>
      <vt:lpstr>5_Default Design</vt:lpstr>
      <vt:lpstr>Bitmap Image</vt:lpstr>
      <vt:lpstr>Equation</vt:lpstr>
      <vt:lpstr>CE101  Engineering Drawing  Lec2: Conics and Curves </vt:lpstr>
      <vt:lpstr>PowerPoint Presentation</vt:lpstr>
      <vt:lpstr>PowerPoint Presentation</vt:lpstr>
      <vt:lpstr>PowerPoint Presentation</vt:lpstr>
      <vt:lpstr>Conic Sections</vt:lpstr>
      <vt:lpstr>Few Applications of Ellipse</vt:lpstr>
      <vt:lpstr>Few Applications of Parabola</vt:lpstr>
      <vt:lpstr>Few Applications of Hyperbola</vt:lpstr>
      <vt:lpstr>PowerPoint Presentation</vt:lpstr>
      <vt:lpstr>PowerPoint Presentation</vt:lpstr>
      <vt:lpstr>PowerPoint Presentation</vt:lpstr>
      <vt:lpstr>PowerPoint Presentation</vt:lpstr>
      <vt:lpstr>Methods for Generating Ellipse</vt:lpstr>
      <vt:lpstr>Types of 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Parabola</vt:lpstr>
      <vt:lpstr>Methods for Generating Parabola</vt:lpstr>
      <vt:lpstr>PowerPoint Presentation</vt:lpstr>
      <vt:lpstr>PowerPoint Presentation</vt:lpstr>
      <vt:lpstr>PowerPoint Presentation</vt:lpstr>
      <vt:lpstr>Steps for Tangent and Normal at a point P on parabola</vt:lpstr>
      <vt:lpstr>PowerPoint Presentation</vt:lpstr>
      <vt:lpstr>Steps for Parallelogram Method</vt:lpstr>
      <vt:lpstr>PowerPoint Presentation</vt:lpstr>
      <vt:lpstr>PowerPoint Presentation</vt:lpstr>
      <vt:lpstr>Hyperbola e&gt;1</vt:lpstr>
      <vt:lpstr>PowerPoint Presentation</vt:lpstr>
      <vt:lpstr>PowerPoint Presentation</vt:lpstr>
      <vt:lpstr>PowerPoint Presentation</vt:lpstr>
      <vt:lpstr>PowerPoint Presentation</vt:lpstr>
      <vt:lpstr>Involutes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Daksh Agarwal</cp:lastModifiedBy>
  <cp:revision>341</cp:revision>
  <dcterms:created xsi:type="dcterms:W3CDTF">2012-07-09T03:21:02Z</dcterms:created>
  <dcterms:modified xsi:type="dcterms:W3CDTF">2023-11-14T02:45:44Z</dcterms:modified>
</cp:coreProperties>
</file>