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1"/>
  </p:notesMasterIdLst>
  <p:handoutMasterIdLst>
    <p:handoutMasterId r:id="rId62"/>
  </p:handoutMasterIdLst>
  <p:sldIdLst>
    <p:sldId id="513" r:id="rId2"/>
    <p:sldId id="485" r:id="rId3"/>
    <p:sldId id="453" r:id="rId4"/>
    <p:sldId id="408" r:id="rId5"/>
    <p:sldId id="312" r:id="rId6"/>
    <p:sldId id="260" r:id="rId7"/>
    <p:sldId id="261" r:id="rId8"/>
    <p:sldId id="262" r:id="rId9"/>
    <p:sldId id="462" r:id="rId10"/>
    <p:sldId id="454" r:id="rId11"/>
    <p:sldId id="455" r:id="rId12"/>
    <p:sldId id="456" r:id="rId13"/>
    <p:sldId id="457" r:id="rId14"/>
    <p:sldId id="458" r:id="rId15"/>
    <p:sldId id="459" r:id="rId16"/>
    <p:sldId id="460" r:id="rId17"/>
    <p:sldId id="461" r:id="rId18"/>
    <p:sldId id="317" r:id="rId19"/>
    <p:sldId id="319" r:id="rId20"/>
    <p:sldId id="417" r:id="rId21"/>
    <p:sldId id="418" r:id="rId22"/>
    <p:sldId id="419" r:id="rId23"/>
    <p:sldId id="463" r:id="rId24"/>
    <p:sldId id="464" r:id="rId25"/>
    <p:sldId id="465" r:id="rId26"/>
    <p:sldId id="466" r:id="rId27"/>
    <p:sldId id="467" r:id="rId28"/>
    <p:sldId id="468" r:id="rId29"/>
    <p:sldId id="469" r:id="rId30"/>
    <p:sldId id="470" r:id="rId31"/>
    <p:sldId id="264" r:id="rId32"/>
    <p:sldId id="265" r:id="rId33"/>
    <p:sldId id="315" r:id="rId34"/>
    <p:sldId id="487" r:id="rId35"/>
    <p:sldId id="488" r:id="rId36"/>
    <p:sldId id="489" r:id="rId37"/>
    <p:sldId id="490" r:id="rId38"/>
    <p:sldId id="491" r:id="rId39"/>
    <p:sldId id="492" r:id="rId40"/>
    <p:sldId id="493" r:id="rId41"/>
    <p:sldId id="494" r:id="rId42"/>
    <p:sldId id="512" r:id="rId43"/>
    <p:sldId id="495" r:id="rId44"/>
    <p:sldId id="496" r:id="rId45"/>
    <p:sldId id="497" r:id="rId46"/>
    <p:sldId id="498" r:id="rId47"/>
    <p:sldId id="499" r:id="rId48"/>
    <p:sldId id="500" r:id="rId49"/>
    <p:sldId id="501" r:id="rId50"/>
    <p:sldId id="502" r:id="rId51"/>
    <p:sldId id="503" r:id="rId52"/>
    <p:sldId id="504" r:id="rId53"/>
    <p:sldId id="505" r:id="rId54"/>
    <p:sldId id="506" r:id="rId55"/>
    <p:sldId id="507" r:id="rId56"/>
    <p:sldId id="508" r:id="rId57"/>
    <p:sldId id="509" r:id="rId58"/>
    <p:sldId id="510" r:id="rId59"/>
    <p:sldId id="514" r:id="rId60"/>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04"/>
    <p:restoredTop sz="89527" autoAdjust="0"/>
  </p:normalViewPr>
  <p:slideViewPr>
    <p:cSldViewPr>
      <p:cViewPr varScale="1">
        <p:scale>
          <a:sx n="74" d="100"/>
          <a:sy n="74" d="100"/>
        </p:scale>
        <p:origin x="1714" y="6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402"/>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ksh Agarwal" userId="252623e2ba33a27a" providerId="LiveId" clId="{E78D40E2-D6DD-49CA-8B1B-E6DB705C707C}"/>
    <pc:docChg chg="modSld">
      <pc:chgData name="Daksh Agarwal" userId="252623e2ba33a27a" providerId="LiveId" clId="{E78D40E2-D6DD-49CA-8B1B-E6DB705C707C}" dt="2023-09-28T10:09:48.955" v="0" actId="1076"/>
      <pc:docMkLst>
        <pc:docMk/>
      </pc:docMkLst>
      <pc:sldChg chg="modSp mod">
        <pc:chgData name="Daksh Agarwal" userId="252623e2ba33a27a" providerId="LiveId" clId="{E78D40E2-D6DD-49CA-8B1B-E6DB705C707C}" dt="2023-09-28T10:09:48.955" v="0" actId="1076"/>
        <pc:sldMkLst>
          <pc:docMk/>
          <pc:sldMk cId="3893001365" sldId="514"/>
        </pc:sldMkLst>
        <pc:picChg chg="mod">
          <ac:chgData name="Daksh Agarwal" userId="252623e2ba33a27a" providerId="LiveId" clId="{E78D40E2-D6DD-49CA-8B1B-E6DB705C707C}" dt="2023-09-28T10:09:48.955" v="0" actId="1076"/>
          <ac:picMkLst>
            <pc:docMk/>
            <pc:sldMk cId="3893001365" sldId="514"/>
            <ac:picMk id="24583" creationId="{00000000-0000-0000-0000-000000000000}"/>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r>
              <a:rPr lang="en-US"/>
              <a:t>ME 111 Projection of Points lecture 8</a:t>
            </a:r>
          </a:p>
        </p:txBody>
      </p:sp>
      <p:sp>
        <p:nvSpPr>
          <p:cNvPr id="3" name="Date Placeholder 2"/>
          <p:cNvSpPr>
            <a:spLocks noGrp="1"/>
          </p:cNvSpPr>
          <p:nvPr>
            <p:ph type="dt" sz="quarter" idx="1"/>
          </p:nvPr>
        </p:nvSpPr>
        <p:spPr>
          <a:xfrm>
            <a:off x="3970938" y="0"/>
            <a:ext cx="3037840" cy="464820"/>
          </a:xfrm>
          <a:prstGeom prst="rect">
            <a:avLst/>
          </a:prstGeom>
        </p:spPr>
        <p:txBody>
          <a:bodyPr vert="horz" lIns="93177" tIns="46589" rIns="93177" bIns="46589" rtlCol="0"/>
          <a:lstStyle>
            <a:lvl1pPr algn="r">
              <a:defRPr sz="1200"/>
            </a:lvl1pPr>
          </a:lstStyle>
          <a:p>
            <a:fld id="{8CE1EF4C-8853-491B-95EC-94BE6B743CBB}" type="datetimeFigureOut">
              <a:rPr lang="en-US" smtClean="0"/>
              <a:pPr/>
              <a:t>9/28/2023</a:t>
            </a:fld>
            <a:endParaRPr lang="en-US"/>
          </a:p>
        </p:txBody>
      </p:sp>
      <p:sp>
        <p:nvSpPr>
          <p:cNvPr id="4" name="Footer Placeholder 3"/>
          <p:cNvSpPr>
            <a:spLocks noGrp="1"/>
          </p:cNvSpPr>
          <p:nvPr>
            <p:ph type="ftr" sz="quarter" idx="2"/>
          </p:nvPr>
        </p:nvSpPr>
        <p:spPr>
          <a:xfrm>
            <a:off x="0" y="8829967"/>
            <a:ext cx="3037840" cy="464820"/>
          </a:xfrm>
          <a:prstGeom prst="rect">
            <a:avLst/>
          </a:prstGeom>
        </p:spPr>
        <p:txBody>
          <a:bodyPr vert="horz" lIns="93177" tIns="46589" rIns="93177" bIns="46589" rtlCol="0" anchor="b"/>
          <a:lstStyle>
            <a:lvl1pPr algn="l">
              <a:defRPr sz="1200"/>
            </a:lvl1pPr>
          </a:lstStyle>
          <a:p>
            <a:r>
              <a:rPr lang="en-US"/>
              <a:t>S Senthilvelan</a:t>
            </a:r>
          </a:p>
        </p:txBody>
      </p:sp>
      <p:sp>
        <p:nvSpPr>
          <p:cNvPr id="5" name="Slide Number Placeholder 4"/>
          <p:cNvSpPr>
            <a:spLocks noGrp="1"/>
          </p:cNvSpPr>
          <p:nvPr>
            <p:ph type="sldNum" sz="quarter" idx="3"/>
          </p:nvPr>
        </p:nvSpPr>
        <p:spPr>
          <a:xfrm>
            <a:off x="3970938" y="8829967"/>
            <a:ext cx="3037840" cy="464820"/>
          </a:xfrm>
          <a:prstGeom prst="rect">
            <a:avLst/>
          </a:prstGeom>
        </p:spPr>
        <p:txBody>
          <a:bodyPr vert="horz" lIns="93177" tIns="46589" rIns="93177" bIns="46589" rtlCol="0" anchor="b"/>
          <a:lstStyle>
            <a:lvl1pPr algn="r">
              <a:defRPr sz="1200"/>
            </a:lvl1pPr>
          </a:lstStyle>
          <a:p>
            <a:fld id="{B39B3A54-B537-4AFF-B1A2-4AA249F2519B}" type="slidenum">
              <a:rPr lang="en-US" smtClean="0"/>
              <a:pPr/>
              <a:t>‹#›</a:t>
            </a:fld>
            <a:endParaRPr lang="en-US"/>
          </a:p>
        </p:txBody>
      </p:sp>
    </p:spTree>
    <p:extLst>
      <p:ext uri="{BB962C8B-B14F-4D97-AF65-F5344CB8AC3E}">
        <p14:creationId xmlns:p14="http://schemas.microsoft.com/office/powerpoint/2010/main" val="2408210346"/>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r>
              <a:rPr lang="en-US"/>
              <a:t>ME 111 Projection of Points lecture 8</a:t>
            </a:r>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469CE3E0-C80E-4611-8B66-4302BC89F143}" type="datetimeFigureOut">
              <a:rPr lang="en-US" smtClean="0"/>
              <a:pPr/>
              <a:t>9/28/2023</a:t>
            </a:fld>
            <a:endParaRPr lang="en-US"/>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r>
              <a:rPr lang="en-US"/>
              <a:t>S Senthilvelan</a:t>
            </a:r>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64B2127C-C721-4FAC-9BE7-9897A9F4DA30}" type="slidenum">
              <a:rPr lang="en-US" smtClean="0"/>
              <a:pPr/>
              <a:t>‹#›</a:t>
            </a:fld>
            <a:endParaRPr lang="en-US"/>
          </a:p>
        </p:txBody>
      </p:sp>
    </p:spTree>
    <p:extLst>
      <p:ext uri="{BB962C8B-B14F-4D97-AF65-F5344CB8AC3E}">
        <p14:creationId xmlns:p14="http://schemas.microsoft.com/office/powerpoint/2010/main" val="1482665364"/>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bwMode="auto">
          <a:noFill/>
          <a:ln>
            <a:solidFill>
              <a:srgbClr val="000000"/>
            </a:solidFill>
            <a:miter lim="800000"/>
            <a:headEnd/>
            <a:tailEnd/>
          </a:ln>
        </p:spPr>
      </p:sp>
      <p:sp>
        <p:nvSpPr>
          <p:cNvPr id="26627"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a:t>Today we will discuss about the Modeling and </a:t>
            </a:r>
          </a:p>
        </p:txBody>
      </p:sp>
      <p:sp>
        <p:nvSpPr>
          <p:cNvPr id="4" name="Slide Number Placeholder 3"/>
          <p:cNvSpPr>
            <a:spLocks noGrp="1"/>
          </p:cNvSpPr>
          <p:nvPr>
            <p:ph type="sldNum" sz="quarter" idx="5"/>
          </p:nvPr>
        </p:nvSpPr>
        <p:spPr/>
        <p:txBody>
          <a:bodyPr/>
          <a:lstStyle/>
          <a:p>
            <a:pPr>
              <a:defRPr/>
            </a:pPr>
            <a:fld id="{F254EA00-3FE7-45BB-8861-608A115B0E74}" type="slidenum">
              <a:rPr lang="en-US" smtClean="0"/>
              <a:pPr>
                <a:defRPr/>
              </a:pPr>
              <a:t>1</a:t>
            </a:fld>
            <a:endParaRPr lang="en-US" dirty="0"/>
          </a:p>
        </p:txBody>
      </p:sp>
    </p:spTree>
    <p:extLst>
      <p:ext uri="{BB962C8B-B14F-4D97-AF65-F5344CB8AC3E}">
        <p14:creationId xmlns:p14="http://schemas.microsoft.com/office/powerpoint/2010/main" val="39253356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C0253CA5-C5F7-46DC-82D6-2C16127FB111}" type="slidenum">
              <a:rPr lang="en-IN" smtClean="0"/>
              <a:t>5</a:t>
            </a:fld>
            <a:endParaRPr lang="en-IN"/>
          </a:p>
        </p:txBody>
      </p:sp>
    </p:spTree>
    <p:extLst>
      <p:ext uri="{BB962C8B-B14F-4D97-AF65-F5344CB8AC3E}">
        <p14:creationId xmlns:p14="http://schemas.microsoft.com/office/powerpoint/2010/main" val="31117553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p:cNvSpPr>
            <a:spLocks noGrp="1" noRot="1" noChangeAspect="1" noChangeArrowheads="1" noTextEdit="1"/>
          </p:cNvSpPr>
          <p:nvPr>
            <p:ph type="sldImg"/>
          </p:nvPr>
        </p:nvSpPr>
        <p:spPr>
          <a:xfrm>
            <a:off x="1143000" y="685800"/>
            <a:ext cx="4572000" cy="3429000"/>
          </a:xfrm>
          <a:ln/>
        </p:spPr>
      </p:sp>
      <p:sp>
        <p:nvSpPr>
          <p:cNvPr id="198659" name="Rectangle 3"/>
          <p:cNvSpPr>
            <a:spLocks noGrp="1" noChangeArrowheads="1"/>
          </p:cNvSpPr>
          <p:nvPr>
            <p:ph type="body" idx="1"/>
          </p:nvPr>
        </p:nvSpPr>
        <p:spPr>
          <a:xfrm>
            <a:off x="685800" y="4343400"/>
            <a:ext cx="5486400" cy="4114800"/>
          </a:xfrm>
        </p:spPr>
        <p:txBody>
          <a:bodyPr/>
          <a:lstStyle/>
          <a:p>
            <a:endParaRPr lang="en-US" altLang="en-US"/>
          </a:p>
        </p:txBody>
      </p:sp>
    </p:spTree>
    <p:extLst>
      <p:ext uri="{BB962C8B-B14F-4D97-AF65-F5344CB8AC3E}">
        <p14:creationId xmlns:p14="http://schemas.microsoft.com/office/powerpoint/2010/main" val="40482641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p:cNvSpPr>
            <a:spLocks noGrp="1" noRot="1" noChangeAspect="1" noChangeArrowheads="1" noTextEdit="1"/>
          </p:cNvSpPr>
          <p:nvPr>
            <p:ph type="sldImg"/>
          </p:nvPr>
        </p:nvSpPr>
        <p:spPr>
          <a:xfrm>
            <a:off x="1143000" y="685800"/>
            <a:ext cx="4572000" cy="3429000"/>
          </a:xfrm>
          <a:ln/>
        </p:spPr>
      </p:sp>
      <p:sp>
        <p:nvSpPr>
          <p:cNvPr id="198659" name="Rectangle 3"/>
          <p:cNvSpPr>
            <a:spLocks noGrp="1" noChangeArrowheads="1"/>
          </p:cNvSpPr>
          <p:nvPr>
            <p:ph type="body" idx="1"/>
          </p:nvPr>
        </p:nvSpPr>
        <p:spPr>
          <a:xfrm>
            <a:off x="685800" y="4343400"/>
            <a:ext cx="5486400" cy="4114800"/>
          </a:xfrm>
        </p:spPr>
        <p:txBody>
          <a:bodyPr/>
          <a:lstStyle/>
          <a:p>
            <a:endParaRPr lang="en-US" altLang="en-US"/>
          </a:p>
        </p:txBody>
      </p:sp>
    </p:spTree>
    <p:extLst>
      <p:ext uri="{BB962C8B-B14F-4D97-AF65-F5344CB8AC3E}">
        <p14:creationId xmlns:p14="http://schemas.microsoft.com/office/powerpoint/2010/main" val="39887803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r>
              <a:rPr lang="en-US"/>
              <a:t>ME 111 Projection of Points lecture 8</a:t>
            </a:r>
          </a:p>
        </p:txBody>
      </p:sp>
      <p:sp>
        <p:nvSpPr>
          <p:cNvPr id="5" name="Footer Placeholder 4"/>
          <p:cNvSpPr>
            <a:spLocks noGrp="1"/>
          </p:cNvSpPr>
          <p:nvPr>
            <p:ph type="ftr" sz="quarter" idx="11"/>
          </p:nvPr>
        </p:nvSpPr>
        <p:spPr/>
        <p:txBody>
          <a:bodyPr/>
          <a:lstStyle/>
          <a:p>
            <a:r>
              <a:rPr lang="en-US"/>
              <a:t>S Senthilvelan</a:t>
            </a:r>
          </a:p>
        </p:txBody>
      </p:sp>
      <p:sp>
        <p:nvSpPr>
          <p:cNvPr id="6" name="Slide Number Placeholder 5"/>
          <p:cNvSpPr>
            <a:spLocks noGrp="1"/>
          </p:cNvSpPr>
          <p:nvPr>
            <p:ph type="sldNum" sz="quarter" idx="12"/>
          </p:nvPr>
        </p:nvSpPr>
        <p:spPr/>
        <p:txBody>
          <a:bodyPr/>
          <a:lstStyle/>
          <a:p>
            <a:fld id="{64B2127C-C721-4FAC-9BE7-9897A9F4DA30}" type="slidenum">
              <a:rPr lang="en-US" smtClean="0"/>
              <a:pPr/>
              <a:t>20</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2"/>
          <p:cNvSpPr>
            <a:spLocks noGrp="1" noRot="1" noChangeAspect="1" noChangeArrowheads="1" noTextEdit="1"/>
          </p:cNvSpPr>
          <p:nvPr>
            <p:ph type="sldImg"/>
          </p:nvPr>
        </p:nvSpPr>
        <p:spPr>
          <a:xfrm>
            <a:off x="1143000" y="685800"/>
            <a:ext cx="4572000" cy="3429000"/>
          </a:xfrm>
          <a:ln/>
        </p:spPr>
      </p:sp>
      <p:sp>
        <p:nvSpPr>
          <p:cNvPr id="188419" name="Rectangle 3"/>
          <p:cNvSpPr>
            <a:spLocks noGrp="1" noChangeArrowheads="1"/>
          </p:cNvSpPr>
          <p:nvPr>
            <p:ph type="body" idx="1"/>
          </p:nvPr>
        </p:nvSpPr>
        <p:spPr>
          <a:xfrm>
            <a:off x="685800" y="4343400"/>
            <a:ext cx="5486400" cy="4114800"/>
          </a:xfrm>
        </p:spPr>
        <p:txBody>
          <a:bodyPr/>
          <a:lstStyle/>
          <a:p>
            <a:endParaRPr lang="en-US" altLang="en-US"/>
          </a:p>
        </p:txBody>
      </p:sp>
    </p:spTree>
    <p:extLst>
      <p:ext uri="{BB962C8B-B14F-4D97-AF65-F5344CB8AC3E}">
        <p14:creationId xmlns:p14="http://schemas.microsoft.com/office/powerpoint/2010/main" val="21219967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Grp="1" noRot="1" noChangeAspect="1" noChangeArrowheads="1" noTextEdit="1"/>
          </p:cNvSpPr>
          <p:nvPr>
            <p:ph type="sldImg"/>
          </p:nvPr>
        </p:nvSpPr>
        <p:spPr>
          <a:xfrm>
            <a:off x="1143000" y="685800"/>
            <a:ext cx="4572000" cy="3429000"/>
          </a:xfrm>
          <a:ln/>
        </p:spPr>
      </p:sp>
      <p:sp>
        <p:nvSpPr>
          <p:cNvPr id="190467" name="Rectangle 3"/>
          <p:cNvSpPr>
            <a:spLocks noGrp="1" noChangeArrowheads="1"/>
          </p:cNvSpPr>
          <p:nvPr>
            <p:ph type="body" idx="1"/>
          </p:nvPr>
        </p:nvSpPr>
        <p:spPr>
          <a:xfrm>
            <a:off x="685800" y="4343400"/>
            <a:ext cx="5486400" cy="4114800"/>
          </a:xfrm>
        </p:spPr>
        <p:txBody>
          <a:bodyPr/>
          <a:lstStyle/>
          <a:p>
            <a:endParaRPr lang="en-US" altLang="en-US"/>
          </a:p>
        </p:txBody>
      </p:sp>
    </p:spTree>
    <p:extLst>
      <p:ext uri="{BB962C8B-B14F-4D97-AF65-F5344CB8AC3E}">
        <p14:creationId xmlns:p14="http://schemas.microsoft.com/office/powerpoint/2010/main" val="3957409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p:cNvSpPr>
            <a:spLocks noGrp="1" noRot="1" noChangeAspect="1" noChangeArrowheads="1" noTextEdit="1"/>
          </p:cNvSpPr>
          <p:nvPr>
            <p:ph type="sldImg"/>
          </p:nvPr>
        </p:nvSpPr>
        <p:spPr>
          <a:xfrm>
            <a:off x="1143000" y="685800"/>
            <a:ext cx="4572000" cy="3429000"/>
          </a:xfrm>
          <a:ln/>
        </p:spPr>
      </p:sp>
      <p:sp>
        <p:nvSpPr>
          <p:cNvPr id="198659" name="Rectangle 3"/>
          <p:cNvSpPr>
            <a:spLocks noGrp="1" noChangeArrowheads="1"/>
          </p:cNvSpPr>
          <p:nvPr>
            <p:ph type="body" idx="1"/>
          </p:nvPr>
        </p:nvSpPr>
        <p:spPr>
          <a:xfrm>
            <a:off x="685800" y="4343400"/>
            <a:ext cx="5486400" cy="4114800"/>
          </a:xfrm>
        </p:spPr>
        <p:txBody>
          <a:bodyPr/>
          <a:lstStyle/>
          <a:p>
            <a:endParaRPr lang="en-US" altLang="en-US"/>
          </a:p>
        </p:txBody>
      </p:sp>
    </p:spTree>
    <p:extLst>
      <p:ext uri="{BB962C8B-B14F-4D97-AF65-F5344CB8AC3E}">
        <p14:creationId xmlns:p14="http://schemas.microsoft.com/office/powerpoint/2010/main" val="29235219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p:cNvSpPr>
            <a:spLocks noGrp="1" noRot="1" noChangeAspect="1" noChangeArrowheads="1" noTextEdit="1"/>
          </p:cNvSpPr>
          <p:nvPr>
            <p:ph type="sldImg"/>
          </p:nvPr>
        </p:nvSpPr>
        <p:spPr>
          <a:xfrm>
            <a:off x="1143000" y="685800"/>
            <a:ext cx="4572000" cy="3429000"/>
          </a:xfrm>
          <a:ln/>
        </p:spPr>
      </p:sp>
      <p:sp>
        <p:nvSpPr>
          <p:cNvPr id="192515" name="Rectangle 3"/>
          <p:cNvSpPr>
            <a:spLocks noGrp="1" noChangeArrowheads="1"/>
          </p:cNvSpPr>
          <p:nvPr>
            <p:ph type="body" idx="1"/>
          </p:nvPr>
        </p:nvSpPr>
        <p:spPr>
          <a:xfrm>
            <a:off x="685800" y="4343400"/>
            <a:ext cx="5486400" cy="4114800"/>
          </a:xfrm>
        </p:spPr>
        <p:txBody>
          <a:bodyPr/>
          <a:lstStyle/>
          <a:p>
            <a:endParaRPr lang="en-US" altLang="en-US"/>
          </a:p>
        </p:txBody>
      </p:sp>
    </p:spTree>
    <p:extLst>
      <p:ext uri="{BB962C8B-B14F-4D97-AF65-F5344CB8AC3E}">
        <p14:creationId xmlns:p14="http://schemas.microsoft.com/office/powerpoint/2010/main" val="1836041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2"/>
          <p:cNvSpPr>
            <a:spLocks noGrp="1" noRot="1" noChangeAspect="1" noChangeArrowheads="1" noTextEdit="1"/>
          </p:cNvSpPr>
          <p:nvPr>
            <p:ph type="sldImg"/>
          </p:nvPr>
        </p:nvSpPr>
        <p:spPr>
          <a:xfrm>
            <a:off x="1143000" y="685800"/>
            <a:ext cx="4572000" cy="3429000"/>
          </a:xfrm>
          <a:ln/>
        </p:spPr>
      </p:sp>
      <p:sp>
        <p:nvSpPr>
          <p:cNvPr id="194563" name="Rectangle 3"/>
          <p:cNvSpPr>
            <a:spLocks noGrp="1" noChangeArrowheads="1"/>
          </p:cNvSpPr>
          <p:nvPr>
            <p:ph type="body" idx="1"/>
          </p:nvPr>
        </p:nvSpPr>
        <p:spPr>
          <a:xfrm>
            <a:off x="685800" y="4343400"/>
            <a:ext cx="5486400" cy="4114800"/>
          </a:xfrm>
        </p:spPr>
        <p:txBody>
          <a:bodyPr/>
          <a:lstStyle/>
          <a:p>
            <a:endParaRPr lang="en-US" altLang="en-US"/>
          </a:p>
        </p:txBody>
      </p:sp>
    </p:spTree>
    <p:extLst>
      <p:ext uri="{BB962C8B-B14F-4D97-AF65-F5344CB8AC3E}">
        <p14:creationId xmlns:p14="http://schemas.microsoft.com/office/powerpoint/2010/main" val="20097784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p:cNvSpPr>
            <a:spLocks noGrp="1" noRot="1" noChangeAspect="1" noChangeArrowheads="1" noTextEdit="1"/>
          </p:cNvSpPr>
          <p:nvPr>
            <p:ph type="sldImg"/>
          </p:nvPr>
        </p:nvSpPr>
        <p:spPr>
          <a:xfrm>
            <a:off x="1143000" y="685800"/>
            <a:ext cx="4572000" cy="3429000"/>
          </a:xfrm>
          <a:ln/>
        </p:spPr>
      </p:sp>
      <p:sp>
        <p:nvSpPr>
          <p:cNvPr id="196611" name="Rectangle 3"/>
          <p:cNvSpPr>
            <a:spLocks noGrp="1" noChangeArrowheads="1"/>
          </p:cNvSpPr>
          <p:nvPr>
            <p:ph type="body" idx="1"/>
          </p:nvPr>
        </p:nvSpPr>
        <p:spPr>
          <a:xfrm>
            <a:off x="685800" y="4343400"/>
            <a:ext cx="5486400" cy="4114800"/>
          </a:xfrm>
        </p:spPr>
        <p:txBody>
          <a:bodyPr/>
          <a:lstStyle/>
          <a:p>
            <a:endParaRPr lang="en-US" altLang="en-US"/>
          </a:p>
        </p:txBody>
      </p:sp>
    </p:spTree>
    <p:extLst>
      <p:ext uri="{BB962C8B-B14F-4D97-AF65-F5344CB8AC3E}">
        <p14:creationId xmlns:p14="http://schemas.microsoft.com/office/powerpoint/2010/main" val="18545771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p:cNvSpPr>
            <a:spLocks noGrp="1" noRot="1" noChangeAspect="1" noChangeArrowheads="1" noTextEdit="1"/>
          </p:cNvSpPr>
          <p:nvPr>
            <p:ph type="sldImg"/>
          </p:nvPr>
        </p:nvSpPr>
        <p:spPr>
          <a:xfrm>
            <a:off x="1143000" y="685800"/>
            <a:ext cx="4572000" cy="3429000"/>
          </a:xfrm>
          <a:ln/>
        </p:spPr>
      </p:sp>
      <p:sp>
        <p:nvSpPr>
          <p:cNvPr id="198659" name="Rectangle 3"/>
          <p:cNvSpPr>
            <a:spLocks noGrp="1" noChangeArrowheads="1"/>
          </p:cNvSpPr>
          <p:nvPr>
            <p:ph type="body" idx="1"/>
          </p:nvPr>
        </p:nvSpPr>
        <p:spPr>
          <a:xfrm>
            <a:off x="685800" y="4343400"/>
            <a:ext cx="5486400" cy="4114800"/>
          </a:xfrm>
        </p:spPr>
        <p:txBody>
          <a:bodyPr/>
          <a:lstStyle/>
          <a:p>
            <a:endParaRPr lang="en-US" altLang="en-US"/>
          </a:p>
        </p:txBody>
      </p:sp>
    </p:spTree>
    <p:extLst>
      <p:ext uri="{BB962C8B-B14F-4D97-AF65-F5344CB8AC3E}">
        <p14:creationId xmlns:p14="http://schemas.microsoft.com/office/powerpoint/2010/main" val="22920411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Grp="1" noRot="1" noChangeAspect="1" noChangeArrowheads="1" noTextEdit="1"/>
          </p:cNvSpPr>
          <p:nvPr>
            <p:ph type="sldImg"/>
          </p:nvPr>
        </p:nvSpPr>
        <p:spPr>
          <a:xfrm>
            <a:off x="1143000" y="685800"/>
            <a:ext cx="4572000" cy="3429000"/>
          </a:xfrm>
          <a:ln/>
        </p:spPr>
      </p:sp>
      <p:sp>
        <p:nvSpPr>
          <p:cNvPr id="200707" name="Rectangle 3"/>
          <p:cNvSpPr>
            <a:spLocks noGrp="1" noChangeArrowheads="1"/>
          </p:cNvSpPr>
          <p:nvPr>
            <p:ph type="body" idx="1"/>
          </p:nvPr>
        </p:nvSpPr>
        <p:spPr>
          <a:xfrm>
            <a:off x="685800" y="4343400"/>
            <a:ext cx="5486400" cy="4114800"/>
          </a:xfrm>
        </p:spPr>
        <p:txBody>
          <a:bodyPr/>
          <a:lstStyle/>
          <a:p>
            <a:endParaRPr lang="en-US" altLang="en-US"/>
          </a:p>
        </p:txBody>
      </p:sp>
    </p:spTree>
    <p:extLst>
      <p:ext uri="{BB962C8B-B14F-4D97-AF65-F5344CB8AC3E}">
        <p14:creationId xmlns:p14="http://schemas.microsoft.com/office/powerpoint/2010/main" val="3812528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2"/>
          <p:cNvSpPr>
            <a:spLocks noGrp="1" noRot="1" noChangeAspect="1" noChangeArrowheads="1" noTextEdit="1"/>
          </p:cNvSpPr>
          <p:nvPr>
            <p:ph type="sldImg"/>
          </p:nvPr>
        </p:nvSpPr>
        <p:spPr>
          <a:xfrm>
            <a:off x="1143000" y="685800"/>
            <a:ext cx="4572000" cy="3429000"/>
          </a:xfrm>
          <a:ln/>
        </p:spPr>
      </p:sp>
      <p:sp>
        <p:nvSpPr>
          <p:cNvPr id="202755" name="Rectangle 3"/>
          <p:cNvSpPr>
            <a:spLocks noGrp="1" noChangeArrowheads="1"/>
          </p:cNvSpPr>
          <p:nvPr>
            <p:ph type="body" idx="1"/>
          </p:nvPr>
        </p:nvSpPr>
        <p:spPr>
          <a:xfrm>
            <a:off x="685800" y="4343400"/>
            <a:ext cx="5486400" cy="4114800"/>
          </a:xfrm>
        </p:spPr>
        <p:txBody>
          <a:bodyPr/>
          <a:lstStyle/>
          <a:p>
            <a:endParaRPr lang="en-US" altLang="en-US"/>
          </a:p>
        </p:txBody>
      </p:sp>
    </p:spTree>
    <p:extLst>
      <p:ext uri="{BB962C8B-B14F-4D97-AF65-F5344CB8AC3E}">
        <p14:creationId xmlns:p14="http://schemas.microsoft.com/office/powerpoint/2010/main" val="21118169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2"/>
          <p:cNvSpPr>
            <a:spLocks noGrp="1" noRot="1" noChangeAspect="1" noChangeArrowheads="1" noTextEdit="1"/>
          </p:cNvSpPr>
          <p:nvPr>
            <p:ph type="sldImg"/>
          </p:nvPr>
        </p:nvSpPr>
        <p:spPr>
          <a:xfrm>
            <a:off x="1143000" y="685800"/>
            <a:ext cx="4572000" cy="3429000"/>
          </a:xfrm>
          <a:ln/>
        </p:spPr>
      </p:sp>
      <p:sp>
        <p:nvSpPr>
          <p:cNvPr id="204803" name="Rectangle 3"/>
          <p:cNvSpPr>
            <a:spLocks noGrp="1" noChangeArrowheads="1"/>
          </p:cNvSpPr>
          <p:nvPr>
            <p:ph type="body" idx="1"/>
          </p:nvPr>
        </p:nvSpPr>
        <p:spPr>
          <a:xfrm>
            <a:off x="685800" y="4343400"/>
            <a:ext cx="5486400" cy="4114800"/>
          </a:xfrm>
        </p:spPr>
        <p:txBody>
          <a:bodyPr/>
          <a:lstStyle/>
          <a:p>
            <a:endParaRPr lang="en-US" altLang="en-US"/>
          </a:p>
        </p:txBody>
      </p:sp>
    </p:spTree>
    <p:extLst>
      <p:ext uri="{BB962C8B-B14F-4D97-AF65-F5344CB8AC3E}">
        <p14:creationId xmlns:p14="http://schemas.microsoft.com/office/powerpoint/2010/main" val="23102532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2"/>
          <p:cNvSpPr>
            <a:spLocks noGrp="1" noRot="1" noChangeAspect="1" noChangeArrowheads="1" noTextEdit="1"/>
          </p:cNvSpPr>
          <p:nvPr>
            <p:ph type="sldImg"/>
          </p:nvPr>
        </p:nvSpPr>
        <p:spPr>
          <a:xfrm>
            <a:off x="1143000" y="685800"/>
            <a:ext cx="4572000" cy="3429000"/>
          </a:xfrm>
          <a:ln/>
        </p:spPr>
      </p:sp>
      <p:sp>
        <p:nvSpPr>
          <p:cNvPr id="206851" name="Rectangle 3"/>
          <p:cNvSpPr>
            <a:spLocks noGrp="1" noChangeArrowheads="1"/>
          </p:cNvSpPr>
          <p:nvPr>
            <p:ph type="body" idx="1"/>
          </p:nvPr>
        </p:nvSpPr>
        <p:spPr>
          <a:xfrm>
            <a:off x="685800" y="4343400"/>
            <a:ext cx="5486400" cy="4114800"/>
          </a:xfrm>
        </p:spPr>
        <p:txBody>
          <a:bodyPr/>
          <a:lstStyle/>
          <a:p>
            <a:endParaRPr lang="en-US" altLang="en-US"/>
          </a:p>
        </p:txBody>
      </p:sp>
    </p:spTree>
    <p:extLst>
      <p:ext uri="{BB962C8B-B14F-4D97-AF65-F5344CB8AC3E}">
        <p14:creationId xmlns:p14="http://schemas.microsoft.com/office/powerpoint/2010/main" val="10540876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2"/>
          <p:cNvSpPr>
            <a:spLocks noGrp="1" noRot="1" noChangeAspect="1" noChangeArrowheads="1" noTextEdit="1"/>
          </p:cNvSpPr>
          <p:nvPr>
            <p:ph type="sldImg"/>
          </p:nvPr>
        </p:nvSpPr>
        <p:spPr>
          <a:xfrm>
            <a:off x="1143000" y="685800"/>
            <a:ext cx="4572000" cy="3429000"/>
          </a:xfrm>
          <a:ln/>
        </p:spPr>
      </p:sp>
      <p:sp>
        <p:nvSpPr>
          <p:cNvPr id="208899" name="Rectangle 3"/>
          <p:cNvSpPr>
            <a:spLocks noGrp="1" noChangeArrowheads="1"/>
          </p:cNvSpPr>
          <p:nvPr>
            <p:ph type="body" idx="1"/>
          </p:nvPr>
        </p:nvSpPr>
        <p:spPr>
          <a:xfrm>
            <a:off x="685800" y="4343400"/>
            <a:ext cx="5486400" cy="4114800"/>
          </a:xfrm>
        </p:spPr>
        <p:txBody>
          <a:bodyPr/>
          <a:lstStyle/>
          <a:p>
            <a:endParaRPr lang="en-US" altLang="en-US"/>
          </a:p>
        </p:txBody>
      </p:sp>
    </p:spTree>
    <p:extLst>
      <p:ext uri="{BB962C8B-B14F-4D97-AF65-F5344CB8AC3E}">
        <p14:creationId xmlns:p14="http://schemas.microsoft.com/office/powerpoint/2010/main" val="4249303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2"/>
          <p:cNvSpPr>
            <a:spLocks noGrp="1" noRot="1" noChangeAspect="1" noChangeArrowheads="1" noTextEdit="1"/>
          </p:cNvSpPr>
          <p:nvPr>
            <p:ph type="sldImg"/>
          </p:nvPr>
        </p:nvSpPr>
        <p:spPr>
          <a:xfrm>
            <a:off x="1143000" y="685800"/>
            <a:ext cx="4572000" cy="3429000"/>
          </a:xfrm>
          <a:ln/>
        </p:spPr>
      </p:sp>
      <p:sp>
        <p:nvSpPr>
          <p:cNvPr id="210947" name="Rectangle 3"/>
          <p:cNvSpPr>
            <a:spLocks noGrp="1" noChangeArrowheads="1"/>
          </p:cNvSpPr>
          <p:nvPr>
            <p:ph type="body" idx="1"/>
          </p:nvPr>
        </p:nvSpPr>
        <p:spPr>
          <a:xfrm>
            <a:off x="685800" y="4343400"/>
            <a:ext cx="5486400" cy="4114800"/>
          </a:xfrm>
        </p:spPr>
        <p:txBody>
          <a:bodyPr/>
          <a:lstStyle/>
          <a:p>
            <a:endParaRPr lang="en-US" altLang="en-US"/>
          </a:p>
        </p:txBody>
      </p:sp>
    </p:spTree>
    <p:extLst>
      <p:ext uri="{BB962C8B-B14F-4D97-AF65-F5344CB8AC3E}">
        <p14:creationId xmlns:p14="http://schemas.microsoft.com/office/powerpoint/2010/main" val="21644444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2"/>
          <p:cNvSpPr>
            <a:spLocks noGrp="1" noRot="1" noChangeAspect="1" noChangeArrowheads="1" noTextEdit="1"/>
          </p:cNvSpPr>
          <p:nvPr>
            <p:ph type="sldImg"/>
          </p:nvPr>
        </p:nvSpPr>
        <p:spPr>
          <a:xfrm>
            <a:off x="1143000" y="685800"/>
            <a:ext cx="4572000" cy="3429000"/>
          </a:xfrm>
          <a:ln/>
        </p:spPr>
      </p:sp>
      <p:sp>
        <p:nvSpPr>
          <p:cNvPr id="219139" name="Rectangle 3"/>
          <p:cNvSpPr>
            <a:spLocks noGrp="1" noChangeArrowheads="1"/>
          </p:cNvSpPr>
          <p:nvPr>
            <p:ph type="body" idx="1"/>
          </p:nvPr>
        </p:nvSpPr>
        <p:spPr>
          <a:xfrm>
            <a:off x="685800" y="4343400"/>
            <a:ext cx="5486400" cy="4114800"/>
          </a:xfrm>
        </p:spPr>
        <p:txBody>
          <a:bodyPr/>
          <a:lstStyle/>
          <a:p>
            <a:endParaRPr lang="en-US" altLang="en-US"/>
          </a:p>
        </p:txBody>
      </p:sp>
    </p:spTree>
    <p:extLst>
      <p:ext uri="{BB962C8B-B14F-4D97-AF65-F5344CB8AC3E}">
        <p14:creationId xmlns:p14="http://schemas.microsoft.com/office/powerpoint/2010/main" val="41846109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Rectangle 2"/>
          <p:cNvSpPr>
            <a:spLocks noGrp="1" noRot="1" noChangeAspect="1" noChangeArrowheads="1" noTextEdit="1"/>
          </p:cNvSpPr>
          <p:nvPr>
            <p:ph type="sldImg"/>
          </p:nvPr>
        </p:nvSpPr>
        <p:spPr>
          <a:xfrm>
            <a:off x="1143000" y="685800"/>
            <a:ext cx="4572000" cy="3429000"/>
          </a:xfrm>
          <a:ln/>
        </p:spPr>
      </p:sp>
      <p:sp>
        <p:nvSpPr>
          <p:cNvPr id="212995" name="Rectangle 3"/>
          <p:cNvSpPr>
            <a:spLocks noGrp="1" noChangeArrowheads="1"/>
          </p:cNvSpPr>
          <p:nvPr>
            <p:ph type="body" idx="1"/>
          </p:nvPr>
        </p:nvSpPr>
        <p:spPr>
          <a:xfrm>
            <a:off x="685800" y="4343400"/>
            <a:ext cx="5486400" cy="4114800"/>
          </a:xfrm>
        </p:spPr>
        <p:txBody>
          <a:bodyPr/>
          <a:lstStyle/>
          <a:p>
            <a:endParaRPr lang="en-US" altLang="en-US"/>
          </a:p>
        </p:txBody>
      </p:sp>
    </p:spTree>
    <p:extLst>
      <p:ext uri="{BB962C8B-B14F-4D97-AF65-F5344CB8AC3E}">
        <p14:creationId xmlns:p14="http://schemas.microsoft.com/office/powerpoint/2010/main" val="417026566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p:cNvSpPr>
            <a:spLocks noGrp="1" noRot="1" noChangeAspect="1" noChangeArrowheads="1" noTextEdit="1"/>
          </p:cNvSpPr>
          <p:nvPr>
            <p:ph type="sldImg"/>
          </p:nvPr>
        </p:nvSpPr>
        <p:spPr>
          <a:xfrm>
            <a:off x="1143000" y="685800"/>
            <a:ext cx="4572000" cy="3429000"/>
          </a:xfrm>
          <a:ln/>
        </p:spPr>
      </p:sp>
      <p:sp>
        <p:nvSpPr>
          <p:cNvPr id="215043" name="Rectangle 3"/>
          <p:cNvSpPr>
            <a:spLocks noGrp="1" noChangeArrowheads="1"/>
          </p:cNvSpPr>
          <p:nvPr>
            <p:ph type="body" idx="1"/>
          </p:nvPr>
        </p:nvSpPr>
        <p:spPr>
          <a:xfrm>
            <a:off x="685800" y="4343400"/>
            <a:ext cx="5486400" cy="4114800"/>
          </a:xfrm>
        </p:spPr>
        <p:txBody>
          <a:bodyPr/>
          <a:lstStyle/>
          <a:p>
            <a:endParaRPr lang="en-US" altLang="en-US"/>
          </a:p>
        </p:txBody>
      </p:sp>
    </p:spTree>
    <p:extLst>
      <p:ext uri="{BB962C8B-B14F-4D97-AF65-F5344CB8AC3E}">
        <p14:creationId xmlns:p14="http://schemas.microsoft.com/office/powerpoint/2010/main" val="37275323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2"/>
          <p:cNvSpPr>
            <a:spLocks noGrp="1" noRot="1" noChangeAspect="1" noChangeArrowheads="1" noTextEdit="1"/>
          </p:cNvSpPr>
          <p:nvPr>
            <p:ph type="sldImg"/>
          </p:nvPr>
        </p:nvSpPr>
        <p:spPr>
          <a:xfrm>
            <a:off x="1143000" y="685800"/>
            <a:ext cx="4572000" cy="3429000"/>
          </a:xfrm>
          <a:ln/>
        </p:spPr>
      </p:sp>
      <p:sp>
        <p:nvSpPr>
          <p:cNvPr id="217091" name="Rectangle 3"/>
          <p:cNvSpPr>
            <a:spLocks noGrp="1" noChangeArrowheads="1"/>
          </p:cNvSpPr>
          <p:nvPr>
            <p:ph type="body" idx="1"/>
          </p:nvPr>
        </p:nvSpPr>
        <p:spPr>
          <a:xfrm>
            <a:off x="685800" y="4343400"/>
            <a:ext cx="5486400" cy="4114800"/>
          </a:xfrm>
        </p:spPr>
        <p:txBody>
          <a:bodyPr/>
          <a:lstStyle/>
          <a:p>
            <a:endParaRPr lang="en-US" altLang="en-US"/>
          </a:p>
        </p:txBody>
      </p:sp>
    </p:spTree>
    <p:extLst>
      <p:ext uri="{BB962C8B-B14F-4D97-AF65-F5344CB8AC3E}">
        <p14:creationId xmlns:p14="http://schemas.microsoft.com/office/powerpoint/2010/main" val="41749070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9/28/2023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9/28/2023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9/28/2023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76200"/>
            <a:ext cx="8229600" cy="685800"/>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p:cNvSpPr>
            <a:spLocks noGrp="1"/>
          </p:cNvSpPr>
          <p:nvPr>
            <p:ph type="body" idx="1"/>
          </p:nvPr>
        </p:nvSpPr>
        <p:spPr>
          <a:xfrm>
            <a:off x="457200" y="762000"/>
            <a:ext cx="8229600" cy="59436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9/28/2023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000" kern="1200">
          <a:solidFill>
            <a:schemeClr val="tx1"/>
          </a:solidFill>
          <a:latin typeface="Adobe Caslon Pro Bold" pitchFamily="18" charset="0"/>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Garamond" pitchFamily="18" charset="0"/>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Times" pitchFamily="18" charset="0"/>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New Century Schoolbook" pitchFamily="18" charset="0"/>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Times New Roman" pitchFamily="18" charset="0"/>
          <a:ea typeface="+mn-ea"/>
          <a:cs typeface="Times New Roman" pitchFamily="18"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image" Target="../media/image5.wmf"/><Relationship Id="rId7" Type="http://schemas.openxmlformats.org/officeDocument/2006/relationships/oleObject" Target="../embeddings/oleObject4.bin"/><Relationship Id="rId2" Type="http://schemas.openxmlformats.org/officeDocument/2006/relationships/oleObject" Target="../embeddings/oleObject1.bin"/><Relationship Id="rId1" Type="http://schemas.openxmlformats.org/officeDocument/2006/relationships/slideLayout" Target="../slideLayouts/slideLayout7.xml"/><Relationship Id="rId6" Type="http://schemas.openxmlformats.org/officeDocument/2006/relationships/oleObject" Target="../embeddings/oleObject3.bin"/><Relationship Id="rId5" Type="http://schemas.openxmlformats.org/officeDocument/2006/relationships/image" Target="../media/image6.wmf"/><Relationship Id="rId4" Type="http://schemas.openxmlformats.org/officeDocument/2006/relationships/oleObject" Target="../embeddings/oleObject2.bin"/><Relationship Id="rId9" Type="http://schemas.openxmlformats.org/officeDocument/2006/relationships/image" Target="../media/image7.w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10.bin"/><Relationship Id="rId3" Type="http://schemas.openxmlformats.org/officeDocument/2006/relationships/image" Target="../media/image6.wmf"/><Relationship Id="rId7" Type="http://schemas.openxmlformats.org/officeDocument/2006/relationships/oleObject" Target="../embeddings/oleObject9.bin"/><Relationship Id="rId2" Type="http://schemas.openxmlformats.org/officeDocument/2006/relationships/oleObject" Target="../embeddings/oleObject6.bin"/><Relationship Id="rId1" Type="http://schemas.openxmlformats.org/officeDocument/2006/relationships/slideLayout" Target="../slideLayouts/slideLayout7.xml"/><Relationship Id="rId6" Type="http://schemas.openxmlformats.org/officeDocument/2006/relationships/oleObject" Target="../embeddings/oleObject8.bin"/><Relationship Id="rId5" Type="http://schemas.openxmlformats.org/officeDocument/2006/relationships/image" Target="../media/image5.wmf"/><Relationship Id="rId4" Type="http://schemas.openxmlformats.org/officeDocument/2006/relationships/oleObject" Target="../embeddings/oleObject7.bin"/><Relationship Id="rId9" Type="http://schemas.openxmlformats.org/officeDocument/2006/relationships/oleObject" Target="../embeddings/oleObject11.bin"/></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oleObject" Target="../embeddings/oleObject13.bin"/><Relationship Id="rId4" Type="http://schemas.openxmlformats.org/officeDocument/2006/relationships/image" Target="../media/image6.wmf"/></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oleObject" Target="../embeddings/oleObject15.bin"/><Relationship Id="rId4" Type="http://schemas.openxmlformats.org/officeDocument/2006/relationships/image" Target="../media/image6.wmf"/></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oleObject" Target="../embeddings/oleObject17.bin"/><Relationship Id="rId4" Type="http://schemas.openxmlformats.org/officeDocument/2006/relationships/image" Target="../media/image6.wmf"/></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6" name="Picture 3"/>
          <p:cNvPicPr>
            <a:picLocks noChangeAspect="1" noChangeArrowheads="1"/>
          </p:cNvPicPr>
          <p:nvPr/>
        </p:nvPicPr>
        <p:blipFill>
          <a:blip r:embed="rId3" cstate="print">
            <a:clrChange>
              <a:clrFrom>
                <a:srgbClr val="000000"/>
              </a:clrFrom>
              <a:clrTo>
                <a:srgbClr val="000000">
                  <a:alpha val="0"/>
                </a:srgbClr>
              </a:clrTo>
            </a:clrChange>
          </a:blip>
          <a:srcRect/>
          <a:stretch>
            <a:fillRect/>
          </a:stretch>
        </p:blipFill>
        <p:spPr bwMode="auto">
          <a:xfrm>
            <a:off x="6572250" y="4733925"/>
            <a:ext cx="1581150" cy="1581150"/>
          </a:xfrm>
          <a:prstGeom prst="rect">
            <a:avLst/>
          </a:prstGeom>
          <a:noFill/>
          <a:ln w="28575" algn="ctr">
            <a:noFill/>
            <a:miter lim="800000"/>
            <a:headEnd/>
            <a:tailEnd/>
          </a:ln>
        </p:spPr>
      </p:pic>
      <p:sp>
        <p:nvSpPr>
          <p:cNvPr id="2" name="Title 1"/>
          <p:cNvSpPr>
            <a:spLocks noGrp="1"/>
          </p:cNvSpPr>
          <p:nvPr>
            <p:ph type="ctrTitle"/>
          </p:nvPr>
        </p:nvSpPr>
        <p:spPr>
          <a:xfrm>
            <a:off x="217449" y="696248"/>
            <a:ext cx="8763000" cy="3785652"/>
          </a:xfrm>
        </p:spPr>
        <p:txBody>
          <a:bodyPr>
            <a:spAutoFit/>
          </a:bodyPr>
          <a:lstStyle/>
          <a:p>
            <a:pPr algn="ctr">
              <a:defRPr/>
            </a:pPr>
            <a:r>
              <a:rPr lang="en-US" sz="4000" dirty="0">
                <a:solidFill>
                  <a:srgbClr val="3333FF"/>
                </a:solidFill>
                <a:effectLst>
                  <a:outerShdw blurRad="38100" dist="38100" dir="2700000" algn="tl">
                    <a:srgbClr val="000000">
                      <a:alpha val="43137"/>
                    </a:srgbClr>
                  </a:outerShdw>
                </a:effectLst>
              </a:rPr>
              <a:t>CE101</a:t>
            </a:r>
            <a:br>
              <a:rPr lang="en-US" sz="4000" dirty="0">
                <a:solidFill>
                  <a:srgbClr val="3333FF"/>
                </a:solidFill>
                <a:effectLst>
                  <a:outerShdw blurRad="38100" dist="38100" dir="2700000" algn="tl">
                    <a:srgbClr val="000000">
                      <a:alpha val="43137"/>
                    </a:srgbClr>
                  </a:outerShdw>
                </a:effectLst>
              </a:rPr>
            </a:br>
            <a:br>
              <a:rPr lang="en-US" sz="4000" dirty="0">
                <a:solidFill>
                  <a:srgbClr val="3333FF"/>
                </a:solidFill>
                <a:effectLst>
                  <a:outerShdw blurRad="38100" dist="38100" dir="2700000" algn="tl">
                    <a:srgbClr val="000000">
                      <a:alpha val="43137"/>
                    </a:srgbClr>
                  </a:outerShdw>
                </a:effectLst>
              </a:rPr>
            </a:br>
            <a:r>
              <a:rPr lang="en-US" sz="4000" dirty="0">
                <a:solidFill>
                  <a:srgbClr val="3333FF"/>
                </a:solidFill>
                <a:effectLst>
                  <a:outerShdw blurRad="38100" dist="38100" dir="2700000" algn="tl">
                    <a:srgbClr val="000000">
                      <a:alpha val="43137"/>
                    </a:srgbClr>
                  </a:outerShdw>
                </a:effectLst>
              </a:rPr>
              <a:t>Engineering Drawing</a:t>
            </a:r>
            <a:br>
              <a:rPr lang="en-US" sz="4000" dirty="0">
                <a:solidFill>
                  <a:srgbClr val="3333FF"/>
                </a:solidFill>
                <a:effectLst>
                  <a:outerShdw blurRad="38100" dist="38100" dir="2700000" algn="tl">
                    <a:srgbClr val="000000">
                      <a:alpha val="43137"/>
                    </a:srgbClr>
                  </a:outerShdw>
                </a:effectLst>
              </a:rPr>
            </a:br>
            <a:br>
              <a:rPr lang="en-US" sz="4000" dirty="0">
                <a:solidFill>
                  <a:srgbClr val="3333FF"/>
                </a:solidFill>
                <a:effectLst>
                  <a:outerShdw blurRad="38100" dist="38100" dir="2700000" algn="tl">
                    <a:srgbClr val="000000">
                      <a:alpha val="43137"/>
                    </a:srgbClr>
                  </a:outerShdw>
                </a:effectLst>
              </a:rPr>
            </a:br>
            <a:r>
              <a:rPr lang="en-US" sz="4000" dirty="0">
                <a:solidFill>
                  <a:srgbClr val="3333FF"/>
                </a:solidFill>
                <a:effectLst>
                  <a:outerShdw blurRad="38100" dist="38100" dir="2700000" algn="tl">
                    <a:srgbClr val="000000">
                      <a:alpha val="43137"/>
                    </a:srgbClr>
                  </a:outerShdw>
                </a:effectLst>
              </a:rPr>
              <a:t>Lec4: Projection of Points, </a:t>
            </a:r>
            <a:br>
              <a:rPr lang="en-US" sz="4000" dirty="0">
                <a:solidFill>
                  <a:srgbClr val="3333FF"/>
                </a:solidFill>
                <a:effectLst>
                  <a:outerShdw blurRad="38100" dist="38100" dir="2700000" algn="tl">
                    <a:srgbClr val="000000">
                      <a:alpha val="43137"/>
                    </a:srgbClr>
                  </a:outerShdw>
                </a:effectLst>
              </a:rPr>
            </a:br>
            <a:r>
              <a:rPr lang="en-US" sz="4000" dirty="0">
                <a:solidFill>
                  <a:srgbClr val="3333FF"/>
                </a:solidFill>
                <a:effectLst>
                  <a:outerShdw blurRad="38100" dist="38100" dir="2700000" algn="tl">
                    <a:srgbClr val="000000">
                      <a:alpha val="43137"/>
                    </a:srgbClr>
                  </a:outerShdw>
                </a:effectLst>
              </a:rPr>
              <a:t>Lines and Traces</a:t>
            </a:r>
            <a:endParaRPr lang="en-US" sz="2800" dirty="0">
              <a:solidFill>
                <a:srgbClr val="3333FF"/>
              </a:solidFill>
              <a:effectLst>
                <a:outerShdw blurRad="38100" dist="38100" dir="2700000" algn="tl">
                  <a:srgbClr val="000000">
                    <a:alpha val="43137"/>
                  </a:srgbClr>
                </a:outerShdw>
              </a:effectLst>
            </a:endParaRPr>
          </a:p>
        </p:txBody>
      </p:sp>
      <p:sp>
        <p:nvSpPr>
          <p:cNvPr id="3" name="Rectangle 2"/>
          <p:cNvSpPr/>
          <p:nvPr/>
        </p:nvSpPr>
        <p:spPr>
          <a:xfrm>
            <a:off x="533400" y="5518404"/>
            <a:ext cx="5943600" cy="461665"/>
          </a:xfrm>
          <a:prstGeom prst="rect">
            <a:avLst/>
          </a:prstGeom>
        </p:spPr>
        <p:txBody>
          <a:bodyPr wrap="square">
            <a:spAutoFit/>
          </a:bodyPr>
          <a:lstStyle/>
          <a:p>
            <a:pPr algn="l">
              <a:spcBef>
                <a:spcPts val="0"/>
              </a:spcBef>
              <a:defRPr/>
            </a:pPr>
            <a:r>
              <a:rPr lang="en-US" sz="2400" b="1" dirty="0">
                <a:effectLst>
                  <a:outerShdw blurRad="38100" dist="38100" dir="2700000" algn="tl">
                    <a:srgbClr val="000000">
                      <a:alpha val="43137"/>
                    </a:srgbClr>
                  </a:outerShdw>
                </a:effectLst>
              </a:rPr>
              <a:t>Indian Institute of Technology Guwahati</a:t>
            </a:r>
            <a:endParaRPr lang="en-US" sz="2400" b="1" dirty="0"/>
          </a:p>
        </p:txBody>
      </p:sp>
    </p:spTree>
    <p:extLst>
      <p:ext uri="{BB962C8B-B14F-4D97-AF65-F5344CB8AC3E}">
        <p14:creationId xmlns:p14="http://schemas.microsoft.com/office/powerpoint/2010/main" val="19771828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p:cNvPicPr>
            <a:picLocks noChangeAspect="1" noChangeArrowheads="1"/>
          </p:cNvPicPr>
          <p:nvPr/>
        </p:nvPicPr>
        <p:blipFill>
          <a:blip r:embed="rId2" cstate="print"/>
          <a:srcRect/>
          <a:stretch>
            <a:fillRect/>
          </a:stretch>
        </p:blipFill>
        <p:spPr bwMode="auto">
          <a:xfrm>
            <a:off x="1005839" y="0"/>
            <a:ext cx="7223761" cy="6858000"/>
          </a:xfrm>
          <a:prstGeom prst="rect">
            <a:avLst/>
          </a:prstGeom>
          <a:noFill/>
          <a:ln w="9525">
            <a:noFill/>
            <a:miter lim="800000"/>
            <a:headEnd/>
            <a:tailEnd/>
          </a:ln>
          <a:effectLst/>
        </p:spPr>
      </p:pic>
    </p:spTree>
    <p:extLst>
      <p:ext uri="{BB962C8B-B14F-4D97-AF65-F5344CB8AC3E}">
        <p14:creationId xmlns:p14="http://schemas.microsoft.com/office/powerpoint/2010/main" val="40727108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Recap: Quadrant</a:t>
            </a:r>
          </a:p>
        </p:txBody>
      </p:sp>
      <p:sp>
        <p:nvSpPr>
          <p:cNvPr id="3" name="Content Placeholder 2"/>
          <p:cNvSpPr>
            <a:spLocks noGrp="1"/>
          </p:cNvSpPr>
          <p:nvPr>
            <p:ph idx="1"/>
          </p:nvPr>
        </p:nvSpPr>
        <p:spPr/>
        <p:txBody>
          <a:bodyPr>
            <a:normAutofit fontScale="85000" lnSpcReduction="20000"/>
          </a:bodyPr>
          <a:lstStyle/>
          <a:p>
            <a:r>
              <a:rPr lang="en-US" dirty="0"/>
              <a:t>Four quadrants</a:t>
            </a:r>
          </a:p>
          <a:p>
            <a:r>
              <a:rPr lang="en-US" dirty="0"/>
              <a:t>The position of an object </a:t>
            </a:r>
            <a:br>
              <a:rPr lang="en-US" dirty="0"/>
            </a:br>
            <a:r>
              <a:rPr lang="en-US" dirty="0"/>
              <a:t>in space can be determined</a:t>
            </a:r>
            <a:br>
              <a:rPr lang="en-US" dirty="0"/>
            </a:br>
            <a:r>
              <a:rPr lang="en-US" dirty="0"/>
              <a:t>by these quadrants</a:t>
            </a:r>
          </a:p>
          <a:p>
            <a:endParaRPr lang="en-US" dirty="0"/>
          </a:p>
          <a:p>
            <a:r>
              <a:rPr lang="en-US" b="1" dirty="0"/>
              <a:t>RPs:</a:t>
            </a:r>
            <a:r>
              <a:rPr lang="en-US" dirty="0"/>
              <a:t> HP, VP and PP</a:t>
            </a:r>
          </a:p>
          <a:p>
            <a:r>
              <a:rPr lang="en-US" b="1" dirty="0"/>
              <a:t>Horizontal reference line (XY)</a:t>
            </a:r>
            <a:r>
              <a:rPr lang="en-US" i="1" dirty="0"/>
              <a:t>: </a:t>
            </a:r>
            <a:br>
              <a:rPr lang="en-US" i="1" dirty="0"/>
            </a:br>
            <a:r>
              <a:rPr lang="en-US" dirty="0"/>
              <a:t>The line at which the HP </a:t>
            </a:r>
            <a:br>
              <a:rPr lang="en-US" dirty="0"/>
            </a:br>
            <a:r>
              <a:rPr lang="en-US" dirty="0"/>
              <a:t>and the VP meet.</a:t>
            </a:r>
          </a:p>
          <a:p>
            <a:r>
              <a:rPr lang="en-US" b="1" dirty="0"/>
              <a:t>Profile reference line (X1Y1):</a:t>
            </a:r>
            <a:r>
              <a:rPr lang="en-US" i="1" dirty="0"/>
              <a:t> </a:t>
            </a:r>
            <a:br>
              <a:rPr lang="en-US" i="1" dirty="0"/>
            </a:br>
            <a:r>
              <a:rPr lang="en-US" dirty="0"/>
              <a:t>The line at which the HP (or the VP) and the PP meet.</a:t>
            </a:r>
          </a:p>
          <a:p>
            <a:r>
              <a:rPr lang="en-US" dirty="0"/>
              <a:t>After the views are obtained:</a:t>
            </a:r>
          </a:p>
          <a:p>
            <a:pPr lvl="1"/>
            <a:r>
              <a:rPr lang="en-US" dirty="0"/>
              <a:t>HP is rotated about XY in the clockwise direction to bring it in plane with the VP. </a:t>
            </a:r>
          </a:p>
          <a:p>
            <a:pPr lvl="1"/>
            <a:r>
              <a:rPr lang="en-US" dirty="0"/>
              <a:t>PP is rotated about X1Y1 away from the object.</a:t>
            </a:r>
          </a:p>
          <a:p>
            <a:endParaRPr lang="en-US" dirty="0"/>
          </a:p>
          <a:p>
            <a:endParaRPr lang="en-US" dirty="0"/>
          </a:p>
        </p:txBody>
      </p:sp>
      <p:pic>
        <p:nvPicPr>
          <p:cNvPr id="4" name="Picture 7"/>
          <p:cNvPicPr>
            <a:picLocks noChangeAspect="1" noChangeArrowheads="1"/>
          </p:cNvPicPr>
          <p:nvPr/>
        </p:nvPicPr>
        <p:blipFill>
          <a:blip r:embed="rId2" cstate="print"/>
          <a:srcRect b="8333"/>
          <a:stretch>
            <a:fillRect/>
          </a:stretch>
        </p:blipFill>
        <p:spPr bwMode="auto">
          <a:xfrm>
            <a:off x="5355936" y="685800"/>
            <a:ext cx="3711864" cy="3657600"/>
          </a:xfrm>
          <a:prstGeom prst="rect">
            <a:avLst/>
          </a:prstGeom>
          <a:noFill/>
          <a:ln w="9525">
            <a:noFill/>
            <a:miter lim="800000"/>
            <a:headEnd/>
            <a:tailEnd/>
          </a:ln>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srcRect/>
          <a:stretch>
            <a:fillRect/>
          </a:stretch>
        </p:blipFill>
        <p:spPr bwMode="auto">
          <a:xfrm>
            <a:off x="1828800" y="228600"/>
            <a:ext cx="6172200" cy="6372225"/>
          </a:xfrm>
          <a:prstGeom prst="rect">
            <a:avLst/>
          </a:prstGeom>
          <a:noFill/>
          <a:ln w="9525">
            <a:noFill/>
            <a:miter lim="800000"/>
            <a:headEnd/>
            <a:tailEnd/>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6019" name="Rectangle 3"/>
          <p:cNvSpPr>
            <a:spLocks noChangeArrowheads="1"/>
          </p:cNvSpPr>
          <p:nvPr/>
        </p:nvSpPr>
        <p:spPr bwMode="auto">
          <a:xfrm>
            <a:off x="2165683" y="2857500"/>
            <a:ext cx="5618739" cy="1428750"/>
          </a:xfrm>
          <a:prstGeom prst="rect">
            <a:avLst/>
          </a:prstGeom>
          <a:solidFill>
            <a:srgbClr val="CC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350" dirty="0"/>
          </a:p>
        </p:txBody>
      </p:sp>
      <p:sp>
        <p:nvSpPr>
          <p:cNvPr id="726020" name="Rectangle 4"/>
          <p:cNvSpPr>
            <a:spLocks noChangeArrowheads="1"/>
          </p:cNvSpPr>
          <p:nvPr/>
        </p:nvSpPr>
        <p:spPr bwMode="auto">
          <a:xfrm>
            <a:off x="2165683" y="2370812"/>
            <a:ext cx="5618739" cy="4866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altLang="en-US" sz="1600" dirty="0">
              <a:latin typeface="Arial" panose="020B0604020202020204" pitchFamily="34" charset="0"/>
            </a:endParaRPr>
          </a:p>
        </p:txBody>
      </p:sp>
      <p:sp>
        <p:nvSpPr>
          <p:cNvPr id="726021" name="Text Box 5"/>
          <p:cNvSpPr txBox="1">
            <a:spLocks noChangeArrowheads="1"/>
          </p:cNvSpPr>
          <p:nvPr/>
        </p:nvSpPr>
        <p:spPr bwMode="auto">
          <a:xfrm>
            <a:off x="3705613" y="438165"/>
            <a:ext cx="224567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800" b="1" u="sng" dirty="0">
                <a:solidFill>
                  <a:srgbClr val="0070C0"/>
                </a:solidFill>
                <a:latin typeface="Arial" panose="020B0604020202020204" pitchFamily="34" charset="0"/>
              </a:rPr>
              <a:t>NOTATIONS</a:t>
            </a:r>
            <a:endParaRPr lang="en-US" altLang="en-US" sz="2800" u="sng" dirty="0">
              <a:solidFill>
                <a:srgbClr val="FF0000"/>
              </a:solidFill>
              <a:latin typeface="Arial" panose="020B0604020202020204" pitchFamily="34" charset="0"/>
            </a:endParaRPr>
          </a:p>
        </p:txBody>
      </p:sp>
      <p:sp>
        <p:nvSpPr>
          <p:cNvPr id="726022" name="Text Box 6"/>
          <p:cNvSpPr txBox="1">
            <a:spLocks noChangeArrowheads="1"/>
          </p:cNvSpPr>
          <p:nvPr/>
        </p:nvSpPr>
        <p:spPr bwMode="auto">
          <a:xfrm>
            <a:off x="433138" y="1146756"/>
            <a:ext cx="8349916"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1" hangingPunct="1"/>
            <a:r>
              <a:rPr lang="en-US" altLang="en-US" sz="2400" b="1" dirty="0">
                <a:solidFill>
                  <a:schemeClr val="accent2"/>
                </a:solidFill>
                <a:latin typeface="Arial" panose="020B0604020202020204" pitchFamily="34" charset="0"/>
              </a:rPr>
              <a:t>Following notations should be followed while naming</a:t>
            </a:r>
          </a:p>
          <a:p>
            <a:pPr algn="ctr" eaLnBrk="1" hangingPunct="1"/>
            <a:r>
              <a:rPr lang="en-US" altLang="en-US" sz="2400" b="1" dirty="0">
                <a:solidFill>
                  <a:schemeClr val="accent2"/>
                </a:solidFill>
                <a:latin typeface="Arial" panose="020B0604020202020204" pitchFamily="34" charset="0"/>
              </a:rPr>
              <a:t>Different views in orthographic projections.</a:t>
            </a:r>
          </a:p>
        </p:txBody>
      </p:sp>
      <p:sp>
        <p:nvSpPr>
          <p:cNvPr id="726023" name="Text Box 7"/>
          <p:cNvSpPr txBox="1">
            <a:spLocks noChangeArrowheads="1"/>
          </p:cNvSpPr>
          <p:nvPr/>
        </p:nvSpPr>
        <p:spPr bwMode="auto">
          <a:xfrm>
            <a:off x="2400300" y="3439716"/>
            <a:ext cx="522034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solidFill>
                  <a:schemeClr val="accent2"/>
                </a:solidFill>
                <a:latin typeface="Arial" panose="020B0604020202020204" pitchFamily="34" charset="0"/>
              </a:rPr>
              <a:t>IT’S FRONT VIEW</a:t>
            </a:r>
            <a:r>
              <a:rPr lang="en-US" altLang="en-US" dirty="0">
                <a:latin typeface="Arial" panose="020B0604020202020204" pitchFamily="34" charset="0"/>
              </a:rPr>
              <a:t>        a´                              a´ b´</a:t>
            </a:r>
            <a:endParaRPr lang="en-US" altLang="en-US" dirty="0">
              <a:solidFill>
                <a:srgbClr val="008000"/>
              </a:solidFill>
              <a:latin typeface="Arial" panose="020B0604020202020204" pitchFamily="34" charset="0"/>
            </a:endParaRPr>
          </a:p>
        </p:txBody>
      </p:sp>
      <p:sp>
        <p:nvSpPr>
          <p:cNvPr id="726024" name="Text Box 8"/>
          <p:cNvSpPr txBox="1">
            <a:spLocks noChangeArrowheads="1"/>
          </p:cNvSpPr>
          <p:nvPr/>
        </p:nvSpPr>
        <p:spPr bwMode="auto">
          <a:xfrm>
            <a:off x="433138" y="4579343"/>
            <a:ext cx="8349916" cy="707886"/>
          </a:xfrm>
          <a:prstGeom prst="rect">
            <a:avLst/>
          </a:prstGeom>
          <a:ln/>
        </p:spPr>
        <p:style>
          <a:lnRef idx="2">
            <a:schemeClr val="accent2"/>
          </a:lnRef>
          <a:fillRef idx="1">
            <a:schemeClr val="lt1"/>
          </a:fillRef>
          <a:effectRef idx="0">
            <a:schemeClr val="accent2"/>
          </a:effectRef>
          <a:fontRef idx="minor">
            <a:schemeClr val="dk1"/>
          </a:fontRef>
        </p:style>
        <p:txBody>
          <a:bodyPr wrap="square">
            <a:spAutoFit/>
          </a:bodyPr>
          <a:lstStyle/>
          <a:p>
            <a:pPr eaLnBrk="1" hangingPunct="1"/>
            <a:r>
              <a:rPr lang="en-US" altLang="en-US" sz="2000" i="1" dirty="0">
                <a:solidFill>
                  <a:srgbClr val="D60093"/>
                </a:solidFill>
                <a:latin typeface="Arial" panose="020B0604020202020204" pitchFamily="34" charset="0"/>
              </a:rPr>
              <a:t>Same system of notations should be followed  </a:t>
            </a:r>
          </a:p>
          <a:p>
            <a:pPr eaLnBrk="1" hangingPunct="1"/>
            <a:r>
              <a:rPr lang="en-US" altLang="en-US" sz="2000" i="1" dirty="0">
                <a:solidFill>
                  <a:srgbClr val="D60093"/>
                </a:solidFill>
                <a:latin typeface="Arial" panose="020B0604020202020204" pitchFamily="34" charset="0"/>
              </a:rPr>
              <a:t>                                                     incase numbers, like 1, 2, 3 – are used.</a:t>
            </a:r>
          </a:p>
        </p:txBody>
      </p:sp>
      <p:sp>
        <p:nvSpPr>
          <p:cNvPr id="726025" name="Text Box 9"/>
          <p:cNvSpPr txBox="1">
            <a:spLocks noChangeArrowheads="1"/>
          </p:cNvSpPr>
          <p:nvPr/>
        </p:nvSpPr>
        <p:spPr bwMode="auto">
          <a:xfrm>
            <a:off x="2457451" y="2571752"/>
            <a:ext cx="532697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b="1" dirty="0">
                <a:latin typeface="Arial" panose="020B0604020202020204" pitchFamily="34" charset="0"/>
              </a:rPr>
              <a:t>OBJECT               POINT  A                    LINE  AB</a:t>
            </a:r>
          </a:p>
        </p:txBody>
      </p:sp>
      <p:sp>
        <p:nvSpPr>
          <p:cNvPr id="726026" name="Text Box 10"/>
          <p:cNvSpPr txBox="1">
            <a:spLocks noChangeArrowheads="1"/>
          </p:cNvSpPr>
          <p:nvPr/>
        </p:nvSpPr>
        <p:spPr bwMode="auto">
          <a:xfrm>
            <a:off x="2400301" y="2971802"/>
            <a:ext cx="504529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dirty="0">
                <a:solidFill>
                  <a:srgbClr val="FF0000"/>
                </a:solidFill>
                <a:latin typeface="Arial" panose="020B0604020202020204" pitchFamily="34" charset="0"/>
              </a:rPr>
              <a:t>IT’S TOP VIEW             </a:t>
            </a:r>
            <a:r>
              <a:rPr lang="en-US" altLang="en-US" dirty="0">
                <a:latin typeface="Arial" panose="020B0604020202020204" pitchFamily="34" charset="0"/>
              </a:rPr>
              <a:t>a                               </a:t>
            </a:r>
            <a:r>
              <a:rPr lang="en-US" altLang="en-US" dirty="0" err="1">
                <a:latin typeface="Arial" panose="020B0604020202020204" pitchFamily="34" charset="0"/>
              </a:rPr>
              <a:t>a</a:t>
            </a:r>
            <a:r>
              <a:rPr lang="en-US" altLang="en-US" dirty="0">
                <a:latin typeface="Arial" panose="020B0604020202020204" pitchFamily="34" charset="0"/>
              </a:rPr>
              <a:t> b</a:t>
            </a:r>
          </a:p>
        </p:txBody>
      </p:sp>
      <p:sp>
        <p:nvSpPr>
          <p:cNvPr id="726027" name="Text Box 11"/>
          <p:cNvSpPr txBox="1">
            <a:spLocks noChangeArrowheads="1"/>
          </p:cNvSpPr>
          <p:nvPr/>
        </p:nvSpPr>
        <p:spPr bwMode="auto">
          <a:xfrm>
            <a:off x="2400300" y="3886202"/>
            <a:ext cx="53841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altLang="en-US" dirty="0">
                <a:solidFill>
                  <a:srgbClr val="008000"/>
                </a:solidFill>
                <a:latin typeface="Arial" panose="020B0604020202020204" pitchFamily="34" charset="0"/>
              </a:rPr>
              <a:t>IT’S SIDE VIEW</a:t>
            </a:r>
            <a:r>
              <a:rPr lang="en-US" altLang="en-US" dirty="0">
                <a:latin typeface="Arial" panose="020B0604020202020204" pitchFamily="34" charset="0"/>
              </a:rPr>
              <a:t>            a´´                             a´´ b´´</a:t>
            </a:r>
          </a:p>
        </p:txBody>
      </p:sp>
      <p:sp>
        <p:nvSpPr>
          <p:cNvPr id="12" name="Text Box 8"/>
          <p:cNvSpPr txBox="1">
            <a:spLocks noChangeArrowheads="1"/>
          </p:cNvSpPr>
          <p:nvPr/>
        </p:nvSpPr>
        <p:spPr bwMode="auto">
          <a:xfrm>
            <a:off x="433138" y="5447307"/>
            <a:ext cx="8349915" cy="707886"/>
          </a:xfrm>
          <a:prstGeom prst="rect">
            <a:avLst/>
          </a:prstGeom>
          <a:ln/>
        </p:spPr>
        <p:style>
          <a:lnRef idx="2">
            <a:schemeClr val="accent2"/>
          </a:lnRef>
          <a:fillRef idx="1">
            <a:schemeClr val="lt1"/>
          </a:fillRef>
          <a:effectRef idx="0">
            <a:schemeClr val="accent2"/>
          </a:effectRef>
          <a:fontRef idx="minor">
            <a:schemeClr val="dk1"/>
          </a:fontRef>
        </p:style>
        <p:txBody>
          <a:bodyPr wrap="square">
            <a:spAutoFit/>
          </a:bodyPr>
          <a:lstStyle/>
          <a:p>
            <a:pPr lvl="0" algn="ctr"/>
            <a:r>
              <a:rPr lang="en-US" altLang="en-US" sz="2000" dirty="0">
                <a:solidFill>
                  <a:prstClr val="black"/>
                </a:solidFill>
                <a:latin typeface="Arial" panose="020B0604020202020204" pitchFamily="34" charset="0"/>
              </a:rPr>
              <a:t>TERMS ‘</a:t>
            </a:r>
            <a:r>
              <a:rPr lang="en-US" altLang="en-US" sz="2000" dirty="0">
                <a:solidFill>
                  <a:srgbClr val="FF0066"/>
                </a:solidFill>
                <a:latin typeface="Arial" panose="020B0604020202020204" pitchFamily="34" charset="0"/>
              </a:rPr>
              <a:t>ABOVE’ &amp; ‘BELOW’</a:t>
            </a:r>
            <a:r>
              <a:rPr lang="en-US" altLang="en-US" sz="2000" dirty="0">
                <a:solidFill>
                  <a:prstClr val="black"/>
                </a:solidFill>
                <a:latin typeface="Arial" panose="020B0604020202020204" pitchFamily="34" charset="0"/>
              </a:rPr>
              <a:t> WITH RESPECT TO H.P. </a:t>
            </a:r>
          </a:p>
          <a:p>
            <a:pPr lvl="0" algn="ctr"/>
            <a:r>
              <a:rPr lang="en-US" altLang="en-US" sz="2000" dirty="0">
                <a:solidFill>
                  <a:prstClr val="black"/>
                </a:solidFill>
                <a:latin typeface="Arial" panose="020B0604020202020204" pitchFamily="34" charset="0"/>
              </a:rPr>
              <a:t>AND TERMS </a:t>
            </a:r>
            <a:r>
              <a:rPr lang="en-US" altLang="en-US" sz="2000" dirty="0">
                <a:solidFill>
                  <a:srgbClr val="ED7D31"/>
                </a:solidFill>
                <a:latin typeface="Arial" panose="020B0604020202020204" pitchFamily="34" charset="0"/>
              </a:rPr>
              <a:t>‘INFRONT’ &amp; ‘BEHIND’ </a:t>
            </a:r>
            <a:r>
              <a:rPr lang="en-US" altLang="en-US" sz="2000" dirty="0">
                <a:solidFill>
                  <a:prstClr val="black"/>
                </a:solidFill>
                <a:latin typeface="Arial" panose="020B0604020202020204" pitchFamily="34" charset="0"/>
              </a:rPr>
              <a:t>WITH RESPECT TO V.P.</a:t>
            </a:r>
          </a:p>
        </p:txBody>
      </p:sp>
      <p:sp>
        <p:nvSpPr>
          <p:cNvPr id="2" name="Slide Number Placeholder 1"/>
          <p:cNvSpPr>
            <a:spLocks noGrp="1"/>
          </p:cNvSpPr>
          <p:nvPr>
            <p:ph type="sldNum" sz="quarter" idx="12"/>
          </p:nvPr>
        </p:nvSpPr>
        <p:spPr>
          <a:xfrm>
            <a:off x="7486922" y="6227421"/>
            <a:ext cx="1543050" cy="273844"/>
          </a:xfrm>
        </p:spPr>
        <p:txBody>
          <a:bodyPr/>
          <a:lstStyle/>
          <a:p>
            <a:fld id="{EE8E09DC-0268-440F-8276-54ADABB93829}" type="slidenum">
              <a:rPr lang="en-IN" smtClean="0"/>
              <a:t>5</a:t>
            </a:fld>
            <a:endParaRPr lang="en-IN" dirty="0"/>
          </a:p>
        </p:txBody>
      </p:sp>
    </p:spTree>
    <p:extLst>
      <p:ext uri="{BB962C8B-B14F-4D97-AF65-F5344CB8AC3E}">
        <p14:creationId xmlns:p14="http://schemas.microsoft.com/office/powerpoint/2010/main" val="36357328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42" name="Rectangle 2"/>
          <p:cNvSpPr>
            <a:spLocks noChangeArrowheads="1"/>
          </p:cNvSpPr>
          <p:nvPr/>
        </p:nvSpPr>
        <p:spPr bwMode="auto">
          <a:xfrm>
            <a:off x="5257800" y="838200"/>
            <a:ext cx="3886200" cy="40386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27043" name="AutoShape 3"/>
          <p:cNvSpPr>
            <a:spLocks noChangeArrowheads="1"/>
          </p:cNvSpPr>
          <p:nvPr/>
        </p:nvSpPr>
        <p:spPr bwMode="auto">
          <a:xfrm rot="19742203" flipV="1">
            <a:off x="304800" y="1438275"/>
            <a:ext cx="2865438" cy="1576388"/>
          </a:xfrm>
          <a:prstGeom prst="parallelogram">
            <a:avLst>
              <a:gd name="adj" fmla="val 60212"/>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27044" name="AutoShape 4"/>
          <p:cNvSpPr>
            <a:spLocks noChangeArrowheads="1"/>
          </p:cNvSpPr>
          <p:nvPr/>
        </p:nvSpPr>
        <p:spPr bwMode="auto">
          <a:xfrm rot="5400000" flipV="1">
            <a:off x="1120777" y="2808288"/>
            <a:ext cx="2865437" cy="1576388"/>
          </a:xfrm>
          <a:prstGeom prst="parallelogram">
            <a:avLst>
              <a:gd name="adj" fmla="val 60212"/>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27045" name="AutoShape 5"/>
          <p:cNvSpPr>
            <a:spLocks noChangeArrowheads="1"/>
          </p:cNvSpPr>
          <p:nvPr/>
        </p:nvSpPr>
        <p:spPr bwMode="auto">
          <a:xfrm rot="5400000" flipV="1">
            <a:off x="1120775" y="873125"/>
            <a:ext cx="2865438" cy="1576388"/>
          </a:xfrm>
          <a:prstGeom prst="parallelogram">
            <a:avLst>
              <a:gd name="adj" fmla="val 60212"/>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27046" name="AutoShape 6"/>
          <p:cNvSpPr>
            <a:spLocks noChangeArrowheads="1"/>
          </p:cNvSpPr>
          <p:nvPr/>
        </p:nvSpPr>
        <p:spPr bwMode="auto">
          <a:xfrm rot="19742203" flipV="1">
            <a:off x="1944690" y="2306640"/>
            <a:ext cx="2865437" cy="1576387"/>
          </a:xfrm>
          <a:prstGeom prst="parallelogram">
            <a:avLst>
              <a:gd name="adj" fmla="val 60212"/>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27047" name="Text Box 7"/>
          <p:cNvSpPr txBox="1">
            <a:spLocks noChangeArrowheads="1"/>
          </p:cNvSpPr>
          <p:nvPr/>
        </p:nvSpPr>
        <p:spPr bwMode="auto">
          <a:xfrm>
            <a:off x="1371600" y="3200402"/>
            <a:ext cx="29527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200" dirty="0">
                <a:latin typeface="Times New Roman" panose="02020603050405020304" pitchFamily="18" charset="0"/>
              </a:rPr>
              <a:t>X</a:t>
            </a:r>
          </a:p>
        </p:txBody>
      </p:sp>
      <p:sp>
        <p:nvSpPr>
          <p:cNvPr id="727048" name="Text Box 8"/>
          <p:cNvSpPr txBox="1">
            <a:spLocks noChangeArrowheads="1"/>
          </p:cNvSpPr>
          <p:nvPr/>
        </p:nvSpPr>
        <p:spPr bwMode="auto">
          <a:xfrm>
            <a:off x="3429000" y="1905000"/>
            <a:ext cx="293688"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200" dirty="0">
                <a:latin typeface="Times New Roman" panose="02020603050405020304" pitchFamily="18" charset="0"/>
              </a:rPr>
              <a:t>Y</a:t>
            </a:r>
          </a:p>
        </p:txBody>
      </p:sp>
      <p:graphicFrame>
        <p:nvGraphicFramePr>
          <p:cNvPr id="727049" name="Object 9"/>
          <p:cNvGraphicFramePr>
            <a:graphicFrameLocks noChangeAspect="1"/>
          </p:cNvGraphicFramePr>
          <p:nvPr/>
        </p:nvGraphicFramePr>
        <p:xfrm>
          <a:off x="1844677" y="1016002"/>
          <a:ext cx="474663" cy="574675"/>
        </p:xfrm>
        <a:graphic>
          <a:graphicData uri="http://schemas.openxmlformats.org/presentationml/2006/ole">
            <mc:AlternateContent xmlns:mc="http://schemas.openxmlformats.org/markup-compatibility/2006">
              <mc:Choice xmlns:v="urn:schemas-microsoft-com:vml" Requires="v">
                <p:oleObj name="CorelDRAW" r:id="rId2" imgW="417960" imgH="505440" progId="CorelDRAW.Graphic.11">
                  <p:embed/>
                </p:oleObj>
              </mc:Choice>
              <mc:Fallback>
                <p:oleObj name="CorelDRAW" r:id="rId2" imgW="417960" imgH="505440" progId="CorelDRAW.Graphic.11">
                  <p:embed/>
                  <p:pic>
                    <p:nvPicPr>
                      <p:cNvPr id="727049" name="Object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4677" y="1016002"/>
                        <a:ext cx="474663" cy="57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27050" name="Object 10"/>
          <p:cNvGraphicFramePr>
            <a:graphicFrameLocks noChangeAspect="1"/>
          </p:cNvGraphicFramePr>
          <p:nvPr/>
        </p:nvGraphicFramePr>
        <p:xfrm>
          <a:off x="3162302" y="3560763"/>
          <a:ext cx="684213" cy="328612"/>
        </p:xfrm>
        <a:graphic>
          <a:graphicData uri="http://schemas.openxmlformats.org/presentationml/2006/ole">
            <mc:AlternateContent xmlns:mc="http://schemas.openxmlformats.org/markup-compatibility/2006">
              <mc:Choice xmlns:v="urn:schemas-microsoft-com:vml" Requires="v">
                <p:oleObj name="CorelDRAW" r:id="rId4" imgW="668520" imgH="320400" progId="CorelDRAW.Graphic.11">
                  <p:embed/>
                </p:oleObj>
              </mc:Choice>
              <mc:Fallback>
                <p:oleObj name="CorelDRAW" r:id="rId4" imgW="668520" imgH="320400" progId="CorelDRAW.Graphic.11">
                  <p:embed/>
                  <p:pic>
                    <p:nvPicPr>
                      <p:cNvPr id="72705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62302" y="3560763"/>
                        <a:ext cx="684213" cy="328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27051" name="Object 11"/>
          <p:cNvGraphicFramePr>
            <a:graphicFrameLocks noChangeAspect="1"/>
          </p:cNvGraphicFramePr>
          <p:nvPr/>
        </p:nvGraphicFramePr>
        <p:xfrm>
          <a:off x="228602" y="2105027"/>
          <a:ext cx="684213" cy="328613"/>
        </p:xfrm>
        <a:graphic>
          <a:graphicData uri="http://schemas.openxmlformats.org/presentationml/2006/ole">
            <mc:AlternateContent xmlns:mc="http://schemas.openxmlformats.org/markup-compatibility/2006">
              <mc:Choice xmlns:v="urn:schemas-microsoft-com:vml" Requires="v">
                <p:oleObj name="CorelDRAW" r:id="rId6" imgW="668520" imgH="320400" progId="CorelDRAW.Graphic.11">
                  <p:embed/>
                </p:oleObj>
              </mc:Choice>
              <mc:Fallback>
                <p:oleObj name="CorelDRAW" r:id="rId6" imgW="668520" imgH="320400" progId="CorelDRAW.Graphic.11">
                  <p:embed/>
                  <p:pic>
                    <p:nvPicPr>
                      <p:cNvPr id="727051"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8602" y="2105027"/>
                        <a:ext cx="684213" cy="328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27052" name="Object 12"/>
          <p:cNvGraphicFramePr>
            <a:graphicFrameLocks noChangeAspect="1"/>
          </p:cNvGraphicFramePr>
          <p:nvPr/>
        </p:nvGraphicFramePr>
        <p:xfrm>
          <a:off x="1814513" y="4335465"/>
          <a:ext cx="474662" cy="574675"/>
        </p:xfrm>
        <a:graphic>
          <a:graphicData uri="http://schemas.openxmlformats.org/presentationml/2006/ole">
            <mc:AlternateContent xmlns:mc="http://schemas.openxmlformats.org/markup-compatibility/2006">
              <mc:Choice xmlns:v="urn:schemas-microsoft-com:vml" Requires="v">
                <p:oleObj name="CorelDRAW" r:id="rId7" imgW="417960" imgH="505440" progId="CorelDRAW.Graphic.11">
                  <p:embed/>
                </p:oleObj>
              </mc:Choice>
              <mc:Fallback>
                <p:oleObj name="CorelDRAW" r:id="rId7" imgW="417960" imgH="505440" progId="CorelDRAW.Graphic.11">
                  <p:embed/>
                  <p:pic>
                    <p:nvPicPr>
                      <p:cNvPr id="727052" name="Object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14513" y="4335465"/>
                        <a:ext cx="474662" cy="57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27053" name="WordArt 13"/>
          <p:cNvSpPr>
            <a:spLocks noChangeArrowheads="1" noChangeShapeType="1" noTextEdit="1"/>
          </p:cNvSpPr>
          <p:nvPr/>
        </p:nvSpPr>
        <p:spPr bwMode="auto">
          <a:xfrm rot="603348">
            <a:off x="3581402" y="1676402"/>
            <a:ext cx="847725" cy="403225"/>
          </a:xfrm>
          <a:prstGeom prst="rect">
            <a:avLst/>
          </a:prstGeom>
          <a:extLst>
            <a:ext uri="{AF507438-7753-43E0-B8FC-AC1667EBCBE1}">
              <a14:hiddenEffects xmlns:a14="http://schemas.microsoft.com/office/drawing/2010/main">
                <a:effectLst/>
              </a14:hiddenEffects>
            </a:ext>
          </a:extLst>
        </p:spPr>
        <p:txBody>
          <a:bodyPr wrap="none" fromWordArt="1">
            <a:prstTxWarp prst="textSlantDown">
              <a:avLst>
                <a:gd name="adj" fmla="val 57407"/>
              </a:avLst>
            </a:prstTxWarp>
          </a:bodyPr>
          <a:lstStyle/>
          <a:p>
            <a:pPr algn="ctr"/>
            <a:r>
              <a:rPr lang="en-IN" sz="1200" kern="10" spc="600">
                <a:ln w="9525">
                  <a:solidFill>
                    <a:srgbClr val="FF0000"/>
                  </a:solidFill>
                  <a:round/>
                  <a:headEnd/>
                  <a:tailEnd/>
                </a:ln>
                <a:solidFill>
                  <a:srgbClr val="FF0000"/>
                </a:solidFill>
                <a:latin typeface="Arial" panose="020B0604020202020204" pitchFamily="34" charset="0"/>
                <a:cs typeface="Arial" panose="020B0604020202020204" pitchFamily="34" charset="0"/>
              </a:rPr>
              <a:t>1st Quadrant</a:t>
            </a:r>
          </a:p>
        </p:txBody>
      </p:sp>
      <p:sp>
        <p:nvSpPr>
          <p:cNvPr id="727054" name="WordArt 14"/>
          <p:cNvSpPr>
            <a:spLocks noChangeArrowheads="1" noChangeShapeType="1" noTextEdit="1"/>
          </p:cNvSpPr>
          <p:nvPr/>
        </p:nvSpPr>
        <p:spPr bwMode="auto">
          <a:xfrm rot="603348">
            <a:off x="762002" y="685802"/>
            <a:ext cx="847725" cy="403225"/>
          </a:xfrm>
          <a:prstGeom prst="rect">
            <a:avLst/>
          </a:prstGeom>
          <a:extLst>
            <a:ext uri="{AF507438-7753-43E0-B8FC-AC1667EBCBE1}">
              <a14:hiddenEffects xmlns:a14="http://schemas.microsoft.com/office/drawing/2010/main">
                <a:effectLst/>
              </a14:hiddenEffects>
            </a:ext>
          </a:extLst>
        </p:spPr>
        <p:txBody>
          <a:bodyPr wrap="none" fromWordArt="1">
            <a:prstTxWarp prst="textSlantDown">
              <a:avLst>
                <a:gd name="adj" fmla="val 57407"/>
              </a:avLst>
            </a:prstTxWarp>
          </a:bodyPr>
          <a:lstStyle/>
          <a:p>
            <a:pPr algn="ctr"/>
            <a:r>
              <a:rPr lang="en-IN" sz="1200" kern="10" spc="600">
                <a:ln w="9525">
                  <a:solidFill>
                    <a:srgbClr val="FF0000"/>
                  </a:solidFill>
                  <a:round/>
                  <a:headEnd/>
                  <a:tailEnd/>
                </a:ln>
                <a:solidFill>
                  <a:srgbClr val="FF0000"/>
                </a:solidFill>
                <a:latin typeface="Arial" panose="020B0604020202020204" pitchFamily="34" charset="0"/>
                <a:cs typeface="Arial" panose="020B0604020202020204" pitchFamily="34" charset="0"/>
              </a:rPr>
              <a:t>2nd Quadrant</a:t>
            </a:r>
          </a:p>
        </p:txBody>
      </p:sp>
      <p:sp>
        <p:nvSpPr>
          <p:cNvPr id="727055" name="WordArt 15"/>
          <p:cNvSpPr>
            <a:spLocks noChangeArrowheads="1" noChangeShapeType="1" noTextEdit="1"/>
          </p:cNvSpPr>
          <p:nvPr/>
        </p:nvSpPr>
        <p:spPr bwMode="auto">
          <a:xfrm rot="603348">
            <a:off x="533402" y="3352802"/>
            <a:ext cx="847725" cy="403225"/>
          </a:xfrm>
          <a:prstGeom prst="rect">
            <a:avLst/>
          </a:prstGeom>
          <a:extLst>
            <a:ext uri="{AF507438-7753-43E0-B8FC-AC1667EBCBE1}">
              <a14:hiddenEffects xmlns:a14="http://schemas.microsoft.com/office/drawing/2010/main">
                <a:effectLst/>
              </a14:hiddenEffects>
            </a:ext>
          </a:extLst>
        </p:spPr>
        <p:txBody>
          <a:bodyPr wrap="none" fromWordArt="1">
            <a:prstTxWarp prst="textSlantDown">
              <a:avLst>
                <a:gd name="adj" fmla="val 57407"/>
              </a:avLst>
            </a:prstTxWarp>
          </a:bodyPr>
          <a:lstStyle/>
          <a:p>
            <a:pPr algn="ctr"/>
            <a:r>
              <a:rPr lang="en-IN" sz="1200" kern="10" spc="600">
                <a:ln w="9525">
                  <a:solidFill>
                    <a:srgbClr val="FF0000"/>
                  </a:solidFill>
                  <a:round/>
                  <a:headEnd/>
                  <a:tailEnd/>
                </a:ln>
                <a:solidFill>
                  <a:srgbClr val="FF0000"/>
                </a:solidFill>
                <a:latin typeface="Arial" panose="020B0604020202020204" pitchFamily="34" charset="0"/>
                <a:cs typeface="Arial" panose="020B0604020202020204" pitchFamily="34" charset="0"/>
              </a:rPr>
              <a:t>3rdQuadrant</a:t>
            </a:r>
          </a:p>
        </p:txBody>
      </p:sp>
      <p:sp>
        <p:nvSpPr>
          <p:cNvPr id="727056" name="WordArt 16"/>
          <p:cNvSpPr>
            <a:spLocks noChangeArrowheads="1" noChangeShapeType="1" noTextEdit="1"/>
          </p:cNvSpPr>
          <p:nvPr/>
        </p:nvSpPr>
        <p:spPr bwMode="auto">
          <a:xfrm rot="603348">
            <a:off x="3124202" y="4495802"/>
            <a:ext cx="847725" cy="403225"/>
          </a:xfrm>
          <a:prstGeom prst="rect">
            <a:avLst/>
          </a:prstGeom>
          <a:extLst>
            <a:ext uri="{AF507438-7753-43E0-B8FC-AC1667EBCBE1}">
              <a14:hiddenEffects xmlns:a14="http://schemas.microsoft.com/office/drawing/2010/main">
                <a:effectLst/>
              </a14:hiddenEffects>
            </a:ext>
          </a:extLst>
        </p:spPr>
        <p:txBody>
          <a:bodyPr wrap="none" fromWordArt="1">
            <a:prstTxWarp prst="textSlantDown">
              <a:avLst>
                <a:gd name="adj" fmla="val 57407"/>
              </a:avLst>
            </a:prstTxWarp>
          </a:bodyPr>
          <a:lstStyle/>
          <a:p>
            <a:pPr algn="ctr"/>
            <a:r>
              <a:rPr lang="en-IN" sz="1200" kern="10" spc="600">
                <a:ln w="9525">
                  <a:solidFill>
                    <a:srgbClr val="FF0000"/>
                  </a:solidFill>
                  <a:round/>
                  <a:headEnd/>
                  <a:tailEnd/>
                </a:ln>
                <a:solidFill>
                  <a:srgbClr val="FF0000"/>
                </a:solidFill>
                <a:latin typeface="Arial" panose="020B0604020202020204" pitchFamily="34" charset="0"/>
                <a:cs typeface="Arial" panose="020B0604020202020204" pitchFamily="34" charset="0"/>
              </a:rPr>
              <a:t>4th Quadrant</a:t>
            </a:r>
          </a:p>
        </p:txBody>
      </p:sp>
      <p:sp>
        <p:nvSpPr>
          <p:cNvPr id="727057" name="AutoShape 17"/>
          <p:cNvSpPr>
            <a:spLocks noChangeArrowheads="1"/>
          </p:cNvSpPr>
          <p:nvPr/>
        </p:nvSpPr>
        <p:spPr bwMode="auto">
          <a:xfrm rot="12389952">
            <a:off x="4419600" y="3559175"/>
            <a:ext cx="838200" cy="304800"/>
          </a:xfrm>
          <a:prstGeom prst="rightArrow">
            <a:avLst>
              <a:gd name="adj1" fmla="val 50000"/>
              <a:gd name="adj2" fmla="val 6875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aphicFrame>
        <p:nvGraphicFramePr>
          <p:cNvPr id="727058" name="Object 18"/>
          <p:cNvGraphicFramePr>
            <a:graphicFrameLocks noChangeAspect="1"/>
          </p:cNvGraphicFramePr>
          <p:nvPr/>
        </p:nvGraphicFramePr>
        <p:xfrm>
          <a:off x="3200402" y="2819402"/>
          <a:ext cx="581025" cy="290513"/>
        </p:xfrm>
        <a:graphic>
          <a:graphicData uri="http://schemas.openxmlformats.org/presentationml/2006/ole">
            <mc:AlternateContent xmlns:mc="http://schemas.openxmlformats.org/markup-compatibility/2006">
              <mc:Choice xmlns:v="urn:schemas-microsoft-com:vml" Requires="v">
                <p:oleObj name="CorelDRAW" r:id="rId8" imgW="581760" imgH="291240" progId="CorelDRAW.Graphic.11">
                  <p:embed/>
                </p:oleObj>
              </mc:Choice>
              <mc:Fallback>
                <p:oleObj name="CorelDRAW" r:id="rId8" imgW="581760" imgH="291240" progId="CorelDRAW.Graphic.11">
                  <p:embed/>
                  <p:pic>
                    <p:nvPicPr>
                      <p:cNvPr id="727058" name="Object 1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00402" y="2819402"/>
                        <a:ext cx="581025" cy="29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27059" name="WordArt 19"/>
          <p:cNvSpPr>
            <a:spLocks noChangeArrowheads="1" noChangeShapeType="1" noTextEdit="1"/>
          </p:cNvSpPr>
          <p:nvPr/>
        </p:nvSpPr>
        <p:spPr bwMode="auto">
          <a:xfrm rot="-184021">
            <a:off x="2438402" y="1600200"/>
            <a:ext cx="485775" cy="496888"/>
          </a:xfrm>
          <a:prstGeom prst="rect">
            <a:avLst/>
          </a:prstGeom>
          <a:extLst>
            <a:ext uri="{AF507438-7753-43E0-B8FC-AC1667EBCBE1}">
              <a14:hiddenEffects xmlns:a14="http://schemas.microsoft.com/office/drawing/2010/main">
                <a:effectLst/>
              </a14:hiddenEffects>
            </a:ext>
          </a:extLst>
        </p:spPr>
        <p:txBody>
          <a:bodyPr wrap="none" fromWordArt="1">
            <a:prstTxWarp prst="textSlantUp">
              <a:avLst>
                <a:gd name="adj" fmla="val 36653"/>
              </a:avLst>
            </a:prstTxWarp>
          </a:bodyPr>
          <a:lstStyle/>
          <a:p>
            <a:pPr algn="ctr"/>
            <a:r>
              <a:rPr lang="en-IN" b="1" kern="10" dirty="0">
                <a:ln w="9525">
                  <a:solidFill>
                    <a:srgbClr val="CC99FF"/>
                  </a:solidFill>
                  <a:round/>
                  <a:headEnd/>
                  <a:tailEnd/>
                </a:ln>
                <a:latin typeface="Arial Black" panose="020B0A04020102020204" pitchFamily="34" charset="0"/>
              </a:rPr>
              <a:t>F.V.</a:t>
            </a:r>
          </a:p>
        </p:txBody>
      </p:sp>
      <p:sp>
        <p:nvSpPr>
          <p:cNvPr id="727060" name="AutoShape 20"/>
          <p:cNvSpPr>
            <a:spLocks noChangeArrowheads="1"/>
          </p:cNvSpPr>
          <p:nvPr/>
        </p:nvSpPr>
        <p:spPr bwMode="auto">
          <a:xfrm rot="-2198300">
            <a:off x="-19050" y="4010025"/>
            <a:ext cx="1066800" cy="228600"/>
          </a:xfrm>
          <a:prstGeom prst="rightArrow">
            <a:avLst>
              <a:gd name="adj1" fmla="val 50000"/>
              <a:gd name="adj2" fmla="val 116667"/>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27061" name="Line 21"/>
          <p:cNvSpPr>
            <a:spLocks noChangeShapeType="1"/>
          </p:cNvSpPr>
          <p:nvPr/>
        </p:nvSpPr>
        <p:spPr bwMode="auto">
          <a:xfrm>
            <a:off x="7086600" y="1219200"/>
            <a:ext cx="0" cy="350520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27062" name="Line 22"/>
          <p:cNvSpPr>
            <a:spLocks noChangeShapeType="1"/>
          </p:cNvSpPr>
          <p:nvPr/>
        </p:nvSpPr>
        <p:spPr bwMode="auto">
          <a:xfrm>
            <a:off x="5410200" y="3048000"/>
            <a:ext cx="3505200"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27063" name="AutoShape 23"/>
          <p:cNvSpPr>
            <a:spLocks noChangeArrowheads="1"/>
          </p:cNvSpPr>
          <p:nvPr/>
        </p:nvSpPr>
        <p:spPr bwMode="auto">
          <a:xfrm>
            <a:off x="8305800" y="1905000"/>
            <a:ext cx="533400" cy="228600"/>
          </a:xfrm>
          <a:prstGeom prst="leftArrow">
            <a:avLst>
              <a:gd name="adj1" fmla="val 50000"/>
              <a:gd name="adj2" fmla="val 58333"/>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27064" name="Text Box 24"/>
          <p:cNvSpPr txBox="1">
            <a:spLocks noChangeArrowheads="1"/>
          </p:cNvSpPr>
          <p:nvPr/>
        </p:nvSpPr>
        <p:spPr bwMode="auto">
          <a:xfrm>
            <a:off x="7591425" y="1200150"/>
            <a:ext cx="9794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Arial" panose="020B0604020202020204" pitchFamily="34" charset="0"/>
              </a:rPr>
              <a:t>1</a:t>
            </a:r>
            <a:r>
              <a:rPr lang="en-US" altLang="en-US" sz="1400" baseline="30000">
                <a:latin typeface="Arial" panose="020B0604020202020204" pitchFamily="34" charset="0"/>
              </a:rPr>
              <a:t>ST</a:t>
            </a:r>
            <a:r>
              <a:rPr lang="en-US" altLang="en-US" sz="1400">
                <a:latin typeface="Arial" panose="020B0604020202020204" pitchFamily="34" charset="0"/>
              </a:rPr>
              <a:t> Quad.</a:t>
            </a:r>
          </a:p>
        </p:txBody>
      </p:sp>
      <p:sp>
        <p:nvSpPr>
          <p:cNvPr id="727065" name="Text Box 25"/>
          <p:cNvSpPr txBox="1">
            <a:spLocks noChangeArrowheads="1"/>
          </p:cNvSpPr>
          <p:nvPr/>
        </p:nvSpPr>
        <p:spPr bwMode="auto">
          <a:xfrm>
            <a:off x="5481638" y="1247775"/>
            <a:ext cx="10223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Arial" panose="020B0604020202020204" pitchFamily="34" charset="0"/>
              </a:rPr>
              <a:t>2</a:t>
            </a:r>
            <a:r>
              <a:rPr lang="en-US" altLang="en-US" sz="1400" baseline="30000">
                <a:latin typeface="Arial" panose="020B0604020202020204" pitchFamily="34" charset="0"/>
              </a:rPr>
              <a:t>nd</a:t>
            </a:r>
            <a:r>
              <a:rPr lang="en-US" altLang="en-US" sz="1400">
                <a:latin typeface="Arial" panose="020B0604020202020204" pitchFamily="34" charset="0"/>
              </a:rPr>
              <a:t>  Quad.</a:t>
            </a:r>
          </a:p>
        </p:txBody>
      </p:sp>
      <p:sp>
        <p:nvSpPr>
          <p:cNvPr id="727066" name="Text Box 26"/>
          <p:cNvSpPr txBox="1">
            <a:spLocks noChangeArrowheads="1"/>
          </p:cNvSpPr>
          <p:nvPr/>
        </p:nvSpPr>
        <p:spPr bwMode="auto">
          <a:xfrm>
            <a:off x="5562600" y="4191000"/>
            <a:ext cx="9969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Arial" panose="020B0604020202020204" pitchFamily="34" charset="0"/>
              </a:rPr>
              <a:t>3</a:t>
            </a:r>
            <a:r>
              <a:rPr lang="en-US" altLang="en-US" sz="1400" baseline="30000">
                <a:latin typeface="Arial" panose="020B0604020202020204" pitchFamily="34" charset="0"/>
              </a:rPr>
              <a:t>rd</a:t>
            </a:r>
            <a:r>
              <a:rPr lang="en-US" altLang="en-US" sz="1400">
                <a:latin typeface="Arial" panose="020B0604020202020204" pitchFamily="34" charset="0"/>
              </a:rPr>
              <a:t>  Quad.</a:t>
            </a:r>
          </a:p>
        </p:txBody>
      </p:sp>
      <p:sp>
        <p:nvSpPr>
          <p:cNvPr id="727067" name="Text Box 27"/>
          <p:cNvSpPr txBox="1">
            <a:spLocks noChangeArrowheads="1"/>
          </p:cNvSpPr>
          <p:nvPr/>
        </p:nvSpPr>
        <p:spPr bwMode="auto">
          <a:xfrm>
            <a:off x="7699333" y="4223367"/>
            <a:ext cx="94138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Arial" panose="020B0604020202020204" pitchFamily="34" charset="0"/>
              </a:rPr>
              <a:t>4</a:t>
            </a:r>
            <a:r>
              <a:rPr lang="en-US" altLang="en-US" sz="1400" baseline="30000" dirty="0">
                <a:latin typeface="Arial" panose="020B0604020202020204" pitchFamily="34" charset="0"/>
              </a:rPr>
              <a:t>th</a:t>
            </a:r>
            <a:r>
              <a:rPr lang="en-US" altLang="en-US" sz="1400" dirty="0">
                <a:latin typeface="Arial" panose="020B0604020202020204" pitchFamily="34" charset="0"/>
              </a:rPr>
              <a:t> Quad.</a:t>
            </a:r>
          </a:p>
        </p:txBody>
      </p:sp>
      <p:sp>
        <p:nvSpPr>
          <p:cNvPr id="727068" name="Text Box 28"/>
          <p:cNvSpPr txBox="1">
            <a:spLocks noChangeArrowheads="1"/>
          </p:cNvSpPr>
          <p:nvPr/>
        </p:nvSpPr>
        <p:spPr bwMode="auto">
          <a:xfrm>
            <a:off x="6815137" y="2681752"/>
            <a:ext cx="77628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altLang="en-US" sz="1400" b="1" dirty="0">
                <a:solidFill>
                  <a:srgbClr val="0070C0"/>
                </a:solidFill>
                <a:latin typeface="Arial" panose="020B0604020202020204" pitchFamily="34" charset="0"/>
              </a:rPr>
              <a:t>X   Y</a:t>
            </a:r>
          </a:p>
        </p:txBody>
      </p:sp>
      <p:sp>
        <p:nvSpPr>
          <p:cNvPr id="727069" name="Oval 29"/>
          <p:cNvSpPr>
            <a:spLocks noChangeArrowheads="1"/>
          </p:cNvSpPr>
          <p:nvPr/>
        </p:nvSpPr>
        <p:spPr bwMode="auto">
          <a:xfrm>
            <a:off x="7038975" y="2986088"/>
            <a:ext cx="76200" cy="76200"/>
          </a:xfrm>
          <a:prstGeom prst="ellipse">
            <a:avLst/>
          </a:prstGeom>
          <a:solidFill>
            <a:srgbClr val="FFFF66"/>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27070" name="WordArt 30"/>
          <p:cNvSpPr>
            <a:spLocks noChangeArrowheads="1" noChangeShapeType="1" noTextEdit="1"/>
          </p:cNvSpPr>
          <p:nvPr/>
        </p:nvSpPr>
        <p:spPr bwMode="auto">
          <a:xfrm rot="603348">
            <a:off x="4585567" y="3834499"/>
            <a:ext cx="542925" cy="357188"/>
          </a:xfrm>
          <a:prstGeom prst="rect">
            <a:avLst/>
          </a:prstGeom>
          <a:extLst>
            <a:ext uri="{AF507438-7753-43E0-B8FC-AC1667EBCBE1}">
              <a14:hiddenEffects xmlns:a14="http://schemas.microsoft.com/office/drawing/2010/main">
                <a:effectLst/>
              </a14:hiddenEffects>
            </a:ext>
          </a:extLst>
        </p:spPr>
        <p:txBody>
          <a:bodyPr wrap="none" fromWordArt="1">
            <a:prstTxWarp prst="textSlantDown">
              <a:avLst>
                <a:gd name="adj" fmla="val 57407"/>
              </a:avLst>
            </a:prstTxWarp>
          </a:bodyPr>
          <a:lstStyle/>
          <a:p>
            <a:pPr algn="ctr"/>
            <a:r>
              <a:rPr lang="en-IN" sz="1000" kern="10" spc="500" dirty="0">
                <a:ln w="9525">
                  <a:solidFill>
                    <a:srgbClr val="FF0000"/>
                  </a:solidFill>
                  <a:round/>
                  <a:headEnd/>
                  <a:tailEnd/>
                </a:ln>
                <a:solidFill>
                  <a:srgbClr val="FF0000"/>
                </a:solidFill>
                <a:latin typeface="Arial" panose="020B0604020202020204" pitchFamily="34" charset="0"/>
                <a:cs typeface="Arial" panose="020B0604020202020204" pitchFamily="34" charset="0"/>
              </a:rPr>
              <a:t>Observer</a:t>
            </a:r>
          </a:p>
        </p:txBody>
      </p:sp>
      <p:sp>
        <p:nvSpPr>
          <p:cNvPr id="727071" name="Text Box 31"/>
          <p:cNvSpPr txBox="1">
            <a:spLocks noChangeArrowheads="1"/>
          </p:cNvSpPr>
          <p:nvPr/>
        </p:nvSpPr>
        <p:spPr bwMode="auto">
          <a:xfrm>
            <a:off x="6862766" y="838200"/>
            <a:ext cx="57345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altLang="en-US" dirty="0">
                <a:solidFill>
                  <a:srgbClr val="FF0000"/>
                </a:solidFill>
                <a:latin typeface="Arial" panose="020B0604020202020204" pitchFamily="34" charset="0"/>
              </a:rPr>
              <a:t>VP</a:t>
            </a:r>
          </a:p>
        </p:txBody>
      </p:sp>
      <p:sp>
        <p:nvSpPr>
          <p:cNvPr id="727072" name="Text Box 32"/>
          <p:cNvSpPr txBox="1">
            <a:spLocks noChangeArrowheads="1"/>
          </p:cNvSpPr>
          <p:nvPr/>
        </p:nvSpPr>
        <p:spPr bwMode="auto">
          <a:xfrm>
            <a:off x="8562533" y="2681752"/>
            <a:ext cx="50526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dirty="0">
                <a:solidFill>
                  <a:srgbClr val="FF0000"/>
                </a:solidFill>
                <a:latin typeface="Arial" panose="020B0604020202020204" pitchFamily="34" charset="0"/>
              </a:rPr>
              <a:t>HP</a:t>
            </a:r>
          </a:p>
        </p:txBody>
      </p:sp>
      <p:sp>
        <p:nvSpPr>
          <p:cNvPr id="727073" name="Text Box 33"/>
          <p:cNvSpPr txBox="1">
            <a:spLocks noChangeArrowheads="1"/>
          </p:cNvSpPr>
          <p:nvPr/>
        </p:nvSpPr>
        <p:spPr bwMode="auto">
          <a:xfrm>
            <a:off x="8245477" y="2076452"/>
            <a:ext cx="92044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solidFill>
                  <a:schemeClr val="accent2"/>
                </a:solidFill>
                <a:latin typeface="Arial" panose="020B0604020202020204" pitchFamily="34" charset="0"/>
              </a:rPr>
              <a:t>Observer</a:t>
            </a:r>
          </a:p>
        </p:txBody>
      </p:sp>
      <p:grpSp>
        <p:nvGrpSpPr>
          <p:cNvPr id="727074" name="Group 34"/>
          <p:cNvGrpSpPr>
            <a:grpSpLocks/>
          </p:cNvGrpSpPr>
          <p:nvPr/>
        </p:nvGrpSpPr>
        <p:grpSpPr bwMode="auto">
          <a:xfrm>
            <a:off x="0" y="5257800"/>
            <a:ext cx="9144000" cy="1600200"/>
            <a:chOff x="0" y="3312"/>
            <a:chExt cx="5760" cy="1008"/>
          </a:xfrm>
        </p:grpSpPr>
        <p:sp>
          <p:nvSpPr>
            <p:cNvPr id="727075" name="Rectangle 35"/>
            <p:cNvSpPr>
              <a:spLocks noChangeArrowheads="1"/>
            </p:cNvSpPr>
            <p:nvPr/>
          </p:nvSpPr>
          <p:spPr bwMode="auto">
            <a:xfrm>
              <a:off x="0" y="3312"/>
              <a:ext cx="5760" cy="1008"/>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wrap="none" anchor="ctr"/>
            <a:lstStyle/>
            <a:p>
              <a:endParaRPr lang="en-IN"/>
            </a:p>
          </p:txBody>
        </p:sp>
        <p:sp>
          <p:nvSpPr>
            <p:cNvPr id="727076" name="Text Box 36"/>
            <p:cNvSpPr txBox="1">
              <a:spLocks noChangeArrowheads="1"/>
            </p:cNvSpPr>
            <p:nvPr/>
          </p:nvSpPr>
          <p:spPr bwMode="auto">
            <a:xfrm>
              <a:off x="69" y="3443"/>
              <a:ext cx="5499" cy="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altLang="en-US" sz="2400" dirty="0">
                  <a:latin typeface="Arial" panose="020B0604020202020204" pitchFamily="34" charset="0"/>
                </a:rPr>
                <a:t>This quadrant pattern, if observed along x-y line (in</a:t>
              </a:r>
              <a:r>
                <a:rPr lang="en-US" altLang="en-US" sz="2400" dirty="0">
                  <a:solidFill>
                    <a:srgbClr val="FF0000"/>
                  </a:solidFill>
                  <a:latin typeface="Arial" panose="020B0604020202020204" pitchFamily="34" charset="0"/>
                </a:rPr>
                <a:t> red</a:t>
              </a:r>
              <a:r>
                <a:rPr lang="en-US" altLang="en-US" sz="2400" dirty="0">
                  <a:latin typeface="Arial" panose="020B0604020202020204" pitchFamily="34" charset="0"/>
                </a:rPr>
                <a:t> arrow direction) will exactly appear as shown on right side and hence it is further used to understand illustration properly.</a:t>
              </a:r>
            </a:p>
          </p:txBody>
        </p:sp>
      </p:grpSp>
      <p:sp>
        <p:nvSpPr>
          <p:cNvPr id="2" name="Slide Number Placeholder 1"/>
          <p:cNvSpPr>
            <a:spLocks noGrp="1"/>
          </p:cNvSpPr>
          <p:nvPr>
            <p:ph type="sldNum" sz="quarter" idx="12"/>
          </p:nvPr>
        </p:nvSpPr>
        <p:spPr>
          <a:xfrm>
            <a:off x="7052469" y="6473826"/>
            <a:ext cx="2057400" cy="365125"/>
          </a:xfrm>
        </p:spPr>
        <p:txBody>
          <a:bodyPr/>
          <a:lstStyle/>
          <a:p>
            <a:fld id="{EE8E09DC-0268-440F-8276-54ADABB93829}" type="slidenum">
              <a:rPr lang="en-IN" smtClean="0"/>
              <a:t>6</a:t>
            </a:fld>
            <a:endParaRPr lang="en-IN" dirty="0"/>
          </a:p>
        </p:txBody>
      </p:sp>
    </p:spTree>
    <p:extLst>
      <p:ext uri="{BB962C8B-B14F-4D97-AF65-F5344CB8AC3E}">
        <p14:creationId xmlns:p14="http://schemas.microsoft.com/office/powerpoint/2010/main" val="10458147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8066" name="Rectangle 2"/>
          <p:cNvSpPr>
            <a:spLocks noChangeArrowheads="1"/>
          </p:cNvSpPr>
          <p:nvPr/>
        </p:nvSpPr>
        <p:spPr bwMode="auto">
          <a:xfrm>
            <a:off x="5257800" y="336175"/>
            <a:ext cx="3886200" cy="30480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28067" name="Oval 3"/>
          <p:cNvSpPr>
            <a:spLocks noChangeArrowheads="1"/>
          </p:cNvSpPr>
          <p:nvPr/>
        </p:nvSpPr>
        <p:spPr bwMode="auto">
          <a:xfrm>
            <a:off x="7119938" y="936250"/>
            <a:ext cx="76200" cy="76200"/>
          </a:xfrm>
          <a:prstGeom prst="ellipse">
            <a:avLst/>
          </a:prstGeom>
          <a:solidFill>
            <a:srgbClr val="FF0066"/>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altLang="en-US" sz="2000">
              <a:latin typeface="Arial" panose="020B0604020202020204" pitchFamily="34" charset="0"/>
            </a:endParaRPr>
          </a:p>
        </p:txBody>
      </p:sp>
      <p:sp>
        <p:nvSpPr>
          <p:cNvPr id="728068" name="Oval 4"/>
          <p:cNvSpPr>
            <a:spLocks noChangeArrowheads="1"/>
          </p:cNvSpPr>
          <p:nvPr/>
        </p:nvSpPr>
        <p:spPr bwMode="auto">
          <a:xfrm>
            <a:off x="6296025" y="921963"/>
            <a:ext cx="76200" cy="76200"/>
          </a:xfrm>
          <a:prstGeom prst="ellipse">
            <a:avLst/>
          </a:prstGeom>
          <a:solidFill>
            <a:srgbClr val="FF0066"/>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28069" name="Oval 5"/>
          <p:cNvSpPr>
            <a:spLocks noChangeArrowheads="1"/>
          </p:cNvSpPr>
          <p:nvPr/>
        </p:nvSpPr>
        <p:spPr bwMode="auto">
          <a:xfrm>
            <a:off x="7119938" y="174587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28070" name="Oval 6"/>
          <p:cNvSpPr>
            <a:spLocks noChangeArrowheads="1"/>
          </p:cNvSpPr>
          <p:nvPr/>
        </p:nvSpPr>
        <p:spPr bwMode="auto">
          <a:xfrm>
            <a:off x="6276975" y="2579313"/>
            <a:ext cx="76200" cy="76200"/>
          </a:xfrm>
          <a:prstGeom prst="ellipse">
            <a:avLst/>
          </a:prstGeom>
          <a:solidFill>
            <a:srgbClr val="FF0066"/>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altLang="en-US" sz="1400">
              <a:latin typeface="Arial" panose="020B0604020202020204" pitchFamily="34" charset="0"/>
            </a:endParaRPr>
          </a:p>
        </p:txBody>
      </p:sp>
      <p:grpSp>
        <p:nvGrpSpPr>
          <p:cNvPr id="728071" name="Group 7"/>
          <p:cNvGrpSpPr>
            <a:grpSpLocks/>
          </p:cNvGrpSpPr>
          <p:nvPr/>
        </p:nvGrpSpPr>
        <p:grpSpPr bwMode="auto">
          <a:xfrm>
            <a:off x="6324600" y="945775"/>
            <a:ext cx="838200" cy="0"/>
            <a:chOff x="3984" y="384"/>
            <a:chExt cx="528" cy="0"/>
          </a:xfrm>
        </p:grpSpPr>
        <p:sp>
          <p:nvSpPr>
            <p:cNvPr id="728072" name="Line 8"/>
            <p:cNvSpPr>
              <a:spLocks noChangeShapeType="1"/>
            </p:cNvSpPr>
            <p:nvPr/>
          </p:nvSpPr>
          <p:spPr bwMode="auto">
            <a:xfrm flipH="1">
              <a:off x="3984" y="384"/>
              <a:ext cx="528" cy="0"/>
            </a:xfrm>
            <a:prstGeom prst="line">
              <a:avLst/>
            </a:prstGeom>
            <a:noFill/>
            <a:ln w="9525">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28073" name="Line 9"/>
            <p:cNvSpPr>
              <a:spLocks noChangeShapeType="1"/>
            </p:cNvSpPr>
            <p:nvPr/>
          </p:nvSpPr>
          <p:spPr bwMode="auto">
            <a:xfrm flipH="1">
              <a:off x="4182" y="384"/>
              <a:ext cx="144" cy="0"/>
            </a:xfrm>
            <a:prstGeom prst="line">
              <a:avLst/>
            </a:prstGeom>
            <a:noFill/>
            <a:ln w="9525">
              <a:solidFill>
                <a:srgbClr val="FF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28074" name="Group 10"/>
          <p:cNvGrpSpPr>
            <a:grpSpLocks/>
          </p:cNvGrpSpPr>
          <p:nvPr/>
        </p:nvGrpSpPr>
        <p:grpSpPr bwMode="auto">
          <a:xfrm rot="16200000" flipV="1">
            <a:off x="6743700" y="1364875"/>
            <a:ext cx="838200" cy="0"/>
            <a:chOff x="3984" y="384"/>
            <a:chExt cx="528" cy="0"/>
          </a:xfrm>
        </p:grpSpPr>
        <p:sp>
          <p:nvSpPr>
            <p:cNvPr id="728075" name="Line 11"/>
            <p:cNvSpPr>
              <a:spLocks noChangeShapeType="1"/>
            </p:cNvSpPr>
            <p:nvPr/>
          </p:nvSpPr>
          <p:spPr bwMode="auto">
            <a:xfrm flipH="1">
              <a:off x="3984" y="384"/>
              <a:ext cx="528" cy="0"/>
            </a:xfrm>
            <a:prstGeom prst="line">
              <a:avLst/>
            </a:prstGeom>
            <a:noFill/>
            <a:ln w="9525">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28076" name="Line 12"/>
            <p:cNvSpPr>
              <a:spLocks noChangeShapeType="1"/>
            </p:cNvSpPr>
            <p:nvPr/>
          </p:nvSpPr>
          <p:spPr bwMode="auto">
            <a:xfrm flipH="1">
              <a:off x="4182" y="384"/>
              <a:ext cx="144" cy="0"/>
            </a:xfrm>
            <a:prstGeom prst="line">
              <a:avLst/>
            </a:prstGeom>
            <a:noFill/>
            <a:ln w="9525">
              <a:solidFill>
                <a:srgbClr val="FF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28077" name="Group 13"/>
          <p:cNvGrpSpPr>
            <a:grpSpLocks/>
          </p:cNvGrpSpPr>
          <p:nvPr/>
        </p:nvGrpSpPr>
        <p:grpSpPr bwMode="auto">
          <a:xfrm>
            <a:off x="6205538" y="1542675"/>
            <a:ext cx="838200" cy="1187450"/>
            <a:chOff x="3909" y="760"/>
            <a:chExt cx="528" cy="748"/>
          </a:xfrm>
        </p:grpSpPr>
        <p:sp>
          <p:nvSpPr>
            <p:cNvPr id="728078" name="Arc 14"/>
            <p:cNvSpPr>
              <a:spLocks/>
            </p:cNvSpPr>
            <p:nvPr/>
          </p:nvSpPr>
          <p:spPr bwMode="auto">
            <a:xfrm rot="7060958">
              <a:off x="3799" y="870"/>
              <a:ext cx="748" cy="528"/>
            </a:xfrm>
            <a:custGeom>
              <a:avLst/>
              <a:gdLst>
                <a:gd name="G0" fmla="+- 11386 0 0"/>
                <a:gd name="G1" fmla="+- 21600 0 0"/>
                <a:gd name="G2" fmla="+- 21600 0 0"/>
                <a:gd name="T0" fmla="*/ 0 w 30614"/>
                <a:gd name="T1" fmla="*/ 3245 h 21600"/>
                <a:gd name="T2" fmla="*/ 30614 w 30614"/>
                <a:gd name="T3" fmla="*/ 11759 h 21600"/>
                <a:gd name="T4" fmla="*/ 11386 w 30614"/>
                <a:gd name="T5" fmla="*/ 21600 h 21600"/>
              </a:gdLst>
              <a:ahLst/>
              <a:cxnLst>
                <a:cxn ang="0">
                  <a:pos x="T0" y="T1"/>
                </a:cxn>
                <a:cxn ang="0">
                  <a:pos x="T2" y="T3"/>
                </a:cxn>
                <a:cxn ang="0">
                  <a:pos x="T4" y="T5"/>
                </a:cxn>
              </a:cxnLst>
              <a:rect l="0" t="0" r="r" b="b"/>
              <a:pathLst>
                <a:path w="30614" h="21600" fill="none" extrusionOk="0">
                  <a:moveTo>
                    <a:pt x="-1" y="3244"/>
                  </a:moveTo>
                  <a:cubicBezTo>
                    <a:pt x="3418" y="1123"/>
                    <a:pt x="7362" y="-1"/>
                    <a:pt x="11386" y="0"/>
                  </a:cubicBezTo>
                  <a:cubicBezTo>
                    <a:pt x="19494" y="0"/>
                    <a:pt x="26919" y="4541"/>
                    <a:pt x="30613" y="11759"/>
                  </a:cubicBezTo>
                </a:path>
                <a:path w="30614" h="21600" stroke="0" extrusionOk="0">
                  <a:moveTo>
                    <a:pt x="-1" y="3244"/>
                  </a:moveTo>
                  <a:cubicBezTo>
                    <a:pt x="3418" y="1123"/>
                    <a:pt x="7362" y="-1"/>
                    <a:pt x="11386" y="0"/>
                  </a:cubicBezTo>
                  <a:cubicBezTo>
                    <a:pt x="19494" y="0"/>
                    <a:pt x="26919" y="4541"/>
                    <a:pt x="30613" y="11759"/>
                  </a:cubicBezTo>
                  <a:lnTo>
                    <a:pt x="11386" y="21600"/>
                  </a:lnTo>
                  <a:close/>
                </a:path>
              </a:pathLst>
            </a:custGeom>
            <a:noFill/>
            <a:ln w="9525">
              <a:solidFill>
                <a:srgbClr val="FF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28079" name="Line 15"/>
            <p:cNvSpPr>
              <a:spLocks noChangeShapeType="1"/>
            </p:cNvSpPr>
            <p:nvPr/>
          </p:nvSpPr>
          <p:spPr bwMode="auto">
            <a:xfrm flipH="1">
              <a:off x="4320" y="1248"/>
              <a:ext cx="77" cy="96"/>
            </a:xfrm>
            <a:prstGeom prst="line">
              <a:avLst/>
            </a:prstGeom>
            <a:noFill/>
            <a:ln w="9525">
              <a:solidFill>
                <a:srgbClr val="FF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28080" name="Group 16"/>
          <p:cNvGrpSpPr>
            <a:grpSpLocks/>
          </p:cNvGrpSpPr>
          <p:nvPr/>
        </p:nvGrpSpPr>
        <p:grpSpPr bwMode="auto">
          <a:xfrm>
            <a:off x="5715000" y="450477"/>
            <a:ext cx="2108200" cy="2543175"/>
            <a:chOff x="3600" y="72"/>
            <a:chExt cx="1328" cy="1602"/>
          </a:xfrm>
        </p:grpSpPr>
        <p:sp>
          <p:nvSpPr>
            <p:cNvPr id="728081" name="Line 17"/>
            <p:cNvSpPr>
              <a:spLocks noChangeShapeType="1"/>
            </p:cNvSpPr>
            <p:nvPr/>
          </p:nvSpPr>
          <p:spPr bwMode="auto">
            <a:xfrm flipV="1">
              <a:off x="3600" y="912"/>
              <a:ext cx="1200" cy="6"/>
            </a:xfrm>
            <a:prstGeom prst="line">
              <a:avLst/>
            </a:prstGeom>
            <a:noFill/>
            <a:ln w="190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28082" name="Line 18"/>
            <p:cNvSpPr>
              <a:spLocks noChangeShapeType="1"/>
            </p:cNvSpPr>
            <p:nvPr/>
          </p:nvSpPr>
          <p:spPr bwMode="auto">
            <a:xfrm>
              <a:off x="3984" y="186"/>
              <a:ext cx="0" cy="1488"/>
            </a:xfrm>
            <a:prstGeom prst="line">
              <a:avLst/>
            </a:prstGeom>
            <a:noFill/>
            <a:ln w="190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28083" name="Text Box 19"/>
            <p:cNvSpPr txBox="1">
              <a:spLocks noChangeArrowheads="1"/>
            </p:cNvSpPr>
            <p:nvPr/>
          </p:nvSpPr>
          <p:spPr bwMode="auto">
            <a:xfrm>
              <a:off x="4656" y="756"/>
              <a:ext cx="2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Arial" panose="020B0604020202020204" pitchFamily="34" charset="0"/>
                </a:rPr>
                <a:t>HP</a:t>
              </a:r>
            </a:p>
          </p:txBody>
        </p:sp>
        <p:sp>
          <p:nvSpPr>
            <p:cNvPr id="728084" name="Text Box 20"/>
            <p:cNvSpPr txBox="1">
              <a:spLocks noChangeArrowheads="1"/>
            </p:cNvSpPr>
            <p:nvPr/>
          </p:nvSpPr>
          <p:spPr bwMode="auto">
            <a:xfrm>
              <a:off x="3852" y="72"/>
              <a:ext cx="26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Arial" panose="020B0604020202020204" pitchFamily="34" charset="0"/>
                </a:rPr>
                <a:t>VP</a:t>
              </a:r>
            </a:p>
          </p:txBody>
        </p:sp>
      </p:grpSp>
      <p:sp>
        <p:nvSpPr>
          <p:cNvPr id="728085" name="Text Box 21"/>
          <p:cNvSpPr txBox="1">
            <a:spLocks noChangeArrowheads="1"/>
          </p:cNvSpPr>
          <p:nvPr/>
        </p:nvSpPr>
        <p:spPr bwMode="auto">
          <a:xfrm>
            <a:off x="6029325" y="798138"/>
            <a:ext cx="34336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lvl="0"/>
            <a:r>
              <a:rPr lang="en-US" altLang="en-US" sz="1400" dirty="0">
                <a:latin typeface="Arial" panose="020B0604020202020204" pitchFamily="34" charset="0"/>
              </a:rPr>
              <a:t>a</a:t>
            </a:r>
            <a:r>
              <a:rPr lang="en-US" altLang="en-US" sz="1400" dirty="0">
                <a:solidFill>
                  <a:prstClr val="black"/>
                </a:solidFill>
                <a:latin typeface="Arial" panose="020B0604020202020204" pitchFamily="34" charset="0"/>
              </a:rPr>
              <a:t>´</a:t>
            </a:r>
          </a:p>
          <a:p>
            <a:pPr eaLnBrk="1" hangingPunct="1"/>
            <a:endParaRPr lang="en-US" altLang="en-US" sz="1400" dirty="0">
              <a:latin typeface="Arial" panose="020B0604020202020204" pitchFamily="34" charset="0"/>
            </a:endParaRPr>
          </a:p>
        </p:txBody>
      </p:sp>
      <p:sp>
        <p:nvSpPr>
          <p:cNvPr id="728086" name="Text Box 22"/>
          <p:cNvSpPr txBox="1">
            <a:spLocks noChangeArrowheads="1"/>
          </p:cNvSpPr>
          <p:nvPr/>
        </p:nvSpPr>
        <p:spPr bwMode="auto">
          <a:xfrm>
            <a:off x="6046786" y="2460419"/>
            <a:ext cx="2825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Arial" panose="020B0604020202020204" pitchFamily="34" charset="0"/>
              </a:rPr>
              <a:t>a</a:t>
            </a:r>
          </a:p>
        </p:txBody>
      </p:sp>
      <p:sp>
        <p:nvSpPr>
          <p:cNvPr id="728087" name="Text Box 23"/>
          <p:cNvSpPr txBox="1">
            <a:spLocks noChangeArrowheads="1"/>
          </p:cNvSpPr>
          <p:nvPr/>
        </p:nvSpPr>
        <p:spPr bwMode="auto">
          <a:xfrm>
            <a:off x="7048835" y="664329"/>
            <a:ext cx="3032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Arial" panose="020B0604020202020204" pitchFamily="34" charset="0"/>
              </a:rPr>
              <a:t>A</a:t>
            </a:r>
          </a:p>
        </p:txBody>
      </p:sp>
      <p:sp>
        <p:nvSpPr>
          <p:cNvPr id="728088" name="Text Box 24"/>
          <p:cNvSpPr txBox="1">
            <a:spLocks noChangeArrowheads="1"/>
          </p:cNvSpPr>
          <p:nvPr/>
        </p:nvSpPr>
        <p:spPr bwMode="auto">
          <a:xfrm>
            <a:off x="7392241" y="364750"/>
            <a:ext cx="149374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altLang="en-US" sz="1400" dirty="0">
                <a:solidFill>
                  <a:srgbClr val="00B050"/>
                </a:solidFill>
                <a:latin typeface="Arial" panose="020B0604020202020204" pitchFamily="34" charset="0"/>
              </a:rPr>
              <a:t>POINT A IN</a:t>
            </a:r>
          </a:p>
          <a:p>
            <a:pPr algn="ctr" eaLnBrk="1" hangingPunct="1"/>
            <a:r>
              <a:rPr lang="en-US" altLang="en-US" sz="1400" dirty="0">
                <a:solidFill>
                  <a:srgbClr val="00B050"/>
                </a:solidFill>
                <a:latin typeface="Arial" panose="020B0604020202020204" pitchFamily="34" charset="0"/>
              </a:rPr>
              <a:t>1</a:t>
            </a:r>
            <a:r>
              <a:rPr lang="en-US" altLang="en-US" sz="1400" baseline="30000" dirty="0">
                <a:solidFill>
                  <a:srgbClr val="00B050"/>
                </a:solidFill>
                <a:latin typeface="Arial" panose="020B0604020202020204" pitchFamily="34" charset="0"/>
              </a:rPr>
              <a:t>ST</a:t>
            </a:r>
            <a:r>
              <a:rPr lang="en-US" altLang="en-US" sz="1400" dirty="0">
                <a:solidFill>
                  <a:srgbClr val="00B050"/>
                </a:solidFill>
                <a:latin typeface="Arial" panose="020B0604020202020204" pitchFamily="34" charset="0"/>
              </a:rPr>
              <a:t> QUADRANT</a:t>
            </a:r>
          </a:p>
        </p:txBody>
      </p:sp>
      <p:grpSp>
        <p:nvGrpSpPr>
          <p:cNvPr id="728089" name="Group 25"/>
          <p:cNvGrpSpPr>
            <a:grpSpLocks/>
          </p:cNvGrpSpPr>
          <p:nvPr/>
        </p:nvGrpSpPr>
        <p:grpSpPr bwMode="auto">
          <a:xfrm>
            <a:off x="7860135" y="1698252"/>
            <a:ext cx="1171575" cy="228600"/>
            <a:chOff x="4992" y="750"/>
            <a:chExt cx="738" cy="144"/>
          </a:xfrm>
        </p:grpSpPr>
        <p:sp>
          <p:nvSpPr>
            <p:cNvPr id="728090" name="AutoShape 26"/>
            <p:cNvSpPr>
              <a:spLocks noChangeArrowheads="1"/>
            </p:cNvSpPr>
            <p:nvPr/>
          </p:nvSpPr>
          <p:spPr bwMode="auto">
            <a:xfrm>
              <a:off x="4992" y="768"/>
              <a:ext cx="240" cy="96"/>
            </a:xfrm>
            <a:prstGeom prst="leftArrow">
              <a:avLst>
                <a:gd name="adj1" fmla="val 50000"/>
                <a:gd name="adj2" fmla="val 625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28091" name="Text Box 27"/>
            <p:cNvSpPr txBox="1">
              <a:spLocks noChangeArrowheads="1"/>
            </p:cNvSpPr>
            <p:nvPr/>
          </p:nvSpPr>
          <p:spPr bwMode="auto">
            <a:xfrm>
              <a:off x="5210" y="750"/>
              <a:ext cx="520"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900">
                  <a:latin typeface="Arial" panose="020B0604020202020204" pitchFamily="34" charset="0"/>
                </a:rPr>
                <a:t>OBSERVER</a:t>
              </a:r>
            </a:p>
          </p:txBody>
        </p:sp>
      </p:grpSp>
      <p:grpSp>
        <p:nvGrpSpPr>
          <p:cNvPr id="728092" name="Group 28"/>
          <p:cNvGrpSpPr>
            <a:grpSpLocks/>
          </p:cNvGrpSpPr>
          <p:nvPr/>
        </p:nvGrpSpPr>
        <p:grpSpPr bwMode="auto">
          <a:xfrm>
            <a:off x="6315075" y="669552"/>
            <a:ext cx="1143000" cy="1114425"/>
            <a:chOff x="3978" y="210"/>
            <a:chExt cx="720" cy="702"/>
          </a:xfrm>
        </p:grpSpPr>
        <p:sp>
          <p:nvSpPr>
            <p:cNvPr id="728093" name="Line 29"/>
            <p:cNvSpPr>
              <a:spLocks noChangeShapeType="1"/>
            </p:cNvSpPr>
            <p:nvPr/>
          </p:nvSpPr>
          <p:spPr bwMode="auto">
            <a:xfrm>
              <a:off x="3978" y="912"/>
              <a:ext cx="720" cy="0"/>
            </a:xfrm>
            <a:prstGeom prst="line">
              <a:avLst/>
            </a:prstGeom>
            <a:noFill/>
            <a:ln w="28575">
              <a:solidFill>
                <a:srgbClr val="FF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28094" name="Line 30"/>
            <p:cNvSpPr>
              <a:spLocks noChangeShapeType="1"/>
            </p:cNvSpPr>
            <p:nvPr/>
          </p:nvSpPr>
          <p:spPr bwMode="auto">
            <a:xfrm>
              <a:off x="3984" y="210"/>
              <a:ext cx="0" cy="702"/>
            </a:xfrm>
            <a:prstGeom prst="line">
              <a:avLst/>
            </a:prstGeom>
            <a:noFill/>
            <a:ln w="28575">
              <a:solidFill>
                <a:srgbClr val="FF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728095" name="Rectangle 31"/>
          <p:cNvSpPr>
            <a:spLocks noChangeArrowheads="1"/>
          </p:cNvSpPr>
          <p:nvPr/>
        </p:nvSpPr>
        <p:spPr bwMode="auto">
          <a:xfrm>
            <a:off x="1295400" y="336175"/>
            <a:ext cx="3886200" cy="30480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28096" name="Line 32"/>
          <p:cNvSpPr>
            <a:spLocks noChangeShapeType="1"/>
          </p:cNvSpPr>
          <p:nvPr/>
        </p:nvSpPr>
        <p:spPr bwMode="auto">
          <a:xfrm>
            <a:off x="2114550" y="2198313"/>
            <a:ext cx="2362200" cy="0"/>
          </a:xfrm>
          <a:prstGeom prst="line">
            <a:avLst/>
          </a:prstGeom>
          <a:noFill/>
          <a:ln w="190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28097" name="Line 33"/>
          <p:cNvSpPr>
            <a:spLocks noChangeShapeType="1"/>
          </p:cNvSpPr>
          <p:nvPr/>
        </p:nvSpPr>
        <p:spPr bwMode="auto">
          <a:xfrm>
            <a:off x="3509963" y="898150"/>
            <a:ext cx="0" cy="2362200"/>
          </a:xfrm>
          <a:prstGeom prst="line">
            <a:avLst/>
          </a:prstGeom>
          <a:noFill/>
          <a:ln w="190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28098" name="Oval 34"/>
          <p:cNvSpPr>
            <a:spLocks noChangeArrowheads="1"/>
          </p:cNvSpPr>
          <p:nvPr/>
        </p:nvSpPr>
        <p:spPr bwMode="auto">
          <a:xfrm>
            <a:off x="2700338" y="1064838"/>
            <a:ext cx="76200" cy="76200"/>
          </a:xfrm>
          <a:prstGeom prst="ellipse">
            <a:avLst/>
          </a:prstGeom>
          <a:solidFill>
            <a:srgbClr val="0099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28099" name="Oval 35"/>
          <p:cNvSpPr>
            <a:spLocks noChangeArrowheads="1"/>
          </p:cNvSpPr>
          <p:nvPr/>
        </p:nvSpPr>
        <p:spPr bwMode="auto">
          <a:xfrm>
            <a:off x="3462338" y="139345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28100" name="Oval 36"/>
          <p:cNvSpPr>
            <a:spLocks noChangeArrowheads="1"/>
          </p:cNvSpPr>
          <p:nvPr/>
        </p:nvSpPr>
        <p:spPr bwMode="auto">
          <a:xfrm>
            <a:off x="3471863" y="10696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nvGrpSpPr>
          <p:cNvPr id="728101" name="Group 37"/>
          <p:cNvGrpSpPr>
            <a:grpSpLocks/>
          </p:cNvGrpSpPr>
          <p:nvPr/>
        </p:nvGrpSpPr>
        <p:grpSpPr bwMode="auto">
          <a:xfrm>
            <a:off x="2038350" y="674312"/>
            <a:ext cx="1689100" cy="1595438"/>
            <a:chOff x="1440" y="-45"/>
            <a:chExt cx="1064" cy="1005"/>
          </a:xfrm>
        </p:grpSpPr>
        <p:sp>
          <p:nvSpPr>
            <p:cNvPr id="728102" name="Text Box 38"/>
            <p:cNvSpPr txBox="1">
              <a:spLocks noChangeArrowheads="1"/>
            </p:cNvSpPr>
            <p:nvPr/>
          </p:nvSpPr>
          <p:spPr bwMode="auto">
            <a:xfrm>
              <a:off x="2238" y="-45"/>
              <a:ext cx="26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Arial" panose="020B0604020202020204" pitchFamily="34" charset="0"/>
                </a:rPr>
                <a:t>VP</a:t>
              </a:r>
            </a:p>
          </p:txBody>
        </p:sp>
        <p:sp>
          <p:nvSpPr>
            <p:cNvPr id="728103" name="Text Box 39"/>
            <p:cNvSpPr txBox="1">
              <a:spLocks noChangeArrowheads="1"/>
            </p:cNvSpPr>
            <p:nvPr/>
          </p:nvSpPr>
          <p:spPr bwMode="auto">
            <a:xfrm>
              <a:off x="1440" y="768"/>
              <a:ext cx="2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Arial" panose="020B0604020202020204" pitchFamily="34" charset="0"/>
                </a:rPr>
                <a:t>HP</a:t>
              </a:r>
            </a:p>
          </p:txBody>
        </p:sp>
      </p:grpSp>
      <p:grpSp>
        <p:nvGrpSpPr>
          <p:cNvPr id="728104" name="Group 40"/>
          <p:cNvGrpSpPr>
            <a:grpSpLocks/>
          </p:cNvGrpSpPr>
          <p:nvPr/>
        </p:nvGrpSpPr>
        <p:grpSpPr bwMode="auto">
          <a:xfrm rot="16200000" flipV="1">
            <a:off x="2149529" y="1622050"/>
            <a:ext cx="1066800" cy="76200"/>
            <a:chOff x="3984" y="384"/>
            <a:chExt cx="528" cy="0"/>
          </a:xfrm>
        </p:grpSpPr>
        <p:sp>
          <p:nvSpPr>
            <p:cNvPr id="728105" name="Line 41"/>
            <p:cNvSpPr>
              <a:spLocks noChangeShapeType="1"/>
            </p:cNvSpPr>
            <p:nvPr/>
          </p:nvSpPr>
          <p:spPr bwMode="auto">
            <a:xfrm flipH="1">
              <a:off x="3984" y="384"/>
              <a:ext cx="528" cy="0"/>
            </a:xfrm>
            <a:prstGeom prst="line">
              <a:avLst/>
            </a:prstGeom>
            <a:noFill/>
            <a:ln w="9525">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28106" name="Line 42"/>
            <p:cNvSpPr>
              <a:spLocks noChangeShapeType="1"/>
            </p:cNvSpPr>
            <p:nvPr/>
          </p:nvSpPr>
          <p:spPr bwMode="auto">
            <a:xfrm flipH="1">
              <a:off x="4182" y="384"/>
              <a:ext cx="144" cy="0"/>
            </a:xfrm>
            <a:prstGeom prst="line">
              <a:avLst/>
            </a:prstGeom>
            <a:noFill/>
            <a:ln w="9525">
              <a:solidFill>
                <a:srgbClr val="FF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28107" name="Group 43"/>
          <p:cNvGrpSpPr>
            <a:grpSpLocks/>
          </p:cNvGrpSpPr>
          <p:nvPr/>
        </p:nvGrpSpPr>
        <p:grpSpPr bwMode="auto">
          <a:xfrm flipH="1" flipV="1">
            <a:off x="2841625" y="1355350"/>
            <a:ext cx="730250" cy="1035050"/>
            <a:chOff x="3909" y="760"/>
            <a:chExt cx="528" cy="748"/>
          </a:xfrm>
        </p:grpSpPr>
        <p:sp>
          <p:nvSpPr>
            <p:cNvPr id="728108" name="Arc 44"/>
            <p:cNvSpPr>
              <a:spLocks/>
            </p:cNvSpPr>
            <p:nvPr/>
          </p:nvSpPr>
          <p:spPr bwMode="auto">
            <a:xfrm rot="7060958">
              <a:off x="3799" y="870"/>
              <a:ext cx="748" cy="528"/>
            </a:xfrm>
            <a:custGeom>
              <a:avLst/>
              <a:gdLst>
                <a:gd name="G0" fmla="+- 11386 0 0"/>
                <a:gd name="G1" fmla="+- 21600 0 0"/>
                <a:gd name="G2" fmla="+- 21600 0 0"/>
                <a:gd name="T0" fmla="*/ 0 w 30614"/>
                <a:gd name="T1" fmla="*/ 3245 h 21600"/>
                <a:gd name="T2" fmla="*/ 30614 w 30614"/>
                <a:gd name="T3" fmla="*/ 11759 h 21600"/>
                <a:gd name="T4" fmla="*/ 11386 w 30614"/>
                <a:gd name="T5" fmla="*/ 21600 h 21600"/>
              </a:gdLst>
              <a:ahLst/>
              <a:cxnLst>
                <a:cxn ang="0">
                  <a:pos x="T0" y="T1"/>
                </a:cxn>
                <a:cxn ang="0">
                  <a:pos x="T2" y="T3"/>
                </a:cxn>
                <a:cxn ang="0">
                  <a:pos x="T4" y="T5"/>
                </a:cxn>
              </a:cxnLst>
              <a:rect l="0" t="0" r="r" b="b"/>
              <a:pathLst>
                <a:path w="30614" h="21600" fill="none" extrusionOk="0">
                  <a:moveTo>
                    <a:pt x="-1" y="3244"/>
                  </a:moveTo>
                  <a:cubicBezTo>
                    <a:pt x="3418" y="1123"/>
                    <a:pt x="7362" y="-1"/>
                    <a:pt x="11386" y="0"/>
                  </a:cubicBezTo>
                  <a:cubicBezTo>
                    <a:pt x="19494" y="0"/>
                    <a:pt x="26919" y="4541"/>
                    <a:pt x="30613" y="11759"/>
                  </a:cubicBezTo>
                </a:path>
                <a:path w="30614" h="21600" stroke="0" extrusionOk="0">
                  <a:moveTo>
                    <a:pt x="-1" y="3244"/>
                  </a:moveTo>
                  <a:cubicBezTo>
                    <a:pt x="3418" y="1123"/>
                    <a:pt x="7362" y="-1"/>
                    <a:pt x="11386" y="0"/>
                  </a:cubicBezTo>
                  <a:cubicBezTo>
                    <a:pt x="19494" y="0"/>
                    <a:pt x="26919" y="4541"/>
                    <a:pt x="30613" y="11759"/>
                  </a:cubicBezTo>
                  <a:lnTo>
                    <a:pt x="11386" y="21600"/>
                  </a:lnTo>
                  <a:close/>
                </a:path>
              </a:pathLst>
            </a:custGeom>
            <a:noFill/>
            <a:ln w="9525">
              <a:solidFill>
                <a:srgbClr val="FF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28109" name="Line 45"/>
            <p:cNvSpPr>
              <a:spLocks noChangeShapeType="1"/>
            </p:cNvSpPr>
            <p:nvPr/>
          </p:nvSpPr>
          <p:spPr bwMode="auto">
            <a:xfrm flipH="1">
              <a:off x="4320" y="1248"/>
              <a:ext cx="77" cy="96"/>
            </a:xfrm>
            <a:prstGeom prst="line">
              <a:avLst/>
            </a:prstGeom>
            <a:noFill/>
            <a:ln w="9525">
              <a:solidFill>
                <a:srgbClr val="FF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28110" name="Group 46"/>
          <p:cNvGrpSpPr>
            <a:grpSpLocks/>
          </p:cNvGrpSpPr>
          <p:nvPr/>
        </p:nvGrpSpPr>
        <p:grpSpPr bwMode="auto">
          <a:xfrm flipH="1">
            <a:off x="2700333" y="1098175"/>
            <a:ext cx="814388" cy="3912"/>
            <a:chOff x="3984" y="384"/>
            <a:chExt cx="513" cy="3912"/>
          </a:xfrm>
        </p:grpSpPr>
        <p:sp>
          <p:nvSpPr>
            <p:cNvPr id="728111" name="Line 47"/>
            <p:cNvSpPr>
              <a:spLocks noChangeShapeType="1"/>
            </p:cNvSpPr>
            <p:nvPr/>
          </p:nvSpPr>
          <p:spPr bwMode="auto">
            <a:xfrm flipH="1" flipV="1">
              <a:off x="3984" y="384"/>
              <a:ext cx="513" cy="3912"/>
            </a:xfrm>
            <a:prstGeom prst="line">
              <a:avLst/>
            </a:prstGeom>
            <a:noFill/>
            <a:ln w="9525">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28112" name="Line 48"/>
            <p:cNvSpPr>
              <a:spLocks noChangeShapeType="1"/>
            </p:cNvSpPr>
            <p:nvPr/>
          </p:nvSpPr>
          <p:spPr bwMode="auto">
            <a:xfrm flipH="1">
              <a:off x="4182" y="384"/>
              <a:ext cx="144" cy="0"/>
            </a:xfrm>
            <a:prstGeom prst="line">
              <a:avLst/>
            </a:prstGeom>
            <a:noFill/>
            <a:ln w="9525">
              <a:solidFill>
                <a:srgbClr val="FF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728113" name="Text Box 49"/>
          <p:cNvSpPr txBox="1">
            <a:spLocks noChangeArrowheads="1"/>
          </p:cNvSpPr>
          <p:nvPr/>
        </p:nvSpPr>
        <p:spPr bwMode="auto">
          <a:xfrm>
            <a:off x="1707809" y="321691"/>
            <a:ext cx="151515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altLang="en-US" sz="1400" dirty="0">
                <a:solidFill>
                  <a:srgbClr val="00B050"/>
                </a:solidFill>
                <a:latin typeface="Arial" panose="020B0604020202020204" pitchFamily="34" charset="0"/>
              </a:rPr>
              <a:t>POINT A IN</a:t>
            </a:r>
          </a:p>
          <a:p>
            <a:pPr algn="ctr" eaLnBrk="1" hangingPunct="1"/>
            <a:r>
              <a:rPr lang="en-US" altLang="en-US" sz="1400" dirty="0">
                <a:solidFill>
                  <a:srgbClr val="00B050"/>
                </a:solidFill>
                <a:latin typeface="Arial" panose="020B0604020202020204" pitchFamily="34" charset="0"/>
              </a:rPr>
              <a:t>2</a:t>
            </a:r>
            <a:r>
              <a:rPr lang="en-US" altLang="en-US" sz="1400" baseline="30000" dirty="0">
                <a:solidFill>
                  <a:srgbClr val="00B050"/>
                </a:solidFill>
                <a:latin typeface="Arial" panose="020B0604020202020204" pitchFamily="34" charset="0"/>
              </a:rPr>
              <a:t>ND</a:t>
            </a:r>
            <a:r>
              <a:rPr lang="en-US" altLang="en-US" sz="1400" dirty="0">
                <a:solidFill>
                  <a:srgbClr val="00B050"/>
                </a:solidFill>
                <a:latin typeface="Arial" panose="020B0604020202020204" pitchFamily="34" charset="0"/>
              </a:rPr>
              <a:t> QUADRANT</a:t>
            </a:r>
          </a:p>
        </p:txBody>
      </p:sp>
      <p:grpSp>
        <p:nvGrpSpPr>
          <p:cNvPr id="728114" name="Group 50"/>
          <p:cNvGrpSpPr>
            <a:grpSpLocks/>
          </p:cNvGrpSpPr>
          <p:nvPr/>
        </p:nvGrpSpPr>
        <p:grpSpPr bwMode="auto">
          <a:xfrm>
            <a:off x="4375150" y="2125162"/>
            <a:ext cx="825500" cy="428626"/>
            <a:chOff x="4880" y="768"/>
            <a:chExt cx="520" cy="270"/>
          </a:xfrm>
        </p:grpSpPr>
        <p:sp>
          <p:nvSpPr>
            <p:cNvPr id="728115" name="AutoShape 51"/>
            <p:cNvSpPr>
              <a:spLocks noChangeArrowheads="1"/>
            </p:cNvSpPr>
            <p:nvPr/>
          </p:nvSpPr>
          <p:spPr bwMode="auto">
            <a:xfrm>
              <a:off x="4992" y="768"/>
              <a:ext cx="240" cy="96"/>
            </a:xfrm>
            <a:prstGeom prst="leftArrow">
              <a:avLst>
                <a:gd name="adj1" fmla="val 50000"/>
                <a:gd name="adj2" fmla="val 625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28116" name="Text Box 52"/>
            <p:cNvSpPr txBox="1">
              <a:spLocks noChangeArrowheads="1"/>
            </p:cNvSpPr>
            <p:nvPr/>
          </p:nvSpPr>
          <p:spPr bwMode="auto">
            <a:xfrm>
              <a:off x="4880" y="805"/>
              <a:ext cx="52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endParaRPr lang="en-US" altLang="en-US" sz="900" dirty="0">
                <a:latin typeface="Arial" panose="020B0604020202020204" pitchFamily="34" charset="0"/>
              </a:endParaRPr>
            </a:p>
            <a:p>
              <a:pPr eaLnBrk="1" hangingPunct="1"/>
              <a:r>
                <a:rPr lang="en-US" altLang="en-US" sz="900" dirty="0">
                  <a:latin typeface="Arial" panose="020B0604020202020204" pitchFamily="34" charset="0"/>
                </a:rPr>
                <a:t>OBSERVER</a:t>
              </a:r>
            </a:p>
          </p:txBody>
        </p:sp>
      </p:grpSp>
      <p:sp>
        <p:nvSpPr>
          <p:cNvPr id="728117" name="Text Box 53"/>
          <p:cNvSpPr txBox="1">
            <a:spLocks noChangeArrowheads="1"/>
          </p:cNvSpPr>
          <p:nvPr/>
        </p:nvSpPr>
        <p:spPr bwMode="auto">
          <a:xfrm>
            <a:off x="3486152" y="936250"/>
            <a:ext cx="34336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Arial" panose="020B0604020202020204" pitchFamily="34" charset="0"/>
              </a:rPr>
              <a:t>a´</a:t>
            </a:r>
          </a:p>
        </p:txBody>
      </p:sp>
      <p:sp>
        <p:nvSpPr>
          <p:cNvPr id="728118" name="Text Box 54"/>
          <p:cNvSpPr txBox="1">
            <a:spLocks noChangeArrowheads="1"/>
          </p:cNvSpPr>
          <p:nvPr/>
        </p:nvSpPr>
        <p:spPr bwMode="auto">
          <a:xfrm>
            <a:off x="3486152" y="1279150"/>
            <a:ext cx="2825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Arial" panose="020B0604020202020204" pitchFamily="34" charset="0"/>
              </a:rPr>
              <a:t>a</a:t>
            </a:r>
          </a:p>
        </p:txBody>
      </p:sp>
      <p:grpSp>
        <p:nvGrpSpPr>
          <p:cNvPr id="728119" name="Group 55"/>
          <p:cNvGrpSpPr>
            <a:grpSpLocks/>
          </p:cNvGrpSpPr>
          <p:nvPr/>
        </p:nvGrpSpPr>
        <p:grpSpPr bwMode="auto">
          <a:xfrm>
            <a:off x="2362200" y="898150"/>
            <a:ext cx="1143000" cy="1295400"/>
            <a:chOff x="1644" y="96"/>
            <a:chExt cx="720" cy="816"/>
          </a:xfrm>
        </p:grpSpPr>
        <p:sp>
          <p:nvSpPr>
            <p:cNvPr id="728120" name="Line 56"/>
            <p:cNvSpPr>
              <a:spLocks noChangeShapeType="1"/>
            </p:cNvSpPr>
            <p:nvPr/>
          </p:nvSpPr>
          <p:spPr bwMode="auto">
            <a:xfrm>
              <a:off x="2364" y="96"/>
              <a:ext cx="0" cy="810"/>
            </a:xfrm>
            <a:prstGeom prst="line">
              <a:avLst/>
            </a:prstGeom>
            <a:noFill/>
            <a:ln w="28575">
              <a:solidFill>
                <a:srgbClr val="FF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28121" name="Line 57"/>
            <p:cNvSpPr>
              <a:spLocks noChangeShapeType="1"/>
            </p:cNvSpPr>
            <p:nvPr/>
          </p:nvSpPr>
          <p:spPr bwMode="auto">
            <a:xfrm>
              <a:off x="1644" y="912"/>
              <a:ext cx="720" cy="0"/>
            </a:xfrm>
            <a:prstGeom prst="line">
              <a:avLst/>
            </a:prstGeom>
            <a:noFill/>
            <a:ln w="28575">
              <a:solidFill>
                <a:srgbClr val="FF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728122" name="Text Box 58"/>
          <p:cNvSpPr txBox="1">
            <a:spLocks noChangeArrowheads="1"/>
          </p:cNvSpPr>
          <p:nvPr/>
        </p:nvSpPr>
        <p:spPr bwMode="auto">
          <a:xfrm>
            <a:off x="2555877" y="833063"/>
            <a:ext cx="3032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Arial" panose="020B0604020202020204" pitchFamily="34" charset="0"/>
              </a:rPr>
              <a:t>A</a:t>
            </a:r>
          </a:p>
        </p:txBody>
      </p:sp>
      <p:sp>
        <p:nvSpPr>
          <p:cNvPr id="728123" name="Rectangle 59"/>
          <p:cNvSpPr>
            <a:spLocks noChangeArrowheads="1"/>
          </p:cNvSpPr>
          <p:nvPr/>
        </p:nvSpPr>
        <p:spPr bwMode="auto">
          <a:xfrm>
            <a:off x="1295400" y="3460375"/>
            <a:ext cx="3886200" cy="30480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nvGrpSpPr>
          <p:cNvPr id="728124" name="Group 60"/>
          <p:cNvGrpSpPr>
            <a:grpSpLocks/>
          </p:cNvGrpSpPr>
          <p:nvPr/>
        </p:nvGrpSpPr>
        <p:grpSpPr bwMode="auto">
          <a:xfrm>
            <a:off x="2003427" y="3574675"/>
            <a:ext cx="1952625" cy="2362200"/>
            <a:chOff x="1458" y="2064"/>
            <a:chExt cx="1230" cy="1488"/>
          </a:xfrm>
        </p:grpSpPr>
        <p:sp>
          <p:nvSpPr>
            <p:cNvPr id="728125" name="Line 61"/>
            <p:cNvSpPr>
              <a:spLocks noChangeShapeType="1"/>
            </p:cNvSpPr>
            <p:nvPr/>
          </p:nvSpPr>
          <p:spPr bwMode="auto">
            <a:xfrm flipH="1" flipV="1">
              <a:off x="1458" y="2832"/>
              <a:ext cx="1230" cy="0"/>
            </a:xfrm>
            <a:prstGeom prst="line">
              <a:avLst/>
            </a:prstGeom>
            <a:noFill/>
            <a:ln w="190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28126" name="Line 62"/>
            <p:cNvSpPr>
              <a:spLocks noChangeShapeType="1"/>
            </p:cNvSpPr>
            <p:nvPr/>
          </p:nvSpPr>
          <p:spPr bwMode="auto">
            <a:xfrm flipH="1" flipV="1">
              <a:off x="2256" y="2064"/>
              <a:ext cx="0" cy="1488"/>
            </a:xfrm>
            <a:prstGeom prst="line">
              <a:avLst/>
            </a:prstGeom>
            <a:noFill/>
            <a:ln w="190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728127" name="Oval 63"/>
          <p:cNvSpPr>
            <a:spLocks noChangeArrowheads="1"/>
          </p:cNvSpPr>
          <p:nvPr/>
        </p:nvSpPr>
        <p:spPr bwMode="auto">
          <a:xfrm flipH="1" flipV="1">
            <a:off x="2427288" y="555587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28128" name="Oval 64"/>
          <p:cNvSpPr>
            <a:spLocks noChangeArrowheads="1"/>
          </p:cNvSpPr>
          <p:nvPr/>
        </p:nvSpPr>
        <p:spPr bwMode="auto">
          <a:xfrm flipH="1" flipV="1">
            <a:off x="3232150" y="5560638"/>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28129" name="Oval 65"/>
          <p:cNvSpPr>
            <a:spLocks noChangeArrowheads="1"/>
          </p:cNvSpPr>
          <p:nvPr/>
        </p:nvSpPr>
        <p:spPr bwMode="auto">
          <a:xfrm flipH="1" flipV="1">
            <a:off x="2436813" y="47653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28130" name="Oval 66"/>
          <p:cNvSpPr>
            <a:spLocks noChangeArrowheads="1"/>
          </p:cNvSpPr>
          <p:nvPr/>
        </p:nvSpPr>
        <p:spPr bwMode="auto">
          <a:xfrm flipH="1" flipV="1">
            <a:off x="3232150" y="3912813"/>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nvGrpSpPr>
          <p:cNvPr id="728131" name="Group 67"/>
          <p:cNvGrpSpPr>
            <a:grpSpLocks/>
          </p:cNvGrpSpPr>
          <p:nvPr/>
        </p:nvGrpSpPr>
        <p:grpSpPr bwMode="auto">
          <a:xfrm>
            <a:off x="4003677" y="4689100"/>
            <a:ext cx="1171575" cy="228600"/>
            <a:chOff x="4992" y="750"/>
            <a:chExt cx="738" cy="144"/>
          </a:xfrm>
        </p:grpSpPr>
        <p:sp>
          <p:nvSpPr>
            <p:cNvPr id="728132" name="AutoShape 68"/>
            <p:cNvSpPr>
              <a:spLocks noChangeArrowheads="1"/>
            </p:cNvSpPr>
            <p:nvPr/>
          </p:nvSpPr>
          <p:spPr bwMode="auto">
            <a:xfrm>
              <a:off x="4992" y="768"/>
              <a:ext cx="240" cy="96"/>
            </a:xfrm>
            <a:prstGeom prst="leftArrow">
              <a:avLst>
                <a:gd name="adj1" fmla="val 50000"/>
                <a:gd name="adj2" fmla="val 625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28133" name="Text Box 69"/>
            <p:cNvSpPr txBox="1">
              <a:spLocks noChangeArrowheads="1"/>
            </p:cNvSpPr>
            <p:nvPr/>
          </p:nvSpPr>
          <p:spPr bwMode="auto">
            <a:xfrm>
              <a:off x="5210" y="750"/>
              <a:ext cx="520"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900">
                  <a:latin typeface="Arial" panose="020B0604020202020204" pitchFamily="34" charset="0"/>
                </a:rPr>
                <a:t>OBSERVER</a:t>
              </a:r>
            </a:p>
          </p:txBody>
        </p:sp>
      </p:grpSp>
      <p:grpSp>
        <p:nvGrpSpPr>
          <p:cNvPr id="728134" name="Group 70"/>
          <p:cNvGrpSpPr>
            <a:grpSpLocks/>
          </p:cNvGrpSpPr>
          <p:nvPr/>
        </p:nvGrpSpPr>
        <p:grpSpPr bwMode="auto">
          <a:xfrm flipH="1" flipV="1">
            <a:off x="2584450" y="3879475"/>
            <a:ext cx="730250" cy="1035050"/>
            <a:chOff x="3909" y="760"/>
            <a:chExt cx="528" cy="748"/>
          </a:xfrm>
        </p:grpSpPr>
        <p:sp>
          <p:nvSpPr>
            <p:cNvPr id="728135" name="Arc 71"/>
            <p:cNvSpPr>
              <a:spLocks/>
            </p:cNvSpPr>
            <p:nvPr/>
          </p:nvSpPr>
          <p:spPr bwMode="auto">
            <a:xfrm rot="7060958">
              <a:off x="3799" y="870"/>
              <a:ext cx="748" cy="528"/>
            </a:xfrm>
            <a:custGeom>
              <a:avLst/>
              <a:gdLst>
                <a:gd name="G0" fmla="+- 11386 0 0"/>
                <a:gd name="G1" fmla="+- 21600 0 0"/>
                <a:gd name="G2" fmla="+- 21600 0 0"/>
                <a:gd name="T0" fmla="*/ 0 w 30614"/>
                <a:gd name="T1" fmla="*/ 3245 h 21600"/>
                <a:gd name="T2" fmla="*/ 30614 w 30614"/>
                <a:gd name="T3" fmla="*/ 11759 h 21600"/>
                <a:gd name="T4" fmla="*/ 11386 w 30614"/>
                <a:gd name="T5" fmla="*/ 21600 h 21600"/>
              </a:gdLst>
              <a:ahLst/>
              <a:cxnLst>
                <a:cxn ang="0">
                  <a:pos x="T0" y="T1"/>
                </a:cxn>
                <a:cxn ang="0">
                  <a:pos x="T2" y="T3"/>
                </a:cxn>
                <a:cxn ang="0">
                  <a:pos x="T4" y="T5"/>
                </a:cxn>
              </a:cxnLst>
              <a:rect l="0" t="0" r="r" b="b"/>
              <a:pathLst>
                <a:path w="30614" h="21600" fill="none" extrusionOk="0">
                  <a:moveTo>
                    <a:pt x="-1" y="3244"/>
                  </a:moveTo>
                  <a:cubicBezTo>
                    <a:pt x="3418" y="1123"/>
                    <a:pt x="7362" y="-1"/>
                    <a:pt x="11386" y="0"/>
                  </a:cubicBezTo>
                  <a:cubicBezTo>
                    <a:pt x="19494" y="0"/>
                    <a:pt x="26919" y="4541"/>
                    <a:pt x="30613" y="11759"/>
                  </a:cubicBezTo>
                </a:path>
                <a:path w="30614" h="21600" stroke="0" extrusionOk="0">
                  <a:moveTo>
                    <a:pt x="-1" y="3244"/>
                  </a:moveTo>
                  <a:cubicBezTo>
                    <a:pt x="3418" y="1123"/>
                    <a:pt x="7362" y="-1"/>
                    <a:pt x="11386" y="0"/>
                  </a:cubicBezTo>
                  <a:cubicBezTo>
                    <a:pt x="19494" y="0"/>
                    <a:pt x="26919" y="4541"/>
                    <a:pt x="30613" y="11759"/>
                  </a:cubicBezTo>
                  <a:lnTo>
                    <a:pt x="11386" y="21600"/>
                  </a:lnTo>
                  <a:close/>
                </a:path>
              </a:pathLst>
            </a:custGeom>
            <a:noFill/>
            <a:ln w="9525">
              <a:solidFill>
                <a:srgbClr val="FF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28136" name="Line 72"/>
            <p:cNvSpPr>
              <a:spLocks noChangeShapeType="1"/>
            </p:cNvSpPr>
            <p:nvPr/>
          </p:nvSpPr>
          <p:spPr bwMode="auto">
            <a:xfrm flipH="1">
              <a:off x="4320" y="1248"/>
              <a:ext cx="77" cy="96"/>
            </a:xfrm>
            <a:prstGeom prst="line">
              <a:avLst/>
            </a:prstGeom>
            <a:noFill/>
            <a:ln w="9525">
              <a:solidFill>
                <a:srgbClr val="FF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28137" name="Group 73"/>
          <p:cNvGrpSpPr>
            <a:grpSpLocks/>
          </p:cNvGrpSpPr>
          <p:nvPr/>
        </p:nvGrpSpPr>
        <p:grpSpPr bwMode="auto">
          <a:xfrm rot="5400000">
            <a:off x="2024857" y="5118520"/>
            <a:ext cx="838200" cy="74613"/>
            <a:chOff x="3984" y="384"/>
            <a:chExt cx="528" cy="0"/>
          </a:xfrm>
        </p:grpSpPr>
        <p:sp>
          <p:nvSpPr>
            <p:cNvPr id="728138" name="Line 74"/>
            <p:cNvSpPr>
              <a:spLocks noChangeShapeType="1"/>
            </p:cNvSpPr>
            <p:nvPr/>
          </p:nvSpPr>
          <p:spPr bwMode="auto">
            <a:xfrm flipH="1">
              <a:off x="3984" y="384"/>
              <a:ext cx="528" cy="0"/>
            </a:xfrm>
            <a:prstGeom prst="line">
              <a:avLst/>
            </a:prstGeom>
            <a:noFill/>
            <a:ln w="9525">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28139" name="Line 75"/>
            <p:cNvSpPr>
              <a:spLocks noChangeShapeType="1"/>
            </p:cNvSpPr>
            <p:nvPr/>
          </p:nvSpPr>
          <p:spPr bwMode="auto">
            <a:xfrm flipH="1">
              <a:off x="4182" y="384"/>
              <a:ext cx="144" cy="0"/>
            </a:xfrm>
            <a:prstGeom prst="line">
              <a:avLst/>
            </a:prstGeom>
            <a:noFill/>
            <a:ln w="9525">
              <a:solidFill>
                <a:srgbClr val="FF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28140" name="Group 76"/>
          <p:cNvGrpSpPr>
            <a:grpSpLocks/>
          </p:cNvGrpSpPr>
          <p:nvPr/>
        </p:nvGrpSpPr>
        <p:grpSpPr bwMode="auto">
          <a:xfrm flipH="1">
            <a:off x="2470150" y="5603500"/>
            <a:ext cx="838200" cy="0"/>
            <a:chOff x="3984" y="384"/>
            <a:chExt cx="528" cy="0"/>
          </a:xfrm>
        </p:grpSpPr>
        <p:sp>
          <p:nvSpPr>
            <p:cNvPr id="728141" name="Line 77"/>
            <p:cNvSpPr>
              <a:spLocks noChangeShapeType="1"/>
            </p:cNvSpPr>
            <p:nvPr/>
          </p:nvSpPr>
          <p:spPr bwMode="auto">
            <a:xfrm flipH="1">
              <a:off x="3984" y="384"/>
              <a:ext cx="528" cy="0"/>
            </a:xfrm>
            <a:prstGeom prst="line">
              <a:avLst/>
            </a:prstGeom>
            <a:noFill/>
            <a:ln w="9525">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28142" name="Line 78"/>
            <p:cNvSpPr>
              <a:spLocks noChangeShapeType="1"/>
            </p:cNvSpPr>
            <p:nvPr/>
          </p:nvSpPr>
          <p:spPr bwMode="auto">
            <a:xfrm flipH="1">
              <a:off x="4182" y="384"/>
              <a:ext cx="144" cy="0"/>
            </a:xfrm>
            <a:prstGeom prst="line">
              <a:avLst/>
            </a:prstGeom>
            <a:noFill/>
            <a:ln w="9525">
              <a:solidFill>
                <a:srgbClr val="FF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728143" name="Text Box 79"/>
          <p:cNvSpPr txBox="1">
            <a:spLocks noChangeArrowheads="1"/>
          </p:cNvSpPr>
          <p:nvPr/>
        </p:nvSpPr>
        <p:spPr bwMode="auto">
          <a:xfrm>
            <a:off x="3270252" y="3803275"/>
            <a:ext cx="2825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b="1" dirty="0">
                <a:solidFill>
                  <a:schemeClr val="accent2"/>
                </a:solidFill>
                <a:latin typeface="Arial" panose="020B0604020202020204" pitchFamily="34" charset="0"/>
              </a:rPr>
              <a:t>a</a:t>
            </a:r>
          </a:p>
        </p:txBody>
      </p:sp>
      <p:sp>
        <p:nvSpPr>
          <p:cNvPr id="728144" name="Text Box 80"/>
          <p:cNvSpPr txBox="1">
            <a:spLocks noChangeArrowheads="1"/>
          </p:cNvSpPr>
          <p:nvPr/>
        </p:nvSpPr>
        <p:spPr bwMode="auto">
          <a:xfrm>
            <a:off x="3270252" y="5422525"/>
            <a:ext cx="34336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a:latin typeface="Arial" panose="020B0604020202020204" pitchFamily="34" charset="0"/>
              </a:rPr>
              <a:t>a´</a:t>
            </a:r>
          </a:p>
          <a:p>
            <a:pPr eaLnBrk="1" hangingPunct="1"/>
            <a:endParaRPr lang="en-US" altLang="en-US" sz="1400" dirty="0">
              <a:latin typeface="Arial" panose="020B0604020202020204" pitchFamily="34" charset="0"/>
            </a:endParaRPr>
          </a:p>
        </p:txBody>
      </p:sp>
      <p:sp>
        <p:nvSpPr>
          <p:cNvPr id="728145" name="Text Box 81"/>
          <p:cNvSpPr txBox="1">
            <a:spLocks noChangeArrowheads="1"/>
          </p:cNvSpPr>
          <p:nvPr/>
        </p:nvSpPr>
        <p:spPr bwMode="auto">
          <a:xfrm>
            <a:off x="3863975" y="3738188"/>
            <a:ext cx="1841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endParaRPr lang="en-US" altLang="en-US" sz="1400">
              <a:latin typeface="Arial" panose="020B0604020202020204" pitchFamily="34" charset="0"/>
            </a:endParaRPr>
          </a:p>
        </p:txBody>
      </p:sp>
      <p:sp>
        <p:nvSpPr>
          <p:cNvPr id="728146" name="Text Box 82"/>
          <p:cNvSpPr txBox="1">
            <a:spLocks noChangeArrowheads="1"/>
          </p:cNvSpPr>
          <p:nvPr/>
        </p:nvSpPr>
        <p:spPr bwMode="auto">
          <a:xfrm>
            <a:off x="1491151" y="5918001"/>
            <a:ext cx="156485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altLang="en-US" sz="1400" dirty="0">
                <a:solidFill>
                  <a:srgbClr val="00B050"/>
                </a:solidFill>
                <a:latin typeface="Arial" panose="020B0604020202020204" pitchFamily="34" charset="0"/>
              </a:rPr>
              <a:t>POINT A IN</a:t>
            </a:r>
          </a:p>
          <a:p>
            <a:pPr algn="ctr" eaLnBrk="1" hangingPunct="1"/>
            <a:r>
              <a:rPr lang="en-US" altLang="en-US" sz="1400" dirty="0">
                <a:solidFill>
                  <a:srgbClr val="00B050"/>
                </a:solidFill>
                <a:latin typeface="Arial" panose="020B0604020202020204" pitchFamily="34" charset="0"/>
              </a:rPr>
              <a:t>3</a:t>
            </a:r>
            <a:r>
              <a:rPr lang="en-US" altLang="en-US" sz="1400" baseline="30000" dirty="0">
                <a:solidFill>
                  <a:srgbClr val="00B050"/>
                </a:solidFill>
                <a:latin typeface="Arial" panose="020B0604020202020204" pitchFamily="34" charset="0"/>
              </a:rPr>
              <a:t>RD</a:t>
            </a:r>
            <a:r>
              <a:rPr lang="en-US" altLang="en-US" sz="1400" dirty="0">
                <a:solidFill>
                  <a:srgbClr val="00B050"/>
                </a:solidFill>
                <a:latin typeface="Arial" panose="020B0604020202020204" pitchFamily="34" charset="0"/>
              </a:rPr>
              <a:t>  QUADRANT</a:t>
            </a:r>
          </a:p>
        </p:txBody>
      </p:sp>
      <p:grpSp>
        <p:nvGrpSpPr>
          <p:cNvPr id="728147" name="Group 83"/>
          <p:cNvGrpSpPr>
            <a:grpSpLocks/>
          </p:cNvGrpSpPr>
          <p:nvPr/>
        </p:nvGrpSpPr>
        <p:grpSpPr bwMode="auto">
          <a:xfrm>
            <a:off x="2127250" y="4774825"/>
            <a:ext cx="1143000" cy="1447800"/>
            <a:chOff x="1536" y="2820"/>
            <a:chExt cx="720" cy="912"/>
          </a:xfrm>
        </p:grpSpPr>
        <p:sp>
          <p:nvSpPr>
            <p:cNvPr id="728148" name="Line 84"/>
            <p:cNvSpPr>
              <a:spLocks noChangeShapeType="1"/>
            </p:cNvSpPr>
            <p:nvPr/>
          </p:nvSpPr>
          <p:spPr bwMode="auto">
            <a:xfrm>
              <a:off x="1536" y="2832"/>
              <a:ext cx="720" cy="0"/>
            </a:xfrm>
            <a:prstGeom prst="line">
              <a:avLst/>
            </a:prstGeom>
            <a:noFill/>
            <a:ln w="28575">
              <a:solidFill>
                <a:srgbClr val="FF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28149" name="Line 85"/>
            <p:cNvSpPr>
              <a:spLocks noChangeShapeType="1"/>
            </p:cNvSpPr>
            <p:nvPr/>
          </p:nvSpPr>
          <p:spPr bwMode="auto">
            <a:xfrm>
              <a:off x="2256" y="2820"/>
              <a:ext cx="0" cy="912"/>
            </a:xfrm>
            <a:prstGeom prst="line">
              <a:avLst/>
            </a:prstGeom>
            <a:noFill/>
            <a:ln w="28575">
              <a:solidFill>
                <a:srgbClr val="FF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28150" name="Group 86"/>
          <p:cNvGrpSpPr>
            <a:grpSpLocks/>
          </p:cNvGrpSpPr>
          <p:nvPr/>
        </p:nvGrpSpPr>
        <p:grpSpPr bwMode="auto">
          <a:xfrm>
            <a:off x="1898650" y="4546226"/>
            <a:ext cx="1587500" cy="1935163"/>
            <a:chOff x="1392" y="2676"/>
            <a:chExt cx="1000" cy="1219"/>
          </a:xfrm>
        </p:grpSpPr>
        <p:sp>
          <p:nvSpPr>
            <p:cNvPr id="728151" name="Text Box 87"/>
            <p:cNvSpPr txBox="1">
              <a:spLocks noChangeArrowheads="1"/>
            </p:cNvSpPr>
            <p:nvPr/>
          </p:nvSpPr>
          <p:spPr bwMode="auto">
            <a:xfrm>
              <a:off x="1392" y="2676"/>
              <a:ext cx="2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Arial" panose="020B0604020202020204" pitchFamily="34" charset="0"/>
                </a:rPr>
                <a:t>HP</a:t>
              </a:r>
            </a:p>
          </p:txBody>
        </p:sp>
        <p:sp>
          <p:nvSpPr>
            <p:cNvPr id="728152" name="Text Box 88"/>
            <p:cNvSpPr txBox="1">
              <a:spLocks noChangeArrowheads="1"/>
            </p:cNvSpPr>
            <p:nvPr/>
          </p:nvSpPr>
          <p:spPr bwMode="auto">
            <a:xfrm>
              <a:off x="2126" y="3703"/>
              <a:ext cx="26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Arial" panose="020B0604020202020204" pitchFamily="34" charset="0"/>
                </a:rPr>
                <a:t>VP</a:t>
              </a:r>
            </a:p>
          </p:txBody>
        </p:sp>
      </p:grpSp>
      <p:sp>
        <p:nvSpPr>
          <p:cNvPr id="728153" name="Text Box 89"/>
          <p:cNvSpPr txBox="1">
            <a:spLocks noChangeArrowheads="1"/>
          </p:cNvSpPr>
          <p:nvPr/>
        </p:nvSpPr>
        <p:spPr bwMode="auto">
          <a:xfrm>
            <a:off x="2308224" y="5603500"/>
            <a:ext cx="3032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Arial" panose="020B0604020202020204" pitchFamily="34" charset="0"/>
              </a:rPr>
              <a:t>A</a:t>
            </a:r>
          </a:p>
        </p:txBody>
      </p:sp>
      <p:sp>
        <p:nvSpPr>
          <p:cNvPr id="728154" name="Rectangle 90"/>
          <p:cNvSpPr>
            <a:spLocks noChangeArrowheads="1"/>
          </p:cNvSpPr>
          <p:nvPr/>
        </p:nvSpPr>
        <p:spPr bwMode="auto">
          <a:xfrm>
            <a:off x="5257800" y="3460375"/>
            <a:ext cx="3886200" cy="30480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nvGrpSpPr>
          <p:cNvPr id="728155" name="Group 91"/>
          <p:cNvGrpSpPr>
            <a:grpSpLocks/>
          </p:cNvGrpSpPr>
          <p:nvPr/>
        </p:nvGrpSpPr>
        <p:grpSpPr bwMode="auto">
          <a:xfrm>
            <a:off x="5829300" y="3727075"/>
            <a:ext cx="1828800" cy="2362200"/>
            <a:chOff x="3744" y="2244"/>
            <a:chExt cx="1152" cy="1488"/>
          </a:xfrm>
        </p:grpSpPr>
        <p:sp>
          <p:nvSpPr>
            <p:cNvPr id="728156" name="Line 92"/>
            <p:cNvSpPr>
              <a:spLocks noChangeShapeType="1"/>
            </p:cNvSpPr>
            <p:nvPr/>
          </p:nvSpPr>
          <p:spPr bwMode="auto">
            <a:xfrm flipH="1" flipV="1">
              <a:off x="3744" y="2850"/>
              <a:ext cx="1152" cy="0"/>
            </a:xfrm>
            <a:prstGeom prst="line">
              <a:avLst/>
            </a:prstGeom>
            <a:noFill/>
            <a:ln w="190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28157" name="Line 93"/>
            <p:cNvSpPr>
              <a:spLocks noChangeShapeType="1"/>
            </p:cNvSpPr>
            <p:nvPr/>
          </p:nvSpPr>
          <p:spPr bwMode="auto">
            <a:xfrm flipH="1" flipV="1">
              <a:off x="4164" y="2244"/>
              <a:ext cx="0" cy="1488"/>
            </a:xfrm>
            <a:prstGeom prst="line">
              <a:avLst/>
            </a:prstGeom>
            <a:noFill/>
            <a:ln w="190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728158" name="Oval 94"/>
          <p:cNvSpPr>
            <a:spLocks noChangeArrowheads="1"/>
          </p:cNvSpPr>
          <p:nvPr/>
        </p:nvSpPr>
        <p:spPr bwMode="auto">
          <a:xfrm flipH="1" flipV="1">
            <a:off x="7196138" y="57559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28159" name="Oval 95"/>
          <p:cNvSpPr>
            <a:spLocks noChangeArrowheads="1"/>
          </p:cNvSpPr>
          <p:nvPr/>
        </p:nvSpPr>
        <p:spPr bwMode="auto">
          <a:xfrm flipH="1" flipV="1">
            <a:off x="6443663" y="5379663"/>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28160" name="Oval 96"/>
          <p:cNvSpPr>
            <a:spLocks noChangeArrowheads="1"/>
          </p:cNvSpPr>
          <p:nvPr/>
        </p:nvSpPr>
        <p:spPr bwMode="auto">
          <a:xfrm flipH="1" flipV="1">
            <a:off x="6443663" y="5760663"/>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nvGrpSpPr>
          <p:cNvPr id="728161" name="Group 97"/>
          <p:cNvGrpSpPr>
            <a:grpSpLocks/>
          </p:cNvGrpSpPr>
          <p:nvPr/>
        </p:nvGrpSpPr>
        <p:grpSpPr bwMode="auto">
          <a:xfrm>
            <a:off x="7677152" y="4574800"/>
            <a:ext cx="1171575" cy="228600"/>
            <a:chOff x="4992" y="750"/>
            <a:chExt cx="738" cy="144"/>
          </a:xfrm>
        </p:grpSpPr>
        <p:sp>
          <p:nvSpPr>
            <p:cNvPr id="728162" name="AutoShape 98"/>
            <p:cNvSpPr>
              <a:spLocks noChangeArrowheads="1"/>
            </p:cNvSpPr>
            <p:nvPr/>
          </p:nvSpPr>
          <p:spPr bwMode="auto">
            <a:xfrm>
              <a:off x="4992" y="768"/>
              <a:ext cx="240" cy="96"/>
            </a:xfrm>
            <a:prstGeom prst="leftArrow">
              <a:avLst>
                <a:gd name="adj1" fmla="val 50000"/>
                <a:gd name="adj2" fmla="val 625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28163" name="Text Box 99"/>
            <p:cNvSpPr txBox="1">
              <a:spLocks noChangeArrowheads="1"/>
            </p:cNvSpPr>
            <p:nvPr/>
          </p:nvSpPr>
          <p:spPr bwMode="auto">
            <a:xfrm>
              <a:off x="5210" y="750"/>
              <a:ext cx="520"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900">
                  <a:latin typeface="Arial" panose="020B0604020202020204" pitchFamily="34" charset="0"/>
                </a:rPr>
                <a:t>OBSERVER</a:t>
              </a:r>
            </a:p>
          </p:txBody>
        </p:sp>
      </p:grpSp>
      <p:sp>
        <p:nvSpPr>
          <p:cNvPr id="728164" name="Text Box 100"/>
          <p:cNvSpPr txBox="1">
            <a:spLocks noChangeArrowheads="1"/>
          </p:cNvSpPr>
          <p:nvPr/>
        </p:nvSpPr>
        <p:spPr bwMode="auto">
          <a:xfrm>
            <a:off x="6121628" y="5273589"/>
            <a:ext cx="2825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Arial" panose="020B0604020202020204" pitchFamily="34" charset="0"/>
              </a:rPr>
              <a:t>a</a:t>
            </a:r>
          </a:p>
        </p:txBody>
      </p:sp>
      <p:sp>
        <p:nvSpPr>
          <p:cNvPr id="728165" name="Text Box 101"/>
          <p:cNvSpPr txBox="1">
            <a:spLocks noChangeArrowheads="1"/>
          </p:cNvSpPr>
          <p:nvPr/>
        </p:nvSpPr>
        <p:spPr bwMode="auto">
          <a:xfrm>
            <a:off x="6133837" y="5651125"/>
            <a:ext cx="34336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a:latin typeface="Arial" panose="020B0604020202020204" pitchFamily="34" charset="0"/>
              </a:rPr>
              <a:t>a´</a:t>
            </a:r>
          </a:p>
          <a:p>
            <a:pPr eaLnBrk="1" hangingPunct="1"/>
            <a:endParaRPr lang="en-US" altLang="en-US" sz="1400" dirty="0">
              <a:latin typeface="Arial" panose="020B0604020202020204" pitchFamily="34" charset="0"/>
            </a:endParaRPr>
          </a:p>
        </p:txBody>
      </p:sp>
      <p:grpSp>
        <p:nvGrpSpPr>
          <p:cNvPr id="728166" name="Group 102"/>
          <p:cNvGrpSpPr>
            <a:grpSpLocks/>
          </p:cNvGrpSpPr>
          <p:nvPr/>
        </p:nvGrpSpPr>
        <p:grpSpPr bwMode="auto">
          <a:xfrm rot="185559">
            <a:off x="6372227" y="4431925"/>
            <a:ext cx="752475" cy="1066800"/>
            <a:chOff x="3909" y="760"/>
            <a:chExt cx="528" cy="748"/>
          </a:xfrm>
        </p:grpSpPr>
        <p:sp>
          <p:nvSpPr>
            <p:cNvPr id="728167" name="Arc 103"/>
            <p:cNvSpPr>
              <a:spLocks/>
            </p:cNvSpPr>
            <p:nvPr/>
          </p:nvSpPr>
          <p:spPr bwMode="auto">
            <a:xfrm rot="7060958">
              <a:off x="3799" y="870"/>
              <a:ext cx="748" cy="528"/>
            </a:xfrm>
            <a:custGeom>
              <a:avLst/>
              <a:gdLst>
                <a:gd name="G0" fmla="+- 11386 0 0"/>
                <a:gd name="G1" fmla="+- 21600 0 0"/>
                <a:gd name="G2" fmla="+- 21600 0 0"/>
                <a:gd name="T0" fmla="*/ 0 w 30614"/>
                <a:gd name="T1" fmla="*/ 3245 h 21600"/>
                <a:gd name="T2" fmla="*/ 30614 w 30614"/>
                <a:gd name="T3" fmla="*/ 11759 h 21600"/>
                <a:gd name="T4" fmla="*/ 11386 w 30614"/>
                <a:gd name="T5" fmla="*/ 21600 h 21600"/>
              </a:gdLst>
              <a:ahLst/>
              <a:cxnLst>
                <a:cxn ang="0">
                  <a:pos x="T0" y="T1"/>
                </a:cxn>
                <a:cxn ang="0">
                  <a:pos x="T2" y="T3"/>
                </a:cxn>
                <a:cxn ang="0">
                  <a:pos x="T4" y="T5"/>
                </a:cxn>
              </a:cxnLst>
              <a:rect l="0" t="0" r="r" b="b"/>
              <a:pathLst>
                <a:path w="30614" h="21600" fill="none" extrusionOk="0">
                  <a:moveTo>
                    <a:pt x="-1" y="3244"/>
                  </a:moveTo>
                  <a:cubicBezTo>
                    <a:pt x="3418" y="1123"/>
                    <a:pt x="7362" y="-1"/>
                    <a:pt x="11386" y="0"/>
                  </a:cubicBezTo>
                  <a:cubicBezTo>
                    <a:pt x="19494" y="0"/>
                    <a:pt x="26919" y="4541"/>
                    <a:pt x="30613" y="11759"/>
                  </a:cubicBezTo>
                </a:path>
                <a:path w="30614" h="21600" stroke="0" extrusionOk="0">
                  <a:moveTo>
                    <a:pt x="-1" y="3244"/>
                  </a:moveTo>
                  <a:cubicBezTo>
                    <a:pt x="3418" y="1123"/>
                    <a:pt x="7362" y="-1"/>
                    <a:pt x="11386" y="0"/>
                  </a:cubicBezTo>
                  <a:cubicBezTo>
                    <a:pt x="19494" y="0"/>
                    <a:pt x="26919" y="4541"/>
                    <a:pt x="30613" y="11759"/>
                  </a:cubicBezTo>
                  <a:lnTo>
                    <a:pt x="11386" y="21600"/>
                  </a:lnTo>
                  <a:close/>
                </a:path>
              </a:pathLst>
            </a:custGeom>
            <a:noFill/>
            <a:ln w="9525">
              <a:solidFill>
                <a:srgbClr val="FF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28168" name="Line 104"/>
            <p:cNvSpPr>
              <a:spLocks noChangeShapeType="1"/>
            </p:cNvSpPr>
            <p:nvPr/>
          </p:nvSpPr>
          <p:spPr bwMode="auto">
            <a:xfrm flipH="1">
              <a:off x="4320" y="1248"/>
              <a:ext cx="77" cy="96"/>
            </a:xfrm>
            <a:prstGeom prst="line">
              <a:avLst/>
            </a:prstGeom>
            <a:noFill/>
            <a:ln w="9525">
              <a:solidFill>
                <a:srgbClr val="FF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28169" name="Group 105"/>
          <p:cNvGrpSpPr>
            <a:grpSpLocks/>
          </p:cNvGrpSpPr>
          <p:nvPr/>
        </p:nvGrpSpPr>
        <p:grpSpPr bwMode="auto">
          <a:xfrm rot="16200000" flipH="1">
            <a:off x="6715125" y="5222500"/>
            <a:ext cx="1143000" cy="76200"/>
            <a:chOff x="3984" y="384"/>
            <a:chExt cx="528" cy="0"/>
          </a:xfrm>
        </p:grpSpPr>
        <p:sp>
          <p:nvSpPr>
            <p:cNvPr id="728170" name="Line 106"/>
            <p:cNvSpPr>
              <a:spLocks noChangeShapeType="1"/>
            </p:cNvSpPr>
            <p:nvPr/>
          </p:nvSpPr>
          <p:spPr bwMode="auto">
            <a:xfrm flipH="1">
              <a:off x="3984" y="384"/>
              <a:ext cx="528" cy="0"/>
            </a:xfrm>
            <a:prstGeom prst="line">
              <a:avLst/>
            </a:prstGeom>
            <a:noFill/>
            <a:ln w="9525">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28171" name="Line 107"/>
            <p:cNvSpPr>
              <a:spLocks noChangeShapeType="1"/>
            </p:cNvSpPr>
            <p:nvPr/>
          </p:nvSpPr>
          <p:spPr bwMode="auto">
            <a:xfrm flipH="1">
              <a:off x="4182" y="384"/>
              <a:ext cx="144" cy="0"/>
            </a:xfrm>
            <a:prstGeom prst="line">
              <a:avLst/>
            </a:prstGeom>
            <a:noFill/>
            <a:ln w="9525">
              <a:solidFill>
                <a:srgbClr val="FF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28172" name="Group 108"/>
          <p:cNvGrpSpPr>
            <a:grpSpLocks/>
          </p:cNvGrpSpPr>
          <p:nvPr/>
        </p:nvGrpSpPr>
        <p:grpSpPr bwMode="auto">
          <a:xfrm>
            <a:off x="6438900" y="5803525"/>
            <a:ext cx="838200" cy="0"/>
            <a:chOff x="3984" y="384"/>
            <a:chExt cx="528" cy="0"/>
          </a:xfrm>
        </p:grpSpPr>
        <p:sp>
          <p:nvSpPr>
            <p:cNvPr id="728173" name="Line 109"/>
            <p:cNvSpPr>
              <a:spLocks noChangeShapeType="1"/>
            </p:cNvSpPr>
            <p:nvPr/>
          </p:nvSpPr>
          <p:spPr bwMode="auto">
            <a:xfrm flipH="1">
              <a:off x="3984" y="384"/>
              <a:ext cx="528" cy="0"/>
            </a:xfrm>
            <a:prstGeom prst="line">
              <a:avLst/>
            </a:prstGeom>
            <a:noFill/>
            <a:ln w="9525">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28174" name="Line 110"/>
            <p:cNvSpPr>
              <a:spLocks noChangeShapeType="1"/>
            </p:cNvSpPr>
            <p:nvPr/>
          </p:nvSpPr>
          <p:spPr bwMode="auto">
            <a:xfrm flipH="1">
              <a:off x="4182" y="384"/>
              <a:ext cx="144" cy="0"/>
            </a:xfrm>
            <a:prstGeom prst="line">
              <a:avLst/>
            </a:prstGeom>
            <a:noFill/>
            <a:ln w="9525">
              <a:solidFill>
                <a:srgbClr val="FF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728175" name="Text Box 111"/>
          <p:cNvSpPr txBox="1">
            <a:spLocks noChangeArrowheads="1"/>
          </p:cNvSpPr>
          <p:nvPr/>
        </p:nvSpPr>
        <p:spPr bwMode="auto">
          <a:xfrm>
            <a:off x="7466015" y="5898355"/>
            <a:ext cx="155202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solidFill>
                  <a:srgbClr val="009900"/>
                </a:solidFill>
                <a:latin typeface="Arial" panose="020B0604020202020204" pitchFamily="34" charset="0"/>
              </a:rPr>
              <a:t>POINT A IN</a:t>
            </a:r>
          </a:p>
          <a:p>
            <a:pPr eaLnBrk="1" hangingPunct="1"/>
            <a:r>
              <a:rPr lang="en-US" altLang="en-US" sz="1400" dirty="0">
                <a:solidFill>
                  <a:srgbClr val="009900"/>
                </a:solidFill>
                <a:latin typeface="Arial" panose="020B0604020202020204" pitchFamily="34" charset="0"/>
              </a:rPr>
              <a:t>4</a:t>
            </a:r>
            <a:r>
              <a:rPr lang="en-US" altLang="en-US" sz="1400" baseline="30000" dirty="0">
                <a:solidFill>
                  <a:srgbClr val="009900"/>
                </a:solidFill>
                <a:latin typeface="Arial" panose="020B0604020202020204" pitchFamily="34" charset="0"/>
              </a:rPr>
              <a:t>TH</a:t>
            </a:r>
            <a:r>
              <a:rPr lang="en-US" altLang="en-US" sz="1400" dirty="0">
                <a:solidFill>
                  <a:srgbClr val="009900"/>
                </a:solidFill>
                <a:latin typeface="Arial" panose="020B0604020202020204" pitchFamily="34" charset="0"/>
              </a:rPr>
              <a:t>  QUADRANT</a:t>
            </a:r>
          </a:p>
        </p:txBody>
      </p:sp>
      <p:grpSp>
        <p:nvGrpSpPr>
          <p:cNvPr id="728176" name="Group 112"/>
          <p:cNvGrpSpPr>
            <a:grpSpLocks/>
          </p:cNvGrpSpPr>
          <p:nvPr/>
        </p:nvGrpSpPr>
        <p:grpSpPr bwMode="auto">
          <a:xfrm>
            <a:off x="6486525" y="4660525"/>
            <a:ext cx="1143000" cy="1447800"/>
            <a:chOff x="4158" y="2832"/>
            <a:chExt cx="720" cy="912"/>
          </a:xfrm>
        </p:grpSpPr>
        <p:sp>
          <p:nvSpPr>
            <p:cNvPr id="728177" name="Line 113"/>
            <p:cNvSpPr>
              <a:spLocks noChangeShapeType="1"/>
            </p:cNvSpPr>
            <p:nvPr/>
          </p:nvSpPr>
          <p:spPr bwMode="auto">
            <a:xfrm>
              <a:off x="4158" y="2850"/>
              <a:ext cx="720" cy="0"/>
            </a:xfrm>
            <a:prstGeom prst="line">
              <a:avLst/>
            </a:prstGeom>
            <a:noFill/>
            <a:ln w="28575">
              <a:solidFill>
                <a:srgbClr val="FF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28178" name="Line 114"/>
            <p:cNvSpPr>
              <a:spLocks noChangeShapeType="1"/>
            </p:cNvSpPr>
            <p:nvPr/>
          </p:nvSpPr>
          <p:spPr bwMode="auto">
            <a:xfrm>
              <a:off x="4164" y="2832"/>
              <a:ext cx="0" cy="912"/>
            </a:xfrm>
            <a:prstGeom prst="line">
              <a:avLst/>
            </a:prstGeom>
            <a:noFill/>
            <a:ln w="28575">
              <a:solidFill>
                <a:srgbClr val="FF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28179" name="Group 115"/>
          <p:cNvGrpSpPr>
            <a:grpSpLocks/>
          </p:cNvGrpSpPr>
          <p:nvPr/>
        </p:nvGrpSpPr>
        <p:grpSpPr bwMode="auto">
          <a:xfrm>
            <a:off x="6286500" y="4412875"/>
            <a:ext cx="1422400" cy="1924050"/>
            <a:chOff x="4032" y="2676"/>
            <a:chExt cx="896" cy="1212"/>
          </a:xfrm>
        </p:grpSpPr>
        <p:sp>
          <p:nvSpPr>
            <p:cNvPr id="728180" name="Text Box 116"/>
            <p:cNvSpPr txBox="1">
              <a:spLocks noChangeArrowheads="1"/>
            </p:cNvSpPr>
            <p:nvPr/>
          </p:nvSpPr>
          <p:spPr bwMode="auto">
            <a:xfrm>
              <a:off x="4656" y="2676"/>
              <a:ext cx="2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Arial" panose="020B0604020202020204" pitchFamily="34" charset="0"/>
                </a:rPr>
                <a:t>HP</a:t>
              </a:r>
            </a:p>
          </p:txBody>
        </p:sp>
        <p:sp>
          <p:nvSpPr>
            <p:cNvPr id="728181" name="Text Box 117"/>
            <p:cNvSpPr txBox="1">
              <a:spLocks noChangeArrowheads="1"/>
            </p:cNvSpPr>
            <p:nvPr/>
          </p:nvSpPr>
          <p:spPr bwMode="auto">
            <a:xfrm>
              <a:off x="4032" y="3696"/>
              <a:ext cx="26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Arial" panose="020B0604020202020204" pitchFamily="34" charset="0"/>
                </a:rPr>
                <a:t>VP</a:t>
              </a:r>
            </a:p>
          </p:txBody>
        </p:sp>
      </p:grpSp>
      <p:sp>
        <p:nvSpPr>
          <p:cNvPr id="728182" name="Text Box 118"/>
          <p:cNvSpPr txBox="1">
            <a:spLocks noChangeArrowheads="1"/>
          </p:cNvSpPr>
          <p:nvPr/>
        </p:nvSpPr>
        <p:spPr bwMode="auto">
          <a:xfrm>
            <a:off x="7115914" y="5855165"/>
            <a:ext cx="3032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Arial" panose="020B0604020202020204" pitchFamily="34" charset="0"/>
              </a:rPr>
              <a:t>A</a:t>
            </a:r>
          </a:p>
        </p:txBody>
      </p:sp>
      <p:grpSp>
        <p:nvGrpSpPr>
          <p:cNvPr id="728183" name="Group 119"/>
          <p:cNvGrpSpPr>
            <a:grpSpLocks/>
          </p:cNvGrpSpPr>
          <p:nvPr/>
        </p:nvGrpSpPr>
        <p:grpSpPr bwMode="auto">
          <a:xfrm>
            <a:off x="-130177" y="336175"/>
            <a:ext cx="1704976" cy="6172200"/>
            <a:chOff x="-82" y="0"/>
            <a:chExt cx="1074" cy="3888"/>
          </a:xfrm>
        </p:grpSpPr>
        <p:sp>
          <p:nvSpPr>
            <p:cNvPr id="728184" name="Rectangle 120"/>
            <p:cNvSpPr>
              <a:spLocks noChangeArrowheads="1"/>
            </p:cNvSpPr>
            <p:nvPr/>
          </p:nvSpPr>
          <p:spPr bwMode="auto">
            <a:xfrm>
              <a:off x="0" y="0"/>
              <a:ext cx="902" cy="3888"/>
            </a:xfrm>
            <a:prstGeom prst="rect">
              <a:avLst/>
            </a:prstGeom>
            <a:solidFill>
              <a:srgbClr val="CC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28185" name="Text Box 121"/>
            <p:cNvSpPr txBox="1">
              <a:spLocks noChangeArrowheads="1"/>
            </p:cNvSpPr>
            <p:nvPr/>
          </p:nvSpPr>
          <p:spPr bwMode="auto">
            <a:xfrm>
              <a:off x="-82" y="374"/>
              <a:ext cx="1074" cy="3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altLang="en-US" sz="1400" b="1" dirty="0">
                  <a:latin typeface="Arial" panose="020B0604020202020204" pitchFamily="34" charset="0"/>
                </a:rPr>
                <a:t>Point A is </a:t>
              </a:r>
            </a:p>
            <a:p>
              <a:pPr algn="ctr" eaLnBrk="1" hangingPunct="1"/>
              <a:r>
                <a:rPr lang="en-US" altLang="en-US" sz="1400" b="1" dirty="0">
                  <a:latin typeface="Arial" panose="020B0604020202020204" pitchFamily="34" charset="0"/>
                </a:rPr>
                <a:t>placed In </a:t>
              </a:r>
            </a:p>
            <a:p>
              <a:pPr algn="ctr" eaLnBrk="1" hangingPunct="1"/>
              <a:r>
                <a:rPr lang="en-US" altLang="en-US" sz="1400" b="1" dirty="0">
                  <a:latin typeface="Arial" panose="020B0604020202020204" pitchFamily="34" charset="0"/>
                </a:rPr>
                <a:t>different </a:t>
              </a:r>
            </a:p>
            <a:p>
              <a:pPr algn="ctr" eaLnBrk="1" hangingPunct="1"/>
              <a:r>
                <a:rPr lang="en-US" altLang="en-US" sz="1400" b="1" dirty="0">
                  <a:latin typeface="Arial" panose="020B0604020202020204" pitchFamily="34" charset="0"/>
                </a:rPr>
                <a:t>quadrants</a:t>
              </a:r>
            </a:p>
            <a:p>
              <a:pPr algn="ctr" eaLnBrk="1" hangingPunct="1"/>
              <a:r>
                <a:rPr lang="en-US" altLang="en-US" sz="1400" b="1" dirty="0">
                  <a:latin typeface="Arial" panose="020B0604020202020204" pitchFamily="34" charset="0"/>
                </a:rPr>
                <a:t>and it’s FV &amp; TV </a:t>
              </a:r>
            </a:p>
            <a:p>
              <a:pPr algn="ctr" eaLnBrk="1" hangingPunct="1"/>
              <a:r>
                <a:rPr lang="en-US" altLang="en-US" sz="1400" b="1" dirty="0">
                  <a:latin typeface="Arial" panose="020B0604020202020204" pitchFamily="34" charset="0"/>
                </a:rPr>
                <a:t>are brought in </a:t>
              </a:r>
            </a:p>
            <a:p>
              <a:pPr algn="ctr" eaLnBrk="1" hangingPunct="1"/>
              <a:r>
                <a:rPr lang="en-US" altLang="en-US" sz="1400" b="1" dirty="0">
                  <a:latin typeface="Arial" panose="020B0604020202020204" pitchFamily="34" charset="0"/>
                </a:rPr>
                <a:t>same plane for </a:t>
              </a:r>
            </a:p>
            <a:p>
              <a:pPr algn="ctr" eaLnBrk="1" hangingPunct="1"/>
              <a:r>
                <a:rPr lang="en-US" altLang="en-US" sz="1400" b="1" dirty="0">
                  <a:latin typeface="Arial" panose="020B0604020202020204" pitchFamily="34" charset="0"/>
                </a:rPr>
                <a:t>Observer to see </a:t>
              </a:r>
            </a:p>
            <a:p>
              <a:pPr algn="ctr" eaLnBrk="1" hangingPunct="1"/>
              <a:r>
                <a:rPr lang="en-US" altLang="en-US" sz="1400" b="1" dirty="0">
                  <a:latin typeface="Arial" panose="020B0604020202020204" pitchFamily="34" charset="0"/>
                </a:rPr>
                <a:t>clearly. </a:t>
              </a:r>
            </a:p>
            <a:p>
              <a:pPr algn="ctr" eaLnBrk="1" hangingPunct="1"/>
              <a:r>
                <a:rPr lang="en-US" altLang="en-US" sz="1400" b="1" dirty="0">
                  <a:latin typeface="Arial" panose="020B0604020202020204" pitchFamily="34" charset="0"/>
                </a:rPr>
                <a:t>FV is visible as</a:t>
              </a:r>
            </a:p>
            <a:p>
              <a:pPr algn="ctr" eaLnBrk="1" hangingPunct="1"/>
              <a:r>
                <a:rPr lang="en-US" altLang="en-US" sz="1400" b="1" dirty="0">
                  <a:latin typeface="Arial" panose="020B0604020202020204" pitchFamily="34" charset="0"/>
                </a:rPr>
                <a:t>it is a view on </a:t>
              </a:r>
            </a:p>
            <a:p>
              <a:pPr algn="ctr" eaLnBrk="1" hangingPunct="1"/>
              <a:r>
                <a:rPr lang="en-US" altLang="en-US" sz="1400" b="1" dirty="0">
                  <a:latin typeface="Arial" panose="020B0604020202020204" pitchFamily="34" charset="0"/>
                </a:rPr>
                <a:t>VP. But as TV is</a:t>
              </a:r>
            </a:p>
            <a:p>
              <a:pPr algn="ctr" eaLnBrk="1" hangingPunct="1"/>
              <a:r>
                <a:rPr lang="en-US" altLang="en-US" sz="1400" b="1" dirty="0">
                  <a:latin typeface="Arial" panose="020B0604020202020204" pitchFamily="34" charset="0"/>
                </a:rPr>
                <a:t> is a view on HP, </a:t>
              </a:r>
            </a:p>
            <a:p>
              <a:pPr algn="ctr" eaLnBrk="1" hangingPunct="1"/>
              <a:r>
                <a:rPr lang="en-US" altLang="en-US" sz="1400" b="1" dirty="0">
                  <a:latin typeface="Arial" panose="020B0604020202020204" pitchFamily="34" charset="0"/>
                </a:rPr>
                <a:t>it is rotated</a:t>
              </a:r>
            </a:p>
            <a:p>
              <a:pPr algn="ctr" eaLnBrk="1" hangingPunct="1"/>
              <a:r>
                <a:rPr lang="en-US" altLang="en-US" sz="1400" b="1" dirty="0">
                  <a:latin typeface="Arial" panose="020B0604020202020204" pitchFamily="34" charset="0"/>
                </a:rPr>
                <a:t>90</a:t>
              </a:r>
              <a:r>
                <a:rPr lang="en-US" altLang="en-US" sz="1400" b="1" baseline="30000" dirty="0">
                  <a:latin typeface="Arial" panose="020B0604020202020204" pitchFamily="34" charset="0"/>
                </a:rPr>
                <a:t>0</a:t>
              </a:r>
              <a:r>
                <a:rPr lang="en-US" altLang="en-US" sz="1400" b="1" dirty="0">
                  <a:latin typeface="Arial" panose="020B0604020202020204" pitchFamily="34" charset="0"/>
                </a:rPr>
                <a:t>, </a:t>
              </a:r>
            </a:p>
            <a:p>
              <a:pPr algn="ctr" eaLnBrk="1" hangingPunct="1"/>
              <a:r>
                <a:rPr lang="en-US" altLang="en-US" sz="1400" b="1" dirty="0">
                  <a:latin typeface="Arial" panose="020B0604020202020204" pitchFamily="34" charset="0"/>
                </a:rPr>
                <a:t>in clockwise </a:t>
              </a:r>
            </a:p>
            <a:p>
              <a:pPr algn="ctr" eaLnBrk="1" hangingPunct="1"/>
              <a:r>
                <a:rPr lang="en-US" altLang="en-US" sz="1400" b="1" dirty="0">
                  <a:latin typeface="Arial" panose="020B0604020202020204" pitchFamily="34" charset="0"/>
                </a:rPr>
                <a:t>direction. The </a:t>
              </a:r>
            </a:p>
            <a:p>
              <a:pPr algn="ctr" eaLnBrk="1" hangingPunct="1"/>
              <a:r>
                <a:rPr lang="en-US" altLang="en-US" sz="1400" b="1" dirty="0">
                  <a:latin typeface="Arial" panose="020B0604020202020204" pitchFamily="34" charset="0"/>
                </a:rPr>
                <a:t>front part of</a:t>
              </a:r>
            </a:p>
            <a:p>
              <a:pPr algn="ctr" eaLnBrk="1" hangingPunct="1"/>
              <a:r>
                <a:rPr lang="en-US" altLang="en-US" sz="1400" b="1" dirty="0">
                  <a:latin typeface="Arial" panose="020B0604020202020204" pitchFamily="34" charset="0"/>
                </a:rPr>
                <a:t> HP comes below </a:t>
              </a:r>
            </a:p>
            <a:p>
              <a:pPr algn="ctr" eaLnBrk="1" hangingPunct="1"/>
              <a:r>
                <a:rPr lang="en-US" altLang="en-US" sz="1400" b="1" dirty="0">
                  <a:latin typeface="Arial" panose="020B0604020202020204" pitchFamily="34" charset="0"/>
                </a:rPr>
                <a:t>XY line and the </a:t>
              </a:r>
            </a:p>
            <a:p>
              <a:pPr algn="ctr" eaLnBrk="1" hangingPunct="1"/>
              <a:r>
                <a:rPr lang="en-US" altLang="en-US" sz="1400" b="1" dirty="0">
                  <a:latin typeface="Arial" panose="020B0604020202020204" pitchFamily="34" charset="0"/>
                </a:rPr>
                <a:t>part behind VP </a:t>
              </a:r>
            </a:p>
            <a:p>
              <a:pPr algn="ctr" eaLnBrk="1" hangingPunct="1"/>
              <a:r>
                <a:rPr lang="en-US" altLang="en-US" sz="1400" b="1" dirty="0">
                  <a:latin typeface="Arial" panose="020B0604020202020204" pitchFamily="34" charset="0"/>
                </a:rPr>
                <a:t>comes above.</a:t>
              </a:r>
            </a:p>
            <a:p>
              <a:pPr algn="ctr" eaLnBrk="1" hangingPunct="1"/>
              <a:endParaRPr lang="en-US" altLang="en-US" sz="1400" dirty="0">
                <a:latin typeface="Arial" panose="020B0604020202020204" pitchFamily="34" charset="0"/>
              </a:endParaRPr>
            </a:p>
            <a:p>
              <a:pPr algn="ctr" eaLnBrk="1" hangingPunct="1"/>
              <a:endParaRPr lang="en-US" altLang="en-US" sz="1400" dirty="0">
                <a:latin typeface="Arial" panose="020B0604020202020204" pitchFamily="34" charset="0"/>
              </a:endParaRPr>
            </a:p>
            <a:p>
              <a:pPr algn="ctr" eaLnBrk="1" hangingPunct="1"/>
              <a:endParaRPr lang="en-US" altLang="en-US" sz="1300" dirty="0">
                <a:latin typeface="Arial" panose="020B0604020202020204" pitchFamily="34" charset="0"/>
              </a:endParaRPr>
            </a:p>
          </p:txBody>
        </p:sp>
      </p:grpSp>
      <p:sp>
        <p:nvSpPr>
          <p:cNvPr id="2" name="Slide Number Placeholder 1"/>
          <p:cNvSpPr>
            <a:spLocks noGrp="1"/>
          </p:cNvSpPr>
          <p:nvPr>
            <p:ph type="sldNum" sz="quarter" idx="12"/>
          </p:nvPr>
        </p:nvSpPr>
        <p:spPr>
          <a:xfrm>
            <a:off x="7115914" y="6589375"/>
            <a:ext cx="2057400" cy="365125"/>
          </a:xfrm>
        </p:spPr>
        <p:txBody>
          <a:bodyPr/>
          <a:lstStyle/>
          <a:p>
            <a:fld id="{EE8E09DC-0268-440F-8276-54ADABB93829}" type="slidenum">
              <a:rPr lang="en-IN" smtClean="0"/>
              <a:t>7</a:t>
            </a:fld>
            <a:endParaRPr lang="en-IN" dirty="0"/>
          </a:p>
        </p:txBody>
      </p:sp>
    </p:spTree>
    <p:extLst>
      <p:ext uri="{BB962C8B-B14F-4D97-AF65-F5344CB8AC3E}">
        <p14:creationId xmlns:p14="http://schemas.microsoft.com/office/powerpoint/2010/main" val="11955878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29090" name="Group 2"/>
          <p:cNvGrpSpPr>
            <a:grpSpLocks/>
          </p:cNvGrpSpPr>
          <p:nvPr/>
        </p:nvGrpSpPr>
        <p:grpSpPr bwMode="auto">
          <a:xfrm>
            <a:off x="6759575" y="1333500"/>
            <a:ext cx="1619250" cy="1943100"/>
            <a:chOff x="3636" y="264"/>
            <a:chExt cx="1020" cy="1224"/>
          </a:xfrm>
        </p:grpSpPr>
        <p:grpSp>
          <p:nvGrpSpPr>
            <p:cNvPr id="729091" name="Group 3"/>
            <p:cNvGrpSpPr>
              <a:grpSpLocks/>
            </p:cNvGrpSpPr>
            <p:nvPr/>
          </p:nvGrpSpPr>
          <p:grpSpPr bwMode="auto">
            <a:xfrm>
              <a:off x="3636" y="264"/>
              <a:ext cx="1020" cy="1224"/>
              <a:chOff x="3636" y="264"/>
              <a:chExt cx="1020" cy="1224"/>
            </a:xfrm>
          </p:grpSpPr>
          <p:sp>
            <p:nvSpPr>
              <p:cNvPr id="729092" name="AutoShape 4"/>
              <p:cNvSpPr>
                <a:spLocks noChangeArrowheads="1"/>
              </p:cNvSpPr>
              <p:nvPr/>
            </p:nvSpPr>
            <p:spPr bwMode="auto">
              <a:xfrm rot="5400000" flipV="1">
                <a:off x="3420" y="480"/>
                <a:ext cx="960" cy="528"/>
              </a:xfrm>
              <a:prstGeom prst="parallelogram">
                <a:avLst>
                  <a:gd name="adj" fmla="val 60227"/>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29093" name="AutoShape 5"/>
              <p:cNvSpPr>
                <a:spLocks noChangeArrowheads="1"/>
              </p:cNvSpPr>
              <p:nvPr/>
            </p:nvSpPr>
            <p:spPr bwMode="auto">
              <a:xfrm rot="19742203" flipV="1">
                <a:off x="3696" y="960"/>
                <a:ext cx="960" cy="528"/>
              </a:xfrm>
              <a:prstGeom prst="parallelogram">
                <a:avLst>
                  <a:gd name="adj" fmla="val 60227"/>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729094" name="Group 6"/>
            <p:cNvGrpSpPr>
              <a:grpSpLocks/>
            </p:cNvGrpSpPr>
            <p:nvPr/>
          </p:nvGrpSpPr>
          <p:grpSpPr bwMode="auto">
            <a:xfrm>
              <a:off x="3657" y="510"/>
              <a:ext cx="709" cy="974"/>
              <a:chOff x="960" y="672"/>
              <a:chExt cx="709" cy="974"/>
            </a:xfrm>
          </p:grpSpPr>
          <p:graphicFrame>
            <p:nvGraphicFramePr>
              <p:cNvPr id="729095" name="Object 7"/>
              <p:cNvGraphicFramePr>
                <a:graphicFrameLocks noChangeAspect="1"/>
              </p:cNvGraphicFramePr>
              <p:nvPr/>
            </p:nvGraphicFramePr>
            <p:xfrm>
              <a:off x="1440" y="1536"/>
              <a:ext cx="229" cy="110"/>
            </p:xfrm>
            <a:graphic>
              <a:graphicData uri="http://schemas.openxmlformats.org/presentationml/2006/ole">
                <mc:AlternateContent xmlns:mc="http://schemas.openxmlformats.org/markup-compatibility/2006">
                  <mc:Choice xmlns:v="urn:schemas-microsoft-com:vml" Requires="v">
                    <p:oleObj name="CorelDRAW" r:id="rId2" imgW="668520" imgH="320400" progId="CorelDRAW.Graphic.11">
                      <p:embed/>
                    </p:oleObj>
                  </mc:Choice>
                  <mc:Fallback>
                    <p:oleObj name="CorelDRAW" r:id="rId2" imgW="668520" imgH="320400" progId="CorelDRAW.Graphic.11">
                      <p:embed/>
                      <p:pic>
                        <p:nvPicPr>
                          <p:cNvPr id="729095"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0" y="1536"/>
                            <a:ext cx="229" cy="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29096" name="Object 8"/>
              <p:cNvGraphicFramePr>
                <a:graphicFrameLocks noChangeAspect="1"/>
              </p:cNvGraphicFramePr>
              <p:nvPr/>
            </p:nvGraphicFramePr>
            <p:xfrm>
              <a:off x="960" y="672"/>
              <a:ext cx="159" cy="192"/>
            </p:xfrm>
            <a:graphic>
              <a:graphicData uri="http://schemas.openxmlformats.org/presentationml/2006/ole">
                <mc:AlternateContent xmlns:mc="http://schemas.openxmlformats.org/markup-compatibility/2006">
                  <mc:Choice xmlns:v="urn:schemas-microsoft-com:vml" Requires="v">
                    <p:oleObj name="CorelDRAW" r:id="rId4" imgW="417960" imgH="505440" progId="CorelDRAW.Graphic.11">
                      <p:embed/>
                    </p:oleObj>
                  </mc:Choice>
                  <mc:Fallback>
                    <p:oleObj name="CorelDRAW" r:id="rId4" imgW="417960" imgH="505440" progId="CorelDRAW.Graphic.11">
                      <p:embed/>
                      <p:pic>
                        <p:nvPicPr>
                          <p:cNvPr id="729096"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60" y="672"/>
                            <a:ext cx="159"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grpSp>
        <p:nvGrpSpPr>
          <p:cNvPr id="729097" name="Group 9"/>
          <p:cNvGrpSpPr>
            <a:grpSpLocks/>
          </p:cNvGrpSpPr>
          <p:nvPr/>
        </p:nvGrpSpPr>
        <p:grpSpPr bwMode="auto">
          <a:xfrm>
            <a:off x="3810000" y="2433638"/>
            <a:ext cx="1524000" cy="838200"/>
            <a:chOff x="2304" y="984"/>
            <a:chExt cx="960" cy="528"/>
          </a:xfrm>
        </p:grpSpPr>
        <p:sp>
          <p:nvSpPr>
            <p:cNvPr id="729098" name="AutoShape 10"/>
            <p:cNvSpPr>
              <a:spLocks noChangeArrowheads="1"/>
            </p:cNvSpPr>
            <p:nvPr/>
          </p:nvSpPr>
          <p:spPr bwMode="auto">
            <a:xfrm rot="19742203" flipV="1">
              <a:off x="2304" y="984"/>
              <a:ext cx="960" cy="528"/>
            </a:xfrm>
            <a:prstGeom prst="parallelogram">
              <a:avLst>
                <a:gd name="adj" fmla="val 60227"/>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aphicFrame>
          <p:nvGraphicFramePr>
            <p:cNvPr id="729099" name="Object 11"/>
            <p:cNvGraphicFramePr>
              <a:graphicFrameLocks noChangeAspect="1"/>
            </p:cNvGraphicFramePr>
            <p:nvPr/>
          </p:nvGraphicFramePr>
          <p:xfrm>
            <a:off x="2726" y="1392"/>
            <a:ext cx="229" cy="110"/>
          </p:xfrm>
          <a:graphic>
            <a:graphicData uri="http://schemas.openxmlformats.org/presentationml/2006/ole">
              <mc:AlternateContent xmlns:mc="http://schemas.openxmlformats.org/markup-compatibility/2006">
                <mc:Choice xmlns:v="urn:schemas-microsoft-com:vml" Requires="v">
                  <p:oleObj name="CorelDRAW" r:id="rId6" imgW="668520" imgH="320400" progId="CorelDRAW.Graphic.11">
                    <p:embed/>
                  </p:oleObj>
                </mc:Choice>
                <mc:Fallback>
                  <p:oleObj name="CorelDRAW" r:id="rId6" imgW="668520" imgH="320400" progId="CorelDRAW.Graphic.11">
                    <p:embed/>
                    <p:pic>
                      <p:nvPicPr>
                        <p:cNvPr id="729099" name="Object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26" y="1392"/>
                          <a:ext cx="229" cy="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729100" name="Group 12"/>
          <p:cNvGrpSpPr>
            <a:grpSpLocks/>
          </p:cNvGrpSpPr>
          <p:nvPr/>
        </p:nvGrpSpPr>
        <p:grpSpPr bwMode="auto">
          <a:xfrm>
            <a:off x="3714750" y="1328738"/>
            <a:ext cx="838200" cy="1524000"/>
            <a:chOff x="2244" y="288"/>
            <a:chExt cx="528" cy="960"/>
          </a:xfrm>
        </p:grpSpPr>
        <p:sp>
          <p:nvSpPr>
            <p:cNvPr id="729101" name="AutoShape 13"/>
            <p:cNvSpPr>
              <a:spLocks noChangeArrowheads="1"/>
            </p:cNvSpPr>
            <p:nvPr/>
          </p:nvSpPr>
          <p:spPr bwMode="auto">
            <a:xfrm rot="5400000" flipV="1">
              <a:off x="2028" y="504"/>
              <a:ext cx="960" cy="528"/>
            </a:xfrm>
            <a:prstGeom prst="parallelogram">
              <a:avLst>
                <a:gd name="adj" fmla="val 60227"/>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aphicFrame>
          <p:nvGraphicFramePr>
            <p:cNvPr id="729102" name="Object 14"/>
            <p:cNvGraphicFramePr>
              <a:graphicFrameLocks noChangeAspect="1"/>
            </p:cNvGraphicFramePr>
            <p:nvPr/>
          </p:nvGraphicFramePr>
          <p:xfrm>
            <a:off x="2246" y="528"/>
            <a:ext cx="159" cy="192"/>
          </p:xfrm>
          <a:graphic>
            <a:graphicData uri="http://schemas.openxmlformats.org/presentationml/2006/ole">
              <mc:AlternateContent xmlns:mc="http://schemas.openxmlformats.org/markup-compatibility/2006">
                <mc:Choice xmlns:v="urn:schemas-microsoft-com:vml" Requires="v">
                  <p:oleObj name="CorelDRAW" r:id="rId7" imgW="417960" imgH="505440" progId="CorelDRAW.Graphic.11">
                    <p:embed/>
                  </p:oleObj>
                </mc:Choice>
                <mc:Fallback>
                  <p:oleObj name="CorelDRAW" r:id="rId7" imgW="417960" imgH="505440" progId="CorelDRAW.Graphic.11">
                    <p:embed/>
                    <p:pic>
                      <p:nvPicPr>
                        <p:cNvPr id="729102" name="Object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46" y="528"/>
                          <a:ext cx="159"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729103" name="AutoShape 15"/>
          <p:cNvSpPr>
            <a:spLocks noChangeArrowheads="1"/>
          </p:cNvSpPr>
          <p:nvPr/>
        </p:nvSpPr>
        <p:spPr bwMode="auto">
          <a:xfrm rot="5400000" flipV="1">
            <a:off x="342900" y="1752600"/>
            <a:ext cx="1524000" cy="838200"/>
          </a:xfrm>
          <a:prstGeom prst="parallelogram">
            <a:avLst>
              <a:gd name="adj" fmla="val 60227"/>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29104" name="AutoShape 16"/>
          <p:cNvSpPr>
            <a:spLocks noChangeArrowheads="1"/>
          </p:cNvSpPr>
          <p:nvPr/>
        </p:nvSpPr>
        <p:spPr bwMode="auto">
          <a:xfrm rot="19742203" flipV="1">
            <a:off x="781050" y="2514600"/>
            <a:ext cx="1524000" cy="838200"/>
          </a:xfrm>
          <a:prstGeom prst="parallelogram">
            <a:avLst>
              <a:gd name="adj" fmla="val 60227"/>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29105" name="Oval 17"/>
          <p:cNvSpPr>
            <a:spLocks noChangeArrowheads="1"/>
          </p:cNvSpPr>
          <p:nvPr/>
        </p:nvSpPr>
        <p:spPr bwMode="auto">
          <a:xfrm>
            <a:off x="1600200" y="2247900"/>
            <a:ext cx="76200" cy="762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29106" name="Oval 18"/>
          <p:cNvSpPr>
            <a:spLocks noChangeArrowheads="1"/>
          </p:cNvSpPr>
          <p:nvPr/>
        </p:nvSpPr>
        <p:spPr bwMode="auto">
          <a:xfrm>
            <a:off x="990600" y="1943100"/>
            <a:ext cx="76200" cy="762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29107" name="Oval 19"/>
          <p:cNvSpPr>
            <a:spLocks noChangeArrowheads="1"/>
          </p:cNvSpPr>
          <p:nvPr/>
        </p:nvSpPr>
        <p:spPr bwMode="auto">
          <a:xfrm>
            <a:off x="1600200" y="2933700"/>
            <a:ext cx="76200" cy="762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nvGrpSpPr>
          <p:cNvPr id="729108" name="Group 20"/>
          <p:cNvGrpSpPr>
            <a:grpSpLocks/>
          </p:cNvGrpSpPr>
          <p:nvPr/>
        </p:nvGrpSpPr>
        <p:grpSpPr bwMode="auto">
          <a:xfrm>
            <a:off x="1628775" y="2286000"/>
            <a:ext cx="0" cy="647700"/>
            <a:chOff x="1458" y="864"/>
            <a:chExt cx="0" cy="408"/>
          </a:xfrm>
        </p:grpSpPr>
        <p:sp>
          <p:nvSpPr>
            <p:cNvPr id="729109" name="Line 21"/>
            <p:cNvSpPr>
              <a:spLocks noChangeShapeType="1"/>
            </p:cNvSpPr>
            <p:nvPr/>
          </p:nvSpPr>
          <p:spPr bwMode="auto">
            <a:xfrm>
              <a:off x="1458" y="864"/>
              <a:ext cx="0" cy="408"/>
            </a:xfrm>
            <a:prstGeom prst="line">
              <a:avLst/>
            </a:prstGeom>
            <a:ln>
              <a:headEnd/>
              <a:tailEnd/>
            </a:ln>
          </p:spPr>
          <p:style>
            <a:lnRef idx="3">
              <a:schemeClr val="accent2"/>
            </a:lnRef>
            <a:fillRef idx="0">
              <a:schemeClr val="accent2"/>
            </a:fillRef>
            <a:effectRef idx="2">
              <a:schemeClr val="accent2"/>
            </a:effectRef>
            <a:fontRef idx="minor">
              <a:schemeClr val="tx1"/>
            </a:fontRef>
          </p:style>
          <p:txBody>
            <a:bodyPr/>
            <a:lstStyle/>
            <a:p>
              <a:endParaRPr lang="en-IN"/>
            </a:p>
          </p:txBody>
        </p:sp>
        <p:sp>
          <p:nvSpPr>
            <p:cNvPr id="729110" name="Line 22"/>
            <p:cNvSpPr>
              <a:spLocks noChangeShapeType="1"/>
            </p:cNvSpPr>
            <p:nvPr/>
          </p:nvSpPr>
          <p:spPr bwMode="auto">
            <a:xfrm>
              <a:off x="1458" y="984"/>
              <a:ext cx="0" cy="144"/>
            </a:xfrm>
            <a:prstGeom prst="line">
              <a:avLst/>
            </a:prstGeom>
            <a:ln>
              <a:headEnd/>
              <a:tailEnd type="triangle" w="med" len="med"/>
            </a:ln>
          </p:spPr>
          <p:style>
            <a:lnRef idx="3">
              <a:schemeClr val="accent2"/>
            </a:lnRef>
            <a:fillRef idx="0">
              <a:schemeClr val="accent2"/>
            </a:fillRef>
            <a:effectRef idx="2">
              <a:schemeClr val="accent2"/>
            </a:effectRef>
            <a:fontRef idx="minor">
              <a:schemeClr val="tx1"/>
            </a:fontRef>
          </p:style>
          <p:txBody>
            <a:bodyPr/>
            <a:lstStyle/>
            <a:p>
              <a:endParaRPr lang="en-IN"/>
            </a:p>
          </p:txBody>
        </p:sp>
      </p:grpSp>
      <p:grpSp>
        <p:nvGrpSpPr>
          <p:cNvPr id="729111" name="Group 23"/>
          <p:cNvGrpSpPr>
            <a:grpSpLocks/>
          </p:cNvGrpSpPr>
          <p:nvPr/>
        </p:nvGrpSpPr>
        <p:grpSpPr bwMode="auto">
          <a:xfrm>
            <a:off x="1051750" y="1981203"/>
            <a:ext cx="576785" cy="271731"/>
            <a:chOff x="1104" y="672"/>
            <a:chExt cx="356" cy="144"/>
          </a:xfrm>
        </p:grpSpPr>
        <p:sp>
          <p:nvSpPr>
            <p:cNvPr id="729112" name="Line 24"/>
            <p:cNvSpPr>
              <a:spLocks noChangeShapeType="1"/>
            </p:cNvSpPr>
            <p:nvPr/>
          </p:nvSpPr>
          <p:spPr bwMode="auto">
            <a:xfrm flipH="1" flipV="1">
              <a:off x="1104" y="672"/>
              <a:ext cx="356" cy="144"/>
            </a:xfrm>
            <a:prstGeom prst="line">
              <a:avLst/>
            </a:prstGeom>
            <a:ln>
              <a:headEnd/>
              <a:tailEnd/>
            </a:ln>
          </p:spPr>
          <p:style>
            <a:lnRef idx="3">
              <a:schemeClr val="accent2"/>
            </a:lnRef>
            <a:fillRef idx="0">
              <a:schemeClr val="accent2"/>
            </a:fillRef>
            <a:effectRef idx="2">
              <a:schemeClr val="accent2"/>
            </a:effectRef>
            <a:fontRef idx="minor">
              <a:schemeClr val="tx1"/>
            </a:fontRef>
          </p:style>
          <p:txBody>
            <a:bodyPr/>
            <a:lstStyle/>
            <a:p>
              <a:endParaRPr lang="en-IN"/>
            </a:p>
          </p:txBody>
        </p:sp>
        <p:sp>
          <p:nvSpPr>
            <p:cNvPr id="729113" name="Line 25"/>
            <p:cNvSpPr>
              <a:spLocks noChangeShapeType="1"/>
            </p:cNvSpPr>
            <p:nvPr/>
          </p:nvSpPr>
          <p:spPr bwMode="auto">
            <a:xfrm flipH="1" flipV="1">
              <a:off x="1244" y="722"/>
              <a:ext cx="96" cy="48"/>
            </a:xfrm>
            <a:prstGeom prst="line">
              <a:avLst/>
            </a:prstGeom>
            <a:ln>
              <a:headEnd/>
              <a:tailEnd type="triangle" w="med" len="med"/>
            </a:ln>
          </p:spPr>
          <p:style>
            <a:lnRef idx="3">
              <a:schemeClr val="accent2"/>
            </a:lnRef>
            <a:fillRef idx="0">
              <a:schemeClr val="accent2"/>
            </a:fillRef>
            <a:effectRef idx="2">
              <a:schemeClr val="accent2"/>
            </a:effectRef>
            <a:fontRef idx="minor">
              <a:schemeClr val="tx1"/>
            </a:fontRef>
          </p:style>
          <p:txBody>
            <a:bodyPr/>
            <a:lstStyle/>
            <a:p>
              <a:endParaRPr lang="en-IN"/>
            </a:p>
          </p:txBody>
        </p:sp>
      </p:grpSp>
      <p:sp>
        <p:nvSpPr>
          <p:cNvPr id="729114" name="Text Box 26"/>
          <p:cNvSpPr txBox="1">
            <a:spLocks noChangeArrowheads="1"/>
          </p:cNvSpPr>
          <p:nvPr/>
        </p:nvSpPr>
        <p:spPr bwMode="auto">
          <a:xfrm>
            <a:off x="1600200" y="2019300"/>
            <a:ext cx="31273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rPr>
              <a:t>A</a:t>
            </a:r>
          </a:p>
        </p:txBody>
      </p:sp>
      <p:sp>
        <p:nvSpPr>
          <p:cNvPr id="729115" name="Text Box 27"/>
          <p:cNvSpPr txBox="1">
            <a:spLocks noChangeArrowheads="1"/>
          </p:cNvSpPr>
          <p:nvPr/>
        </p:nvSpPr>
        <p:spPr bwMode="auto">
          <a:xfrm>
            <a:off x="1638302" y="2828925"/>
            <a:ext cx="2635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rPr>
              <a:t>a</a:t>
            </a:r>
          </a:p>
        </p:txBody>
      </p:sp>
      <p:sp>
        <p:nvSpPr>
          <p:cNvPr id="729116" name="Text Box 28"/>
          <p:cNvSpPr txBox="1">
            <a:spLocks noChangeArrowheads="1"/>
          </p:cNvSpPr>
          <p:nvPr/>
        </p:nvSpPr>
        <p:spPr bwMode="auto">
          <a:xfrm>
            <a:off x="963613" y="1714500"/>
            <a:ext cx="32412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a:latin typeface="Times New Roman" panose="02020603050405020304" pitchFamily="18" charset="0"/>
              </a:rPr>
              <a:t>a</a:t>
            </a:r>
            <a:r>
              <a:rPr lang="en-US" altLang="en-US" sz="1400" dirty="0">
                <a:latin typeface="Arial" panose="020B0604020202020204" pitchFamily="34" charset="0"/>
              </a:rPr>
              <a:t>´</a:t>
            </a:r>
          </a:p>
          <a:p>
            <a:pPr eaLnBrk="1" hangingPunct="1"/>
            <a:endParaRPr lang="en-US" altLang="en-US" sz="1400" dirty="0">
              <a:latin typeface="Times New Roman" panose="02020603050405020304" pitchFamily="18" charset="0"/>
            </a:endParaRPr>
          </a:p>
        </p:txBody>
      </p:sp>
      <p:sp>
        <p:nvSpPr>
          <p:cNvPr id="729117" name="Oval 29"/>
          <p:cNvSpPr>
            <a:spLocks noChangeArrowheads="1"/>
          </p:cNvSpPr>
          <p:nvPr/>
        </p:nvSpPr>
        <p:spPr bwMode="auto">
          <a:xfrm>
            <a:off x="4162425" y="1843088"/>
            <a:ext cx="76200" cy="762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29118" name="Oval 30"/>
          <p:cNvSpPr>
            <a:spLocks noChangeArrowheads="1"/>
          </p:cNvSpPr>
          <p:nvPr/>
        </p:nvSpPr>
        <p:spPr bwMode="auto">
          <a:xfrm>
            <a:off x="4162425" y="2528888"/>
            <a:ext cx="76200" cy="762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nvGrpSpPr>
          <p:cNvPr id="729119" name="Group 31"/>
          <p:cNvGrpSpPr>
            <a:grpSpLocks/>
          </p:cNvGrpSpPr>
          <p:nvPr/>
        </p:nvGrpSpPr>
        <p:grpSpPr bwMode="auto">
          <a:xfrm>
            <a:off x="4191000" y="1881188"/>
            <a:ext cx="0" cy="647700"/>
            <a:chOff x="2544" y="636"/>
            <a:chExt cx="0" cy="408"/>
          </a:xfrm>
        </p:grpSpPr>
        <p:sp>
          <p:nvSpPr>
            <p:cNvPr id="729120" name="Line 32"/>
            <p:cNvSpPr>
              <a:spLocks noChangeShapeType="1"/>
            </p:cNvSpPr>
            <p:nvPr/>
          </p:nvSpPr>
          <p:spPr bwMode="auto">
            <a:xfrm>
              <a:off x="2544" y="636"/>
              <a:ext cx="0" cy="408"/>
            </a:xfrm>
            <a:prstGeom prst="line">
              <a:avLst/>
            </a:prstGeom>
            <a:ln>
              <a:headEnd/>
              <a:tailEnd/>
            </a:ln>
          </p:spPr>
          <p:style>
            <a:lnRef idx="3">
              <a:schemeClr val="accent2"/>
            </a:lnRef>
            <a:fillRef idx="0">
              <a:schemeClr val="accent2"/>
            </a:fillRef>
            <a:effectRef idx="2">
              <a:schemeClr val="accent2"/>
            </a:effectRef>
            <a:fontRef idx="minor">
              <a:schemeClr val="tx1"/>
            </a:fontRef>
          </p:style>
          <p:txBody>
            <a:bodyPr/>
            <a:lstStyle/>
            <a:p>
              <a:endParaRPr lang="en-IN"/>
            </a:p>
          </p:txBody>
        </p:sp>
        <p:sp>
          <p:nvSpPr>
            <p:cNvPr id="729121" name="Line 33"/>
            <p:cNvSpPr>
              <a:spLocks noChangeShapeType="1"/>
            </p:cNvSpPr>
            <p:nvPr/>
          </p:nvSpPr>
          <p:spPr bwMode="auto">
            <a:xfrm>
              <a:off x="2544" y="756"/>
              <a:ext cx="0" cy="144"/>
            </a:xfrm>
            <a:prstGeom prst="line">
              <a:avLst/>
            </a:prstGeom>
            <a:ln>
              <a:headEnd/>
              <a:tailEnd type="triangle" w="med" len="med"/>
            </a:ln>
          </p:spPr>
          <p:style>
            <a:lnRef idx="3">
              <a:schemeClr val="accent2"/>
            </a:lnRef>
            <a:fillRef idx="0">
              <a:schemeClr val="accent2"/>
            </a:fillRef>
            <a:effectRef idx="2">
              <a:schemeClr val="accent2"/>
            </a:effectRef>
            <a:fontRef idx="minor">
              <a:schemeClr val="tx1"/>
            </a:fontRef>
          </p:style>
          <p:txBody>
            <a:bodyPr/>
            <a:lstStyle/>
            <a:p>
              <a:endParaRPr lang="en-IN"/>
            </a:p>
          </p:txBody>
        </p:sp>
      </p:grpSp>
      <p:sp>
        <p:nvSpPr>
          <p:cNvPr id="729122" name="Text Box 34"/>
          <p:cNvSpPr txBox="1">
            <a:spLocks noChangeArrowheads="1"/>
          </p:cNvSpPr>
          <p:nvPr/>
        </p:nvSpPr>
        <p:spPr bwMode="auto">
          <a:xfrm>
            <a:off x="4162425" y="1614488"/>
            <a:ext cx="31273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rPr>
              <a:t>A</a:t>
            </a:r>
          </a:p>
        </p:txBody>
      </p:sp>
      <p:sp>
        <p:nvSpPr>
          <p:cNvPr id="729123" name="Text Box 35"/>
          <p:cNvSpPr txBox="1">
            <a:spLocks noChangeArrowheads="1"/>
          </p:cNvSpPr>
          <p:nvPr/>
        </p:nvSpPr>
        <p:spPr bwMode="auto">
          <a:xfrm>
            <a:off x="3962402" y="2357438"/>
            <a:ext cx="2635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rPr>
              <a:t>a</a:t>
            </a:r>
          </a:p>
        </p:txBody>
      </p:sp>
      <p:sp>
        <p:nvSpPr>
          <p:cNvPr id="729124" name="Text Box 36"/>
          <p:cNvSpPr txBox="1">
            <a:spLocks noChangeArrowheads="1"/>
          </p:cNvSpPr>
          <p:nvPr/>
        </p:nvSpPr>
        <p:spPr bwMode="auto">
          <a:xfrm>
            <a:off x="3925888" y="1728788"/>
            <a:ext cx="32412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a:latin typeface="Times New Roman" panose="02020603050405020304" pitchFamily="18" charset="0"/>
              </a:rPr>
              <a:t>a</a:t>
            </a:r>
            <a:r>
              <a:rPr lang="en-US" altLang="en-US" sz="1400" dirty="0">
                <a:latin typeface="Arial" panose="020B0604020202020204" pitchFamily="34" charset="0"/>
              </a:rPr>
              <a:t>´</a:t>
            </a:r>
          </a:p>
          <a:p>
            <a:pPr eaLnBrk="1" hangingPunct="1"/>
            <a:endParaRPr lang="en-US" altLang="en-US" sz="1400" dirty="0">
              <a:latin typeface="Times New Roman" panose="02020603050405020304" pitchFamily="18" charset="0"/>
            </a:endParaRPr>
          </a:p>
        </p:txBody>
      </p:sp>
      <p:sp>
        <p:nvSpPr>
          <p:cNvPr id="729125" name="Text Box 37"/>
          <p:cNvSpPr txBox="1">
            <a:spLocks noChangeArrowheads="1"/>
          </p:cNvSpPr>
          <p:nvPr/>
        </p:nvSpPr>
        <p:spPr bwMode="auto">
          <a:xfrm>
            <a:off x="7616825" y="2819400"/>
            <a:ext cx="31273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rPr>
              <a:t>A</a:t>
            </a:r>
          </a:p>
        </p:txBody>
      </p:sp>
      <p:sp>
        <p:nvSpPr>
          <p:cNvPr id="729126" name="Text Box 38"/>
          <p:cNvSpPr txBox="1">
            <a:spLocks noChangeArrowheads="1"/>
          </p:cNvSpPr>
          <p:nvPr/>
        </p:nvSpPr>
        <p:spPr bwMode="auto">
          <a:xfrm>
            <a:off x="7807327" y="2647950"/>
            <a:ext cx="2635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rPr>
              <a:t>a</a:t>
            </a:r>
          </a:p>
        </p:txBody>
      </p:sp>
      <p:sp>
        <p:nvSpPr>
          <p:cNvPr id="729127" name="Oval 39"/>
          <p:cNvSpPr>
            <a:spLocks noChangeArrowheads="1"/>
          </p:cNvSpPr>
          <p:nvPr/>
        </p:nvSpPr>
        <p:spPr bwMode="auto">
          <a:xfrm>
            <a:off x="7197725" y="25527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29128" name="Oval 40"/>
          <p:cNvSpPr>
            <a:spLocks noChangeArrowheads="1"/>
          </p:cNvSpPr>
          <p:nvPr/>
        </p:nvSpPr>
        <p:spPr bwMode="auto">
          <a:xfrm>
            <a:off x="7807325" y="28575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nvGrpSpPr>
          <p:cNvPr id="729129" name="Group 41"/>
          <p:cNvGrpSpPr>
            <a:grpSpLocks/>
          </p:cNvGrpSpPr>
          <p:nvPr/>
        </p:nvGrpSpPr>
        <p:grpSpPr bwMode="auto">
          <a:xfrm>
            <a:off x="7273925" y="2590800"/>
            <a:ext cx="542925" cy="276225"/>
            <a:chOff x="3960" y="1056"/>
            <a:chExt cx="342" cy="174"/>
          </a:xfrm>
        </p:grpSpPr>
        <p:sp>
          <p:nvSpPr>
            <p:cNvPr id="729130" name="Line 42"/>
            <p:cNvSpPr>
              <a:spLocks noChangeShapeType="1"/>
            </p:cNvSpPr>
            <p:nvPr/>
          </p:nvSpPr>
          <p:spPr bwMode="auto">
            <a:xfrm flipH="1" flipV="1">
              <a:off x="3960" y="1056"/>
              <a:ext cx="342" cy="174"/>
            </a:xfrm>
            <a:prstGeom prst="line">
              <a:avLst/>
            </a:prstGeom>
            <a:ln>
              <a:headEnd/>
              <a:tailEnd/>
            </a:ln>
          </p:spPr>
          <p:style>
            <a:lnRef idx="3">
              <a:schemeClr val="accent2"/>
            </a:lnRef>
            <a:fillRef idx="0">
              <a:schemeClr val="accent2"/>
            </a:fillRef>
            <a:effectRef idx="2">
              <a:schemeClr val="accent2"/>
            </a:effectRef>
            <a:fontRef idx="minor">
              <a:schemeClr val="tx1"/>
            </a:fontRef>
          </p:style>
          <p:txBody>
            <a:bodyPr/>
            <a:lstStyle/>
            <a:p>
              <a:endParaRPr lang="en-IN"/>
            </a:p>
          </p:txBody>
        </p:sp>
        <p:sp>
          <p:nvSpPr>
            <p:cNvPr id="729131" name="Line 43"/>
            <p:cNvSpPr>
              <a:spLocks noChangeShapeType="1"/>
            </p:cNvSpPr>
            <p:nvPr/>
          </p:nvSpPr>
          <p:spPr bwMode="auto">
            <a:xfrm flipH="1" flipV="1">
              <a:off x="4104" y="1128"/>
              <a:ext cx="96" cy="48"/>
            </a:xfrm>
            <a:prstGeom prst="line">
              <a:avLst/>
            </a:prstGeom>
            <a:ln>
              <a:headEnd/>
              <a:tailEnd type="triangle" w="med" len="med"/>
            </a:ln>
          </p:spPr>
          <p:style>
            <a:lnRef idx="3">
              <a:schemeClr val="accent2"/>
            </a:lnRef>
            <a:fillRef idx="0">
              <a:schemeClr val="accent2"/>
            </a:fillRef>
            <a:effectRef idx="2">
              <a:schemeClr val="accent2"/>
            </a:effectRef>
            <a:fontRef idx="minor">
              <a:schemeClr val="tx1"/>
            </a:fontRef>
          </p:style>
          <p:txBody>
            <a:bodyPr/>
            <a:lstStyle/>
            <a:p>
              <a:endParaRPr lang="en-IN"/>
            </a:p>
          </p:txBody>
        </p:sp>
      </p:grpSp>
      <p:sp>
        <p:nvSpPr>
          <p:cNvPr id="729132" name="Text Box 44"/>
          <p:cNvSpPr txBox="1">
            <a:spLocks noChangeArrowheads="1"/>
          </p:cNvSpPr>
          <p:nvPr/>
        </p:nvSpPr>
        <p:spPr bwMode="auto">
          <a:xfrm>
            <a:off x="7142163" y="2295525"/>
            <a:ext cx="32412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a:latin typeface="Times New Roman" panose="02020603050405020304" pitchFamily="18" charset="0"/>
              </a:rPr>
              <a:t>a</a:t>
            </a:r>
            <a:r>
              <a:rPr lang="en-US" altLang="en-US" sz="1400" dirty="0">
                <a:latin typeface="Arial" panose="020B0604020202020204" pitchFamily="34" charset="0"/>
              </a:rPr>
              <a:t>´</a:t>
            </a:r>
          </a:p>
          <a:p>
            <a:pPr eaLnBrk="1" hangingPunct="1"/>
            <a:endParaRPr lang="en-US" altLang="en-US" sz="1400" dirty="0">
              <a:latin typeface="Times New Roman" panose="02020603050405020304" pitchFamily="18" charset="0"/>
            </a:endParaRPr>
          </a:p>
        </p:txBody>
      </p:sp>
      <p:grpSp>
        <p:nvGrpSpPr>
          <p:cNvPr id="729133" name="Group 45"/>
          <p:cNvGrpSpPr>
            <a:grpSpLocks/>
          </p:cNvGrpSpPr>
          <p:nvPr/>
        </p:nvGrpSpPr>
        <p:grpSpPr bwMode="auto">
          <a:xfrm>
            <a:off x="6551615" y="2130427"/>
            <a:ext cx="1265237" cy="931863"/>
            <a:chOff x="3498" y="766"/>
            <a:chExt cx="797" cy="587"/>
          </a:xfrm>
        </p:grpSpPr>
        <p:sp>
          <p:nvSpPr>
            <p:cNvPr id="729134" name="Text Box 46"/>
            <p:cNvSpPr txBox="1">
              <a:spLocks noChangeArrowheads="1"/>
            </p:cNvSpPr>
            <p:nvPr/>
          </p:nvSpPr>
          <p:spPr bwMode="auto">
            <a:xfrm>
              <a:off x="3498" y="1180"/>
              <a:ext cx="185"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200">
                  <a:latin typeface="Times New Roman" panose="02020603050405020304" pitchFamily="18" charset="0"/>
                </a:rPr>
                <a:t>X</a:t>
              </a:r>
            </a:p>
          </p:txBody>
        </p:sp>
        <p:sp>
          <p:nvSpPr>
            <p:cNvPr id="729135" name="Text Box 47"/>
            <p:cNvSpPr txBox="1">
              <a:spLocks noChangeArrowheads="1"/>
            </p:cNvSpPr>
            <p:nvPr/>
          </p:nvSpPr>
          <p:spPr bwMode="auto">
            <a:xfrm>
              <a:off x="4110" y="766"/>
              <a:ext cx="185"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200">
                  <a:latin typeface="Times New Roman" panose="02020603050405020304" pitchFamily="18" charset="0"/>
                </a:rPr>
                <a:t>Y</a:t>
              </a:r>
            </a:p>
          </p:txBody>
        </p:sp>
      </p:grpSp>
      <p:sp>
        <p:nvSpPr>
          <p:cNvPr id="729136" name="Text Box 48"/>
          <p:cNvSpPr txBox="1">
            <a:spLocks noChangeArrowheads="1"/>
          </p:cNvSpPr>
          <p:nvPr/>
        </p:nvSpPr>
        <p:spPr bwMode="auto">
          <a:xfrm>
            <a:off x="457200" y="2781300"/>
            <a:ext cx="293688"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200" dirty="0">
                <a:latin typeface="Times New Roman" panose="02020603050405020304" pitchFamily="18" charset="0"/>
              </a:rPr>
              <a:t>X</a:t>
            </a:r>
          </a:p>
        </p:txBody>
      </p:sp>
      <p:sp>
        <p:nvSpPr>
          <p:cNvPr id="729137" name="Text Box 49"/>
          <p:cNvSpPr txBox="1">
            <a:spLocks noChangeArrowheads="1"/>
          </p:cNvSpPr>
          <p:nvPr/>
        </p:nvSpPr>
        <p:spPr bwMode="auto">
          <a:xfrm>
            <a:off x="1295400" y="2247900"/>
            <a:ext cx="293688"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200">
                <a:latin typeface="Times New Roman" panose="02020603050405020304" pitchFamily="18" charset="0"/>
              </a:rPr>
              <a:t>Y</a:t>
            </a:r>
          </a:p>
        </p:txBody>
      </p:sp>
      <p:grpSp>
        <p:nvGrpSpPr>
          <p:cNvPr id="729138" name="Group 50"/>
          <p:cNvGrpSpPr>
            <a:grpSpLocks/>
          </p:cNvGrpSpPr>
          <p:nvPr/>
        </p:nvGrpSpPr>
        <p:grpSpPr bwMode="auto">
          <a:xfrm>
            <a:off x="3505202" y="2147890"/>
            <a:ext cx="1293813" cy="941387"/>
            <a:chOff x="2112" y="804"/>
            <a:chExt cx="815" cy="593"/>
          </a:xfrm>
        </p:grpSpPr>
        <p:sp>
          <p:nvSpPr>
            <p:cNvPr id="729139" name="Text Box 51"/>
            <p:cNvSpPr txBox="1">
              <a:spLocks noChangeArrowheads="1"/>
            </p:cNvSpPr>
            <p:nvPr/>
          </p:nvSpPr>
          <p:spPr bwMode="auto">
            <a:xfrm>
              <a:off x="2112" y="1224"/>
              <a:ext cx="185"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200">
                  <a:latin typeface="Times New Roman" panose="02020603050405020304" pitchFamily="18" charset="0"/>
                </a:rPr>
                <a:t>X</a:t>
              </a:r>
            </a:p>
          </p:txBody>
        </p:sp>
        <p:sp>
          <p:nvSpPr>
            <p:cNvPr id="729140" name="Text Box 52"/>
            <p:cNvSpPr txBox="1">
              <a:spLocks noChangeArrowheads="1"/>
            </p:cNvSpPr>
            <p:nvPr/>
          </p:nvSpPr>
          <p:spPr bwMode="auto">
            <a:xfrm>
              <a:off x="2742" y="804"/>
              <a:ext cx="185"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200">
                  <a:latin typeface="Times New Roman" panose="02020603050405020304" pitchFamily="18" charset="0"/>
                </a:rPr>
                <a:t>Y</a:t>
              </a:r>
            </a:p>
          </p:txBody>
        </p:sp>
      </p:grpSp>
      <p:grpSp>
        <p:nvGrpSpPr>
          <p:cNvPr id="729141" name="Group 53"/>
          <p:cNvGrpSpPr>
            <a:grpSpLocks/>
          </p:cNvGrpSpPr>
          <p:nvPr/>
        </p:nvGrpSpPr>
        <p:grpSpPr bwMode="auto">
          <a:xfrm>
            <a:off x="1905004" y="2303465"/>
            <a:ext cx="660401" cy="287338"/>
            <a:chOff x="1632" y="875"/>
            <a:chExt cx="416" cy="181"/>
          </a:xfrm>
        </p:grpSpPr>
        <p:sp>
          <p:nvSpPr>
            <p:cNvPr id="729142" name="Line 54"/>
            <p:cNvSpPr>
              <a:spLocks noChangeShapeType="1"/>
            </p:cNvSpPr>
            <p:nvPr/>
          </p:nvSpPr>
          <p:spPr bwMode="auto">
            <a:xfrm flipH="1" flipV="1">
              <a:off x="1632" y="912"/>
              <a:ext cx="288"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29143" name="Text Box 55"/>
            <p:cNvSpPr txBox="1">
              <a:spLocks noChangeArrowheads="1"/>
            </p:cNvSpPr>
            <p:nvPr/>
          </p:nvSpPr>
          <p:spPr bwMode="auto">
            <a:xfrm rot="1495600">
              <a:off x="1650" y="875"/>
              <a:ext cx="398"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200" dirty="0">
                  <a:latin typeface="Times New Roman" panose="02020603050405020304" pitchFamily="18" charset="0"/>
                </a:rPr>
                <a:t>For FV</a:t>
              </a:r>
            </a:p>
          </p:txBody>
        </p:sp>
      </p:grpSp>
      <p:grpSp>
        <p:nvGrpSpPr>
          <p:cNvPr id="729144" name="Group 56"/>
          <p:cNvGrpSpPr>
            <a:grpSpLocks/>
          </p:cNvGrpSpPr>
          <p:nvPr/>
        </p:nvGrpSpPr>
        <p:grpSpPr bwMode="auto">
          <a:xfrm>
            <a:off x="1489075" y="1097260"/>
            <a:ext cx="638175" cy="609600"/>
            <a:chOff x="1296" y="96"/>
            <a:chExt cx="402" cy="384"/>
          </a:xfrm>
        </p:grpSpPr>
        <p:sp>
          <p:nvSpPr>
            <p:cNvPr id="729145" name="Line 57"/>
            <p:cNvSpPr>
              <a:spLocks noChangeShapeType="1"/>
            </p:cNvSpPr>
            <p:nvPr/>
          </p:nvSpPr>
          <p:spPr bwMode="auto">
            <a:xfrm>
              <a:off x="1476" y="240"/>
              <a:ext cx="0" cy="2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29146" name="Text Box 58"/>
            <p:cNvSpPr txBox="1">
              <a:spLocks noChangeArrowheads="1"/>
            </p:cNvSpPr>
            <p:nvPr/>
          </p:nvSpPr>
          <p:spPr bwMode="auto">
            <a:xfrm>
              <a:off x="1296" y="96"/>
              <a:ext cx="402"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200" dirty="0">
                  <a:latin typeface="Times New Roman" panose="02020603050405020304" pitchFamily="18" charset="0"/>
                </a:rPr>
                <a:t>For TV</a:t>
              </a:r>
            </a:p>
          </p:txBody>
        </p:sp>
      </p:grpSp>
      <p:grpSp>
        <p:nvGrpSpPr>
          <p:cNvPr id="729147" name="Group 59"/>
          <p:cNvGrpSpPr>
            <a:grpSpLocks/>
          </p:cNvGrpSpPr>
          <p:nvPr/>
        </p:nvGrpSpPr>
        <p:grpSpPr bwMode="auto">
          <a:xfrm>
            <a:off x="4648204" y="1993903"/>
            <a:ext cx="660401" cy="287338"/>
            <a:chOff x="1632" y="875"/>
            <a:chExt cx="416" cy="181"/>
          </a:xfrm>
        </p:grpSpPr>
        <p:sp>
          <p:nvSpPr>
            <p:cNvPr id="729148" name="Line 60"/>
            <p:cNvSpPr>
              <a:spLocks noChangeShapeType="1"/>
            </p:cNvSpPr>
            <p:nvPr/>
          </p:nvSpPr>
          <p:spPr bwMode="auto">
            <a:xfrm flipH="1" flipV="1">
              <a:off x="1632" y="912"/>
              <a:ext cx="288"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29149" name="Text Box 61"/>
            <p:cNvSpPr txBox="1">
              <a:spLocks noChangeArrowheads="1"/>
            </p:cNvSpPr>
            <p:nvPr/>
          </p:nvSpPr>
          <p:spPr bwMode="auto">
            <a:xfrm rot="1495600">
              <a:off x="1650" y="875"/>
              <a:ext cx="398"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200" dirty="0">
                  <a:latin typeface="Times New Roman" panose="02020603050405020304" pitchFamily="18" charset="0"/>
                </a:rPr>
                <a:t>For FV</a:t>
              </a:r>
            </a:p>
          </p:txBody>
        </p:sp>
      </p:grpSp>
      <p:grpSp>
        <p:nvGrpSpPr>
          <p:cNvPr id="729150" name="Group 62"/>
          <p:cNvGrpSpPr>
            <a:grpSpLocks/>
          </p:cNvGrpSpPr>
          <p:nvPr/>
        </p:nvGrpSpPr>
        <p:grpSpPr bwMode="auto">
          <a:xfrm>
            <a:off x="3886203" y="990600"/>
            <a:ext cx="638176" cy="609600"/>
            <a:chOff x="1296" y="96"/>
            <a:chExt cx="402" cy="384"/>
          </a:xfrm>
        </p:grpSpPr>
        <p:sp>
          <p:nvSpPr>
            <p:cNvPr id="729151" name="Line 63"/>
            <p:cNvSpPr>
              <a:spLocks noChangeShapeType="1"/>
            </p:cNvSpPr>
            <p:nvPr/>
          </p:nvSpPr>
          <p:spPr bwMode="auto">
            <a:xfrm>
              <a:off x="1476" y="240"/>
              <a:ext cx="0" cy="2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29152" name="Text Box 64"/>
            <p:cNvSpPr txBox="1">
              <a:spLocks noChangeArrowheads="1"/>
            </p:cNvSpPr>
            <p:nvPr/>
          </p:nvSpPr>
          <p:spPr bwMode="auto">
            <a:xfrm>
              <a:off x="1296" y="96"/>
              <a:ext cx="402"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200" dirty="0">
                  <a:latin typeface="Times New Roman" panose="02020603050405020304" pitchFamily="18" charset="0"/>
                </a:rPr>
                <a:t>For TV</a:t>
              </a:r>
            </a:p>
          </p:txBody>
        </p:sp>
      </p:grpSp>
      <p:grpSp>
        <p:nvGrpSpPr>
          <p:cNvPr id="729153" name="Group 65"/>
          <p:cNvGrpSpPr>
            <a:grpSpLocks/>
          </p:cNvGrpSpPr>
          <p:nvPr/>
        </p:nvGrpSpPr>
        <p:grpSpPr bwMode="auto">
          <a:xfrm>
            <a:off x="7588253" y="1447800"/>
            <a:ext cx="638176" cy="609600"/>
            <a:chOff x="1296" y="96"/>
            <a:chExt cx="402" cy="384"/>
          </a:xfrm>
        </p:grpSpPr>
        <p:sp>
          <p:nvSpPr>
            <p:cNvPr id="729154" name="Line 66"/>
            <p:cNvSpPr>
              <a:spLocks noChangeShapeType="1"/>
            </p:cNvSpPr>
            <p:nvPr/>
          </p:nvSpPr>
          <p:spPr bwMode="auto">
            <a:xfrm>
              <a:off x="1476" y="240"/>
              <a:ext cx="0" cy="2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29155" name="Text Box 67"/>
            <p:cNvSpPr txBox="1">
              <a:spLocks noChangeArrowheads="1"/>
            </p:cNvSpPr>
            <p:nvPr/>
          </p:nvSpPr>
          <p:spPr bwMode="auto">
            <a:xfrm>
              <a:off x="1296" y="96"/>
              <a:ext cx="402"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200" dirty="0">
                  <a:latin typeface="Times New Roman" panose="02020603050405020304" pitchFamily="18" charset="0"/>
                </a:rPr>
                <a:t>For TV</a:t>
              </a:r>
            </a:p>
          </p:txBody>
        </p:sp>
      </p:grpSp>
      <p:grpSp>
        <p:nvGrpSpPr>
          <p:cNvPr id="729156" name="Group 68"/>
          <p:cNvGrpSpPr>
            <a:grpSpLocks/>
          </p:cNvGrpSpPr>
          <p:nvPr/>
        </p:nvGrpSpPr>
        <p:grpSpPr bwMode="auto">
          <a:xfrm>
            <a:off x="8197854" y="2998790"/>
            <a:ext cx="660401" cy="287338"/>
            <a:chOff x="1632" y="875"/>
            <a:chExt cx="416" cy="181"/>
          </a:xfrm>
        </p:grpSpPr>
        <p:sp>
          <p:nvSpPr>
            <p:cNvPr id="729157" name="Line 69"/>
            <p:cNvSpPr>
              <a:spLocks noChangeShapeType="1"/>
            </p:cNvSpPr>
            <p:nvPr/>
          </p:nvSpPr>
          <p:spPr bwMode="auto">
            <a:xfrm flipH="1" flipV="1">
              <a:off x="1632" y="912"/>
              <a:ext cx="288"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29158" name="Text Box 70"/>
            <p:cNvSpPr txBox="1">
              <a:spLocks noChangeArrowheads="1"/>
            </p:cNvSpPr>
            <p:nvPr/>
          </p:nvSpPr>
          <p:spPr bwMode="auto">
            <a:xfrm rot="1495600">
              <a:off x="1650" y="875"/>
              <a:ext cx="398"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200" dirty="0">
                  <a:latin typeface="Times New Roman" panose="02020603050405020304" pitchFamily="18" charset="0"/>
                </a:rPr>
                <a:t>For FV</a:t>
              </a:r>
            </a:p>
          </p:txBody>
        </p:sp>
      </p:grpSp>
      <p:sp>
        <p:nvSpPr>
          <p:cNvPr id="729159" name="Line 71"/>
          <p:cNvSpPr>
            <a:spLocks noChangeShapeType="1"/>
          </p:cNvSpPr>
          <p:nvPr/>
        </p:nvSpPr>
        <p:spPr bwMode="auto">
          <a:xfrm>
            <a:off x="1057275" y="1962150"/>
            <a:ext cx="0" cy="762000"/>
          </a:xfrm>
          <a:prstGeom prst="line">
            <a:avLst/>
          </a:prstGeom>
          <a:ln>
            <a:headEnd/>
            <a:tailEnd/>
          </a:ln>
        </p:spPr>
        <p:style>
          <a:lnRef idx="3">
            <a:schemeClr val="accent2"/>
          </a:lnRef>
          <a:fillRef idx="0">
            <a:schemeClr val="accent2"/>
          </a:fillRef>
          <a:effectRef idx="2">
            <a:schemeClr val="accent2"/>
          </a:effectRef>
          <a:fontRef idx="minor">
            <a:schemeClr val="tx1"/>
          </a:fontRef>
        </p:style>
        <p:txBody>
          <a:bodyPr/>
          <a:lstStyle/>
          <a:p>
            <a:endParaRPr lang="en-IN"/>
          </a:p>
        </p:txBody>
      </p:sp>
      <p:sp>
        <p:nvSpPr>
          <p:cNvPr id="729160" name="Line 72"/>
          <p:cNvSpPr>
            <a:spLocks noChangeShapeType="1"/>
          </p:cNvSpPr>
          <p:nvPr/>
        </p:nvSpPr>
        <p:spPr bwMode="auto">
          <a:xfrm rot="527743">
            <a:off x="1017768" y="2747556"/>
            <a:ext cx="635257" cy="167129"/>
          </a:xfrm>
          <a:prstGeom prst="line">
            <a:avLst/>
          </a:prstGeom>
          <a:ln>
            <a:headEnd/>
            <a:tailEnd/>
          </a:ln>
        </p:spPr>
        <p:style>
          <a:lnRef idx="3">
            <a:schemeClr val="accent2"/>
          </a:lnRef>
          <a:fillRef idx="0">
            <a:schemeClr val="accent2"/>
          </a:fillRef>
          <a:effectRef idx="2">
            <a:schemeClr val="accent2"/>
          </a:effectRef>
          <a:fontRef idx="minor">
            <a:schemeClr val="tx1"/>
          </a:fontRef>
        </p:style>
        <p:txBody>
          <a:bodyPr/>
          <a:lstStyle/>
          <a:p>
            <a:endParaRPr lang="en-IN"/>
          </a:p>
        </p:txBody>
      </p:sp>
      <p:graphicFrame>
        <p:nvGraphicFramePr>
          <p:cNvPr id="729161" name="Object 73"/>
          <p:cNvGraphicFramePr>
            <a:graphicFrameLocks noChangeAspect="1"/>
          </p:cNvGraphicFramePr>
          <p:nvPr/>
        </p:nvGraphicFramePr>
        <p:xfrm>
          <a:off x="1418431" y="3178989"/>
          <a:ext cx="363538" cy="174625"/>
        </p:xfrm>
        <a:graphic>
          <a:graphicData uri="http://schemas.openxmlformats.org/presentationml/2006/ole">
            <mc:AlternateContent xmlns:mc="http://schemas.openxmlformats.org/markup-compatibility/2006">
              <mc:Choice xmlns:v="urn:schemas-microsoft-com:vml" Requires="v">
                <p:oleObj name="CorelDRAW" r:id="rId8" imgW="668520" imgH="320400" progId="CorelDRAW.Graphic.11">
                  <p:embed/>
                </p:oleObj>
              </mc:Choice>
              <mc:Fallback>
                <p:oleObj name="CorelDRAW" r:id="rId8" imgW="668520" imgH="320400" progId="CorelDRAW.Graphic.11">
                  <p:embed/>
                  <p:pic>
                    <p:nvPicPr>
                      <p:cNvPr id="729161" name="Object 7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8431" y="3178989"/>
                        <a:ext cx="363538" cy="174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29162" name="Object 74"/>
          <p:cNvGraphicFramePr>
            <a:graphicFrameLocks noChangeAspect="1"/>
          </p:cNvGraphicFramePr>
          <p:nvPr/>
        </p:nvGraphicFramePr>
        <p:xfrm>
          <a:off x="697083" y="1796520"/>
          <a:ext cx="252413" cy="304800"/>
        </p:xfrm>
        <a:graphic>
          <a:graphicData uri="http://schemas.openxmlformats.org/presentationml/2006/ole">
            <mc:AlternateContent xmlns:mc="http://schemas.openxmlformats.org/markup-compatibility/2006">
              <mc:Choice xmlns:v="urn:schemas-microsoft-com:vml" Requires="v">
                <p:oleObj name="CorelDRAW" r:id="rId9" imgW="417960" imgH="505440" progId="CorelDRAW.Graphic.11">
                  <p:embed/>
                </p:oleObj>
              </mc:Choice>
              <mc:Fallback>
                <p:oleObj name="CorelDRAW" r:id="rId9" imgW="417960" imgH="505440" progId="CorelDRAW.Graphic.11">
                  <p:embed/>
                  <p:pic>
                    <p:nvPicPr>
                      <p:cNvPr id="729162" name="Object 7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7083" y="1796520"/>
                        <a:ext cx="2524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729163" name="Group 75"/>
          <p:cNvGrpSpPr>
            <a:grpSpLocks/>
          </p:cNvGrpSpPr>
          <p:nvPr/>
        </p:nvGrpSpPr>
        <p:grpSpPr bwMode="auto">
          <a:xfrm>
            <a:off x="381002" y="515938"/>
            <a:ext cx="2378075" cy="523874"/>
            <a:chOff x="240" y="307"/>
            <a:chExt cx="1498" cy="330"/>
          </a:xfrm>
        </p:grpSpPr>
        <p:sp>
          <p:nvSpPr>
            <p:cNvPr id="729164" name="Rectangle 76"/>
            <p:cNvSpPr>
              <a:spLocks noChangeArrowheads="1"/>
            </p:cNvSpPr>
            <p:nvPr/>
          </p:nvSpPr>
          <p:spPr bwMode="auto">
            <a:xfrm>
              <a:off x="336" y="330"/>
              <a:ext cx="1200" cy="294"/>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29165" name="Text Box 77"/>
            <p:cNvSpPr txBox="1">
              <a:spLocks noChangeArrowheads="1"/>
            </p:cNvSpPr>
            <p:nvPr/>
          </p:nvSpPr>
          <p:spPr bwMode="auto">
            <a:xfrm>
              <a:off x="240" y="307"/>
              <a:ext cx="1498"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r>
                <a:rPr lang="en-US" altLang="en-US" sz="1400" dirty="0">
                  <a:latin typeface="Arial" panose="020B0604020202020204" pitchFamily="34" charset="0"/>
                </a:rPr>
                <a:t>POINT </a:t>
              </a:r>
              <a:r>
                <a:rPr lang="en-US" altLang="en-US" sz="1400" dirty="0">
                  <a:solidFill>
                    <a:srgbClr val="FF0000"/>
                  </a:solidFill>
                  <a:latin typeface="Arial" panose="020B0604020202020204" pitchFamily="34" charset="0"/>
                </a:rPr>
                <a:t>A  </a:t>
              </a:r>
              <a:r>
                <a:rPr lang="en-US" altLang="en-US" sz="1400" dirty="0">
                  <a:latin typeface="Arial" panose="020B0604020202020204" pitchFamily="34" charset="0"/>
                </a:rPr>
                <a:t>ABOVE HP</a:t>
              </a:r>
            </a:p>
            <a:p>
              <a:pPr algn="ctr" eaLnBrk="1" hangingPunct="1"/>
              <a:r>
                <a:rPr lang="en-US" altLang="en-US" sz="1400" dirty="0">
                  <a:latin typeface="Arial" panose="020B0604020202020204" pitchFamily="34" charset="0"/>
                </a:rPr>
                <a:t>&amp; INFRONT OF VP</a:t>
              </a:r>
            </a:p>
          </p:txBody>
        </p:sp>
      </p:grpSp>
      <p:grpSp>
        <p:nvGrpSpPr>
          <p:cNvPr id="729166" name="Group 78"/>
          <p:cNvGrpSpPr>
            <a:grpSpLocks/>
          </p:cNvGrpSpPr>
          <p:nvPr/>
        </p:nvGrpSpPr>
        <p:grpSpPr bwMode="auto">
          <a:xfrm>
            <a:off x="6003927" y="485777"/>
            <a:ext cx="2378075" cy="523875"/>
            <a:chOff x="3782" y="288"/>
            <a:chExt cx="1498" cy="330"/>
          </a:xfrm>
        </p:grpSpPr>
        <p:sp>
          <p:nvSpPr>
            <p:cNvPr id="729167" name="Rectangle 79"/>
            <p:cNvSpPr>
              <a:spLocks noChangeArrowheads="1"/>
            </p:cNvSpPr>
            <p:nvPr/>
          </p:nvSpPr>
          <p:spPr bwMode="auto">
            <a:xfrm>
              <a:off x="3938" y="300"/>
              <a:ext cx="1200" cy="288"/>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29168" name="Text Box 80"/>
            <p:cNvSpPr txBox="1">
              <a:spLocks noChangeArrowheads="1"/>
            </p:cNvSpPr>
            <p:nvPr/>
          </p:nvSpPr>
          <p:spPr bwMode="auto">
            <a:xfrm>
              <a:off x="3782" y="288"/>
              <a:ext cx="1498"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r>
                <a:rPr lang="en-US" altLang="en-US" sz="1400">
                  <a:latin typeface="Arial" panose="020B0604020202020204" pitchFamily="34" charset="0"/>
                </a:rPr>
                <a:t>POINT </a:t>
              </a:r>
              <a:r>
                <a:rPr lang="en-US" altLang="en-US" sz="1400">
                  <a:solidFill>
                    <a:srgbClr val="FF0000"/>
                  </a:solidFill>
                  <a:latin typeface="Arial" panose="020B0604020202020204" pitchFamily="34" charset="0"/>
                </a:rPr>
                <a:t>A</a:t>
              </a:r>
              <a:r>
                <a:rPr lang="en-US" altLang="en-US" sz="1400">
                  <a:latin typeface="Arial" panose="020B0604020202020204" pitchFamily="34" charset="0"/>
                </a:rPr>
                <a:t> IN HP</a:t>
              </a:r>
            </a:p>
            <a:p>
              <a:pPr algn="ctr" eaLnBrk="1" hangingPunct="1"/>
              <a:r>
                <a:rPr lang="en-US" altLang="en-US" sz="1400">
                  <a:latin typeface="Arial" panose="020B0604020202020204" pitchFamily="34" charset="0"/>
                </a:rPr>
                <a:t>&amp; INFRONT OF VP</a:t>
              </a:r>
            </a:p>
          </p:txBody>
        </p:sp>
      </p:grpSp>
      <p:grpSp>
        <p:nvGrpSpPr>
          <p:cNvPr id="729169" name="Group 81"/>
          <p:cNvGrpSpPr>
            <a:grpSpLocks/>
          </p:cNvGrpSpPr>
          <p:nvPr/>
        </p:nvGrpSpPr>
        <p:grpSpPr bwMode="auto">
          <a:xfrm>
            <a:off x="3048002" y="500063"/>
            <a:ext cx="2378075" cy="523874"/>
            <a:chOff x="1920" y="297"/>
            <a:chExt cx="1498" cy="330"/>
          </a:xfrm>
        </p:grpSpPr>
        <p:sp>
          <p:nvSpPr>
            <p:cNvPr id="729170" name="Rectangle 82"/>
            <p:cNvSpPr>
              <a:spLocks noChangeArrowheads="1"/>
            </p:cNvSpPr>
            <p:nvPr/>
          </p:nvSpPr>
          <p:spPr bwMode="auto">
            <a:xfrm>
              <a:off x="2064" y="321"/>
              <a:ext cx="1200" cy="303"/>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29171" name="Text Box 83"/>
            <p:cNvSpPr txBox="1">
              <a:spLocks noChangeArrowheads="1"/>
            </p:cNvSpPr>
            <p:nvPr/>
          </p:nvSpPr>
          <p:spPr bwMode="auto">
            <a:xfrm>
              <a:off x="1920" y="297"/>
              <a:ext cx="1498"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r>
                <a:rPr lang="en-US" altLang="en-US" sz="1400" dirty="0">
                  <a:latin typeface="Arial" panose="020B0604020202020204" pitchFamily="34" charset="0"/>
                </a:rPr>
                <a:t>POINT </a:t>
              </a:r>
              <a:r>
                <a:rPr lang="en-US" altLang="en-US" sz="1400" dirty="0">
                  <a:solidFill>
                    <a:srgbClr val="FF0000"/>
                  </a:solidFill>
                  <a:latin typeface="Arial" panose="020B0604020202020204" pitchFamily="34" charset="0"/>
                </a:rPr>
                <a:t>A</a:t>
              </a:r>
              <a:r>
                <a:rPr lang="en-US" altLang="en-US" sz="1400" dirty="0">
                  <a:latin typeface="Arial" panose="020B0604020202020204" pitchFamily="34" charset="0"/>
                </a:rPr>
                <a:t>  ABOVE HP</a:t>
              </a:r>
            </a:p>
            <a:p>
              <a:pPr algn="ctr" eaLnBrk="1" hangingPunct="1"/>
              <a:r>
                <a:rPr lang="en-US" altLang="en-US" sz="1400" dirty="0">
                  <a:latin typeface="Arial" panose="020B0604020202020204" pitchFamily="34" charset="0"/>
                </a:rPr>
                <a:t>&amp; IN VP</a:t>
              </a:r>
            </a:p>
          </p:txBody>
        </p:sp>
      </p:grpSp>
      <p:sp>
        <p:nvSpPr>
          <p:cNvPr id="729172" name="Text Box 84"/>
          <p:cNvSpPr txBox="1">
            <a:spLocks noChangeArrowheads="1"/>
          </p:cNvSpPr>
          <p:nvPr/>
        </p:nvSpPr>
        <p:spPr bwMode="auto">
          <a:xfrm>
            <a:off x="1066802" y="82552"/>
            <a:ext cx="70199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000" dirty="0">
                <a:solidFill>
                  <a:srgbClr val="0070C0"/>
                </a:solidFill>
                <a:latin typeface="Arial Black" panose="020B0A04020102020204" pitchFamily="34" charset="0"/>
              </a:rPr>
              <a:t>PROJECTIONS OF A POINT IN FIRST QUADRANT</a:t>
            </a:r>
          </a:p>
        </p:txBody>
      </p:sp>
      <p:sp>
        <p:nvSpPr>
          <p:cNvPr id="729173" name="Text Box 85"/>
          <p:cNvSpPr txBox="1">
            <a:spLocks noChangeArrowheads="1"/>
          </p:cNvSpPr>
          <p:nvPr/>
        </p:nvSpPr>
        <p:spPr bwMode="auto">
          <a:xfrm>
            <a:off x="2133600" y="1447800"/>
            <a:ext cx="1377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altLang="en-US" sz="1200" b="1" dirty="0">
                <a:solidFill>
                  <a:schemeClr val="accent2"/>
                </a:solidFill>
                <a:latin typeface="Arial" panose="020B0604020202020204" pitchFamily="34" charset="0"/>
              </a:rPr>
              <a:t>PICTORIAL </a:t>
            </a:r>
          </a:p>
          <a:p>
            <a:pPr algn="ctr" eaLnBrk="1" hangingPunct="1"/>
            <a:r>
              <a:rPr lang="en-US" altLang="en-US" sz="1200" b="1" dirty="0">
                <a:solidFill>
                  <a:schemeClr val="accent2"/>
                </a:solidFill>
                <a:latin typeface="Arial" panose="020B0604020202020204" pitchFamily="34" charset="0"/>
              </a:rPr>
              <a:t>PRESENTATION</a:t>
            </a:r>
          </a:p>
        </p:txBody>
      </p:sp>
      <p:sp>
        <p:nvSpPr>
          <p:cNvPr id="729174" name="Text Box 86"/>
          <p:cNvSpPr txBox="1">
            <a:spLocks noChangeArrowheads="1"/>
          </p:cNvSpPr>
          <p:nvPr/>
        </p:nvSpPr>
        <p:spPr bwMode="auto">
          <a:xfrm>
            <a:off x="5175250" y="1452563"/>
            <a:ext cx="1377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altLang="en-US" sz="1200" b="1" dirty="0">
                <a:solidFill>
                  <a:schemeClr val="accent2"/>
                </a:solidFill>
                <a:latin typeface="Arial" panose="020B0604020202020204" pitchFamily="34" charset="0"/>
              </a:rPr>
              <a:t>PICTORIAL </a:t>
            </a:r>
          </a:p>
          <a:p>
            <a:pPr algn="ctr" eaLnBrk="1" hangingPunct="1"/>
            <a:r>
              <a:rPr lang="en-US" altLang="en-US" sz="1200" b="1" dirty="0">
                <a:solidFill>
                  <a:schemeClr val="accent2"/>
                </a:solidFill>
                <a:latin typeface="Arial" panose="020B0604020202020204" pitchFamily="34" charset="0"/>
              </a:rPr>
              <a:t>PRESENTATION</a:t>
            </a:r>
          </a:p>
        </p:txBody>
      </p:sp>
      <p:grpSp>
        <p:nvGrpSpPr>
          <p:cNvPr id="729175" name="Group 87"/>
          <p:cNvGrpSpPr>
            <a:grpSpLocks/>
          </p:cNvGrpSpPr>
          <p:nvPr/>
        </p:nvGrpSpPr>
        <p:grpSpPr bwMode="auto">
          <a:xfrm>
            <a:off x="2508250" y="3405195"/>
            <a:ext cx="4198938" cy="782639"/>
            <a:chOff x="1582" y="2160"/>
            <a:chExt cx="2645" cy="493"/>
          </a:xfrm>
        </p:grpSpPr>
        <p:sp>
          <p:nvSpPr>
            <p:cNvPr id="729176" name="Text Box 88"/>
            <p:cNvSpPr txBox="1">
              <a:spLocks noChangeArrowheads="1"/>
            </p:cNvSpPr>
            <p:nvPr/>
          </p:nvSpPr>
          <p:spPr bwMode="auto">
            <a:xfrm>
              <a:off x="2045" y="2160"/>
              <a:ext cx="165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altLang="en-US" sz="1200" dirty="0">
                  <a:solidFill>
                    <a:srgbClr val="FF0000"/>
                  </a:solidFill>
                  <a:latin typeface="Arial" panose="020B0604020202020204" pitchFamily="34" charset="0"/>
                </a:rPr>
                <a:t>ORTHOGRAPHIC PROJECTIONS </a:t>
              </a:r>
            </a:p>
            <a:p>
              <a:pPr algn="ctr" eaLnBrk="1" hangingPunct="1"/>
              <a:r>
                <a:rPr lang="en-US" altLang="en-US" sz="1200" dirty="0">
                  <a:solidFill>
                    <a:srgbClr val="FF0000"/>
                  </a:solidFill>
                  <a:latin typeface="Arial" panose="020B0604020202020204" pitchFamily="34" charset="0"/>
                </a:rPr>
                <a:t>OF ALL ABOVE CASES.</a:t>
              </a:r>
            </a:p>
          </p:txBody>
        </p:sp>
        <p:sp>
          <p:nvSpPr>
            <p:cNvPr id="729177" name="AutoShape 89"/>
            <p:cNvSpPr>
              <a:spLocks noChangeArrowheads="1"/>
            </p:cNvSpPr>
            <p:nvPr/>
          </p:nvSpPr>
          <p:spPr bwMode="auto">
            <a:xfrm>
              <a:off x="2788" y="2435"/>
              <a:ext cx="96" cy="144"/>
            </a:xfrm>
            <a:prstGeom prst="downArrow">
              <a:avLst>
                <a:gd name="adj1" fmla="val 50000"/>
                <a:gd name="adj2" fmla="val 375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29178" name="AutoShape 90"/>
            <p:cNvSpPr>
              <a:spLocks noChangeArrowheads="1"/>
            </p:cNvSpPr>
            <p:nvPr/>
          </p:nvSpPr>
          <p:spPr bwMode="auto">
            <a:xfrm rot="2817417" flipH="1">
              <a:off x="1695" y="2290"/>
              <a:ext cx="235" cy="462"/>
            </a:xfrm>
            <a:prstGeom prst="downArrow">
              <a:avLst>
                <a:gd name="adj1" fmla="val 50000"/>
                <a:gd name="adj2" fmla="val 375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29179" name="AutoShape 91"/>
            <p:cNvSpPr>
              <a:spLocks noChangeArrowheads="1"/>
            </p:cNvSpPr>
            <p:nvPr/>
          </p:nvSpPr>
          <p:spPr bwMode="auto">
            <a:xfrm rot="18344034">
              <a:off x="3840" y="2266"/>
              <a:ext cx="231" cy="543"/>
            </a:xfrm>
            <a:prstGeom prst="downArrow">
              <a:avLst>
                <a:gd name="adj1" fmla="val 50000"/>
                <a:gd name="adj2" fmla="val 375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729180" name="Group 92"/>
          <p:cNvGrpSpPr>
            <a:grpSpLocks/>
          </p:cNvGrpSpPr>
          <p:nvPr/>
        </p:nvGrpSpPr>
        <p:grpSpPr bwMode="auto">
          <a:xfrm>
            <a:off x="609600" y="4495800"/>
            <a:ext cx="1582738" cy="2133600"/>
            <a:chOff x="216" y="2544"/>
            <a:chExt cx="997" cy="1344"/>
          </a:xfrm>
        </p:grpSpPr>
        <p:sp>
          <p:nvSpPr>
            <p:cNvPr id="729181" name="Text Box 93"/>
            <p:cNvSpPr txBox="1">
              <a:spLocks noChangeArrowheads="1"/>
            </p:cNvSpPr>
            <p:nvPr/>
          </p:nvSpPr>
          <p:spPr bwMode="auto">
            <a:xfrm>
              <a:off x="216" y="3128"/>
              <a:ext cx="185"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200">
                  <a:latin typeface="Times New Roman" panose="02020603050405020304" pitchFamily="18" charset="0"/>
                </a:rPr>
                <a:t>X</a:t>
              </a:r>
            </a:p>
          </p:txBody>
        </p:sp>
        <p:sp>
          <p:nvSpPr>
            <p:cNvPr id="729182" name="Text Box 94"/>
            <p:cNvSpPr txBox="1">
              <a:spLocks noChangeArrowheads="1"/>
            </p:cNvSpPr>
            <p:nvPr/>
          </p:nvSpPr>
          <p:spPr bwMode="auto">
            <a:xfrm>
              <a:off x="1028" y="3128"/>
              <a:ext cx="185"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200">
                  <a:latin typeface="Times New Roman" panose="02020603050405020304" pitchFamily="18" charset="0"/>
                </a:rPr>
                <a:t>Y</a:t>
              </a:r>
            </a:p>
          </p:txBody>
        </p:sp>
        <p:sp>
          <p:nvSpPr>
            <p:cNvPr id="729183" name="Rectangle 95"/>
            <p:cNvSpPr>
              <a:spLocks noChangeArrowheads="1"/>
            </p:cNvSpPr>
            <p:nvPr/>
          </p:nvSpPr>
          <p:spPr bwMode="auto">
            <a:xfrm>
              <a:off x="384" y="2592"/>
              <a:ext cx="672" cy="624"/>
            </a:xfrm>
            <a:prstGeom prst="rect">
              <a:avLst/>
            </a:prstGeom>
            <a:solidFill>
              <a:srgbClr val="00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29184" name="Rectangle 96"/>
            <p:cNvSpPr>
              <a:spLocks noChangeArrowheads="1"/>
            </p:cNvSpPr>
            <p:nvPr/>
          </p:nvSpPr>
          <p:spPr bwMode="auto">
            <a:xfrm>
              <a:off x="384" y="3216"/>
              <a:ext cx="672" cy="624"/>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nvGrpSpPr>
            <p:cNvPr id="729185" name="Group 97"/>
            <p:cNvGrpSpPr>
              <a:grpSpLocks/>
            </p:cNvGrpSpPr>
            <p:nvPr/>
          </p:nvGrpSpPr>
          <p:grpSpPr bwMode="auto">
            <a:xfrm>
              <a:off x="576" y="2802"/>
              <a:ext cx="204" cy="834"/>
              <a:chOff x="1176" y="2256"/>
              <a:chExt cx="204" cy="834"/>
            </a:xfrm>
          </p:grpSpPr>
          <p:sp>
            <p:nvSpPr>
              <p:cNvPr id="729186" name="Line 98"/>
              <p:cNvSpPr>
                <a:spLocks noChangeShapeType="1"/>
              </p:cNvSpPr>
              <p:nvPr/>
            </p:nvSpPr>
            <p:spPr bwMode="auto">
              <a:xfrm>
                <a:off x="1344" y="2370"/>
                <a:ext cx="0" cy="624"/>
              </a:xfrm>
              <a:prstGeom prst="line">
                <a:avLst/>
              </a:prstGeom>
              <a:ln>
                <a:headEnd/>
                <a:tailEnd/>
              </a:ln>
            </p:spPr>
            <p:style>
              <a:lnRef idx="3">
                <a:schemeClr val="accent2"/>
              </a:lnRef>
              <a:fillRef idx="0">
                <a:schemeClr val="accent2"/>
              </a:fillRef>
              <a:effectRef idx="2">
                <a:schemeClr val="accent2"/>
              </a:effectRef>
              <a:fontRef idx="minor">
                <a:schemeClr val="tx1"/>
              </a:fontRef>
            </p:style>
            <p:txBody>
              <a:bodyPr/>
              <a:lstStyle/>
              <a:p>
                <a:endParaRPr lang="en-IN"/>
              </a:p>
            </p:txBody>
          </p:sp>
          <p:sp>
            <p:nvSpPr>
              <p:cNvPr id="729187" name="Text Box 99"/>
              <p:cNvSpPr txBox="1">
                <a:spLocks noChangeArrowheads="1"/>
              </p:cNvSpPr>
              <p:nvPr/>
            </p:nvSpPr>
            <p:spPr bwMode="auto">
              <a:xfrm>
                <a:off x="1200" y="2898"/>
                <a:ext cx="16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rPr>
                  <a:t>a</a:t>
                </a:r>
              </a:p>
            </p:txBody>
          </p:sp>
          <p:sp>
            <p:nvSpPr>
              <p:cNvPr id="729188" name="Text Box 100"/>
              <p:cNvSpPr txBox="1">
                <a:spLocks noChangeArrowheads="1"/>
              </p:cNvSpPr>
              <p:nvPr/>
            </p:nvSpPr>
            <p:spPr bwMode="auto">
              <a:xfrm>
                <a:off x="1176" y="2256"/>
                <a:ext cx="204"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a:latin typeface="Times New Roman" panose="02020603050405020304" pitchFamily="18" charset="0"/>
                  </a:rPr>
                  <a:t>a</a:t>
                </a:r>
                <a:r>
                  <a:rPr lang="en-US" altLang="en-US" sz="1400" dirty="0">
                    <a:latin typeface="Arial" panose="020B0604020202020204" pitchFamily="34" charset="0"/>
                  </a:rPr>
                  <a:t>´</a:t>
                </a:r>
              </a:p>
              <a:p>
                <a:pPr eaLnBrk="1" hangingPunct="1"/>
                <a:endParaRPr lang="en-US" altLang="en-US" sz="1400" dirty="0">
                  <a:latin typeface="Times New Roman" panose="02020603050405020304" pitchFamily="18" charset="0"/>
                </a:endParaRPr>
              </a:p>
            </p:txBody>
          </p:sp>
          <p:sp>
            <p:nvSpPr>
              <p:cNvPr id="729189" name="Oval 101"/>
              <p:cNvSpPr>
                <a:spLocks noChangeArrowheads="1"/>
              </p:cNvSpPr>
              <p:nvPr/>
            </p:nvSpPr>
            <p:spPr bwMode="auto">
              <a:xfrm>
                <a:off x="1314" y="2370"/>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29190" name="Oval 102"/>
              <p:cNvSpPr>
                <a:spLocks noChangeArrowheads="1"/>
              </p:cNvSpPr>
              <p:nvPr/>
            </p:nvSpPr>
            <p:spPr bwMode="auto">
              <a:xfrm>
                <a:off x="1320" y="2994"/>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
          <p:nvSpPr>
            <p:cNvPr id="729191" name="Line 103"/>
            <p:cNvSpPr>
              <a:spLocks noChangeShapeType="1"/>
            </p:cNvSpPr>
            <p:nvPr/>
          </p:nvSpPr>
          <p:spPr bwMode="auto">
            <a:xfrm>
              <a:off x="336" y="3216"/>
              <a:ext cx="76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29192" name="Text Box 104"/>
            <p:cNvSpPr txBox="1">
              <a:spLocks noChangeArrowheads="1"/>
            </p:cNvSpPr>
            <p:nvPr/>
          </p:nvSpPr>
          <p:spPr bwMode="auto">
            <a:xfrm>
              <a:off x="332" y="2544"/>
              <a:ext cx="26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Arial" panose="020B0604020202020204" pitchFamily="34" charset="0"/>
                </a:rPr>
                <a:t>VP</a:t>
              </a:r>
            </a:p>
          </p:txBody>
        </p:sp>
        <p:sp>
          <p:nvSpPr>
            <p:cNvPr id="729193" name="Text Box 105"/>
            <p:cNvSpPr txBox="1">
              <a:spLocks noChangeArrowheads="1"/>
            </p:cNvSpPr>
            <p:nvPr/>
          </p:nvSpPr>
          <p:spPr bwMode="auto">
            <a:xfrm>
              <a:off x="332" y="3696"/>
              <a:ext cx="2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Arial" panose="020B0604020202020204" pitchFamily="34" charset="0"/>
                </a:rPr>
                <a:t>HP</a:t>
              </a:r>
            </a:p>
          </p:txBody>
        </p:sp>
      </p:grpSp>
      <p:grpSp>
        <p:nvGrpSpPr>
          <p:cNvPr id="729194" name="Group 106"/>
          <p:cNvGrpSpPr>
            <a:grpSpLocks/>
          </p:cNvGrpSpPr>
          <p:nvPr/>
        </p:nvGrpSpPr>
        <p:grpSpPr bwMode="auto">
          <a:xfrm>
            <a:off x="3657600" y="4495800"/>
            <a:ext cx="1582738" cy="2133600"/>
            <a:chOff x="1392" y="2496"/>
            <a:chExt cx="997" cy="1344"/>
          </a:xfrm>
        </p:grpSpPr>
        <p:sp>
          <p:nvSpPr>
            <p:cNvPr id="729195" name="Text Box 107"/>
            <p:cNvSpPr txBox="1">
              <a:spLocks noChangeArrowheads="1"/>
            </p:cNvSpPr>
            <p:nvPr/>
          </p:nvSpPr>
          <p:spPr bwMode="auto">
            <a:xfrm>
              <a:off x="1392" y="3080"/>
              <a:ext cx="185"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200">
                  <a:latin typeface="Times New Roman" panose="02020603050405020304" pitchFamily="18" charset="0"/>
                </a:rPr>
                <a:t>X</a:t>
              </a:r>
            </a:p>
          </p:txBody>
        </p:sp>
        <p:sp>
          <p:nvSpPr>
            <p:cNvPr id="729196" name="Text Box 108"/>
            <p:cNvSpPr txBox="1">
              <a:spLocks noChangeArrowheads="1"/>
            </p:cNvSpPr>
            <p:nvPr/>
          </p:nvSpPr>
          <p:spPr bwMode="auto">
            <a:xfrm>
              <a:off x="2204" y="3080"/>
              <a:ext cx="185"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200">
                  <a:latin typeface="Times New Roman" panose="02020603050405020304" pitchFamily="18" charset="0"/>
                </a:rPr>
                <a:t>Y</a:t>
              </a:r>
            </a:p>
          </p:txBody>
        </p:sp>
        <p:sp>
          <p:nvSpPr>
            <p:cNvPr id="729197" name="Rectangle 109"/>
            <p:cNvSpPr>
              <a:spLocks noChangeArrowheads="1"/>
            </p:cNvSpPr>
            <p:nvPr/>
          </p:nvSpPr>
          <p:spPr bwMode="auto">
            <a:xfrm>
              <a:off x="1560" y="2544"/>
              <a:ext cx="672" cy="624"/>
            </a:xfrm>
            <a:prstGeom prst="rect">
              <a:avLst/>
            </a:prstGeom>
            <a:solidFill>
              <a:srgbClr val="00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29198" name="Rectangle 110"/>
            <p:cNvSpPr>
              <a:spLocks noChangeArrowheads="1"/>
            </p:cNvSpPr>
            <p:nvPr/>
          </p:nvSpPr>
          <p:spPr bwMode="auto">
            <a:xfrm>
              <a:off x="1560" y="3168"/>
              <a:ext cx="672" cy="624"/>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29199" name="Line 111"/>
            <p:cNvSpPr>
              <a:spLocks noChangeShapeType="1"/>
            </p:cNvSpPr>
            <p:nvPr/>
          </p:nvSpPr>
          <p:spPr bwMode="auto">
            <a:xfrm>
              <a:off x="1920" y="2880"/>
              <a:ext cx="0" cy="288"/>
            </a:xfrm>
            <a:prstGeom prst="line">
              <a:avLst/>
            </a:prstGeom>
            <a:ln>
              <a:headEnd/>
              <a:tailEnd/>
            </a:ln>
          </p:spPr>
          <p:style>
            <a:lnRef idx="3">
              <a:schemeClr val="accent2"/>
            </a:lnRef>
            <a:fillRef idx="0">
              <a:schemeClr val="accent2"/>
            </a:fillRef>
            <a:effectRef idx="2">
              <a:schemeClr val="accent2"/>
            </a:effectRef>
            <a:fontRef idx="minor">
              <a:schemeClr val="tx1"/>
            </a:fontRef>
          </p:style>
          <p:txBody>
            <a:bodyPr/>
            <a:lstStyle/>
            <a:p>
              <a:endParaRPr lang="en-IN"/>
            </a:p>
          </p:txBody>
        </p:sp>
        <p:sp>
          <p:nvSpPr>
            <p:cNvPr id="729200" name="Text Box 112"/>
            <p:cNvSpPr txBox="1">
              <a:spLocks noChangeArrowheads="1"/>
            </p:cNvSpPr>
            <p:nvPr/>
          </p:nvSpPr>
          <p:spPr bwMode="auto">
            <a:xfrm>
              <a:off x="1752" y="2754"/>
              <a:ext cx="204"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a:latin typeface="Times New Roman" panose="02020603050405020304" pitchFamily="18" charset="0"/>
                </a:rPr>
                <a:t>a</a:t>
              </a:r>
              <a:r>
                <a:rPr lang="en-US" altLang="en-US" sz="1400" dirty="0">
                  <a:latin typeface="Arial" panose="020B0604020202020204" pitchFamily="34" charset="0"/>
                </a:rPr>
                <a:t>´</a:t>
              </a:r>
            </a:p>
            <a:p>
              <a:pPr eaLnBrk="1" hangingPunct="1"/>
              <a:endParaRPr lang="en-US" altLang="en-US" sz="1400" dirty="0">
                <a:latin typeface="Times New Roman" panose="02020603050405020304" pitchFamily="18" charset="0"/>
              </a:endParaRPr>
            </a:p>
          </p:txBody>
        </p:sp>
        <p:sp>
          <p:nvSpPr>
            <p:cNvPr id="729201" name="Oval 113"/>
            <p:cNvSpPr>
              <a:spLocks noChangeArrowheads="1"/>
            </p:cNvSpPr>
            <p:nvPr/>
          </p:nvSpPr>
          <p:spPr bwMode="auto">
            <a:xfrm>
              <a:off x="1890" y="2868"/>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29202" name="Line 114"/>
            <p:cNvSpPr>
              <a:spLocks noChangeShapeType="1"/>
            </p:cNvSpPr>
            <p:nvPr/>
          </p:nvSpPr>
          <p:spPr bwMode="auto">
            <a:xfrm>
              <a:off x="1512" y="3168"/>
              <a:ext cx="76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29203" name="Text Box 115"/>
            <p:cNvSpPr txBox="1">
              <a:spLocks noChangeArrowheads="1"/>
            </p:cNvSpPr>
            <p:nvPr/>
          </p:nvSpPr>
          <p:spPr bwMode="auto">
            <a:xfrm>
              <a:off x="1508" y="2496"/>
              <a:ext cx="26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Arial" panose="020B0604020202020204" pitchFamily="34" charset="0"/>
                </a:rPr>
                <a:t>VP</a:t>
              </a:r>
            </a:p>
          </p:txBody>
        </p:sp>
        <p:sp>
          <p:nvSpPr>
            <p:cNvPr id="729204" name="Text Box 116"/>
            <p:cNvSpPr txBox="1">
              <a:spLocks noChangeArrowheads="1"/>
            </p:cNvSpPr>
            <p:nvPr/>
          </p:nvSpPr>
          <p:spPr bwMode="auto">
            <a:xfrm>
              <a:off x="1508" y="3648"/>
              <a:ext cx="2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Arial" panose="020B0604020202020204" pitchFamily="34" charset="0"/>
                </a:rPr>
                <a:t>HP</a:t>
              </a:r>
            </a:p>
          </p:txBody>
        </p:sp>
        <p:sp>
          <p:nvSpPr>
            <p:cNvPr id="729205" name="Text Box 117"/>
            <p:cNvSpPr txBox="1">
              <a:spLocks noChangeArrowheads="1"/>
            </p:cNvSpPr>
            <p:nvPr/>
          </p:nvSpPr>
          <p:spPr bwMode="auto">
            <a:xfrm>
              <a:off x="1776" y="3100"/>
              <a:ext cx="16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rPr>
                <a:t>a</a:t>
              </a:r>
            </a:p>
          </p:txBody>
        </p:sp>
        <p:sp>
          <p:nvSpPr>
            <p:cNvPr id="729206" name="Oval 118"/>
            <p:cNvSpPr>
              <a:spLocks noChangeArrowheads="1"/>
            </p:cNvSpPr>
            <p:nvPr/>
          </p:nvSpPr>
          <p:spPr bwMode="auto">
            <a:xfrm>
              <a:off x="1896" y="3144"/>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729207" name="Group 119"/>
          <p:cNvGrpSpPr>
            <a:grpSpLocks/>
          </p:cNvGrpSpPr>
          <p:nvPr/>
        </p:nvGrpSpPr>
        <p:grpSpPr bwMode="auto">
          <a:xfrm>
            <a:off x="6705600" y="4495800"/>
            <a:ext cx="1582738" cy="2133600"/>
            <a:chOff x="2640" y="2496"/>
            <a:chExt cx="997" cy="1344"/>
          </a:xfrm>
        </p:grpSpPr>
        <p:sp>
          <p:nvSpPr>
            <p:cNvPr id="729208" name="Text Box 120"/>
            <p:cNvSpPr txBox="1">
              <a:spLocks noChangeArrowheads="1"/>
            </p:cNvSpPr>
            <p:nvPr/>
          </p:nvSpPr>
          <p:spPr bwMode="auto">
            <a:xfrm>
              <a:off x="2640" y="3080"/>
              <a:ext cx="185"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200">
                  <a:latin typeface="Times New Roman" panose="02020603050405020304" pitchFamily="18" charset="0"/>
                </a:rPr>
                <a:t>X</a:t>
              </a:r>
            </a:p>
          </p:txBody>
        </p:sp>
        <p:sp>
          <p:nvSpPr>
            <p:cNvPr id="729209" name="Text Box 121"/>
            <p:cNvSpPr txBox="1">
              <a:spLocks noChangeArrowheads="1"/>
            </p:cNvSpPr>
            <p:nvPr/>
          </p:nvSpPr>
          <p:spPr bwMode="auto">
            <a:xfrm>
              <a:off x="3452" y="3080"/>
              <a:ext cx="185"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200">
                  <a:latin typeface="Times New Roman" panose="02020603050405020304" pitchFamily="18" charset="0"/>
                </a:rPr>
                <a:t>Y</a:t>
              </a:r>
            </a:p>
          </p:txBody>
        </p:sp>
        <p:sp>
          <p:nvSpPr>
            <p:cNvPr id="729210" name="Rectangle 122"/>
            <p:cNvSpPr>
              <a:spLocks noChangeArrowheads="1"/>
            </p:cNvSpPr>
            <p:nvPr/>
          </p:nvSpPr>
          <p:spPr bwMode="auto">
            <a:xfrm>
              <a:off x="2808" y="2544"/>
              <a:ext cx="672" cy="624"/>
            </a:xfrm>
            <a:prstGeom prst="rect">
              <a:avLst/>
            </a:prstGeom>
            <a:solidFill>
              <a:srgbClr val="00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29211" name="Rectangle 123"/>
            <p:cNvSpPr>
              <a:spLocks noChangeArrowheads="1"/>
            </p:cNvSpPr>
            <p:nvPr/>
          </p:nvSpPr>
          <p:spPr bwMode="auto">
            <a:xfrm>
              <a:off x="2808" y="3168"/>
              <a:ext cx="672" cy="624"/>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29212" name="Line 124"/>
            <p:cNvSpPr>
              <a:spLocks noChangeShapeType="1"/>
            </p:cNvSpPr>
            <p:nvPr/>
          </p:nvSpPr>
          <p:spPr bwMode="auto">
            <a:xfrm>
              <a:off x="3168" y="3168"/>
              <a:ext cx="0" cy="376"/>
            </a:xfrm>
            <a:prstGeom prst="line">
              <a:avLst/>
            </a:prstGeom>
            <a:ln>
              <a:headEnd/>
              <a:tailEnd/>
            </a:ln>
          </p:spPr>
          <p:style>
            <a:lnRef idx="3">
              <a:schemeClr val="accent2"/>
            </a:lnRef>
            <a:fillRef idx="0">
              <a:schemeClr val="accent2"/>
            </a:fillRef>
            <a:effectRef idx="2">
              <a:schemeClr val="accent2"/>
            </a:effectRef>
            <a:fontRef idx="minor">
              <a:schemeClr val="tx1"/>
            </a:fontRef>
          </p:style>
          <p:txBody>
            <a:bodyPr/>
            <a:lstStyle/>
            <a:p>
              <a:endParaRPr lang="en-IN"/>
            </a:p>
          </p:txBody>
        </p:sp>
        <p:sp>
          <p:nvSpPr>
            <p:cNvPr id="729213" name="Text Box 125"/>
            <p:cNvSpPr txBox="1">
              <a:spLocks noChangeArrowheads="1"/>
            </p:cNvSpPr>
            <p:nvPr/>
          </p:nvSpPr>
          <p:spPr bwMode="auto">
            <a:xfrm>
              <a:off x="3024" y="3396"/>
              <a:ext cx="16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rPr>
                <a:t>a</a:t>
              </a:r>
            </a:p>
          </p:txBody>
        </p:sp>
        <p:sp>
          <p:nvSpPr>
            <p:cNvPr id="729214" name="Oval 126"/>
            <p:cNvSpPr>
              <a:spLocks noChangeArrowheads="1"/>
            </p:cNvSpPr>
            <p:nvPr/>
          </p:nvSpPr>
          <p:spPr bwMode="auto">
            <a:xfrm>
              <a:off x="3144" y="3492"/>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29215" name="Line 127"/>
            <p:cNvSpPr>
              <a:spLocks noChangeShapeType="1"/>
            </p:cNvSpPr>
            <p:nvPr/>
          </p:nvSpPr>
          <p:spPr bwMode="auto">
            <a:xfrm>
              <a:off x="2760" y="3168"/>
              <a:ext cx="76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29216" name="Text Box 128"/>
            <p:cNvSpPr txBox="1">
              <a:spLocks noChangeArrowheads="1"/>
            </p:cNvSpPr>
            <p:nvPr/>
          </p:nvSpPr>
          <p:spPr bwMode="auto">
            <a:xfrm>
              <a:off x="2756" y="2496"/>
              <a:ext cx="26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Arial" panose="020B0604020202020204" pitchFamily="34" charset="0"/>
                </a:rPr>
                <a:t>VP</a:t>
              </a:r>
            </a:p>
          </p:txBody>
        </p:sp>
        <p:sp>
          <p:nvSpPr>
            <p:cNvPr id="729217" name="Text Box 129"/>
            <p:cNvSpPr txBox="1">
              <a:spLocks noChangeArrowheads="1"/>
            </p:cNvSpPr>
            <p:nvPr/>
          </p:nvSpPr>
          <p:spPr bwMode="auto">
            <a:xfrm>
              <a:off x="2756" y="3648"/>
              <a:ext cx="2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Arial" panose="020B0604020202020204" pitchFamily="34" charset="0"/>
                </a:rPr>
                <a:t>HP</a:t>
              </a:r>
            </a:p>
          </p:txBody>
        </p:sp>
        <p:sp>
          <p:nvSpPr>
            <p:cNvPr id="729218" name="Text Box 130"/>
            <p:cNvSpPr txBox="1">
              <a:spLocks noChangeArrowheads="1"/>
            </p:cNvSpPr>
            <p:nvPr/>
          </p:nvSpPr>
          <p:spPr bwMode="auto">
            <a:xfrm>
              <a:off x="3016" y="3012"/>
              <a:ext cx="204"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a:latin typeface="Times New Roman" panose="02020603050405020304" pitchFamily="18" charset="0"/>
                </a:rPr>
                <a:t>a</a:t>
              </a:r>
              <a:r>
                <a:rPr lang="en-US" altLang="en-US" sz="1400" dirty="0">
                  <a:latin typeface="Arial" panose="020B0604020202020204" pitchFamily="34" charset="0"/>
                </a:rPr>
                <a:t>´</a:t>
              </a:r>
            </a:p>
            <a:p>
              <a:pPr eaLnBrk="1" hangingPunct="1"/>
              <a:endParaRPr lang="en-US" altLang="en-US" sz="1400" dirty="0">
                <a:latin typeface="Times New Roman" panose="02020603050405020304" pitchFamily="18" charset="0"/>
              </a:endParaRPr>
            </a:p>
          </p:txBody>
        </p:sp>
        <p:sp>
          <p:nvSpPr>
            <p:cNvPr id="729219" name="Oval 131"/>
            <p:cNvSpPr>
              <a:spLocks noChangeArrowheads="1"/>
            </p:cNvSpPr>
            <p:nvPr/>
          </p:nvSpPr>
          <p:spPr bwMode="auto">
            <a:xfrm>
              <a:off x="3138" y="3138"/>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
        <p:nvSpPr>
          <p:cNvPr id="729220" name="Text Box 132"/>
          <p:cNvSpPr txBox="1">
            <a:spLocks noChangeArrowheads="1"/>
          </p:cNvSpPr>
          <p:nvPr/>
        </p:nvSpPr>
        <p:spPr bwMode="auto">
          <a:xfrm>
            <a:off x="914400" y="4038602"/>
            <a:ext cx="114678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200" b="1" i="1" dirty="0">
                <a:latin typeface="Arial" panose="020B0604020202020204" pitchFamily="34" charset="0"/>
              </a:rPr>
              <a:t>FV above XY,</a:t>
            </a:r>
          </a:p>
          <a:p>
            <a:r>
              <a:rPr lang="en-US" altLang="en-US" sz="1200" b="1" i="1" dirty="0">
                <a:latin typeface="Arial" panose="020B0604020202020204" pitchFamily="34" charset="0"/>
              </a:rPr>
              <a:t>TV below XY.</a:t>
            </a:r>
          </a:p>
        </p:txBody>
      </p:sp>
      <p:sp>
        <p:nvSpPr>
          <p:cNvPr id="729221" name="Text Box 133"/>
          <p:cNvSpPr txBox="1">
            <a:spLocks noChangeArrowheads="1"/>
          </p:cNvSpPr>
          <p:nvPr/>
        </p:nvSpPr>
        <p:spPr bwMode="auto">
          <a:xfrm>
            <a:off x="3862081" y="4038602"/>
            <a:ext cx="114678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1200" b="1" i="1" dirty="0">
                <a:latin typeface="Arial" panose="020B0604020202020204" pitchFamily="34" charset="0"/>
              </a:rPr>
              <a:t>FV above XY,</a:t>
            </a:r>
          </a:p>
          <a:p>
            <a:pPr algn="ctr"/>
            <a:r>
              <a:rPr lang="en-US" altLang="en-US" sz="1200" b="1" i="1" dirty="0">
                <a:latin typeface="Arial" panose="020B0604020202020204" pitchFamily="34" charset="0"/>
              </a:rPr>
              <a:t>TV on XY.</a:t>
            </a:r>
          </a:p>
        </p:txBody>
      </p:sp>
      <p:sp>
        <p:nvSpPr>
          <p:cNvPr id="729222" name="Text Box 134"/>
          <p:cNvSpPr txBox="1">
            <a:spLocks noChangeArrowheads="1"/>
          </p:cNvSpPr>
          <p:nvPr/>
        </p:nvSpPr>
        <p:spPr bwMode="auto">
          <a:xfrm>
            <a:off x="6871309" y="4038602"/>
            <a:ext cx="115448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1200" b="1" i="1" dirty="0">
                <a:latin typeface="Arial" panose="020B0604020202020204" pitchFamily="34" charset="0"/>
              </a:rPr>
              <a:t>FV on XY,</a:t>
            </a:r>
          </a:p>
          <a:p>
            <a:pPr algn="ctr"/>
            <a:r>
              <a:rPr lang="en-US" altLang="en-US" sz="1200" b="1" i="1" dirty="0">
                <a:latin typeface="Arial" panose="020B0604020202020204" pitchFamily="34" charset="0"/>
              </a:rPr>
              <a:t>TV below XY</a:t>
            </a:r>
            <a:r>
              <a:rPr lang="en-US" altLang="en-US" sz="1200" i="1" dirty="0">
                <a:latin typeface="Arial" panose="020B0604020202020204" pitchFamily="34" charset="0"/>
              </a:rPr>
              <a:t>.</a:t>
            </a:r>
          </a:p>
        </p:txBody>
      </p:sp>
      <p:sp>
        <p:nvSpPr>
          <p:cNvPr id="2" name="Slide Number Placeholder 1"/>
          <p:cNvSpPr>
            <a:spLocks noGrp="1"/>
          </p:cNvSpPr>
          <p:nvPr>
            <p:ph type="sldNum" sz="quarter" idx="12"/>
          </p:nvPr>
        </p:nvSpPr>
        <p:spPr>
          <a:xfrm>
            <a:off x="7072985" y="6523037"/>
            <a:ext cx="2057400" cy="365125"/>
          </a:xfrm>
        </p:spPr>
        <p:txBody>
          <a:bodyPr/>
          <a:lstStyle/>
          <a:p>
            <a:fld id="{EE8E09DC-0268-440F-8276-54ADABB93829}" type="slidenum">
              <a:rPr lang="en-IN" smtClean="0"/>
              <a:t>8</a:t>
            </a:fld>
            <a:endParaRPr lang="en-IN"/>
          </a:p>
        </p:txBody>
      </p:sp>
    </p:spTree>
    <p:extLst>
      <p:ext uri="{BB962C8B-B14F-4D97-AF65-F5344CB8AC3E}">
        <p14:creationId xmlns:p14="http://schemas.microsoft.com/office/powerpoint/2010/main" val="17123002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Notation System</a:t>
            </a:r>
          </a:p>
        </p:txBody>
      </p:sp>
      <p:sp>
        <p:nvSpPr>
          <p:cNvPr id="3" name="Content Placeholder 2"/>
          <p:cNvSpPr>
            <a:spLocks noGrp="1"/>
          </p:cNvSpPr>
          <p:nvPr>
            <p:ph idx="1"/>
          </p:nvPr>
        </p:nvSpPr>
        <p:spPr/>
        <p:txBody>
          <a:bodyPr/>
          <a:lstStyle/>
          <a:p>
            <a:r>
              <a:rPr lang="en-US" dirty="0"/>
              <a:t>The top view of a point P shall be indicated by p</a:t>
            </a:r>
          </a:p>
          <a:p>
            <a:r>
              <a:rPr lang="en-US" dirty="0"/>
              <a:t>The FV of a point P shall be indicated by p´</a:t>
            </a:r>
          </a:p>
          <a:p>
            <a:r>
              <a:rPr lang="en-US" dirty="0"/>
              <a:t>The SV of a point P shall be indicated by p´´ </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cstate="print"/>
          <a:srcRect/>
          <a:stretch>
            <a:fillRect/>
          </a:stretch>
        </p:blipFill>
        <p:spPr bwMode="auto">
          <a:xfrm>
            <a:off x="304800" y="1316337"/>
            <a:ext cx="8191500" cy="5313063"/>
          </a:xfrm>
          <a:prstGeom prst="rect">
            <a:avLst/>
          </a:prstGeom>
          <a:noFill/>
          <a:ln w="9525">
            <a:noFill/>
            <a:miter lim="800000"/>
            <a:headEnd/>
            <a:tailEnd/>
          </a:ln>
          <a:effectLst/>
        </p:spPr>
      </p:pic>
      <p:sp>
        <p:nvSpPr>
          <p:cNvPr id="4" name="Title 1"/>
          <p:cNvSpPr txBox="1">
            <a:spLocks/>
          </p:cNvSpPr>
          <p:nvPr/>
        </p:nvSpPr>
        <p:spPr>
          <a:xfrm>
            <a:off x="457200" y="76200"/>
            <a:ext cx="8229600" cy="685800"/>
          </a:xfrm>
          <a:prstGeom prst="rect">
            <a:avLst/>
          </a:prstGeom>
        </p:spPr>
        <p:txBody>
          <a:bodyPr/>
          <a:lstStyle/>
          <a:p>
            <a:pPr algn="ctr">
              <a:spcBef>
                <a:spcPct val="0"/>
              </a:spcBef>
            </a:pPr>
            <a:r>
              <a:rPr lang="en-US" sz="4000" b="1" dirty="0"/>
              <a:t>Point in the First Quadrant</a:t>
            </a: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4000" b="0" i="0" u="none" strike="noStrike" kern="1200" cap="none" spc="0" normalizeH="0" baseline="0" noProof="0" dirty="0">
              <a:ln>
                <a:noFill/>
              </a:ln>
              <a:solidFill>
                <a:schemeClr val="tx1"/>
              </a:solidFill>
              <a:effectLst/>
              <a:uLnTx/>
              <a:uFillTx/>
              <a:latin typeface="Adobe Caslon Pro Bold" pitchFamily="18" charset="0"/>
              <a:ea typeface="+mj-ea"/>
              <a:cs typeface="+mj-cs"/>
            </a:endParaRPr>
          </a:p>
        </p:txBody>
      </p:sp>
      <p:sp>
        <p:nvSpPr>
          <p:cNvPr id="5" name="TextBox 4"/>
          <p:cNvSpPr txBox="1"/>
          <p:nvPr/>
        </p:nvSpPr>
        <p:spPr>
          <a:xfrm>
            <a:off x="7010400" y="6019800"/>
            <a:ext cx="1676400" cy="646331"/>
          </a:xfrm>
          <a:prstGeom prst="rect">
            <a:avLst/>
          </a:prstGeom>
          <a:noFill/>
        </p:spPr>
        <p:txBody>
          <a:bodyPr wrap="square" rtlCol="0">
            <a:spAutoFit/>
          </a:bodyPr>
          <a:lstStyle/>
          <a:p>
            <a:pPr algn="ctr"/>
            <a:r>
              <a:rPr lang="en-US" dirty="0"/>
              <a:t>Check notation system</a:t>
            </a:r>
          </a:p>
        </p:txBody>
      </p:sp>
      <p:sp>
        <p:nvSpPr>
          <p:cNvPr id="6" name="TextBox 5"/>
          <p:cNvSpPr txBox="1"/>
          <p:nvPr/>
        </p:nvSpPr>
        <p:spPr>
          <a:xfrm>
            <a:off x="2133600" y="762000"/>
            <a:ext cx="4876800" cy="461665"/>
          </a:xfrm>
          <a:prstGeom prst="rect">
            <a:avLst/>
          </a:prstGeom>
          <a:noFill/>
        </p:spPr>
        <p:txBody>
          <a:bodyPr wrap="square" rtlCol="0">
            <a:spAutoFit/>
          </a:bodyPr>
          <a:lstStyle/>
          <a:p>
            <a:r>
              <a:rPr lang="en-US" sz="2400" dirty="0">
                <a:latin typeface="Times" pitchFamily="18" charset="0"/>
              </a:rPr>
              <a:t>Point is above HP and in front of VP</a:t>
            </a:r>
          </a:p>
        </p:txBody>
      </p:sp>
      <p:sp>
        <p:nvSpPr>
          <p:cNvPr id="7" name="Rectangle 6"/>
          <p:cNvSpPr/>
          <p:nvPr/>
        </p:nvSpPr>
        <p:spPr>
          <a:xfrm>
            <a:off x="6324600" y="2057400"/>
            <a:ext cx="2438400" cy="3962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p:cNvGrpSpPr/>
          <p:nvPr/>
        </p:nvGrpSpPr>
        <p:grpSpPr>
          <a:xfrm>
            <a:off x="6569138" y="3516868"/>
            <a:ext cx="2346262" cy="381000"/>
            <a:chOff x="3810000" y="2971800"/>
            <a:chExt cx="2346262" cy="381000"/>
          </a:xfrm>
        </p:grpSpPr>
        <p:cxnSp>
          <p:nvCxnSpPr>
            <p:cNvPr id="12" name="Straight Connector 11"/>
            <p:cNvCxnSpPr/>
            <p:nvPr/>
          </p:nvCxnSpPr>
          <p:spPr>
            <a:xfrm>
              <a:off x="4114800" y="3200400"/>
              <a:ext cx="16764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3810000" y="2971800"/>
              <a:ext cx="284052" cy="369332"/>
            </a:xfrm>
            <a:prstGeom prst="rect">
              <a:avLst/>
            </a:prstGeom>
            <a:noFill/>
          </p:spPr>
          <p:txBody>
            <a:bodyPr wrap="none" rtlCol="0">
              <a:spAutoFit/>
            </a:bodyPr>
            <a:lstStyle/>
            <a:p>
              <a:r>
                <a:rPr lang="en-US" dirty="0"/>
                <a:t>x</a:t>
              </a:r>
            </a:p>
          </p:txBody>
        </p:sp>
        <p:sp>
          <p:nvSpPr>
            <p:cNvPr id="14" name="TextBox 13"/>
            <p:cNvSpPr txBox="1"/>
            <p:nvPr/>
          </p:nvSpPr>
          <p:spPr>
            <a:xfrm>
              <a:off x="5867400" y="2983468"/>
              <a:ext cx="288862" cy="369332"/>
            </a:xfrm>
            <a:prstGeom prst="rect">
              <a:avLst/>
            </a:prstGeom>
            <a:noFill/>
          </p:spPr>
          <p:txBody>
            <a:bodyPr wrap="none" rtlCol="0">
              <a:spAutoFit/>
            </a:bodyPr>
            <a:lstStyle/>
            <a:p>
              <a:r>
                <a:rPr lang="en-US" dirty="0"/>
                <a:t>y</a:t>
              </a:r>
            </a:p>
          </p:txBody>
        </p:sp>
      </p:grpSp>
      <p:sp>
        <p:nvSpPr>
          <p:cNvPr id="15" name="Oval 14"/>
          <p:cNvSpPr/>
          <p:nvPr/>
        </p:nvSpPr>
        <p:spPr>
          <a:xfrm>
            <a:off x="7312088" y="2581041"/>
            <a:ext cx="45719" cy="45719"/>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6" name="Oval 15"/>
          <p:cNvSpPr/>
          <p:nvPr/>
        </p:nvSpPr>
        <p:spPr>
          <a:xfrm>
            <a:off x="7312088" y="5236449"/>
            <a:ext cx="45719" cy="45719"/>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17" name="Straight Connector 16"/>
          <p:cNvCxnSpPr/>
          <p:nvPr/>
        </p:nvCxnSpPr>
        <p:spPr>
          <a:xfrm>
            <a:off x="7331138" y="2621518"/>
            <a:ext cx="0" cy="2667000"/>
          </a:xfrm>
          <a:prstGeom prst="line">
            <a:avLst/>
          </a:prstGeom>
        </p:spPr>
        <p:style>
          <a:lnRef idx="1">
            <a:schemeClr val="dk1"/>
          </a:lnRef>
          <a:fillRef idx="0">
            <a:schemeClr val="dk1"/>
          </a:fillRef>
          <a:effectRef idx="0">
            <a:schemeClr val="dk1"/>
          </a:effectRef>
          <a:fontRef idx="minor">
            <a:schemeClr val="tx1"/>
          </a:fontRef>
        </p:style>
      </p:cxnSp>
      <p:cxnSp>
        <p:nvCxnSpPr>
          <p:cNvPr id="18" name="Straight Arrow Connector 17"/>
          <p:cNvCxnSpPr/>
          <p:nvPr/>
        </p:nvCxnSpPr>
        <p:spPr>
          <a:xfrm flipV="1">
            <a:off x="7788338" y="2602468"/>
            <a:ext cx="0" cy="1143000"/>
          </a:xfrm>
          <a:prstGeom prst="straightConnector1">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19" name="Straight Arrow Connector 18"/>
          <p:cNvCxnSpPr/>
          <p:nvPr/>
        </p:nvCxnSpPr>
        <p:spPr>
          <a:xfrm>
            <a:off x="7788338" y="3745468"/>
            <a:ext cx="0" cy="1524000"/>
          </a:xfrm>
          <a:prstGeom prst="straightConnector1">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20" name="Straight Connector 19"/>
          <p:cNvCxnSpPr/>
          <p:nvPr/>
        </p:nvCxnSpPr>
        <p:spPr>
          <a:xfrm>
            <a:off x="7102538" y="2602468"/>
            <a:ext cx="838200" cy="0"/>
          </a:xfrm>
          <a:prstGeom prst="line">
            <a:avLst/>
          </a:prstGeom>
        </p:spPr>
        <p:style>
          <a:lnRef idx="1">
            <a:schemeClr val="dk1"/>
          </a:lnRef>
          <a:fillRef idx="0">
            <a:schemeClr val="dk1"/>
          </a:fillRef>
          <a:effectRef idx="0">
            <a:schemeClr val="dk1"/>
          </a:effectRef>
          <a:fontRef idx="minor">
            <a:schemeClr val="tx1"/>
          </a:fontRef>
        </p:style>
      </p:cxnSp>
      <p:cxnSp>
        <p:nvCxnSpPr>
          <p:cNvPr id="21" name="Straight Connector 20"/>
          <p:cNvCxnSpPr/>
          <p:nvPr/>
        </p:nvCxnSpPr>
        <p:spPr>
          <a:xfrm>
            <a:off x="7102538" y="5269468"/>
            <a:ext cx="990600" cy="0"/>
          </a:xfrm>
          <a:prstGeom prst="line">
            <a:avLst/>
          </a:prstGeom>
        </p:spPr>
        <p:style>
          <a:lnRef idx="1">
            <a:schemeClr val="dk1"/>
          </a:lnRef>
          <a:fillRef idx="0">
            <a:schemeClr val="dk1"/>
          </a:fillRef>
          <a:effectRef idx="0">
            <a:schemeClr val="dk1"/>
          </a:effectRef>
          <a:fontRef idx="minor">
            <a:schemeClr val="tx1"/>
          </a:fontRef>
        </p:style>
      </p:cxnSp>
      <p:sp>
        <p:nvSpPr>
          <p:cNvPr id="22" name="TextBox 21"/>
          <p:cNvSpPr txBox="1"/>
          <p:nvPr/>
        </p:nvSpPr>
        <p:spPr>
          <a:xfrm>
            <a:off x="7178738" y="2221468"/>
            <a:ext cx="373820" cy="369332"/>
          </a:xfrm>
          <a:prstGeom prst="rect">
            <a:avLst/>
          </a:prstGeom>
          <a:noFill/>
        </p:spPr>
        <p:txBody>
          <a:bodyPr wrap="none" rtlCol="0">
            <a:spAutoFit/>
          </a:bodyPr>
          <a:lstStyle/>
          <a:p>
            <a:r>
              <a:rPr lang="en-US" dirty="0"/>
              <a:t>p´</a:t>
            </a:r>
          </a:p>
        </p:txBody>
      </p:sp>
      <p:sp>
        <p:nvSpPr>
          <p:cNvPr id="23" name="TextBox 22"/>
          <p:cNvSpPr txBox="1"/>
          <p:nvPr/>
        </p:nvSpPr>
        <p:spPr>
          <a:xfrm>
            <a:off x="7178738" y="5269468"/>
            <a:ext cx="306494" cy="369332"/>
          </a:xfrm>
          <a:prstGeom prst="rect">
            <a:avLst/>
          </a:prstGeom>
          <a:noFill/>
        </p:spPr>
        <p:txBody>
          <a:bodyPr wrap="none" rtlCol="0">
            <a:spAutoFit/>
          </a:bodyPr>
          <a:lstStyle/>
          <a:p>
            <a:r>
              <a:rPr lang="en-US" dirty="0"/>
              <a:t>p</a:t>
            </a:r>
          </a:p>
        </p:txBody>
      </p:sp>
      <p:sp>
        <p:nvSpPr>
          <p:cNvPr id="24" name="TextBox 23"/>
          <p:cNvSpPr txBox="1"/>
          <p:nvPr/>
        </p:nvSpPr>
        <p:spPr>
          <a:xfrm>
            <a:off x="7026338" y="3657076"/>
            <a:ext cx="306494" cy="369332"/>
          </a:xfrm>
          <a:prstGeom prst="rect">
            <a:avLst/>
          </a:prstGeom>
          <a:noFill/>
        </p:spPr>
        <p:txBody>
          <a:bodyPr wrap="none" rtlCol="0">
            <a:spAutoFit/>
          </a:bodyPr>
          <a:lstStyle/>
          <a:p>
            <a:r>
              <a:rPr lang="en-US" dirty="0"/>
              <a:t>o</a:t>
            </a:r>
          </a:p>
        </p:txBody>
      </p:sp>
      <p:sp>
        <p:nvSpPr>
          <p:cNvPr id="25" name="TextBox 24"/>
          <p:cNvSpPr txBox="1"/>
          <p:nvPr/>
        </p:nvSpPr>
        <p:spPr>
          <a:xfrm>
            <a:off x="7707673" y="3038097"/>
            <a:ext cx="461665" cy="326371"/>
          </a:xfrm>
          <a:prstGeom prst="rect">
            <a:avLst/>
          </a:prstGeom>
          <a:noFill/>
        </p:spPr>
        <p:txBody>
          <a:bodyPr vert="vert" wrap="none" rtlCol="0">
            <a:spAutoFit/>
          </a:bodyPr>
          <a:lstStyle/>
          <a:p>
            <a:r>
              <a:rPr lang="en-US" dirty="0"/>
              <a:t>50</a:t>
            </a:r>
          </a:p>
        </p:txBody>
      </p:sp>
      <p:sp>
        <p:nvSpPr>
          <p:cNvPr id="26" name="TextBox 25"/>
          <p:cNvSpPr txBox="1"/>
          <p:nvPr/>
        </p:nvSpPr>
        <p:spPr>
          <a:xfrm>
            <a:off x="7707673" y="4355068"/>
            <a:ext cx="461665" cy="326371"/>
          </a:xfrm>
          <a:prstGeom prst="rect">
            <a:avLst/>
          </a:prstGeom>
          <a:noFill/>
        </p:spPr>
        <p:txBody>
          <a:bodyPr vert="vert" wrap="none" rtlCol="0">
            <a:spAutoFit/>
          </a:bodyPr>
          <a:lstStyle/>
          <a:p>
            <a:r>
              <a:rPr lang="en-US" dirty="0"/>
              <a:t>70</a:t>
            </a:r>
          </a:p>
        </p:txBody>
      </p:sp>
      <p:sp>
        <p:nvSpPr>
          <p:cNvPr id="27" name="TextBox 26"/>
          <p:cNvSpPr txBox="1"/>
          <p:nvPr/>
        </p:nvSpPr>
        <p:spPr>
          <a:xfrm>
            <a:off x="8153400" y="2286000"/>
            <a:ext cx="533400" cy="369332"/>
          </a:xfrm>
          <a:prstGeom prst="rect">
            <a:avLst/>
          </a:prstGeom>
          <a:noFill/>
        </p:spPr>
        <p:txBody>
          <a:bodyPr wrap="square" rtlCol="0">
            <a:spAutoFit/>
          </a:bodyPr>
          <a:lstStyle/>
          <a:p>
            <a:r>
              <a:rPr lang="en-US" dirty="0"/>
              <a:t>FV</a:t>
            </a:r>
          </a:p>
        </p:txBody>
      </p:sp>
      <p:sp>
        <p:nvSpPr>
          <p:cNvPr id="28" name="TextBox 27"/>
          <p:cNvSpPr txBox="1"/>
          <p:nvPr/>
        </p:nvSpPr>
        <p:spPr>
          <a:xfrm>
            <a:off x="8153400" y="5410200"/>
            <a:ext cx="533400" cy="369332"/>
          </a:xfrm>
          <a:prstGeom prst="rect">
            <a:avLst/>
          </a:prstGeom>
          <a:noFill/>
        </p:spPr>
        <p:txBody>
          <a:bodyPr wrap="square" rtlCol="0">
            <a:spAutoFit/>
          </a:bodyPr>
          <a:lstStyle/>
          <a:p>
            <a:r>
              <a:rPr lang="en-US" dirty="0"/>
              <a:t>TV</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cstate="print"/>
          <a:srcRect/>
          <a:stretch>
            <a:fillRect/>
          </a:stretch>
        </p:blipFill>
        <p:spPr bwMode="auto">
          <a:xfrm>
            <a:off x="457200" y="1135832"/>
            <a:ext cx="8343900" cy="5569768"/>
          </a:xfrm>
          <a:prstGeom prst="rect">
            <a:avLst/>
          </a:prstGeom>
          <a:noFill/>
          <a:ln w="9525">
            <a:noFill/>
            <a:miter lim="800000"/>
            <a:headEnd/>
            <a:tailEnd/>
          </a:ln>
          <a:effectLst/>
        </p:spPr>
      </p:pic>
      <p:sp>
        <p:nvSpPr>
          <p:cNvPr id="4" name="Title 1"/>
          <p:cNvSpPr txBox="1">
            <a:spLocks/>
          </p:cNvSpPr>
          <p:nvPr/>
        </p:nvSpPr>
        <p:spPr>
          <a:xfrm>
            <a:off x="457200" y="76200"/>
            <a:ext cx="8229600" cy="685800"/>
          </a:xfrm>
          <a:prstGeom prst="rect">
            <a:avLst/>
          </a:prstGeom>
        </p:spPr>
        <p:txBody>
          <a:bodyPr/>
          <a:lstStyle/>
          <a:p>
            <a:pPr algn="ctr">
              <a:spcBef>
                <a:spcPct val="0"/>
              </a:spcBef>
            </a:pPr>
            <a:r>
              <a:rPr lang="en-US" sz="4000" b="1" dirty="0"/>
              <a:t>Point in the Second Quadrant</a:t>
            </a: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4000" b="0" i="0" u="none" strike="noStrike" kern="1200" cap="none" spc="0" normalizeH="0" baseline="0" noProof="0" dirty="0">
              <a:ln>
                <a:noFill/>
              </a:ln>
              <a:solidFill>
                <a:schemeClr val="tx1"/>
              </a:solidFill>
              <a:effectLst/>
              <a:uLnTx/>
              <a:uFillTx/>
              <a:latin typeface="Adobe Caslon Pro Bold" pitchFamily="18" charset="0"/>
              <a:ea typeface="+mj-ea"/>
              <a:cs typeface="+mj-cs"/>
            </a:endParaRPr>
          </a:p>
        </p:txBody>
      </p:sp>
      <p:sp>
        <p:nvSpPr>
          <p:cNvPr id="5" name="TextBox 4"/>
          <p:cNvSpPr txBox="1"/>
          <p:nvPr/>
        </p:nvSpPr>
        <p:spPr>
          <a:xfrm>
            <a:off x="2133600" y="762000"/>
            <a:ext cx="4876800" cy="461665"/>
          </a:xfrm>
          <a:prstGeom prst="rect">
            <a:avLst/>
          </a:prstGeom>
          <a:noFill/>
        </p:spPr>
        <p:txBody>
          <a:bodyPr wrap="square" rtlCol="0">
            <a:spAutoFit/>
          </a:bodyPr>
          <a:lstStyle/>
          <a:p>
            <a:r>
              <a:rPr lang="en-US" sz="2400" dirty="0">
                <a:latin typeface="Times" pitchFamily="18" charset="0"/>
              </a:rPr>
              <a:t>Point is above HP and behind VP</a:t>
            </a:r>
          </a:p>
        </p:txBody>
      </p:sp>
      <p:sp>
        <p:nvSpPr>
          <p:cNvPr id="6" name="Rectangle 5"/>
          <p:cNvSpPr/>
          <p:nvPr/>
        </p:nvSpPr>
        <p:spPr>
          <a:xfrm>
            <a:off x="6400800" y="1676400"/>
            <a:ext cx="2438400" cy="304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7010400" y="5486400"/>
            <a:ext cx="1676400" cy="646331"/>
          </a:xfrm>
          <a:prstGeom prst="rect">
            <a:avLst/>
          </a:prstGeom>
          <a:noFill/>
        </p:spPr>
        <p:txBody>
          <a:bodyPr wrap="square" rtlCol="0">
            <a:spAutoFit/>
          </a:bodyPr>
          <a:lstStyle/>
          <a:p>
            <a:pPr algn="ctr"/>
            <a:r>
              <a:rPr lang="en-US" dirty="0"/>
              <a:t>Check notation system</a:t>
            </a:r>
          </a:p>
        </p:txBody>
      </p:sp>
      <p:grpSp>
        <p:nvGrpSpPr>
          <p:cNvPr id="11" name="Group 10"/>
          <p:cNvGrpSpPr/>
          <p:nvPr/>
        </p:nvGrpSpPr>
        <p:grpSpPr>
          <a:xfrm>
            <a:off x="7836408" y="2514600"/>
            <a:ext cx="914400" cy="1600200"/>
            <a:chOff x="7836408" y="2514600"/>
            <a:chExt cx="914400" cy="1600200"/>
          </a:xfrm>
        </p:grpSpPr>
        <p:sp>
          <p:nvSpPr>
            <p:cNvPr id="9" name="Rectangle 8"/>
            <p:cNvSpPr/>
            <p:nvPr/>
          </p:nvSpPr>
          <p:spPr>
            <a:xfrm>
              <a:off x="7836408" y="2514600"/>
              <a:ext cx="914400" cy="6858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7924800" y="2895600"/>
              <a:ext cx="381000" cy="1219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cstate="print"/>
          <a:srcRect/>
          <a:stretch>
            <a:fillRect/>
          </a:stretch>
        </p:blipFill>
        <p:spPr bwMode="auto">
          <a:xfrm>
            <a:off x="19050" y="929509"/>
            <a:ext cx="9048750" cy="5928491"/>
          </a:xfrm>
          <a:prstGeom prst="rect">
            <a:avLst/>
          </a:prstGeom>
          <a:noFill/>
          <a:ln w="9525">
            <a:noFill/>
            <a:miter lim="800000"/>
            <a:headEnd/>
            <a:tailEnd/>
          </a:ln>
          <a:effectLst/>
        </p:spPr>
      </p:pic>
      <p:sp>
        <p:nvSpPr>
          <p:cNvPr id="4" name="Title 1"/>
          <p:cNvSpPr txBox="1">
            <a:spLocks/>
          </p:cNvSpPr>
          <p:nvPr/>
        </p:nvSpPr>
        <p:spPr>
          <a:xfrm>
            <a:off x="457200" y="76200"/>
            <a:ext cx="8229600" cy="685800"/>
          </a:xfrm>
          <a:prstGeom prst="rect">
            <a:avLst/>
          </a:prstGeom>
        </p:spPr>
        <p:txBody>
          <a:bodyPr/>
          <a:lstStyle/>
          <a:p>
            <a:pPr algn="ctr">
              <a:spcBef>
                <a:spcPct val="0"/>
              </a:spcBef>
            </a:pPr>
            <a:r>
              <a:rPr lang="en-US" sz="4000" b="1" dirty="0"/>
              <a:t>Point in the Third Quadrant</a:t>
            </a: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4000" b="0" i="0" u="none" strike="noStrike" kern="1200" cap="none" spc="0" normalizeH="0" baseline="0" noProof="0" dirty="0">
              <a:ln>
                <a:noFill/>
              </a:ln>
              <a:solidFill>
                <a:schemeClr val="tx1"/>
              </a:solidFill>
              <a:effectLst/>
              <a:uLnTx/>
              <a:uFillTx/>
              <a:latin typeface="Adobe Caslon Pro Bold" pitchFamily="18" charset="0"/>
              <a:ea typeface="+mj-ea"/>
              <a:cs typeface="+mj-cs"/>
            </a:endParaRPr>
          </a:p>
        </p:txBody>
      </p:sp>
      <p:sp>
        <p:nvSpPr>
          <p:cNvPr id="5" name="TextBox 4"/>
          <p:cNvSpPr txBox="1"/>
          <p:nvPr/>
        </p:nvSpPr>
        <p:spPr>
          <a:xfrm>
            <a:off x="2133600" y="762000"/>
            <a:ext cx="4876800" cy="461665"/>
          </a:xfrm>
          <a:prstGeom prst="rect">
            <a:avLst/>
          </a:prstGeom>
          <a:noFill/>
        </p:spPr>
        <p:txBody>
          <a:bodyPr wrap="square" rtlCol="0">
            <a:spAutoFit/>
          </a:bodyPr>
          <a:lstStyle/>
          <a:p>
            <a:r>
              <a:rPr lang="en-US" sz="2400" dirty="0">
                <a:latin typeface="Times" pitchFamily="18" charset="0"/>
              </a:rPr>
              <a:t>Point is below HP and behind VP</a:t>
            </a:r>
          </a:p>
        </p:txBody>
      </p:sp>
      <p:sp>
        <p:nvSpPr>
          <p:cNvPr id="6" name="Rectangle 5"/>
          <p:cNvSpPr/>
          <p:nvPr/>
        </p:nvSpPr>
        <p:spPr>
          <a:xfrm>
            <a:off x="6629400" y="914400"/>
            <a:ext cx="2514600" cy="59436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cstate="print"/>
          <a:srcRect/>
          <a:stretch>
            <a:fillRect/>
          </a:stretch>
        </p:blipFill>
        <p:spPr bwMode="auto">
          <a:xfrm>
            <a:off x="381000" y="1272824"/>
            <a:ext cx="8551147" cy="5585176"/>
          </a:xfrm>
          <a:prstGeom prst="rect">
            <a:avLst/>
          </a:prstGeom>
          <a:noFill/>
          <a:ln w="9525">
            <a:noFill/>
            <a:miter lim="800000"/>
            <a:headEnd/>
            <a:tailEnd/>
          </a:ln>
          <a:effectLst/>
        </p:spPr>
      </p:pic>
      <p:sp>
        <p:nvSpPr>
          <p:cNvPr id="4" name="Title 1"/>
          <p:cNvSpPr txBox="1">
            <a:spLocks/>
          </p:cNvSpPr>
          <p:nvPr/>
        </p:nvSpPr>
        <p:spPr>
          <a:xfrm>
            <a:off x="457200" y="76200"/>
            <a:ext cx="8229600" cy="685800"/>
          </a:xfrm>
          <a:prstGeom prst="rect">
            <a:avLst/>
          </a:prstGeom>
        </p:spPr>
        <p:txBody>
          <a:bodyPr/>
          <a:lstStyle/>
          <a:p>
            <a:pPr algn="ctr">
              <a:spcBef>
                <a:spcPct val="0"/>
              </a:spcBef>
            </a:pPr>
            <a:r>
              <a:rPr lang="en-US" sz="4000" b="1" dirty="0"/>
              <a:t>Point in the Fourth Quadrant</a:t>
            </a: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4000" b="0" i="0" u="none" strike="noStrike" kern="1200" cap="none" spc="0" normalizeH="0" baseline="0" noProof="0" dirty="0">
              <a:ln>
                <a:noFill/>
              </a:ln>
              <a:solidFill>
                <a:schemeClr val="tx1"/>
              </a:solidFill>
              <a:effectLst/>
              <a:uLnTx/>
              <a:uFillTx/>
              <a:latin typeface="Adobe Caslon Pro Bold" pitchFamily="18" charset="0"/>
              <a:ea typeface="+mj-ea"/>
              <a:cs typeface="+mj-cs"/>
            </a:endParaRPr>
          </a:p>
        </p:txBody>
      </p:sp>
      <p:sp>
        <p:nvSpPr>
          <p:cNvPr id="5" name="TextBox 4"/>
          <p:cNvSpPr txBox="1"/>
          <p:nvPr/>
        </p:nvSpPr>
        <p:spPr>
          <a:xfrm>
            <a:off x="2133600" y="762000"/>
            <a:ext cx="4876800" cy="461665"/>
          </a:xfrm>
          <a:prstGeom prst="rect">
            <a:avLst/>
          </a:prstGeom>
          <a:noFill/>
        </p:spPr>
        <p:txBody>
          <a:bodyPr wrap="square" rtlCol="0">
            <a:spAutoFit/>
          </a:bodyPr>
          <a:lstStyle/>
          <a:p>
            <a:r>
              <a:rPr lang="en-US" sz="2400" dirty="0">
                <a:latin typeface="Times" pitchFamily="18" charset="0"/>
              </a:rPr>
              <a:t>Point is below HP and in front of VP</a:t>
            </a:r>
          </a:p>
        </p:txBody>
      </p:sp>
      <p:sp>
        <p:nvSpPr>
          <p:cNvPr id="6" name="Rectangle 5"/>
          <p:cNvSpPr/>
          <p:nvPr/>
        </p:nvSpPr>
        <p:spPr>
          <a:xfrm>
            <a:off x="6553200" y="3581400"/>
            <a:ext cx="2438400" cy="304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cstate="print"/>
          <a:srcRect/>
          <a:stretch>
            <a:fillRect/>
          </a:stretch>
        </p:blipFill>
        <p:spPr bwMode="auto">
          <a:xfrm>
            <a:off x="378461" y="1557338"/>
            <a:ext cx="8384539" cy="4614862"/>
          </a:xfrm>
          <a:prstGeom prst="rect">
            <a:avLst/>
          </a:prstGeom>
          <a:noFill/>
          <a:ln w="9525">
            <a:noFill/>
            <a:miter lim="800000"/>
            <a:headEnd/>
            <a:tailEnd/>
          </a:ln>
          <a:effectLst/>
        </p:spPr>
      </p:pic>
      <p:sp>
        <p:nvSpPr>
          <p:cNvPr id="3" name="Title 1"/>
          <p:cNvSpPr txBox="1">
            <a:spLocks/>
          </p:cNvSpPr>
          <p:nvPr/>
        </p:nvSpPr>
        <p:spPr>
          <a:xfrm>
            <a:off x="457200" y="76200"/>
            <a:ext cx="8229600" cy="685800"/>
          </a:xfrm>
          <a:prstGeom prst="rect">
            <a:avLst/>
          </a:prstGeom>
        </p:spPr>
        <p:txBody>
          <a:bodyPr/>
          <a:lstStyle/>
          <a:p>
            <a:pPr algn="ctr">
              <a:spcBef>
                <a:spcPct val="0"/>
              </a:spcBef>
            </a:pPr>
            <a:r>
              <a:rPr lang="en-US" sz="4000" b="1" dirty="0"/>
              <a:t>Point is on VP and Above HP</a:t>
            </a: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4000" b="0" i="0" u="none" strike="noStrike" kern="1200" cap="none" spc="0" normalizeH="0" baseline="0" noProof="0" dirty="0">
              <a:ln>
                <a:noFill/>
              </a:ln>
              <a:solidFill>
                <a:schemeClr val="tx1"/>
              </a:solidFill>
              <a:effectLst/>
              <a:uLnTx/>
              <a:uFillTx/>
              <a:latin typeface="Adobe Caslon Pro Bold" pitchFamily="18" charset="0"/>
              <a:ea typeface="+mj-ea"/>
              <a:cs typeface="+mj-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cstate="print"/>
          <a:srcRect/>
          <a:stretch>
            <a:fillRect/>
          </a:stretch>
        </p:blipFill>
        <p:spPr bwMode="auto">
          <a:xfrm>
            <a:off x="331956" y="1466850"/>
            <a:ext cx="8431044" cy="4781550"/>
          </a:xfrm>
          <a:prstGeom prst="rect">
            <a:avLst/>
          </a:prstGeom>
          <a:noFill/>
          <a:ln w="9525">
            <a:noFill/>
            <a:miter lim="800000"/>
            <a:headEnd/>
            <a:tailEnd/>
          </a:ln>
          <a:effectLst/>
        </p:spPr>
      </p:pic>
      <p:sp>
        <p:nvSpPr>
          <p:cNvPr id="3" name="Title 1"/>
          <p:cNvSpPr txBox="1">
            <a:spLocks/>
          </p:cNvSpPr>
          <p:nvPr/>
        </p:nvSpPr>
        <p:spPr>
          <a:xfrm>
            <a:off x="457200" y="76200"/>
            <a:ext cx="8229600" cy="685800"/>
          </a:xfrm>
          <a:prstGeom prst="rect">
            <a:avLst/>
          </a:prstGeom>
        </p:spPr>
        <p:txBody>
          <a:bodyPr/>
          <a:lstStyle/>
          <a:p>
            <a:pPr algn="ctr">
              <a:spcBef>
                <a:spcPct val="0"/>
              </a:spcBef>
            </a:pPr>
            <a:r>
              <a:rPr lang="en-US" sz="4000" b="1" dirty="0"/>
              <a:t>Point is on HP and Behind VP</a:t>
            </a:r>
            <a:endParaRPr kumimoji="0" lang="en-US" sz="4000" b="0" i="0" u="none" strike="noStrike" kern="1200" cap="none" spc="0" normalizeH="0" baseline="0" noProof="0" dirty="0">
              <a:ln>
                <a:noFill/>
              </a:ln>
              <a:solidFill>
                <a:schemeClr val="tx1"/>
              </a:solidFill>
              <a:effectLst/>
              <a:uLnTx/>
              <a:uFillTx/>
              <a:latin typeface="Adobe Caslon Pro Bold" pitchFamily="18" charset="0"/>
              <a:ea typeface="+mj-ea"/>
              <a:cs typeface="+mj-c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2" cstate="print"/>
          <a:srcRect/>
          <a:stretch>
            <a:fillRect/>
          </a:stretch>
        </p:blipFill>
        <p:spPr bwMode="auto">
          <a:xfrm>
            <a:off x="533400" y="1062077"/>
            <a:ext cx="8229600" cy="5262523"/>
          </a:xfrm>
          <a:prstGeom prst="rect">
            <a:avLst/>
          </a:prstGeom>
          <a:noFill/>
          <a:ln w="9525">
            <a:noFill/>
            <a:miter lim="800000"/>
            <a:headEnd/>
            <a:tailEnd/>
          </a:ln>
          <a:effectLst/>
        </p:spPr>
      </p:pic>
      <p:sp>
        <p:nvSpPr>
          <p:cNvPr id="3" name="Title 1"/>
          <p:cNvSpPr txBox="1">
            <a:spLocks/>
          </p:cNvSpPr>
          <p:nvPr/>
        </p:nvSpPr>
        <p:spPr>
          <a:xfrm>
            <a:off x="457200" y="76200"/>
            <a:ext cx="8229600" cy="685800"/>
          </a:xfrm>
          <a:prstGeom prst="rect">
            <a:avLst/>
          </a:prstGeom>
        </p:spPr>
        <p:txBody>
          <a:bodyPr/>
          <a:lstStyle/>
          <a:p>
            <a:pPr algn="ctr">
              <a:spcBef>
                <a:spcPct val="0"/>
              </a:spcBef>
            </a:pPr>
            <a:r>
              <a:rPr lang="en-US" sz="4000" b="1" dirty="0"/>
              <a:t>Point is on VP and Below HP</a:t>
            </a:r>
            <a:endParaRPr kumimoji="0" lang="en-US" sz="4000" b="0" i="0" u="none" strike="noStrike" kern="1200" cap="none" spc="0" normalizeH="0" baseline="0" noProof="0" dirty="0">
              <a:ln>
                <a:noFill/>
              </a:ln>
              <a:solidFill>
                <a:schemeClr val="tx1"/>
              </a:solidFill>
              <a:effectLst/>
              <a:uLnTx/>
              <a:uFillTx/>
              <a:latin typeface="Adobe Caslon Pro Bold" pitchFamily="18" charset="0"/>
              <a:ea typeface="+mj-ea"/>
              <a:cs typeface="+mj-c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a:blip r:embed="rId2" cstate="print"/>
          <a:srcRect/>
          <a:stretch>
            <a:fillRect/>
          </a:stretch>
        </p:blipFill>
        <p:spPr bwMode="auto">
          <a:xfrm>
            <a:off x="533400" y="1183009"/>
            <a:ext cx="8153400" cy="5293991"/>
          </a:xfrm>
          <a:prstGeom prst="rect">
            <a:avLst/>
          </a:prstGeom>
          <a:noFill/>
          <a:ln w="9525">
            <a:noFill/>
            <a:miter lim="800000"/>
            <a:headEnd/>
            <a:tailEnd/>
          </a:ln>
          <a:effectLst/>
        </p:spPr>
      </p:pic>
      <p:sp>
        <p:nvSpPr>
          <p:cNvPr id="3" name="Title 1"/>
          <p:cNvSpPr txBox="1">
            <a:spLocks/>
          </p:cNvSpPr>
          <p:nvPr/>
        </p:nvSpPr>
        <p:spPr>
          <a:xfrm>
            <a:off x="457200" y="76200"/>
            <a:ext cx="8229600" cy="685800"/>
          </a:xfrm>
          <a:prstGeom prst="rect">
            <a:avLst/>
          </a:prstGeom>
        </p:spPr>
        <p:txBody>
          <a:bodyPr/>
          <a:lstStyle/>
          <a:p>
            <a:pPr algn="ctr">
              <a:spcBef>
                <a:spcPct val="0"/>
              </a:spcBef>
            </a:pPr>
            <a:r>
              <a:rPr lang="en-US" sz="4000" b="1" dirty="0"/>
              <a:t>Point in Both RPs</a:t>
            </a:r>
            <a:endParaRPr kumimoji="0" lang="en-US" sz="4000" b="0" i="0" u="none" strike="noStrike" kern="1200" cap="none" spc="0" normalizeH="0" baseline="0" noProof="0" dirty="0">
              <a:ln>
                <a:noFill/>
              </a:ln>
              <a:solidFill>
                <a:schemeClr val="tx1"/>
              </a:solidFill>
              <a:effectLst/>
              <a:uLnTx/>
              <a:uFillTx/>
              <a:latin typeface="Adobe Caslon Pro Bold" pitchFamily="18" charset="0"/>
              <a:ea typeface="+mj-ea"/>
              <a:cs typeface="+mj-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40" name="Line 8"/>
          <p:cNvSpPr>
            <a:spLocks noChangeShapeType="1"/>
          </p:cNvSpPr>
          <p:nvPr/>
        </p:nvSpPr>
        <p:spPr bwMode="auto">
          <a:xfrm flipV="1">
            <a:off x="2001079" y="4812824"/>
            <a:ext cx="786917" cy="710719"/>
          </a:xfrm>
          <a:prstGeom prst="line">
            <a:avLst/>
          </a:prstGeom>
          <a:ln>
            <a:headEnd/>
            <a:tailEnd/>
          </a:ln>
        </p:spPr>
        <p:style>
          <a:lnRef idx="3">
            <a:schemeClr val="dk1"/>
          </a:lnRef>
          <a:fillRef idx="0">
            <a:schemeClr val="dk1"/>
          </a:fillRef>
          <a:effectRef idx="2">
            <a:schemeClr val="dk1"/>
          </a:effectRef>
          <a:fontRef idx="minor">
            <a:schemeClr val="tx1"/>
          </a:fontRef>
        </p:style>
        <p:txBody>
          <a:bodyPr/>
          <a:lstStyle/>
          <a:p>
            <a:endParaRPr lang="en-IN" dirty="0"/>
          </a:p>
        </p:txBody>
      </p:sp>
      <p:sp>
        <p:nvSpPr>
          <p:cNvPr id="197643" name="Text Box 11"/>
          <p:cNvSpPr txBox="1">
            <a:spLocks noChangeArrowheads="1"/>
          </p:cNvSpPr>
          <p:nvPr/>
        </p:nvSpPr>
        <p:spPr bwMode="auto">
          <a:xfrm>
            <a:off x="2065425" y="4406442"/>
            <a:ext cx="36420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latin typeface="Times New Roman" panose="02020603050405020304" pitchFamily="18" charset="0"/>
              </a:rPr>
              <a:t>a</a:t>
            </a:r>
            <a:r>
              <a:rPr lang="en-US" altLang="en-US" dirty="0">
                <a:latin typeface="Arial" panose="020B0604020202020204" pitchFamily="34" charset="0"/>
              </a:rPr>
              <a:t>´</a:t>
            </a:r>
          </a:p>
          <a:p>
            <a:pPr eaLnBrk="1" hangingPunct="1"/>
            <a:endParaRPr lang="en-US" altLang="en-US" dirty="0">
              <a:latin typeface="Times New Roman" panose="02020603050405020304" pitchFamily="18" charset="0"/>
            </a:endParaRPr>
          </a:p>
        </p:txBody>
      </p:sp>
      <p:sp>
        <p:nvSpPr>
          <p:cNvPr id="197658" name="Text Box 26"/>
          <p:cNvSpPr txBox="1">
            <a:spLocks noChangeArrowheads="1"/>
          </p:cNvSpPr>
          <p:nvPr/>
        </p:nvSpPr>
        <p:spPr bwMode="auto">
          <a:xfrm>
            <a:off x="1717394" y="5476940"/>
            <a:ext cx="53340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lang="en-US" altLang="en-US" sz="1600" dirty="0">
                <a:latin typeface="Times New Roman" panose="02020603050405020304" pitchFamily="18" charset="0"/>
              </a:rPr>
              <a:t>X</a:t>
            </a:r>
          </a:p>
        </p:txBody>
      </p:sp>
      <p:sp>
        <p:nvSpPr>
          <p:cNvPr id="197659" name="Text Box 27"/>
          <p:cNvSpPr txBox="1">
            <a:spLocks noChangeArrowheads="1"/>
          </p:cNvSpPr>
          <p:nvPr/>
        </p:nvSpPr>
        <p:spPr bwMode="auto">
          <a:xfrm>
            <a:off x="2726475" y="4517643"/>
            <a:ext cx="33214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600" dirty="0">
                <a:latin typeface="Times New Roman" panose="02020603050405020304" pitchFamily="18" charset="0"/>
              </a:rPr>
              <a:t>Y</a:t>
            </a:r>
          </a:p>
        </p:txBody>
      </p:sp>
      <p:sp>
        <p:nvSpPr>
          <p:cNvPr id="197665" name="Text Box 33"/>
          <p:cNvSpPr txBox="1">
            <a:spLocks noChangeArrowheads="1"/>
          </p:cNvSpPr>
          <p:nvPr/>
        </p:nvSpPr>
        <p:spPr bwMode="auto">
          <a:xfrm>
            <a:off x="1" y="-65305"/>
            <a:ext cx="914399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1" hangingPunct="1"/>
            <a:r>
              <a:rPr lang="en-US" altLang="en-US" sz="2400" b="1" u="sng" dirty="0">
                <a:solidFill>
                  <a:srgbClr val="0070C0"/>
                </a:solidFill>
              </a:rPr>
              <a:t>EXAMPLE PROBLEMS ON POINTS</a:t>
            </a:r>
          </a:p>
        </p:txBody>
      </p:sp>
      <p:sp>
        <p:nvSpPr>
          <p:cNvPr id="197666" name="Text Box 34"/>
          <p:cNvSpPr txBox="1">
            <a:spLocks noChangeArrowheads="1"/>
          </p:cNvSpPr>
          <p:nvPr/>
        </p:nvSpPr>
        <p:spPr bwMode="auto">
          <a:xfrm>
            <a:off x="170468" y="520363"/>
            <a:ext cx="758714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600" b="1" dirty="0">
                <a:solidFill>
                  <a:schemeClr val="accent2"/>
                </a:solidFill>
                <a:latin typeface="Arial" panose="020B0604020202020204" pitchFamily="34" charset="0"/>
              </a:rPr>
              <a:t>PROBLEM:</a:t>
            </a:r>
          </a:p>
          <a:p>
            <a:pPr eaLnBrk="1" hangingPunct="1"/>
            <a:r>
              <a:rPr lang="en-US" altLang="en-US" sz="1600" b="1" dirty="0">
                <a:latin typeface="Arial" panose="020B0604020202020204" pitchFamily="34" charset="0"/>
              </a:rPr>
              <a:t>A point A is 20 mm above HP and 30 mm in front of VP. Draw its projections</a:t>
            </a:r>
            <a:endParaRPr lang="en-US" altLang="en-US" sz="1600" dirty="0">
              <a:solidFill>
                <a:srgbClr val="FF0000"/>
              </a:solidFill>
              <a:latin typeface="Arial" panose="020B0604020202020204" pitchFamily="34" charset="0"/>
            </a:endParaRPr>
          </a:p>
        </p:txBody>
      </p:sp>
      <p:sp>
        <p:nvSpPr>
          <p:cNvPr id="197667" name="Text Box 35"/>
          <p:cNvSpPr txBox="1">
            <a:spLocks noChangeArrowheads="1"/>
          </p:cNvSpPr>
          <p:nvPr/>
        </p:nvSpPr>
        <p:spPr bwMode="auto">
          <a:xfrm>
            <a:off x="170468" y="1213306"/>
            <a:ext cx="8815877" cy="160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a:solidFill>
                  <a:schemeClr val="tx1"/>
                </a:solidFill>
                <a:latin typeface="Arial" panose="020B0604020202020204" pitchFamily="34" charset="0"/>
              </a:defRPr>
            </a:lvl1pPr>
            <a:lvl2pPr marL="914400" indent="-457200">
              <a:defRPr>
                <a:solidFill>
                  <a:schemeClr val="tx1"/>
                </a:solidFill>
                <a:latin typeface="Arial" panose="020B0604020202020204" pitchFamily="34" charset="0"/>
              </a:defRPr>
            </a:lvl2pPr>
            <a:lvl3pPr marL="1371600" indent="-457200">
              <a:defRPr>
                <a:solidFill>
                  <a:schemeClr val="tx1"/>
                </a:solidFill>
                <a:latin typeface="Arial" panose="020B0604020202020204" pitchFamily="34" charset="0"/>
              </a:defRPr>
            </a:lvl3pPr>
            <a:lvl4pPr marL="1828800" indent="-457200">
              <a:defRPr>
                <a:solidFill>
                  <a:schemeClr val="tx1"/>
                </a:solidFill>
                <a:latin typeface="Arial" panose="020B0604020202020204" pitchFamily="34" charset="0"/>
              </a:defRPr>
            </a:lvl4pPr>
            <a:lvl5pPr marL="2286000" indent="-457200">
              <a:defRPr>
                <a:solidFill>
                  <a:schemeClr val="tx1"/>
                </a:solidFill>
                <a:latin typeface="Arial" panose="020B0604020202020204" pitchFamily="34" charset="0"/>
              </a:defRPr>
            </a:lvl5pPr>
            <a:lvl6pPr marL="2743200" indent="-457200" fontAlgn="base">
              <a:spcBef>
                <a:spcPct val="0"/>
              </a:spcBef>
              <a:spcAft>
                <a:spcPct val="0"/>
              </a:spcAft>
              <a:defRPr>
                <a:solidFill>
                  <a:schemeClr val="tx1"/>
                </a:solidFill>
                <a:latin typeface="Arial" panose="020B0604020202020204" pitchFamily="34" charset="0"/>
              </a:defRPr>
            </a:lvl6pPr>
            <a:lvl7pPr marL="3200400" indent="-457200" fontAlgn="base">
              <a:spcBef>
                <a:spcPct val="0"/>
              </a:spcBef>
              <a:spcAft>
                <a:spcPct val="0"/>
              </a:spcAft>
              <a:defRPr>
                <a:solidFill>
                  <a:schemeClr val="tx1"/>
                </a:solidFill>
                <a:latin typeface="Arial" panose="020B0604020202020204" pitchFamily="34" charset="0"/>
              </a:defRPr>
            </a:lvl7pPr>
            <a:lvl8pPr marL="3657600" indent="-457200" fontAlgn="base">
              <a:spcBef>
                <a:spcPct val="0"/>
              </a:spcBef>
              <a:spcAft>
                <a:spcPct val="0"/>
              </a:spcAft>
              <a:defRPr>
                <a:solidFill>
                  <a:schemeClr val="tx1"/>
                </a:solidFill>
                <a:latin typeface="Arial" panose="020B0604020202020204" pitchFamily="34" charset="0"/>
              </a:defRPr>
            </a:lvl8pPr>
            <a:lvl9pPr marL="4114800" indent="-457200" fontAlgn="base">
              <a:spcBef>
                <a:spcPct val="0"/>
              </a:spcBef>
              <a:spcAft>
                <a:spcPct val="0"/>
              </a:spcAft>
              <a:defRPr>
                <a:solidFill>
                  <a:schemeClr val="tx1"/>
                </a:solidFill>
                <a:latin typeface="Arial" panose="020B0604020202020204" pitchFamily="34" charset="0"/>
              </a:defRPr>
            </a:lvl9pPr>
          </a:lstStyle>
          <a:p>
            <a:pPr eaLnBrk="1" hangingPunct="1"/>
            <a:r>
              <a:rPr lang="en-US" altLang="en-US" b="1" u="sng" dirty="0">
                <a:solidFill>
                  <a:srgbClr val="FF0000"/>
                </a:solidFill>
              </a:rPr>
              <a:t>Solution steps:</a:t>
            </a:r>
          </a:p>
          <a:p>
            <a:pPr eaLnBrk="1" hangingPunct="1"/>
            <a:endParaRPr lang="en-US" altLang="en-US" sz="1600" b="1" u="sng" dirty="0">
              <a:solidFill>
                <a:srgbClr val="FF0000"/>
              </a:solidFill>
            </a:endParaRPr>
          </a:p>
          <a:p>
            <a:pPr eaLnBrk="1" hangingPunct="1">
              <a:buAutoNum type="arabicParenR"/>
            </a:pPr>
            <a:r>
              <a:rPr lang="en-US" altLang="en-US" sz="1600" dirty="0"/>
              <a:t>Draw reference line XY.</a:t>
            </a:r>
          </a:p>
          <a:p>
            <a:pPr eaLnBrk="1" hangingPunct="1">
              <a:buAutoNum type="arabicParenR"/>
            </a:pPr>
            <a:r>
              <a:rPr lang="en-US" altLang="en-US" sz="1600" dirty="0"/>
              <a:t>Mark a point a´ at a distance of 20 mm above XY. </a:t>
            </a:r>
          </a:p>
          <a:p>
            <a:pPr eaLnBrk="1" hangingPunct="1">
              <a:buAutoNum type="arabicParenR"/>
            </a:pPr>
            <a:r>
              <a:rPr lang="en-US" altLang="en-US" sz="1600" dirty="0"/>
              <a:t>Through this point draw a perpendicular line to XY and mark the top view a at a distance of 30 mm below XY.</a:t>
            </a:r>
          </a:p>
        </p:txBody>
      </p:sp>
      <p:sp>
        <p:nvSpPr>
          <p:cNvPr id="44" name="Line 8"/>
          <p:cNvSpPr>
            <a:spLocks noChangeShapeType="1"/>
          </p:cNvSpPr>
          <p:nvPr/>
        </p:nvSpPr>
        <p:spPr bwMode="auto">
          <a:xfrm flipV="1">
            <a:off x="1971478" y="3553032"/>
            <a:ext cx="786917" cy="68032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45" name="Line 8"/>
          <p:cNvSpPr>
            <a:spLocks noChangeShapeType="1"/>
          </p:cNvSpPr>
          <p:nvPr/>
        </p:nvSpPr>
        <p:spPr bwMode="auto">
          <a:xfrm flipH="1" flipV="1">
            <a:off x="1987815" y="4233358"/>
            <a:ext cx="13264" cy="129018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47" name="Line 8"/>
          <p:cNvSpPr>
            <a:spLocks noChangeShapeType="1"/>
          </p:cNvSpPr>
          <p:nvPr/>
        </p:nvSpPr>
        <p:spPr bwMode="auto">
          <a:xfrm flipH="1" flipV="1">
            <a:off x="2728793" y="3554905"/>
            <a:ext cx="59204" cy="125152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48" name="Line 8"/>
          <p:cNvSpPr>
            <a:spLocks noChangeShapeType="1"/>
          </p:cNvSpPr>
          <p:nvPr/>
        </p:nvSpPr>
        <p:spPr bwMode="auto">
          <a:xfrm flipH="1">
            <a:off x="2001079" y="5523544"/>
            <a:ext cx="153806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49" name="Line 8"/>
          <p:cNvSpPr>
            <a:spLocks noChangeShapeType="1"/>
          </p:cNvSpPr>
          <p:nvPr/>
        </p:nvSpPr>
        <p:spPr bwMode="auto">
          <a:xfrm flipH="1">
            <a:off x="2787995" y="4800600"/>
            <a:ext cx="1484459" cy="2111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50" name="Line 8"/>
          <p:cNvSpPr>
            <a:spLocks noChangeShapeType="1"/>
          </p:cNvSpPr>
          <p:nvPr/>
        </p:nvSpPr>
        <p:spPr bwMode="auto">
          <a:xfrm flipV="1">
            <a:off x="3539143" y="4800600"/>
            <a:ext cx="733312" cy="7229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51" name="Line 8"/>
          <p:cNvSpPr>
            <a:spLocks noChangeShapeType="1"/>
          </p:cNvSpPr>
          <p:nvPr/>
        </p:nvSpPr>
        <p:spPr bwMode="auto">
          <a:xfrm flipH="1" flipV="1">
            <a:off x="1994446" y="5531425"/>
            <a:ext cx="23323" cy="980845"/>
          </a:xfrm>
          <a:prstGeom prst="line">
            <a:avLst/>
          </a:prstGeom>
          <a:ln>
            <a:headEnd/>
            <a:tailEnd/>
          </a:ln>
        </p:spPr>
        <p:style>
          <a:lnRef idx="1">
            <a:schemeClr val="accent2"/>
          </a:lnRef>
          <a:fillRef idx="0">
            <a:schemeClr val="accent2"/>
          </a:fillRef>
          <a:effectRef idx="0">
            <a:schemeClr val="accent2"/>
          </a:effectRef>
          <a:fontRef idx="minor">
            <a:schemeClr val="tx1"/>
          </a:fontRef>
        </p:style>
        <p:txBody>
          <a:bodyPr/>
          <a:lstStyle/>
          <a:p>
            <a:endParaRPr lang="en-IN"/>
          </a:p>
        </p:txBody>
      </p:sp>
      <p:sp>
        <p:nvSpPr>
          <p:cNvPr id="52" name="Line 8"/>
          <p:cNvSpPr>
            <a:spLocks noChangeShapeType="1"/>
          </p:cNvSpPr>
          <p:nvPr/>
        </p:nvSpPr>
        <p:spPr bwMode="auto">
          <a:xfrm flipH="1" flipV="1">
            <a:off x="2787997" y="5531422"/>
            <a:ext cx="0" cy="429125"/>
          </a:xfrm>
          <a:prstGeom prst="line">
            <a:avLst/>
          </a:prstGeom>
          <a:ln>
            <a:headEnd/>
            <a:tailEnd/>
          </a:ln>
        </p:spPr>
        <p:style>
          <a:lnRef idx="1">
            <a:schemeClr val="accent2"/>
          </a:lnRef>
          <a:fillRef idx="0">
            <a:schemeClr val="accent2"/>
          </a:fillRef>
          <a:effectRef idx="0">
            <a:schemeClr val="accent2"/>
          </a:effectRef>
          <a:fontRef idx="minor">
            <a:schemeClr val="tx1"/>
          </a:fontRef>
        </p:style>
        <p:txBody>
          <a:bodyPr/>
          <a:lstStyle/>
          <a:p>
            <a:endParaRPr lang="en-IN"/>
          </a:p>
        </p:txBody>
      </p:sp>
      <p:sp>
        <p:nvSpPr>
          <p:cNvPr id="53" name="Line 8"/>
          <p:cNvSpPr>
            <a:spLocks noChangeShapeType="1"/>
          </p:cNvSpPr>
          <p:nvPr/>
        </p:nvSpPr>
        <p:spPr bwMode="auto">
          <a:xfrm flipH="1">
            <a:off x="2017769" y="5926317"/>
            <a:ext cx="793660" cy="593833"/>
          </a:xfrm>
          <a:prstGeom prst="line">
            <a:avLst/>
          </a:prstGeom>
          <a:ln>
            <a:headEnd/>
            <a:tailEnd/>
          </a:ln>
        </p:spPr>
        <p:style>
          <a:lnRef idx="1">
            <a:schemeClr val="accent2"/>
          </a:lnRef>
          <a:fillRef idx="0">
            <a:schemeClr val="accent2"/>
          </a:fillRef>
          <a:effectRef idx="0">
            <a:schemeClr val="accent2"/>
          </a:effectRef>
          <a:fontRef idx="minor">
            <a:schemeClr val="tx1"/>
          </a:fontRef>
        </p:style>
        <p:txBody>
          <a:bodyPr/>
          <a:lstStyle/>
          <a:p>
            <a:endParaRPr lang="en-IN"/>
          </a:p>
        </p:txBody>
      </p:sp>
      <p:sp>
        <p:nvSpPr>
          <p:cNvPr id="54" name="Line 8"/>
          <p:cNvSpPr>
            <a:spLocks noChangeShapeType="1"/>
          </p:cNvSpPr>
          <p:nvPr/>
        </p:nvSpPr>
        <p:spPr bwMode="auto">
          <a:xfrm flipH="1">
            <a:off x="2391379" y="4511140"/>
            <a:ext cx="1013737" cy="26228"/>
          </a:xfrm>
          <a:prstGeom prst="line">
            <a:avLst/>
          </a:prstGeom>
          <a:ln>
            <a:headEnd/>
            <a:tailEnd/>
          </a:ln>
        </p:spPr>
        <p:style>
          <a:lnRef idx="3">
            <a:schemeClr val="dk1"/>
          </a:lnRef>
          <a:fillRef idx="0">
            <a:schemeClr val="dk1"/>
          </a:fillRef>
          <a:effectRef idx="2">
            <a:schemeClr val="dk1"/>
          </a:effectRef>
          <a:fontRef idx="minor">
            <a:schemeClr val="tx1"/>
          </a:fontRef>
        </p:style>
        <p:txBody>
          <a:bodyPr/>
          <a:lstStyle/>
          <a:p>
            <a:endParaRPr lang="en-IN"/>
          </a:p>
        </p:txBody>
      </p:sp>
      <p:sp>
        <p:nvSpPr>
          <p:cNvPr id="55" name="Line 8"/>
          <p:cNvSpPr>
            <a:spLocks noChangeShapeType="1"/>
          </p:cNvSpPr>
          <p:nvPr/>
        </p:nvSpPr>
        <p:spPr bwMode="auto">
          <a:xfrm flipH="1" flipV="1">
            <a:off x="2411127" y="5150537"/>
            <a:ext cx="14757" cy="801808"/>
          </a:xfrm>
          <a:prstGeom prst="line">
            <a:avLst/>
          </a:prstGeom>
          <a:ln>
            <a:headEnd/>
            <a:tailEnd/>
          </a:ln>
        </p:spPr>
        <p:style>
          <a:lnRef idx="3">
            <a:schemeClr val="dk1"/>
          </a:lnRef>
          <a:fillRef idx="0">
            <a:schemeClr val="dk1"/>
          </a:fillRef>
          <a:effectRef idx="2">
            <a:schemeClr val="dk1"/>
          </a:effectRef>
          <a:fontRef idx="minor">
            <a:schemeClr val="tx1"/>
          </a:fontRef>
        </p:style>
        <p:txBody>
          <a:bodyPr/>
          <a:lstStyle/>
          <a:p>
            <a:endParaRPr lang="en-IN"/>
          </a:p>
        </p:txBody>
      </p:sp>
      <p:sp>
        <p:nvSpPr>
          <p:cNvPr id="58" name="Arc 27"/>
          <p:cNvSpPr>
            <a:spLocks/>
          </p:cNvSpPr>
          <p:nvPr/>
        </p:nvSpPr>
        <p:spPr bwMode="auto">
          <a:xfrm rot="4998045">
            <a:off x="2533844" y="4931881"/>
            <a:ext cx="746430" cy="1125701"/>
          </a:xfrm>
          <a:custGeom>
            <a:avLst/>
            <a:gdLst>
              <a:gd name="G0" fmla="+- 0 0 0"/>
              <a:gd name="G1" fmla="+- 21527 0 0"/>
              <a:gd name="G2" fmla="+- 21600 0 0"/>
              <a:gd name="T0" fmla="*/ 1779 w 21600"/>
              <a:gd name="T1" fmla="*/ 0 h 22135"/>
              <a:gd name="T2" fmla="*/ 21591 w 21600"/>
              <a:gd name="T3" fmla="*/ 22135 h 22135"/>
              <a:gd name="T4" fmla="*/ 0 w 21600"/>
              <a:gd name="T5" fmla="*/ 21527 h 22135"/>
            </a:gdLst>
            <a:ahLst/>
            <a:cxnLst>
              <a:cxn ang="0">
                <a:pos x="T0" y="T1"/>
              </a:cxn>
              <a:cxn ang="0">
                <a:pos x="T2" y="T3"/>
              </a:cxn>
              <a:cxn ang="0">
                <a:pos x="T4" y="T5"/>
              </a:cxn>
            </a:cxnLst>
            <a:rect l="0" t="0" r="r" b="b"/>
            <a:pathLst>
              <a:path w="21600" h="22135" fill="none" extrusionOk="0">
                <a:moveTo>
                  <a:pt x="1778" y="0"/>
                </a:moveTo>
                <a:cubicBezTo>
                  <a:pt x="12980" y="926"/>
                  <a:pt x="21600" y="10287"/>
                  <a:pt x="21600" y="21527"/>
                </a:cubicBezTo>
                <a:cubicBezTo>
                  <a:pt x="21600" y="21729"/>
                  <a:pt x="21597" y="21932"/>
                  <a:pt x="21591" y="22135"/>
                </a:cubicBezTo>
              </a:path>
              <a:path w="21600" h="22135" stroke="0" extrusionOk="0">
                <a:moveTo>
                  <a:pt x="1778" y="0"/>
                </a:moveTo>
                <a:cubicBezTo>
                  <a:pt x="12980" y="926"/>
                  <a:pt x="21600" y="10287"/>
                  <a:pt x="21600" y="21527"/>
                </a:cubicBezTo>
                <a:cubicBezTo>
                  <a:pt x="21600" y="21729"/>
                  <a:pt x="21597" y="21932"/>
                  <a:pt x="21591" y="22135"/>
                </a:cubicBezTo>
                <a:lnTo>
                  <a:pt x="0" y="21527"/>
                </a:lnTo>
                <a:close/>
              </a:path>
            </a:pathLst>
          </a:custGeom>
          <a:noFill/>
          <a:ln w="9525">
            <a:solidFill>
              <a:schemeClr val="tx1"/>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9" name="Line 8"/>
          <p:cNvSpPr>
            <a:spLocks noChangeShapeType="1"/>
          </p:cNvSpPr>
          <p:nvPr/>
        </p:nvSpPr>
        <p:spPr bwMode="auto">
          <a:xfrm flipH="1">
            <a:off x="2408794" y="5115871"/>
            <a:ext cx="1022910" cy="466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b="1" dirty="0"/>
          </a:p>
        </p:txBody>
      </p:sp>
      <p:sp>
        <p:nvSpPr>
          <p:cNvPr id="60" name="Line 8"/>
          <p:cNvSpPr>
            <a:spLocks noChangeShapeType="1"/>
          </p:cNvSpPr>
          <p:nvPr/>
        </p:nvSpPr>
        <p:spPr bwMode="auto">
          <a:xfrm flipH="1" flipV="1">
            <a:off x="3405349" y="4493169"/>
            <a:ext cx="20988" cy="62270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63" name="Text Box 11"/>
          <p:cNvSpPr txBox="1">
            <a:spLocks noChangeArrowheads="1"/>
          </p:cNvSpPr>
          <p:nvPr/>
        </p:nvSpPr>
        <p:spPr bwMode="auto">
          <a:xfrm>
            <a:off x="2151192" y="5719074"/>
            <a:ext cx="28725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dirty="0">
                <a:latin typeface="Times New Roman" panose="02020603050405020304" pitchFamily="18" charset="0"/>
              </a:rPr>
              <a:t>a</a:t>
            </a:r>
          </a:p>
        </p:txBody>
      </p:sp>
      <p:cxnSp>
        <p:nvCxnSpPr>
          <p:cNvPr id="4" name="Straight Arrow Connector 3"/>
          <p:cNvCxnSpPr/>
          <p:nvPr/>
        </p:nvCxnSpPr>
        <p:spPr>
          <a:xfrm flipV="1">
            <a:off x="2387906" y="4354073"/>
            <a:ext cx="1043796" cy="40261"/>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66" name="Text Box 11"/>
          <p:cNvSpPr txBox="1">
            <a:spLocks noChangeArrowheads="1"/>
          </p:cNvSpPr>
          <p:nvPr/>
        </p:nvSpPr>
        <p:spPr bwMode="auto">
          <a:xfrm>
            <a:off x="2726475" y="4103274"/>
            <a:ext cx="489691"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altLang="en-US" sz="1600" dirty="0">
                <a:solidFill>
                  <a:srgbClr val="FF0000"/>
                </a:solidFill>
                <a:latin typeface="Times New Roman" panose="02020603050405020304" pitchFamily="18" charset="0"/>
              </a:rPr>
              <a:t>30</a:t>
            </a:r>
          </a:p>
        </p:txBody>
      </p:sp>
      <p:cxnSp>
        <p:nvCxnSpPr>
          <p:cNvPr id="67" name="Straight Arrow Connector 66"/>
          <p:cNvCxnSpPr/>
          <p:nvPr/>
        </p:nvCxnSpPr>
        <p:spPr>
          <a:xfrm>
            <a:off x="2486219" y="4517533"/>
            <a:ext cx="24181" cy="669391"/>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74" name="Text Box 11"/>
          <p:cNvSpPr txBox="1">
            <a:spLocks noChangeArrowheads="1"/>
          </p:cNvSpPr>
          <p:nvPr/>
        </p:nvSpPr>
        <p:spPr bwMode="auto">
          <a:xfrm>
            <a:off x="2447958" y="4552651"/>
            <a:ext cx="390085"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altLang="en-US" sz="1600" dirty="0">
                <a:solidFill>
                  <a:srgbClr val="FF0000"/>
                </a:solidFill>
                <a:latin typeface="Times New Roman" panose="02020603050405020304" pitchFamily="18" charset="0"/>
              </a:rPr>
              <a:t>20</a:t>
            </a:r>
          </a:p>
        </p:txBody>
      </p:sp>
      <p:sp>
        <p:nvSpPr>
          <p:cNvPr id="78" name="Text Box 11"/>
          <p:cNvSpPr txBox="1">
            <a:spLocks noChangeArrowheads="1"/>
          </p:cNvSpPr>
          <p:nvPr/>
        </p:nvSpPr>
        <p:spPr bwMode="auto">
          <a:xfrm>
            <a:off x="3976965" y="4510790"/>
            <a:ext cx="489691"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altLang="en-US" sz="1600" dirty="0">
                <a:latin typeface="Times New Roman" panose="02020603050405020304" pitchFamily="18" charset="0"/>
              </a:rPr>
              <a:t>HP</a:t>
            </a:r>
          </a:p>
        </p:txBody>
      </p:sp>
      <p:sp>
        <p:nvSpPr>
          <p:cNvPr id="79" name="Text Box 11"/>
          <p:cNvSpPr txBox="1">
            <a:spLocks noChangeArrowheads="1"/>
          </p:cNvSpPr>
          <p:nvPr/>
        </p:nvSpPr>
        <p:spPr bwMode="auto">
          <a:xfrm>
            <a:off x="3368517" y="5091051"/>
            <a:ext cx="444521"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altLang="en-US" sz="1600" dirty="0">
                <a:latin typeface="Times New Roman" panose="02020603050405020304" pitchFamily="18" charset="0"/>
              </a:rPr>
              <a:t>a</a:t>
            </a:r>
          </a:p>
        </p:txBody>
      </p:sp>
      <p:sp>
        <p:nvSpPr>
          <p:cNvPr id="81" name="Text Box 11"/>
          <p:cNvSpPr txBox="1">
            <a:spLocks noChangeArrowheads="1"/>
          </p:cNvSpPr>
          <p:nvPr/>
        </p:nvSpPr>
        <p:spPr bwMode="auto">
          <a:xfrm>
            <a:off x="2493210" y="3277560"/>
            <a:ext cx="489691"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altLang="en-US" sz="1600" dirty="0">
                <a:latin typeface="Times New Roman" panose="02020603050405020304" pitchFamily="18" charset="0"/>
              </a:rPr>
              <a:t>VP</a:t>
            </a:r>
          </a:p>
        </p:txBody>
      </p:sp>
      <p:sp>
        <p:nvSpPr>
          <p:cNvPr id="82" name="Text Box 11"/>
          <p:cNvSpPr txBox="1">
            <a:spLocks noChangeArrowheads="1"/>
          </p:cNvSpPr>
          <p:nvPr/>
        </p:nvSpPr>
        <p:spPr bwMode="auto">
          <a:xfrm>
            <a:off x="3360224" y="4208440"/>
            <a:ext cx="489691"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altLang="en-US" sz="1600" dirty="0">
                <a:latin typeface="Times New Roman" panose="02020603050405020304" pitchFamily="18" charset="0"/>
              </a:rPr>
              <a:t>A</a:t>
            </a:r>
          </a:p>
        </p:txBody>
      </p:sp>
      <p:sp>
        <p:nvSpPr>
          <p:cNvPr id="84" name="Line 8"/>
          <p:cNvSpPr>
            <a:spLocks noChangeShapeType="1"/>
          </p:cNvSpPr>
          <p:nvPr/>
        </p:nvSpPr>
        <p:spPr bwMode="auto">
          <a:xfrm flipH="1">
            <a:off x="7015653" y="4471444"/>
            <a:ext cx="425669" cy="0"/>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endParaRPr lang="en-IN"/>
          </a:p>
        </p:txBody>
      </p:sp>
      <p:sp>
        <p:nvSpPr>
          <p:cNvPr id="85" name="Line 8"/>
          <p:cNvSpPr>
            <a:spLocks noChangeShapeType="1"/>
          </p:cNvSpPr>
          <p:nvPr/>
        </p:nvSpPr>
        <p:spPr bwMode="auto">
          <a:xfrm flipH="1">
            <a:off x="6369269" y="5078817"/>
            <a:ext cx="107205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7" name="Line 8"/>
          <p:cNvSpPr>
            <a:spLocks noChangeShapeType="1"/>
          </p:cNvSpPr>
          <p:nvPr/>
        </p:nvSpPr>
        <p:spPr bwMode="auto">
          <a:xfrm flipV="1">
            <a:off x="7300941" y="5091050"/>
            <a:ext cx="4807" cy="7794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8" name="Line 8"/>
          <p:cNvSpPr>
            <a:spLocks noChangeShapeType="1"/>
          </p:cNvSpPr>
          <p:nvPr/>
        </p:nvSpPr>
        <p:spPr bwMode="auto">
          <a:xfrm flipH="1">
            <a:off x="7015654" y="5870463"/>
            <a:ext cx="425668" cy="0"/>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endParaRPr lang="en-IN"/>
          </a:p>
        </p:txBody>
      </p:sp>
      <p:sp>
        <p:nvSpPr>
          <p:cNvPr id="89" name="Text Box 11"/>
          <p:cNvSpPr txBox="1">
            <a:spLocks noChangeArrowheads="1"/>
          </p:cNvSpPr>
          <p:nvPr/>
        </p:nvSpPr>
        <p:spPr bwMode="auto">
          <a:xfrm>
            <a:off x="7450293" y="4286778"/>
            <a:ext cx="36420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latin typeface="Times New Roman" panose="02020603050405020304" pitchFamily="18" charset="0"/>
              </a:rPr>
              <a:t>a</a:t>
            </a:r>
            <a:r>
              <a:rPr lang="en-US" altLang="en-US" dirty="0">
                <a:latin typeface="Arial" panose="020B0604020202020204" pitchFamily="34" charset="0"/>
              </a:rPr>
              <a:t>´</a:t>
            </a:r>
          </a:p>
          <a:p>
            <a:pPr eaLnBrk="1" hangingPunct="1"/>
            <a:endParaRPr lang="en-US" altLang="en-US" dirty="0">
              <a:latin typeface="Times New Roman" panose="02020603050405020304" pitchFamily="18" charset="0"/>
            </a:endParaRPr>
          </a:p>
        </p:txBody>
      </p:sp>
      <p:sp>
        <p:nvSpPr>
          <p:cNvPr id="90" name="Text Box 26"/>
          <p:cNvSpPr txBox="1">
            <a:spLocks noChangeArrowheads="1"/>
          </p:cNvSpPr>
          <p:nvPr/>
        </p:nvSpPr>
        <p:spPr bwMode="auto">
          <a:xfrm>
            <a:off x="6056972" y="4921774"/>
            <a:ext cx="53340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lang="en-US" altLang="en-US" sz="1600" dirty="0">
                <a:latin typeface="Times New Roman" panose="02020603050405020304" pitchFamily="18" charset="0"/>
              </a:rPr>
              <a:t>X</a:t>
            </a:r>
          </a:p>
        </p:txBody>
      </p:sp>
      <p:sp>
        <p:nvSpPr>
          <p:cNvPr id="91" name="Text Box 26"/>
          <p:cNvSpPr txBox="1">
            <a:spLocks noChangeArrowheads="1"/>
          </p:cNvSpPr>
          <p:nvPr/>
        </p:nvSpPr>
        <p:spPr bwMode="auto">
          <a:xfrm>
            <a:off x="7438435" y="4921188"/>
            <a:ext cx="53340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lang="en-US" altLang="en-US" sz="1600" dirty="0">
                <a:latin typeface="Times New Roman" panose="02020603050405020304" pitchFamily="18" charset="0"/>
              </a:rPr>
              <a:t>Y</a:t>
            </a:r>
          </a:p>
        </p:txBody>
      </p:sp>
      <p:sp>
        <p:nvSpPr>
          <p:cNvPr id="92" name="Text Box 11"/>
          <p:cNvSpPr txBox="1">
            <a:spLocks noChangeArrowheads="1"/>
          </p:cNvSpPr>
          <p:nvPr/>
        </p:nvSpPr>
        <p:spPr bwMode="auto">
          <a:xfrm>
            <a:off x="7425081" y="5678401"/>
            <a:ext cx="28725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dirty="0">
                <a:latin typeface="Times New Roman" panose="02020603050405020304" pitchFamily="18" charset="0"/>
              </a:rPr>
              <a:t>a</a:t>
            </a:r>
          </a:p>
        </p:txBody>
      </p:sp>
      <p:cxnSp>
        <p:nvCxnSpPr>
          <p:cNvPr id="93" name="Straight Arrow Connector 92"/>
          <p:cNvCxnSpPr/>
          <p:nvPr/>
        </p:nvCxnSpPr>
        <p:spPr>
          <a:xfrm>
            <a:off x="7083102" y="4465904"/>
            <a:ext cx="5292" cy="592499"/>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5" name="Straight Arrow Connector 94"/>
          <p:cNvCxnSpPr/>
          <p:nvPr/>
        </p:nvCxnSpPr>
        <p:spPr>
          <a:xfrm>
            <a:off x="7091773" y="5074770"/>
            <a:ext cx="9190" cy="82897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01" name="Text Box 11"/>
          <p:cNvSpPr txBox="1">
            <a:spLocks noChangeArrowheads="1"/>
          </p:cNvSpPr>
          <p:nvPr/>
        </p:nvSpPr>
        <p:spPr bwMode="auto">
          <a:xfrm>
            <a:off x="6653683" y="4607724"/>
            <a:ext cx="87617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altLang="en-US" sz="1600" dirty="0">
                <a:solidFill>
                  <a:srgbClr val="FF0000"/>
                </a:solidFill>
                <a:latin typeface="Times New Roman" panose="02020603050405020304" pitchFamily="18" charset="0"/>
              </a:rPr>
              <a:t>20</a:t>
            </a:r>
          </a:p>
        </p:txBody>
      </p:sp>
      <p:sp>
        <p:nvSpPr>
          <p:cNvPr id="102" name="Text Box 11"/>
          <p:cNvSpPr txBox="1">
            <a:spLocks noChangeArrowheads="1"/>
          </p:cNvSpPr>
          <p:nvPr/>
        </p:nvSpPr>
        <p:spPr bwMode="auto">
          <a:xfrm>
            <a:off x="6703474" y="5362145"/>
            <a:ext cx="87617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altLang="en-US" sz="1600" dirty="0">
                <a:solidFill>
                  <a:srgbClr val="FF0000"/>
                </a:solidFill>
                <a:latin typeface="Times New Roman" panose="02020603050405020304" pitchFamily="18" charset="0"/>
              </a:rPr>
              <a:t>30</a:t>
            </a:r>
          </a:p>
        </p:txBody>
      </p:sp>
      <p:sp>
        <p:nvSpPr>
          <p:cNvPr id="2" name="Slide Number Placeholder 1"/>
          <p:cNvSpPr>
            <a:spLocks noGrp="1"/>
          </p:cNvSpPr>
          <p:nvPr>
            <p:ph type="sldNum" sz="quarter" idx="12"/>
          </p:nvPr>
        </p:nvSpPr>
        <p:spPr/>
        <p:txBody>
          <a:bodyPr/>
          <a:lstStyle/>
          <a:p>
            <a:fld id="{EE8E09DC-0268-440F-8276-54ADABB93829}" type="slidenum">
              <a:rPr lang="en-IN" smtClean="0"/>
              <a:t>18</a:t>
            </a:fld>
            <a:endParaRPr lang="en-IN"/>
          </a:p>
        </p:txBody>
      </p:sp>
      <p:sp>
        <p:nvSpPr>
          <p:cNvPr id="46" name="Line 8"/>
          <p:cNvSpPr>
            <a:spLocks noChangeShapeType="1"/>
          </p:cNvSpPr>
          <p:nvPr/>
        </p:nvSpPr>
        <p:spPr bwMode="auto">
          <a:xfrm flipH="1" flipV="1">
            <a:off x="2394437" y="4527833"/>
            <a:ext cx="16689" cy="64174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56" name="Line 8"/>
          <p:cNvSpPr>
            <a:spLocks noChangeShapeType="1"/>
          </p:cNvSpPr>
          <p:nvPr/>
        </p:nvSpPr>
        <p:spPr bwMode="auto">
          <a:xfrm flipH="1" flipV="1">
            <a:off x="7300941" y="4465903"/>
            <a:ext cx="3553" cy="61071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57" name="Oval 91"/>
          <p:cNvSpPr>
            <a:spLocks noChangeArrowheads="1"/>
          </p:cNvSpPr>
          <p:nvPr/>
        </p:nvSpPr>
        <p:spPr bwMode="auto">
          <a:xfrm>
            <a:off x="7262841" y="5815494"/>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1" name="Oval 91"/>
          <p:cNvSpPr>
            <a:spLocks noChangeArrowheads="1"/>
          </p:cNvSpPr>
          <p:nvPr/>
        </p:nvSpPr>
        <p:spPr bwMode="auto">
          <a:xfrm>
            <a:off x="7263094" y="4409151"/>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 name="TextBox 2"/>
          <p:cNvSpPr txBox="1"/>
          <p:nvPr/>
        </p:nvSpPr>
        <p:spPr>
          <a:xfrm>
            <a:off x="6097282" y="3825851"/>
            <a:ext cx="2331118" cy="338554"/>
          </a:xfrm>
          <a:prstGeom prst="rect">
            <a:avLst/>
          </a:prstGeom>
          <a:noFill/>
        </p:spPr>
        <p:txBody>
          <a:bodyPr wrap="square" rtlCol="0">
            <a:spAutoFit/>
          </a:bodyPr>
          <a:lstStyle/>
          <a:p>
            <a:r>
              <a:rPr lang="en-IN" sz="1600" b="1" dirty="0">
                <a:solidFill>
                  <a:srgbClr val="0070C0"/>
                </a:solidFill>
              </a:rPr>
              <a:t>Orthographic projection</a:t>
            </a:r>
          </a:p>
        </p:txBody>
      </p:sp>
    </p:spTree>
    <p:extLst>
      <p:ext uri="{BB962C8B-B14F-4D97-AF65-F5344CB8AC3E}">
        <p14:creationId xmlns:p14="http://schemas.microsoft.com/office/powerpoint/2010/main" val="2788523108"/>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66" name="Text Box 34"/>
          <p:cNvSpPr txBox="1">
            <a:spLocks noChangeArrowheads="1"/>
          </p:cNvSpPr>
          <p:nvPr/>
        </p:nvSpPr>
        <p:spPr bwMode="auto">
          <a:xfrm>
            <a:off x="0" y="63378"/>
            <a:ext cx="9144000" cy="19851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altLang="en-US" b="1" dirty="0">
                <a:solidFill>
                  <a:schemeClr val="accent2"/>
                </a:solidFill>
                <a:latin typeface="Arial" panose="020B0604020202020204" pitchFamily="34" charset="0"/>
              </a:rPr>
              <a:t>PROBLEM:</a:t>
            </a:r>
          </a:p>
          <a:p>
            <a:pPr eaLnBrk="1" hangingPunct="1"/>
            <a:r>
              <a:rPr lang="en-US" altLang="en-US" sz="1500" b="1" dirty="0">
                <a:latin typeface="Arial" panose="020B0604020202020204" pitchFamily="34" charset="0"/>
              </a:rPr>
              <a:t>Draw the projections of the following points on the same ground line.</a:t>
            </a:r>
          </a:p>
          <a:p>
            <a:pPr marL="400050" indent="-400050">
              <a:buAutoNum type="romanLcParenBoth"/>
            </a:pPr>
            <a:r>
              <a:rPr lang="en-US" altLang="en-US" sz="1500" b="1" dirty="0">
                <a:latin typeface="Arial" panose="020B0604020202020204" pitchFamily="34" charset="0"/>
              </a:rPr>
              <a:t>Point A, 20 mm above HP, 25 mm behind VP; </a:t>
            </a:r>
          </a:p>
          <a:p>
            <a:r>
              <a:rPr lang="en-US" altLang="en-US" sz="1500" b="1" dirty="0">
                <a:latin typeface="Arial" panose="020B0604020202020204" pitchFamily="34" charset="0"/>
              </a:rPr>
              <a:t>(ii)   Point B, 25 mm below HP, 20 mm behind VP;</a:t>
            </a:r>
          </a:p>
          <a:p>
            <a:pPr marL="400050" indent="-400050">
              <a:buAutoNum type="romanLcParenBoth" startAt="3"/>
            </a:pPr>
            <a:r>
              <a:rPr lang="en-US" altLang="en-US" sz="1500" b="1" dirty="0">
                <a:latin typeface="Arial" panose="020B0604020202020204" pitchFamily="34" charset="0"/>
              </a:rPr>
              <a:t>Point C, 20 mm below HP, 30 mm in front of VP;</a:t>
            </a:r>
          </a:p>
          <a:p>
            <a:r>
              <a:rPr lang="en-US" altLang="en-US" sz="1500" b="1" dirty="0">
                <a:latin typeface="Arial" panose="020B0604020202020204" pitchFamily="34" charset="0"/>
              </a:rPr>
              <a:t>(iv)  Point D, 20 mm above HP, 25 mm in front of VP; </a:t>
            </a:r>
          </a:p>
          <a:p>
            <a:r>
              <a:rPr lang="en-US" altLang="en-US" sz="1500" b="1" dirty="0">
                <a:latin typeface="Arial" panose="020B0604020202020204" pitchFamily="34" charset="0"/>
              </a:rPr>
              <a:t>(v)   Point E, on HP, 25 mm behind VP; </a:t>
            </a:r>
          </a:p>
          <a:p>
            <a:r>
              <a:rPr lang="en-US" altLang="en-US" sz="1500" b="1" dirty="0">
                <a:latin typeface="Arial" panose="020B0604020202020204" pitchFamily="34" charset="0"/>
              </a:rPr>
              <a:t>(vi)  Point F, on VP, 30 mm above HP;</a:t>
            </a:r>
          </a:p>
        </p:txBody>
      </p:sp>
      <p:sp>
        <p:nvSpPr>
          <p:cNvPr id="73" name="Line 8"/>
          <p:cNvSpPr>
            <a:spLocks noChangeShapeType="1"/>
          </p:cNvSpPr>
          <p:nvPr/>
        </p:nvSpPr>
        <p:spPr bwMode="auto">
          <a:xfrm flipV="1">
            <a:off x="546339" y="4593851"/>
            <a:ext cx="7880683" cy="2091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cxnSp>
        <p:nvCxnSpPr>
          <p:cNvPr id="99" name="Straight Arrow Connector 98"/>
          <p:cNvCxnSpPr/>
          <p:nvPr/>
        </p:nvCxnSpPr>
        <p:spPr>
          <a:xfrm flipH="1" flipV="1">
            <a:off x="955685" y="3806238"/>
            <a:ext cx="6866" cy="809976"/>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p:cNvCxnSpPr/>
          <p:nvPr/>
        </p:nvCxnSpPr>
        <p:spPr>
          <a:xfrm flipH="1" flipV="1">
            <a:off x="1605117" y="3502787"/>
            <a:ext cx="13097" cy="1091625"/>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03" name="Line 8"/>
          <p:cNvSpPr>
            <a:spLocks noChangeShapeType="1"/>
          </p:cNvSpPr>
          <p:nvPr/>
        </p:nvSpPr>
        <p:spPr bwMode="auto">
          <a:xfrm flipH="1">
            <a:off x="781829" y="3806238"/>
            <a:ext cx="425669" cy="0"/>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endParaRPr lang="en-IN"/>
          </a:p>
        </p:txBody>
      </p:sp>
      <p:sp>
        <p:nvSpPr>
          <p:cNvPr id="104" name="Line 8"/>
          <p:cNvSpPr>
            <a:spLocks noChangeShapeType="1"/>
          </p:cNvSpPr>
          <p:nvPr/>
        </p:nvSpPr>
        <p:spPr bwMode="auto">
          <a:xfrm flipH="1">
            <a:off x="955685" y="3502658"/>
            <a:ext cx="851339" cy="0"/>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endParaRPr lang="en-IN"/>
          </a:p>
        </p:txBody>
      </p:sp>
      <p:sp>
        <p:nvSpPr>
          <p:cNvPr id="105" name="Line 8"/>
          <p:cNvSpPr>
            <a:spLocks noChangeShapeType="1"/>
          </p:cNvSpPr>
          <p:nvPr/>
        </p:nvSpPr>
        <p:spPr bwMode="auto">
          <a:xfrm flipH="1" flipV="1">
            <a:off x="1184689" y="3502530"/>
            <a:ext cx="7855" cy="11122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07" name="Text Box 11"/>
          <p:cNvSpPr txBox="1">
            <a:spLocks noChangeArrowheads="1"/>
          </p:cNvSpPr>
          <p:nvPr/>
        </p:nvSpPr>
        <p:spPr bwMode="auto">
          <a:xfrm>
            <a:off x="257580" y="4487666"/>
            <a:ext cx="21764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altLang="en-US" sz="1600" dirty="0">
                <a:latin typeface="Times New Roman" panose="02020603050405020304" pitchFamily="18" charset="0"/>
              </a:rPr>
              <a:t>X</a:t>
            </a:r>
          </a:p>
        </p:txBody>
      </p:sp>
      <p:sp>
        <p:nvSpPr>
          <p:cNvPr id="108" name="Text Box 11"/>
          <p:cNvSpPr txBox="1">
            <a:spLocks noChangeArrowheads="1"/>
          </p:cNvSpPr>
          <p:nvPr/>
        </p:nvSpPr>
        <p:spPr bwMode="auto">
          <a:xfrm>
            <a:off x="8640416" y="4487666"/>
            <a:ext cx="33214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600" dirty="0">
                <a:latin typeface="Times New Roman" panose="02020603050405020304" pitchFamily="18" charset="0"/>
              </a:rPr>
              <a:t>Y</a:t>
            </a:r>
          </a:p>
        </p:txBody>
      </p:sp>
      <p:sp>
        <p:nvSpPr>
          <p:cNvPr id="109" name="Text Box 11"/>
          <p:cNvSpPr txBox="1">
            <a:spLocks noChangeArrowheads="1"/>
          </p:cNvSpPr>
          <p:nvPr/>
        </p:nvSpPr>
        <p:spPr bwMode="auto">
          <a:xfrm>
            <a:off x="1946523" y="5041596"/>
            <a:ext cx="489691"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altLang="en-US" sz="1600" dirty="0">
                <a:latin typeface="Times New Roman" panose="02020603050405020304" pitchFamily="18" charset="0"/>
              </a:rPr>
              <a:t>25</a:t>
            </a:r>
          </a:p>
        </p:txBody>
      </p:sp>
      <p:sp>
        <p:nvSpPr>
          <p:cNvPr id="110" name="Text Box 11"/>
          <p:cNvSpPr txBox="1">
            <a:spLocks noChangeArrowheads="1"/>
          </p:cNvSpPr>
          <p:nvPr/>
        </p:nvSpPr>
        <p:spPr bwMode="auto">
          <a:xfrm>
            <a:off x="1946522" y="4058748"/>
            <a:ext cx="489691"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altLang="en-US" sz="1600" dirty="0">
                <a:latin typeface="Times New Roman" panose="02020603050405020304" pitchFamily="18" charset="0"/>
              </a:rPr>
              <a:t>20</a:t>
            </a:r>
          </a:p>
        </p:txBody>
      </p:sp>
      <p:sp>
        <p:nvSpPr>
          <p:cNvPr id="111" name="Text Box 11"/>
          <p:cNvSpPr txBox="1">
            <a:spLocks noChangeArrowheads="1"/>
          </p:cNvSpPr>
          <p:nvPr/>
        </p:nvSpPr>
        <p:spPr bwMode="auto">
          <a:xfrm>
            <a:off x="1139149" y="3182563"/>
            <a:ext cx="27603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600" dirty="0">
                <a:latin typeface="Times New Roman" panose="02020603050405020304" pitchFamily="18" charset="0"/>
              </a:rPr>
              <a:t>a</a:t>
            </a:r>
          </a:p>
        </p:txBody>
      </p:sp>
      <p:sp>
        <p:nvSpPr>
          <p:cNvPr id="112" name="Text Box 11"/>
          <p:cNvSpPr txBox="1">
            <a:spLocks noChangeArrowheads="1"/>
          </p:cNvSpPr>
          <p:nvPr/>
        </p:nvSpPr>
        <p:spPr bwMode="auto">
          <a:xfrm>
            <a:off x="1147185" y="3581273"/>
            <a:ext cx="35618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dirty="0">
                <a:latin typeface="Times New Roman" panose="02020603050405020304" pitchFamily="18" charset="0"/>
              </a:rPr>
              <a:t>a</a:t>
            </a:r>
            <a:r>
              <a:rPr lang="en-US" altLang="en-US" sz="1600" dirty="0">
                <a:latin typeface="Arial" panose="020B0604020202020204" pitchFamily="34" charset="0"/>
              </a:rPr>
              <a:t>´</a:t>
            </a:r>
          </a:p>
          <a:p>
            <a:pPr eaLnBrk="1" hangingPunct="1"/>
            <a:endParaRPr lang="en-US" altLang="en-US" sz="1600" dirty="0">
              <a:latin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EE8E09DC-0268-440F-8276-54ADABB93829}" type="slidenum">
              <a:rPr lang="en-IN" smtClean="0"/>
              <a:t>19</a:t>
            </a:fld>
            <a:endParaRPr lang="en-IN"/>
          </a:p>
        </p:txBody>
      </p:sp>
      <p:cxnSp>
        <p:nvCxnSpPr>
          <p:cNvPr id="39" name="Straight Arrow Connector 38"/>
          <p:cNvCxnSpPr/>
          <p:nvPr/>
        </p:nvCxnSpPr>
        <p:spPr>
          <a:xfrm flipV="1">
            <a:off x="2372193" y="4594412"/>
            <a:ext cx="0" cy="1346868"/>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flipH="1" flipV="1">
            <a:off x="2358230" y="3823037"/>
            <a:ext cx="6866" cy="809976"/>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41" name="Line 8"/>
          <p:cNvSpPr>
            <a:spLocks noChangeShapeType="1"/>
          </p:cNvSpPr>
          <p:nvPr/>
        </p:nvSpPr>
        <p:spPr bwMode="auto">
          <a:xfrm flipH="1">
            <a:off x="1946523" y="5925109"/>
            <a:ext cx="851339" cy="0"/>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endParaRPr lang="en-IN"/>
          </a:p>
        </p:txBody>
      </p:sp>
      <p:sp>
        <p:nvSpPr>
          <p:cNvPr id="42" name="Line 8"/>
          <p:cNvSpPr>
            <a:spLocks noChangeShapeType="1"/>
          </p:cNvSpPr>
          <p:nvPr/>
        </p:nvSpPr>
        <p:spPr bwMode="auto">
          <a:xfrm flipH="1">
            <a:off x="1932560" y="3826919"/>
            <a:ext cx="851339" cy="0"/>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endParaRPr lang="en-IN"/>
          </a:p>
        </p:txBody>
      </p:sp>
      <p:sp>
        <p:nvSpPr>
          <p:cNvPr id="44" name="Text Box 11"/>
          <p:cNvSpPr txBox="1">
            <a:spLocks noChangeArrowheads="1"/>
          </p:cNvSpPr>
          <p:nvPr/>
        </p:nvSpPr>
        <p:spPr bwMode="auto">
          <a:xfrm>
            <a:off x="620255" y="4053935"/>
            <a:ext cx="489691"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altLang="en-US" sz="1600" dirty="0">
                <a:latin typeface="Times New Roman" panose="02020603050405020304" pitchFamily="18" charset="0"/>
              </a:rPr>
              <a:t>20</a:t>
            </a:r>
          </a:p>
        </p:txBody>
      </p:sp>
      <p:sp>
        <p:nvSpPr>
          <p:cNvPr id="45" name="Text Box 11"/>
          <p:cNvSpPr txBox="1">
            <a:spLocks noChangeArrowheads="1"/>
          </p:cNvSpPr>
          <p:nvPr/>
        </p:nvSpPr>
        <p:spPr bwMode="auto">
          <a:xfrm>
            <a:off x="1282873" y="3918285"/>
            <a:ext cx="489691"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altLang="en-US" sz="1600" dirty="0">
                <a:latin typeface="Times New Roman" panose="02020603050405020304" pitchFamily="18" charset="0"/>
              </a:rPr>
              <a:t>25</a:t>
            </a:r>
          </a:p>
        </p:txBody>
      </p:sp>
      <p:sp>
        <p:nvSpPr>
          <p:cNvPr id="50" name="Text Box 11"/>
          <p:cNvSpPr txBox="1">
            <a:spLocks noChangeArrowheads="1"/>
          </p:cNvSpPr>
          <p:nvPr/>
        </p:nvSpPr>
        <p:spPr bwMode="auto">
          <a:xfrm>
            <a:off x="3560592" y="6108541"/>
            <a:ext cx="27603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600" dirty="0">
                <a:latin typeface="Times New Roman" panose="02020603050405020304" pitchFamily="18" charset="0"/>
              </a:rPr>
              <a:t>c</a:t>
            </a:r>
          </a:p>
        </p:txBody>
      </p:sp>
      <p:sp>
        <p:nvSpPr>
          <p:cNvPr id="51" name="Text Box 11"/>
          <p:cNvSpPr txBox="1">
            <a:spLocks noChangeArrowheads="1"/>
          </p:cNvSpPr>
          <p:nvPr/>
        </p:nvSpPr>
        <p:spPr bwMode="auto">
          <a:xfrm>
            <a:off x="2485118" y="3502530"/>
            <a:ext cx="28725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600" dirty="0">
                <a:latin typeface="Times New Roman" panose="02020603050405020304" pitchFamily="18" charset="0"/>
              </a:rPr>
              <a:t>b</a:t>
            </a:r>
          </a:p>
        </p:txBody>
      </p:sp>
      <p:sp>
        <p:nvSpPr>
          <p:cNvPr id="55" name="Text Box 11"/>
          <p:cNvSpPr txBox="1">
            <a:spLocks noChangeArrowheads="1"/>
          </p:cNvSpPr>
          <p:nvPr/>
        </p:nvSpPr>
        <p:spPr bwMode="auto">
          <a:xfrm>
            <a:off x="3388518" y="5391286"/>
            <a:ext cx="35618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dirty="0">
                <a:latin typeface="Times New Roman" panose="02020603050405020304" pitchFamily="18" charset="0"/>
              </a:rPr>
              <a:t>c</a:t>
            </a:r>
            <a:r>
              <a:rPr lang="en-US" altLang="en-US" sz="1600" dirty="0">
                <a:latin typeface="Arial" panose="020B0604020202020204" pitchFamily="34" charset="0"/>
              </a:rPr>
              <a:t>´</a:t>
            </a:r>
          </a:p>
          <a:p>
            <a:pPr eaLnBrk="1" hangingPunct="1"/>
            <a:endParaRPr lang="en-US" altLang="en-US" sz="1600" dirty="0">
              <a:latin typeface="Times New Roman" panose="02020603050405020304" pitchFamily="18" charset="0"/>
            </a:endParaRPr>
          </a:p>
        </p:txBody>
      </p:sp>
      <p:sp>
        <p:nvSpPr>
          <p:cNvPr id="58" name="Text Box 11"/>
          <p:cNvSpPr txBox="1">
            <a:spLocks noChangeArrowheads="1"/>
          </p:cNvSpPr>
          <p:nvPr/>
        </p:nvSpPr>
        <p:spPr bwMode="auto">
          <a:xfrm>
            <a:off x="2450653" y="5925109"/>
            <a:ext cx="35618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dirty="0">
                <a:latin typeface="Times New Roman" panose="02020603050405020304" pitchFamily="18" charset="0"/>
              </a:rPr>
              <a:t>b</a:t>
            </a:r>
            <a:r>
              <a:rPr lang="en-US" altLang="en-US" sz="1600" dirty="0">
                <a:latin typeface="Arial" panose="020B0604020202020204" pitchFamily="34" charset="0"/>
              </a:rPr>
              <a:t>´</a:t>
            </a:r>
          </a:p>
          <a:p>
            <a:pPr eaLnBrk="1" hangingPunct="1"/>
            <a:endParaRPr lang="en-US" altLang="en-US" sz="1600" dirty="0">
              <a:latin typeface="Times New Roman" panose="02020603050405020304" pitchFamily="18" charset="0"/>
            </a:endParaRPr>
          </a:p>
        </p:txBody>
      </p:sp>
      <p:sp>
        <p:nvSpPr>
          <p:cNvPr id="59" name="Line 8"/>
          <p:cNvSpPr>
            <a:spLocks noChangeShapeType="1"/>
          </p:cNvSpPr>
          <p:nvPr/>
        </p:nvSpPr>
        <p:spPr bwMode="auto">
          <a:xfrm flipH="1">
            <a:off x="3003464" y="5419364"/>
            <a:ext cx="851339" cy="0"/>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endParaRPr lang="en-IN"/>
          </a:p>
        </p:txBody>
      </p:sp>
      <p:sp>
        <p:nvSpPr>
          <p:cNvPr id="60" name="Line 8"/>
          <p:cNvSpPr>
            <a:spLocks noChangeShapeType="1"/>
          </p:cNvSpPr>
          <p:nvPr/>
        </p:nvSpPr>
        <p:spPr bwMode="auto">
          <a:xfrm flipH="1">
            <a:off x="3429133" y="6168364"/>
            <a:ext cx="851339" cy="0"/>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endParaRPr lang="en-IN"/>
          </a:p>
        </p:txBody>
      </p:sp>
      <p:cxnSp>
        <p:nvCxnSpPr>
          <p:cNvPr id="67" name="Straight Arrow Connector 66"/>
          <p:cNvCxnSpPr/>
          <p:nvPr/>
        </p:nvCxnSpPr>
        <p:spPr>
          <a:xfrm flipV="1">
            <a:off x="4937420" y="4589771"/>
            <a:ext cx="4797" cy="129442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p:cNvCxnSpPr/>
          <p:nvPr/>
        </p:nvCxnSpPr>
        <p:spPr>
          <a:xfrm flipV="1">
            <a:off x="3833132" y="4594412"/>
            <a:ext cx="0" cy="1573952"/>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p:cNvCxnSpPr/>
          <p:nvPr/>
        </p:nvCxnSpPr>
        <p:spPr>
          <a:xfrm flipH="1" flipV="1">
            <a:off x="3514368" y="4627030"/>
            <a:ext cx="6866" cy="809976"/>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87" name="Text Box 11"/>
          <p:cNvSpPr txBox="1">
            <a:spLocks noChangeArrowheads="1"/>
          </p:cNvSpPr>
          <p:nvPr/>
        </p:nvSpPr>
        <p:spPr bwMode="auto">
          <a:xfrm>
            <a:off x="3847105" y="5090681"/>
            <a:ext cx="489691"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altLang="en-US" sz="1600" dirty="0">
                <a:latin typeface="Times New Roman" panose="02020603050405020304" pitchFamily="18" charset="0"/>
              </a:rPr>
              <a:t>30</a:t>
            </a:r>
          </a:p>
        </p:txBody>
      </p:sp>
      <p:sp>
        <p:nvSpPr>
          <p:cNvPr id="88" name="Text Box 11"/>
          <p:cNvSpPr txBox="1">
            <a:spLocks noChangeArrowheads="1"/>
          </p:cNvSpPr>
          <p:nvPr/>
        </p:nvSpPr>
        <p:spPr bwMode="auto">
          <a:xfrm>
            <a:off x="3109432" y="4847789"/>
            <a:ext cx="489691"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altLang="en-US" sz="1600" dirty="0">
                <a:latin typeface="Times New Roman" panose="02020603050405020304" pitchFamily="18" charset="0"/>
              </a:rPr>
              <a:t>20</a:t>
            </a:r>
          </a:p>
        </p:txBody>
      </p:sp>
      <p:cxnSp>
        <p:nvCxnSpPr>
          <p:cNvPr id="90" name="Straight Arrow Connector 89"/>
          <p:cNvCxnSpPr/>
          <p:nvPr/>
        </p:nvCxnSpPr>
        <p:spPr>
          <a:xfrm flipH="1" flipV="1">
            <a:off x="4930554" y="3775184"/>
            <a:ext cx="6866" cy="809976"/>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91" name="Line 8"/>
          <p:cNvSpPr>
            <a:spLocks noChangeShapeType="1"/>
          </p:cNvSpPr>
          <p:nvPr/>
        </p:nvSpPr>
        <p:spPr bwMode="auto">
          <a:xfrm flipH="1">
            <a:off x="4574575" y="3754873"/>
            <a:ext cx="851339" cy="0"/>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endParaRPr lang="en-IN"/>
          </a:p>
        </p:txBody>
      </p:sp>
      <p:sp>
        <p:nvSpPr>
          <p:cNvPr id="92" name="Line 8"/>
          <p:cNvSpPr>
            <a:spLocks noChangeShapeType="1"/>
          </p:cNvSpPr>
          <p:nvPr/>
        </p:nvSpPr>
        <p:spPr bwMode="auto">
          <a:xfrm flipH="1">
            <a:off x="4583586" y="5884195"/>
            <a:ext cx="851339" cy="0"/>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endParaRPr lang="en-IN"/>
          </a:p>
        </p:txBody>
      </p:sp>
      <p:sp>
        <p:nvSpPr>
          <p:cNvPr id="93" name="Text Box 11"/>
          <p:cNvSpPr txBox="1">
            <a:spLocks noChangeArrowheads="1"/>
          </p:cNvSpPr>
          <p:nvPr/>
        </p:nvSpPr>
        <p:spPr bwMode="auto">
          <a:xfrm>
            <a:off x="4945234" y="3952617"/>
            <a:ext cx="489691"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altLang="en-US" sz="1600" dirty="0">
                <a:latin typeface="Times New Roman" panose="02020603050405020304" pitchFamily="18" charset="0"/>
              </a:rPr>
              <a:t>20</a:t>
            </a:r>
          </a:p>
        </p:txBody>
      </p:sp>
      <p:sp>
        <p:nvSpPr>
          <p:cNvPr id="95" name="Text Box 11"/>
          <p:cNvSpPr txBox="1">
            <a:spLocks noChangeArrowheads="1"/>
          </p:cNvSpPr>
          <p:nvPr/>
        </p:nvSpPr>
        <p:spPr bwMode="auto">
          <a:xfrm>
            <a:off x="4936223" y="5058989"/>
            <a:ext cx="489691"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altLang="en-US" sz="1600" dirty="0">
                <a:latin typeface="Times New Roman" panose="02020603050405020304" pitchFamily="18" charset="0"/>
              </a:rPr>
              <a:t>25</a:t>
            </a:r>
          </a:p>
        </p:txBody>
      </p:sp>
      <p:cxnSp>
        <p:nvCxnSpPr>
          <p:cNvPr id="101" name="Straight Arrow Connector 100"/>
          <p:cNvCxnSpPr/>
          <p:nvPr/>
        </p:nvCxnSpPr>
        <p:spPr>
          <a:xfrm flipV="1">
            <a:off x="6434856" y="3279183"/>
            <a:ext cx="0" cy="1346868"/>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02" name="Line 8"/>
          <p:cNvSpPr>
            <a:spLocks noChangeShapeType="1"/>
          </p:cNvSpPr>
          <p:nvPr/>
        </p:nvSpPr>
        <p:spPr bwMode="auto">
          <a:xfrm flipH="1" flipV="1">
            <a:off x="2612711" y="3823037"/>
            <a:ext cx="1948" cy="21020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dirty="0"/>
          </a:p>
        </p:txBody>
      </p:sp>
      <p:sp>
        <p:nvSpPr>
          <p:cNvPr id="106" name="Line 8"/>
          <p:cNvSpPr>
            <a:spLocks noChangeShapeType="1"/>
          </p:cNvSpPr>
          <p:nvPr/>
        </p:nvSpPr>
        <p:spPr bwMode="auto">
          <a:xfrm flipH="1" flipV="1">
            <a:off x="3679234" y="4614768"/>
            <a:ext cx="19377" cy="15530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13" name="Line 8"/>
          <p:cNvSpPr>
            <a:spLocks noChangeShapeType="1"/>
          </p:cNvSpPr>
          <p:nvPr/>
        </p:nvSpPr>
        <p:spPr bwMode="auto">
          <a:xfrm flipH="1" flipV="1">
            <a:off x="4774219" y="3775184"/>
            <a:ext cx="1948" cy="21020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15" name="Text Box 11"/>
          <p:cNvSpPr txBox="1">
            <a:spLocks noChangeArrowheads="1"/>
          </p:cNvSpPr>
          <p:nvPr/>
        </p:nvSpPr>
        <p:spPr bwMode="auto">
          <a:xfrm>
            <a:off x="4636200" y="3404057"/>
            <a:ext cx="28725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600" dirty="0">
                <a:latin typeface="Times New Roman" panose="02020603050405020304" pitchFamily="18" charset="0"/>
              </a:rPr>
              <a:t>d</a:t>
            </a:r>
          </a:p>
        </p:txBody>
      </p:sp>
      <p:sp>
        <p:nvSpPr>
          <p:cNvPr id="116" name="Text Box 11"/>
          <p:cNvSpPr txBox="1">
            <a:spLocks noChangeArrowheads="1"/>
          </p:cNvSpPr>
          <p:nvPr/>
        </p:nvSpPr>
        <p:spPr bwMode="auto">
          <a:xfrm>
            <a:off x="4636200" y="5894018"/>
            <a:ext cx="35618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dirty="0">
                <a:latin typeface="Times New Roman" panose="02020603050405020304" pitchFamily="18" charset="0"/>
              </a:rPr>
              <a:t>d</a:t>
            </a:r>
            <a:r>
              <a:rPr lang="en-US" altLang="en-US" sz="1600" dirty="0">
                <a:latin typeface="Arial" panose="020B0604020202020204" pitchFamily="34" charset="0"/>
              </a:rPr>
              <a:t>´</a:t>
            </a:r>
          </a:p>
          <a:p>
            <a:pPr eaLnBrk="1" hangingPunct="1"/>
            <a:endParaRPr lang="en-US" altLang="en-US" sz="1600" dirty="0">
              <a:latin typeface="Times New Roman" panose="02020603050405020304" pitchFamily="18" charset="0"/>
            </a:endParaRPr>
          </a:p>
        </p:txBody>
      </p:sp>
      <p:sp>
        <p:nvSpPr>
          <p:cNvPr id="117" name="Line 8"/>
          <p:cNvSpPr>
            <a:spLocks noChangeShapeType="1"/>
          </p:cNvSpPr>
          <p:nvPr/>
        </p:nvSpPr>
        <p:spPr bwMode="auto">
          <a:xfrm flipH="1" flipV="1">
            <a:off x="6697324" y="3279183"/>
            <a:ext cx="0" cy="135383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18" name="Line 8"/>
          <p:cNvSpPr>
            <a:spLocks noChangeShapeType="1"/>
          </p:cNvSpPr>
          <p:nvPr/>
        </p:nvSpPr>
        <p:spPr bwMode="auto">
          <a:xfrm flipH="1">
            <a:off x="6059472" y="3279183"/>
            <a:ext cx="851339" cy="0"/>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endParaRPr lang="en-IN"/>
          </a:p>
        </p:txBody>
      </p:sp>
      <p:sp>
        <p:nvSpPr>
          <p:cNvPr id="119" name="Text Box 11"/>
          <p:cNvSpPr txBox="1">
            <a:spLocks noChangeArrowheads="1"/>
          </p:cNvSpPr>
          <p:nvPr/>
        </p:nvSpPr>
        <p:spPr bwMode="auto">
          <a:xfrm>
            <a:off x="6553695" y="2965669"/>
            <a:ext cx="27603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600" dirty="0">
                <a:latin typeface="Times New Roman" panose="02020603050405020304" pitchFamily="18" charset="0"/>
              </a:rPr>
              <a:t>e</a:t>
            </a:r>
          </a:p>
        </p:txBody>
      </p:sp>
      <p:sp>
        <p:nvSpPr>
          <p:cNvPr id="120" name="Text Box 11"/>
          <p:cNvSpPr txBox="1">
            <a:spLocks noChangeArrowheads="1"/>
          </p:cNvSpPr>
          <p:nvPr/>
        </p:nvSpPr>
        <p:spPr bwMode="auto">
          <a:xfrm>
            <a:off x="6544412" y="4581685"/>
            <a:ext cx="35618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dirty="0">
                <a:latin typeface="Times New Roman" panose="02020603050405020304" pitchFamily="18" charset="0"/>
              </a:rPr>
              <a:t>e</a:t>
            </a:r>
            <a:r>
              <a:rPr lang="en-US" altLang="en-US" sz="1600" dirty="0">
                <a:latin typeface="Arial" panose="020B0604020202020204" pitchFamily="34" charset="0"/>
              </a:rPr>
              <a:t>´</a:t>
            </a:r>
          </a:p>
          <a:p>
            <a:pPr eaLnBrk="1" hangingPunct="1"/>
            <a:endParaRPr lang="en-US" altLang="en-US" sz="1600" dirty="0">
              <a:latin typeface="Times New Roman" panose="02020603050405020304" pitchFamily="18" charset="0"/>
            </a:endParaRPr>
          </a:p>
        </p:txBody>
      </p:sp>
      <p:sp>
        <p:nvSpPr>
          <p:cNvPr id="121" name="Text Box 11"/>
          <p:cNvSpPr txBox="1">
            <a:spLocks noChangeArrowheads="1"/>
          </p:cNvSpPr>
          <p:nvPr/>
        </p:nvSpPr>
        <p:spPr bwMode="auto">
          <a:xfrm>
            <a:off x="6076399" y="3816669"/>
            <a:ext cx="489691"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altLang="en-US" sz="1600" dirty="0">
                <a:latin typeface="Times New Roman" panose="02020603050405020304" pitchFamily="18" charset="0"/>
              </a:rPr>
              <a:t>25</a:t>
            </a:r>
          </a:p>
        </p:txBody>
      </p:sp>
      <p:sp>
        <p:nvSpPr>
          <p:cNvPr id="122" name="Line 8"/>
          <p:cNvSpPr>
            <a:spLocks noChangeShapeType="1"/>
          </p:cNvSpPr>
          <p:nvPr/>
        </p:nvSpPr>
        <p:spPr bwMode="auto">
          <a:xfrm flipV="1">
            <a:off x="7857164" y="3072454"/>
            <a:ext cx="19504" cy="151531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23" name="Line 8"/>
          <p:cNvSpPr>
            <a:spLocks noChangeShapeType="1"/>
          </p:cNvSpPr>
          <p:nvPr/>
        </p:nvSpPr>
        <p:spPr bwMode="auto">
          <a:xfrm flipH="1">
            <a:off x="7431494" y="3059061"/>
            <a:ext cx="851339" cy="0"/>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endParaRPr lang="en-IN"/>
          </a:p>
        </p:txBody>
      </p:sp>
      <p:cxnSp>
        <p:nvCxnSpPr>
          <p:cNvPr id="124" name="Straight Arrow Connector 123"/>
          <p:cNvCxnSpPr/>
          <p:nvPr/>
        </p:nvCxnSpPr>
        <p:spPr>
          <a:xfrm flipV="1">
            <a:off x="8087157" y="3059061"/>
            <a:ext cx="0" cy="1573952"/>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25" name="Text Box 11"/>
          <p:cNvSpPr txBox="1">
            <a:spLocks noChangeArrowheads="1"/>
          </p:cNvSpPr>
          <p:nvPr/>
        </p:nvSpPr>
        <p:spPr bwMode="auto">
          <a:xfrm>
            <a:off x="8010244" y="3653760"/>
            <a:ext cx="489691"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altLang="en-US" sz="1600" dirty="0">
                <a:latin typeface="Times New Roman" panose="02020603050405020304" pitchFamily="18" charset="0"/>
              </a:rPr>
              <a:t>30</a:t>
            </a:r>
          </a:p>
        </p:txBody>
      </p:sp>
      <p:sp>
        <p:nvSpPr>
          <p:cNvPr id="126" name="Text Box 11"/>
          <p:cNvSpPr txBox="1">
            <a:spLocks noChangeArrowheads="1"/>
          </p:cNvSpPr>
          <p:nvPr/>
        </p:nvSpPr>
        <p:spPr bwMode="auto">
          <a:xfrm>
            <a:off x="7721249" y="4584345"/>
            <a:ext cx="25359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600" dirty="0">
                <a:latin typeface="Times New Roman" panose="02020603050405020304" pitchFamily="18" charset="0"/>
              </a:rPr>
              <a:t>f</a:t>
            </a:r>
          </a:p>
        </p:txBody>
      </p:sp>
      <p:sp>
        <p:nvSpPr>
          <p:cNvPr id="128" name="Text Box 11"/>
          <p:cNvSpPr txBox="1">
            <a:spLocks noChangeArrowheads="1"/>
          </p:cNvSpPr>
          <p:nvPr/>
        </p:nvSpPr>
        <p:spPr bwMode="auto">
          <a:xfrm>
            <a:off x="7766234" y="2760780"/>
            <a:ext cx="32252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dirty="0">
                <a:latin typeface="Times New Roman" panose="02020603050405020304" pitchFamily="18" charset="0"/>
              </a:rPr>
              <a:t>f</a:t>
            </a:r>
            <a:r>
              <a:rPr lang="en-US" altLang="en-US" sz="1600" dirty="0">
                <a:latin typeface="Arial" panose="020B0604020202020204" pitchFamily="34" charset="0"/>
              </a:rPr>
              <a:t>´</a:t>
            </a:r>
          </a:p>
          <a:p>
            <a:pPr eaLnBrk="1" hangingPunct="1"/>
            <a:endParaRPr lang="en-US" altLang="en-US" sz="1600" dirty="0">
              <a:latin typeface="Times New Roman" panose="02020603050405020304" pitchFamily="18" charset="0"/>
            </a:endParaRPr>
          </a:p>
        </p:txBody>
      </p:sp>
      <p:sp>
        <p:nvSpPr>
          <p:cNvPr id="6" name="Rectangle 5"/>
          <p:cNvSpPr/>
          <p:nvPr/>
        </p:nvSpPr>
        <p:spPr>
          <a:xfrm>
            <a:off x="381606" y="2770050"/>
            <a:ext cx="1043876" cy="369332"/>
          </a:xfrm>
          <a:prstGeom prst="rect">
            <a:avLst/>
          </a:prstGeom>
        </p:spPr>
        <p:txBody>
          <a:bodyPr wrap="none">
            <a:spAutoFit/>
          </a:bodyPr>
          <a:lstStyle/>
          <a:p>
            <a:r>
              <a:rPr lang="en-US" altLang="en-US" b="1" u="sng" dirty="0">
                <a:solidFill>
                  <a:srgbClr val="FF0000"/>
                </a:solidFill>
              </a:rPr>
              <a:t>Solution:</a:t>
            </a:r>
          </a:p>
        </p:txBody>
      </p:sp>
      <p:sp>
        <p:nvSpPr>
          <p:cNvPr id="56" name="Oval 91"/>
          <p:cNvSpPr>
            <a:spLocks noChangeArrowheads="1"/>
          </p:cNvSpPr>
          <p:nvPr/>
        </p:nvSpPr>
        <p:spPr bwMode="auto">
          <a:xfrm>
            <a:off x="1132098" y="374652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1" name="Oval 91"/>
          <p:cNvSpPr>
            <a:spLocks noChangeArrowheads="1"/>
          </p:cNvSpPr>
          <p:nvPr/>
        </p:nvSpPr>
        <p:spPr bwMode="auto">
          <a:xfrm>
            <a:off x="1139852" y="3448747"/>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3" name="Oval 91"/>
          <p:cNvSpPr>
            <a:spLocks noChangeArrowheads="1"/>
          </p:cNvSpPr>
          <p:nvPr/>
        </p:nvSpPr>
        <p:spPr bwMode="auto">
          <a:xfrm>
            <a:off x="2571614" y="3792011"/>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4" name="Oval 91"/>
          <p:cNvSpPr>
            <a:spLocks noChangeArrowheads="1"/>
          </p:cNvSpPr>
          <p:nvPr/>
        </p:nvSpPr>
        <p:spPr bwMode="auto">
          <a:xfrm>
            <a:off x="2578906" y="5866652"/>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5" name="Oval 91"/>
          <p:cNvSpPr>
            <a:spLocks noChangeArrowheads="1"/>
          </p:cNvSpPr>
          <p:nvPr/>
        </p:nvSpPr>
        <p:spPr bwMode="auto">
          <a:xfrm>
            <a:off x="3658998" y="5419364"/>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6" name="Oval 91"/>
          <p:cNvSpPr>
            <a:spLocks noChangeArrowheads="1"/>
          </p:cNvSpPr>
          <p:nvPr/>
        </p:nvSpPr>
        <p:spPr bwMode="auto">
          <a:xfrm>
            <a:off x="3641134" y="6129704"/>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8" name="Oval 91"/>
          <p:cNvSpPr>
            <a:spLocks noChangeArrowheads="1"/>
          </p:cNvSpPr>
          <p:nvPr/>
        </p:nvSpPr>
        <p:spPr bwMode="auto">
          <a:xfrm>
            <a:off x="4756177" y="373361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9" name="Oval 91"/>
          <p:cNvSpPr>
            <a:spLocks noChangeArrowheads="1"/>
          </p:cNvSpPr>
          <p:nvPr/>
        </p:nvSpPr>
        <p:spPr bwMode="auto">
          <a:xfrm>
            <a:off x="4738094" y="5847876"/>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2" name="Oval 91"/>
          <p:cNvSpPr>
            <a:spLocks noChangeArrowheads="1"/>
          </p:cNvSpPr>
          <p:nvPr/>
        </p:nvSpPr>
        <p:spPr bwMode="auto">
          <a:xfrm>
            <a:off x="6665220" y="3255021"/>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5" name="Oval 91"/>
          <p:cNvSpPr>
            <a:spLocks noChangeArrowheads="1"/>
          </p:cNvSpPr>
          <p:nvPr/>
        </p:nvSpPr>
        <p:spPr bwMode="auto">
          <a:xfrm>
            <a:off x="7854547" y="3035613"/>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Tree>
    <p:extLst>
      <p:ext uri="{BB962C8B-B14F-4D97-AF65-F5344CB8AC3E}">
        <p14:creationId xmlns:p14="http://schemas.microsoft.com/office/powerpoint/2010/main" val="1916727136"/>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ChangeAspect="1" noChangeArrowheads="1"/>
          </p:cNvPicPr>
          <p:nvPr/>
        </p:nvPicPr>
        <p:blipFill>
          <a:blip r:embed="rId3" cstate="print"/>
          <a:srcRect/>
          <a:stretch>
            <a:fillRect/>
          </a:stretch>
        </p:blipFill>
        <p:spPr bwMode="auto">
          <a:xfrm>
            <a:off x="239712" y="1028700"/>
            <a:ext cx="8675688" cy="4762500"/>
          </a:xfrm>
          <a:prstGeom prst="rect">
            <a:avLst/>
          </a:prstGeom>
          <a:noFill/>
          <a:ln w="9525">
            <a:noFill/>
            <a:miter lim="800000"/>
            <a:headEnd/>
            <a:tailEnd/>
          </a:ln>
          <a:effectLst/>
        </p:spPr>
      </p:pic>
      <p:sp>
        <p:nvSpPr>
          <p:cNvPr id="3" name="Title 1"/>
          <p:cNvSpPr txBox="1">
            <a:spLocks/>
          </p:cNvSpPr>
          <p:nvPr/>
        </p:nvSpPr>
        <p:spPr>
          <a:xfrm>
            <a:off x="457200" y="76200"/>
            <a:ext cx="8229600" cy="685800"/>
          </a:xfrm>
          <a:prstGeom prst="rect">
            <a:avLst/>
          </a:prstGeom>
        </p:spPr>
        <p:txBody>
          <a:bodyPr/>
          <a:lstStyle/>
          <a:p>
            <a:pPr algn="ctr">
              <a:spcBef>
                <a:spcPct val="0"/>
              </a:spcBef>
            </a:pPr>
            <a:r>
              <a:rPr lang="en-US" sz="4000" b="1" dirty="0"/>
              <a:t>Mind Storming: Example 1</a:t>
            </a:r>
            <a:endParaRPr kumimoji="0" lang="en-US" sz="4000" b="0" i="0" u="none" strike="noStrike" kern="1200" cap="none" spc="0" normalizeH="0" baseline="0" noProof="0" dirty="0">
              <a:ln>
                <a:noFill/>
              </a:ln>
              <a:solidFill>
                <a:schemeClr val="tx1"/>
              </a:solidFill>
              <a:effectLst/>
              <a:uLnTx/>
              <a:uFillTx/>
              <a:latin typeface="Adobe Caslon Pro Bold" pitchFamily="18" charset="0"/>
              <a:ea typeface="+mj-ea"/>
              <a:cs typeface="+mj-cs"/>
            </a:endParaRPr>
          </a:p>
        </p:txBody>
      </p:sp>
      <p:sp>
        <p:nvSpPr>
          <p:cNvPr id="4" name="TextBox 3"/>
          <p:cNvSpPr txBox="1"/>
          <p:nvPr/>
        </p:nvSpPr>
        <p:spPr>
          <a:xfrm>
            <a:off x="685800" y="5867400"/>
            <a:ext cx="2362200" cy="646331"/>
          </a:xfrm>
          <a:prstGeom prst="rect">
            <a:avLst/>
          </a:prstGeom>
          <a:solidFill>
            <a:schemeClr val="tx2">
              <a:lumMod val="20000"/>
              <a:lumOff val="80000"/>
            </a:schemeClr>
          </a:solidFill>
        </p:spPr>
        <p:txBody>
          <a:bodyPr wrap="square" rtlCol="0">
            <a:spAutoFit/>
          </a:bodyPr>
          <a:lstStyle/>
          <a:p>
            <a:pPr algn="ctr"/>
            <a:r>
              <a:rPr lang="en-US" dirty="0"/>
              <a:t>Below HP and in front of VP</a:t>
            </a:r>
          </a:p>
        </p:txBody>
      </p:sp>
      <p:sp>
        <p:nvSpPr>
          <p:cNvPr id="5" name="TextBox 4"/>
          <p:cNvSpPr txBox="1"/>
          <p:nvPr/>
        </p:nvSpPr>
        <p:spPr>
          <a:xfrm>
            <a:off x="2133600" y="838200"/>
            <a:ext cx="1828800" cy="646331"/>
          </a:xfrm>
          <a:prstGeom prst="rect">
            <a:avLst/>
          </a:prstGeom>
          <a:solidFill>
            <a:schemeClr val="tx2">
              <a:lumMod val="20000"/>
              <a:lumOff val="80000"/>
            </a:schemeClr>
          </a:solidFill>
        </p:spPr>
        <p:txBody>
          <a:bodyPr wrap="square" rtlCol="0">
            <a:spAutoFit/>
          </a:bodyPr>
          <a:lstStyle/>
          <a:p>
            <a:pPr algn="ctr"/>
            <a:r>
              <a:rPr lang="en-US" dirty="0"/>
              <a:t>In HP and behind VP</a:t>
            </a:r>
          </a:p>
        </p:txBody>
      </p:sp>
      <p:sp>
        <p:nvSpPr>
          <p:cNvPr id="6" name="TextBox 5"/>
          <p:cNvSpPr txBox="1"/>
          <p:nvPr/>
        </p:nvSpPr>
        <p:spPr>
          <a:xfrm>
            <a:off x="3886200" y="5257800"/>
            <a:ext cx="1524000" cy="646331"/>
          </a:xfrm>
          <a:prstGeom prst="rect">
            <a:avLst/>
          </a:prstGeom>
          <a:solidFill>
            <a:schemeClr val="tx2">
              <a:lumMod val="20000"/>
              <a:lumOff val="80000"/>
            </a:schemeClr>
          </a:solidFill>
        </p:spPr>
        <p:txBody>
          <a:bodyPr wrap="square" rtlCol="0">
            <a:spAutoFit/>
          </a:bodyPr>
          <a:lstStyle/>
          <a:p>
            <a:r>
              <a:rPr lang="en-US" dirty="0"/>
              <a:t>In HP and in front of VP</a:t>
            </a:r>
          </a:p>
        </p:txBody>
      </p:sp>
      <p:sp>
        <p:nvSpPr>
          <p:cNvPr id="7" name="TextBox 6"/>
          <p:cNvSpPr txBox="1"/>
          <p:nvPr/>
        </p:nvSpPr>
        <p:spPr>
          <a:xfrm>
            <a:off x="4648200" y="633984"/>
            <a:ext cx="1600200" cy="646331"/>
          </a:xfrm>
          <a:prstGeom prst="rect">
            <a:avLst/>
          </a:prstGeom>
          <a:solidFill>
            <a:schemeClr val="tx2">
              <a:lumMod val="20000"/>
              <a:lumOff val="80000"/>
            </a:schemeClr>
          </a:solidFill>
        </p:spPr>
        <p:txBody>
          <a:bodyPr wrap="square" rtlCol="0">
            <a:spAutoFit/>
          </a:bodyPr>
          <a:lstStyle/>
          <a:p>
            <a:pPr algn="ctr"/>
            <a:r>
              <a:rPr lang="en-US" dirty="0"/>
              <a:t>Above HP and behind VP</a:t>
            </a:r>
          </a:p>
        </p:txBody>
      </p:sp>
      <p:sp>
        <p:nvSpPr>
          <p:cNvPr id="8" name="TextBox 7"/>
          <p:cNvSpPr txBox="1"/>
          <p:nvPr/>
        </p:nvSpPr>
        <p:spPr>
          <a:xfrm>
            <a:off x="6096000" y="4724400"/>
            <a:ext cx="1066800" cy="1200329"/>
          </a:xfrm>
          <a:prstGeom prst="rect">
            <a:avLst/>
          </a:prstGeom>
          <a:solidFill>
            <a:schemeClr val="tx2">
              <a:lumMod val="20000"/>
              <a:lumOff val="80000"/>
            </a:schemeClr>
          </a:solidFill>
        </p:spPr>
        <p:txBody>
          <a:bodyPr wrap="square" rtlCol="0">
            <a:spAutoFit/>
          </a:bodyPr>
          <a:lstStyle/>
          <a:p>
            <a:pPr algn="ctr"/>
            <a:r>
              <a:rPr lang="en-US" dirty="0"/>
              <a:t>Below HP and behind VP</a:t>
            </a:r>
          </a:p>
        </p:txBody>
      </p:sp>
      <p:sp>
        <p:nvSpPr>
          <p:cNvPr id="9" name="TextBox 8"/>
          <p:cNvSpPr txBox="1"/>
          <p:nvPr/>
        </p:nvSpPr>
        <p:spPr>
          <a:xfrm>
            <a:off x="7467600" y="2173069"/>
            <a:ext cx="1219200" cy="646331"/>
          </a:xfrm>
          <a:prstGeom prst="rect">
            <a:avLst/>
          </a:prstGeom>
          <a:solidFill>
            <a:schemeClr val="tx2">
              <a:lumMod val="20000"/>
              <a:lumOff val="80000"/>
            </a:schemeClr>
          </a:solidFill>
        </p:spPr>
        <p:txBody>
          <a:bodyPr wrap="square" rtlCol="0">
            <a:spAutoFit/>
          </a:bodyPr>
          <a:lstStyle/>
          <a:p>
            <a:r>
              <a:rPr lang="en-US" dirty="0"/>
              <a:t>In VP and below HP</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p:cNvPicPr>
            <a:picLocks noChangeAspect="1" noChangeArrowheads="1"/>
          </p:cNvPicPr>
          <p:nvPr/>
        </p:nvPicPr>
        <p:blipFill>
          <a:blip r:embed="rId2" cstate="print"/>
          <a:srcRect/>
          <a:stretch>
            <a:fillRect/>
          </a:stretch>
        </p:blipFill>
        <p:spPr bwMode="auto">
          <a:xfrm>
            <a:off x="304800" y="1370763"/>
            <a:ext cx="8458200" cy="5030037"/>
          </a:xfrm>
          <a:prstGeom prst="rect">
            <a:avLst/>
          </a:prstGeom>
          <a:noFill/>
          <a:ln w="9525">
            <a:noFill/>
            <a:miter lim="800000"/>
            <a:headEnd/>
            <a:tailEnd/>
          </a:ln>
          <a:effectLst/>
        </p:spPr>
      </p:pic>
      <p:sp>
        <p:nvSpPr>
          <p:cNvPr id="3" name="Title 1"/>
          <p:cNvSpPr txBox="1">
            <a:spLocks/>
          </p:cNvSpPr>
          <p:nvPr/>
        </p:nvSpPr>
        <p:spPr>
          <a:xfrm>
            <a:off x="457200" y="76200"/>
            <a:ext cx="8229600" cy="685800"/>
          </a:xfrm>
          <a:prstGeom prst="rect">
            <a:avLst/>
          </a:prstGeom>
        </p:spPr>
        <p:txBody>
          <a:bodyPr/>
          <a:lstStyle/>
          <a:p>
            <a:pPr algn="ctr">
              <a:spcBef>
                <a:spcPct val="0"/>
              </a:spcBef>
            </a:pPr>
            <a:r>
              <a:rPr lang="en-US" sz="4000" b="1" dirty="0"/>
              <a:t>Mind Storming: Example 2</a:t>
            </a:r>
            <a:endParaRPr kumimoji="0" lang="en-US" sz="4000" b="0" i="0" u="none" strike="noStrike" kern="1200" cap="none" spc="0" normalizeH="0" baseline="0" noProof="0" dirty="0">
              <a:ln>
                <a:noFill/>
              </a:ln>
              <a:solidFill>
                <a:schemeClr val="tx1"/>
              </a:solidFill>
              <a:effectLst/>
              <a:uLnTx/>
              <a:uFillTx/>
              <a:latin typeface="Adobe Caslon Pro Bold" pitchFamily="18" charset="0"/>
              <a:ea typeface="+mj-ea"/>
              <a:cs typeface="+mj-cs"/>
            </a:endParaRPr>
          </a:p>
        </p:txBody>
      </p:sp>
      <p:sp>
        <p:nvSpPr>
          <p:cNvPr id="4" name="TextBox 3"/>
          <p:cNvSpPr txBox="1"/>
          <p:nvPr/>
        </p:nvSpPr>
        <p:spPr>
          <a:xfrm>
            <a:off x="2895600" y="838200"/>
            <a:ext cx="3733800" cy="369332"/>
          </a:xfrm>
          <a:prstGeom prst="rect">
            <a:avLst/>
          </a:prstGeom>
          <a:noFill/>
        </p:spPr>
        <p:txBody>
          <a:bodyPr wrap="square" rtlCol="0">
            <a:spAutoFit/>
          </a:bodyPr>
          <a:lstStyle/>
          <a:p>
            <a:pPr algn="ctr"/>
            <a:r>
              <a:rPr lang="en-US" dirty="0"/>
              <a:t>Exercise for students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p:cNvPicPr>
            <a:picLocks noChangeAspect="1" noChangeArrowheads="1"/>
          </p:cNvPicPr>
          <p:nvPr/>
        </p:nvPicPr>
        <p:blipFill>
          <a:blip r:embed="rId2" cstate="print"/>
          <a:srcRect/>
          <a:stretch>
            <a:fillRect/>
          </a:stretch>
        </p:blipFill>
        <p:spPr bwMode="auto">
          <a:xfrm>
            <a:off x="304800" y="1346726"/>
            <a:ext cx="8534400" cy="5130274"/>
          </a:xfrm>
          <a:prstGeom prst="rect">
            <a:avLst/>
          </a:prstGeom>
          <a:noFill/>
          <a:ln w="9525">
            <a:noFill/>
            <a:miter lim="800000"/>
            <a:headEnd/>
            <a:tailEnd/>
          </a:ln>
          <a:effectLst/>
        </p:spPr>
      </p:pic>
      <p:sp>
        <p:nvSpPr>
          <p:cNvPr id="3" name="Title 1"/>
          <p:cNvSpPr txBox="1">
            <a:spLocks/>
          </p:cNvSpPr>
          <p:nvPr/>
        </p:nvSpPr>
        <p:spPr>
          <a:xfrm>
            <a:off x="457200" y="76200"/>
            <a:ext cx="8229600" cy="685800"/>
          </a:xfrm>
          <a:prstGeom prst="rect">
            <a:avLst/>
          </a:prstGeom>
        </p:spPr>
        <p:txBody>
          <a:bodyPr/>
          <a:lstStyle/>
          <a:p>
            <a:pPr algn="ctr">
              <a:spcBef>
                <a:spcPct val="0"/>
              </a:spcBef>
            </a:pPr>
            <a:r>
              <a:rPr lang="en-US" sz="4000" b="1" dirty="0"/>
              <a:t>Mind Storming: Example 3</a:t>
            </a:r>
            <a:endParaRPr kumimoji="0" lang="en-US" sz="4000" b="0" i="0" u="none" strike="noStrike" kern="1200" cap="none" spc="0" normalizeH="0" baseline="0" noProof="0" dirty="0">
              <a:ln>
                <a:noFill/>
              </a:ln>
              <a:solidFill>
                <a:schemeClr val="tx1"/>
              </a:solidFill>
              <a:effectLst/>
              <a:uLnTx/>
              <a:uFillTx/>
              <a:latin typeface="Adobe Caslon Pro Bold" pitchFamily="18" charset="0"/>
              <a:ea typeface="+mj-ea"/>
              <a:cs typeface="+mj-cs"/>
            </a:endParaRPr>
          </a:p>
        </p:txBody>
      </p:sp>
      <p:sp>
        <p:nvSpPr>
          <p:cNvPr id="4" name="TextBox 3"/>
          <p:cNvSpPr txBox="1"/>
          <p:nvPr/>
        </p:nvSpPr>
        <p:spPr>
          <a:xfrm>
            <a:off x="2895600" y="838200"/>
            <a:ext cx="3733800" cy="369332"/>
          </a:xfrm>
          <a:prstGeom prst="rect">
            <a:avLst/>
          </a:prstGeom>
          <a:noFill/>
        </p:spPr>
        <p:txBody>
          <a:bodyPr wrap="square" rtlCol="0">
            <a:spAutoFit/>
          </a:bodyPr>
          <a:lstStyle/>
          <a:p>
            <a:pPr algn="ctr"/>
            <a:r>
              <a:rPr lang="en-US" dirty="0"/>
              <a:t>Exercise for students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Projection of Lines</a:t>
            </a:r>
          </a:p>
        </p:txBody>
      </p:sp>
      <p:sp>
        <p:nvSpPr>
          <p:cNvPr id="4" name="Subtitle 3"/>
          <p:cNvSpPr>
            <a:spLocks noGrp="1"/>
          </p:cNvSpPr>
          <p:nvPr>
            <p:ph type="subTitle" idx="1"/>
          </p:nvPr>
        </p:nvSpPr>
        <p:spPr/>
        <p:txBody>
          <a:bodyPr/>
          <a:lstStyle/>
          <a:p>
            <a:endParaRPr lang="en-IN"/>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PROJECTIONS OF LINES</a:t>
            </a:r>
          </a:p>
        </p:txBody>
      </p:sp>
      <p:sp>
        <p:nvSpPr>
          <p:cNvPr id="3" name="Content Placeholder 2"/>
          <p:cNvSpPr>
            <a:spLocks noGrp="1"/>
          </p:cNvSpPr>
          <p:nvPr>
            <p:ph idx="1"/>
          </p:nvPr>
        </p:nvSpPr>
        <p:spPr/>
        <p:txBody>
          <a:bodyPr>
            <a:normAutofit fontScale="92500" lnSpcReduction="20000"/>
          </a:bodyPr>
          <a:lstStyle/>
          <a:p>
            <a:r>
              <a:rPr lang="en-US" dirty="0"/>
              <a:t>A straight line is the shortest distance between any two points in space. </a:t>
            </a:r>
          </a:p>
          <a:p>
            <a:r>
              <a:rPr lang="en-US" dirty="0"/>
              <a:t>A line represents the locus of a point moving along a fixed path in space. </a:t>
            </a:r>
          </a:p>
          <a:p>
            <a:r>
              <a:rPr lang="en-US" dirty="0"/>
              <a:t>As a line consists of a number of points, its projections are drawn by joining the projections of any two points on the line (preferably the end points) or on the extension of the line.</a:t>
            </a:r>
          </a:p>
          <a:p>
            <a:pPr>
              <a:buNone/>
            </a:pPr>
            <a:endParaRPr lang="en-US" dirty="0"/>
          </a:p>
          <a:p>
            <a:r>
              <a:rPr lang="en-US" b="1" dirty="0"/>
              <a:t>Positions Of Straight Lines</a:t>
            </a:r>
          </a:p>
          <a:p>
            <a:pPr marL="971550" lvl="1" indent="-514350">
              <a:buFont typeface="+mj-lt"/>
              <a:buAutoNum type="arabicPeriod"/>
            </a:pPr>
            <a:r>
              <a:rPr lang="en-US" dirty="0"/>
              <a:t>Line parallel to both the RPs</a:t>
            </a:r>
          </a:p>
          <a:p>
            <a:pPr marL="1371600" lvl="2" indent="-514350">
              <a:buFont typeface="+mj-lt"/>
              <a:buAutoNum type="romanLcPeriod"/>
            </a:pPr>
            <a:r>
              <a:rPr lang="en-US" dirty="0"/>
              <a:t>Line away from both the RPs</a:t>
            </a:r>
          </a:p>
          <a:p>
            <a:pPr marL="1371600" lvl="2" indent="-514350">
              <a:buFont typeface="+mj-lt"/>
              <a:buAutoNum type="romanLcPeriod"/>
            </a:pPr>
            <a:r>
              <a:rPr lang="en-US" dirty="0"/>
              <a:t>Line in the HP and away from the VP</a:t>
            </a:r>
          </a:p>
          <a:p>
            <a:pPr marL="1371600" lvl="2" indent="-514350">
              <a:buFont typeface="+mj-lt"/>
              <a:buAutoNum type="romanLcPeriod"/>
            </a:pPr>
            <a:r>
              <a:rPr lang="en-US" dirty="0"/>
              <a:t>Line in the VP and away from the HP</a:t>
            </a:r>
          </a:p>
          <a:p>
            <a:pPr marL="1371600" lvl="2" indent="-514350">
              <a:buFont typeface="+mj-lt"/>
              <a:buAutoNum type="romanLcPeriod"/>
            </a:pPr>
            <a:r>
              <a:rPr lang="en-US" dirty="0"/>
              <a:t>Line contained by both the RPs</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blinds(horizontal)">
                                      <p:cBhvr>
                                        <p:cTn id="7" dur="500"/>
                                        <p:tgtEl>
                                          <p:spTgt spid="3">
                                            <p:txEl>
                                              <p:pRg st="4" end="4"/>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blinds(horizontal)">
                                      <p:cBhvr>
                                        <p:cTn id="10" dur="500"/>
                                        <p:tgtEl>
                                          <p:spTgt spid="3">
                                            <p:txEl>
                                              <p:pRg st="5" end="5"/>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animEffect transition="in" filter="blinds(horizontal)">
                                      <p:cBhvr>
                                        <p:cTn id="13" dur="500"/>
                                        <p:tgtEl>
                                          <p:spTgt spid="3">
                                            <p:txEl>
                                              <p:pRg st="6" end="6"/>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3">
                                            <p:txEl>
                                              <p:pRg st="7" end="7"/>
                                            </p:txEl>
                                          </p:spTgt>
                                        </p:tgtEl>
                                        <p:attrNameLst>
                                          <p:attrName>style.visibility</p:attrName>
                                        </p:attrNameLst>
                                      </p:cBhvr>
                                      <p:to>
                                        <p:strVal val="visible"/>
                                      </p:to>
                                    </p:set>
                                    <p:animEffect transition="in" filter="blinds(horizontal)">
                                      <p:cBhvr>
                                        <p:cTn id="16" dur="500"/>
                                        <p:tgtEl>
                                          <p:spTgt spid="3">
                                            <p:txEl>
                                              <p:pRg st="7" end="7"/>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animEffect transition="in" filter="blinds(horizontal)">
                                      <p:cBhvr>
                                        <p:cTn id="19" dur="500"/>
                                        <p:tgtEl>
                                          <p:spTgt spid="3">
                                            <p:txEl>
                                              <p:pRg st="8" end="8"/>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3">
                                            <p:txEl>
                                              <p:pRg st="9" end="9"/>
                                            </p:txEl>
                                          </p:spTgt>
                                        </p:tgtEl>
                                        <p:attrNameLst>
                                          <p:attrName>style.visibility</p:attrName>
                                        </p:attrNameLst>
                                      </p:cBhvr>
                                      <p:to>
                                        <p:strVal val="visible"/>
                                      </p:to>
                                    </p:set>
                                    <p:animEffect transition="in" filter="blinds(horizontal)">
                                      <p:cBhvr>
                                        <p:cTn id="2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PROJECTIONS OF LINES</a:t>
            </a:r>
          </a:p>
        </p:txBody>
      </p:sp>
      <p:sp>
        <p:nvSpPr>
          <p:cNvPr id="3" name="Content Placeholder 2"/>
          <p:cNvSpPr>
            <a:spLocks noGrp="1"/>
          </p:cNvSpPr>
          <p:nvPr>
            <p:ph idx="1"/>
          </p:nvPr>
        </p:nvSpPr>
        <p:spPr>
          <a:xfrm>
            <a:off x="457200" y="762000"/>
            <a:ext cx="8229600" cy="5943600"/>
          </a:xfrm>
        </p:spPr>
        <p:txBody>
          <a:bodyPr>
            <a:normAutofit fontScale="77500" lnSpcReduction="20000"/>
          </a:bodyPr>
          <a:lstStyle/>
          <a:p>
            <a:pPr marL="971550" lvl="1" indent="-514350">
              <a:buFont typeface="+mj-lt"/>
              <a:buAutoNum type="arabicPeriod" startAt="2"/>
            </a:pPr>
            <a:r>
              <a:rPr lang="en-US" dirty="0"/>
              <a:t>Line perpendicular to either of the RPs</a:t>
            </a:r>
          </a:p>
          <a:p>
            <a:pPr marL="1371600" lvl="2" indent="-514350">
              <a:buFont typeface="+mj-lt"/>
              <a:buAutoNum type="romanLcPeriod"/>
            </a:pPr>
            <a:r>
              <a:rPr lang="en-US" dirty="0"/>
              <a:t>Line perpendicular to the HP and away from the VP</a:t>
            </a:r>
          </a:p>
          <a:p>
            <a:pPr marL="1371600" lvl="2" indent="-514350">
              <a:buFont typeface="+mj-lt"/>
              <a:buAutoNum type="romanLcPeriod"/>
            </a:pPr>
            <a:r>
              <a:rPr lang="en-US" dirty="0"/>
              <a:t>Line perpendicular to the HP and in the VP</a:t>
            </a:r>
          </a:p>
          <a:p>
            <a:pPr marL="1371600" lvl="2" indent="-514350">
              <a:buFont typeface="+mj-lt"/>
              <a:buAutoNum type="romanLcPeriod"/>
            </a:pPr>
            <a:r>
              <a:rPr lang="en-US" dirty="0"/>
              <a:t>Line perpendicular to the VP and away from the HP</a:t>
            </a:r>
          </a:p>
          <a:p>
            <a:pPr marL="1371600" lvl="2" indent="-514350">
              <a:buFont typeface="+mj-lt"/>
              <a:buAutoNum type="romanLcPeriod"/>
            </a:pPr>
            <a:r>
              <a:rPr lang="en-US" dirty="0"/>
              <a:t>Line perpendicular to the VP and in the HP</a:t>
            </a:r>
          </a:p>
          <a:p>
            <a:pPr marL="971550" lvl="1" indent="-514350">
              <a:buFont typeface="+mj-lt"/>
              <a:buAutoNum type="arabicPeriod" startAt="2"/>
            </a:pPr>
            <a:r>
              <a:rPr lang="en-US" dirty="0"/>
              <a:t>Line inclined to one RP and parallel to the other</a:t>
            </a:r>
          </a:p>
          <a:p>
            <a:pPr marL="1371600" lvl="2" indent="-514350">
              <a:buFont typeface="+mj-lt"/>
              <a:buAutoNum type="romanLcPeriod"/>
            </a:pPr>
            <a:r>
              <a:rPr lang="en-US" dirty="0"/>
              <a:t>Line inclined to the HP, parallel to the VP and away from the VP</a:t>
            </a:r>
          </a:p>
          <a:p>
            <a:pPr marL="1371600" lvl="2" indent="-514350">
              <a:buFont typeface="+mj-lt"/>
              <a:buAutoNum type="romanLcPeriod"/>
            </a:pPr>
            <a:r>
              <a:rPr lang="en-US" dirty="0"/>
              <a:t>Line inclined to the HP and in the VP</a:t>
            </a:r>
          </a:p>
          <a:p>
            <a:pPr marL="1371600" lvl="2" indent="-514350">
              <a:buFont typeface="+mj-lt"/>
              <a:buAutoNum type="romanLcPeriod"/>
            </a:pPr>
            <a:r>
              <a:rPr lang="en-US" dirty="0"/>
              <a:t>Line inclined to the VP, parallel to the HP and away from the HP</a:t>
            </a:r>
          </a:p>
          <a:p>
            <a:pPr marL="1371600" lvl="2" indent="-514350">
              <a:buFont typeface="+mj-lt"/>
              <a:buAutoNum type="romanLcPeriod"/>
            </a:pPr>
            <a:r>
              <a:rPr lang="en-US" dirty="0"/>
              <a:t>Line inclined to the VP and in the HP</a:t>
            </a:r>
          </a:p>
          <a:p>
            <a:pPr marL="971550" lvl="1" indent="-514350">
              <a:buFont typeface="+mj-lt"/>
              <a:buAutoNum type="arabicPeriod" startAt="2"/>
            </a:pPr>
            <a:r>
              <a:rPr lang="en-US" dirty="0"/>
              <a:t>Line inclined to both the RPs (Oblique line)</a:t>
            </a:r>
          </a:p>
          <a:p>
            <a:pPr marL="1371600" lvl="2" indent="-514350">
              <a:buFont typeface="+mj-lt"/>
              <a:buAutoNum type="romanLcPeriod"/>
            </a:pPr>
            <a:r>
              <a:rPr lang="en-US" dirty="0"/>
              <a:t> </a:t>
            </a:r>
            <a:r>
              <a:rPr lang="en-US" i="1" dirty="0"/>
              <a:t>h</a:t>
            </a:r>
            <a:r>
              <a:rPr lang="en-US" i="1" baseline="-25000" dirty="0"/>
              <a:t>a</a:t>
            </a:r>
            <a:r>
              <a:rPr lang="en-US" dirty="0"/>
              <a:t> less than </a:t>
            </a:r>
            <a:r>
              <a:rPr lang="en-US" i="1" dirty="0" err="1"/>
              <a:t>h</a:t>
            </a:r>
            <a:r>
              <a:rPr lang="en-US" i="1" baseline="-25000" dirty="0" err="1"/>
              <a:t>b</a:t>
            </a:r>
            <a:r>
              <a:rPr lang="en-US" dirty="0"/>
              <a:t> and </a:t>
            </a:r>
            <a:r>
              <a:rPr lang="en-US" i="1" dirty="0" err="1"/>
              <a:t>d</a:t>
            </a:r>
            <a:r>
              <a:rPr lang="en-US" i="1" baseline="-25000" dirty="0" err="1"/>
              <a:t>a</a:t>
            </a:r>
            <a:r>
              <a:rPr lang="en-US" dirty="0"/>
              <a:t> less than </a:t>
            </a:r>
            <a:r>
              <a:rPr lang="en-US" i="1" dirty="0"/>
              <a:t>d</a:t>
            </a:r>
            <a:r>
              <a:rPr lang="en-US" i="1" baseline="-25000" dirty="0"/>
              <a:t>b</a:t>
            </a:r>
          </a:p>
          <a:p>
            <a:pPr marL="1371600" lvl="2" indent="-514350">
              <a:buFont typeface="+mj-lt"/>
              <a:buAutoNum type="romanLcPeriod"/>
            </a:pPr>
            <a:r>
              <a:rPr lang="en-US" dirty="0"/>
              <a:t> </a:t>
            </a:r>
            <a:r>
              <a:rPr lang="en-US" i="1" dirty="0"/>
              <a:t>h</a:t>
            </a:r>
            <a:r>
              <a:rPr lang="en-US" i="1" baseline="-25000" dirty="0"/>
              <a:t>a</a:t>
            </a:r>
            <a:r>
              <a:rPr lang="en-US" dirty="0"/>
              <a:t> less than </a:t>
            </a:r>
            <a:r>
              <a:rPr lang="en-US" i="1" dirty="0" err="1"/>
              <a:t>h</a:t>
            </a:r>
            <a:r>
              <a:rPr lang="en-US" i="1" baseline="-25000" dirty="0" err="1"/>
              <a:t>b</a:t>
            </a:r>
            <a:r>
              <a:rPr lang="en-US" dirty="0"/>
              <a:t> and </a:t>
            </a:r>
            <a:r>
              <a:rPr lang="en-US" i="1" dirty="0" err="1"/>
              <a:t>d</a:t>
            </a:r>
            <a:r>
              <a:rPr lang="en-US" i="1" baseline="-25000" dirty="0" err="1"/>
              <a:t>a</a:t>
            </a:r>
            <a:r>
              <a:rPr lang="en-US" dirty="0"/>
              <a:t> greater than </a:t>
            </a:r>
            <a:r>
              <a:rPr lang="en-US" i="1" dirty="0"/>
              <a:t>d</a:t>
            </a:r>
            <a:r>
              <a:rPr lang="en-US" i="1" baseline="-25000" dirty="0"/>
              <a:t>b</a:t>
            </a:r>
          </a:p>
          <a:p>
            <a:pPr marL="1371600" lvl="2" indent="-514350">
              <a:buFont typeface="+mj-lt"/>
              <a:buAutoNum type="romanLcPeriod"/>
            </a:pPr>
            <a:r>
              <a:rPr lang="en-US" dirty="0"/>
              <a:t> </a:t>
            </a:r>
            <a:r>
              <a:rPr lang="en-US" i="1" dirty="0"/>
              <a:t>h</a:t>
            </a:r>
            <a:r>
              <a:rPr lang="en-US" i="1" baseline="-25000" dirty="0"/>
              <a:t>a</a:t>
            </a:r>
            <a:r>
              <a:rPr lang="en-US" dirty="0"/>
              <a:t> greater than </a:t>
            </a:r>
            <a:r>
              <a:rPr lang="en-US" i="1" dirty="0" err="1"/>
              <a:t>h</a:t>
            </a:r>
            <a:r>
              <a:rPr lang="en-US" i="1" baseline="-25000" dirty="0" err="1"/>
              <a:t>b</a:t>
            </a:r>
            <a:r>
              <a:rPr lang="en-US" dirty="0"/>
              <a:t> and </a:t>
            </a:r>
            <a:r>
              <a:rPr lang="en-US" i="1" dirty="0" err="1"/>
              <a:t>d</a:t>
            </a:r>
            <a:r>
              <a:rPr lang="en-US" i="1" baseline="-25000" dirty="0" err="1"/>
              <a:t>a</a:t>
            </a:r>
            <a:r>
              <a:rPr lang="en-US" dirty="0"/>
              <a:t> less than </a:t>
            </a:r>
            <a:r>
              <a:rPr lang="en-US" i="1" dirty="0"/>
              <a:t>d</a:t>
            </a:r>
            <a:r>
              <a:rPr lang="en-US" i="1" baseline="-25000" dirty="0"/>
              <a:t>b</a:t>
            </a:r>
            <a:endParaRPr lang="en-US" baseline="-25000" dirty="0"/>
          </a:p>
          <a:p>
            <a:pPr marL="1371600" lvl="2" indent="-514350">
              <a:buFont typeface="+mj-lt"/>
              <a:buAutoNum type="romanLcPeriod"/>
            </a:pPr>
            <a:r>
              <a:rPr lang="en-US" dirty="0"/>
              <a:t> </a:t>
            </a:r>
            <a:r>
              <a:rPr lang="en-US" i="1" dirty="0"/>
              <a:t>h</a:t>
            </a:r>
            <a:r>
              <a:rPr lang="en-US" i="1" baseline="-25000" dirty="0"/>
              <a:t>a</a:t>
            </a:r>
            <a:r>
              <a:rPr lang="en-US" dirty="0"/>
              <a:t> greater than </a:t>
            </a:r>
            <a:r>
              <a:rPr lang="en-US" i="1" dirty="0" err="1"/>
              <a:t>h</a:t>
            </a:r>
            <a:r>
              <a:rPr lang="en-US" i="1" baseline="-25000" dirty="0" err="1"/>
              <a:t>b</a:t>
            </a:r>
            <a:r>
              <a:rPr lang="en-US" dirty="0"/>
              <a:t> and </a:t>
            </a:r>
            <a:r>
              <a:rPr lang="en-US" i="1" dirty="0" err="1"/>
              <a:t>d</a:t>
            </a:r>
            <a:r>
              <a:rPr lang="en-US" i="1" baseline="-25000" dirty="0" err="1"/>
              <a:t>a</a:t>
            </a:r>
            <a:r>
              <a:rPr lang="en-US" dirty="0"/>
              <a:t> greater than </a:t>
            </a:r>
            <a:r>
              <a:rPr lang="en-US" i="1" dirty="0"/>
              <a:t>d</a:t>
            </a:r>
            <a:r>
              <a:rPr lang="en-US" i="1" baseline="-25000" dirty="0"/>
              <a:t>b</a:t>
            </a:r>
            <a:r>
              <a:rPr lang="en-US" i="1" dirty="0"/>
              <a:t> </a:t>
            </a:r>
            <a:r>
              <a:rPr lang="en-US" dirty="0"/>
              <a:t> </a:t>
            </a:r>
          </a:p>
          <a:p>
            <a:pPr marL="971550" lvl="1" indent="-514350">
              <a:buFont typeface="+mj-lt"/>
              <a:buAutoNum type="arabicPeriod" startAt="2"/>
            </a:pPr>
            <a:r>
              <a:rPr lang="en-US" dirty="0"/>
              <a:t>Line parallel to (or contained by) the PP</a:t>
            </a:r>
          </a:p>
          <a:p>
            <a:pPr marL="1371600" lvl="2" indent="-514350">
              <a:buFont typeface="+mj-lt"/>
              <a:buAutoNum type="romanLcPeriod"/>
            </a:pPr>
            <a:r>
              <a:rPr lang="en-US" dirty="0"/>
              <a:t>Line parallel to the PP and the HP</a:t>
            </a:r>
          </a:p>
          <a:p>
            <a:pPr marL="1371600" lvl="2" indent="-514350">
              <a:buFont typeface="+mj-lt"/>
              <a:buAutoNum type="romanLcPeriod"/>
            </a:pPr>
            <a:r>
              <a:rPr lang="en-US" dirty="0"/>
              <a:t>Line parallel to the PP and the VP</a:t>
            </a:r>
          </a:p>
          <a:p>
            <a:pPr marL="1371600" lvl="2" indent="-514350">
              <a:buFont typeface="+mj-lt"/>
              <a:buAutoNum type="romanLcPeriod"/>
            </a:pPr>
            <a:r>
              <a:rPr lang="en-US" dirty="0"/>
              <a:t>Line parallel to the PP and inclined to the HP and the VP</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Terms used in Projections of Lines</a:t>
            </a:r>
          </a:p>
        </p:txBody>
      </p:sp>
      <p:sp>
        <p:nvSpPr>
          <p:cNvPr id="3" name="Content Placeholder 2"/>
          <p:cNvSpPr>
            <a:spLocks noGrp="1"/>
          </p:cNvSpPr>
          <p:nvPr>
            <p:ph idx="1"/>
          </p:nvPr>
        </p:nvSpPr>
        <p:spPr>
          <a:xfrm>
            <a:off x="457200" y="762000"/>
            <a:ext cx="8229600" cy="5943600"/>
          </a:xfrm>
        </p:spPr>
        <p:txBody>
          <a:bodyPr>
            <a:normAutofit fontScale="70000" lnSpcReduction="20000"/>
          </a:bodyPr>
          <a:lstStyle/>
          <a:p>
            <a:pPr>
              <a:lnSpc>
                <a:spcPct val="150000"/>
              </a:lnSpc>
              <a:tabLst>
                <a:tab pos="461963" algn="l"/>
              </a:tabLst>
            </a:pPr>
            <a:r>
              <a:rPr lang="en-US" b="1" dirty="0"/>
              <a:t>True Length (TL):</a:t>
            </a:r>
            <a:r>
              <a:rPr lang="en-US" dirty="0"/>
              <a:t> The actual length of a line is called its </a:t>
            </a:r>
            <a:r>
              <a:rPr lang="en-US" i="1" dirty="0"/>
              <a:t>true length</a:t>
            </a:r>
            <a:r>
              <a:rPr lang="en-US" dirty="0"/>
              <a:t>.</a:t>
            </a:r>
          </a:p>
          <a:p>
            <a:pPr algn="just">
              <a:lnSpc>
                <a:spcPct val="150000"/>
              </a:lnSpc>
              <a:tabLst>
                <a:tab pos="461963" algn="l"/>
              </a:tabLst>
            </a:pPr>
            <a:r>
              <a:rPr lang="en-US" b="1" dirty="0"/>
              <a:t>Plan Length (PL) or Top View Length: </a:t>
            </a:r>
            <a:r>
              <a:rPr lang="en-US" dirty="0"/>
              <a:t>The apparent length of a line seen in TV is called the </a:t>
            </a:r>
            <a:r>
              <a:rPr lang="en-US" i="1" dirty="0"/>
              <a:t>plan length </a:t>
            </a:r>
            <a:r>
              <a:rPr lang="en-US" dirty="0"/>
              <a:t>or </a:t>
            </a:r>
            <a:r>
              <a:rPr lang="en-US" i="1" dirty="0"/>
              <a:t>top view length</a:t>
            </a:r>
            <a:r>
              <a:rPr lang="en-US" dirty="0"/>
              <a:t>.</a:t>
            </a:r>
          </a:p>
          <a:p>
            <a:pPr algn="just">
              <a:lnSpc>
                <a:spcPct val="150000"/>
              </a:lnSpc>
              <a:tabLst>
                <a:tab pos="461963" algn="l"/>
              </a:tabLst>
            </a:pPr>
            <a:r>
              <a:rPr lang="en-US" b="1" dirty="0"/>
              <a:t>Elevation Length (EL) or Front View Length:</a:t>
            </a:r>
            <a:r>
              <a:rPr lang="en-US" dirty="0"/>
              <a:t> The apparent length of a line seen in FV is called the </a:t>
            </a:r>
            <a:r>
              <a:rPr lang="en-US" i="1" dirty="0"/>
              <a:t>elevation length </a:t>
            </a:r>
            <a:r>
              <a:rPr lang="en-US" dirty="0"/>
              <a:t>or </a:t>
            </a:r>
            <a:r>
              <a:rPr lang="en-US" i="1" dirty="0"/>
              <a:t>front view length</a:t>
            </a:r>
            <a:r>
              <a:rPr lang="en-US" dirty="0"/>
              <a:t>.</a:t>
            </a:r>
          </a:p>
          <a:p>
            <a:pPr>
              <a:lnSpc>
                <a:spcPct val="150000"/>
              </a:lnSpc>
              <a:tabLst>
                <a:tab pos="461963" algn="l"/>
              </a:tabLst>
            </a:pPr>
            <a:r>
              <a:rPr lang="en-US" b="1" dirty="0"/>
              <a:t>Side View Length (SVL):</a:t>
            </a:r>
            <a:r>
              <a:rPr lang="en-US" dirty="0"/>
              <a:t> The apparent length of a line seen in SV is called its </a:t>
            </a:r>
            <a:r>
              <a:rPr lang="en-US" i="1" dirty="0"/>
              <a:t>side view length</a:t>
            </a:r>
            <a:r>
              <a:rPr lang="en-US" dirty="0"/>
              <a:t>.</a:t>
            </a:r>
          </a:p>
          <a:p>
            <a:pPr algn="just">
              <a:lnSpc>
                <a:spcPct val="150000"/>
              </a:lnSpc>
            </a:pPr>
            <a:r>
              <a:rPr lang="en-US" b="1" dirty="0"/>
              <a:t>Inclination with the HP (</a:t>
            </a:r>
            <a:r>
              <a:rPr lang="en-US" b="1" dirty="0">
                <a:cs typeface="Times New Roman" pitchFamily="18" charset="0"/>
              </a:rPr>
              <a:t>θ</a:t>
            </a:r>
            <a:r>
              <a:rPr lang="en-US" b="1" dirty="0"/>
              <a:t>):</a:t>
            </a:r>
            <a:r>
              <a:rPr lang="en-US" dirty="0"/>
              <a:t> It is the true angle that a line makes with its projection on the HP. It is indicated by </a:t>
            </a:r>
            <a:r>
              <a:rPr lang="en-US" dirty="0">
                <a:cs typeface="Times New Roman" pitchFamily="18" charset="0"/>
              </a:rPr>
              <a:t>θ</a:t>
            </a:r>
            <a:r>
              <a:rPr lang="en-US" dirty="0"/>
              <a:t>.</a:t>
            </a:r>
          </a:p>
          <a:p>
            <a:pPr algn="just">
              <a:lnSpc>
                <a:spcPct val="150000"/>
              </a:lnSpc>
            </a:pPr>
            <a:r>
              <a:rPr lang="en-US" b="1" dirty="0"/>
              <a:t>Inclination with the VP (</a:t>
            </a:r>
            <a:r>
              <a:rPr lang="en-US" b="1" dirty="0">
                <a:cs typeface="Times New Roman" pitchFamily="18" charset="0"/>
              </a:rPr>
              <a:t>Φ</a:t>
            </a:r>
            <a:r>
              <a:rPr lang="en-US" b="1" dirty="0"/>
              <a:t>):</a:t>
            </a:r>
            <a:r>
              <a:rPr lang="en-US" dirty="0"/>
              <a:t> It is the true angle that a line makes with its projection on the VP. It is indicated by </a:t>
            </a:r>
            <a:r>
              <a:rPr lang="en-US" dirty="0">
                <a:cs typeface="Times New Roman" pitchFamily="18" charset="0"/>
              </a:rPr>
              <a:t>Φ</a:t>
            </a:r>
            <a:r>
              <a:rPr lang="en-US" dirty="0"/>
              <a: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Terms used in Projections of Lines</a:t>
            </a:r>
          </a:p>
        </p:txBody>
      </p:sp>
      <p:sp>
        <p:nvSpPr>
          <p:cNvPr id="3" name="Content Placeholder 2"/>
          <p:cNvSpPr>
            <a:spLocks noGrp="1"/>
          </p:cNvSpPr>
          <p:nvPr>
            <p:ph idx="1"/>
          </p:nvPr>
        </p:nvSpPr>
        <p:spPr/>
        <p:txBody>
          <a:bodyPr>
            <a:normAutofit fontScale="70000" lnSpcReduction="20000"/>
          </a:bodyPr>
          <a:lstStyle/>
          <a:p>
            <a:pPr algn="just">
              <a:lnSpc>
                <a:spcPct val="150000"/>
              </a:lnSpc>
            </a:pPr>
            <a:r>
              <a:rPr lang="en-US" b="1" dirty="0"/>
              <a:t>Apparent Angle with the HP (α):</a:t>
            </a:r>
            <a:r>
              <a:rPr lang="en-US" dirty="0"/>
              <a:t> It is the angle which an oblique line seems to be making with the HP in FV. It is the angle between FV and </a:t>
            </a:r>
            <a:r>
              <a:rPr lang="en-US" i="1" dirty="0"/>
              <a:t>XY</a:t>
            </a:r>
            <a:r>
              <a:rPr lang="en-US" dirty="0"/>
              <a:t>. It is indicated by α.</a:t>
            </a:r>
          </a:p>
          <a:p>
            <a:pPr algn="just">
              <a:lnSpc>
                <a:spcPct val="150000"/>
              </a:lnSpc>
            </a:pPr>
            <a:r>
              <a:rPr lang="en-US" b="1" dirty="0"/>
              <a:t>Apparent Angle with the VP (β):</a:t>
            </a:r>
            <a:r>
              <a:rPr lang="en-US" dirty="0"/>
              <a:t> It is the angle which an oblique line seems to be making with the VP in TV. It is the angle between TV and </a:t>
            </a:r>
            <a:r>
              <a:rPr lang="en-US" i="1" dirty="0"/>
              <a:t>XY</a:t>
            </a:r>
            <a:r>
              <a:rPr lang="en-US" dirty="0"/>
              <a:t>. It is indicated by β.</a:t>
            </a:r>
          </a:p>
          <a:p>
            <a:pPr algn="just">
              <a:lnSpc>
                <a:spcPct val="150000"/>
              </a:lnSpc>
            </a:pPr>
            <a:r>
              <a:rPr lang="en-US" b="1" dirty="0"/>
              <a:t>Horizontal Trace (HT):</a:t>
            </a:r>
            <a:r>
              <a:rPr lang="en-US" dirty="0"/>
              <a:t> The point of intersection of the line (or its extension) with the HP is called the </a:t>
            </a:r>
            <a:r>
              <a:rPr lang="en-US" i="1" dirty="0"/>
              <a:t>horizontal trace </a:t>
            </a:r>
            <a:r>
              <a:rPr lang="en-US" dirty="0"/>
              <a:t>of the line.</a:t>
            </a:r>
          </a:p>
          <a:p>
            <a:pPr algn="just">
              <a:lnSpc>
                <a:spcPct val="150000"/>
              </a:lnSpc>
            </a:pPr>
            <a:r>
              <a:rPr lang="en-US" b="1" dirty="0"/>
              <a:t>Vertical Trace (VT):</a:t>
            </a:r>
            <a:r>
              <a:rPr lang="en-US" dirty="0"/>
              <a:t> The point of intersection of the line (or its extension) with the VP is called the </a:t>
            </a:r>
            <a:r>
              <a:rPr lang="en-US" i="1" dirty="0"/>
              <a:t>vertical trace </a:t>
            </a:r>
            <a:r>
              <a:rPr lang="en-US" dirty="0"/>
              <a:t>of the line.</a:t>
            </a:r>
          </a:p>
          <a:p>
            <a:pPr algn="just">
              <a:lnSpc>
                <a:spcPct val="150000"/>
              </a:lnSpc>
            </a:pPr>
            <a:r>
              <a:rPr lang="en-US" b="1" dirty="0"/>
              <a:t>Point View of the Line:</a:t>
            </a:r>
            <a:r>
              <a:rPr lang="en-US" dirty="0"/>
              <a:t> The view of a line seen as a point (i.e., when the views of two ends coincide) is called the </a:t>
            </a:r>
            <a:r>
              <a:rPr lang="en-US" i="1" dirty="0"/>
              <a:t>point view</a:t>
            </a:r>
            <a:r>
              <a:rPr lang="en-US" dirty="0"/>
              <a: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3657600" y="1219200"/>
            <a:ext cx="1676400" cy="2286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5" name="Rectangle 4"/>
          <p:cNvSpPr/>
          <p:nvPr/>
        </p:nvSpPr>
        <p:spPr>
          <a:xfrm>
            <a:off x="1295400" y="1219200"/>
            <a:ext cx="1295400" cy="2286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4" name="Rectangle 3"/>
          <p:cNvSpPr/>
          <p:nvPr/>
        </p:nvSpPr>
        <p:spPr>
          <a:xfrm>
            <a:off x="5486400" y="978408"/>
            <a:ext cx="3124200" cy="22860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76802" name="Rectangle 2"/>
          <p:cNvSpPr>
            <a:spLocks noChangeArrowheads="1"/>
          </p:cNvSpPr>
          <p:nvPr/>
        </p:nvSpPr>
        <p:spPr bwMode="auto">
          <a:xfrm>
            <a:off x="0" y="0"/>
            <a:ext cx="9144000" cy="2923877"/>
          </a:xfrm>
          <a:prstGeom prst="rect">
            <a:avLst/>
          </a:prstGeom>
          <a:noFill/>
          <a:ln w="9525">
            <a:noFill/>
            <a:miter lim="800000"/>
            <a:headEnd/>
            <a:tailEnd/>
          </a:ln>
          <a:effectLst/>
        </p:spPr>
        <p:txBody>
          <a:bodyPr wrap="square">
            <a:spAutoFit/>
          </a:bodyPr>
          <a:lstStyle/>
          <a:p>
            <a:pPr algn="ctr"/>
            <a:r>
              <a:rPr lang="en-US" sz="4000" b="1" dirty="0">
                <a:latin typeface="Garamond" pitchFamily="18" charset="0"/>
              </a:rPr>
              <a:t>Line Parallel To Both The RPs</a:t>
            </a:r>
            <a:r>
              <a:rPr lang="en-US" u="sng" dirty="0">
                <a:latin typeface="Garamond" pitchFamily="18" charset="0"/>
              </a:rPr>
              <a:t> </a:t>
            </a:r>
          </a:p>
          <a:p>
            <a:pPr algn="just"/>
            <a:endParaRPr lang="en-US" dirty="0">
              <a:latin typeface="Garamond" pitchFamily="18" charset="0"/>
            </a:endParaRPr>
          </a:p>
          <a:p>
            <a:pPr algn="just"/>
            <a:r>
              <a:rPr lang="en-US" dirty="0">
                <a:latin typeface="Garamond" pitchFamily="18" charset="0"/>
              </a:rPr>
              <a:t>Draw the projections of a line AB that is 50 mm long and is parallel to both the HP and the VP. The line is 40 mm above the HP and 25 mm in front of the VP.</a:t>
            </a:r>
          </a:p>
          <a:p>
            <a:pPr algn="just"/>
            <a:endParaRPr lang="en-US" dirty="0">
              <a:latin typeface="Garamond" pitchFamily="18" charset="0"/>
            </a:endParaRPr>
          </a:p>
          <a:p>
            <a:pPr marL="401638" indent="-230188" algn="just">
              <a:buFont typeface="Arial" pitchFamily="34" charset="0"/>
              <a:buChar char="•"/>
            </a:pPr>
            <a:r>
              <a:rPr lang="en-US" dirty="0">
                <a:latin typeface="Garamond" pitchFamily="18" charset="0"/>
              </a:rPr>
              <a:t>FV and TV, will be parallel to XY and both will show the TL (= 50 mm). </a:t>
            </a:r>
          </a:p>
          <a:p>
            <a:pPr marL="401638" indent="-230188" algn="just">
              <a:buFont typeface="Arial" pitchFamily="34" charset="0"/>
              <a:buChar char="•"/>
            </a:pPr>
            <a:r>
              <a:rPr lang="en-US" dirty="0">
                <a:latin typeface="Garamond" pitchFamily="18" charset="0"/>
              </a:rPr>
              <a:t>If a line is parallel to both the HP and the VP, it must be perpendicular to the PP. Therefore, point A and point B will coincide in SV of the line. Hence, the LHSV is a point view.</a:t>
            </a:r>
          </a:p>
          <a:p>
            <a:pPr marL="401638" indent="-230188" algn="just">
              <a:buFont typeface="Arial" pitchFamily="34" charset="0"/>
              <a:buChar char="•"/>
            </a:pPr>
            <a:r>
              <a:rPr lang="en-US" dirty="0">
                <a:latin typeface="Garamond" pitchFamily="18" charset="0"/>
              </a:rPr>
              <a:t>Quadrant 1</a:t>
            </a:r>
          </a:p>
        </p:txBody>
      </p:sp>
      <p:pic>
        <p:nvPicPr>
          <p:cNvPr id="76803" name="Picture 3"/>
          <p:cNvPicPr>
            <a:picLocks noChangeAspect="1" noChangeArrowheads="1"/>
          </p:cNvPicPr>
          <p:nvPr/>
        </p:nvPicPr>
        <p:blipFill>
          <a:blip r:embed="rId2" cstate="print"/>
          <a:srcRect b="8075"/>
          <a:stretch>
            <a:fillRect/>
          </a:stretch>
        </p:blipFill>
        <p:spPr bwMode="auto">
          <a:xfrm>
            <a:off x="0" y="2877671"/>
            <a:ext cx="9144000" cy="3980329"/>
          </a:xfrm>
          <a:prstGeom prst="rect">
            <a:avLst/>
          </a:prstGeom>
          <a:noFill/>
          <a:ln w="9525">
            <a:noFill/>
            <a:miter lim="800000"/>
            <a:headEnd/>
            <a:tailEnd/>
          </a:ln>
          <a:effectLst/>
        </p:spPr>
      </p:pic>
      <p:sp>
        <p:nvSpPr>
          <p:cNvPr id="7" name="Rectangle 6"/>
          <p:cNvSpPr/>
          <p:nvPr/>
        </p:nvSpPr>
        <p:spPr>
          <a:xfrm>
            <a:off x="4495800" y="2895600"/>
            <a:ext cx="4572000" cy="36576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3"/>
          <p:cNvGrpSpPr/>
          <p:nvPr/>
        </p:nvGrpSpPr>
        <p:grpSpPr>
          <a:xfrm>
            <a:off x="7391400" y="2971800"/>
            <a:ext cx="1600200" cy="3529584"/>
            <a:chOff x="7391400" y="2971800"/>
            <a:chExt cx="1600200" cy="3529584"/>
          </a:xfrm>
        </p:grpSpPr>
        <p:sp>
          <p:nvSpPr>
            <p:cNvPr id="9" name="Rectangle 8"/>
            <p:cNvSpPr/>
            <p:nvPr/>
          </p:nvSpPr>
          <p:spPr>
            <a:xfrm>
              <a:off x="7391400" y="2971800"/>
              <a:ext cx="1371600" cy="1946051"/>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 name="Rectangle 9"/>
            <p:cNvSpPr/>
            <p:nvPr/>
          </p:nvSpPr>
          <p:spPr>
            <a:xfrm>
              <a:off x="7391400" y="4977384"/>
              <a:ext cx="1143000" cy="152400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 name="Rectangle 11"/>
            <p:cNvSpPr/>
            <p:nvPr/>
          </p:nvSpPr>
          <p:spPr>
            <a:xfrm>
              <a:off x="8763000" y="3276600"/>
              <a:ext cx="228600" cy="45720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sp>
        <p:nvSpPr>
          <p:cNvPr id="13" name="Rectangle 12"/>
          <p:cNvSpPr/>
          <p:nvPr/>
        </p:nvSpPr>
        <p:spPr>
          <a:xfrm>
            <a:off x="4953000" y="4977384"/>
            <a:ext cx="2438400" cy="1143000"/>
          </a:xfrm>
          <a:prstGeom prst="rect">
            <a:avLst/>
          </a:prstGeom>
          <a:solidFill>
            <a:schemeClr val="bg1"/>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par>
                                <p:cTn id="8" presetID="3" presetClass="entr" presetSubtype="10" fill="hold" nodeType="withEffect">
                                  <p:stCondLst>
                                    <p:cond delay="0"/>
                                  </p:stCondLst>
                                  <p:childTnLst>
                                    <p:set>
                                      <p:cBhvr>
                                        <p:cTn id="9" dur="1" fill="hold">
                                          <p:stCondLst>
                                            <p:cond delay="0"/>
                                          </p:stCondLst>
                                        </p:cTn>
                                        <p:tgtEl>
                                          <p:spTgt spid="76802">
                                            <p:txEl>
                                              <p:pRg st="4" end="4"/>
                                            </p:txEl>
                                          </p:spTgt>
                                        </p:tgtEl>
                                        <p:attrNameLst>
                                          <p:attrName>style.visibility</p:attrName>
                                        </p:attrNameLst>
                                      </p:cBhvr>
                                      <p:to>
                                        <p:strVal val="visible"/>
                                      </p:to>
                                    </p:set>
                                    <p:animEffect transition="in" filter="blinds(horizontal)">
                                      <p:cBhvr>
                                        <p:cTn id="10" dur="500"/>
                                        <p:tgtEl>
                                          <p:spTgt spid="76802">
                                            <p:txEl>
                                              <p:pRg st="4" end="4"/>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76802">
                                            <p:txEl>
                                              <p:pRg st="5" end="5"/>
                                            </p:txEl>
                                          </p:spTgt>
                                        </p:tgtEl>
                                        <p:attrNameLst>
                                          <p:attrName>style.visibility</p:attrName>
                                        </p:attrNameLst>
                                      </p:cBhvr>
                                      <p:to>
                                        <p:strVal val="visible"/>
                                      </p:to>
                                    </p:set>
                                    <p:animEffect transition="in" filter="blinds(horizontal)">
                                      <p:cBhvr>
                                        <p:cTn id="15" dur="500"/>
                                        <p:tgtEl>
                                          <p:spTgt spid="76802">
                                            <p:txEl>
                                              <p:pRg st="5" end="5"/>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blinds(horizontal)">
                                      <p:cBhvr>
                                        <p:cTn id="20" dur="500"/>
                                        <p:tgtEl>
                                          <p:spTgt spid="5"/>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blinds(horizontal)">
                                      <p:cBhvr>
                                        <p:cTn id="23" dur="500"/>
                                        <p:tgtEl>
                                          <p:spTgt spid="6"/>
                                        </p:tgtEl>
                                      </p:cBhvr>
                                    </p:animEffect>
                                  </p:childTnLst>
                                </p:cTn>
                              </p:par>
                            </p:childTnLst>
                          </p:cTn>
                        </p:par>
                        <p:par>
                          <p:cTn id="24" fill="hold">
                            <p:stCondLst>
                              <p:cond delay="500"/>
                            </p:stCondLst>
                            <p:childTnLst>
                              <p:par>
                                <p:cTn id="25" presetID="3" presetClass="entr" presetSubtype="10" fill="hold" nodeType="afterEffect">
                                  <p:stCondLst>
                                    <p:cond delay="0"/>
                                  </p:stCondLst>
                                  <p:childTnLst>
                                    <p:set>
                                      <p:cBhvr>
                                        <p:cTn id="26" dur="1" fill="hold">
                                          <p:stCondLst>
                                            <p:cond delay="0"/>
                                          </p:stCondLst>
                                        </p:cTn>
                                        <p:tgtEl>
                                          <p:spTgt spid="76802">
                                            <p:txEl>
                                              <p:pRg st="6" end="6"/>
                                            </p:txEl>
                                          </p:spTgt>
                                        </p:tgtEl>
                                        <p:attrNameLst>
                                          <p:attrName>style.visibility</p:attrName>
                                        </p:attrNameLst>
                                      </p:cBhvr>
                                      <p:to>
                                        <p:strVal val="visible"/>
                                      </p:to>
                                    </p:set>
                                    <p:animEffect transition="in" filter="blinds(horizontal)">
                                      <p:cBhvr>
                                        <p:cTn id="27" dur="500"/>
                                        <p:tgtEl>
                                          <p:spTgt spid="76802">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76803"/>
                                        </p:tgtEl>
                                        <p:attrNameLst>
                                          <p:attrName>style.visibility</p:attrName>
                                        </p:attrNameLst>
                                      </p:cBhvr>
                                      <p:to>
                                        <p:strVal val="visible"/>
                                      </p:to>
                                    </p:set>
                                    <p:animEffect transition="in" filter="checkerboard(across)">
                                      <p:cBhvr>
                                        <p:cTn id="32" dur="500"/>
                                        <p:tgtEl>
                                          <p:spTgt spid="76803"/>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xit" presetSubtype="2" fill="hold" grpId="0" nodeType="clickEffect">
                                  <p:stCondLst>
                                    <p:cond delay="0"/>
                                  </p:stCondLst>
                                  <p:childTnLst>
                                    <p:anim calcmode="lin" valueType="num">
                                      <p:cBhvr additive="base">
                                        <p:cTn id="36" dur="500"/>
                                        <p:tgtEl>
                                          <p:spTgt spid="7"/>
                                        </p:tgtEl>
                                        <p:attrNameLst>
                                          <p:attrName>ppt_x</p:attrName>
                                        </p:attrNameLst>
                                      </p:cBhvr>
                                      <p:tavLst>
                                        <p:tav tm="0">
                                          <p:val>
                                            <p:strVal val="ppt_x"/>
                                          </p:val>
                                        </p:tav>
                                        <p:tav tm="100000">
                                          <p:val>
                                            <p:strVal val="1+ppt_w/2"/>
                                          </p:val>
                                        </p:tav>
                                      </p:tavLst>
                                    </p:anim>
                                    <p:anim calcmode="lin" valueType="num">
                                      <p:cBhvr additive="base">
                                        <p:cTn id="37" dur="500"/>
                                        <p:tgtEl>
                                          <p:spTgt spid="7"/>
                                        </p:tgtEl>
                                        <p:attrNameLst>
                                          <p:attrName>ppt_y</p:attrName>
                                        </p:attrNameLst>
                                      </p:cBhvr>
                                      <p:tavLst>
                                        <p:tav tm="0">
                                          <p:val>
                                            <p:strVal val="ppt_y"/>
                                          </p:val>
                                        </p:tav>
                                        <p:tav tm="100000">
                                          <p:val>
                                            <p:strVal val="ppt_y"/>
                                          </p:val>
                                        </p:tav>
                                      </p:tavLst>
                                    </p:anim>
                                    <p:set>
                                      <p:cBhvr>
                                        <p:cTn id="38" dur="1" fill="hold">
                                          <p:stCondLst>
                                            <p:cond delay="499"/>
                                          </p:stCondLst>
                                        </p:cTn>
                                        <p:tgtEl>
                                          <p:spTgt spid="7"/>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3" presetClass="exit" presetSubtype="10" fill="hold" grpId="0" nodeType="clickEffect">
                                  <p:stCondLst>
                                    <p:cond delay="0"/>
                                  </p:stCondLst>
                                  <p:childTnLst>
                                    <p:animEffect transition="out" filter="blinds(horizontal)">
                                      <p:cBhvr>
                                        <p:cTn id="42" dur="500"/>
                                        <p:tgtEl>
                                          <p:spTgt spid="13"/>
                                        </p:tgtEl>
                                      </p:cBhvr>
                                    </p:animEffect>
                                    <p:set>
                                      <p:cBhvr>
                                        <p:cTn id="43" dur="1" fill="hold">
                                          <p:stCondLst>
                                            <p:cond delay="499"/>
                                          </p:stCondLst>
                                        </p:cTn>
                                        <p:tgtEl>
                                          <p:spTgt spid="13"/>
                                        </p:tgtEl>
                                        <p:attrNameLst>
                                          <p:attrName>style.visibility</p:attrName>
                                        </p:attrNameLst>
                                      </p:cBhvr>
                                      <p:to>
                                        <p:strVal val="hidden"/>
                                      </p:to>
                                    </p:set>
                                  </p:childTnLst>
                                </p:cTn>
                              </p:par>
                            </p:childTnLst>
                          </p:cTn>
                        </p:par>
                      </p:childTnLst>
                    </p:cTn>
                  </p:par>
                  <p:par>
                    <p:cTn id="44" fill="hold">
                      <p:stCondLst>
                        <p:cond delay="indefinite"/>
                      </p:stCondLst>
                      <p:childTnLst>
                        <p:par>
                          <p:cTn id="45" fill="hold">
                            <p:stCondLst>
                              <p:cond delay="0"/>
                            </p:stCondLst>
                            <p:childTnLst>
                              <p:par>
                                <p:cTn id="46" presetID="3" presetClass="exit" presetSubtype="10" fill="hold" nodeType="clickEffect">
                                  <p:stCondLst>
                                    <p:cond delay="0"/>
                                  </p:stCondLst>
                                  <p:childTnLst>
                                    <p:animEffect transition="out" filter="blinds(horizontal)">
                                      <p:cBhvr>
                                        <p:cTn id="47" dur="500"/>
                                        <p:tgtEl>
                                          <p:spTgt spid="2"/>
                                        </p:tgtEl>
                                      </p:cBhvr>
                                    </p:animEffect>
                                    <p:set>
                                      <p:cBhvr>
                                        <p:cTn id="48"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5" grpId="0" animBg="1"/>
      <p:bldP spid="4" grpId="0" animBg="1"/>
      <p:bldP spid="7" grpId="0" animBg="1"/>
      <p:bldP spid="13"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752600"/>
            <a:ext cx="2057400" cy="228600"/>
          </a:xfrm>
          <a:prstGeom prst="rect">
            <a:avLst/>
          </a:prstGeom>
          <a:solidFill>
            <a:schemeClr val="accent1">
              <a:lumMod val="60000"/>
              <a:lumOff val="40000"/>
            </a:schemeClr>
          </a:solid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778" name="Rectangle 1026"/>
          <p:cNvSpPr>
            <a:spLocks noChangeArrowheads="1"/>
          </p:cNvSpPr>
          <p:nvPr/>
        </p:nvSpPr>
        <p:spPr bwMode="auto">
          <a:xfrm>
            <a:off x="0" y="1"/>
            <a:ext cx="9144000" cy="3200876"/>
          </a:xfrm>
          <a:prstGeom prst="rect">
            <a:avLst/>
          </a:prstGeom>
          <a:noFill/>
          <a:ln w="9525">
            <a:noFill/>
            <a:miter lim="800000"/>
            <a:headEnd/>
            <a:tailEnd/>
          </a:ln>
          <a:effectLst/>
        </p:spPr>
        <p:txBody>
          <a:bodyPr wrap="square">
            <a:spAutoFit/>
          </a:bodyPr>
          <a:lstStyle/>
          <a:p>
            <a:pPr algn="just"/>
            <a:r>
              <a:rPr lang="en-US" sz="4000" b="1" dirty="0">
                <a:latin typeface="Garamond" pitchFamily="18" charset="0"/>
              </a:rPr>
              <a:t>Line Perpendicular to Either of The RPs</a:t>
            </a:r>
          </a:p>
          <a:p>
            <a:pPr algn="just"/>
            <a:r>
              <a:rPr lang="en-US" dirty="0">
                <a:latin typeface="Garamond" pitchFamily="18" charset="0"/>
              </a:rPr>
              <a:t>A line AB, 50 mm long, is perpendicular to the HP and 25 mm in front of the VP. Draw its projections if the end nearest to the HP is 10 mm above the HP.</a:t>
            </a:r>
          </a:p>
          <a:p>
            <a:pPr algn="just"/>
            <a:endParaRPr lang="en-US" dirty="0">
              <a:latin typeface="Garamond" pitchFamily="18" charset="0"/>
            </a:endParaRPr>
          </a:p>
          <a:p>
            <a:pPr algn="just"/>
            <a:r>
              <a:rPr lang="en-US" dirty="0">
                <a:latin typeface="Garamond" pitchFamily="18" charset="0"/>
              </a:rPr>
              <a:t>If a line is perpendicular to the HP, it will automatically be parallel to the VP and PP. Hence, its </a:t>
            </a:r>
          </a:p>
          <a:p>
            <a:pPr algn="just"/>
            <a:r>
              <a:rPr lang="en-US" dirty="0">
                <a:latin typeface="Garamond" pitchFamily="18" charset="0"/>
              </a:rPr>
              <a:t>FV will show the TL. </a:t>
            </a:r>
          </a:p>
          <a:p>
            <a:pPr algn="just"/>
            <a:r>
              <a:rPr lang="en-US" dirty="0">
                <a:latin typeface="Garamond" pitchFamily="18" charset="0"/>
              </a:rPr>
              <a:t>TV will be a point view, wherever two (or more) points overlap, the visible point should be marked first. </a:t>
            </a:r>
          </a:p>
          <a:p>
            <a:pPr algn="just"/>
            <a:r>
              <a:rPr lang="en-US" dirty="0">
                <a:latin typeface="Garamond" pitchFamily="18" charset="0"/>
              </a:rPr>
              <a:t>TV is marked as a, b. It means that a is visible and b is hidden. The hidden point(s) may be enclosed in parenthesis ( ), e.g., a( b).</a:t>
            </a:r>
          </a:p>
        </p:txBody>
      </p:sp>
      <p:pic>
        <p:nvPicPr>
          <p:cNvPr id="75779" name="Picture 1027"/>
          <p:cNvPicPr>
            <a:picLocks noChangeAspect="1" noChangeArrowheads="1"/>
          </p:cNvPicPr>
          <p:nvPr/>
        </p:nvPicPr>
        <p:blipFill>
          <a:blip r:embed="rId2" cstate="print"/>
          <a:srcRect b="12384"/>
          <a:stretch>
            <a:fillRect/>
          </a:stretch>
        </p:blipFill>
        <p:spPr bwMode="auto">
          <a:xfrm>
            <a:off x="1371600" y="3200400"/>
            <a:ext cx="6705600" cy="3594100"/>
          </a:xfrm>
          <a:prstGeom prst="rect">
            <a:avLst/>
          </a:prstGeom>
          <a:noFill/>
          <a:ln w="9525">
            <a:noFill/>
            <a:miter lim="800000"/>
            <a:headEnd/>
            <a:tailEnd/>
          </a:ln>
          <a:effectLst/>
        </p:spPr>
      </p:pic>
      <p:sp>
        <p:nvSpPr>
          <p:cNvPr id="5" name="Rectangle 4"/>
          <p:cNvSpPr/>
          <p:nvPr/>
        </p:nvSpPr>
        <p:spPr>
          <a:xfrm>
            <a:off x="4876800" y="3200400"/>
            <a:ext cx="3352800" cy="33528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6400800" y="3689350"/>
            <a:ext cx="990600" cy="1905000"/>
          </a:xfrm>
          <a:prstGeom prst="rect">
            <a:avLst/>
          </a:prstGeom>
          <a:solidFill>
            <a:schemeClr val="bg1"/>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 name="Rectangle 6"/>
          <p:cNvSpPr/>
          <p:nvPr/>
        </p:nvSpPr>
        <p:spPr>
          <a:xfrm>
            <a:off x="7391400" y="4495800"/>
            <a:ext cx="685800" cy="381000"/>
          </a:xfrm>
          <a:prstGeom prst="rect">
            <a:avLst/>
          </a:prstGeom>
          <a:solidFill>
            <a:schemeClr val="bg1"/>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 name="Rectangle 7"/>
          <p:cNvSpPr/>
          <p:nvPr/>
        </p:nvSpPr>
        <p:spPr>
          <a:xfrm>
            <a:off x="6400800" y="5638800"/>
            <a:ext cx="990600" cy="1066800"/>
          </a:xfrm>
          <a:prstGeom prst="rect">
            <a:avLst/>
          </a:prstGeom>
          <a:solidFill>
            <a:schemeClr val="bg1"/>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 name="Rectangle 8"/>
          <p:cNvSpPr/>
          <p:nvPr/>
        </p:nvSpPr>
        <p:spPr>
          <a:xfrm>
            <a:off x="5334000" y="5638800"/>
            <a:ext cx="1066800" cy="1066800"/>
          </a:xfrm>
          <a:prstGeom prst="rect">
            <a:avLst/>
          </a:prstGeom>
          <a:solidFill>
            <a:schemeClr val="bg1"/>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5778">
                                            <p:txEl>
                                              <p:pRg st="3" end="3"/>
                                            </p:txEl>
                                          </p:spTgt>
                                        </p:tgtEl>
                                        <p:attrNameLst>
                                          <p:attrName>style.visibility</p:attrName>
                                        </p:attrNameLst>
                                      </p:cBhvr>
                                      <p:to>
                                        <p:strVal val="visible"/>
                                      </p:to>
                                    </p:set>
                                    <p:animEffect transition="in" filter="blinds(horizontal)">
                                      <p:cBhvr>
                                        <p:cTn id="7" dur="500"/>
                                        <p:tgtEl>
                                          <p:spTgt spid="75778">
                                            <p:txEl>
                                              <p:pRg st="3" end="3"/>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75778">
                                            <p:txEl>
                                              <p:pRg st="4" end="4"/>
                                            </p:txEl>
                                          </p:spTgt>
                                        </p:tgtEl>
                                        <p:attrNameLst>
                                          <p:attrName>style.visibility</p:attrName>
                                        </p:attrNameLst>
                                      </p:cBhvr>
                                      <p:to>
                                        <p:strVal val="visible"/>
                                      </p:to>
                                    </p:set>
                                    <p:animEffect transition="in" filter="blinds(horizontal)">
                                      <p:cBhvr>
                                        <p:cTn id="10" dur="500"/>
                                        <p:tgtEl>
                                          <p:spTgt spid="75778">
                                            <p:txEl>
                                              <p:pRg st="4" end="4"/>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blinds(horizontal)">
                                      <p:cBhvr>
                                        <p:cTn id="13" dur="500"/>
                                        <p:tgtEl>
                                          <p:spTgt spid="4"/>
                                        </p:tgtEl>
                                      </p:cBhvr>
                                    </p:animEffect>
                                  </p:childTnLst>
                                </p:cTn>
                              </p:par>
                              <p:par>
                                <p:cTn id="14" presetID="3" presetClass="entr" presetSubtype="10" fill="hold" nodeType="withEffect">
                                  <p:stCondLst>
                                    <p:cond delay="0"/>
                                  </p:stCondLst>
                                  <p:childTnLst>
                                    <p:set>
                                      <p:cBhvr>
                                        <p:cTn id="15" dur="1" fill="hold">
                                          <p:stCondLst>
                                            <p:cond delay="0"/>
                                          </p:stCondLst>
                                        </p:cTn>
                                        <p:tgtEl>
                                          <p:spTgt spid="75778">
                                            <p:txEl>
                                              <p:pRg st="5" end="5"/>
                                            </p:txEl>
                                          </p:spTgt>
                                        </p:tgtEl>
                                        <p:attrNameLst>
                                          <p:attrName>style.visibility</p:attrName>
                                        </p:attrNameLst>
                                      </p:cBhvr>
                                      <p:to>
                                        <p:strVal val="visible"/>
                                      </p:to>
                                    </p:set>
                                    <p:animEffect transition="in" filter="blinds(horizontal)">
                                      <p:cBhvr>
                                        <p:cTn id="16" dur="500"/>
                                        <p:tgtEl>
                                          <p:spTgt spid="75778">
                                            <p:txEl>
                                              <p:pRg st="5" end="5"/>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75778">
                                            <p:txEl>
                                              <p:pRg st="6" end="6"/>
                                            </p:txEl>
                                          </p:spTgt>
                                        </p:tgtEl>
                                        <p:attrNameLst>
                                          <p:attrName>style.visibility</p:attrName>
                                        </p:attrNameLst>
                                      </p:cBhvr>
                                      <p:to>
                                        <p:strVal val="visible"/>
                                      </p:to>
                                    </p:set>
                                    <p:animEffect transition="in" filter="blinds(horizontal)">
                                      <p:cBhvr>
                                        <p:cTn id="19" dur="500"/>
                                        <p:tgtEl>
                                          <p:spTgt spid="75778">
                                            <p:txEl>
                                              <p:pRg st="6" end="6"/>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4" presetClass="entr" presetSubtype="16" fill="hold" nodeType="clickEffect">
                                  <p:stCondLst>
                                    <p:cond delay="0"/>
                                  </p:stCondLst>
                                  <p:childTnLst>
                                    <p:set>
                                      <p:cBhvr>
                                        <p:cTn id="23" dur="1" fill="hold">
                                          <p:stCondLst>
                                            <p:cond delay="0"/>
                                          </p:stCondLst>
                                        </p:cTn>
                                        <p:tgtEl>
                                          <p:spTgt spid="75779"/>
                                        </p:tgtEl>
                                        <p:attrNameLst>
                                          <p:attrName>style.visibility</p:attrName>
                                        </p:attrNameLst>
                                      </p:cBhvr>
                                      <p:to>
                                        <p:strVal val="visible"/>
                                      </p:to>
                                    </p:set>
                                    <p:animEffect transition="in" filter="box(in)">
                                      <p:cBhvr>
                                        <p:cTn id="24" dur="500"/>
                                        <p:tgtEl>
                                          <p:spTgt spid="75779"/>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xit" presetSubtype="10" fill="hold" grpId="0" nodeType="clickEffect">
                                  <p:stCondLst>
                                    <p:cond delay="0"/>
                                  </p:stCondLst>
                                  <p:childTnLst>
                                    <p:animEffect transition="out" filter="blinds(horizontal)">
                                      <p:cBhvr>
                                        <p:cTn id="28" dur="500"/>
                                        <p:tgtEl>
                                          <p:spTgt spid="5"/>
                                        </p:tgtEl>
                                      </p:cBhvr>
                                    </p:animEffect>
                                    <p:set>
                                      <p:cBhvr>
                                        <p:cTn id="29" dur="1" fill="hold">
                                          <p:stCondLst>
                                            <p:cond delay="499"/>
                                          </p:stCondLst>
                                        </p:cTn>
                                        <p:tgtEl>
                                          <p:spTgt spid="5"/>
                                        </p:tgtEl>
                                        <p:attrNameLst>
                                          <p:attrName>style.visibility</p:attrName>
                                        </p:attrNameLst>
                                      </p:cBhvr>
                                      <p:to>
                                        <p:strVal val="hidden"/>
                                      </p:to>
                                    </p:set>
                                  </p:childTnLst>
                                </p:cTn>
                              </p:par>
                            </p:childTnLst>
                          </p:cTn>
                        </p:par>
                      </p:childTnLst>
                    </p:cTn>
                  </p:par>
                  <p:par>
                    <p:cTn id="30" fill="hold">
                      <p:stCondLst>
                        <p:cond delay="indefinite"/>
                      </p:stCondLst>
                      <p:childTnLst>
                        <p:par>
                          <p:cTn id="31" fill="hold">
                            <p:stCondLst>
                              <p:cond delay="0"/>
                            </p:stCondLst>
                            <p:childTnLst>
                              <p:par>
                                <p:cTn id="32" presetID="3" presetClass="exit" presetSubtype="10" fill="hold" grpId="0" nodeType="clickEffect">
                                  <p:stCondLst>
                                    <p:cond delay="0"/>
                                  </p:stCondLst>
                                  <p:childTnLst>
                                    <p:animEffect transition="out" filter="blinds(horizontal)">
                                      <p:cBhvr>
                                        <p:cTn id="33" dur="500"/>
                                        <p:tgtEl>
                                          <p:spTgt spid="9"/>
                                        </p:tgtEl>
                                      </p:cBhvr>
                                    </p:animEffect>
                                    <p:set>
                                      <p:cBhvr>
                                        <p:cTn id="34" dur="1" fill="hold">
                                          <p:stCondLst>
                                            <p:cond delay="499"/>
                                          </p:stCondLst>
                                        </p:cTn>
                                        <p:tgtEl>
                                          <p:spTgt spid="9"/>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3" presetClass="exit" presetSubtype="10" fill="hold" grpId="0" nodeType="clickEffect">
                                  <p:stCondLst>
                                    <p:cond delay="0"/>
                                  </p:stCondLst>
                                  <p:childTnLst>
                                    <p:animEffect transition="out" filter="blinds(horizontal)">
                                      <p:cBhvr>
                                        <p:cTn id="38" dur="500"/>
                                        <p:tgtEl>
                                          <p:spTgt spid="8"/>
                                        </p:tgtEl>
                                      </p:cBhvr>
                                    </p:animEffect>
                                    <p:set>
                                      <p:cBhvr>
                                        <p:cTn id="39" dur="1" fill="hold">
                                          <p:stCondLst>
                                            <p:cond delay="499"/>
                                          </p:stCondLst>
                                        </p:cTn>
                                        <p:tgtEl>
                                          <p:spTgt spid="8"/>
                                        </p:tgtEl>
                                        <p:attrNameLst>
                                          <p:attrName>style.visibility</p:attrName>
                                        </p:attrNameLst>
                                      </p:cBhvr>
                                      <p:to>
                                        <p:strVal val="hidden"/>
                                      </p:to>
                                    </p:set>
                                  </p:childTnLst>
                                </p:cTn>
                              </p:par>
                              <p:par>
                                <p:cTn id="40" presetID="3" presetClass="exit" presetSubtype="10" fill="hold" grpId="0" nodeType="withEffect">
                                  <p:stCondLst>
                                    <p:cond delay="0"/>
                                  </p:stCondLst>
                                  <p:childTnLst>
                                    <p:animEffect transition="out" filter="blinds(horizontal)">
                                      <p:cBhvr>
                                        <p:cTn id="41" dur="500"/>
                                        <p:tgtEl>
                                          <p:spTgt spid="6"/>
                                        </p:tgtEl>
                                      </p:cBhvr>
                                    </p:animEffect>
                                    <p:set>
                                      <p:cBhvr>
                                        <p:cTn id="42" dur="1" fill="hold">
                                          <p:stCondLst>
                                            <p:cond delay="499"/>
                                          </p:stCondLst>
                                        </p:cTn>
                                        <p:tgtEl>
                                          <p:spTgt spid="6"/>
                                        </p:tgtEl>
                                        <p:attrNameLst>
                                          <p:attrName>style.visibility</p:attrName>
                                        </p:attrNameLst>
                                      </p:cBhvr>
                                      <p:to>
                                        <p:strVal val="hidden"/>
                                      </p:to>
                                    </p:set>
                                  </p:childTnLst>
                                </p:cTn>
                              </p:par>
                              <p:par>
                                <p:cTn id="43" presetID="3" presetClass="exit" presetSubtype="10" fill="hold" grpId="0" nodeType="withEffect">
                                  <p:stCondLst>
                                    <p:cond delay="0"/>
                                  </p:stCondLst>
                                  <p:childTnLst>
                                    <p:animEffect transition="out" filter="blinds(horizontal)">
                                      <p:cBhvr>
                                        <p:cTn id="44" dur="500"/>
                                        <p:tgtEl>
                                          <p:spTgt spid="7"/>
                                        </p:tgtEl>
                                      </p:cBhvr>
                                    </p:animEffect>
                                    <p:set>
                                      <p:cBhvr>
                                        <p:cTn id="45"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685800"/>
          </a:xfrm>
        </p:spPr>
        <p:txBody>
          <a:bodyPr/>
          <a:lstStyle/>
          <a:p>
            <a:r>
              <a:rPr lang="en-US" dirty="0"/>
              <a:t>Line Inclined to One RP and Parallel to Other</a:t>
            </a:r>
          </a:p>
        </p:txBody>
      </p:sp>
      <p:cxnSp>
        <p:nvCxnSpPr>
          <p:cNvPr id="5" name="Straight Connector 4"/>
          <p:cNvCxnSpPr/>
          <p:nvPr/>
        </p:nvCxnSpPr>
        <p:spPr>
          <a:xfrm>
            <a:off x="2895692" y="4876800"/>
            <a:ext cx="35052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2514600" y="4648200"/>
            <a:ext cx="304892" cy="369332"/>
          </a:xfrm>
          <a:prstGeom prst="rect">
            <a:avLst/>
          </a:prstGeom>
          <a:noFill/>
        </p:spPr>
        <p:txBody>
          <a:bodyPr wrap="none" rtlCol="0">
            <a:spAutoFit/>
          </a:bodyPr>
          <a:lstStyle/>
          <a:p>
            <a:r>
              <a:rPr lang="en-US" dirty="0"/>
              <a:t>X</a:t>
            </a:r>
          </a:p>
        </p:txBody>
      </p:sp>
      <p:sp>
        <p:nvSpPr>
          <p:cNvPr id="13" name="TextBox 12"/>
          <p:cNvSpPr txBox="1"/>
          <p:nvPr/>
        </p:nvSpPr>
        <p:spPr>
          <a:xfrm>
            <a:off x="6477092" y="4648200"/>
            <a:ext cx="296876" cy="369332"/>
          </a:xfrm>
          <a:prstGeom prst="rect">
            <a:avLst/>
          </a:prstGeom>
          <a:noFill/>
        </p:spPr>
        <p:txBody>
          <a:bodyPr wrap="none" rtlCol="0">
            <a:spAutoFit/>
          </a:bodyPr>
          <a:lstStyle/>
          <a:p>
            <a:r>
              <a:rPr lang="en-US" dirty="0"/>
              <a:t>Y</a:t>
            </a:r>
          </a:p>
        </p:txBody>
      </p:sp>
      <p:sp>
        <p:nvSpPr>
          <p:cNvPr id="15" name="Oval 14"/>
          <p:cNvSpPr/>
          <p:nvPr/>
        </p:nvSpPr>
        <p:spPr>
          <a:xfrm>
            <a:off x="3468716" y="3541776"/>
            <a:ext cx="76200" cy="762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6" name="Oval 15"/>
          <p:cNvSpPr/>
          <p:nvPr/>
        </p:nvSpPr>
        <p:spPr>
          <a:xfrm>
            <a:off x="3480908" y="5741765"/>
            <a:ext cx="76200" cy="762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nvGrpSpPr>
          <p:cNvPr id="3" name="Group 42"/>
          <p:cNvGrpSpPr/>
          <p:nvPr/>
        </p:nvGrpSpPr>
        <p:grpSpPr>
          <a:xfrm>
            <a:off x="3505292" y="3124200"/>
            <a:ext cx="2438400" cy="914400"/>
            <a:chOff x="1828800" y="1676400"/>
            <a:chExt cx="2438400" cy="914400"/>
          </a:xfrm>
        </p:grpSpPr>
        <p:cxnSp>
          <p:nvCxnSpPr>
            <p:cNvPr id="35" name="Straight Connector 34"/>
            <p:cNvCxnSpPr>
              <a:endCxn id="41" idx="0"/>
            </p:cNvCxnSpPr>
            <p:nvPr/>
          </p:nvCxnSpPr>
          <p:spPr>
            <a:xfrm flipV="1">
              <a:off x="1828800" y="1676400"/>
              <a:ext cx="1981201" cy="457200"/>
            </a:xfrm>
            <a:prstGeom prst="line">
              <a:avLst/>
            </a:prstGeom>
            <a:ln w="38100"/>
          </p:spPr>
          <p:style>
            <a:lnRef idx="1">
              <a:schemeClr val="dk1"/>
            </a:lnRef>
            <a:fillRef idx="0">
              <a:schemeClr val="dk1"/>
            </a:fillRef>
            <a:effectRef idx="0">
              <a:schemeClr val="dk1"/>
            </a:effectRef>
            <a:fontRef idx="minor">
              <a:schemeClr val="tx1"/>
            </a:fontRef>
          </p:style>
        </p:cxnSp>
        <p:sp>
          <p:nvSpPr>
            <p:cNvPr id="41" name="Arc 40"/>
            <p:cNvSpPr/>
            <p:nvPr/>
          </p:nvSpPr>
          <p:spPr>
            <a:xfrm>
              <a:off x="3352800" y="1676400"/>
              <a:ext cx="914400" cy="914400"/>
            </a:xfrm>
            <a:prstGeom prst="arc">
              <a:avLst/>
            </a:prstGeom>
            <a:ln>
              <a:headEnd type="triangle"/>
              <a:tailEnd type="none"/>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grpSp>
      <p:cxnSp>
        <p:nvCxnSpPr>
          <p:cNvPr id="45" name="Straight Connector 44"/>
          <p:cNvCxnSpPr/>
          <p:nvPr/>
        </p:nvCxnSpPr>
        <p:spPr>
          <a:xfrm>
            <a:off x="5486492" y="3124200"/>
            <a:ext cx="0" cy="2667000"/>
          </a:xfrm>
          <a:prstGeom prst="line">
            <a:avLst/>
          </a:prstGeom>
        </p:spPr>
        <p:style>
          <a:lnRef idx="1">
            <a:schemeClr val="dk1"/>
          </a:lnRef>
          <a:fillRef idx="0">
            <a:schemeClr val="dk1"/>
          </a:fillRef>
          <a:effectRef idx="0">
            <a:schemeClr val="dk1"/>
          </a:effectRef>
          <a:fontRef idx="minor">
            <a:schemeClr val="tx1"/>
          </a:fontRef>
        </p:style>
      </p:cxnSp>
      <p:cxnSp>
        <p:nvCxnSpPr>
          <p:cNvPr id="48" name="Straight Connector 47"/>
          <p:cNvCxnSpPr/>
          <p:nvPr/>
        </p:nvCxnSpPr>
        <p:spPr>
          <a:xfrm flipV="1">
            <a:off x="3505292" y="5777976"/>
            <a:ext cx="1981200" cy="13224"/>
          </a:xfrm>
          <a:prstGeom prst="line">
            <a:avLst/>
          </a:prstGeom>
          <a:ln w="38100"/>
        </p:spPr>
        <p:style>
          <a:lnRef idx="1">
            <a:schemeClr val="dk1"/>
          </a:lnRef>
          <a:fillRef idx="0">
            <a:schemeClr val="dk1"/>
          </a:fillRef>
          <a:effectRef idx="0">
            <a:schemeClr val="dk1"/>
          </a:effectRef>
          <a:fontRef idx="minor">
            <a:schemeClr val="tx1"/>
          </a:fontRef>
        </p:style>
      </p:cxnSp>
      <p:sp>
        <p:nvSpPr>
          <p:cNvPr id="52" name="Oval 51"/>
          <p:cNvSpPr/>
          <p:nvPr/>
        </p:nvSpPr>
        <p:spPr>
          <a:xfrm>
            <a:off x="5443626" y="5738810"/>
            <a:ext cx="76200" cy="762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4" name="Oval 53"/>
          <p:cNvSpPr/>
          <p:nvPr/>
        </p:nvSpPr>
        <p:spPr>
          <a:xfrm>
            <a:off x="5436483" y="3090858"/>
            <a:ext cx="76200" cy="762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7" name="TextBox 56"/>
          <p:cNvSpPr txBox="1"/>
          <p:nvPr/>
        </p:nvSpPr>
        <p:spPr>
          <a:xfrm>
            <a:off x="3200492" y="3593068"/>
            <a:ext cx="352982" cy="369332"/>
          </a:xfrm>
          <a:prstGeom prst="rect">
            <a:avLst/>
          </a:prstGeom>
          <a:noFill/>
        </p:spPr>
        <p:txBody>
          <a:bodyPr wrap="none" rtlCol="0">
            <a:spAutoFit/>
          </a:bodyPr>
          <a:lstStyle/>
          <a:p>
            <a:r>
              <a:rPr lang="en-US" dirty="0"/>
              <a:t>a’</a:t>
            </a:r>
          </a:p>
        </p:txBody>
      </p:sp>
      <p:sp>
        <p:nvSpPr>
          <p:cNvPr id="59" name="TextBox 58"/>
          <p:cNvSpPr txBox="1"/>
          <p:nvPr/>
        </p:nvSpPr>
        <p:spPr>
          <a:xfrm>
            <a:off x="3200492" y="5802868"/>
            <a:ext cx="295274" cy="369332"/>
          </a:xfrm>
          <a:prstGeom prst="rect">
            <a:avLst/>
          </a:prstGeom>
          <a:noFill/>
        </p:spPr>
        <p:txBody>
          <a:bodyPr wrap="none" rtlCol="0">
            <a:spAutoFit/>
          </a:bodyPr>
          <a:lstStyle/>
          <a:p>
            <a:r>
              <a:rPr lang="en-US" dirty="0"/>
              <a:t>a</a:t>
            </a:r>
          </a:p>
        </p:txBody>
      </p:sp>
      <p:sp>
        <p:nvSpPr>
          <p:cNvPr id="61" name="TextBox 60"/>
          <p:cNvSpPr txBox="1"/>
          <p:nvPr/>
        </p:nvSpPr>
        <p:spPr>
          <a:xfrm>
            <a:off x="5332398" y="5791200"/>
            <a:ext cx="306494" cy="369332"/>
          </a:xfrm>
          <a:prstGeom prst="rect">
            <a:avLst/>
          </a:prstGeom>
          <a:noFill/>
        </p:spPr>
        <p:txBody>
          <a:bodyPr wrap="none" rtlCol="0">
            <a:spAutoFit/>
          </a:bodyPr>
          <a:lstStyle/>
          <a:p>
            <a:r>
              <a:rPr lang="en-US" dirty="0"/>
              <a:t>b</a:t>
            </a:r>
          </a:p>
        </p:txBody>
      </p:sp>
      <p:sp>
        <p:nvSpPr>
          <p:cNvPr id="62" name="TextBox 61"/>
          <p:cNvSpPr txBox="1"/>
          <p:nvPr/>
        </p:nvSpPr>
        <p:spPr>
          <a:xfrm>
            <a:off x="5334092" y="2743200"/>
            <a:ext cx="364202" cy="369332"/>
          </a:xfrm>
          <a:prstGeom prst="rect">
            <a:avLst/>
          </a:prstGeom>
          <a:noFill/>
        </p:spPr>
        <p:txBody>
          <a:bodyPr wrap="none" rtlCol="0">
            <a:spAutoFit/>
          </a:bodyPr>
          <a:lstStyle/>
          <a:p>
            <a:r>
              <a:rPr lang="en-US" dirty="0"/>
              <a:t>b’</a:t>
            </a:r>
          </a:p>
        </p:txBody>
      </p:sp>
      <p:grpSp>
        <p:nvGrpSpPr>
          <p:cNvPr id="4" name="Group 69"/>
          <p:cNvGrpSpPr/>
          <p:nvPr/>
        </p:nvGrpSpPr>
        <p:grpSpPr>
          <a:xfrm>
            <a:off x="2819492" y="3581400"/>
            <a:ext cx="3633440" cy="2590800"/>
            <a:chOff x="1143000" y="2133600"/>
            <a:chExt cx="3633440" cy="2590800"/>
          </a:xfrm>
        </p:grpSpPr>
        <p:grpSp>
          <p:nvGrpSpPr>
            <p:cNvPr id="6" name="Group 65"/>
            <p:cNvGrpSpPr/>
            <p:nvPr/>
          </p:nvGrpSpPr>
          <p:grpSpPr>
            <a:xfrm>
              <a:off x="1143000" y="2133600"/>
              <a:ext cx="3633440" cy="2590800"/>
              <a:chOff x="1143000" y="2133600"/>
              <a:chExt cx="3633440" cy="2590800"/>
            </a:xfrm>
          </p:grpSpPr>
          <p:grpSp>
            <p:nvGrpSpPr>
              <p:cNvPr id="7" name="Group 62"/>
              <p:cNvGrpSpPr/>
              <p:nvPr/>
            </p:nvGrpSpPr>
            <p:grpSpPr>
              <a:xfrm>
                <a:off x="1143000" y="2133600"/>
                <a:ext cx="461665" cy="2209800"/>
                <a:chOff x="1143000" y="2133600"/>
                <a:chExt cx="461665" cy="2209800"/>
              </a:xfrm>
            </p:grpSpPr>
            <p:cxnSp>
              <p:nvCxnSpPr>
                <p:cNvPr id="18" name="Straight Arrow Connector 17"/>
                <p:cNvCxnSpPr/>
                <p:nvPr/>
              </p:nvCxnSpPr>
              <p:spPr>
                <a:xfrm flipV="1">
                  <a:off x="1524000" y="3429000"/>
                  <a:ext cx="0" cy="914400"/>
                </a:xfrm>
                <a:prstGeom prst="straightConnector1">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22" name="Straight Arrow Connector 21"/>
                <p:cNvCxnSpPr/>
                <p:nvPr/>
              </p:nvCxnSpPr>
              <p:spPr>
                <a:xfrm flipV="1">
                  <a:off x="1524000" y="2133600"/>
                  <a:ext cx="0" cy="1295400"/>
                </a:xfrm>
                <a:prstGeom prst="straightConnector1">
                  <a:avLst/>
                </a:prstGeom>
                <a:ln>
                  <a:headEnd type="arrow"/>
                  <a:tailEnd type="arrow"/>
                </a:ln>
              </p:spPr>
              <p:style>
                <a:lnRef idx="1">
                  <a:schemeClr val="dk1"/>
                </a:lnRef>
                <a:fillRef idx="0">
                  <a:schemeClr val="dk1"/>
                </a:fillRef>
                <a:effectRef idx="0">
                  <a:schemeClr val="dk1"/>
                </a:effectRef>
                <a:fontRef idx="minor">
                  <a:schemeClr val="tx1"/>
                </a:fontRef>
              </p:style>
            </p:cxnSp>
            <p:sp>
              <p:nvSpPr>
                <p:cNvPr id="55" name="TextBox 54"/>
                <p:cNvSpPr txBox="1"/>
                <p:nvPr/>
              </p:nvSpPr>
              <p:spPr>
                <a:xfrm>
                  <a:off x="1143000" y="3724275"/>
                  <a:ext cx="461665" cy="326371"/>
                </a:xfrm>
                <a:prstGeom prst="rect">
                  <a:avLst/>
                </a:prstGeom>
                <a:noFill/>
              </p:spPr>
              <p:txBody>
                <a:bodyPr vert="vert270" wrap="none" rtlCol="0">
                  <a:spAutoFit/>
                </a:bodyPr>
                <a:lstStyle/>
                <a:p>
                  <a:r>
                    <a:rPr lang="en-US" dirty="0"/>
                    <a:t>25</a:t>
                  </a:r>
                </a:p>
              </p:txBody>
            </p:sp>
            <p:sp>
              <p:nvSpPr>
                <p:cNvPr id="56" name="TextBox 55"/>
                <p:cNvSpPr txBox="1"/>
                <p:nvPr/>
              </p:nvSpPr>
              <p:spPr>
                <a:xfrm>
                  <a:off x="1143000" y="2645429"/>
                  <a:ext cx="461665" cy="326371"/>
                </a:xfrm>
                <a:prstGeom prst="rect">
                  <a:avLst/>
                </a:prstGeom>
                <a:noFill/>
              </p:spPr>
              <p:txBody>
                <a:bodyPr vert="vert270" wrap="none" rtlCol="0">
                  <a:spAutoFit/>
                </a:bodyPr>
                <a:lstStyle/>
                <a:p>
                  <a:r>
                    <a:rPr lang="en-US" dirty="0"/>
                    <a:t>40</a:t>
                  </a:r>
                </a:p>
              </p:txBody>
            </p:sp>
          </p:grpSp>
          <p:grpSp>
            <p:nvGrpSpPr>
              <p:cNvPr id="8" name="Group 64"/>
              <p:cNvGrpSpPr/>
              <p:nvPr/>
            </p:nvGrpSpPr>
            <p:grpSpPr>
              <a:xfrm>
                <a:off x="1447800" y="2133600"/>
                <a:ext cx="3328640" cy="2590800"/>
                <a:chOff x="1447800" y="2133600"/>
                <a:chExt cx="3328640" cy="2590800"/>
              </a:xfrm>
            </p:grpSpPr>
            <p:grpSp>
              <p:nvGrpSpPr>
                <p:cNvPr id="9" name="Group 63"/>
                <p:cNvGrpSpPr/>
                <p:nvPr/>
              </p:nvGrpSpPr>
              <p:grpSpPr>
                <a:xfrm>
                  <a:off x="1447800" y="2133600"/>
                  <a:ext cx="2819400" cy="2209800"/>
                  <a:chOff x="1447800" y="2133600"/>
                  <a:chExt cx="2819400" cy="2209800"/>
                </a:xfrm>
              </p:grpSpPr>
              <p:cxnSp>
                <p:nvCxnSpPr>
                  <p:cNvPr id="26" name="Straight Connector 25"/>
                  <p:cNvCxnSpPr/>
                  <p:nvPr/>
                </p:nvCxnSpPr>
                <p:spPr>
                  <a:xfrm>
                    <a:off x="1447800" y="4331208"/>
                    <a:ext cx="2819400" cy="12192"/>
                  </a:xfrm>
                  <a:prstGeom prst="line">
                    <a:avLst/>
                  </a:prstGeom>
                </p:spPr>
                <p:style>
                  <a:lnRef idx="1">
                    <a:schemeClr val="dk1"/>
                  </a:lnRef>
                  <a:fillRef idx="0">
                    <a:schemeClr val="dk1"/>
                  </a:fillRef>
                  <a:effectRef idx="0">
                    <a:schemeClr val="dk1"/>
                  </a:effectRef>
                  <a:fontRef idx="minor">
                    <a:schemeClr val="tx1"/>
                  </a:fontRef>
                </p:style>
              </p:cxnSp>
              <p:cxnSp>
                <p:nvCxnSpPr>
                  <p:cNvPr id="27" name="Straight Connector 26"/>
                  <p:cNvCxnSpPr/>
                  <p:nvPr/>
                </p:nvCxnSpPr>
                <p:spPr>
                  <a:xfrm>
                    <a:off x="1447800" y="2133600"/>
                    <a:ext cx="2819400" cy="0"/>
                  </a:xfrm>
                  <a:prstGeom prst="line">
                    <a:avLst/>
                  </a:prstGeom>
                </p:spPr>
                <p:style>
                  <a:lnRef idx="1">
                    <a:schemeClr val="dk1"/>
                  </a:lnRef>
                  <a:fillRef idx="0">
                    <a:schemeClr val="dk1"/>
                  </a:fillRef>
                  <a:effectRef idx="0">
                    <a:schemeClr val="dk1"/>
                  </a:effectRef>
                  <a:fontRef idx="minor">
                    <a:schemeClr val="tx1"/>
                  </a:fontRef>
                </p:style>
              </p:cxnSp>
              <p:cxnSp>
                <p:nvCxnSpPr>
                  <p:cNvPr id="31" name="Straight Connector 30"/>
                  <p:cNvCxnSpPr/>
                  <p:nvPr/>
                </p:nvCxnSpPr>
                <p:spPr>
                  <a:xfrm>
                    <a:off x="4267200" y="2133600"/>
                    <a:ext cx="0" cy="2209800"/>
                  </a:xfrm>
                  <a:prstGeom prst="line">
                    <a:avLst/>
                  </a:prstGeom>
                </p:spPr>
                <p:style>
                  <a:lnRef idx="1">
                    <a:schemeClr val="dk1"/>
                  </a:lnRef>
                  <a:fillRef idx="0">
                    <a:schemeClr val="dk1"/>
                  </a:fillRef>
                  <a:effectRef idx="0">
                    <a:schemeClr val="dk1"/>
                  </a:effectRef>
                  <a:fontRef idx="minor">
                    <a:schemeClr val="tx1"/>
                  </a:fontRef>
                </p:style>
              </p:cxnSp>
            </p:grpSp>
            <p:sp>
              <p:nvSpPr>
                <p:cNvPr id="58" name="TextBox 57"/>
                <p:cNvSpPr txBox="1"/>
                <p:nvPr/>
              </p:nvSpPr>
              <p:spPr>
                <a:xfrm>
                  <a:off x="4295218" y="2133600"/>
                  <a:ext cx="481222" cy="369332"/>
                </a:xfrm>
                <a:prstGeom prst="rect">
                  <a:avLst/>
                </a:prstGeom>
                <a:noFill/>
              </p:spPr>
              <p:txBody>
                <a:bodyPr wrap="none" rtlCol="0">
                  <a:spAutoFit/>
                </a:bodyPr>
                <a:lstStyle/>
                <a:p>
                  <a:r>
                    <a:rPr lang="en-US" dirty="0"/>
                    <a:t>b1’</a:t>
                  </a:r>
                </a:p>
              </p:txBody>
            </p:sp>
            <p:sp>
              <p:nvSpPr>
                <p:cNvPr id="60" name="TextBox 59"/>
                <p:cNvSpPr txBox="1"/>
                <p:nvPr/>
              </p:nvSpPr>
              <p:spPr>
                <a:xfrm>
                  <a:off x="4114800" y="4355068"/>
                  <a:ext cx="423514" cy="369332"/>
                </a:xfrm>
                <a:prstGeom prst="rect">
                  <a:avLst/>
                </a:prstGeom>
                <a:noFill/>
              </p:spPr>
              <p:txBody>
                <a:bodyPr wrap="none" rtlCol="0">
                  <a:spAutoFit/>
                </a:bodyPr>
                <a:lstStyle/>
                <a:p>
                  <a:r>
                    <a:rPr lang="en-US" dirty="0"/>
                    <a:t>b1</a:t>
                  </a:r>
                </a:p>
              </p:txBody>
            </p:sp>
          </p:grpSp>
        </p:grpSp>
        <p:cxnSp>
          <p:nvCxnSpPr>
            <p:cNvPr id="68" name="Straight Connector 67"/>
            <p:cNvCxnSpPr/>
            <p:nvPr/>
          </p:nvCxnSpPr>
          <p:spPr>
            <a:xfrm flipH="1">
              <a:off x="1828800" y="2133600"/>
              <a:ext cx="1" cy="2209800"/>
            </a:xfrm>
            <a:prstGeom prst="line">
              <a:avLst/>
            </a:prstGeom>
          </p:spPr>
          <p:style>
            <a:lnRef idx="1">
              <a:schemeClr val="dk1"/>
            </a:lnRef>
            <a:fillRef idx="0">
              <a:schemeClr val="dk1"/>
            </a:fillRef>
            <a:effectRef idx="0">
              <a:schemeClr val="dk1"/>
            </a:effectRef>
            <a:fontRef idx="minor">
              <a:schemeClr val="tx1"/>
            </a:fontRef>
          </p:style>
        </p:cxnSp>
      </p:grpSp>
      <p:sp>
        <p:nvSpPr>
          <p:cNvPr id="71" name="Rectangle 70"/>
          <p:cNvSpPr/>
          <p:nvPr/>
        </p:nvSpPr>
        <p:spPr>
          <a:xfrm>
            <a:off x="457200" y="1371600"/>
            <a:ext cx="8382000" cy="646331"/>
          </a:xfrm>
          <a:prstGeom prst="rect">
            <a:avLst/>
          </a:prstGeom>
        </p:spPr>
        <p:txBody>
          <a:bodyPr wrap="square">
            <a:spAutoFit/>
          </a:bodyPr>
          <a:lstStyle/>
          <a:p>
            <a:pPr algn="just"/>
            <a:r>
              <a:rPr lang="en-US" dirty="0">
                <a:latin typeface="Garamond" pitchFamily="18" charset="0"/>
              </a:rPr>
              <a:t>A line AB, 50 mm long, is inclined to the HP at 30° and parallel to the VP. The end nearest to the HP is 40 mm above it and 25 mm in front of the VP. Draw the projections.</a:t>
            </a:r>
          </a:p>
        </p:txBody>
      </p:sp>
      <p:sp>
        <p:nvSpPr>
          <p:cNvPr id="36" name="TextBox 35"/>
          <p:cNvSpPr txBox="1"/>
          <p:nvPr/>
        </p:nvSpPr>
        <p:spPr>
          <a:xfrm>
            <a:off x="6934200" y="2667000"/>
            <a:ext cx="1724383" cy="369332"/>
          </a:xfrm>
          <a:prstGeom prst="rect">
            <a:avLst/>
          </a:prstGeom>
          <a:solidFill>
            <a:schemeClr val="tx2">
              <a:lumMod val="20000"/>
              <a:lumOff val="80000"/>
            </a:schemeClr>
          </a:solidFill>
        </p:spPr>
        <p:txBody>
          <a:bodyPr wrap="none" rtlCol="0">
            <a:spAutoFit/>
          </a:bodyPr>
          <a:lstStyle/>
          <a:p>
            <a:r>
              <a:rPr lang="en-US" dirty="0"/>
              <a:t>Nearest end a-a’</a:t>
            </a:r>
          </a:p>
        </p:txBody>
      </p:sp>
      <p:sp>
        <p:nvSpPr>
          <p:cNvPr id="37" name="TextBox 36"/>
          <p:cNvSpPr txBox="1"/>
          <p:nvPr/>
        </p:nvSpPr>
        <p:spPr>
          <a:xfrm>
            <a:off x="6934200" y="3657600"/>
            <a:ext cx="1982530" cy="1200329"/>
          </a:xfrm>
          <a:prstGeom prst="rect">
            <a:avLst/>
          </a:prstGeom>
          <a:solidFill>
            <a:schemeClr val="tx2">
              <a:lumMod val="20000"/>
              <a:lumOff val="80000"/>
            </a:schemeClr>
          </a:solidFill>
        </p:spPr>
        <p:txBody>
          <a:bodyPr wrap="none" rtlCol="0">
            <a:spAutoFit/>
          </a:bodyPr>
          <a:lstStyle/>
          <a:p>
            <a:r>
              <a:rPr lang="en-US" dirty="0"/>
              <a:t>a’-b1’ = a-b=50</a:t>
            </a:r>
          </a:p>
          <a:p>
            <a:r>
              <a:rPr lang="en-US" dirty="0"/>
              <a:t>Assuming line is </a:t>
            </a:r>
          </a:p>
          <a:p>
            <a:r>
              <a:rPr lang="en-US" dirty="0"/>
              <a:t>Parallel to both HP </a:t>
            </a:r>
          </a:p>
          <a:p>
            <a:r>
              <a:rPr lang="en-US" dirty="0"/>
              <a:t>and VP</a:t>
            </a:r>
          </a:p>
        </p:txBody>
      </p:sp>
      <p:sp>
        <p:nvSpPr>
          <p:cNvPr id="38" name="TextBox 37"/>
          <p:cNvSpPr txBox="1"/>
          <p:nvPr/>
        </p:nvSpPr>
        <p:spPr>
          <a:xfrm>
            <a:off x="4648200" y="3276600"/>
            <a:ext cx="308098" cy="369332"/>
          </a:xfrm>
          <a:prstGeom prst="rect">
            <a:avLst/>
          </a:prstGeom>
          <a:noFill/>
        </p:spPr>
        <p:txBody>
          <a:bodyPr wrap="none" rtlCol="0">
            <a:spAutoFit/>
          </a:bodyPr>
          <a:lstStyle/>
          <a:p>
            <a:r>
              <a:rPr lang="el-GR" dirty="0"/>
              <a:t>θ</a:t>
            </a:r>
            <a:endParaRPr lang="en-US" dirty="0"/>
          </a:p>
        </p:txBody>
      </p:sp>
      <p:cxnSp>
        <p:nvCxnSpPr>
          <p:cNvPr id="40" name="Straight Connector 39"/>
          <p:cNvCxnSpPr/>
          <p:nvPr/>
        </p:nvCxnSpPr>
        <p:spPr>
          <a:xfrm flipV="1">
            <a:off x="3505200" y="2971800"/>
            <a:ext cx="2590800" cy="609600"/>
          </a:xfrm>
          <a:prstGeom prst="line">
            <a:avLst/>
          </a:prstGeom>
        </p:spPr>
        <p:style>
          <a:lnRef idx="1">
            <a:schemeClr val="dk1"/>
          </a:lnRef>
          <a:fillRef idx="0">
            <a:schemeClr val="dk1"/>
          </a:fillRef>
          <a:effectRef idx="0">
            <a:schemeClr val="dk1"/>
          </a:effectRef>
          <a:fontRef idx="minor">
            <a:schemeClr val="tx1"/>
          </a:fontRef>
        </p:style>
      </p:cxnSp>
      <p:sp>
        <p:nvSpPr>
          <p:cNvPr id="42" name="TextBox 41"/>
          <p:cNvSpPr txBox="1"/>
          <p:nvPr/>
        </p:nvSpPr>
        <p:spPr>
          <a:xfrm>
            <a:off x="7010400" y="5486400"/>
            <a:ext cx="1838965" cy="646331"/>
          </a:xfrm>
          <a:prstGeom prst="rect">
            <a:avLst/>
          </a:prstGeom>
          <a:solidFill>
            <a:schemeClr val="tx2">
              <a:lumMod val="20000"/>
              <a:lumOff val="80000"/>
            </a:schemeClr>
          </a:solidFill>
        </p:spPr>
        <p:txBody>
          <a:bodyPr wrap="none" rtlCol="0">
            <a:spAutoFit/>
          </a:bodyPr>
          <a:lstStyle/>
          <a:p>
            <a:r>
              <a:rPr lang="en-US" dirty="0"/>
              <a:t>Arc: center a’ and</a:t>
            </a:r>
          </a:p>
          <a:p>
            <a:r>
              <a:rPr lang="en-US" dirty="0"/>
              <a:t>Radius = a’-b1’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7"/>
                                        </p:tgtEl>
                                        <p:attrNameLst>
                                          <p:attrName>style.visibility</p:attrName>
                                        </p:attrNameLst>
                                      </p:cBhvr>
                                      <p:to>
                                        <p:strVal val="visible"/>
                                      </p:to>
                                    </p:set>
                                    <p:animEffect transition="in" filter="blinds(horizontal)">
                                      <p:cBhvr>
                                        <p:cTn id="10" dur="500"/>
                                        <p:tgtEl>
                                          <p:spTgt spid="37"/>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40"/>
                                        </p:tgtEl>
                                        <p:attrNameLst>
                                          <p:attrName>style.visibility</p:attrName>
                                        </p:attrNameLst>
                                      </p:cBhvr>
                                      <p:to>
                                        <p:strVal val="visible"/>
                                      </p:to>
                                    </p:set>
                                    <p:animEffect transition="in" filter="wipe(down)">
                                      <p:cBhvr>
                                        <p:cTn id="15" dur="500"/>
                                        <p:tgtEl>
                                          <p:spTgt spid="40"/>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38"/>
                                        </p:tgtEl>
                                        <p:attrNameLst>
                                          <p:attrName>style.visibility</p:attrName>
                                        </p:attrNameLst>
                                      </p:cBhvr>
                                      <p:to>
                                        <p:strVal val="visible"/>
                                      </p:to>
                                    </p:set>
                                    <p:animEffect transition="in" filter="blinds(horizontal)">
                                      <p:cBhvr>
                                        <p:cTn id="18" dur="500"/>
                                        <p:tgtEl>
                                          <p:spTgt spid="38"/>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42"/>
                                        </p:tgtEl>
                                        <p:attrNameLst>
                                          <p:attrName>style.visibility</p:attrName>
                                        </p:attrNameLst>
                                      </p:cBhvr>
                                      <p:to>
                                        <p:strVal val="visible"/>
                                      </p:to>
                                    </p:set>
                                    <p:animEffect transition="in" filter="blinds(horizontal)">
                                      <p:cBhvr>
                                        <p:cTn id="23" dur="500"/>
                                        <p:tgtEl>
                                          <p:spTgt spid="42"/>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blinds(horizontal)">
                                      <p:cBhvr>
                                        <p:cTn id="28" dur="500"/>
                                        <p:tgtEl>
                                          <p:spTgt spid="3"/>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54"/>
                                        </p:tgtEl>
                                        <p:attrNameLst>
                                          <p:attrName>style.visibility</p:attrName>
                                        </p:attrNameLst>
                                      </p:cBhvr>
                                      <p:to>
                                        <p:strVal val="visible"/>
                                      </p:to>
                                    </p:set>
                                    <p:animEffect transition="in" filter="blinds(horizontal)">
                                      <p:cBhvr>
                                        <p:cTn id="31" dur="500"/>
                                        <p:tgtEl>
                                          <p:spTgt spid="54"/>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62"/>
                                        </p:tgtEl>
                                        <p:attrNameLst>
                                          <p:attrName>style.visibility</p:attrName>
                                        </p:attrNameLst>
                                      </p:cBhvr>
                                      <p:to>
                                        <p:strVal val="visible"/>
                                      </p:to>
                                    </p:set>
                                    <p:animEffect transition="in" filter="blinds(horizontal)">
                                      <p:cBhvr>
                                        <p:cTn id="34" dur="500"/>
                                        <p:tgtEl>
                                          <p:spTgt spid="62"/>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nodeType="clickEffect">
                                  <p:stCondLst>
                                    <p:cond delay="0"/>
                                  </p:stCondLst>
                                  <p:childTnLst>
                                    <p:set>
                                      <p:cBhvr>
                                        <p:cTn id="38" dur="1" fill="hold">
                                          <p:stCondLst>
                                            <p:cond delay="0"/>
                                          </p:stCondLst>
                                        </p:cTn>
                                        <p:tgtEl>
                                          <p:spTgt spid="45"/>
                                        </p:tgtEl>
                                        <p:attrNameLst>
                                          <p:attrName>style.visibility</p:attrName>
                                        </p:attrNameLst>
                                      </p:cBhvr>
                                      <p:to>
                                        <p:strVal val="visible"/>
                                      </p:to>
                                    </p:set>
                                    <p:animEffect transition="in" filter="blinds(horizontal)">
                                      <p:cBhvr>
                                        <p:cTn id="39" dur="500"/>
                                        <p:tgtEl>
                                          <p:spTgt spid="45"/>
                                        </p:tgtEl>
                                      </p:cBhvr>
                                    </p:animEffect>
                                  </p:childTnLst>
                                </p:cTn>
                              </p:par>
                              <p:par>
                                <p:cTn id="40" presetID="3" presetClass="entr" presetSubtype="10" fill="hold" grpId="0" nodeType="withEffect">
                                  <p:stCondLst>
                                    <p:cond delay="0"/>
                                  </p:stCondLst>
                                  <p:childTnLst>
                                    <p:set>
                                      <p:cBhvr>
                                        <p:cTn id="41" dur="1" fill="hold">
                                          <p:stCondLst>
                                            <p:cond delay="0"/>
                                          </p:stCondLst>
                                        </p:cTn>
                                        <p:tgtEl>
                                          <p:spTgt spid="52"/>
                                        </p:tgtEl>
                                        <p:attrNameLst>
                                          <p:attrName>style.visibility</p:attrName>
                                        </p:attrNameLst>
                                      </p:cBhvr>
                                      <p:to>
                                        <p:strVal val="visible"/>
                                      </p:to>
                                    </p:set>
                                    <p:animEffect transition="in" filter="blinds(horizontal)">
                                      <p:cBhvr>
                                        <p:cTn id="42" dur="500"/>
                                        <p:tgtEl>
                                          <p:spTgt spid="52"/>
                                        </p:tgtEl>
                                      </p:cBhvr>
                                    </p:animEffect>
                                  </p:childTnLst>
                                </p:cTn>
                              </p:par>
                              <p:par>
                                <p:cTn id="43" presetID="3" presetClass="entr" presetSubtype="10" fill="hold" nodeType="withEffect">
                                  <p:stCondLst>
                                    <p:cond delay="0"/>
                                  </p:stCondLst>
                                  <p:childTnLst>
                                    <p:set>
                                      <p:cBhvr>
                                        <p:cTn id="44" dur="1" fill="hold">
                                          <p:stCondLst>
                                            <p:cond delay="0"/>
                                          </p:stCondLst>
                                        </p:cTn>
                                        <p:tgtEl>
                                          <p:spTgt spid="48"/>
                                        </p:tgtEl>
                                        <p:attrNameLst>
                                          <p:attrName>style.visibility</p:attrName>
                                        </p:attrNameLst>
                                      </p:cBhvr>
                                      <p:to>
                                        <p:strVal val="visible"/>
                                      </p:to>
                                    </p:set>
                                    <p:animEffect transition="in" filter="blinds(horizontal)">
                                      <p:cBhvr>
                                        <p:cTn id="45" dur="1000"/>
                                        <p:tgtEl>
                                          <p:spTgt spid="48"/>
                                        </p:tgtEl>
                                      </p:cBhvr>
                                    </p:animEffect>
                                  </p:childTnLst>
                                </p:cTn>
                              </p:par>
                              <p:par>
                                <p:cTn id="46" presetID="3" presetClass="entr" presetSubtype="10" fill="hold" grpId="0" nodeType="withEffect">
                                  <p:stCondLst>
                                    <p:cond delay="0"/>
                                  </p:stCondLst>
                                  <p:childTnLst>
                                    <p:set>
                                      <p:cBhvr>
                                        <p:cTn id="47" dur="1" fill="hold">
                                          <p:stCondLst>
                                            <p:cond delay="0"/>
                                          </p:stCondLst>
                                        </p:cTn>
                                        <p:tgtEl>
                                          <p:spTgt spid="61"/>
                                        </p:tgtEl>
                                        <p:attrNameLst>
                                          <p:attrName>style.visibility</p:attrName>
                                        </p:attrNameLst>
                                      </p:cBhvr>
                                      <p:to>
                                        <p:strVal val="visible"/>
                                      </p:to>
                                    </p:set>
                                    <p:animEffect transition="in" filter="blinds(horizontal)">
                                      <p:cBhvr>
                                        <p:cTn id="48"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4" grpId="0" animBg="1"/>
      <p:bldP spid="61" grpId="0"/>
      <p:bldP spid="62" grpId="0"/>
      <p:bldP spid="37" grpId="0" animBg="1"/>
      <p:bldP spid="38" grpId="0"/>
      <p:bldP spid="42"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7394" name="Group 2"/>
          <p:cNvGrpSpPr>
            <a:grpSpLocks/>
          </p:cNvGrpSpPr>
          <p:nvPr/>
        </p:nvGrpSpPr>
        <p:grpSpPr bwMode="auto">
          <a:xfrm>
            <a:off x="2171702" y="1892300"/>
            <a:ext cx="2339975" cy="1358900"/>
            <a:chOff x="695" y="1288"/>
            <a:chExt cx="1474" cy="856"/>
          </a:xfrm>
        </p:grpSpPr>
        <p:sp>
          <p:nvSpPr>
            <p:cNvPr id="187395" name="AutoShape 3"/>
            <p:cNvSpPr>
              <a:spLocks noChangeArrowheads="1"/>
            </p:cNvSpPr>
            <p:nvPr/>
          </p:nvSpPr>
          <p:spPr bwMode="auto">
            <a:xfrm rot="19742203" flipV="1">
              <a:off x="695" y="1288"/>
              <a:ext cx="1474" cy="811"/>
            </a:xfrm>
            <a:prstGeom prst="parallelogram">
              <a:avLst>
                <a:gd name="adj" fmla="val 60205"/>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aphicFrame>
          <p:nvGraphicFramePr>
            <p:cNvPr id="187396" name="Object 4"/>
            <p:cNvGraphicFramePr>
              <a:graphicFrameLocks noChangeAspect="1"/>
            </p:cNvGraphicFramePr>
            <p:nvPr/>
          </p:nvGraphicFramePr>
          <p:xfrm>
            <a:off x="1290" y="1988"/>
            <a:ext cx="324" cy="156"/>
          </p:xfrm>
          <a:graphic>
            <a:graphicData uri="http://schemas.openxmlformats.org/presentationml/2006/ole">
              <mc:AlternateContent xmlns:mc="http://schemas.openxmlformats.org/markup-compatibility/2006">
                <mc:Choice xmlns:v="urn:schemas-microsoft-com:vml" Requires="v">
                  <p:oleObj name="CorelDRAW" r:id="rId3" imgW="668520" imgH="320400" progId="CorelDRAW.Graphic.11">
                    <p:embed/>
                  </p:oleObj>
                </mc:Choice>
                <mc:Fallback>
                  <p:oleObj name="CorelDRAW" r:id="rId3" imgW="668520" imgH="320400" progId="CorelDRAW.Graphic.11">
                    <p:embed/>
                    <p:pic>
                      <p:nvPicPr>
                        <p:cNvPr id="187396"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0" y="1988"/>
                          <a:ext cx="324" cy="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87397" name="Group 5"/>
          <p:cNvGrpSpPr>
            <a:grpSpLocks/>
          </p:cNvGrpSpPr>
          <p:nvPr/>
        </p:nvGrpSpPr>
        <p:grpSpPr bwMode="auto">
          <a:xfrm>
            <a:off x="1824040" y="1616077"/>
            <a:ext cx="1743075" cy="1135063"/>
            <a:chOff x="476" y="1114"/>
            <a:chExt cx="1098" cy="715"/>
          </a:xfrm>
        </p:grpSpPr>
        <p:sp>
          <p:nvSpPr>
            <p:cNvPr id="187398" name="Text Box 6"/>
            <p:cNvSpPr txBox="1">
              <a:spLocks noChangeArrowheads="1"/>
            </p:cNvSpPr>
            <p:nvPr/>
          </p:nvSpPr>
          <p:spPr bwMode="auto">
            <a:xfrm>
              <a:off x="476" y="1656"/>
              <a:ext cx="185"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200">
                  <a:latin typeface="Times New Roman" panose="02020603050405020304" pitchFamily="18" charset="0"/>
                </a:rPr>
                <a:t>X</a:t>
              </a:r>
            </a:p>
          </p:txBody>
        </p:sp>
        <p:sp>
          <p:nvSpPr>
            <p:cNvPr id="187399" name="Text Box 7"/>
            <p:cNvSpPr txBox="1">
              <a:spLocks noChangeArrowheads="1"/>
            </p:cNvSpPr>
            <p:nvPr/>
          </p:nvSpPr>
          <p:spPr bwMode="auto">
            <a:xfrm>
              <a:off x="1389" y="1114"/>
              <a:ext cx="185"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200">
                  <a:latin typeface="Times New Roman" panose="02020603050405020304" pitchFamily="18" charset="0"/>
                </a:rPr>
                <a:t>Y</a:t>
              </a:r>
            </a:p>
          </p:txBody>
        </p:sp>
      </p:grpSp>
      <p:grpSp>
        <p:nvGrpSpPr>
          <p:cNvPr id="187400" name="Group 8"/>
          <p:cNvGrpSpPr>
            <a:grpSpLocks/>
          </p:cNvGrpSpPr>
          <p:nvPr/>
        </p:nvGrpSpPr>
        <p:grpSpPr bwMode="auto">
          <a:xfrm>
            <a:off x="1970089" y="228602"/>
            <a:ext cx="1374775" cy="2339975"/>
            <a:chOff x="568" y="240"/>
            <a:chExt cx="866" cy="1474"/>
          </a:xfrm>
        </p:grpSpPr>
        <p:sp>
          <p:nvSpPr>
            <p:cNvPr id="187401" name="AutoShape 9"/>
            <p:cNvSpPr>
              <a:spLocks noChangeArrowheads="1"/>
            </p:cNvSpPr>
            <p:nvPr/>
          </p:nvSpPr>
          <p:spPr bwMode="auto">
            <a:xfrm rot="5400000" flipV="1">
              <a:off x="280" y="560"/>
              <a:ext cx="1474" cy="834"/>
            </a:xfrm>
            <a:prstGeom prst="parallelogram">
              <a:avLst>
                <a:gd name="adj" fmla="val 58545"/>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87402" name="Text Box 10"/>
            <p:cNvSpPr txBox="1">
              <a:spLocks noChangeArrowheads="1"/>
            </p:cNvSpPr>
            <p:nvPr/>
          </p:nvSpPr>
          <p:spPr bwMode="auto">
            <a:xfrm rot="19883616">
              <a:off x="568" y="630"/>
              <a:ext cx="32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i="1">
                  <a:latin typeface="Times New Roman" panose="02020603050405020304" pitchFamily="18" charset="0"/>
                </a:rPr>
                <a:t>V.P.</a:t>
              </a:r>
            </a:p>
          </p:txBody>
        </p:sp>
      </p:grpSp>
      <p:sp>
        <p:nvSpPr>
          <p:cNvPr id="187403" name="Line 11"/>
          <p:cNvSpPr>
            <a:spLocks noChangeShapeType="1"/>
          </p:cNvSpPr>
          <p:nvPr/>
        </p:nvSpPr>
        <p:spPr bwMode="auto">
          <a:xfrm>
            <a:off x="3543300" y="304802"/>
            <a:ext cx="0" cy="39687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87404" name="Line 12"/>
          <p:cNvSpPr>
            <a:spLocks noChangeShapeType="1"/>
          </p:cNvSpPr>
          <p:nvPr/>
        </p:nvSpPr>
        <p:spPr bwMode="auto">
          <a:xfrm flipH="1" flipV="1">
            <a:off x="4006852" y="2019300"/>
            <a:ext cx="398463" cy="19843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nvGrpSpPr>
          <p:cNvPr id="187405" name="Group 13"/>
          <p:cNvGrpSpPr>
            <a:grpSpLocks/>
          </p:cNvGrpSpPr>
          <p:nvPr/>
        </p:nvGrpSpPr>
        <p:grpSpPr bwMode="auto">
          <a:xfrm>
            <a:off x="1801815" y="3524250"/>
            <a:ext cx="2693987" cy="3028950"/>
            <a:chOff x="2296" y="96"/>
            <a:chExt cx="1697" cy="1908"/>
          </a:xfrm>
        </p:grpSpPr>
        <p:sp>
          <p:nvSpPr>
            <p:cNvPr id="187406" name="AutoShape 14"/>
            <p:cNvSpPr>
              <a:spLocks noChangeArrowheads="1"/>
            </p:cNvSpPr>
            <p:nvPr/>
          </p:nvSpPr>
          <p:spPr bwMode="auto">
            <a:xfrm rot="19742203" flipV="1">
              <a:off x="2519" y="1148"/>
              <a:ext cx="1474" cy="811"/>
            </a:xfrm>
            <a:prstGeom prst="parallelogram">
              <a:avLst>
                <a:gd name="adj" fmla="val 60205"/>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aphicFrame>
          <p:nvGraphicFramePr>
            <p:cNvPr id="187407" name="Object 15"/>
            <p:cNvGraphicFramePr>
              <a:graphicFrameLocks noChangeAspect="1"/>
            </p:cNvGraphicFramePr>
            <p:nvPr/>
          </p:nvGraphicFramePr>
          <p:xfrm>
            <a:off x="3118" y="1848"/>
            <a:ext cx="324" cy="156"/>
          </p:xfrm>
          <a:graphic>
            <a:graphicData uri="http://schemas.openxmlformats.org/presentationml/2006/ole">
              <mc:AlternateContent xmlns:mc="http://schemas.openxmlformats.org/markup-compatibility/2006">
                <mc:Choice xmlns:v="urn:schemas-microsoft-com:vml" Requires="v">
                  <p:oleObj name="CorelDRAW" r:id="rId5" imgW="668520" imgH="320400" progId="CorelDRAW.Graphic.11">
                    <p:embed/>
                  </p:oleObj>
                </mc:Choice>
                <mc:Fallback>
                  <p:oleObj name="CorelDRAW" r:id="rId5" imgW="668520" imgH="320400" progId="CorelDRAW.Graphic.11">
                    <p:embed/>
                    <p:pic>
                      <p:nvPicPr>
                        <p:cNvPr id="187407"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18" y="1848"/>
                          <a:ext cx="324" cy="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87408" name="Group 16"/>
            <p:cNvGrpSpPr>
              <a:grpSpLocks/>
            </p:cNvGrpSpPr>
            <p:nvPr/>
          </p:nvGrpSpPr>
          <p:grpSpPr bwMode="auto">
            <a:xfrm>
              <a:off x="2296" y="964"/>
              <a:ext cx="1098" cy="735"/>
              <a:chOff x="2300" y="954"/>
              <a:chExt cx="1098" cy="735"/>
            </a:xfrm>
          </p:grpSpPr>
          <p:sp>
            <p:nvSpPr>
              <p:cNvPr id="187409" name="Text Box 17"/>
              <p:cNvSpPr txBox="1">
                <a:spLocks noChangeArrowheads="1"/>
              </p:cNvSpPr>
              <p:nvPr/>
            </p:nvSpPr>
            <p:spPr bwMode="auto">
              <a:xfrm>
                <a:off x="2300" y="1516"/>
                <a:ext cx="185"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200">
                    <a:latin typeface="Times New Roman" panose="02020603050405020304" pitchFamily="18" charset="0"/>
                  </a:rPr>
                  <a:t>X</a:t>
                </a:r>
              </a:p>
            </p:txBody>
          </p:sp>
          <p:sp>
            <p:nvSpPr>
              <p:cNvPr id="187410" name="Text Box 18"/>
              <p:cNvSpPr txBox="1">
                <a:spLocks noChangeArrowheads="1"/>
              </p:cNvSpPr>
              <p:nvPr/>
            </p:nvSpPr>
            <p:spPr bwMode="auto">
              <a:xfrm>
                <a:off x="3213" y="954"/>
                <a:ext cx="185"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200">
                    <a:latin typeface="Times New Roman" panose="02020603050405020304" pitchFamily="18" charset="0"/>
                  </a:rPr>
                  <a:t>Y</a:t>
                </a:r>
              </a:p>
            </p:txBody>
          </p:sp>
        </p:grpSp>
        <p:sp>
          <p:nvSpPr>
            <p:cNvPr id="187411" name="AutoShape 19"/>
            <p:cNvSpPr>
              <a:spLocks noChangeArrowheads="1"/>
            </p:cNvSpPr>
            <p:nvPr/>
          </p:nvSpPr>
          <p:spPr bwMode="auto">
            <a:xfrm rot="5400000" flipV="1">
              <a:off x="2100" y="416"/>
              <a:ext cx="1474" cy="834"/>
            </a:xfrm>
            <a:prstGeom prst="parallelogram">
              <a:avLst>
                <a:gd name="adj" fmla="val 58545"/>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87412" name="Text Box 20"/>
            <p:cNvSpPr txBox="1">
              <a:spLocks noChangeArrowheads="1"/>
            </p:cNvSpPr>
            <p:nvPr/>
          </p:nvSpPr>
          <p:spPr bwMode="auto">
            <a:xfrm rot="19883616">
              <a:off x="2406" y="505"/>
              <a:ext cx="32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i="1" dirty="0">
                  <a:latin typeface="Times New Roman" panose="02020603050405020304" pitchFamily="18" charset="0"/>
                </a:rPr>
                <a:t>V.P.</a:t>
              </a:r>
            </a:p>
          </p:txBody>
        </p:sp>
      </p:grpSp>
      <p:grpSp>
        <p:nvGrpSpPr>
          <p:cNvPr id="187413" name="Group 21"/>
          <p:cNvGrpSpPr>
            <a:grpSpLocks/>
          </p:cNvGrpSpPr>
          <p:nvPr/>
        </p:nvGrpSpPr>
        <p:grpSpPr bwMode="auto">
          <a:xfrm>
            <a:off x="3130552" y="4652965"/>
            <a:ext cx="695325" cy="1455737"/>
            <a:chOff x="3133" y="807"/>
            <a:chExt cx="438" cy="917"/>
          </a:xfrm>
        </p:grpSpPr>
        <p:sp>
          <p:nvSpPr>
            <p:cNvPr id="187414" name="Line 22"/>
            <p:cNvSpPr>
              <a:spLocks noChangeShapeType="1"/>
            </p:cNvSpPr>
            <p:nvPr/>
          </p:nvSpPr>
          <p:spPr bwMode="auto">
            <a:xfrm>
              <a:off x="3133" y="1056"/>
              <a:ext cx="0" cy="668"/>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endParaRPr lang="en-IN"/>
            </a:p>
          </p:txBody>
        </p:sp>
        <p:sp>
          <p:nvSpPr>
            <p:cNvPr id="187415" name="Line 23"/>
            <p:cNvSpPr>
              <a:spLocks noChangeShapeType="1"/>
            </p:cNvSpPr>
            <p:nvPr/>
          </p:nvSpPr>
          <p:spPr bwMode="auto">
            <a:xfrm>
              <a:off x="3571" y="807"/>
              <a:ext cx="0" cy="625"/>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endParaRPr lang="en-IN"/>
            </a:p>
          </p:txBody>
        </p:sp>
        <p:sp>
          <p:nvSpPr>
            <p:cNvPr id="187416" name="Line 24"/>
            <p:cNvSpPr>
              <a:spLocks noChangeShapeType="1"/>
            </p:cNvSpPr>
            <p:nvPr/>
          </p:nvSpPr>
          <p:spPr bwMode="auto">
            <a:xfrm>
              <a:off x="3133" y="1200"/>
              <a:ext cx="0" cy="8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87417" name="Line 25"/>
            <p:cNvSpPr>
              <a:spLocks noChangeShapeType="1"/>
            </p:cNvSpPr>
            <p:nvPr/>
          </p:nvSpPr>
          <p:spPr bwMode="auto">
            <a:xfrm>
              <a:off x="3571" y="974"/>
              <a:ext cx="0" cy="12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187418" name="Line 26"/>
          <p:cNvSpPr>
            <a:spLocks noChangeShapeType="1"/>
          </p:cNvSpPr>
          <p:nvPr/>
        </p:nvSpPr>
        <p:spPr bwMode="auto">
          <a:xfrm>
            <a:off x="3527425" y="3857627"/>
            <a:ext cx="0" cy="39687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nvGrpSpPr>
          <p:cNvPr id="187419" name="Group 27"/>
          <p:cNvGrpSpPr>
            <a:grpSpLocks/>
          </p:cNvGrpSpPr>
          <p:nvPr/>
        </p:nvGrpSpPr>
        <p:grpSpPr bwMode="auto">
          <a:xfrm>
            <a:off x="2287588" y="5257802"/>
            <a:ext cx="1522412" cy="796925"/>
            <a:chOff x="2633" y="1202"/>
            <a:chExt cx="959" cy="502"/>
          </a:xfrm>
        </p:grpSpPr>
        <p:sp>
          <p:nvSpPr>
            <p:cNvPr id="187420" name="Line 28"/>
            <p:cNvSpPr>
              <a:spLocks noChangeShapeType="1"/>
            </p:cNvSpPr>
            <p:nvPr/>
          </p:nvSpPr>
          <p:spPr bwMode="auto">
            <a:xfrm>
              <a:off x="2633" y="1454"/>
              <a:ext cx="500" cy="250"/>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endParaRPr lang="en-IN"/>
            </a:p>
          </p:txBody>
        </p:sp>
        <p:sp>
          <p:nvSpPr>
            <p:cNvPr id="187421" name="Line 29"/>
            <p:cNvSpPr>
              <a:spLocks noChangeShapeType="1"/>
            </p:cNvSpPr>
            <p:nvPr/>
          </p:nvSpPr>
          <p:spPr bwMode="auto">
            <a:xfrm rot="331653">
              <a:off x="3060" y="1202"/>
              <a:ext cx="532" cy="204"/>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endParaRPr lang="en-IN"/>
            </a:p>
          </p:txBody>
        </p:sp>
      </p:grpSp>
      <p:grpSp>
        <p:nvGrpSpPr>
          <p:cNvPr id="187422" name="Group 30"/>
          <p:cNvGrpSpPr>
            <a:grpSpLocks/>
          </p:cNvGrpSpPr>
          <p:nvPr/>
        </p:nvGrpSpPr>
        <p:grpSpPr bwMode="auto">
          <a:xfrm>
            <a:off x="2336800" y="4387850"/>
            <a:ext cx="698500" cy="1282700"/>
            <a:chOff x="2633" y="640"/>
            <a:chExt cx="440" cy="808"/>
          </a:xfrm>
        </p:grpSpPr>
        <p:sp>
          <p:nvSpPr>
            <p:cNvPr id="187423" name="Line 31"/>
            <p:cNvSpPr>
              <a:spLocks noChangeShapeType="1"/>
            </p:cNvSpPr>
            <p:nvPr/>
          </p:nvSpPr>
          <p:spPr bwMode="auto">
            <a:xfrm>
              <a:off x="3073" y="640"/>
              <a:ext cx="0" cy="542"/>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endParaRPr lang="en-IN"/>
            </a:p>
          </p:txBody>
        </p:sp>
        <p:sp>
          <p:nvSpPr>
            <p:cNvPr id="187424" name="Line 32"/>
            <p:cNvSpPr>
              <a:spLocks noChangeShapeType="1"/>
            </p:cNvSpPr>
            <p:nvPr/>
          </p:nvSpPr>
          <p:spPr bwMode="auto">
            <a:xfrm>
              <a:off x="2633" y="864"/>
              <a:ext cx="0" cy="584"/>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endParaRPr lang="en-IN"/>
            </a:p>
          </p:txBody>
        </p:sp>
      </p:grpSp>
      <p:grpSp>
        <p:nvGrpSpPr>
          <p:cNvPr id="187425" name="Group 33"/>
          <p:cNvGrpSpPr>
            <a:grpSpLocks/>
          </p:cNvGrpSpPr>
          <p:nvPr/>
        </p:nvGrpSpPr>
        <p:grpSpPr bwMode="auto">
          <a:xfrm>
            <a:off x="2106615" y="4178301"/>
            <a:ext cx="1150938" cy="925513"/>
            <a:chOff x="2488" y="508"/>
            <a:chExt cx="725" cy="583"/>
          </a:xfrm>
        </p:grpSpPr>
        <p:sp>
          <p:nvSpPr>
            <p:cNvPr id="187426" name="Text Box 34"/>
            <p:cNvSpPr txBox="1">
              <a:spLocks noChangeArrowheads="1"/>
            </p:cNvSpPr>
            <p:nvPr/>
          </p:nvSpPr>
          <p:spPr bwMode="auto">
            <a:xfrm>
              <a:off x="3016" y="508"/>
              <a:ext cx="19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200" dirty="0">
                  <a:latin typeface="Times New Roman" panose="02020603050405020304" pitchFamily="18" charset="0"/>
                </a:rPr>
                <a:t>b</a:t>
              </a:r>
              <a:r>
                <a:rPr lang="en-US" altLang="en-US" sz="1200" dirty="0">
                  <a:latin typeface="Arial" panose="020B0604020202020204" pitchFamily="34" charset="0"/>
                </a:rPr>
                <a:t>´</a:t>
              </a:r>
            </a:p>
            <a:p>
              <a:pPr eaLnBrk="1" hangingPunct="1"/>
              <a:endParaRPr lang="en-US" altLang="en-US" sz="1200" dirty="0">
                <a:latin typeface="Times New Roman" panose="02020603050405020304" pitchFamily="18" charset="0"/>
              </a:endParaRPr>
            </a:p>
          </p:txBody>
        </p:sp>
        <p:sp>
          <p:nvSpPr>
            <p:cNvPr id="187427" name="Text Box 35"/>
            <p:cNvSpPr txBox="1">
              <a:spLocks noChangeArrowheads="1"/>
            </p:cNvSpPr>
            <p:nvPr/>
          </p:nvSpPr>
          <p:spPr bwMode="auto">
            <a:xfrm>
              <a:off x="2488" y="800"/>
              <a:ext cx="192"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200" dirty="0">
                  <a:latin typeface="Times New Roman" panose="02020603050405020304" pitchFamily="18" charset="0"/>
                </a:rPr>
                <a:t>a</a:t>
              </a:r>
              <a:r>
                <a:rPr lang="en-US" altLang="en-US" sz="1200" dirty="0">
                  <a:latin typeface="Arial" panose="020B0604020202020204" pitchFamily="34" charset="0"/>
                </a:rPr>
                <a:t>´</a:t>
              </a:r>
            </a:p>
            <a:p>
              <a:pPr eaLnBrk="1" hangingPunct="1"/>
              <a:endParaRPr lang="en-US" altLang="en-US" sz="1200" dirty="0">
                <a:latin typeface="Times New Roman" panose="02020603050405020304" pitchFamily="18" charset="0"/>
              </a:endParaRPr>
            </a:p>
          </p:txBody>
        </p:sp>
      </p:grpSp>
      <p:grpSp>
        <p:nvGrpSpPr>
          <p:cNvPr id="187428" name="Group 36"/>
          <p:cNvGrpSpPr>
            <a:grpSpLocks/>
          </p:cNvGrpSpPr>
          <p:nvPr/>
        </p:nvGrpSpPr>
        <p:grpSpPr bwMode="auto">
          <a:xfrm>
            <a:off x="2919413" y="5468938"/>
            <a:ext cx="1128712" cy="779462"/>
            <a:chOff x="704" y="2709"/>
            <a:chExt cx="711" cy="491"/>
          </a:xfrm>
        </p:grpSpPr>
        <p:sp>
          <p:nvSpPr>
            <p:cNvPr id="187429" name="Text Box 37"/>
            <p:cNvSpPr txBox="1">
              <a:spLocks noChangeArrowheads="1"/>
            </p:cNvSpPr>
            <p:nvPr/>
          </p:nvSpPr>
          <p:spPr bwMode="auto">
            <a:xfrm>
              <a:off x="1251" y="2709"/>
              <a:ext cx="164"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200">
                  <a:latin typeface="Times New Roman" panose="02020603050405020304" pitchFamily="18" charset="0"/>
                </a:rPr>
                <a:t>b</a:t>
              </a:r>
            </a:p>
          </p:txBody>
        </p:sp>
        <p:sp>
          <p:nvSpPr>
            <p:cNvPr id="187430" name="Text Box 38"/>
            <p:cNvSpPr txBox="1">
              <a:spLocks noChangeArrowheads="1"/>
            </p:cNvSpPr>
            <p:nvPr/>
          </p:nvSpPr>
          <p:spPr bwMode="auto">
            <a:xfrm>
              <a:off x="704" y="3027"/>
              <a:ext cx="159"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200">
                  <a:latin typeface="Times New Roman" panose="02020603050405020304" pitchFamily="18" charset="0"/>
                </a:rPr>
                <a:t>a</a:t>
              </a:r>
            </a:p>
          </p:txBody>
        </p:sp>
      </p:grpSp>
      <p:sp>
        <p:nvSpPr>
          <p:cNvPr id="187431" name="Line 39"/>
          <p:cNvSpPr>
            <a:spLocks noChangeShapeType="1"/>
          </p:cNvSpPr>
          <p:nvPr/>
        </p:nvSpPr>
        <p:spPr bwMode="auto">
          <a:xfrm flipH="1" flipV="1">
            <a:off x="3990977" y="5314950"/>
            <a:ext cx="398463" cy="19843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87432" name="Text Box 40"/>
          <p:cNvSpPr txBox="1">
            <a:spLocks noChangeArrowheads="1"/>
          </p:cNvSpPr>
          <p:nvPr/>
        </p:nvSpPr>
        <p:spPr bwMode="auto">
          <a:xfrm rot="-1705603">
            <a:off x="2463019" y="4310472"/>
            <a:ext cx="41113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200" i="1">
                <a:latin typeface="Times New Roman" panose="02020603050405020304" pitchFamily="18" charset="0"/>
              </a:rPr>
              <a:t>F.V.</a:t>
            </a:r>
          </a:p>
        </p:txBody>
      </p:sp>
      <p:sp>
        <p:nvSpPr>
          <p:cNvPr id="187433" name="Line 41"/>
          <p:cNvSpPr>
            <a:spLocks noChangeShapeType="1"/>
          </p:cNvSpPr>
          <p:nvPr/>
        </p:nvSpPr>
        <p:spPr bwMode="auto">
          <a:xfrm rot="344722" flipV="1">
            <a:off x="3148015" y="5595940"/>
            <a:ext cx="661987" cy="5302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87434" name="Text Box 42"/>
          <p:cNvSpPr txBox="1">
            <a:spLocks noChangeArrowheads="1"/>
          </p:cNvSpPr>
          <p:nvPr/>
        </p:nvSpPr>
        <p:spPr bwMode="auto">
          <a:xfrm rot="-2376151">
            <a:off x="3410447" y="5786847"/>
            <a:ext cx="43556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200">
                <a:latin typeface="Times New Roman" panose="02020603050405020304" pitchFamily="18" charset="0"/>
              </a:rPr>
              <a:t>T.V.</a:t>
            </a:r>
          </a:p>
        </p:txBody>
      </p:sp>
      <p:sp>
        <p:nvSpPr>
          <p:cNvPr id="187435" name="Line 43"/>
          <p:cNvSpPr>
            <a:spLocks noChangeShapeType="1"/>
          </p:cNvSpPr>
          <p:nvPr/>
        </p:nvSpPr>
        <p:spPr bwMode="auto">
          <a:xfrm>
            <a:off x="3506788" y="946150"/>
            <a:ext cx="0" cy="1035050"/>
          </a:xfrm>
          <a:prstGeom prst="line">
            <a:avLst/>
          </a:prstGeom>
          <a:noFill/>
          <a:ln w="28575">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87436" name="Line 44"/>
          <p:cNvSpPr>
            <a:spLocks noChangeShapeType="1"/>
          </p:cNvSpPr>
          <p:nvPr/>
        </p:nvSpPr>
        <p:spPr bwMode="auto">
          <a:xfrm>
            <a:off x="2854325" y="628650"/>
            <a:ext cx="0" cy="104775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87437" name="Oval 45"/>
          <p:cNvSpPr>
            <a:spLocks noChangeArrowheads="1"/>
          </p:cNvSpPr>
          <p:nvPr/>
        </p:nvSpPr>
        <p:spPr bwMode="auto">
          <a:xfrm>
            <a:off x="3462338" y="233045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87438" name="Oval 46"/>
          <p:cNvSpPr>
            <a:spLocks noChangeArrowheads="1"/>
          </p:cNvSpPr>
          <p:nvPr/>
        </p:nvSpPr>
        <p:spPr bwMode="auto">
          <a:xfrm>
            <a:off x="2808288" y="16383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87439" name="Oval 47"/>
          <p:cNvSpPr>
            <a:spLocks noChangeArrowheads="1"/>
          </p:cNvSpPr>
          <p:nvPr/>
        </p:nvSpPr>
        <p:spPr bwMode="auto">
          <a:xfrm>
            <a:off x="2808288" y="6096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nvGrpSpPr>
          <p:cNvPr id="187440" name="Group 48"/>
          <p:cNvGrpSpPr>
            <a:grpSpLocks/>
          </p:cNvGrpSpPr>
          <p:nvPr/>
        </p:nvGrpSpPr>
        <p:grpSpPr bwMode="auto">
          <a:xfrm>
            <a:off x="2827338" y="657225"/>
            <a:ext cx="685800" cy="1316038"/>
            <a:chOff x="1108" y="510"/>
            <a:chExt cx="432" cy="829"/>
          </a:xfrm>
        </p:grpSpPr>
        <p:sp>
          <p:nvSpPr>
            <p:cNvPr id="187441" name="Line 49"/>
            <p:cNvSpPr>
              <a:spLocks noChangeShapeType="1"/>
            </p:cNvSpPr>
            <p:nvPr/>
          </p:nvSpPr>
          <p:spPr bwMode="auto">
            <a:xfrm flipH="1" flipV="1">
              <a:off x="1108" y="510"/>
              <a:ext cx="432" cy="192"/>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endParaRPr lang="en-IN"/>
            </a:p>
          </p:txBody>
        </p:sp>
        <p:sp>
          <p:nvSpPr>
            <p:cNvPr id="187442" name="Line 50"/>
            <p:cNvSpPr>
              <a:spLocks noChangeShapeType="1"/>
            </p:cNvSpPr>
            <p:nvPr/>
          </p:nvSpPr>
          <p:spPr bwMode="auto">
            <a:xfrm flipH="1" flipV="1">
              <a:off x="1108" y="1147"/>
              <a:ext cx="432" cy="192"/>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endParaRPr lang="en-IN"/>
            </a:p>
          </p:txBody>
        </p:sp>
        <p:sp>
          <p:nvSpPr>
            <p:cNvPr id="187443" name="Line 51"/>
            <p:cNvSpPr>
              <a:spLocks noChangeShapeType="1"/>
            </p:cNvSpPr>
            <p:nvPr/>
          </p:nvSpPr>
          <p:spPr bwMode="auto">
            <a:xfrm flipH="1" flipV="1">
              <a:off x="1296" y="588"/>
              <a:ext cx="96" cy="4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87444" name="Line 52"/>
            <p:cNvSpPr>
              <a:spLocks noChangeShapeType="1"/>
            </p:cNvSpPr>
            <p:nvPr/>
          </p:nvSpPr>
          <p:spPr bwMode="auto">
            <a:xfrm flipH="1" flipV="1">
              <a:off x="1296" y="1228"/>
              <a:ext cx="96" cy="4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187445" name="Line 53"/>
          <p:cNvSpPr>
            <a:spLocks noChangeShapeType="1"/>
          </p:cNvSpPr>
          <p:nvPr/>
        </p:nvSpPr>
        <p:spPr bwMode="auto">
          <a:xfrm>
            <a:off x="2846388" y="1600200"/>
            <a:ext cx="0" cy="45720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87446" name="Line 54"/>
          <p:cNvSpPr>
            <a:spLocks noChangeShapeType="1"/>
          </p:cNvSpPr>
          <p:nvPr/>
        </p:nvSpPr>
        <p:spPr bwMode="auto">
          <a:xfrm>
            <a:off x="2840038" y="2076450"/>
            <a:ext cx="685800" cy="30480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nvGrpSpPr>
          <p:cNvPr id="187447" name="Group 55"/>
          <p:cNvGrpSpPr>
            <a:grpSpLocks/>
          </p:cNvGrpSpPr>
          <p:nvPr/>
        </p:nvGrpSpPr>
        <p:grpSpPr bwMode="auto">
          <a:xfrm>
            <a:off x="3498850" y="1905000"/>
            <a:ext cx="7938" cy="457200"/>
            <a:chOff x="1531" y="1296"/>
            <a:chExt cx="5" cy="288"/>
          </a:xfrm>
        </p:grpSpPr>
        <p:sp>
          <p:nvSpPr>
            <p:cNvPr id="187448" name="Line 56"/>
            <p:cNvSpPr>
              <a:spLocks noChangeShapeType="1"/>
            </p:cNvSpPr>
            <p:nvPr/>
          </p:nvSpPr>
          <p:spPr bwMode="auto">
            <a:xfrm>
              <a:off x="1531" y="1296"/>
              <a:ext cx="0" cy="28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87449" name="Line 57"/>
            <p:cNvSpPr>
              <a:spLocks noChangeShapeType="1"/>
            </p:cNvSpPr>
            <p:nvPr/>
          </p:nvSpPr>
          <p:spPr bwMode="auto">
            <a:xfrm>
              <a:off x="1536" y="1384"/>
              <a:ext cx="0" cy="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187450" name="Rectangle 58"/>
          <p:cNvSpPr>
            <a:spLocks noChangeArrowheads="1"/>
          </p:cNvSpPr>
          <p:nvPr/>
        </p:nvSpPr>
        <p:spPr bwMode="auto">
          <a:xfrm>
            <a:off x="3462338" y="2222500"/>
            <a:ext cx="47160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200" dirty="0">
                <a:latin typeface="Times New Roman" panose="02020603050405020304" pitchFamily="18" charset="0"/>
              </a:rPr>
              <a:t>a (b)</a:t>
            </a:r>
          </a:p>
        </p:txBody>
      </p:sp>
      <p:grpSp>
        <p:nvGrpSpPr>
          <p:cNvPr id="187451" name="Group 59"/>
          <p:cNvGrpSpPr>
            <a:grpSpLocks/>
          </p:cNvGrpSpPr>
          <p:nvPr/>
        </p:nvGrpSpPr>
        <p:grpSpPr bwMode="auto">
          <a:xfrm>
            <a:off x="2592390" y="533400"/>
            <a:ext cx="312738" cy="1414463"/>
            <a:chOff x="960" y="432"/>
            <a:chExt cx="197" cy="891"/>
          </a:xfrm>
        </p:grpSpPr>
        <p:sp>
          <p:nvSpPr>
            <p:cNvPr id="187452" name="Rectangle 60"/>
            <p:cNvSpPr>
              <a:spLocks noChangeArrowheads="1"/>
            </p:cNvSpPr>
            <p:nvPr/>
          </p:nvSpPr>
          <p:spPr bwMode="auto">
            <a:xfrm>
              <a:off x="960" y="432"/>
              <a:ext cx="192"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200" dirty="0">
                  <a:latin typeface="Times New Roman" panose="02020603050405020304" pitchFamily="18" charset="0"/>
                </a:rPr>
                <a:t>a</a:t>
              </a:r>
              <a:r>
                <a:rPr lang="en-US" altLang="en-US" sz="1200" dirty="0">
                  <a:latin typeface="Arial" panose="020B0604020202020204" pitchFamily="34" charset="0"/>
                </a:rPr>
                <a:t>´</a:t>
              </a:r>
            </a:p>
            <a:p>
              <a:pPr eaLnBrk="1" hangingPunct="1"/>
              <a:endParaRPr lang="en-US" altLang="en-US" sz="1200" dirty="0">
                <a:latin typeface="Times New Roman" panose="02020603050405020304" pitchFamily="18" charset="0"/>
              </a:endParaRPr>
            </a:p>
          </p:txBody>
        </p:sp>
        <p:sp>
          <p:nvSpPr>
            <p:cNvPr id="187453" name="Rectangle 61"/>
            <p:cNvSpPr>
              <a:spLocks noChangeArrowheads="1"/>
            </p:cNvSpPr>
            <p:nvPr/>
          </p:nvSpPr>
          <p:spPr bwMode="auto">
            <a:xfrm>
              <a:off x="960" y="1032"/>
              <a:ext cx="19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200" dirty="0">
                  <a:latin typeface="Times New Roman" panose="02020603050405020304" pitchFamily="18" charset="0"/>
                </a:rPr>
                <a:t>b</a:t>
              </a:r>
              <a:r>
                <a:rPr lang="en-US" altLang="en-US" sz="1200" dirty="0">
                  <a:latin typeface="Arial" panose="020B0604020202020204" pitchFamily="34" charset="0"/>
                </a:rPr>
                <a:t>´</a:t>
              </a:r>
            </a:p>
            <a:p>
              <a:pPr eaLnBrk="1" hangingPunct="1"/>
              <a:endParaRPr lang="en-US" altLang="en-US" sz="1200" dirty="0">
                <a:latin typeface="Times New Roman" panose="02020603050405020304" pitchFamily="18" charset="0"/>
              </a:endParaRPr>
            </a:p>
          </p:txBody>
        </p:sp>
      </p:grpSp>
      <p:grpSp>
        <p:nvGrpSpPr>
          <p:cNvPr id="187454" name="Group 62"/>
          <p:cNvGrpSpPr>
            <a:grpSpLocks/>
          </p:cNvGrpSpPr>
          <p:nvPr/>
        </p:nvGrpSpPr>
        <p:grpSpPr bwMode="auto">
          <a:xfrm>
            <a:off x="3430588" y="838200"/>
            <a:ext cx="323850" cy="1314450"/>
            <a:chOff x="1488" y="624"/>
            <a:chExt cx="204" cy="828"/>
          </a:xfrm>
        </p:grpSpPr>
        <p:sp>
          <p:nvSpPr>
            <p:cNvPr id="187455" name="Rectangle 63"/>
            <p:cNvSpPr>
              <a:spLocks noChangeArrowheads="1"/>
            </p:cNvSpPr>
            <p:nvPr/>
          </p:nvSpPr>
          <p:spPr bwMode="auto">
            <a:xfrm>
              <a:off x="1512" y="1279"/>
              <a:ext cx="18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200">
                  <a:latin typeface="Times New Roman" panose="02020603050405020304" pitchFamily="18" charset="0"/>
                </a:rPr>
                <a:t>B</a:t>
              </a:r>
            </a:p>
          </p:txBody>
        </p:sp>
        <p:sp>
          <p:nvSpPr>
            <p:cNvPr id="187456" name="Rectangle 64"/>
            <p:cNvSpPr>
              <a:spLocks noChangeArrowheads="1"/>
            </p:cNvSpPr>
            <p:nvPr/>
          </p:nvSpPr>
          <p:spPr bwMode="auto">
            <a:xfrm>
              <a:off x="1488" y="624"/>
              <a:ext cx="185"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200">
                  <a:latin typeface="Times New Roman" panose="02020603050405020304" pitchFamily="18" charset="0"/>
                </a:rPr>
                <a:t>A</a:t>
              </a:r>
            </a:p>
          </p:txBody>
        </p:sp>
      </p:grpSp>
      <p:sp>
        <p:nvSpPr>
          <p:cNvPr id="187457" name="Text Box 65"/>
          <p:cNvSpPr txBox="1">
            <a:spLocks noChangeArrowheads="1"/>
          </p:cNvSpPr>
          <p:nvPr/>
        </p:nvSpPr>
        <p:spPr bwMode="auto">
          <a:xfrm>
            <a:off x="3138488" y="2279650"/>
            <a:ext cx="38735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200">
                <a:latin typeface="Times New Roman" panose="02020603050405020304" pitchFamily="18" charset="0"/>
              </a:rPr>
              <a:t>TV</a:t>
            </a:r>
          </a:p>
        </p:txBody>
      </p:sp>
      <p:sp>
        <p:nvSpPr>
          <p:cNvPr id="187458" name="Text Box 66"/>
          <p:cNvSpPr txBox="1">
            <a:spLocks noChangeArrowheads="1"/>
          </p:cNvSpPr>
          <p:nvPr/>
        </p:nvSpPr>
        <p:spPr bwMode="auto">
          <a:xfrm>
            <a:off x="2522540" y="1066800"/>
            <a:ext cx="37782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200">
                <a:latin typeface="Times New Roman" panose="02020603050405020304" pitchFamily="18" charset="0"/>
              </a:rPr>
              <a:t>FV</a:t>
            </a:r>
          </a:p>
        </p:txBody>
      </p:sp>
      <p:grpSp>
        <p:nvGrpSpPr>
          <p:cNvPr id="187459" name="Group 67"/>
          <p:cNvGrpSpPr>
            <a:grpSpLocks/>
          </p:cNvGrpSpPr>
          <p:nvPr/>
        </p:nvGrpSpPr>
        <p:grpSpPr bwMode="auto">
          <a:xfrm>
            <a:off x="2881313" y="4438650"/>
            <a:ext cx="1123950" cy="808038"/>
            <a:chOff x="2976" y="672"/>
            <a:chExt cx="708" cy="509"/>
          </a:xfrm>
        </p:grpSpPr>
        <p:sp>
          <p:nvSpPr>
            <p:cNvPr id="187460" name="Text Box 68"/>
            <p:cNvSpPr txBox="1">
              <a:spLocks noChangeArrowheads="1"/>
            </p:cNvSpPr>
            <p:nvPr/>
          </p:nvSpPr>
          <p:spPr bwMode="auto">
            <a:xfrm>
              <a:off x="2976" y="1008"/>
              <a:ext cx="185"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200">
                  <a:latin typeface="Times New Roman" panose="02020603050405020304" pitchFamily="18" charset="0"/>
                </a:rPr>
                <a:t>A</a:t>
              </a:r>
            </a:p>
          </p:txBody>
        </p:sp>
        <p:sp>
          <p:nvSpPr>
            <p:cNvPr id="187461" name="Text Box 69"/>
            <p:cNvSpPr txBox="1">
              <a:spLocks noChangeArrowheads="1"/>
            </p:cNvSpPr>
            <p:nvPr/>
          </p:nvSpPr>
          <p:spPr bwMode="auto">
            <a:xfrm>
              <a:off x="3504" y="672"/>
              <a:ext cx="18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200">
                  <a:latin typeface="Times New Roman" panose="02020603050405020304" pitchFamily="18" charset="0"/>
                </a:rPr>
                <a:t>B</a:t>
              </a:r>
            </a:p>
          </p:txBody>
        </p:sp>
        <p:sp>
          <p:nvSpPr>
            <p:cNvPr id="187462" name="Line 70"/>
            <p:cNvSpPr>
              <a:spLocks noChangeShapeType="1"/>
            </p:cNvSpPr>
            <p:nvPr/>
          </p:nvSpPr>
          <p:spPr bwMode="auto">
            <a:xfrm flipV="1">
              <a:off x="3132" y="816"/>
              <a:ext cx="432" cy="240"/>
            </a:xfrm>
            <a:prstGeom prst="line">
              <a:avLst/>
            </a:prstGeom>
            <a:noFill/>
            <a:ln w="28575">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187463" name="Group 71"/>
          <p:cNvGrpSpPr>
            <a:grpSpLocks/>
          </p:cNvGrpSpPr>
          <p:nvPr/>
        </p:nvGrpSpPr>
        <p:grpSpPr bwMode="auto">
          <a:xfrm>
            <a:off x="2346325" y="4387850"/>
            <a:ext cx="1512888" cy="642938"/>
            <a:chOff x="2639" y="640"/>
            <a:chExt cx="953" cy="405"/>
          </a:xfrm>
        </p:grpSpPr>
        <p:sp>
          <p:nvSpPr>
            <p:cNvPr id="187464" name="Line 72"/>
            <p:cNvSpPr>
              <a:spLocks noChangeShapeType="1"/>
            </p:cNvSpPr>
            <p:nvPr/>
          </p:nvSpPr>
          <p:spPr bwMode="auto">
            <a:xfrm rot="199807" flipH="1" flipV="1">
              <a:off x="3050" y="640"/>
              <a:ext cx="542" cy="167"/>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endParaRPr lang="en-IN"/>
            </a:p>
          </p:txBody>
        </p:sp>
        <p:sp>
          <p:nvSpPr>
            <p:cNvPr id="187465" name="Line 73"/>
            <p:cNvSpPr>
              <a:spLocks noChangeShapeType="1"/>
            </p:cNvSpPr>
            <p:nvPr/>
          </p:nvSpPr>
          <p:spPr bwMode="auto">
            <a:xfrm rot="395703" flipH="1" flipV="1">
              <a:off x="2639" y="889"/>
              <a:ext cx="505" cy="156"/>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endParaRPr lang="en-IN"/>
            </a:p>
          </p:txBody>
        </p:sp>
        <p:sp>
          <p:nvSpPr>
            <p:cNvPr id="187466" name="Line 74"/>
            <p:cNvSpPr>
              <a:spLocks noChangeShapeType="1"/>
            </p:cNvSpPr>
            <p:nvPr/>
          </p:nvSpPr>
          <p:spPr bwMode="auto">
            <a:xfrm flipH="1" flipV="1">
              <a:off x="3342" y="735"/>
              <a:ext cx="125" cy="4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87467" name="Line 75"/>
            <p:cNvSpPr>
              <a:spLocks noChangeShapeType="1"/>
            </p:cNvSpPr>
            <p:nvPr/>
          </p:nvSpPr>
          <p:spPr bwMode="auto">
            <a:xfrm flipH="1" flipV="1">
              <a:off x="2940" y="986"/>
              <a:ext cx="96" cy="4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187468" name="Line 76"/>
          <p:cNvSpPr>
            <a:spLocks noChangeShapeType="1"/>
          </p:cNvSpPr>
          <p:nvPr/>
        </p:nvSpPr>
        <p:spPr bwMode="auto">
          <a:xfrm flipV="1">
            <a:off x="2341563" y="4362450"/>
            <a:ext cx="685800" cy="3810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nvGrpSpPr>
          <p:cNvPr id="187469" name="Group 77"/>
          <p:cNvGrpSpPr>
            <a:grpSpLocks/>
          </p:cNvGrpSpPr>
          <p:nvPr/>
        </p:nvGrpSpPr>
        <p:grpSpPr bwMode="auto">
          <a:xfrm>
            <a:off x="6400800" y="304800"/>
            <a:ext cx="2514600" cy="2994026"/>
            <a:chOff x="3648" y="192"/>
            <a:chExt cx="1584" cy="1886"/>
          </a:xfrm>
        </p:grpSpPr>
        <p:sp>
          <p:nvSpPr>
            <p:cNvPr id="187470" name="Rectangle 78"/>
            <p:cNvSpPr>
              <a:spLocks noChangeArrowheads="1"/>
            </p:cNvSpPr>
            <p:nvPr/>
          </p:nvSpPr>
          <p:spPr bwMode="auto">
            <a:xfrm>
              <a:off x="3888" y="221"/>
              <a:ext cx="1104" cy="934"/>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87471" name="Rectangle 79"/>
            <p:cNvSpPr>
              <a:spLocks noChangeArrowheads="1"/>
            </p:cNvSpPr>
            <p:nvPr/>
          </p:nvSpPr>
          <p:spPr bwMode="auto">
            <a:xfrm>
              <a:off x="3888" y="1097"/>
              <a:ext cx="1104" cy="934"/>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87472" name="Line 80"/>
            <p:cNvSpPr>
              <a:spLocks noChangeShapeType="1"/>
            </p:cNvSpPr>
            <p:nvPr/>
          </p:nvSpPr>
          <p:spPr bwMode="auto">
            <a:xfrm>
              <a:off x="3744" y="1095"/>
              <a:ext cx="13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87473" name="Text Box 81"/>
            <p:cNvSpPr txBox="1">
              <a:spLocks noChangeArrowheads="1"/>
            </p:cNvSpPr>
            <p:nvPr/>
          </p:nvSpPr>
          <p:spPr bwMode="auto">
            <a:xfrm>
              <a:off x="3648" y="1059"/>
              <a:ext cx="19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rPr>
                <a:t>X</a:t>
              </a:r>
            </a:p>
          </p:txBody>
        </p:sp>
        <p:sp>
          <p:nvSpPr>
            <p:cNvPr id="187474" name="Text Box 82"/>
            <p:cNvSpPr txBox="1">
              <a:spLocks noChangeArrowheads="1"/>
            </p:cNvSpPr>
            <p:nvPr/>
          </p:nvSpPr>
          <p:spPr bwMode="auto">
            <a:xfrm>
              <a:off x="5035" y="1059"/>
              <a:ext cx="19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rPr>
                <a:t>Y</a:t>
              </a:r>
            </a:p>
          </p:txBody>
        </p:sp>
        <p:sp>
          <p:nvSpPr>
            <p:cNvPr id="187475" name="Text Box 83"/>
            <p:cNvSpPr txBox="1">
              <a:spLocks noChangeArrowheads="1"/>
            </p:cNvSpPr>
            <p:nvPr/>
          </p:nvSpPr>
          <p:spPr bwMode="auto">
            <a:xfrm>
              <a:off x="3903" y="1845"/>
              <a:ext cx="35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a:latin typeface="Times New Roman" panose="02020603050405020304" pitchFamily="18" charset="0"/>
                </a:rPr>
                <a:t>H.P.</a:t>
              </a:r>
            </a:p>
          </p:txBody>
        </p:sp>
        <p:sp>
          <p:nvSpPr>
            <p:cNvPr id="187476" name="Text Box 84"/>
            <p:cNvSpPr txBox="1">
              <a:spLocks noChangeArrowheads="1"/>
            </p:cNvSpPr>
            <p:nvPr/>
          </p:nvSpPr>
          <p:spPr bwMode="auto">
            <a:xfrm>
              <a:off x="3918" y="192"/>
              <a:ext cx="3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a:latin typeface="Times New Roman" panose="02020603050405020304" pitchFamily="18" charset="0"/>
                </a:rPr>
                <a:t>V.P.</a:t>
              </a:r>
            </a:p>
          </p:txBody>
        </p:sp>
        <p:sp>
          <p:nvSpPr>
            <p:cNvPr id="187477" name="Line 85"/>
            <p:cNvSpPr>
              <a:spLocks noChangeShapeType="1"/>
            </p:cNvSpPr>
            <p:nvPr/>
          </p:nvSpPr>
          <p:spPr bwMode="auto">
            <a:xfrm>
              <a:off x="4488" y="396"/>
              <a:ext cx="0" cy="1200"/>
            </a:xfrm>
            <a:prstGeom prst="line">
              <a:avLst/>
            </a:prstGeom>
            <a:ln>
              <a:headEnd/>
              <a:tailEnd/>
            </a:ln>
          </p:spPr>
          <p:style>
            <a:lnRef idx="1">
              <a:schemeClr val="accent2"/>
            </a:lnRef>
            <a:fillRef idx="0">
              <a:schemeClr val="accent2"/>
            </a:fillRef>
            <a:effectRef idx="0">
              <a:schemeClr val="accent2"/>
            </a:effectRef>
            <a:fontRef idx="minor">
              <a:schemeClr val="tx1"/>
            </a:fontRef>
          </p:style>
          <p:txBody>
            <a:bodyPr/>
            <a:lstStyle/>
            <a:p>
              <a:endParaRPr lang="en-IN"/>
            </a:p>
          </p:txBody>
        </p:sp>
        <p:sp>
          <p:nvSpPr>
            <p:cNvPr id="187478" name="Line 86"/>
            <p:cNvSpPr>
              <a:spLocks noChangeShapeType="1"/>
            </p:cNvSpPr>
            <p:nvPr/>
          </p:nvSpPr>
          <p:spPr bwMode="auto">
            <a:xfrm>
              <a:off x="4488" y="384"/>
              <a:ext cx="0" cy="48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87479" name="Oval 87"/>
            <p:cNvSpPr>
              <a:spLocks noChangeArrowheads="1"/>
            </p:cNvSpPr>
            <p:nvPr/>
          </p:nvSpPr>
          <p:spPr bwMode="auto">
            <a:xfrm>
              <a:off x="4464" y="1536"/>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87480" name="Text Box 88"/>
            <p:cNvSpPr txBox="1">
              <a:spLocks noChangeArrowheads="1"/>
            </p:cNvSpPr>
            <p:nvPr/>
          </p:nvSpPr>
          <p:spPr bwMode="auto">
            <a:xfrm>
              <a:off x="4479" y="265"/>
              <a:ext cx="204"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a:latin typeface="Times New Roman" panose="02020603050405020304" pitchFamily="18" charset="0"/>
                </a:rPr>
                <a:t>a</a:t>
              </a:r>
              <a:r>
                <a:rPr lang="en-US" altLang="en-US" sz="1400" dirty="0">
                  <a:latin typeface="Arial" panose="020B0604020202020204" pitchFamily="34" charset="0"/>
                </a:rPr>
                <a:t>´</a:t>
              </a:r>
            </a:p>
            <a:p>
              <a:pPr eaLnBrk="1" hangingPunct="1"/>
              <a:endParaRPr lang="en-US" altLang="en-US" sz="1400" dirty="0">
                <a:latin typeface="Times New Roman" panose="02020603050405020304" pitchFamily="18" charset="0"/>
              </a:endParaRPr>
            </a:p>
          </p:txBody>
        </p:sp>
        <p:sp>
          <p:nvSpPr>
            <p:cNvPr id="187481" name="Text Box 89"/>
            <p:cNvSpPr txBox="1">
              <a:spLocks noChangeArrowheads="1"/>
            </p:cNvSpPr>
            <p:nvPr/>
          </p:nvSpPr>
          <p:spPr bwMode="auto">
            <a:xfrm>
              <a:off x="4484" y="784"/>
              <a:ext cx="210"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a:latin typeface="Times New Roman" panose="02020603050405020304" pitchFamily="18" charset="0"/>
                </a:rPr>
                <a:t>b</a:t>
              </a:r>
              <a:r>
                <a:rPr lang="en-US" altLang="en-US" sz="1400" dirty="0">
                  <a:latin typeface="Arial" panose="020B0604020202020204" pitchFamily="34" charset="0"/>
                </a:rPr>
                <a:t>´</a:t>
              </a:r>
            </a:p>
            <a:p>
              <a:pPr eaLnBrk="1" hangingPunct="1"/>
              <a:endParaRPr lang="en-US" altLang="en-US" sz="1400" dirty="0">
                <a:latin typeface="Times New Roman" panose="02020603050405020304" pitchFamily="18" charset="0"/>
              </a:endParaRPr>
            </a:p>
          </p:txBody>
        </p:sp>
        <p:sp>
          <p:nvSpPr>
            <p:cNvPr id="187482" name="Text Box 90"/>
            <p:cNvSpPr txBox="1">
              <a:spLocks noChangeArrowheads="1"/>
            </p:cNvSpPr>
            <p:nvPr/>
          </p:nvSpPr>
          <p:spPr bwMode="auto">
            <a:xfrm>
              <a:off x="4464" y="1488"/>
              <a:ext cx="326"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Times New Roman" panose="02020603050405020304" pitchFamily="18" charset="0"/>
                </a:rPr>
                <a:t>a (b)</a:t>
              </a:r>
            </a:p>
          </p:txBody>
        </p:sp>
        <p:sp>
          <p:nvSpPr>
            <p:cNvPr id="187483" name="Oval 91"/>
            <p:cNvSpPr>
              <a:spLocks noChangeArrowheads="1"/>
            </p:cNvSpPr>
            <p:nvPr/>
          </p:nvSpPr>
          <p:spPr bwMode="auto">
            <a:xfrm>
              <a:off x="4464" y="336"/>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87484" name="Oval 92"/>
            <p:cNvSpPr>
              <a:spLocks noChangeArrowheads="1"/>
            </p:cNvSpPr>
            <p:nvPr/>
          </p:nvSpPr>
          <p:spPr bwMode="auto">
            <a:xfrm>
              <a:off x="4464" y="864"/>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87485" name="Text Box 93"/>
            <p:cNvSpPr txBox="1">
              <a:spLocks noChangeArrowheads="1"/>
            </p:cNvSpPr>
            <p:nvPr/>
          </p:nvSpPr>
          <p:spPr bwMode="auto">
            <a:xfrm>
              <a:off x="4272" y="528"/>
              <a:ext cx="261"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Times New Roman" panose="02020603050405020304" pitchFamily="18" charset="0"/>
                </a:rPr>
                <a:t>FV</a:t>
              </a:r>
            </a:p>
          </p:txBody>
        </p:sp>
        <p:sp>
          <p:nvSpPr>
            <p:cNvPr id="187486" name="Text Box 94"/>
            <p:cNvSpPr txBox="1">
              <a:spLocks noChangeArrowheads="1"/>
            </p:cNvSpPr>
            <p:nvPr/>
          </p:nvSpPr>
          <p:spPr bwMode="auto">
            <a:xfrm>
              <a:off x="4256" y="1488"/>
              <a:ext cx="267"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Times New Roman" panose="02020603050405020304" pitchFamily="18" charset="0"/>
                </a:rPr>
                <a:t>TV</a:t>
              </a:r>
            </a:p>
          </p:txBody>
        </p:sp>
      </p:grpSp>
      <p:grpSp>
        <p:nvGrpSpPr>
          <p:cNvPr id="187487" name="Group 95"/>
          <p:cNvGrpSpPr>
            <a:grpSpLocks/>
          </p:cNvGrpSpPr>
          <p:nvPr/>
        </p:nvGrpSpPr>
        <p:grpSpPr bwMode="auto">
          <a:xfrm>
            <a:off x="6400800" y="3516312"/>
            <a:ext cx="2514600" cy="2994024"/>
            <a:chOff x="3648" y="2215"/>
            <a:chExt cx="1584" cy="1886"/>
          </a:xfrm>
        </p:grpSpPr>
        <p:sp>
          <p:nvSpPr>
            <p:cNvPr id="187488" name="Rectangle 96"/>
            <p:cNvSpPr>
              <a:spLocks noChangeArrowheads="1"/>
            </p:cNvSpPr>
            <p:nvPr/>
          </p:nvSpPr>
          <p:spPr bwMode="auto">
            <a:xfrm>
              <a:off x="3888" y="2244"/>
              <a:ext cx="1104" cy="934"/>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87489" name="Rectangle 97"/>
            <p:cNvSpPr>
              <a:spLocks noChangeArrowheads="1"/>
            </p:cNvSpPr>
            <p:nvPr/>
          </p:nvSpPr>
          <p:spPr bwMode="auto">
            <a:xfrm>
              <a:off x="3888" y="3120"/>
              <a:ext cx="1104" cy="934"/>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87490" name="Line 98"/>
            <p:cNvSpPr>
              <a:spLocks noChangeShapeType="1"/>
            </p:cNvSpPr>
            <p:nvPr/>
          </p:nvSpPr>
          <p:spPr bwMode="auto">
            <a:xfrm>
              <a:off x="3744" y="3118"/>
              <a:ext cx="13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87491" name="Text Box 99"/>
            <p:cNvSpPr txBox="1">
              <a:spLocks noChangeArrowheads="1"/>
            </p:cNvSpPr>
            <p:nvPr/>
          </p:nvSpPr>
          <p:spPr bwMode="auto">
            <a:xfrm>
              <a:off x="3648" y="3082"/>
              <a:ext cx="19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rPr>
                <a:t>X</a:t>
              </a:r>
            </a:p>
          </p:txBody>
        </p:sp>
        <p:sp>
          <p:nvSpPr>
            <p:cNvPr id="187492" name="Text Box 100"/>
            <p:cNvSpPr txBox="1">
              <a:spLocks noChangeArrowheads="1"/>
            </p:cNvSpPr>
            <p:nvPr/>
          </p:nvSpPr>
          <p:spPr bwMode="auto">
            <a:xfrm>
              <a:off x="5035" y="3082"/>
              <a:ext cx="19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rPr>
                <a:t>Y</a:t>
              </a:r>
            </a:p>
          </p:txBody>
        </p:sp>
        <p:sp>
          <p:nvSpPr>
            <p:cNvPr id="187493" name="Text Box 101"/>
            <p:cNvSpPr txBox="1">
              <a:spLocks noChangeArrowheads="1"/>
            </p:cNvSpPr>
            <p:nvPr/>
          </p:nvSpPr>
          <p:spPr bwMode="auto">
            <a:xfrm>
              <a:off x="3903" y="3868"/>
              <a:ext cx="35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a:latin typeface="Times New Roman" panose="02020603050405020304" pitchFamily="18" charset="0"/>
                </a:rPr>
                <a:t>H.P.</a:t>
              </a:r>
            </a:p>
          </p:txBody>
        </p:sp>
        <p:sp>
          <p:nvSpPr>
            <p:cNvPr id="187494" name="Text Box 102"/>
            <p:cNvSpPr txBox="1">
              <a:spLocks noChangeArrowheads="1"/>
            </p:cNvSpPr>
            <p:nvPr/>
          </p:nvSpPr>
          <p:spPr bwMode="auto">
            <a:xfrm>
              <a:off x="3918" y="2215"/>
              <a:ext cx="3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a:latin typeface="Times New Roman" panose="02020603050405020304" pitchFamily="18" charset="0"/>
                </a:rPr>
                <a:t>V.P.</a:t>
              </a:r>
            </a:p>
          </p:txBody>
        </p:sp>
        <p:sp>
          <p:nvSpPr>
            <p:cNvPr id="187495" name="Line 103"/>
            <p:cNvSpPr>
              <a:spLocks noChangeShapeType="1"/>
            </p:cNvSpPr>
            <p:nvPr/>
          </p:nvSpPr>
          <p:spPr bwMode="auto">
            <a:xfrm>
              <a:off x="4128" y="2644"/>
              <a:ext cx="67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87496" name="Line 104"/>
            <p:cNvSpPr>
              <a:spLocks noChangeShapeType="1"/>
            </p:cNvSpPr>
            <p:nvPr/>
          </p:nvSpPr>
          <p:spPr bwMode="auto">
            <a:xfrm>
              <a:off x="4128" y="2640"/>
              <a:ext cx="0" cy="960"/>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endParaRPr lang="en-IN"/>
            </a:p>
          </p:txBody>
        </p:sp>
        <p:sp>
          <p:nvSpPr>
            <p:cNvPr id="187497" name="Line 105"/>
            <p:cNvSpPr>
              <a:spLocks noChangeShapeType="1"/>
            </p:cNvSpPr>
            <p:nvPr/>
          </p:nvSpPr>
          <p:spPr bwMode="auto">
            <a:xfrm>
              <a:off x="4800" y="2640"/>
              <a:ext cx="0" cy="960"/>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endParaRPr lang="en-IN"/>
            </a:p>
          </p:txBody>
        </p:sp>
        <p:sp>
          <p:nvSpPr>
            <p:cNvPr id="187498" name="Line 106"/>
            <p:cNvSpPr>
              <a:spLocks noChangeShapeType="1"/>
            </p:cNvSpPr>
            <p:nvPr/>
          </p:nvSpPr>
          <p:spPr bwMode="auto">
            <a:xfrm>
              <a:off x="4128" y="3596"/>
              <a:ext cx="67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87499" name="Text Box 107"/>
            <p:cNvSpPr txBox="1">
              <a:spLocks noChangeArrowheads="1"/>
            </p:cNvSpPr>
            <p:nvPr/>
          </p:nvSpPr>
          <p:spPr bwMode="auto">
            <a:xfrm>
              <a:off x="3984" y="3456"/>
              <a:ext cx="16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rPr>
                <a:t>a</a:t>
              </a:r>
            </a:p>
          </p:txBody>
        </p:sp>
        <p:sp>
          <p:nvSpPr>
            <p:cNvPr id="187500" name="Text Box 108"/>
            <p:cNvSpPr txBox="1">
              <a:spLocks noChangeArrowheads="1"/>
            </p:cNvSpPr>
            <p:nvPr/>
          </p:nvSpPr>
          <p:spPr bwMode="auto">
            <a:xfrm>
              <a:off x="4752" y="3468"/>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rPr>
                <a:t>b</a:t>
              </a:r>
            </a:p>
          </p:txBody>
        </p:sp>
        <p:sp>
          <p:nvSpPr>
            <p:cNvPr id="187501" name="Text Box 109"/>
            <p:cNvSpPr txBox="1">
              <a:spLocks noChangeArrowheads="1"/>
            </p:cNvSpPr>
            <p:nvPr/>
          </p:nvSpPr>
          <p:spPr bwMode="auto">
            <a:xfrm>
              <a:off x="4016" y="2496"/>
              <a:ext cx="204"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a:latin typeface="Times New Roman" panose="02020603050405020304" pitchFamily="18" charset="0"/>
                </a:rPr>
                <a:t>a</a:t>
              </a:r>
              <a:r>
                <a:rPr lang="en-US" altLang="en-US" sz="1400" dirty="0">
                  <a:latin typeface="Arial" panose="020B0604020202020204" pitchFamily="34" charset="0"/>
                </a:rPr>
                <a:t>´</a:t>
              </a:r>
            </a:p>
            <a:p>
              <a:pPr eaLnBrk="1" hangingPunct="1"/>
              <a:endParaRPr lang="en-US" altLang="en-US" sz="1400" dirty="0">
                <a:latin typeface="Times New Roman" panose="02020603050405020304" pitchFamily="18" charset="0"/>
              </a:endParaRPr>
            </a:p>
          </p:txBody>
        </p:sp>
        <p:sp>
          <p:nvSpPr>
            <p:cNvPr id="187502" name="Text Box 110"/>
            <p:cNvSpPr txBox="1">
              <a:spLocks noChangeArrowheads="1"/>
            </p:cNvSpPr>
            <p:nvPr/>
          </p:nvSpPr>
          <p:spPr bwMode="auto">
            <a:xfrm>
              <a:off x="4752" y="2496"/>
              <a:ext cx="210"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a:latin typeface="Times New Roman" panose="02020603050405020304" pitchFamily="18" charset="0"/>
                </a:rPr>
                <a:t>b</a:t>
              </a:r>
              <a:r>
                <a:rPr lang="en-US" altLang="en-US" sz="1400" dirty="0">
                  <a:latin typeface="Arial" panose="020B0604020202020204" pitchFamily="34" charset="0"/>
                </a:rPr>
                <a:t>´</a:t>
              </a:r>
            </a:p>
            <a:p>
              <a:pPr eaLnBrk="1" hangingPunct="1"/>
              <a:endParaRPr lang="en-US" altLang="en-US" sz="1400" dirty="0">
                <a:latin typeface="Times New Roman" panose="02020603050405020304" pitchFamily="18" charset="0"/>
              </a:endParaRPr>
            </a:p>
          </p:txBody>
        </p:sp>
        <p:sp>
          <p:nvSpPr>
            <p:cNvPr id="187503" name="Text Box 111"/>
            <p:cNvSpPr txBox="1">
              <a:spLocks noChangeArrowheads="1"/>
            </p:cNvSpPr>
            <p:nvPr/>
          </p:nvSpPr>
          <p:spPr bwMode="auto">
            <a:xfrm>
              <a:off x="4336" y="2476"/>
              <a:ext cx="261"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Times New Roman" panose="02020603050405020304" pitchFamily="18" charset="0"/>
                </a:rPr>
                <a:t>FV</a:t>
              </a:r>
            </a:p>
          </p:txBody>
        </p:sp>
        <p:sp>
          <p:nvSpPr>
            <p:cNvPr id="187504" name="Text Box 112"/>
            <p:cNvSpPr txBox="1">
              <a:spLocks noChangeArrowheads="1"/>
            </p:cNvSpPr>
            <p:nvPr/>
          </p:nvSpPr>
          <p:spPr bwMode="auto">
            <a:xfrm>
              <a:off x="4368" y="3560"/>
              <a:ext cx="267"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Times New Roman" panose="02020603050405020304" pitchFamily="18" charset="0"/>
                </a:rPr>
                <a:t>TV</a:t>
              </a:r>
            </a:p>
          </p:txBody>
        </p:sp>
      </p:grpSp>
      <p:sp>
        <p:nvSpPr>
          <p:cNvPr id="187505" name="Text Box 113"/>
          <p:cNvSpPr txBox="1">
            <a:spLocks noChangeArrowheads="1"/>
          </p:cNvSpPr>
          <p:nvPr/>
        </p:nvSpPr>
        <p:spPr bwMode="auto">
          <a:xfrm rot="1638224">
            <a:off x="4086459" y="1967629"/>
            <a:ext cx="575799"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000" dirty="0">
                <a:latin typeface="Arial" panose="020B0604020202020204" pitchFamily="34" charset="0"/>
              </a:rPr>
              <a:t>For FV</a:t>
            </a:r>
          </a:p>
        </p:txBody>
      </p:sp>
      <p:sp>
        <p:nvSpPr>
          <p:cNvPr id="187506" name="Text Box 114"/>
          <p:cNvSpPr txBox="1">
            <a:spLocks noChangeArrowheads="1"/>
          </p:cNvSpPr>
          <p:nvPr/>
        </p:nvSpPr>
        <p:spPr bwMode="auto">
          <a:xfrm>
            <a:off x="3352802" y="101602"/>
            <a:ext cx="575799"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000" dirty="0">
                <a:latin typeface="Arial" panose="020B0604020202020204" pitchFamily="34" charset="0"/>
              </a:rPr>
              <a:t>For TV</a:t>
            </a:r>
          </a:p>
        </p:txBody>
      </p:sp>
      <p:sp>
        <p:nvSpPr>
          <p:cNvPr id="187507" name="Text Box 115"/>
          <p:cNvSpPr txBox="1">
            <a:spLocks noChangeArrowheads="1"/>
          </p:cNvSpPr>
          <p:nvPr/>
        </p:nvSpPr>
        <p:spPr bwMode="auto">
          <a:xfrm>
            <a:off x="3276602" y="3657602"/>
            <a:ext cx="575799"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000" dirty="0">
                <a:latin typeface="Arial" panose="020B0604020202020204" pitchFamily="34" charset="0"/>
              </a:rPr>
              <a:t>For TV</a:t>
            </a:r>
          </a:p>
        </p:txBody>
      </p:sp>
      <p:sp>
        <p:nvSpPr>
          <p:cNvPr id="187508" name="Text Box 116"/>
          <p:cNvSpPr txBox="1">
            <a:spLocks noChangeArrowheads="1"/>
          </p:cNvSpPr>
          <p:nvPr/>
        </p:nvSpPr>
        <p:spPr bwMode="auto">
          <a:xfrm rot="1638224">
            <a:off x="4026134" y="5231529"/>
            <a:ext cx="575799"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000" dirty="0">
                <a:latin typeface="Arial" panose="020B0604020202020204" pitchFamily="34" charset="0"/>
              </a:rPr>
              <a:t>For FV</a:t>
            </a:r>
          </a:p>
        </p:txBody>
      </p:sp>
      <p:grpSp>
        <p:nvGrpSpPr>
          <p:cNvPr id="187509" name="Group 117"/>
          <p:cNvGrpSpPr>
            <a:grpSpLocks/>
          </p:cNvGrpSpPr>
          <p:nvPr/>
        </p:nvGrpSpPr>
        <p:grpSpPr bwMode="auto">
          <a:xfrm>
            <a:off x="4724400" y="381000"/>
            <a:ext cx="1885950" cy="1219200"/>
            <a:chOff x="2976" y="240"/>
            <a:chExt cx="1188" cy="768"/>
          </a:xfrm>
        </p:grpSpPr>
        <p:sp>
          <p:nvSpPr>
            <p:cNvPr id="187510" name="AutoShape 118"/>
            <p:cNvSpPr>
              <a:spLocks noChangeArrowheads="1"/>
            </p:cNvSpPr>
            <p:nvPr/>
          </p:nvSpPr>
          <p:spPr bwMode="auto">
            <a:xfrm>
              <a:off x="2976" y="240"/>
              <a:ext cx="1152" cy="768"/>
            </a:xfrm>
            <a:prstGeom prst="wedgeRoundRectCallout">
              <a:avLst>
                <a:gd name="adj1" fmla="val 61806"/>
                <a:gd name="adj2" fmla="val 36718"/>
                <a:gd name="adj3" fmla="val 16667"/>
              </a:avLst>
            </a:prstGeom>
            <a:solidFill>
              <a:srgbClr val="CC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endParaRPr lang="en-US" altLang="en-US" sz="1400">
                <a:latin typeface="Arial" panose="020B0604020202020204" pitchFamily="34" charset="0"/>
              </a:endParaRPr>
            </a:p>
          </p:txBody>
        </p:sp>
        <p:sp>
          <p:nvSpPr>
            <p:cNvPr id="187511" name="Text Box 119"/>
            <p:cNvSpPr txBox="1">
              <a:spLocks noChangeArrowheads="1"/>
            </p:cNvSpPr>
            <p:nvPr/>
          </p:nvSpPr>
          <p:spPr bwMode="auto">
            <a:xfrm>
              <a:off x="2983" y="270"/>
              <a:ext cx="1181" cy="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altLang="en-US" sz="1400" b="1" dirty="0">
                  <a:solidFill>
                    <a:srgbClr val="FF3300"/>
                  </a:solidFill>
                  <a:latin typeface="Arial" panose="020B0604020202020204" pitchFamily="34" charset="0"/>
                </a:rPr>
                <a:t>Note:</a:t>
              </a:r>
            </a:p>
            <a:p>
              <a:pPr algn="ctr" eaLnBrk="1" hangingPunct="1"/>
              <a:r>
                <a:rPr lang="en-US" altLang="en-US" sz="1400" dirty="0">
                  <a:latin typeface="Arial" panose="020B0604020202020204" pitchFamily="34" charset="0"/>
                </a:rPr>
                <a:t>FV is a vertical line</a:t>
              </a:r>
            </a:p>
            <a:p>
              <a:pPr algn="ctr" eaLnBrk="1" hangingPunct="1"/>
              <a:r>
                <a:rPr lang="en-US" altLang="en-US" sz="1400" dirty="0">
                  <a:latin typeface="Arial" panose="020B0604020202020204" pitchFamily="34" charset="0"/>
                </a:rPr>
                <a:t>Showing True Length</a:t>
              </a:r>
            </a:p>
            <a:p>
              <a:pPr algn="ctr" eaLnBrk="1" hangingPunct="1"/>
              <a:r>
                <a:rPr lang="en-US" altLang="en-US" sz="1400" dirty="0">
                  <a:latin typeface="Arial" panose="020B0604020202020204" pitchFamily="34" charset="0"/>
                </a:rPr>
                <a:t>&amp;</a:t>
              </a:r>
            </a:p>
            <a:p>
              <a:pPr algn="ctr" eaLnBrk="1" hangingPunct="1"/>
              <a:r>
                <a:rPr lang="en-US" altLang="en-US" sz="1400" dirty="0">
                  <a:latin typeface="Arial" panose="020B0604020202020204" pitchFamily="34" charset="0"/>
                </a:rPr>
                <a:t>TV is a point.</a:t>
              </a:r>
            </a:p>
          </p:txBody>
        </p:sp>
      </p:grpSp>
      <p:grpSp>
        <p:nvGrpSpPr>
          <p:cNvPr id="187512" name="Group 120"/>
          <p:cNvGrpSpPr>
            <a:grpSpLocks/>
          </p:cNvGrpSpPr>
          <p:nvPr/>
        </p:nvGrpSpPr>
        <p:grpSpPr bwMode="auto">
          <a:xfrm>
            <a:off x="4724400" y="3581400"/>
            <a:ext cx="1828800" cy="1219200"/>
            <a:chOff x="2976" y="2256"/>
            <a:chExt cx="1152" cy="768"/>
          </a:xfrm>
        </p:grpSpPr>
        <p:sp>
          <p:nvSpPr>
            <p:cNvPr id="187513" name="AutoShape 121"/>
            <p:cNvSpPr>
              <a:spLocks noChangeArrowheads="1"/>
            </p:cNvSpPr>
            <p:nvPr/>
          </p:nvSpPr>
          <p:spPr bwMode="auto">
            <a:xfrm>
              <a:off x="2976" y="2256"/>
              <a:ext cx="1152" cy="768"/>
            </a:xfrm>
            <a:prstGeom prst="wedgeRoundRectCallout">
              <a:avLst>
                <a:gd name="adj1" fmla="val 61023"/>
                <a:gd name="adj2" fmla="val 47398"/>
                <a:gd name="adj3" fmla="val 16667"/>
              </a:avLst>
            </a:prstGeom>
            <a:solidFill>
              <a:srgbClr val="CC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endParaRPr lang="en-US" altLang="en-US" sz="1400">
                <a:latin typeface="Arial" panose="020B0604020202020204" pitchFamily="34" charset="0"/>
              </a:endParaRPr>
            </a:p>
          </p:txBody>
        </p:sp>
        <p:sp>
          <p:nvSpPr>
            <p:cNvPr id="187514" name="Text Box 122"/>
            <p:cNvSpPr txBox="1">
              <a:spLocks noChangeArrowheads="1"/>
            </p:cNvSpPr>
            <p:nvPr/>
          </p:nvSpPr>
          <p:spPr bwMode="auto">
            <a:xfrm>
              <a:off x="3075" y="2256"/>
              <a:ext cx="986" cy="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altLang="en-US" sz="1400" b="1" dirty="0">
                  <a:solidFill>
                    <a:srgbClr val="FF3300"/>
                  </a:solidFill>
                  <a:latin typeface="Arial" panose="020B0604020202020204" pitchFamily="34" charset="0"/>
                </a:rPr>
                <a:t>Note:</a:t>
              </a:r>
            </a:p>
            <a:p>
              <a:pPr algn="ctr" eaLnBrk="1" hangingPunct="1"/>
              <a:r>
                <a:rPr lang="en-US" altLang="en-US" sz="1400" dirty="0">
                  <a:latin typeface="Arial" panose="020B0604020202020204" pitchFamily="34" charset="0"/>
                </a:rPr>
                <a:t>FV &amp; TV both are</a:t>
              </a:r>
            </a:p>
            <a:p>
              <a:pPr algn="ctr" eaLnBrk="1" hangingPunct="1"/>
              <a:r>
                <a:rPr lang="en-US" altLang="en-US" sz="1400" dirty="0">
                  <a:latin typeface="Arial" panose="020B0604020202020204" pitchFamily="34" charset="0"/>
                </a:rPr>
                <a:t>// to XY </a:t>
              </a:r>
            </a:p>
            <a:p>
              <a:pPr algn="ctr" eaLnBrk="1" hangingPunct="1"/>
              <a:r>
                <a:rPr lang="en-US" altLang="en-US" sz="1400" dirty="0">
                  <a:latin typeface="Arial" panose="020B0604020202020204" pitchFamily="34" charset="0"/>
                </a:rPr>
                <a:t>&amp; </a:t>
              </a:r>
            </a:p>
            <a:p>
              <a:pPr algn="ctr" eaLnBrk="1" hangingPunct="1"/>
              <a:r>
                <a:rPr lang="en-US" altLang="en-US" sz="1400" dirty="0">
                  <a:latin typeface="Arial" panose="020B0604020202020204" pitchFamily="34" charset="0"/>
                </a:rPr>
                <a:t>both show T. L.</a:t>
              </a:r>
            </a:p>
          </p:txBody>
        </p:sp>
      </p:grpSp>
      <p:sp>
        <p:nvSpPr>
          <p:cNvPr id="187515" name="Oval 123"/>
          <p:cNvSpPr>
            <a:spLocks noChangeArrowheads="1"/>
          </p:cNvSpPr>
          <p:nvPr/>
        </p:nvSpPr>
        <p:spPr bwMode="auto">
          <a:xfrm>
            <a:off x="457200" y="914400"/>
            <a:ext cx="381000" cy="381000"/>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1400">
                <a:latin typeface="Times New Roman" panose="02020603050405020304" pitchFamily="18" charset="0"/>
              </a:rPr>
              <a:t> 1.</a:t>
            </a:r>
          </a:p>
        </p:txBody>
      </p:sp>
      <p:sp>
        <p:nvSpPr>
          <p:cNvPr id="187516" name="Oval 124"/>
          <p:cNvSpPr>
            <a:spLocks noChangeArrowheads="1"/>
          </p:cNvSpPr>
          <p:nvPr/>
        </p:nvSpPr>
        <p:spPr bwMode="auto">
          <a:xfrm>
            <a:off x="457200" y="3886200"/>
            <a:ext cx="381000" cy="381000"/>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1400">
                <a:latin typeface="Times New Roman" panose="02020603050405020304" pitchFamily="18" charset="0"/>
              </a:rPr>
              <a:t> 2.</a:t>
            </a:r>
          </a:p>
        </p:txBody>
      </p:sp>
      <p:sp>
        <p:nvSpPr>
          <p:cNvPr id="187517" name="Text Box 125"/>
          <p:cNvSpPr txBox="1">
            <a:spLocks noChangeArrowheads="1"/>
          </p:cNvSpPr>
          <p:nvPr/>
        </p:nvSpPr>
        <p:spPr bwMode="auto">
          <a:xfrm>
            <a:off x="212725" y="1320802"/>
            <a:ext cx="1631950" cy="1465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altLang="en-US" dirty="0">
                <a:latin typeface="Arial" panose="020B0604020202020204" pitchFamily="34" charset="0"/>
              </a:rPr>
              <a:t>A line </a:t>
            </a:r>
          </a:p>
          <a:p>
            <a:pPr algn="ctr" eaLnBrk="1" hangingPunct="1"/>
            <a:r>
              <a:rPr lang="en-US" altLang="en-US" dirty="0">
                <a:latin typeface="Arial" panose="020B0604020202020204" pitchFamily="34" charset="0"/>
              </a:rPr>
              <a:t>perpendicular </a:t>
            </a:r>
          </a:p>
          <a:p>
            <a:pPr algn="ctr" eaLnBrk="1" hangingPunct="1"/>
            <a:r>
              <a:rPr lang="en-US" altLang="en-US" dirty="0">
                <a:latin typeface="Arial" panose="020B0604020202020204" pitchFamily="34" charset="0"/>
              </a:rPr>
              <a:t>to HP </a:t>
            </a:r>
          </a:p>
          <a:p>
            <a:pPr algn="ctr" eaLnBrk="1" hangingPunct="1"/>
            <a:r>
              <a:rPr lang="en-US" altLang="en-US" dirty="0">
                <a:latin typeface="Arial" panose="020B0604020202020204" pitchFamily="34" charset="0"/>
              </a:rPr>
              <a:t>&amp; </a:t>
            </a:r>
          </a:p>
          <a:p>
            <a:pPr algn="ctr" eaLnBrk="1" hangingPunct="1"/>
            <a:r>
              <a:rPr lang="en-US" altLang="en-US" dirty="0">
                <a:latin typeface="Arial" panose="020B0604020202020204" pitchFamily="34" charset="0"/>
              </a:rPr>
              <a:t>parallel to VP</a:t>
            </a:r>
          </a:p>
        </p:txBody>
      </p:sp>
      <p:sp>
        <p:nvSpPr>
          <p:cNvPr id="187518" name="Text Box 126"/>
          <p:cNvSpPr txBox="1">
            <a:spLocks noChangeArrowheads="1"/>
          </p:cNvSpPr>
          <p:nvPr/>
        </p:nvSpPr>
        <p:spPr bwMode="auto">
          <a:xfrm>
            <a:off x="642320" y="4292602"/>
            <a:ext cx="1014059"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altLang="en-US" dirty="0">
                <a:latin typeface="Arial" panose="020B0604020202020204" pitchFamily="34" charset="0"/>
              </a:rPr>
              <a:t>A line </a:t>
            </a:r>
          </a:p>
          <a:p>
            <a:pPr algn="ctr" eaLnBrk="1" hangingPunct="1"/>
            <a:r>
              <a:rPr lang="en-US" altLang="en-US" dirty="0">
                <a:latin typeface="Arial" panose="020B0604020202020204" pitchFamily="34" charset="0"/>
              </a:rPr>
              <a:t>// to HP </a:t>
            </a:r>
          </a:p>
          <a:p>
            <a:pPr algn="ctr" eaLnBrk="1" hangingPunct="1"/>
            <a:r>
              <a:rPr lang="en-US" altLang="en-US" dirty="0">
                <a:latin typeface="Arial" panose="020B0604020202020204" pitchFamily="34" charset="0"/>
              </a:rPr>
              <a:t>&amp; </a:t>
            </a:r>
          </a:p>
          <a:p>
            <a:pPr algn="ctr" eaLnBrk="1" hangingPunct="1"/>
            <a:r>
              <a:rPr lang="en-US" altLang="en-US" dirty="0">
                <a:latin typeface="Arial" panose="020B0604020202020204" pitchFamily="34" charset="0"/>
              </a:rPr>
              <a:t>// to VP</a:t>
            </a:r>
          </a:p>
        </p:txBody>
      </p:sp>
      <p:sp>
        <p:nvSpPr>
          <p:cNvPr id="187519" name="Text Box 127"/>
          <p:cNvSpPr txBox="1">
            <a:spLocks noChangeArrowheads="1"/>
          </p:cNvSpPr>
          <p:nvPr/>
        </p:nvSpPr>
        <p:spPr bwMode="auto">
          <a:xfrm>
            <a:off x="6519863" y="0"/>
            <a:ext cx="232627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i="1">
                <a:latin typeface="Arial" panose="020B0604020202020204" pitchFamily="34" charset="0"/>
              </a:rPr>
              <a:t>Orthographic Pattern</a:t>
            </a:r>
          </a:p>
        </p:txBody>
      </p:sp>
      <p:sp>
        <p:nvSpPr>
          <p:cNvPr id="187520" name="Text Box 128"/>
          <p:cNvSpPr txBox="1">
            <a:spLocks noChangeArrowheads="1"/>
          </p:cNvSpPr>
          <p:nvPr/>
        </p:nvSpPr>
        <p:spPr bwMode="auto">
          <a:xfrm>
            <a:off x="6567488" y="3200400"/>
            <a:ext cx="232627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i="1">
                <a:latin typeface="Arial" panose="020B0604020202020204" pitchFamily="34" charset="0"/>
              </a:rPr>
              <a:t>Orthographic Pattern</a:t>
            </a:r>
          </a:p>
        </p:txBody>
      </p:sp>
      <p:grpSp>
        <p:nvGrpSpPr>
          <p:cNvPr id="187521" name="Group 129"/>
          <p:cNvGrpSpPr>
            <a:grpSpLocks/>
          </p:cNvGrpSpPr>
          <p:nvPr/>
        </p:nvGrpSpPr>
        <p:grpSpPr bwMode="auto">
          <a:xfrm>
            <a:off x="457202" y="228600"/>
            <a:ext cx="2519363" cy="457200"/>
            <a:chOff x="576" y="96"/>
            <a:chExt cx="1587" cy="288"/>
          </a:xfrm>
        </p:grpSpPr>
        <p:sp>
          <p:nvSpPr>
            <p:cNvPr id="187522" name="Text Box 130"/>
            <p:cNvSpPr txBox="1">
              <a:spLocks noChangeArrowheads="1"/>
            </p:cNvSpPr>
            <p:nvPr/>
          </p:nvSpPr>
          <p:spPr bwMode="auto">
            <a:xfrm>
              <a:off x="576" y="96"/>
              <a:ext cx="158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a:solidFill>
                    <a:srgbClr val="FF0066"/>
                  </a:solidFill>
                  <a:latin typeface="Arial" panose="020B0604020202020204" pitchFamily="34" charset="0"/>
                </a:rPr>
                <a:t>(Pictorial Presentation)</a:t>
              </a:r>
            </a:p>
          </p:txBody>
        </p:sp>
        <p:sp>
          <p:nvSpPr>
            <p:cNvPr id="187523" name="Line 131"/>
            <p:cNvSpPr>
              <a:spLocks noChangeShapeType="1"/>
            </p:cNvSpPr>
            <p:nvPr/>
          </p:nvSpPr>
          <p:spPr bwMode="auto">
            <a:xfrm>
              <a:off x="1152" y="336"/>
              <a:ext cx="240" cy="48"/>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187524" name="Group 132"/>
          <p:cNvGrpSpPr>
            <a:grpSpLocks/>
          </p:cNvGrpSpPr>
          <p:nvPr/>
        </p:nvGrpSpPr>
        <p:grpSpPr bwMode="auto">
          <a:xfrm>
            <a:off x="428627" y="3514725"/>
            <a:ext cx="2519363" cy="457200"/>
            <a:chOff x="384" y="2160"/>
            <a:chExt cx="1587" cy="288"/>
          </a:xfrm>
        </p:grpSpPr>
        <p:sp>
          <p:nvSpPr>
            <p:cNvPr id="187525" name="Text Box 133"/>
            <p:cNvSpPr txBox="1">
              <a:spLocks noChangeArrowheads="1"/>
            </p:cNvSpPr>
            <p:nvPr/>
          </p:nvSpPr>
          <p:spPr bwMode="auto">
            <a:xfrm>
              <a:off x="384" y="2160"/>
              <a:ext cx="158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a:solidFill>
                    <a:srgbClr val="FF0066"/>
                  </a:solidFill>
                  <a:latin typeface="Arial" panose="020B0604020202020204" pitchFamily="34" charset="0"/>
                </a:rPr>
                <a:t>(Pictorial Presentation)</a:t>
              </a:r>
            </a:p>
          </p:txBody>
        </p:sp>
        <p:sp>
          <p:nvSpPr>
            <p:cNvPr id="187526" name="Line 134"/>
            <p:cNvSpPr>
              <a:spLocks noChangeShapeType="1"/>
            </p:cNvSpPr>
            <p:nvPr/>
          </p:nvSpPr>
          <p:spPr bwMode="auto">
            <a:xfrm>
              <a:off x="1152" y="2400"/>
              <a:ext cx="240" cy="48"/>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2" name="Slide Number Placeholder 1"/>
          <p:cNvSpPr>
            <a:spLocks noGrp="1"/>
          </p:cNvSpPr>
          <p:nvPr>
            <p:ph type="sldNum" sz="quarter" idx="12"/>
          </p:nvPr>
        </p:nvSpPr>
        <p:spPr>
          <a:xfrm>
            <a:off x="7065962" y="6510336"/>
            <a:ext cx="2057400" cy="365125"/>
          </a:xfrm>
        </p:spPr>
        <p:txBody>
          <a:bodyPr/>
          <a:lstStyle/>
          <a:p>
            <a:fld id="{EE8E09DC-0268-440F-8276-54ADABB93829}" type="slidenum">
              <a:rPr lang="en-IN" smtClean="0"/>
              <a:t>31</a:t>
            </a:fld>
            <a:endParaRPr lang="en-IN" dirty="0"/>
          </a:p>
        </p:txBody>
      </p:sp>
    </p:spTree>
    <p:extLst>
      <p:ext uri="{BB962C8B-B14F-4D97-AF65-F5344CB8AC3E}">
        <p14:creationId xmlns:p14="http://schemas.microsoft.com/office/powerpoint/2010/main" val="320913420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87515"/>
                                        </p:tgtEl>
                                        <p:attrNameLst>
                                          <p:attrName>style.visibility</p:attrName>
                                        </p:attrNameLst>
                                      </p:cBhvr>
                                      <p:to>
                                        <p:strVal val="visible"/>
                                      </p:to>
                                    </p:set>
                                    <p:anim calcmode="lin" valueType="num">
                                      <p:cBhvr additive="base">
                                        <p:cTn id="7" dur="500" fill="hold"/>
                                        <p:tgtEl>
                                          <p:spTgt spid="187515"/>
                                        </p:tgtEl>
                                        <p:attrNameLst>
                                          <p:attrName>ppt_x</p:attrName>
                                        </p:attrNameLst>
                                      </p:cBhvr>
                                      <p:tavLst>
                                        <p:tav tm="0">
                                          <p:val>
                                            <p:strVal val="0-#ppt_w/2"/>
                                          </p:val>
                                        </p:tav>
                                        <p:tav tm="100000">
                                          <p:val>
                                            <p:strVal val="#ppt_x"/>
                                          </p:val>
                                        </p:tav>
                                      </p:tavLst>
                                    </p:anim>
                                    <p:anim calcmode="lin" valueType="num">
                                      <p:cBhvr additive="base">
                                        <p:cTn id="8" dur="500" fill="hold"/>
                                        <p:tgtEl>
                                          <p:spTgt spid="187515"/>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87517"/>
                                        </p:tgtEl>
                                        <p:attrNameLst>
                                          <p:attrName>style.visibility</p:attrName>
                                        </p:attrNameLst>
                                      </p:cBhvr>
                                      <p:to>
                                        <p:strVal val="visible"/>
                                      </p:to>
                                    </p:set>
                                    <p:anim calcmode="lin" valueType="num">
                                      <p:cBhvr additive="base">
                                        <p:cTn id="13" dur="500" fill="hold"/>
                                        <p:tgtEl>
                                          <p:spTgt spid="187517"/>
                                        </p:tgtEl>
                                        <p:attrNameLst>
                                          <p:attrName>ppt_x</p:attrName>
                                        </p:attrNameLst>
                                      </p:cBhvr>
                                      <p:tavLst>
                                        <p:tav tm="0">
                                          <p:val>
                                            <p:strVal val="0-#ppt_w/2"/>
                                          </p:val>
                                        </p:tav>
                                        <p:tav tm="100000">
                                          <p:val>
                                            <p:strVal val="#ppt_x"/>
                                          </p:val>
                                        </p:tav>
                                      </p:tavLst>
                                    </p:anim>
                                    <p:anim calcmode="lin" valueType="num">
                                      <p:cBhvr additive="base">
                                        <p:cTn id="14" dur="500" fill="hold"/>
                                        <p:tgtEl>
                                          <p:spTgt spid="187517"/>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7" presetClass="entr" presetSubtype="8" fill="hold" nodeType="clickEffect">
                                  <p:stCondLst>
                                    <p:cond delay="0"/>
                                  </p:stCondLst>
                                  <p:childTnLst>
                                    <p:set>
                                      <p:cBhvr>
                                        <p:cTn id="18" dur="1" fill="hold">
                                          <p:stCondLst>
                                            <p:cond delay="0"/>
                                          </p:stCondLst>
                                        </p:cTn>
                                        <p:tgtEl>
                                          <p:spTgt spid="187521"/>
                                        </p:tgtEl>
                                        <p:attrNameLst>
                                          <p:attrName>style.visibility</p:attrName>
                                        </p:attrNameLst>
                                      </p:cBhvr>
                                      <p:to>
                                        <p:strVal val="visible"/>
                                      </p:to>
                                    </p:set>
                                    <p:anim calcmode="lin" valueType="num">
                                      <p:cBhvr>
                                        <p:cTn id="19" dur="500" fill="hold"/>
                                        <p:tgtEl>
                                          <p:spTgt spid="187521"/>
                                        </p:tgtEl>
                                        <p:attrNameLst>
                                          <p:attrName>ppt_x</p:attrName>
                                        </p:attrNameLst>
                                      </p:cBhvr>
                                      <p:tavLst>
                                        <p:tav tm="0">
                                          <p:val>
                                            <p:strVal val="#ppt_x-#ppt_w/2"/>
                                          </p:val>
                                        </p:tav>
                                        <p:tav tm="100000">
                                          <p:val>
                                            <p:strVal val="#ppt_x"/>
                                          </p:val>
                                        </p:tav>
                                      </p:tavLst>
                                    </p:anim>
                                    <p:anim calcmode="lin" valueType="num">
                                      <p:cBhvr>
                                        <p:cTn id="20" dur="500" fill="hold"/>
                                        <p:tgtEl>
                                          <p:spTgt spid="187521"/>
                                        </p:tgtEl>
                                        <p:attrNameLst>
                                          <p:attrName>ppt_y</p:attrName>
                                        </p:attrNameLst>
                                      </p:cBhvr>
                                      <p:tavLst>
                                        <p:tav tm="0">
                                          <p:val>
                                            <p:strVal val="#ppt_y"/>
                                          </p:val>
                                        </p:tav>
                                        <p:tav tm="100000">
                                          <p:val>
                                            <p:strVal val="#ppt_y"/>
                                          </p:val>
                                        </p:tav>
                                      </p:tavLst>
                                    </p:anim>
                                    <p:anim calcmode="lin" valueType="num">
                                      <p:cBhvr>
                                        <p:cTn id="21" dur="500" fill="hold"/>
                                        <p:tgtEl>
                                          <p:spTgt spid="187521"/>
                                        </p:tgtEl>
                                        <p:attrNameLst>
                                          <p:attrName>ppt_w</p:attrName>
                                        </p:attrNameLst>
                                      </p:cBhvr>
                                      <p:tavLst>
                                        <p:tav tm="0">
                                          <p:val>
                                            <p:fltVal val="0"/>
                                          </p:val>
                                        </p:tav>
                                        <p:tav tm="100000">
                                          <p:val>
                                            <p:strVal val="#ppt_w"/>
                                          </p:val>
                                        </p:tav>
                                      </p:tavLst>
                                    </p:anim>
                                    <p:anim calcmode="lin" valueType="num">
                                      <p:cBhvr>
                                        <p:cTn id="22" dur="500" fill="hold"/>
                                        <p:tgtEl>
                                          <p:spTgt spid="187521"/>
                                        </p:tgtEl>
                                        <p:attrNameLst>
                                          <p:attrName>ppt_h</p:attrName>
                                        </p:attrNameLst>
                                      </p:cBhvr>
                                      <p:tavLst>
                                        <p:tav tm="0">
                                          <p:val>
                                            <p:strVal val="#ppt_h"/>
                                          </p:val>
                                        </p:tav>
                                        <p:tav tm="100000">
                                          <p:val>
                                            <p:strVal val="#ppt_h"/>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3" presetClass="entr" presetSubtype="16" fill="hold" nodeType="clickEffect">
                                  <p:stCondLst>
                                    <p:cond delay="0"/>
                                  </p:stCondLst>
                                  <p:childTnLst>
                                    <p:set>
                                      <p:cBhvr>
                                        <p:cTn id="26" dur="1" fill="hold">
                                          <p:stCondLst>
                                            <p:cond delay="0"/>
                                          </p:stCondLst>
                                        </p:cTn>
                                        <p:tgtEl>
                                          <p:spTgt spid="187400"/>
                                        </p:tgtEl>
                                        <p:attrNameLst>
                                          <p:attrName>style.visibility</p:attrName>
                                        </p:attrNameLst>
                                      </p:cBhvr>
                                      <p:to>
                                        <p:strVal val="visible"/>
                                      </p:to>
                                    </p:set>
                                    <p:anim calcmode="lin" valueType="num">
                                      <p:cBhvr>
                                        <p:cTn id="27" dur="500" fill="hold"/>
                                        <p:tgtEl>
                                          <p:spTgt spid="187400"/>
                                        </p:tgtEl>
                                        <p:attrNameLst>
                                          <p:attrName>ppt_w</p:attrName>
                                        </p:attrNameLst>
                                      </p:cBhvr>
                                      <p:tavLst>
                                        <p:tav tm="0">
                                          <p:val>
                                            <p:fltVal val="0"/>
                                          </p:val>
                                        </p:tav>
                                        <p:tav tm="100000">
                                          <p:val>
                                            <p:strVal val="#ppt_w"/>
                                          </p:val>
                                        </p:tav>
                                      </p:tavLst>
                                    </p:anim>
                                    <p:anim calcmode="lin" valueType="num">
                                      <p:cBhvr>
                                        <p:cTn id="28" dur="500" fill="hold"/>
                                        <p:tgtEl>
                                          <p:spTgt spid="187400"/>
                                        </p:tgtEl>
                                        <p:attrNameLst>
                                          <p:attrName>ppt_h</p:attrName>
                                        </p:attrNameLst>
                                      </p:cBhvr>
                                      <p:tavLst>
                                        <p:tav tm="0">
                                          <p:val>
                                            <p:fltVal val="0"/>
                                          </p:val>
                                        </p:tav>
                                        <p:tav tm="100000">
                                          <p:val>
                                            <p:strVal val="#ppt_h"/>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3" presetClass="entr" presetSubtype="16" fill="hold" nodeType="clickEffect">
                                  <p:stCondLst>
                                    <p:cond delay="0"/>
                                  </p:stCondLst>
                                  <p:childTnLst>
                                    <p:set>
                                      <p:cBhvr>
                                        <p:cTn id="32" dur="1" fill="hold">
                                          <p:stCondLst>
                                            <p:cond delay="0"/>
                                          </p:stCondLst>
                                        </p:cTn>
                                        <p:tgtEl>
                                          <p:spTgt spid="187394"/>
                                        </p:tgtEl>
                                        <p:attrNameLst>
                                          <p:attrName>style.visibility</p:attrName>
                                        </p:attrNameLst>
                                      </p:cBhvr>
                                      <p:to>
                                        <p:strVal val="visible"/>
                                      </p:to>
                                    </p:set>
                                    <p:anim calcmode="lin" valueType="num">
                                      <p:cBhvr>
                                        <p:cTn id="33" dur="500" fill="hold"/>
                                        <p:tgtEl>
                                          <p:spTgt spid="187394"/>
                                        </p:tgtEl>
                                        <p:attrNameLst>
                                          <p:attrName>ppt_w</p:attrName>
                                        </p:attrNameLst>
                                      </p:cBhvr>
                                      <p:tavLst>
                                        <p:tav tm="0">
                                          <p:val>
                                            <p:fltVal val="0"/>
                                          </p:val>
                                        </p:tav>
                                        <p:tav tm="100000">
                                          <p:val>
                                            <p:strVal val="#ppt_w"/>
                                          </p:val>
                                        </p:tav>
                                      </p:tavLst>
                                    </p:anim>
                                    <p:anim calcmode="lin" valueType="num">
                                      <p:cBhvr>
                                        <p:cTn id="34" dur="500" fill="hold"/>
                                        <p:tgtEl>
                                          <p:spTgt spid="187394"/>
                                        </p:tgtEl>
                                        <p:attrNameLst>
                                          <p:attrName>ppt_h</p:attrName>
                                        </p:attrNameLst>
                                      </p:cBhvr>
                                      <p:tavLst>
                                        <p:tav tm="0">
                                          <p:val>
                                            <p:fltVal val="0"/>
                                          </p:val>
                                        </p:tav>
                                        <p:tav tm="100000">
                                          <p:val>
                                            <p:strVal val="#ppt_h"/>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23" presetClass="entr" presetSubtype="16" fill="hold" nodeType="clickEffect">
                                  <p:stCondLst>
                                    <p:cond delay="0"/>
                                  </p:stCondLst>
                                  <p:childTnLst>
                                    <p:set>
                                      <p:cBhvr>
                                        <p:cTn id="38" dur="1" fill="hold">
                                          <p:stCondLst>
                                            <p:cond delay="0"/>
                                          </p:stCondLst>
                                        </p:cTn>
                                        <p:tgtEl>
                                          <p:spTgt spid="187397"/>
                                        </p:tgtEl>
                                        <p:attrNameLst>
                                          <p:attrName>style.visibility</p:attrName>
                                        </p:attrNameLst>
                                      </p:cBhvr>
                                      <p:to>
                                        <p:strVal val="visible"/>
                                      </p:to>
                                    </p:set>
                                    <p:anim calcmode="lin" valueType="num">
                                      <p:cBhvr>
                                        <p:cTn id="39" dur="500" fill="hold"/>
                                        <p:tgtEl>
                                          <p:spTgt spid="187397"/>
                                        </p:tgtEl>
                                        <p:attrNameLst>
                                          <p:attrName>ppt_w</p:attrName>
                                        </p:attrNameLst>
                                      </p:cBhvr>
                                      <p:tavLst>
                                        <p:tav tm="0">
                                          <p:val>
                                            <p:fltVal val="0"/>
                                          </p:val>
                                        </p:tav>
                                        <p:tav tm="100000">
                                          <p:val>
                                            <p:strVal val="#ppt_w"/>
                                          </p:val>
                                        </p:tav>
                                      </p:tavLst>
                                    </p:anim>
                                    <p:anim calcmode="lin" valueType="num">
                                      <p:cBhvr>
                                        <p:cTn id="40" dur="500" fill="hold"/>
                                        <p:tgtEl>
                                          <p:spTgt spid="187397"/>
                                        </p:tgtEl>
                                        <p:attrNameLst>
                                          <p:attrName>ppt_h</p:attrName>
                                        </p:attrNameLst>
                                      </p:cBhvr>
                                      <p:tavLst>
                                        <p:tav tm="0">
                                          <p:val>
                                            <p:fltVal val="0"/>
                                          </p:val>
                                        </p:tav>
                                        <p:tav tm="100000">
                                          <p:val>
                                            <p:strVal val="#ppt_h"/>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17" presetClass="entr" presetSubtype="4" fill="hold" grpId="0" nodeType="clickEffect">
                                  <p:stCondLst>
                                    <p:cond delay="0"/>
                                  </p:stCondLst>
                                  <p:childTnLst>
                                    <p:set>
                                      <p:cBhvr>
                                        <p:cTn id="44" dur="1" fill="hold">
                                          <p:stCondLst>
                                            <p:cond delay="0"/>
                                          </p:stCondLst>
                                        </p:cTn>
                                        <p:tgtEl>
                                          <p:spTgt spid="187435"/>
                                        </p:tgtEl>
                                        <p:attrNameLst>
                                          <p:attrName>style.visibility</p:attrName>
                                        </p:attrNameLst>
                                      </p:cBhvr>
                                      <p:to>
                                        <p:strVal val="visible"/>
                                      </p:to>
                                    </p:set>
                                    <p:anim calcmode="lin" valueType="num">
                                      <p:cBhvr>
                                        <p:cTn id="45" dur="500" fill="hold"/>
                                        <p:tgtEl>
                                          <p:spTgt spid="187435"/>
                                        </p:tgtEl>
                                        <p:attrNameLst>
                                          <p:attrName>ppt_x</p:attrName>
                                        </p:attrNameLst>
                                      </p:cBhvr>
                                      <p:tavLst>
                                        <p:tav tm="0">
                                          <p:val>
                                            <p:strVal val="#ppt_x"/>
                                          </p:val>
                                        </p:tav>
                                        <p:tav tm="100000">
                                          <p:val>
                                            <p:strVal val="#ppt_x"/>
                                          </p:val>
                                        </p:tav>
                                      </p:tavLst>
                                    </p:anim>
                                    <p:anim calcmode="lin" valueType="num">
                                      <p:cBhvr>
                                        <p:cTn id="46" dur="500" fill="hold"/>
                                        <p:tgtEl>
                                          <p:spTgt spid="187435"/>
                                        </p:tgtEl>
                                        <p:attrNameLst>
                                          <p:attrName>ppt_y</p:attrName>
                                        </p:attrNameLst>
                                      </p:cBhvr>
                                      <p:tavLst>
                                        <p:tav tm="0">
                                          <p:val>
                                            <p:strVal val="#ppt_y+#ppt_h/2"/>
                                          </p:val>
                                        </p:tav>
                                        <p:tav tm="100000">
                                          <p:val>
                                            <p:strVal val="#ppt_y"/>
                                          </p:val>
                                        </p:tav>
                                      </p:tavLst>
                                    </p:anim>
                                    <p:anim calcmode="lin" valueType="num">
                                      <p:cBhvr>
                                        <p:cTn id="47" dur="500" fill="hold"/>
                                        <p:tgtEl>
                                          <p:spTgt spid="187435"/>
                                        </p:tgtEl>
                                        <p:attrNameLst>
                                          <p:attrName>ppt_w</p:attrName>
                                        </p:attrNameLst>
                                      </p:cBhvr>
                                      <p:tavLst>
                                        <p:tav tm="0">
                                          <p:val>
                                            <p:strVal val="#ppt_w"/>
                                          </p:val>
                                        </p:tav>
                                        <p:tav tm="100000">
                                          <p:val>
                                            <p:strVal val="#ppt_w"/>
                                          </p:val>
                                        </p:tav>
                                      </p:tavLst>
                                    </p:anim>
                                    <p:anim calcmode="lin" valueType="num">
                                      <p:cBhvr>
                                        <p:cTn id="48" dur="500" fill="hold"/>
                                        <p:tgtEl>
                                          <p:spTgt spid="187435"/>
                                        </p:tgtEl>
                                        <p:attrNameLst>
                                          <p:attrName>ppt_h</p:attrName>
                                        </p:attrNameLst>
                                      </p:cBhvr>
                                      <p:tavLst>
                                        <p:tav tm="0">
                                          <p:val>
                                            <p:fltVal val="0"/>
                                          </p:val>
                                        </p:tav>
                                        <p:tav tm="100000">
                                          <p:val>
                                            <p:strVal val="#ppt_h"/>
                                          </p:val>
                                        </p:tav>
                                      </p:tavLst>
                                    </p:anim>
                                  </p:childTnLst>
                                </p:cTn>
                              </p:par>
                            </p:childTnLst>
                          </p:cTn>
                        </p:par>
                      </p:childTnLst>
                    </p:cTn>
                  </p:par>
                  <p:par>
                    <p:cTn id="49" fill="hold" nodeType="clickPar">
                      <p:stCondLst>
                        <p:cond delay="indefinite"/>
                      </p:stCondLst>
                      <p:childTnLst>
                        <p:par>
                          <p:cTn id="50" fill="hold" nodeType="withGroup">
                            <p:stCondLst>
                              <p:cond delay="0"/>
                            </p:stCondLst>
                            <p:childTnLst>
                              <p:par>
                                <p:cTn id="51" presetID="23" presetClass="entr" presetSubtype="16" fill="hold" nodeType="clickEffect">
                                  <p:stCondLst>
                                    <p:cond delay="0"/>
                                  </p:stCondLst>
                                  <p:childTnLst>
                                    <p:set>
                                      <p:cBhvr>
                                        <p:cTn id="52" dur="1" fill="hold">
                                          <p:stCondLst>
                                            <p:cond delay="0"/>
                                          </p:stCondLst>
                                        </p:cTn>
                                        <p:tgtEl>
                                          <p:spTgt spid="187454"/>
                                        </p:tgtEl>
                                        <p:attrNameLst>
                                          <p:attrName>style.visibility</p:attrName>
                                        </p:attrNameLst>
                                      </p:cBhvr>
                                      <p:to>
                                        <p:strVal val="visible"/>
                                      </p:to>
                                    </p:set>
                                    <p:anim calcmode="lin" valueType="num">
                                      <p:cBhvr>
                                        <p:cTn id="53" dur="500" fill="hold"/>
                                        <p:tgtEl>
                                          <p:spTgt spid="187454"/>
                                        </p:tgtEl>
                                        <p:attrNameLst>
                                          <p:attrName>ppt_w</p:attrName>
                                        </p:attrNameLst>
                                      </p:cBhvr>
                                      <p:tavLst>
                                        <p:tav tm="0">
                                          <p:val>
                                            <p:fltVal val="0"/>
                                          </p:val>
                                        </p:tav>
                                        <p:tav tm="100000">
                                          <p:val>
                                            <p:strVal val="#ppt_w"/>
                                          </p:val>
                                        </p:tav>
                                      </p:tavLst>
                                    </p:anim>
                                    <p:anim calcmode="lin" valueType="num">
                                      <p:cBhvr>
                                        <p:cTn id="54" dur="500" fill="hold"/>
                                        <p:tgtEl>
                                          <p:spTgt spid="187454"/>
                                        </p:tgtEl>
                                        <p:attrNameLst>
                                          <p:attrName>ppt_h</p:attrName>
                                        </p:attrNameLst>
                                      </p:cBhvr>
                                      <p:tavLst>
                                        <p:tav tm="0">
                                          <p:val>
                                            <p:fltVal val="0"/>
                                          </p:val>
                                        </p:tav>
                                        <p:tav tm="100000">
                                          <p:val>
                                            <p:strVal val="#ppt_h"/>
                                          </p:val>
                                        </p:tav>
                                      </p:tavLst>
                                    </p:anim>
                                  </p:childTnLst>
                                </p:cTn>
                              </p:par>
                            </p:childTnLst>
                          </p:cTn>
                        </p:par>
                      </p:childTnLst>
                    </p:cTn>
                  </p:par>
                  <p:par>
                    <p:cTn id="55" fill="hold" nodeType="clickPar">
                      <p:stCondLst>
                        <p:cond delay="indefinite"/>
                      </p:stCondLst>
                      <p:childTnLst>
                        <p:par>
                          <p:cTn id="56" fill="hold" nodeType="withGroup">
                            <p:stCondLst>
                              <p:cond delay="0"/>
                            </p:stCondLst>
                            <p:childTnLst>
                              <p:par>
                                <p:cTn id="57" presetID="2" presetClass="entr" presetSubtype="6" fill="hold" grpId="0" nodeType="clickEffect">
                                  <p:stCondLst>
                                    <p:cond delay="0"/>
                                  </p:stCondLst>
                                  <p:childTnLst>
                                    <p:set>
                                      <p:cBhvr>
                                        <p:cTn id="58" dur="1" fill="hold">
                                          <p:stCondLst>
                                            <p:cond delay="0"/>
                                          </p:stCondLst>
                                        </p:cTn>
                                        <p:tgtEl>
                                          <p:spTgt spid="187404"/>
                                        </p:tgtEl>
                                        <p:attrNameLst>
                                          <p:attrName>style.visibility</p:attrName>
                                        </p:attrNameLst>
                                      </p:cBhvr>
                                      <p:to>
                                        <p:strVal val="visible"/>
                                      </p:to>
                                    </p:set>
                                    <p:anim calcmode="lin" valueType="num">
                                      <p:cBhvr additive="base">
                                        <p:cTn id="59" dur="500" fill="hold"/>
                                        <p:tgtEl>
                                          <p:spTgt spid="187404"/>
                                        </p:tgtEl>
                                        <p:attrNameLst>
                                          <p:attrName>ppt_x</p:attrName>
                                        </p:attrNameLst>
                                      </p:cBhvr>
                                      <p:tavLst>
                                        <p:tav tm="0">
                                          <p:val>
                                            <p:strVal val="1+#ppt_w/2"/>
                                          </p:val>
                                        </p:tav>
                                        <p:tav tm="100000">
                                          <p:val>
                                            <p:strVal val="#ppt_x"/>
                                          </p:val>
                                        </p:tav>
                                      </p:tavLst>
                                    </p:anim>
                                    <p:anim calcmode="lin" valueType="num">
                                      <p:cBhvr additive="base">
                                        <p:cTn id="60" dur="500" fill="hold"/>
                                        <p:tgtEl>
                                          <p:spTgt spid="187404"/>
                                        </p:tgtEl>
                                        <p:attrNameLst>
                                          <p:attrName>ppt_y</p:attrName>
                                        </p:attrNameLst>
                                      </p:cBhvr>
                                      <p:tavLst>
                                        <p:tav tm="0">
                                          <p:val>
                                            <p:strVal val="1+#ppt_h/2"/>
                                          </p:val>
                                        </p:tav>
                                        <p:tav tm="100000">
                                          <p:val>
                                            <p:strVal val="#ppt_y"/>
                                          </p:val>
                                        </p:tav>
                                      </p:tavLst>
                                    </p:anim>
                                  </p:childTnLst>
                                </p:cTn>
                              </p:par>
                            </p:childTnLst>
                          </p:cTn>
                        </p:par>
                      </p:childTnLst>
                    </p:cTn>
                  </p:par>
                  <p:par>
                    <p:cTn id="61" fill="hold" nodeType="clickPar">
                      <p:stCondLst>
                        <p:cond delay="indefinite"/>
                      </p:stCondLst>
                      <p:childTnLst>
                        <p:par>
                          <p:cTn id="62" fill="hold" nodeType="withGroup">
                            <p:stCondLst>
                              <p:cond delay="0"/>
                            </p:stCondLst>
                            <p:childTnLst>
                              <p:par>
                                <p:cTn id="63" presetID="18" presetClass="entr" presetSubtype="6" fill="hold" grpId="0" nodeType="clickEffect">
                                  <p:stCondLst>
                                    <p:cond delay="0"/>
                                  </p:stCondLst>
                                  <p:childTnLst>
                                    <p:set>
                                      <p:cBhvr>
                                        <p:cTn id="64" dur="1" fill="hold">
                                          <p:stCondLst>
                                            <p:cond delay="0"/>
                                          </p:stCondLst>
                                        </p:cTn>
                                        <p:tgtEl>
                                          <p:spTgt spid="187505"/>
                                        </p:tgtEl>
                                        <p:attrNameLst>
                                          <p:attrName>style.visibility</p:attrName>
                                        </p:attrNameLst>
                                      </p:cBhvr>
                                      <p:to>
                                        <p:strVal val="visible"/>
                                      </p:to>
                                    </p:set>
                                    <p:animEffect transition="in" filter="strips(downRight)">
                                      <p:cBhvr>
                                        <p:cTn id="65" dur="500"/>
                                        <p:tgtEl>
                                          <p:spTgt spid="187505"/>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18" presetClass="entr" presetSubtype="9" fill="hold" nodeType="clickEffect">
                                  <p:stCondLst>
                                    <p:cond delay="0"/>
                                  </p:stCondLst>
                                  <p:childTnLst>
                                    <p:set>
                                      <p:cBhvr>
                                        <p:cTn id="69" dur="1" fill="hold">
                                          <p:stCondLst>
                                            <p:cond delay="0"/>
                                          </p:stCondLst>
                                        </p:cTn>
                                        <p:tgtEl>
                                          <p:spTgt spid="187440"/>
                                        </p:tgtEl>
                                        <p:attrNameLst>
                                          <p:attrName>style.visibility</p:attrName>
                                        </p:attrNameLst>
                                      </p:cBhvr>
                                      <p:to>
                                        <p:strVal val="visible"/>
                                      </p:to>
                                    </p:set>
                                    <p:animEffect transition="in" filter="strips(upLeft)">
                                      <p:cBhvr>
                                        <p:cTn id="70" dur="500"/>
                                        <p:tgtEl>
                                          <p:spTgt spid="187440"/>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 presetClass="entr" presetSubtype="6" fill="hold" grpId="0" nodeType="clickEffect">
                                  <p:stCondLst>
                                    <p:cond delay="0"/>
                                  </p:stCondLst>
                                  <p:childTnLst>
                                    <p:set>
                                      <p:cBhvr>
                                        <p:cTn id="74" dur="1" fill="hold">
                                          <p:stCondLst>
                                            <p:cond delay="0"/>
                                          </p:stCondLst>
                                        </p:cTn>
                                        <p:tgtEl>
                                          <p:spTgt spid="187439"/>
                                        </p:tgtEl>
                                        <p:attrNameLst>
                                          <p:attrName>style.visibility</p:attrName>
                                        </p:attrNameLst>
                                      </p:cBhvr>
                                      <p:to>
                                        <p:strVal val="visible"/>
                                      </p:to>
                                    </p:set>
                                    <p:anim calcmode="lin" valueType="num">
                                      <p:cBhvr additive="base">
                                        <p:cTn id="75" dur="500" fill="hold"/>
                                        <p:tgtEl>
                                          <p:spTgt spid="187439"/>
                                        </p:tgtEl>
                                        <p:attrNameLst>
                                          <p:attrName>ppt_x</p:attrName>
                                        </p:attrNameLst>
                                      </p:cBhvr>
                                      <p:tavLst>
                                        <p:tav tm="0">
                                          <p:val>
                                            <p:strVal val="1+#ppt_w/2"/>
                                          </p:val>
                                        </p:tav>
                                        <p:tav tm="100000">
                                          <p:val>
                                            <p:strVal val="#ppt_x"/>
                                          </p:val>
                                        </p:tav>
                                      </p:tavLst>
                                    </p:anim>
                                    <p:anim calcmode="lin" valueType="num">
                                      <p:cBhvr additive="base">
                                        <p:cTn id="76" dur="500" fill="hold"/>
                                        <p:tgtEl>
                                          <p:spTgt spid="187439"/>
                                        </p:tgtEl>
                                        <p:attrNameLst>
                                          <p:attrName>ppt_y</p:attrName>
                                        </p:attrNameLst>
                                      </p:cBhvr>
                                      <p:tavLst>
                                        <p:tav tm="0">
                                          <p:val>
                                            <p:strVal val="1+#ppt_h/2"/>
                                          </p:val>
                                        </p:tav>
                                        <p:tav tm="100000">
                                          <p:val>
                                            <p:strVal val="#ppt_y"/>
                                          </p:val>
                                        </p:tav>
                                      </p:tavLst>
                                    </p:anim>
                                  </p:childTnLst>
                                </p:cTn>
                              </p:par>
                            </p:childTnLst>
                          </p:cTn>
                        </p:par>
                      </p:childTnLst>
                    </p:cTn>
                  </p:par>
                  <p:par>
                    <p:cTn id="77" fill="hold" nodeType="clickPar">
                      <p:stCondLst>
                        <p:cond delay="indefinite"/>
                      </p:stCondLst>
                      <p:childTnLst>
                        <p:par>
                          <p:cTn id="78" fill="hold" nodeType="withGroup">
                            <p:stCondLst>
                              <p:cond delay="0"/>
                            </p:stCondLst>
                            <p:childTnLst>
                              <p:par>
                                <p:cTn id="79" presetID="2" presetClass="entr" presetSubtype="6" fill="hold" grpId="0" nodeType="clickEffect">
                                  <p:stCondLst>
                                    <p:cond delay="0"/>
                                  </p:stCondLst>
                                  <p:childTnLst>
                                    <p:set>
                                      <p:cBhvr>
                                        <p:cTn id="80" dur="1" fill="hold">
                                          <p:stCondLst>
                                            <p:cond delay="0"/>
                                          </p:stCondLst>
                                        </p:cTn>
                                        <p:tgtEl>
                                          <p:spTgt spid="187438"/>
                                        </p:tgtEl>
                                        <p:attrNameLst>
                                          <p:attrName>style.visibility</p:attrName>
                                        </p:attrNameLst>
                                      </p:cBhvr>
                                      <p:to>
                                        <p:strVal val="visible"/>
                                      </p:to>
                                    </p:set>
                                    <p:anim calcmode="lin" valueType="num">
                                      <p:cBhvr additive="base">
                                        <p:cTn id="81" dur="500" fill="hold"/>
                                        <p:tgtEl>
                                          <p:spTgt spid="187438"/>
                                        </p:tgtEl>
                                        <p:attrNameLst>
                                          <p:attrName>ppt_x</p:attrName>
                                        </p:attrNameLst>
                                      </p:cBhvr>
                                      <p:tavLst>
                                        <p:tav tm="0">
                                          <p:val>
                                            <p:strVal val="1+#ppt_w/2"/>
                                          </p:val>
                                        </p:tav>
                                        <p:tav tm="100000">
                                          <p:val>
                                            <p:strVal val="#ppt_x"/>
                                          </p:val>
                                        </p:tav>
                                      </p:tavLst>
                                    </p:anim>
                                    <p:anim calcmode="lin" valueType="num">
                                      <p:cBhvr additive="base">
                                        <p:cTn id="82" dur="500" fill="hold"/>
                                        <p:tgtEl>
                                          <p:spTgt spid="187438"/>
                                        </p:tgtEl>
                                        <p:attrNameLst>
                                          <p:attrName>ppt_y</p:attrName>
                                        </p:attrNameLst>
                                      </p:cBhvr>
                                      <p:tavLst>
                                        <p:tav tm="0">
                                          <p:val>
                                            <p:strVal val="1+#ppt_h/2"/>
                                          </p:val>
                                        </p:tav>
                                        <p:tav tm="100000">
                                          <p:val>
                                            <p:strVal val="#ppt_y"/>
                                          </p:val>
                                        </p:tav>
                                      </p:tavLst>
                                    </p:anim>
                                  </p:childTnLst>
                                </p:cTn>
                              </p:par>
                            </p:childTnLst>
                          </p:cTn>
                        </p:par>
                      </p:childTnLst>
                    </p:cTn>
                  </p:par>
                  <p:par>
                    <p:cTn id="83" fill="hold" nodeType="clickPar">
                      <p:stCondLst>
                        <p:cond delay="indefinite"/>
                      </p:stCondLst>
                      <p:childTnLst>
                        <p:par>
                          <p:cTn id="84" fill="hold" nodeType="withGroup">
                            <p:stCondLst>
                              <p:cond delay="0"/>
                            </p:stCondLst>
                            <p:childTnLst>
                              <p:par>
                                <p:cTn id="85" presetID="17" presetClass="entr" presetSubtype="1" fill="hold" grpId="0" nodeType="clickEffect">
                                  <p:stCondLst>
                                    <p:cond delay="0"/>
                                  </p:stCondLst>
                                  <p:childTnLst>
                                    <p:set>
                                      <p:cBhvr>
                                        <p:cTn id="86" dur="1" fill="hold">
                                          <p:stCondLst>
                                            <p:cond delay="0"/>
                                          </p:stCondLst>
                                        </p:cTn>
                                        <p:tgtEl>
                                          <p:spTgt spid="187436"/>
                                        </p:tgtEl>
                                        <p:attrNameLst>
                                          <p:attrName>style.visibility</p:attrName>
                                        </p:attrNameLst>
                                      </p:cBhvr>
                                      <p:to>
                                        <p:strVal val="visible"/>
                                      </p:to>
                                    </p:set>
                                    <p:anim calcmode="lin" valueType="num">
                                      <p:cBhvr>
                                        <p:cTn id="87" dur="500" fill="hold"/>
                                        <p:tgtEl>
                                          <p:spTgt spid="187436"/>
                                        </p:tgtEl>
                                        <p:attrNameLst>
                                          <p:attrName>ppt_x</p:attrName>
                                        </p:attrNameLst>
                                      </p:cBhvr>
                                      <p:tavLst>
                                        <p:tav tm="0">
                                          <p:val>
                                            <p:strVal val="#ppt_x"/>
                                          </p:val>
                                        </p:tav>
                                        <p:tav tm="100000">
                                          <p:val>
                                            <p:strVal val="#ppt_x"/>
                                          </p:val>
                                        </p:tav>
                                      </p:tavLst>
                                    </p:anim>
                                    <p:anim calcmode="lin" valueType="num">
                                      <p:cBhvr>
                                        <p:cTn id="88" dur="500" fill="hold"/>
                                        <p:tgtEl>
                                          <p:spTgt spid="187436"/>
                                        </p:tgtEl>
                                        <p:attrNameLst>
                                          <p:attrName>ppt_y</p:attrName>
                                        </p:attrNameLst>
                                      </p:cBhvr>
                                      <p:tavLst>
                                        <p:tav tm="0">
                                          <p:val>
                                            <p:strVal val="#ppt_y-#ppt_h/2"/>
                                          </p:val>
                                        </p:tav>
                                        <p:tav tm="100000">
                                          <p:val>
                                            <p:strVal val="#ppt_y"/>
                                          </p:val>
                                        </p:tav>
                                      </p:tavLst>
                                    </p:anim>
                                    <p:anim calcmode="lin" valueType="num">
                                      <p:cBhvr>
                                        <p:cTn id="89" dur="500" fill="hold"/>
                                        <p:tgtEl>
                                          <p:spTgt spid="187436"/>
                                        </p:tgtEl>
                                        <p:attrNameLst>
                                          <p:attrName>ppt_w</p:attrName>
                                        </p:attrNameLst>
                                      </p:cBhvr>
                                      <p:tavLst>
                                        <p:tav tm="0">
                                          <p:val>
                                            <p:strVal val="#ppt_w"/>
                                          </p:val>
                                        </p:tav>
                                        <p:tav tm="100000">
                                          <p:val>
                                            <p:strVal val="#ppt_w"/>
                                          </p:val>
                                        </p:tav>
                                      </p:tavLst>
                                    </p:anim>
                                    <p:anim calcmode="lin" valueType="num">
                                      <p:cBhvr>
                                        <p:cTn id="90" dur="500" fill="hold"/>
                                        <p:tgtEl>
                                          <p:spTgt spid="187436"/>
                                        </p:tgtEl>
                                        <p:attrNameLst>
                                          <p:attrName>ppt_h</p:attrName>
                                        </p:attrNameLst>
                                      </p:cBhvr>
                                      <p:tavLst>
                                        <p:tav tm="0">
                                          <p:val>
                                            <p:fltVal val="0"/>
                                          </p:val>
                                        </p:tav>
                                        <p:tav tm="100000">
                                          <p:val>
                                            <p:strVal val="#ppt_h"/>
                                          </p:val>
                                        </p:tav>
                                      </p:tavLst>
                                    </p:anim>
                                  </p:childTnLst>
                                </p:cTn>
                              </p:par>
                            </p:childTnLst>
                          </p:cTn>
                        </p:par>
                      </p:childTnLst>
                    </p:cTn>
                  </p:par>
                  <p:par>
                    <p:cTn id="91" fill="hold" nodeType="clickPar">
                      <p:stCondLst>
                        <p:cond delay="indefinite"/>
                      </p:stCondLst>
                      <p:childTnLst>
                        <p:par>
                          <p:cTn id="92" fill="hold" nodeType="withGroup">
                            <p:stCondLst>
                              <p:cond delay="0"/>
                            </p:stCondLst>
                            <p:childTnLst>
                              <p:par>
                                <p:cTn id="93" presetID="2" presetClass="entr" presetSubtype="6" fill="hold" grpId="0" nodeType="clickEffect">
                                  <p:stCondLst>
                                    <p:cond delay="0"/>
                                  </p:stCondLst>
                                  <p:childTnLst>
                                    <p:set>
                                      <p:cBhvr>
                                        <p:cTn id="94" dur="1" fill="hold">
                                          <p:stCondLst>
                                            <p:cond delay="0"/>
                                          </p:stCondLst>
                                        </p:cTn>
                                        <p:tgtEl>
                                          <p:spTgt spid="187458"/>
                                        </p:tgtEl>
                                        <p:attrNameLst>
                                          <p:attrName>style.visibility</p:attrName>
                                        </p:attrNameLst>
                                      </p:cBhvr>
                                      <p:to>
                                        <p:strVal val="visible"/>
                                      </p:to>
                                    </p:set>
                                    <p:anim calcmode="lin" valueType="num">
                                      <p:cBhvr additive="base">
                                        <p:cTn id="95" dur="500" fill="hold"/>
                                        <p:tgtEl>
                                          <p:spTgt spid="187458"/>
                                        </p:tgtEl>
                                        <p:attrNameLst>
                                          <p:attrName>ppt_x</p:attrName>
                                        </p:attrNameLst>
                                      </p:cBhvr>
                                      <p:tavLst>
                                        <p:tav tm="0">
                                          <p:val>
                                            <p:strVal val="1+#ppt_w/2"/>
                                          </p:val>
                                        </p:tav>
                                        <p:tav tm="100000">
                                          <p:val>
                                            <p:strVal val="#ppt_x"/>
                                          </p:val>
                                        </p:tav>
                                      </p:tavLst>
                                    </p:anim>
                                    <p:anim calcmode="lin" valueType="num">
                                      <p:cBhvr additive="base">
                                        <p:cTn id="96" dur="500" fill="hold"/>
                                        <p:tgtEl>
                                          <p:spTgt spid="187458"/>
                                        </p:tgtEl>
                                        <p:attrNameLst>
                                          <p:attrName>ppt_y</p:attrName>
                                        </p:attrNameLst>
                                      </p:cBhvr>
                                      <p:tavLst>
                                        <p:tav tm="0">
                                          <p:val>
                                            <p:strVal val="1+#ppt_h/2"/>
                                          </p:val>
                                        </p:tav>
                                        <p:tav tm="100000">
                                          <p:val>
                                            <p:strVal val="#ppt_y"/>
                                          </p:val>
                                        </p:tav>
                                      </p:tavLst>
                                    </p:anim>
                                  </p:childTnLst>
                                </p:cTn>
                              </p:par>
                            </p:childTnLst>
                          </p:cTn>
                        </p:par>
                      </p:childTnLst>
                    </p:cTn>
                  </p:par>
                  <p:par>
                    <p:cTn id="97" fill="hold" nodeType="clickPar">
                      <p:stCondLst>
                        <p:cond delay="indefinite"/>
                      </p:stCondLst>
                      <p:childTnLst>
                        <p:par>
                          <p:cTn id="98" fill="hold" nodeType="withGroup">
                            <p:stCondLst>
                              <p:cond delay="0"/>
                            </p:stCondLst>
                            <p:childTnLst>
                              <p:par>
                                <p:cTn id="99" presetID="23" presetClass="entr" presetSubtype="16" fill="hold" nodeType="clickEffect">
                                  <p:stCondLst>
                                    <p:cond delay="0"/>
                                  </p:stCondLst>
                                  <p:childTnLst>
                                    <p:set>
                                      <p:cBhvr>
                                        <p:cTn id="100" dur="1" fill="hold">
                                          <p:stCondLst>
                                            <p:cond delay="0"/>
                                          </p:stCondLst>
                                        </p:cTn>
                                        <p:tgtEl>
                                          <p:spTgt spid="187451"/>
                                        </p:tgtEl>
                                        <p:attrNameLst>
                                          <p:attrName>style.visibility</p:attrName>
                                        </p:attrNameLst>
                                      </p:cBhvr>
                                      <p:to>
                                        <p:strVal val="visible"/>
                                      </p:to>
                                    </p:set>
                                    <p:anim calcmode="lin" valueType="num">
                                      <p:cBhvr>
                                        <p:cTn id="101" dur="500" fill="hold"/>
                                        <p:tgtEl>
                                          <p:spTgt spid="187451"/>
                                        </p:tgtEl>
                                        <p:attrNameLst>
                                          <p:attrName>ppt_w</p:attrName>
                                        </p:attrNameLst>
                                      </p:cBhvr>
                                      <p:tavLst>
                                        <p:tav tm="0">
                                          <p:val>
                                            <p:fltVal val="0"/>
                                          </p:val>
                                        </p:tav>
                                        <p:tav tm="100000">
                                          <p:val>
                                            <p:strVal val="#ppt_w"/>
                                          </p:val>
                                        </p:tav>
                                      </p:tavLst>
                                    </p:anim>
                                    <p:anim calcmode="lin" valueType="num">
                                      <p:cBhvr>
                                        <p:cTn id="102" dur="500" fill="hold"/>
                                        <p:tgtEl>
                                          <p:spTgt spid="187451"/>
                                        </p:tgtEl>
                                        <p:attrNameLst>
                                          <p:attrName>ppt_h</p:attrName>
                                        </p:attrNameLst>
                                      </p:cBhvr>
                                      <p:tavLst>
                                        <p:tav tm="0">
                                          <p:val>
                                            <p:fltVal val="0"/>
                                          </p:val>
                                        </p:tav>
                                        <p:tav tm="100000">
                                          <p:val>
                                            <p:strVal val="#ppt_h"/>
                                          </p:val>
                                        </p:tav>
                                      </p:tavLst>
                                    </p:anim>
                                  </p:childTnLst>
                                </p:cTn>
                              </p:par>
                            </p:childTnLst>
                          </p:cTn>
                        </p:par>
                      </p:childTnLst>
                    </p:cTn>
                  </p:par>
                  <p:par>
                    <p:cTn id="103" fill="hold" nodeType="clickPar">
                      <p:stCondLst>
                        <p:cond delay="indefinite"/>
                      </p:stCondLst>
                      <p:childTnLst>
                        <p:par>
                          <p:cTn id="104" fill="hold" nodeType="withGroup">
                            <p:stCondLst>
                              <p:cond delay="0"/>
                            </p:stCondLst>
                            <p:childTnLst>
                              <p:par>
                                <p:cTn id="105" presetID="2" presetClass="entr" presetSubtype="1" fill="hold" grpId="0" nodeType="clickEffect">
                                  <p:stCondLst>
                                    <p:cond delay="0"/>
                                  </p:stCondLst>
                                  <p:childTnLst>
                                    <p:set>
                                      <p:cBhvr>
                                        <p:cTn id="106" dur="1" fill="hold">
                                          <p:stCondLst>
                                            <p:cond delay="0"/>
                                          </p:stCondLst>
                                        </p:cTn>
                                        <p:tgtEl>
                                          <p:spTgt spid="187403"/>
                                        </p:tgtEl>
                                        <p:attrNameLst>
                                          <p:attrName>style.visibility</p:attrName>
                                        </p:attrNameLst>
                                      </p:cBhvr>
                                      <p:to>
                                        <p:strVal val="visible"/>
                                      </p:to>
                                    </p:set>
                                    <p:anim calcmode="lin" valueType="num">
                                      <p:cBhvr additive="base">
                                        <p:cTn id="107" dur="500" fill="hold"/>
                                        <p:tgtEl>
                                          <p:spTgt spid="187403"/>
                                        </p:tgtEl>
                                        <p:attrNameLst>
                                          <p:attrName>ppt_x</p:attrName>
                                        </p:attrNameLst>
                                      </p:cBhvr>
                                      <p:tavLst>
                                        <p:tav tm="0">
                                          <p:val>
                                            <p:strVal val="#ppt_x"/>
                                          </p:val>
                                        </p:tav>
                                        <p:tav tm="100000">
                                          <p:val>
                                            <p:strVal val="#ppt_x"/>
                                          </p:val>
                                        </p:tav>
                                      </p:tavLst>
                                    </p:anim>
                                    <p:anim calcmode="lin" valueType="num">
                                      <p:cBhvr additive="base">
                                        <p:cTn id="108" dur="500" fill="hold"/>
                                        <p:tgtEl>
                                          <p:spTgt spid="187403"/>
                                        </p:tgtEl>
                                        <p:attrNameLst>
                                          <p:attrName>ppt_y</p:attrName>
                                        </p:attrNameLst>
                                      </p:cBhvr>
                                      <p:tavLst>
                                        <p:tav tm="0">
                                          <p:val>
                                            <p:strVal val="0-#ppt_h/2"/>
                                          </p:val>
                                        </p:tav>
                                        <p:tav tm="100000">
                                          <p:val>
                                            <p:strVal val="#ppt_y"/>
                                          </p:val>
                                        </p:tav>
                                      </p:tavLst>
                                    </p:anim>
                                  </p:childTnLst>
                                </p:cTn>
                              </p:par>
                            </p:childTnLst>
                          </p:cTn>
                        </p:par>
                      </p:childTnLst>
                    </p:cTn>
                  </p:par>
                  <p:par>
                    <p:cTn id="109" fill="hold" nodeType="clickPar">
                      <p:stCondLst>
                        <p:cond delay="indefinite"/>
                      </p:stCondLst>
                      <p:childTnLst>
                        <p:par>
                          <p:cTn id="110" fill="hold" nodeType="withGroup">
                            <p:stCondLst>
                              <p:cond delay="0"/>
                            </p:stCondLst>
                            <p:childTnLst>
                              <p:par>
                                <p:cTn id="111" presetID="17" presetClass="entr" presetSubtype="10" fill="hold" grpId="0" nodeType="clickEffect">
                                  <p:stCondLst>
                                    <p:cond delay="0"/>
                                  </p:stCondLst>
                                  <p:childTnLst>
                                    <p:set>
                                      <p:cBhvr>
                                        <p:cTn id="112" dur="1" fill="hold">
                                          <p:stCondLst>
                                            <p:cond delay="0"/>
                                          </p:stCondLst>
                                        </p:cTn>
                                        <p:tgtEl>
                                          <p:spTgt spid="187506"/>
                                        </p:tgtEl>
                                        <p:attrNameLst>
                                          <p:attrName>style.visibility</p:attrName>
                                        </p:attrNameLst>
                                      </p:cBhvr>
                                      <p:to>
                                        <p:strVal val="visible"/>
                                      </p:to>
                                    </p:set>
                                    <p:anim calcmode="lin" valueType="num">
                                      <p:cBhvr>
                                        <p:cTn id="113" dur="500" fill="hold"/>
                                        <p:tgtEl>
                                          <p:spTgt spid="187506"/>
                                        </p:tgtEl>
                                        <p:attrNameLst>
                                          <p:attrName>ppt_w</p:attrName>
                                        </p:attrNameLst>
                                      </p:cBhvr>
                                      <p:tavLst>
                                        <p:tav tm="0">
                                          <p:val>
                                            <p:fltVal val="0"/>
                                          </p:val>
                                        </p:tav>
                                        <p:tav tm="100000">
                                          <p:val>
                                            <p:strVal val="#ppt_w"/>
                                          </p:val>
                                        </p:tav>
                                      </p:tavLst>
                                    </p:anim>
                                    <p:anim calcmode="lin" valueType="num">
                                      <p:cBhvr>
                                        <p:cTn id="114" dur="500" fill="hold"/>
                                        <p:tgtEl>
                                          <p:spTgt spid="187506"/>
                                        </p:tgtEl>
                                        <p:attrNameLst>
                                          <p:attrName>ppt_h</p:attrName>
                                        </p:attrNameLst>
                                      </p:cBhvr>
                                      <p:tavLst>
                                        <p:tav tm="0">
                                          <p:val>
                                            <p:strVal val="#ppt_h"/>
                                          </p:val>
                                        </p:tav>
                                        <p:tav tm="100000">
                                          <p:val>
                                            <p:strVal val="#ppt_h"/>
                                          </p:val>
                                        </p:tav>
                                      </p:tavLst>
                                    </p:anim>
                                  </p:childTnLst>
                                </p:cTn>
                              </p:par>
                            </p:childTnLst>
                          </p:cTn>
                        </p:par>
                      </p:childTnLst>
                    </p:cTn>
                  </p:par>
                  <p:par>
                    <p:cTn id="115" fill="hold" nodeType="clickPar">
                      <p:stCondLst>
                        <p:cond delay="indefinite"/>
                      </p:stCondLst>
                      <p:childTnLst>
                        <p:par>
                          <p:cTn id="116" fill="hold" nodeType="withGroup">
                            <p:stCondLst>
                              <p:cond delay="0"/>
                            </p:stCondLst>
                            <p:childTnLst>
                              <p:par>
                                <p:cTn id="117" presetID="17" presetClass="entr" presetSubtype="1" fill="hold" nodeType="clickEffect">
                                  <p:stCondLst>
                                    <p:cond delay="0"/>
                                  </p:stCondLst>
                                  <p:childTnLst>
                                    <p:set>
                                      <p:cBhvr>
                                        <p:cTn id="118" dur="1" fill="hold">
                                          <p:stCondLst>
                                            <p:cond delay="0"/>
                                          </p:stCondLst>
                                        </p:cTn>
                                        <p:tgtEl>
                                          <p:spTgt spid="187447"/>
                                        </p:tgtEl>
                                        <p:attrNameLst>
                                          <p:attrName>style.visibility</p:attrName>
                                        </p:attrNameLst>
                                      </p:cBhvr>
                                      <p:to>
                                        <p:strVal val="visible"/>
                                      </p:to>
                                    </p:set>
                                    <p:anim calcmode="lin" valueType="num">
                                      <p:cBhvr>
                                        <p:cTn id="119" dur="500" fill="hold"/>
                                        <p:tgtEl>
                                          <p:spTgt spid="187447"/>
                                        </p:tgtEl>
                                        <p:attrNameLst>
                                          <p:attrName>ppt_x</p:attrName>
                                        </p:attrNameLst>
                                      </p:cBhvr>
                                      <p:tavLst>
                                        <p:tav tm="0">
                                          <p:val>
                                            <p:strVal val="#ppt_x"/>
                                          </p:val>
                                        </p:tav>
                                        <p:tav tm="100000">
                                          <p:val>
                                            <p:strVal val="#ppt_x"/>
                                          </p:val>
                                        </p:tav>
                                      </p:tavLst>
                                    </p:anim>
                                    <p:anim calcmode="lin" valueType="num">
                                      <p:cBhvr>
                                        <p:cTn id="120" dur="500" fill="hold"/>
                                        <p:tgtEl>
                                          <p:spTgt spid="187447"/>
                                        </p:tgtEl>
                                        <p:attrNameLst>
                                          <p:attrName>ppt_y</p:attrName>
                                        </p:attrNameLst>
                                      </p:cBhvr>
                                      <p:tavLst>
                                        <p:tav tm="0">
                                          <p:val>
                                            <p:strVal val="#ppt_y-#ppt_h/2"/>
                                          </p:val>
                                        </p:tav>
                                        <p:tav tm="100000">
                                          <p:val>
                                            <p:strVal val="#ppt_y"/>
                                          </p:val>
                                        </p:tav>
                                      </p:tavLst>
                                    </p:anim>
                                    <p:anim calcmode="lin" valueType="num">
                                      <p:cBhvr>
                                        <p:cTn id="121" dur="500" fill="hold"/>
                                        <p:tgtEl>
                                          <p:spTgt spid="187447"/>
                                        </p:tgtEl>
                                        <p:attrNameLst>
                                          <p:attrName>ppt_w</p:attrName>
                                        </p:attrNameLst>
                                      </p:cBhvr>
                                      <p:tavLst>
                                        <p:tav tm="0">
                                          <p:val>
                                            <p:strVal val="#ppt_w"/>
                                          </p:val>
                                        </p:tav>
                                        <p:tav tm="100000">
                                          <p:val>
                                            <p:strVal val="#ppt_w"/>
                                          </p:val>
                                        </p:tav>
                                      </p:tavLst>
                                    </p:anim>
                                    <p:anim calcmode="lin" valueType="num">
                                      <p:cBhvr>
                                        <p:cTn id="122" dur="500" fill="hold"/>
                                        <p:tgtEl>
                                          <p:spTgt spid="187447"/>
                                        </p:tgtEl>
                                        <p:attrNameLst>
                                          <p:attrName>ppt_h</p:attrName>
                                        </p:attrNameLst>
                                      </p:cBhvr>
                                      <p:tavLst>
                                        <p:tav tm="0">
                                          <p:val>
                                            <p:fltVal val="0"/>
                                          </p:val>
                                        </p:tav>
                                        <p:tav tm="100000">
                                          <p:val>
                                            <p:strVal val="#ppt_h"/>
                                          </p:val>
                                        </p:tav>
                                      </p:tavLst>
                                    </p:anim>
                                  </p:childTnLst>
                                </p:cTn>
                              </p:par>
                            </p:childTnLst>
                          </p:cTn>
                        </p:par>
                      </p:childTnLst>
                    </p:cTn>
                  </p:par>
                  <p:par>
                    <p:cTn id="123" fill="hold" nodeType="clickPar">
                      <p:stCondLst>
                        <p:cond delay="indefinite"/>
                      </p:stCondLst>
                      <p:childTnLst>
                        <p:par>
                          <p:cTn id="124" fill="hold" nodeType="withGroup">
                            <p:stCondLst>
                              <p:cond delay="0"/>
                            </p:stCondLst>
                            <p:childTnLst>
                              <p:par>
                                <p:cTn id="125" presetID="2" presetClass="entr" presetSubtype="1" fill="hold" grpId="0" nodeType="clickEffect">
                                  <p:stCondLst>
                                    <p:cond delay="0"/>
                                  </p:stCondLst>
                                  <p:childTnLst>
                                    <p:set>
                                      <p:cBhvr>
                                        <p:cTn id="126" dur="1" fill="hold">
                                          <p:stCondLst>
                                            <p:cond delay="0"/>
                                          </p:stCondLst>
                                        </p:cTn>
                                        <p:tgtEl>
                                          <p:spTgt spid="187437"/>
                                        </p:tgtEl>
                                        <p:attrNameLst>
                                          <p:attrName>style.visibility</p:attrName>
                                        </p:attrNameLst>
                                      </p:cBhvr>
                                      <p:to>
                                        <p:strVal val="visible"/>
                                      </p:to>
                                    </p:set>
                                    <p:anim calcmode="lin" valueType="num">
                                      <p:cBhvr additive="base">
                                        <p:cTn id="127" dur="500" fill="hold"/>
                                        <p:tgtEl>
                                          <p:spTgt spid="187437"/>
                                        </p:tgtEl>
                                        <p:attrNameLst>
                                          <p:attrName>ppt_x</p:attrName>
                                        </p:attrNameLst>
                                      </p:cBhvr>
                                      <p:tavLst>
                                        <p:tav tm="0">
                                          <p:val>
                                            <p:strVal val="#ppt_x"/>
                                          </p:val>
                                        </p:tav>
                                        <p:tav tm="100000">
                                          <p:val>
                                            <p:strVal val="#ppt_x"/>
                                          </p:val>
                                        </p:tav>
                                      </p:tavLst>
                                    </p:anim>
                                    <p:anim calcmode="lin" valueType="num">
                                      <p:cBhvr additive="base">
                                        <p:cTn id="128" dur="500" fill="hold"/>
                                        <p:tgtEl>
                                          <p:spTgt spid="187437"/>
                                        </p:tgtEl>
                                        <p:attrNameLst>
                                          <p:attrName>ppt_y</p:attrName>
                                        </p:attrNameLst>
                                      </p:cBhvr>
                                      <p:tavLst>
                                        <p:tav tm="0">
                                          <p:val>
                                            <p:strVal val="0-#ppt_h/2"/>
                                          </p:val>
                                        </p:tav>
                                        <p:tav tm="100000">
                                          <p:val>
                                            <p:strVal val="#ppt_y"/>
                                          </p:val>
                                        </p:tav>
                                      </p:tavLst>
                                    </p:anim>
                                  </p:childTnLst>
                                </p:cTn>
                              </p:par>
                            </p:childTnLst>
                          </p:cTn>
                        </p:par>
                      </p:childTnLst>
                    </p:cTn>
                  </p:par>
                  <p:par>
                    <p:cTn id="129" fill="hold" nodeType="clickPar">
                      <p:stCondLst>
                        <p:cond delay="indefinite"/>
                      </p:stCondLst>
                      <p:childTnLst>
                        <p:par>
                          <p:cTn id="130" fill="hold" nodeType="withGroup">
                            <p:stCondLst>
                              <p:cond delay="0"/>
                            </p:stCondLst>
                            <p:childTnLst>
                              <p:par>
                                <p:cTn id="131" presetID="2" presetClass="entr" presetSubtype="1" fill="hold" grpId="0" nodeType="clickEffect">
                                  <p:stCondLst>
                                    <p:cond delay="0"/>
                                  </p:stCondLst>
                                  <p:childTnLst>
                                    <p:set>
                                      <p:cBhvr>
                                        <p:cTn id="132" dur="1" fill="hold">
                                          <p:stCondLst>
                                            <p:cond delay="0"/>
                                          </p:stCondLst>
                                        </p:cTn>
                                        <p:tgtEl>
                                          <p:spTgt spid="187450"/>
                                        </p:tgtEl>
                                        <p:attrNameLst>
                                          <p:attrName>style.visibility</p:attrName>
                                        </p:attrNameLst>
                                      </p:cBhvr>
                                      <p:to>
                                        <p:strVal val="visible"/>
                                      </p:to>
                                    </p:set>
                                    <p:anim calcmode="lin" valueType="num">
                                      <p:cBhvr additive="base">
                                        <p:cTn id="133" dur="500" fill="hold"/>
                                        <p:tgtEl>
                                          <p:spTgt spid="187450"/>
                                        </p:tgtEl>
                                        <p:attrNameLst>
                                          <p:attrName>ppt_x</p:attrName>
                                        </p:attrNameLst>
                                      </p:cBhvr>
                                      <p:tavLst>
                                        <p:tav tm="0">
                                          <p:val>
                                            <p:strVal val="#ppt_x"/>
                                          </p:val>
                                        </p:tav>
                                        <p:tav tm="100000">
                                          <p:val>
                                            <p:strVal val="#ppt_x"/>
                                          </p:val>
                                        </p:tav>
                                      </p:tavLst>
                                    </p:anim>
                                    <p:anim calcmode="lin" valueType="num">
                                      <p:cBhvr additive="base">
                                        <p:cTn id="134" dur="500" fill="hold"/>
                                        <p:tgtEl>
                                          <p:spTgt spid="187450"/>
                                        </p:tgtEl>
                                        <p:attrNameLst>
                                          <p:attrName>ppt_y</p:attrName>
                                        </p:attrNameLst>
                                      </p:cBhvr>
                                      <p:tavLst>
                                        <p:tav tm="0">
                                          <p:val>
                                            <p:strVal val="0-#ppt_h/2"/>
                                          </p:val>
                                        </p:tav>
                                        <p:tav tm="100000">
                                          <p:val>
                                            <p:strVal val="#ppt_y"/>
                                          </p:val>
                                        </p:tav>
                                      </p:tavLst>
                                    </p:anim>
                                  </p:childTnLst>
                                </p:cTn>
                              </p:par>
                            </p:childTnLst>
                          </p:cTn>
                        </p:par>
                      </p:childTnLst>
                    </p:cTn>
                  </p:par>
                  <p:par>
                    <p:cTn id="135" fill="hold" nodeType="clickPar">
                      <p:stCondLst>
                        <p:cond delay="indefinite"/>
                      </p:stCondLst>
                      <p:childTnLst>
                        <p:par>
                          <p:cTn id="136" fill="hold" nodeType="withGroup">
                            <p:stCondLst>
                              <p:cond delay="0"/>
                            </p:stCondLst>
                            <p:childTnLst>
                              <p:par>
                                <p:cTn id="137" presetID="2" presetClass="entr" presetSubtype="1" fill="hold" grpId="0" nodeType="clickEffect">
                                  <p:stCondLst>
                                    <p:cond delay="0"/>
                                  </p:stCondLst>
                                  <p:childTnLst>
                                    <p:set>
                                      <p:cBhvr>
                                        <p:cTn id="138" dur="1" fill="hold">
                                          <p:stCondLst>
                                            <p:cond delay="0"/>
                                          </p:stCondLst>
                                        </p:cTn>
                                        <p:tgtEl>
                                          <p:spTgt spid="187457"/>
                                        </p:tgtEl>
                                        <p:attrNameLst>
                                          <p:attrName>style.visibility</p:attrName>
                                        </p:attrNameLst>
                                      </p:cBhvr>
                                      <p:to>
                                        <p:strVal val="visible"/>
                                      </p:to>
                                    </p:set>
                                    <p:anim calcmode="lin" valueType="num">
                                      <p:cBhvr additive="base">
                                        <p:cTn id="139" dur="500" fill="hold"/>
                                        <p:tgtEl>
                                          <p:spTgt spid="187457"/>
                                        </p:tgtEl>
                                        <p:attrNameLst>
                                          <p:attrName>ppt_x</p:attrName>
                                        </p:attrNameLst>
                                      </p:cBhvr>
                                      <p:tavLst>
                                        <p:tav tm="0">
                                          <p:val>
                                            <p:strVal val="#ppt_x"/>
                                          </p:val>
                                        </p:tav>
                                        <p:tav tm="100000">
                                          <p:val>
                                            <p:strVal val="#ppt_x"/>
                                          </p:val>
                                        </p:tav>
                                      </p:tavLst>
                                    </p:anim>
                                    <p:anim calcmode="lin" valueType="num">
                                      <p:cBhvr additive="base">
                                        <p:cTn id="140" dur="500" fill="hold"/>
                                        <p:tgtEl>
                                          <p:spTgt spid="187457"/>
                                        </p:tgtEl>
                                        <p:attrNameLst>
                                          <p:attrName>ppt_y</p:attrName>
                                        </p:attrNameLst>
                                      </p:cBhvr>
                                      <p:tavLst>
                                        <p:tav tm="0">
                                          <p:val>
                                            <p:strVal val="0-#ppt_h/2"/>
                                          </p:val>
                                        </p:tav>
                                        <p:tav tm="100000">
                                          <p:val>
                                            <p:strVal val="#ppt_y"/>
                                          </p:val>
                                        </p:tav>
                                      </p:tavLst>
                                    </p:anim>
                                  </p:childTnLst>
                                </p:cTn>
                              </p:par>
                            </p:childTnLst>
                          </p:cTn>
                        </p:par>
                      </p:childTnLst>
                    </p:cTn>
                  </p:par>
                  <p:par>
                    <p:cTn id="141" fill="hold" nodeType="clickPar">
                      <p:stCondLst>
                        <p:cond delay="indefinite"/>
                      </p:stCondLst>
                      <p:childTnLst>
                        <p:par>
                          <p:cTn id="142" fill="hold" nodeType="withGroup">
                            <p:stCondLst>
                              <p:cond delay="0"/>
                            </p:stCondLst>
                            <p:childTnLst>
                              <p:par>
                                <p:cTn id="143" presetID="18" presetClass="entr" presetSubtype="6" fill="hold" grpId="0" nodeType="clickEffect">
                                  <p:stCondLst>
                                    <p:cond delay="0"/>
                                  </p:stCondLst>
                                  <p:childTnLst>
                                    <p:set>
                                      <p:cBhvr>
                                        <p:cTn id="144" dur="1" fill="hold">
                                          <p:stCondLst>
                                            <p:cond delay="0"/>
                                          </p:stCondLst>
                                        </p:cTn>
                                        <p:tgtEl>
                                          <p:spTgt spid="187445"/>
                                        </p:tgtEl>
                                        <p:attrNameLst>
                                          <p:attrName>style.visibility</p:attrName>
                                        </p:attrNameLst>
                                      </p:cBhvr>
                                      <p:to>
                                        <p:strVal val="visible"/>
                                      </p:to>
                                    </p:set>
                                    <p:animEffect transition="in" filter="strips(downRight)">
                                      <p:cBhvr>
                                        <p:cTn id="145" dur="500"/>
                                        <p:tgtEl>
                                          <p:spTgt spid="187445"/>
                                        </p:tgtEl>
                                      </p:cBhvr>
                                    </p:animEffect>
                                  </p:childTnLst>
                                </p:cTn>
                              </p:par>
                            </p:childTnLst>
                          </p:cTn>
                        </p:par>
                      </p:childTnLst>
                    </p:cTn>
                  </p:par>
                  <p:par>
                    <p:cTn id="146" fill="hold" nodeType="clickPar">
                      <p:stCondLst>
                        <p:cond delay="indefinite"/>
                      </p:stCondLst>
                      <p:childTnLst>
                        <p:par>
                          <p:cTn id="147" fill="hold" nodeType="withGroup">
                            <p:stCondLst>
                              <p:cond delay="0"/>
                            </p:stCondLst>
                            <p:childTnLst>
                              <p:par>
                                <p:cTn id="148" presetID="18" presetClass="entr" presetSubtype="6" fill="hold" grpId="0" nodeType="clickEffect">
                                  <p:stCondLst>
                                    <p:cond delay="0"/>
                                  </p:stCondLst>
                                  <p:childTnLst>
                                    <p:set>
                                      <p:cBhvr>
                                        <p:cTn id="149" dur="1" fill="hold">
                                          <p:stCondLst>
                                            <p:cond delay="0"/>
                                          </p:stCondLst>
                                        </p:cTn>
                                        <p:tgtEl>
                                          <p:spTgt spid="187446"/>
                                        </p:tgtEl>
                                        <p:attrNameLst>
                                          <p:attrName>style.visibility</p:attrName>
                                        </p:attrNameLst>
                                      </p:cBhvr>
                                      <p:to>
                                        <p:strVal val="visible"/>
                                      </p:to>
                                    </p:set>
                                    <p:animEffect transition="in" filter="strips(downRight)">
                                      <p:cBhvr>
                                        <p:cTn id="150" dur="500"/>
                                        <p:tgtEl>
                                          <p:spTgt spid="187446"/>
                                        </p:tgtEl>
                                      </p:cBhvr>
                                    </p:animEffect>
                                  </p:childTnLst>
                                </p:cTn>
                              </p:par>
                            </p:childTnLst>
                          </p:cTn>
                        </p:par>
                      </p:childTnLst>
                    </p:cTn>
                  </p:par>
                  <p:par>
                    <p:cTn id="151" fill="hold" nodeType="clickPar">
                      <p:stCondLst>
                        <p:cond delay="indefinite"/>
                      </p:stCondLst>
                      <p:childTnLst>
                        <p:par>
                          <p:cTn id="152" fill="hold" nodeType="withGroup">
                            <p:stCondLst>
                              <p:cond delay="0"/>
                            </p:stCondLst>
                            <p:childTnLst>
                              <p:par>
                                <p:cTn id="153" presetID="2" presetClass="entr" presetSubtype="8" fill="hold" grpId="0" nodeType="clickEffect">
                                  <p:stCondLst>
                                    <p:cond delay="0"/>
                                  </p:stCondLst>
                                  <p:childTnLst>
                                    <p:set>
                                      <p:cBhvr>
                                        <p:cTn id="154" dur="1" fill="hold">
                                          <p:stCondLst>
                                            <p:cond delay="0"/>
                                          </p:stCondLst>
                                        </p:cTn>
                                        <p:tgtEl>
                                          <p:spTgt spid="187516"/>
                                        </p:tgtEl>
                                        <p:attrNameLst>
                                          <p:attrName>style.visibility</p:attrName>
                                        </p:attrNameLst>
                                      </p:cBhvr>
                                      <p:to>
                                        <p:strVal val="visible"/>
                                      </p:to>
                                    </p:set>
                                    <p:anim calcmode="lin" valueType="num">
                                      <p:cBhvr additive="base">
                                        <p:cTn id="155" dur="500" fill="hold"/>
                                        <p:tgtEl>
                                          <p:spTgt spid="187516"/>
                                        </p:tgtEl>
                                        <p:attrNameLst>
                                          <p:attrName>ppt_x</p:attrName>
                                        </p:attrNameLst>
                                      </p:cBhvr>
                                      <p:tavLst>
                                        <p:tav tm="0">
                                          <p:val>
                                            <p:strVal val="0-#ppt_w/2"/>
                                          </p:val>
                                        </p:tav>
                                        <p:tav tm="100000">
                                          <p:val>
                                            <p:strVal val="#ppt_x"/>
                                          </p:val>
                                        </p:tav>
                                      </p:tavLst>
                                    </p:anim>
                                    <p:anim calcmode="lin" valueType="num">
                                      <p:cBhvr additive="base">
                                        <p:cTn id="156" dur="500" fill="hold"/>
                                        <p:tgtEl>
                                          <p:spTgt spid="187516"/>
                                        </p:tgtEl>
                                        <p:attrNameLst>
                                          <p:attrName>ppt_y</p:attrName>
                                        </p:attrNameLst>
                                      </p:cBhvr>
                                      <p:tavLst>
                                        <p:tav tm="0">
                                          <p:val>
                                            <p:strVal val="#ppt_y"/>
                                          </p:val>
                                        </p:tav>
                                        <p:tav tm="100000">
                                          <p:val>
                                            <p:strVal val="#ppt_y"/>
                                          </p:val>
                                        </p:tav>
                                      </p:tavLst>
                                    </p:anim>
                                  </p:childTnLst>
                                </p:cTn>
                              </p:par>
                            </p:childTnLst>
                          </p:cTn>
                        </p:par>
                      </p:childTnLst>
                    </p:cTn>
                  </p:par>
                  <p:par>
                    <p:cTn id="157" fill="hold" nodeType="clickPar">
                      <p:stCondLst>
                        <p:cond delay="indefinite"/>
                      </p:stCondLst>
                      <p:childTnLst>
                        <p:par>
                          <p:cTn id="158" fill="hold" nodeType="withGroup">
                            <p:stCondLst>
                              <p:cond delay="0"/>
                            </p:stCondLst>
                            <p:childTnLst>
                              <p:par>
                                <p:cTn id="159" presetID="2" presetClass="entr" presetSubtype="8" fill="hold" grpId="0" nodeType="clickEffect">
                                  <p:stCondLst>
                                    <p:cond delay="0"/>
                                  </p:stCondLst>
                                  <p:childTnLst>
                                    <p:set>
                                      <p:cBhvr>
                                        <p:cTn id="160" dur="1" fill="hold">
                                          <p:stCondLst>
                                            <p:cond delay="0"/>
                                          </p:stCondLst>
                                        </p:cTn>
                                        <p:tgtEl>
                                          <p:spTgt spid="187518"/>
                                        </p:tgtEl>
                                        <p:attrNameLst>
                                          <p:attrName>style.visibility</p:attrName>
                                        </p:attrNameLst>
                                      </p:cBhvr>
                                      <p:to>
                                        <p:strVal val="visible"/>
                                      </p:to>
                                    </p:set>
                                    <p:anim calcmode="lin" valueType="num">
                                      <p:cBhvr additive="base">
                                        <p:cTn id="161" dur="500" fill="hold"/>
                                        <p:tgtEl>
                                          <p:spTgt spid="187518"/>
                                        </p:tgtEl>
                                        <p:attrNameLst>
                                          <p:attrName>ppt_x</p:attrName>
                                        </p:attrNameLst>
                                      </p:cBhvr>
                                      <p:tavLst>
                                        <p:tav tm="0">
                                          <p:val>
                                            <p:strVal val="0-#ppt_w/2"/>
                                          </p:val>
                                        </p:tav>
                                        <p:tav tm="100000">
                                          <p:val>
                                            <p:strVal val="#ppt_x"/>
                                          </p:val>
                                        </p:tav>
                                      </p:tavLst>
                                    </p:anim>
                                    <p:anim calcmode="lin" valueType="num">
                                      <p:cBhvr additive="base">
                                        <p:cTn id="162" dur="500" fill="hold"/>
                                        <p:tgtEl>
                                          <p:spTgt spid="187518"/>
                                        </p:tgtEl>
                                        <p:attrNameLst>
                                          <p:attrName>ppt_y</p:attrName>
                                        </p:attrNameLst>
                                      </p:cBhvr>
                                      <p:tavLst>
                                        <p:tav tm="0">
                                          <p:val>
                                            <p:strVal val="#ppt_y"/>
                                          </p:val>
                                        </p:tav>
                                        <p:tav tm="100000">
                                          <p:val>
                                            <p:strVal val="#ppt_y"/>
                                          </p:val>
                                        </p:tav>
                                      </p:tavLst>
                                    </p:anim>
                                  </p:childTnLst>
                                </p:cTn>
                              </p:par>
                            </p:childTnLst>
                          </p:cTn>
                        </p:par>
                      </p:childTnLst>
                    </p:cTn>
                  </p:par>
                  <p:par>
                    <p:cTn id="163" fill="hold" nodeType="clickPar">
                      <p:stCondLst>
                        <p:cond delay="indefinite"/>
                      </p:stCondLst>
                      <p:childTnLst>
                        <p:par>
                          <p:cTn id="164" fill="hold" nodeType="withGroup">
                            <p:stCondLst>
                              <p:cond delay="0"/>
                            </p:stCondLst>
                            <p:childTnLst>
                              <p:par>
                                <p:cTn id="165" presetID="2" presetClass="entr" presetSubtype="8" fill="hold" nodeType="clickEffect">
                                  <p:stCondLst>
                                    <p:cond delay="0"/>
                                  </p:stCondLst>
                                  <p:childTnLst>
                                    <p:set>
                                      <p:cBhvr>
                                        <p:cTn id="166" dur="1" fill="hold">
                                          <p:stCondLst>
                                            <p:cond delay="0"/>
                                          </p:stCondLst>
                                        </p:cTn>
                                        <p:tgtEl>
                                          <p:spTgt spid="187524"/>
                                        </p:tgtEl>
                                        <p:attrNameLst>
                                          <p:attrName>style.visibility</p:attrName>
                                        </p:attrNameLst>
                                      </p:cBhvr>
                                      <p:to>
                                        <p:strVal val="visible"/>
                                      </p:to>
                                    </p:set>
                                    <p:anim calcmode="lin" valueType="num">
                                      <p:cBhvr additive="base">
                                        <p:cTn id="167" dur="500" fill="hold"/>
                                        <p:tgtEl>
                                          <p:spTgt spid="187524"/>
                                        </p:tgtEl>
                                        <p:attrNameLst>
                                          <p:attrName>ppt_x</p:attrName>
                                        </p:attrNameLst>
                                      </p:cBhvr>
                                      <p:tavLst>
                                        <p:tav tm="0">
                                          <p:val>
                                            <p:strVal val="0-#ppt_w/2"/>
                                          </p:val>
                                        </p:tav>
                                        <p:tav tm="100000">
                                          <p:val>
                                            <p:strVal val="#ppt_x"/>
                                          </p:val>
                                        </p:tav>
                                      </p:tavLst>
                                    </p:anim>
                                    <p:anim calcmode="lin" valueType="num">
                                      <p:cBhvr additive="base">
                                        <p:cTn id="168" dur="500" fill="hold"/>
                                        <p:tgtEl>
                                          <p:spTgt spid="187524"/>
                                        </p:tgtEl>
                                        <p:attrNameLst>
                                          <p:attrName>ppt_y</p:attrName>
                                        </p:attrNameLst>
                                      </p:cBhvr>
                                      <p:tavLst>
                                        <p:tav tm="0">
                                          <p:val>
                                            <p:strVal val="#ppt_y"/>
                                          </p:val>
                                        </p:tav>
                                        <p:tav tm="100000">
                                          <p:val>
                                            <p:strVal val="#ppt_y"/>
                                          </p:val>
                                        </p:tav>
                                      </p:tavLst>
                                    </p:anim>
                                  </p:childTnLst>
                                </p:cTn>
                              </p:par>
                            </p:childTnLst>
                          </p:cTn>
                        </p:par>
                      </p:childTnLst>
                    </p:cTn>
                  </p:par>
                  <p:par>
                    <p:cTn id="169" fill="hold" nodeType="clickPar">
                      <p:stCondLst>
                        <p:cond delay="indefinite"/>
                      </p:stCondLst>
                      <p:childTnLst>
                        <p:par>
                          <p:cTn id="170" fill="hold" nodeType="withGroup">
                            <p:stCondLst>
                              <p:cond delay="0"/>
                            </p:stCondLst>
                            <p:childTnLst>
                              <p:par>
                                <p:cTn id="171" presetID="23" presetClass="entr" presetSubtype="16" fill="hold" nodeType="clickEffect">
                                  <p:stCondLst>
                                    <p:cond delay="0"/>
                                  </p:stCondLst>
                                  <p:childTnLst>
                                    <p:set>
                                      <p:cBhvr>
                                        <p:cTn id="172" dur="1" fill="hold">
                                          <p:stCondLst>
                                            <p:cond delay="0"/>
                                          </p:stCondLst>
                                        </p:cTn>
                                        <p:tgtEl>
                                          <p:spTgt spid="187405"/>
                                        </p:tgtEl>
                                        <p:attrNameLst>
                                          <p:attrName>style.visibility</p:attrName>
                                        </p:attrNameLst>
                                      </p:cBhvr>
                                      <p:to>
                                        <p:strVal val="visible"/>
                                      </p:to>
                                    </p:set>
                                    <p:anim calcmode="lin" valueType="num">
                                      <p:cBhvr>
                                        <p:cTn id="173" dur="500" fill="hold"/>
                                        <p:tgtEl>
                                          <p:spTgt spid="187405"/>
                                        </p:tgtEl>
                                        <p:attrNameLst>
                                          <p:attrName>ppt_w</p:attrName>
                                        </p:attrNameLst>
                                      </p:cBhvr>
                                      <p:tavLst>
                                        <p:tav tm="0">
                                          <p:val>
                                            <p:fltVal val="0"/>
                                          </p:val>
                                        </p:tav>
                                        <p:tav tm="100000">
                                          <p:val>
                                            <p:strVal val="#ppt_w"/>
                                          </p:val>
                                        </p:tav>
                                      </p:tavLst>
                                    </p:anim>
                                    <p:anim calcmode="lin" valueType="num">
                                      <p:cBhvr>
                                        <p:cTn id="174" dur="500" fill="hold"/>
                                        <p:tgtEl>
                                          <p:spTgt spid="187405"/>
                                        </p:tgtEl>
                                        <p:attrNameLst>
                                          <p:attrName>ppt_h</p:attrName>
                                        </p:attrNameLst>
                                      </p:cBhvr>
                                      <p:tavLst>
                                        <p:tav tm="0">
                                          <p:val>
                                            <p:fltVal val="0"/>
                                          </p:val>
                                        </p:tav>
                                        <p:tav tm="100000">
                                          <p:val>
                                            <p:strVal val="#ppt_h"/>
                                          </p:val>
                                        </p:tav>
                                      </p:tavLst>
                                    </p:anim>
                                  </p:childTnLst>
                                </p:cTn>
                              </p:par>
                            </p:childTnLst>
                          </p:cTn>
                        </p:par>
                      </p:childTnLst>
                    </p:cTn>
                  </p:par>
                  <p:par>
                    <p:cTn id="175" fill="hold" nodeType="clickPar">
                      <p:stCondLst>
                        <p:cond delay="indefinite"/>
                      </p:stCondLst>
                      <p:childTnLst>
                        <p:par>
                          <p:cTn id="176" fill="hold" nodeType="withGroup">
                            <p:stCondLst>
                              <p:cond delay="0"/>
                            </p:stCondLst>
                            <p:childTnLst>
                              <p:par>
                                <p:cTn id="177" presetID="18" presetClass="entr" presetSubtype="3" fill="hold" nodeType="clickEffect">
                                  <p:stCondLst>
                                    <p:cond delay="0"/>
                                  </p:stCondLst>
                                  <p:childTnLst>
                                    <p:set>
                                      <p:cBhvr>
                                        <p:cTn id="178" dur="1" fill="hold">
                                          <p:stCondLst>
                                            <p:cond delay="0"/>
                                          </p:stCondLst>
                                        </p:cTn>
                                        <p:tgtEl>
                                          <p:spTgt spid="187459"/>
                                        </p:tgtEl>
                                        <p:attrNameLst>
                                          <p:attrName>style.visibility</p:attrName>
                                        </p:attrNameLst>
                                      </p:cBhvr>
                                      <p:to>
                                        <p:strVal val="visible"/>
                                      </p:to>
                                    </p:set>
                                    <p:animEffect transition="in" filter="strips(upRight)">
                                      <p:cBhvr>
                                        <p:cTn id="179" dur="500"/>
                                        <p:tgtEl>
                                          <p:spTgt spid="187459"/>
                                        </p:tgtEl>
                                      </p:cBhvr>
                                    </p:animEffect>
                                  </p:childTnLst>
                                </p:cTn>
                              </p:par>
                            </p:childTnLst>
                          </p:cTn>
                        </p:par>
                      </p:childTnLst>
                    </p:cTn>
                  </p:par>
                  <p:par>
                    <p:cTn id="180" fill="hold" nodeType="clickPar">
                      <p:stCondLst>
                        <p:cond delay="indefinite"/>
                      </p:stCondLst>
                      <p:childTnLst>
                        <p:par>
                          <p:cTn id="181" fill="hold" nodeType="withGroup">
                            <p:stCondLst>
                              <p:cond delay="0"/>
                            </p:stCondLst>
                            <p:childTnLst>
                              <p:par>
                                <p:cTn id="182" presetID="2" presetClass="entr" presetSubtype="6" fill="hold" grpId="0" nodeType="clickEffect">
                                  <p:stCondLst>
                                    <p:cond delay="0"/>
                                  </p:stCondLst>
                                  <p:childTnLst>
                                    <p:set>
                                      <p:cBhvr>
                                        <p:cTn id="183" dur="1" fill="hold">
                                          <p:stCondLst>
                                            <p:cond delay="0"/>
                                          </p:stCondLst>
                                        </p:cTn>
                                        <p:tgtEl>
                                          <p:spTgt spid="187431"/>
                                        </p:tgtEl>
                                        <p:attrNameLst>
                                          <p:attrName>style.visibility</p:attrName>
                                        </p:attrNameLst>
                                      </p:cBhvr>
                                      <p:to>
                                        <p:strVal val="visible"/>
                                      </p:to>
                                    </p:set>
                                    <p:anim calcmode="lin" valueType="num">
                                      <p:cBhvr additive="base">
                                        <p:cTn id="184" dur="500" fill="hold"/>
                                        <p:tgtEl>
                                          <p:spTgt spid="187431"/>
                                        </p:tgtEl>
                                        <p:attrNameLst>
                                          <p:attrName>ppt_x</p:attrName>
                                        </p:attrNameLst>
                                      </p:cBhvr>
                                      <p:tavLst>
                                        <p:tav tm="0">
                                          <p:val>
                                            <p:strVal val="1+#ppt_w/2"/>
                                          </p:val>
                                        </p:tav>
                                        <p:tav tm="100000">
                                          <p:val>
                                            <p:strVal val="#ppt_x"/>
                                          </p:val>
                                        </p:tav>
                                      </p:tavLst>
                                    </p:anim>
                                    <p:anim calcmode="lin" valueType="num">
                                      <p:cBhvr additive="base">
                                        <p:cTn id="185" dur="500" fill="hold"/>
                                        <p:tgtEl>
                                          <p:spTgt spid="187431"/>
                                        </p:tgtEl>
                                        <p:attrNameLst>
                                          <p:attrName>ppt_y</p:attrName>
                                        </p:attrNameLst>
                                      </p:cBhvr>
                                      <p:tavLst>
                                        <p:tav tm="0">
                                          <p:val>
                                            <p:strVal val="1+#ppt_h/2"/>
                                          </p:val>
                                        </p:tav>
                                        <p:tav tm="100000">
                                          <p:val>
                                            <p:strVal val="#ppt_y"/>
                                          </p:val>
                                        </p:tav>
                                      </p:tavLst>
                                    </p:anim>
                                  </p:childTnLst>
                                </p:cTn>
                              </p:par>
                            </p:childTnLst>
                          </p:cTn>
                        </p:par>
                      </p:childTnLst>
                    </p:cTn>
                  </p:par>
                  <p:par>
                    <p:cTn id="186" fill="hold" nodeType="clickPar">
                      <p:stCondLst>
                        <p:cond delay="indefinite"/>
                      </p:stCondLst>
                      <p:childTnLst>
                        <p:par>
                          <p:cTn id="187" fill="hold" nodeType="withGroup">
                            <p:stCondLst>
                              <p:cond delay="0"/>
                            </p:stCondLst>
                            <p:childTnLst>
                              <p:par>
                                <p:cTn id="188" presetID="18" presetClass="entr" presetSubtype="6" fill="hold" grpId="0" nodeType="clickEffect">
                                  <p:stCondLst>
                                    <p:cond delay="0"/>
                                  </p:stCondLst>
                                  <p:childTnLst>
                                    <p:set>
                                      <p:cBhvr>
                                        <p:cTn id="189" dur="1" fill="hold">
                                          <p:stCondLst>
                                            <p:cond delay="0"/>
                                          </p:stCondLst>
                                        </p:cTn>
                                        <p:tgtEl>
                                          <p:spTgt spid="187508"/>
                                        </p:tgtEl>
                                        <p:attrNameLst>
                                          <p:attrName>style.visibility</p:attrName>
                                        </p:attrNameLst>
                                      </p:cBhvr>
                                      <p:to>
                                        <p:strVal val="visible"/>
                                      </p:to>
                                    </p:set>
                                    <p:animEffect transition="in" filter="strips(downRight)">
                                      <p:cBhvr>
                                        <p:cTn id="190" dur="500"/>
                                        <p:tgtEl>
                                          <p:spTgt spid="187508"/>
                                        </p:tgtEl>
                                      </p:cBhvr>
                                    </p:animEffect>
                                  </p:childTnLst>
                                </p:cTn>
                              </p:par>
                            </p:childTnLst>
                          </p:cTn>
                        </p:par>
                      </p:childTnLst>
                    </p:cTn>
                  </p:par>
                  <p:par>
                    <p:cTn id="191" fill="hold" nodeType="clickPar">
                      <p:stCondLst>
                        <p:cond delay="indefinite"/>
                      </p:stCondLst>
                      <p:childTnLst>
                        <p:par>
                          <p:cTn id="192" fill="hold" nodeType="withGroup">
                            <p:stCondLst>
                              <p:cond delay="0"/>
                            </p:stCondLst>
                            <p:childTnLst>
                              <p:par>
                                <p:cTn id="193" presetID="18" presetClass="entr" presetSubtype="9" fill="hold" nodeType="clickEffect">
                                  <p:stCondLst>
                                    <p:cond delay="0"/>
                                  </p:stCondLst>
                                  <p:childTnLst>
                                    <p:set>
                                      <p:cBhvr>
                                        <p:cTn id="194" dur="1" fill="hold">
                                          <p:stCondLst>
                                            <p:cond delay="0"/>
                                          </p:stCondLst>
                                        </p:cTn>
                                        <p:tgtEl>
                                          <p:spTgt spid="187463"/>
                                        </p:tgtEl>
                                        <p:attrNameLst>
                                          <p:attrName>style.visibility</p:attrName>
                                        </p:attrNameLst>
                                      </p:cBhvr>
                                      <p:to>
                                        <p:strVal val="visible"/>
                                      </p:to>
                                    </p:set>
                                    <p:animEffect transition="in" filter="strips(upLeft)">
                                      <p:cBhvr>
                                        <p:cTn id="195" dur="500"/>
                                        <p:tgtEl>
                                          <p:spTgt spid="187463"/>
                                        </p:tgtEl>
                                      </p:cBhvr>
                                    </p:animEffect>
                                  </p:childTnLst>
                                </p:cTn>
                              </p:par>
                            </p:childTnLst>
                          </p:cTn>
                        </p:par>
                      </p:childTnLst>
                    </p:cTn>
                  </p:par>
                  <p:par>
                    <p:cTn id="196" fill="hold" nodeType="clickPar">
                      <p:stCondLst>
                        <p:cond delay="indefinite"/>
                      </p:stCondLst>
                      <p:childTnLst>
                        <p:par>
                          <p:cTn id="197" fill="hold" nodeType="withGroup">
                            <p:stCondLst>
                              <p:cond delay="0"/>
                            </p:stCondLst>
                            <p:childTnLst>
                              <p:par>
                                <p:cTn id="198" presetID="2" presetClass="entr" presetSubtype="6" fill="hold" grpId="0" nodeType="clickEffect">
                                  <p:stCondLst>
                                    <p:cond delay="0"/>
                                  </p:stCondLst>
                                  <p:childTnLst>
                                    <p:set>
                                      <p:cBhvr>
                                        <p:cTn id="199" dur="1" fill="hold">
                                          <p:stCondLst>
                                            <p:cond delay="0"/>
                                          </p:stCondLst>
                                        </p:cTn>
                                        <p:tgtEl>
                                          <p:spTgt spid="187468"/>
                                        </p:tgtEl>
                                        <p:attrNameLst>
                                          <p:attrName>style.visibility</p:attrName>
                                        </p:attrNameLst>
                                      </p:cBhvr>
                                      <p:to>
                                        <p:strVal val="visible"/>
                                      </p:to>
                                    </p:set>
                                    <p:anim calcmode="lin" valueType="num">
                                      <p:cBhvr additive="base">
                                        <p:cTn id="200" dur="500" fill="hold"/>
                                        <p:tgtEl>
                                          <p:spTgt spid="187468"/>
                                        </p:tgtEl>
                                        <p:attrNameLst>
                                          <p:attrName>ppt_x</p:attrName>
                                        </p:attrNameLst>
                                      </p:cBhvr>
                                      <p:tavLst>
                                        <p:tav tm="0">
                                          <p:val>
                                            <p:strVal val="1+#ppt_w/2"/>
                                          </p:val>
                                        </p:tav>
                                        <p:tav tm="100000">
                                          <p:val>
                                            <p:strVal val="#ppt_x"/>
                                          </p:val>
                                        </p:tav>
                                      </p:tavLst>
                                    </p:anim>
                                    <p:anim calcmode="lin" valueType="num">
                                      <p:cBhvr additive="base">
                                        <p:cTn id="201" dur="500" fill="hold"/>
                                        <p:tgtEl>
                                          <p:spTgt spid="187468"/>
                                        </p:tgtEl>
                                        <p:attrNameLst>
                                          <p:attrName>ppt_y</p:attrName>
                                        </p:attrNameLst>
                                      </p:cBhvr>
                                      <p:tavLst>
                                        <p:tav tm="0">
                                          <p:val>
                                            <p:strVal val="1+#ppt_h/2"/>
                                          </p:val>
                                        </p:tav>
                                        <p:tav tm="100000">
                                          <p:val>
                                            <p:strVal val="#ppt_y"/>
                                          </p:val>
                                        </p:tav>
                                      </p:tavLst>
                                    </p:anim>
                                  </p:childTnLst>
                                </p:cTn>
                              </p:par>
                            </p:childTnLst>
                          </p:cTn>
                        </p:par>
                      </p:childTnLst>
                    </p:cTn>
                  </p:par>
                  <p:par>
                    <p:cTn id="202" fill="hold" nodeType="clickPar">
                      <p:stCondLst>
                        <p:cond delay="indefinite"/>
                      </p:stCondLst>
                      <p:childTnLst>
                        <p:par>
                          <p:cTn id="203" fill="hold" nodeType="withGroup">
                            <p:stCondLst>
                              <p:cond delay="0"/>
                            </p:stCondLst>
                            <p:childTnLst>
                              <p:par>
                                <p:cTn id="204" presetID="2" presetClass="entr" presetSubtype="1" fill="hold" grpId="0" nodeType="clickEffect">
                                  <p:stCondLst>
                                    <p:cond delay="0"/>
                                  </p:stCondLst>
                                  <p:childTnLst>
                                    <p:set>
                                      <p:cBhvr>
                                        <p:cTn id="205" dur="1" fill="hold">
                                          <p:stCondLst>
                                            <p:cond delay="0"/>
                                          </p:stCondLst>
                                        </p:cTn>
                                        <p:tgtEl>
                                          <p:spTgt spid="187432"/>
                                        </p:tgtEl>
                                        <p:attrNameLst>
                                          <p:attrName>style.visibility</p:attrName>
                                        </p:attrNameLst>
                                      </p:cBhvr>
                                      <p:to>
                                        <p:strVal val="visible"/>
                                      </p:to>
                                    </p:set>
                                    <p:anim calcmode="lin" valueType="num">
                                      <p:cBhvr additive="base">
                                        <p:cTn id="206" dur="500" fill="hold"/>
                                        <p:tgtEl>
                                          <p:spTgt spid="187432"/>
                                        </p:tgtEl>
                                        <p:attrNameLst>
                                          <p:attrName>ppt_x</p:attrName>
                                        </p:attrNameLst>
                                      </p:cBhvr>
                                      <p:tavLst>
                                        <p:tav tm="0">
                                          <p:val>
                                            <p:strVal val="#ppt_x"/>
                                          </p:val>
                                        </p:tav>
                                        <p:tav tm="100000">
                                          <p:val>
                                            <p:strVal val="#ppt_x"/>
                                          </p:val>
                                        </p:tav>
                                      </p:tavLst>
                                    </p:anim>
                                    <p:anim calcmode="lin" valueType="num">
                                      <p:cBhvr additive="base">
                                        <p:cTn id="207" dur="500" fill="hold"/>
                                        <p:tgtEl>
                                          <p:spTgt spid="187432"/>
                                        </p:tgtEl>
                                        <p:attrNameLst>
                                          <p:attrName>ppt_y</p:attrName>
                                        </p:attrNameLst>
                                      </p:cBhvr>
                                      <p:tavLst>
                                        <p:tav tm="0">
                                          <p:val>
                                            <p:strVal val="0-#ppt_h/2"/>
                                          </p:val>
                                        </p:tav>
                                        <p:tav tm="100000">
                                          <p:val>
                                            <p:strVal val="#ppt_y"/>
                                          </p:val>
                                        </p:tav>
                                      </p:tavLst>
                                    </p:anim>
                                  </p:childTnLst>
                                </p:cTn>
                              </p:par>
                            </p:childTnLst>
                          </p:cTn>
                        </p:par>
                      </p:childTnLst>
                    </p:cTn>
                  </p:par>
                  <p:par>
                    <p:cTn id="208" fill="hold" nodeType="clickPar">
                      <p:stCondLst>
                        <p:cond delay="indefinite"/>
                      </p:stCondLst>
                      <p:childTnLst>
                        <p:par>
                          <p:cTn id="209" fill="hold" nodeType="withGroup">
                            <p:stCondLst>
                              <p:cond delay="0"/>
                            </p:stCondLst>
                            <p:childTnLst>
                              <p:par>
                                <p:cTn id="210" presetID="23" presetClass="entr" presetSubtype="16" fill="hold" nodeType="clickEffect">
                                  <p:stCondLst>
                                    <p:cond delay="0"/>
                                  </p:stCondLst>
                                  <p:childTnLst>
                                    <p:set>
                                      <p:cBhvr>
                                        <p:cTn id="211" dur="1" fill="hold">
                                          <p:stCondLst>
                                            <p:cond delay="0"/>
                                          </p:stCondLst>
                                        </p:cTn>
                                        <p:tgtEl>
                                          <p:spTgt spid="187425"/>
                                        </p:tgtEl>
                                        <p:attrNameLst>
                                          <p:attrName>style.visibility</p:attrName>
                                        </p:attrNameLst>
                                      </p:cBhvr>
                                      <p:to>
                                        <p:strVal val="visible"/>
                                      </p:to>
                                    </p:set>
                                    <p:anim calcmode="lin" valueType="num">
                                      <p:cBhvr>
                                        <p:cTn id="212" dur="500" fill="hold"/>
                                        <p:tgtEl>
                                          <p:spTgt spid="187425"/>
                                        </p:tgtEl>
                                        <p:attrNameLst>
                                          <p:attrName>ppt_w</p:attrName>
                                        </p:attrNameLst>
                                      </p:cBhvr>
                                      <p:tavLst>
                                        <p:tav tm="0">
                                          <p:val>
                                            <p:fltVal val="0"/>
                                          </p:val>
                                        </p:tav>
                                        <p:tav tm="100000">
                                          <p:val>
                                            <p:strVal val="#ppt_w"/>
                                          </p:val>
                                        </p:tav>
                                      </p:tavLst>
                                    </p:anim>
                                    <p:anim calcmode="lin" valueType="num">
                                      <p:cBhvr>
                                        <p:cTn id="213" dur="500" fill="hold"/>
                                        <p:tgtEl>
                                          <p:spTgt spid="187425"/>
                                        </p:tgtEl>
                                        <p:attrNameLst>
                                          <p:attrName>ppt_h</p:attrName>
                                        </p:attrNameLst>
                                      </p:cBhvr>
                                      <p:tavLst>
                                        <p:tav tm="0">
                                          <p:val>
                                            <p:fltVal val="0"/>
                                          </p:val>
                                        </p:tav>
                                        <p:tav tm="100000">
                                          <p:val>
                                            <p:strVal val="#ppt_h"/>
                                          </p:val>
                                        </p:tav>
                                      </p:tavLst>
                                    </p:anim>
                                  </p:childTnLst>
                                </p:cTn>
                              </p:par>
                            </p:childTnLst>
                          </p:cTn>
                        </p:par>
                      </p:childTnLst>
                    </p:cTn>
                  </p:par>
                  <p:par>
                    <p:cTn id="214" fill="hold" nodeType="clickPar">
                      <p:stCondLst>
                        <p:cond delay="indefinite"/>
                      </p:stCondLst>
                      <p:childTnLst>
                        <p:par>
                          <p:cTn id="215" fill="hold" nodeType="withGroup">
                            <p:stCondLst>
                              <p:cond delay="0"/>
                            </p:stCondLst>
                            <p:childTnLst>
                              <p:par>
                                <p:cTn id="216" presetID="2" presetClass="entr" presetSubtype="1" fill="hold" grpId="0" nodeType="clickEffect">
                                  <p:stCondLst>
                                    <p:cond delay="0"/>
                                  </p:stCondLst>
                                  <p:childTnLst>
                                    <p:set>
                                      <p:cBhvr>
                                        <p:cTn id="217" dur="1" fill="hold">
                                          <p:stCondLst>
                                            <p:cond delay="0"/>
                                          </p:stCondLst>
                                        </p:cTn>
                                        <p:tgtEl>
                                          <p:spTgt spid="187418"/>
                                        </p:tgtEl>
                                        <p:attrNameLst>
                                          <p:attrName>style.visibility</p:attrName>
                                        </p:attrNameLst>
                                      </p:cBhvr>
                                      <p:to>
                                        <p:strVal val="visible"/>
                                      </p:to>
                                    </p:set>
                                    <p:anim calcmode="lin" valueType="num">
                                      <p:cBhvr additive="base">
                                        <p:cTn id="218" dur="500" fill="hold"/>
                                        <p:tgtEl>
                                          <p:spTgt spid="187418"/>
                                        </p:tgtEl>
                                        <p:attrNameLst>
                                          <p:attrName>ppt_x</p:attrName>
                                        </p:attrNameLst>
                                      </p:cBhvr>
                                      <p:tavLst>
                                        <p:tav tm="0">
                                          <p:val>
                                            <p:strVal val="#ppt_x"/>
                                          </p:val>
                                        </p:tav>
                                        <p:tav tm="100000">
                                          <p:val>
                                            <p:strVal val="#ppt_x"/>
                                          </p:val>
                                        </p:tav>
                                      </p:tavLst>
                                    </p:anim>
                                    <p:anim calcmode="lin" valueType="num">
                                      <p:cBhvr additive="base">
                                        <p:cTn id="219" dur="500" fill="hold"/>
                                        <p:tgtEl>
                                          <p:spTgt spid="187418"/>
                                        </p:tgtEl>
                                        <p:attrNameLst>
                                          <p:attrName>ppt_y</p:attrName>
                                        </p:attrNameLst>
                                      </p:cBhvr>
                                      <p:tavLst>
                                        <p:tav tm="0">
                                          <p:val>
                                            <p:strVal val="0-#ppt_h/2"/>
                                          </p:val>
                                        </p:tav>
                                        <p:tav tm="100000">
                                          <p:val>
                                            <p:strVal val="#ppt_y"/>
                                          </p:val>
                                        </p:tav>
                                      </p:tavLst>
                                    </p:anim>
                                  </p:childTnLst>
                                </p:cTn>
                              </p:par>
                            </p:childTnLst>
                          </p:cTn>
                        </p:par>
                      </p:childTnLst>
                    </p:cTn>
                  </p:par>
                  <p:par>
                    <p:cTn id="220" fill="hold" nodeType="clickPar">
                      <p:stCondLst>
                        <p:cond delay="indefinite"/>
                      </p:stCondLst>
                      <p:childTnLst>
                        <p:par>
                          <p:cTn id="221" fill="hold" nodeType="withGroup">
                            <p:stCondLst>
                              <p:cond delay="0"/>
                            </p:stCondLst>
                            <p:childTnLst>
                              <p:par>
                                <p:cTn id="222" presetID="17" presetClass="entr" presetSubtype="10" fill="hold" grpId="0" nodeType="clickEffect">
                                  <p:stCondLst>
                                    <p:cond delay="0"/>
                                  </p:stCondLst>
                                  <p:childTnLst>
                                    <p:set>
                                      <p:cBhvr>
                                        <p:cTn id="223" dur="1" fill="hold">
                                          <p:stCondLst>
                                            <p:cond delay="0"/>
                                          </p:stCondLst>
                                        </p:cTn>
                                        <p:tgtEl>
                                          <p:spTgt spid="187507"/>
                                        </p:tgtEl>
                                        <p:attrNameLst>
                                          <p:attrName>style.visibility</p:attrName>
                                        </p:attrNameLst>
                                      </p:cBhvr>
                                      <p:to>
                                        <p:strVal val="visible"/>
                                      </p:to>
                                    </p:set>
                                    <p:anim calcmode="lin" valueType="num">
                                      <p:cBhvr>
                                        <p:cTn id="224" dur="500" fill="hold"/>
                                        <p:tgtEl>
                                          <p:spTgt spid="187507"/>
                                        </p:tgtEl>
                                        <p:attrNameLst>
                                          <p:attrName>ppt_w</p:attrName>
                                        </p:attrNameLst>
                                      </p:cBhvr>
                                      <p:tavLst>
                                        <p:tav tm="0">
                                          <p:val>
                                            <p:fltVal val="0"/>
                                          </p:val>
                                        </p:tav>
                                        <p:tav tm="100000">
                                          <p:val>
                                            <p:strVal val="#ppt_w"/>
                                          </p:val>
                                        </p:tav>
                                      </p:tavLst>
                                    </p:anim>
                                    <p:anim calcmode="lin" valueType="num">
                                      <p:cBhvr>
                                        <p:cTn id="225" dur="500" fill="hold"/>
                                        <p:tgtEl>
                                          <p:spTgt spid="187507"/>
                                        </p:tgtEl>
                                        <p:attrNameLst>
                                          <p:attrName>ppt_h</p:attrName>
                                        </p:attrNameLst>
                                      </p:cBhvr>
                                      <p:tavLst>
                                        <p:tav tm="0">
                                          <p:val>
                                            <p:strVal val="#ppt_h"/>
                                          </p:val>
                                        </p:tav>
                                        <p:tav tm="100000">
                                          <p:val>
                                            <p:strVal val="#ppt_h"/>
                                          </p:val>
                                        </p:tav>
                                      </p:tavLst>
                                    </p:anim>
                                  </p:childTnLst>
                                </p:cTn>
                              </p:par>
                            </p:childTnLst>
                          </p:cTn>
                        </p:par>
                      </p:childTnLst>
                    </p:cTn>
                  </p:par>
                  <p:par>
                    <p:cTn id="226" fill="hold" nodeType="clickPar">
                      <p:stCondLst>
                        <p:cond delay="indefinite"/>
                      </p:stCondLst>
                      <p:childTnLst>
                        <p:par>
                          <p:cTn id="227" fill="hold" nodeType="withGroup">
                            <p:stCondLst>
                              <p:cond delay="0"/>
                            </p:stCondLst>
                            <p:childTnLst>
                              <p:par>
                                <p:cTn id="228" presetID="17" presetClass="entr" presetSubtype="1" fill="hold" nodeType="clickEffect">
                                  <p:stCondLst>
                                    <p:cond delay="0"/>
                                  </p:stCondLst>
                                  <p:childTnLst>
                                    <p:set>
                                      <p:cBhvr>
                                        <p:cTn id="229" dur="1" fill="hold">
                                          <p:stCondLst>
                                            <p:cond delay="0"/>
                                          </p:stCondLst>
                                        </p:cTn>
                                        <p:tgtEl>
                                          <p:spTgt spid="187413"/>
                                        </p:tgtEl>
                                        <p:attrNameLst>
                                          <p:attrName>style.visibility</p:attrName>
                                        </p:attrNameLst>
                                      </p:cBhvr>
                                      <p:to>
                                        <p:strVal val="visible"/>
                                      </p:to>
                                    </p:set>
                                    <p:anim calcmode="lin" valueType="num">
                                      <p:cBhvr>
                                        <p:cTn id="230" dur="500" fill="hold"/>
                                        <p:tgtEl>
                                          <p:spTgt spid="187413"/>
                                        </p:tgtEl>
                                        <p:attrNameLst>
                                          <p:attrName>ppt_x</p:attrName>
                                        </p:attrNameLst>
                                      </p:cBhvr>
                                      <p:tavLst>
                                        <p:tav tm="0">
                                          <p:val>
                                            <p:strVal val="#ppt_x"/>
                                          </p:val>
                                        </p:tav>
                                        <p:tav tm="100000">
                                          <p:val>
                                            <p:strVal val="#ppt_x"/>
                                          </p:val>
                                        </p:tav>
                                      </p:tavLst>
                                    </p:anim>
                                    <p:anim calcmode="lin" valueType="num">
                                      <p:cBhvr>
                                        <p:cTn id="231" dur="500" fill="hold"/>
                                        <p:tgtEl>
                                          <p:spTgt spid="187413"/>
                                        </p:tgtEl>
                                        <p:attrNameLst>
                                          <p:attrName>ppt_y</p:attrName>
                                        </p:attrNameLst>
                                      </p:cBhvr>
                                      <p:tavLst>
                                        <p:tav tm="0">
                                          <p:val>
                                            <p:strVal val="#ppt_y-#ppt_h/2"/>
                                          </p:val>
                                        </p:tav>
                                        <p:tav tm="100000">
                                          <p:val>
                                            <p:strVal val="#ppt_y"/>
                                          </p:val>
                                        </p:tav>
                                      </p:tavLst>
                                    </p:anim>
                                    <p:anim calcmode="lin" valueType="num">
                                      <p:cBhvr>
                                        <p:cTn id="232" dur="500" fill="hold"/>
                                        <p:tgtEl>
                                          <p:spTgt spid="187413"/>
                                        </p:tgtEl>
                                        <p:attrNameLst>
                                          <p:attrName>ppt_w</p:attrName>
                                        </p:attrNameLst>
                                      </p:cBhvr>
                                      <p:tavLst>
                                        <p:tav tm="0">
                                          <p:val>
                                            <p:strVal val="#ppt_w"/>
                                          </p:val>
                                        </p:tav>
                                        <p:tav tm="100000">
                                          <p:val>
                                            <p:strVal val="#ppt_w"/>
                                          </p:val>
                                        </p:tav>
                                      </p:tavLst>
                                    </p:anim>
                                    <p:anim calcmode="lin" valueType="num">
                                      <p:cBhvr>
                                        <p:cTn id="233" dur="500" fill="hold"/>
                                        <p:tgtEl>
                                          <p:spTgt spid="187413"/>
                                        </p:tgtEl>
                                        <p:attrNameLst>
                                          <p:attrName>ppt_h</p:attrName>
                                        </p:attrNameLst>
                                      </p:cBhvr>
                                      <p:tavLst>
                                        <p:tav tm="0">
                                          <p:val>
                                            <p:fltVal val="0"/>
                                          </p:val>
                                        </p:tav>
                                        <p:tav tm="100000">
                                          <p:val>
                                            <p:strVal val="#ppt_h"/>
                                          </p:val>
                                        </p:tav>
                                      </p:tavLst>
                                    </p:anim>
                                  </p:childTnLst>
                                </p:cTn>
                              </p:par>
                            </p:childTnLst>
                          </p:cTn>
                        </p:par>
                      </p:childTnLst>
                    </p:cTn>
                  </p:par>
                  <p:par>
                    <p:cTn id="234" fill="hold" nodeType="clickPar">
                      <p:stCondLst>
                        <p:cond delay="indefinite"/>
                      </p:stCondLst>
                      <p:childTnLst>
                        <p:par>
                          <p:cTn id="235" fill="hold" nodeType="withGroup">
                            <p:stCondLst>
                              <p:cond delay="0"/>
                            </p:stCondLst>
                            <p:childTnLst>
                              <p:par>
                                <p:cTn id="236" presetID="2" presetClass="entr" presetSubtype="1" fill="hold" grpId="0" nodeType="clickEffect">
                                  <p:stCondLst>
                                    <p:cond delay="0"/>
                                  </p:stCondLst>
                                  <p:childTnLst>
                                    <p:set>
                                      <p:cBhvr>
                                        <p:cTn id="237" dur="1" fill="hold">
                                          <p:stCondLst>
                                            <p:cond delay="0"/>
                                          </p:stCondLst>
                                        </p:cTn>
                                        <p:tgtEl>
                                          <p:spTgt spid="187433"/>
                                        </p:tgtEl>
                                        <p:attrNameLst>
                                          <p:attrName>style.visibility</p:attrName>
                                        </p:attrNameLst>
                                      </p:cBhvr>
                                      <p:to>
                                        <p:strVal val="visible"/>
                                      </p:to>
                                    </p:set>
                                    <p:anim calcmode="lin" valueType="num">
                                      <p:cBhvr additive="base">
                                        <p:cTn id="238" dur="500" fill="hold"/>
                                        <p:tgtEl>
                                          <p:spTgt spid="187433"/>
                                        </p:tgtEl>
                                        <p:attrNameLst>
                                          <p:attrName>ppt_x</p:attrName>
                                        </p:attrNameLst>
                                      </p:cBhvr>
                                      <p:tavLst>
                                        <p:tav tm="0">
                                          <p:val>
                                            <p:strVal val="#ppt_x"/>
                                          </p:val>
                                        </p:tav>
                                        <p:tav tm="100000">
                                          <p:val>
                                            <p:strVal val="#ppt_x"/>
                                          </p:val>
                                        </p:tav>
                                      </p:tavLst>
                                    </p:anim>
                                    <p:anim calcmode="lin" valueType="num">
                                      <p:cBhvr additive="base">
                                        <p:cTn id="239" dur="500" fill="hold"/>
                                        <p:tgtEl>
                                          <p:spTgt spid="187433"/>
                                        </p:tgtEl>
                                        <p:attrNameLst>
                                          <p:attrName>ppt_y</p:attrName>
                                        </p:attrNameLst>
                                      </p:cBhvr>
                                      <p:tavLst>
                                        <p:tav tm="0">
                                          <p:val>
                                            <p:strVal val="0-#ppt_h/2"/>
                                          </p:val>
                                        </p:tav>
                                        <p:tav tm="100000">
                                          <p:val>
                                            <p:strVal val="#ppt_y"/>
                                          </p:val>
                                        </p:tav>
                                      </p:tavLst>
                                    </p:anim>
                                  </p:childTnLst>
                                </p:cTn>
                              </p:par>
                            </p:childTnLst>
                          </p:cTn>
                        </p:par>
                      </p:childTnLst>
                    </p:cTn>
                  </p:par>
                  <p:par>
                    <p:cTn id="240" fill="hold" nodeType="clickPar">
                      <p:stCondLst>
                        <p:cond delay="indefinite"/>
                      </p:stCondLst>
                      <p:childTnLst>
                        <p:par>
                          <p:cTn id="241" fill="hold" nodeType="withGroup">
                            <p:stCondLst>
                              <p:cond delay="0"/>
                            </p:stCondLst>
                            <p:childTnLst>
                              <p:par>
                                <p:cTn id="242" presetID="23" presetClass="entr" presetSubtype="16" fill="hold" nodeType="clickEffect">
                                  <p:stCondLst>
                                    <p:cond delay="0"/>
                                  </p:stCondLst>
                                  <p:childTnLst>
                                    <p:set>
                                      <p:cBhvr>
                                        <p:cTn id="243" dur="1" fill="hold">
                                          <p:stCondLst>
                                            <p:cond delay="0"/>
                                          </p:stCondLst>
                                        </p:cTn>
                                        <p:tgtEl>
                                          <p:spTgt spid="187428"/>
                                        </p:tgtEl>
                                        <p:attrNameLst>
                                          <p:attrName>style.visibility</p:attrName>
                                        </p:attrNameLst>
                                      </p:cBhvr>
                                      <p:to>
                                        <p:strVal val="visible"/>
                                      </p:to>
                                    </p:set>
                                    <p:anim calcmode="lin" valueType="num">
                                      <p:cBhvr>
                                        <p:cTn id="244" dur="500" fill="hold"/>
                                        <p:tgtEl>
                                          <p:spTgt spid="187428"/>
                                        </p:tgtEl>
                                        <p:attrNameLst>
                                          <p:attrName>ppt_w</p:attrName>
                                        </p:attrNameLst>
                                      </p:cBhvr>
                                      <p:tavLst>
                                        <p:tav tm="0">
                                          <p:val>
                                            <p:fltVal val="0"/>
                                          </p:val>
                                        </p:tav>
                                        <p:tav tm="100000">
                                          <p:val>
                                            <p:strVal val="#ppt_w"/>
                                          </p:val>
                                        </p:tav>
                                      </p:tavLst>
                                    </p:anim>
                                    <p:anim calcmode="lin" valueType="num">
                                      <p:cBhvr>
                                        <p:cTn id="245" dur="500" fill="hold"/>
                                        <p:tgtEl>
                                          <p:spTgt spid="187428"/>
                                        </p:tgtEl>
                                        <p:attrNameLst>
                                          <p:attrName>ppt_h</p:attrName>
                                        </p:attrNameLst>
                                      </p:cBhvr>
                                      <p:tavLst>
                                        <p:tav tm="0">
                                          <p:val>
                                            <p:fltVal val="0"/>
                                          </p:val>
                                        </p:tav>
                                        <p:tav tm="100000">
                                          <p:val>
                                            <p:strVal val="#ppt_h"/>
                                          </p:val>
                                        </p:tav>
                                      </p:tavLst>
                                    </p:anim>
                                  </p:childTnLst>
                                </p:cTn>
                              </p:par>
                            </p:childTnLst>
                          </p:cTn>
                        </p:par>
                      </p:childTnLst>
                    </p:cTn>
                  </p:par>
                  <p:par>
                    <p:cTn id="246" fill="hold" nodeType="clickPar">
                      <p:stCondLst>
                        <p:cond delay="indefinite"/>
                      </p:stCondLst>
                      <p:childTnLst>
                        <p:par>
                          <p:cTn id="247" fill="hold" nodeType="withGroup">
                            <p:stCondLst>
                              <p:cond delay="0"/>
                            </p:stCondLst>
                            <p:childTnLst>
                              <p:par>
                                <p:cTn id="248" presetID="2" presetClass="entr" presetSubtype="1" fill="hold" grpId="0" nodeType="clickEffect">
                                  <p:stCondLst>
                                    <p:cond delay="0"/>
                                  </p:stCondLst>
                                  <p:childTnLst>
                                    <p:set>
                                      <p:cBhvr>
                                        <p:cTn id="249" dur="1" fill="hold">
                                          <p:stCondLst>
                                            <p:cond delay="0"/>
                                          </p:stCondLst>
                                        </p:cTn>
                                        <p:tgtEl>
                                          <p:spTgt spid="187434"/>
                                        </p:tgtEl>
                                        <p:attrNameLst>
                                          <p:attrName>style.visibility</p:attrName>
                                        </p:attrNameLst>
                                      </p:cBhvr>
                                      <p:to>
                                        <p:strVal val="visible"/>
                                      </p:to>
                                    </p:set>
                                    <p:anim calcmode="lin" valueType="num">
                                      <p:cBhvr additive="base">
                                        <p:cTn id="250" dur="500" fill="hold"/>
                                        <p:tgtEl>
                                          <p:spTgt spid="187434"/>
                                        </p:tgtEl>
                                        <p:attrNameLst>
                                          <p:attrName>ppt_x</p:attrName>
                                        </p:attrNameLst>
                                      </p:cBhvr>
                                      <p:tavLst>
                                        <p:tav tm="0">
                                          <p:val>
                                            <p:strVal val="#ppt_x"/>
                                          </p:val>
                                        </p:tav>
                                        <p:tav tm="100000">
                                          <p:val>
                                            <p:strVal val="#ppt_x"/>
                                          </p:val>
                                        </p:tav>
                                      </p:tavLst>
                                    </p:anim>
                                    <p:anim calcmode="lin" valueType="num">
                                      <p:cBhvr additive="base">
                                        <p:cTn id="251" dur="500" fill="hold"/>
                                        <p:tgtEl>
                                          <p:spTgt spid="187434"/>
                                        </p:tgtEl>
                                        <p:attrNameLst>
                                          <p:attrName>ppt_y</p:attrName>
                                        </p:attrNameLst>
                                      </p:cBhvr>
                                      <p:tavLst>
                                        <p:tav tm="0">
                                          <p:val>
                                            <p:strVal val="0-#ppt_h/2"/>
                                          </p:val>
                                        </p:tav>
                                        <p:tav tm="100000">
                                          <p:val>
                                            <p:strVal val="#ppt_y"/>
                                          </p:val>
                                        </p:tav>
                                      </p:tavLst>
                                    </p:anim>
                                  </p:childTnLst>
                                </p:cTn>
                              </p:par>
                            </p:childTnLst>
                          </p:cTn>
                        </p:par>
                      </p:childTnLst>
                    </p:cTn>
                  </p:par>
                  <p:par>
                    <p:cTn id="252" fill="hold" nodeType="clickPar">
                      <p:stCondLst>
                        <p:cond delay="indefinite"/>
                      </p:stCondLst>
                      <p:childTnLst>
                        <p:par>
                          <p:cTn id="253" fill="hold" nodeType="withGroup">
                            <p:stCondLst>
                              <p:cond delay="0"/>
                            </p:stCondLst>
                            <p:childTnLst>
                              <p:par>
                                <p:cTn id="254" presetID="17" presetClass="entr" presetSubtype="1" fill="hold" nodeType="clickEffect">
                                  <p:stCondLst>
                                    <p:cond delay="0"/>
                                  </p:stCondLst>
                                  <p:childTnLst>
                                    <p:set>
                                      <p:cBhvr>
                                        <p:cTn id="255" dur="1" fill="hold">
                                          <p:stCondLst>
                                            <p:cond delay="0"/>
                                          </p:stCondLst>
                                        </p:cTn>
                                        <p:tgtEl>
                                          <p:spTgt spid="187422"/>
                                        </p:tgtEl>
                                        <p:attrNameLst>
                                          <p:attrName>style.visibility</p:attrName>
                                        </p:attrNameLst>
                                      </p:cBhvr>
                                      <p:to>
                                        <p:strVal val="visible"/>
                                      </p:to>
                                    </p:set>
                                    <p:anim calcmode="lin" valueType="num">
                                      <p:cBhvr>
                                        <p:cTn id="256" dur="500" fill="hold"/>
                                        <p:tgtEl>
                                          <p:spTgt spid="187422"/>
                                        </p:tgtEl>
                                        <p:attrNameLst>
                                          <p:attrName>ppt_x</p:attrName>
                                        </p:attrNameLst>
                                      </p:cBhvr>
                                      <p:tavLst>
                                        <p:tav tm="0">
                                          <p:val>
                                            <p:strVal val="#ppt_x"/>
                                          </p:val>
                                        </p:tav>
                                        <p:tav tm="100000">
                                          <p:val>
                                            <p:strVal val="#ppt_x"/>
                                          </p:val>
                                        </p:tav>
                                      </p:tavLst>
                                    </p:anim>
                                    <p:anim calcmode="lin" valueType="num">
                                      <p:cBhvr>
                                        <p:cTn id="257" dur="500" fill="hold"/>
                                        <p:tgtEl>
                                          <p:spTgt spid="187422"/>
                                        </p:tgtEl>
                                        <p:attrNameLst>
                                          <p:attrName>ppt_y</p:attrName>
                                        </p:attrNameLst>
                                      </p:cBhvr>
                                      <p:tavLst>
                                        <p:tav tm="0">
                                          <p:val>
                                            <p:strVal val="#ppt_y-#ppt_h/2"/>
                                          </p:val>
                                        </p:tav>
                                        <p:tav tm="100000">
                                          <p:val>
                                            <p:strVal val="#ppt_y"/>
                                          </p:val>
                                        </p:tav>
                                      </p:tavLst>
                                    </p:anim>
                                    <p:anim calcmode="lin" valueType="num">
                                      <p:cBhvr>
                                        <p:cTn id="258" dur="500" fill="hold"/>
                                        <p:tgtEl>
                                          <p:spTgt spid="187422"/>
                                        </p:tgtEl>
                                        <p:attrNameLst>
                                          <p:attrName>ppt_w</p:attrName>
                                        </p:attrNameLst>
                                      </p:cBhvr>
                                      <p:tavLst>
                                        <p:tav tm="0">
                                          <p:val>
                                            <p:strVal val="#ppt_w"/>
                                          </p:val>
                                        </p:tav>
                                        <p:tav tm="100000">
                                          <p:val>
                                            <p:strVal val="#ppt_w"/>
                                          </p:val>
                                        </p:tav>
                                      </p:tavLst>
                                    </p:anim>
                                    <p:anim calcmode="lin" valueType="num">
                                      <p:cBhvr>
                                        <p:cTn id="259" dur="500" fill="hold"/>
                                        <p:tgtEl>
                                          <p:spTgt spid="187422"/>
                                        </p:tgtEl>
                                        <p:attrNameLst>
                                          <p:attrName>ppt_h</p:attrName>
                                        </p:attrNameLst>
                                      </p:cBhvr>
                                      <p:tavLst>
                                        <p:tav tm="0">
                                          <p:val>
                                            <p:fltVal val="0"/>
                                          </p:val>
                                        </p:tav>
                                        <p:tav tm="100000">
                                          <p:val>
                                            <p:strVal val="#ppt_h"/>
                                          </p:val>
                                        </p:tav>
                                      </p:tavLst>
                                    </p:anim>
                                  </p:childTnLst>
                                </p:cTn>
                              </p:par>
                            </p:childTnLst>
                          </p:cTn>
                        </p:par>
                      </p:childTnLst>
                    </p:cTn>
                  </p:par>
                  <p:par>
                    <p:cTn id="260" fill="hold" nodeType="clickPar">
                      <p:stCondLst>
                        <p:cond delay="indefinite"/>
                      </p:stCondLst>
                      <p:childTnLst>
                        <p:par>
                          <p:cTn id="261" fill="hold" nodeType="withGroup">
                            <p:stCondLst>
                              <p:cond delay="0"/>
                            </p:stCondLst>
                            <p:childTnLst>
                              <p:par>
                                <p:cTn id="262" presetID="18" presetClass="entr" presetSubtype="6" fill="hold" nodeType="clickEffect">
                                  <p:stCondLst>
                                    <p:cond delay="0"/>
                                  </p:stCondLst>
                                  <p:childTnLst>
                                    <p:set>
                                      <p:cBhvr>
                                        <p:cTn id="263" dur="1" fill="hold">
                                          <p:stCondLst>
                                            <p:cond delay="0"/>
                                          </p:stCondLst>
                                        </p:cTn>
                                        <p:tgtEl>
                                          <p:spTgt spid="187419"/>
                                        </p:tgtEl>
                                        <p:attrNameLst>
                                          <p:attrName>style.visibility</p:attrName>
                                        </p:attrNameLst>
                                      </p:cBhvr>
                                      <p:to>
                                        <p:strVal val="visible"/>
                                      </p:to>
                                    </p:set>
                                    <p:animEffect transition="in" filter="strips(downRight)">
                                      <p:cBhvr>
                                        <p:cTn id="264" dur="500"/>
                                        <p:tgtEl>
                                          <p:spTgt spid="187419"/>
                                        </p:tgtEl>
                                      </p:cBhvr>
                                    </p:animEffect>
                                  </p:childTnLst>
                                </p:cTn>
                              </p:par>
                            </p:childTnLst>
                          </p:cTn>
                        </p:par>
                      </p:childTnLst>
                    </p:cTn>
                  </p:par>
                  <p:par>
                    <p:cTn id="265" fill="hold" nodeType="clickPar">
                      <p:stCondLst>
                        <p:cond delay="indefinite"/>
                      </p:stCondLst>
                      <p:childTnLst>
                        <p:par>
                          <p:cTn id="266" fill="hold" nodeType="withGroup">
                            <p:stCondLst>
                              <p:cond delay="0"/>
                            </p:stCondLst>
                            <p:childTnLst>
                              <p:par>
                                <p:cTn id="267" presetID="19" presetClass="entr" presetSubtype="10" fill="hold" grpId="0" nodeType="clickEffect">
                                  <p:stCondLst>
                                    <p:cond delay="0"/>
                                  </p:stCondLst>
                                  <p:childTnLst>
                                    <p:set>
                                      <p:cBhvr>
                                        <p:cTn id="268" dur="1" fill="hold">
                                          <p:stCondLst>
                                            <p:cond delay="0"/>
                                          </p:stCondLst>
                                        </p:cTn>
                                        <p:tgtEl>
                                          <p:spTgt spid="187519"/>
                                        </p:tgtEl>
                                        <p:attrNameLst>
                                          <p:attrName>style.visibility</p:attrName>
                                        </p:attrNameLst>
                                      </p:cBhvr>
                                      <p:to>
                                        <p:strVal val="visible"/>
                                      </p:to>
                                    </p:set>
                                    <p:anim calcmode="lin" valueType="num">
                                      <p:cBhvr>
                                        <p:cTn id="269" dur="5000" fill="hold"/>
                                        <p:tgtEl>
                                          <p:spTgt spid="187519"/>
                                        </p:tgtEl>
                                        <p:attrNameLst>
                                          <p:attrName>ppt_w</p:attrName>
                                        </p:attrNameLst>
                                      </p:cBhvr>
                                      <p:tavLst>
                                        <p:tav tm="0" fmla="#ppt_w*sin(2.5*pi*$)">
                                          <p:val>
                                            <p:fltVal val="0"/>
                                          </p:val>
                                        </p:tav>
                                        <p:tav tm="100000">
                                          <p:val>
                                            <p:fltVal val="1"/>
                                          </p:val>
                                        </p:tav>
                                      </p:tavLst>
                                    </p:anim>
                                    <p:anim calcmode="lin" valueType="num">
                                      <p:cBhvr>
                                        <p:cTn id="270" dur="5000" fill="hold"/>
                                        <p:tgtEl>
                                          <p:spTgt spid="187519"/>
                                        </p:tgtEl>
                                        <p:attrNameLst>
                                          <p:attrName>ppt_h</p:attrName>
                                        </p:attrNameLst>
                                      </p:cBhvr>
                                      <p:tavLst>
                                        <p:tav tm="0">
                                          <p:val>
                                            <p:strVal val="#ppt_h"/>
                                          </p:val>
                                        </p:tav>
                                        <p:tav tm="100000">
                                          <p:val>
                                            <p:strVal val="#ppt_h"/>
                                          </p:val>
                                        </p:tav>
                                      </p:tavLst>
                                    </p:anim>
                                  </p:childTnLst>
                                </p:cTn>
                              </p:par>
                            </p:childTnLst>
                          </p:cTn>
                        </p:par>
                      </p:childTnLst>
                    </p:cTn>
                  </p:par>
                  <p:par>
                    <p:cTn id="271" fill="hold" nodeType="clickPar">
                      <p:stCondLst>
                        <p:cond delay="indefinite"/>
                      </p:stCondLst>
                      <p:childTnLst>
                        <p:par>
                          <p:cTn id="272" fill="hold" nodeType="withGroup">
                            <p:stCondLst>
                              <p:cond delay="0"/>
                            </p:stCondLst>
                            <p:childTnLst>
                              <p:par>
                                <p:cTn id="273" presetID="23" presetClass="entr" presetSubtype="16" fill="hold" nodeType="clickEffect">
                                  <p:stCondLst>
                                    <p:cond delay="0"/>
                                  </p:stCondLst>
                                  <p:childTnLst>
                                    <p:set>
                                      <p:cBhvr>
                                        <p:cTn id="274" dur="1" fill="hold">
                                          <p:stCondLst>
                                            <p:cond delay="0"/>
                                          </p:stCondLst>
                                        </p:cTn>
                                        <p:tgtEl>
                                          <p:spTgt spid="187469"/>
                                        </p:tgtEl>
                                        <p:attrNameLst>
                                          <p:attrName>style.visibility</p:attrName>
                                        </p:attrNameLst>
                                      </p:cBhvr>
                                      <p:to>
                                        <p:strVal val="visible"/>
                                      </p:to>
                                    </p:set>
                                    <p:anim calcmode="lin" valueType="num">
                                      <p:cBhvr>
                                        <p:cTn id="275" dur="500" fill="hold"/>
                                        <p:tgtEl>
                                          <p:spTgt spid="187469"/>
                                        </p:tgtEl>
                                        <p:attrNameLst>
                                          <p:attrName>ppt_w</p:attrName>
                                        </p:attrNameLst>
                                      </p:cBhvr>
                                      <p:tavLst>
                                        <p:tav tm="0">
                                          <p:val>
                                            <p:fltVal val="0"/>
                                          </p:val>
                                        </p:tav>
                                        <p:tav tm="100000">
                                          <p:val>
                                            <p:strVal val="#ppt_w"/>
                                          </p:val>
                                        </p:tav>
                                      </p:tavLst>
                                    </p:anim>
                                    <p:anim calcmode="lin" valueType="num">
                                      <p:cBhvr>
                                        <p:cTn id="276" dur="500" fill="hold"/>
                                        <p:tgtEl>
                                          <p:spTgt spid="187469"/>
                                        </p:tgtEl>
                                        <p:attrNameLst>
                                          <p:attrName>ppt_h</p:attrName>
                                        </p:attrNameLst>
                                      </p:cBhvr>
                                      <p:tavLst>
                                        <p:tav tm="0">
                                          <p:val>
                                            <p:fltVal val="0"/>
                                          </p:val>
                                        </p:tav>
                                        <p:tav tm="100000">
                                          <p:val>
                                            <p:strVal val="#ppt_h"/>
                                          </p:val>
                                        </p:tav>
                                      </p:tavLst>
                                    </p:anim>
                                  </p:childTnLst>
                                </p:cTn>
                              </p:par>
                            </p:childTnLst>
                          </p:cTn>
                        </p:par>
                      </p:childTnLst>
                    </p:cTn>
                  </p:par>
                  <p:par>
                    <p:cTn id="277" fill="hold" nodeType="clickPar">
                      <p:stCondLst>
                        <p:cond delay="indefinite"/>
                      </p:stCondLst>
                      <p:childTnLst>
                        <p:par>
                          <p:cTn id="278" fill="hold" nodeType="withGroup">
                            <p:stCondLst>
                              <p:cond delay="0"/>
                            </p:stCondLst>
                            <p:childTnLst>
                              <p:par>
                                <p:cTn id="279" presetID="17" presetClass="entr" presetSubtype="8" fill="hold" nodeType="clickEffect">
                                  <p:stCondLst>
                                    <p:cond delay="0"/>
                                  </p:stCondLst>
                                  <p:childTnLst>
                                    <p:set>
                                      <p:cBhvr>
                                        <p:cTn id="280" dur="1" fill="hold">
                                          <p:stCondLst>
                                            <p:cond delay="0"/>
                                          </p:stCondLst>
                                        </p:cTn>
                                        <p:tgtEl>
                                          <p:spTgt spid="187509"/>
                                        </p:tgtEl>
                                        <p:attrNameLst>
                                          <p:attrName>style.visibility</p:attrName>
                                        </p:attrNameLst>
                                      </p:cBhvr>
                                      <p:to>
                                        <p:strVal val="visible"/>
                                      </p:to>
                                    </p:set>
                                    <p:anim calcmode="lin" valueType="num">
                                      <p:cBhvr>
                                        <p:cTn id="281" dur="500" fill="hold"/>
                                        <p:tgtEl>
                                          <p:spTgt spid="187509"/>
                                        </p:tgtEl>
                                        <p:attrNameLst>
                                          <p:attrName>ppt_x</p:attrName>
                                        </p:attrNameLst>
                                      </p:cBhvr>
                                      <p:tavLst>
                                        <p:tav tm="0">
                                          <p:val>
                                            <p:strVal val="#ppt_x-#ppt_w/2"/>
                                          </p:val>
                                        </p:tav>
                                        <p:tav tm="100000">
                                          <p:val>
                                            <p:strVal val="#ppt_x"/>
                                          </p:val>
                                        </p:tav>
                                      </p:tavLst>
                                    </p:anim>
                                    <p:anim calcmode="lin" valueType="num">
                                      <p:cBhvr>
                                        <p:cTn id="282" dur="500" fill="hold"/>
                                        <p:tgtEl>
                                          <p:spTgt spid="187509"/>
                                        </p:tgtEl>
                                        <p:attrNameLst>
                                          <p:attrName>ppt_y</p:attrName>
                                        </p:attrNameLst>
                                      </p:cBhvr>
                                      <p:tavLst>
                                        <p:tav tm="0">
                                          <p:val>
                                            <p:strVal val="#ppt_y"/>
                                          </p:val>
                                        </p:tav>
                                        <p:tav tm="100000">
                                          <p:val>
                                            <p:strVal val="#ppt_y"/>
                                          </p:val>
                                        </p:tav>
                                      </p:tavLst>
                                    </p:anim>
                                    <p:anim calcmode="lin" valueType="num">
                                      <p:cBhvr>
                                        <p:cTn id="283" dur="500" fill="hold"/>
                                        <p:tgtEl>
                                          <p:spTgt spid="187509"/>
                                        </p:tgtEl>
                                        <p:attrNameLst>
                                          <p:attrName>ppt_w</p:attrName>
                                        </p:attrNameLst>
                                      </p:cBhvr>
                                      <p:tavLst>
                                        <p:tav tm="0">
                                          <p:val>
                                            <p:fltVal val="0"/>
                                          </p:val>
                                        </p:tav>
                                        <p:tav tm="100000">
                                          <p:val>
                                            <p:strVal val="#ppt_w"/>
                                          </p:val>
                                        </p:tav>
                                      </p:tavLst>
                                    </p:anim>
                                    <p:anim calcmode="lin" valueType="num">
                                      <p:cBhvr>
                                        <p:cTn id="284" dur="500" fill="hold"/>
                                        <p:tgtEl>
                                          <p:spTgt spid="187509"/>
                                        </p:tgtEl>
                                        <p:attrNameLst>
                                          <p:attrName>ppt_h</p:attrName>
                                        </p:attrNameLst>
                                      </p:cBhvr>
                                      <p:tavLst>
                                        <p:tav tm="0">
                                          <p:val>
                                            <p:strVal val="#ppt_h"/>
                                          </p:val>
                                        </p:tav>
                                        <p:tav tm="100000">
                                          <p:val>
                                            <p:strVal val="#ppt_h"/>
                                          </p:val>
                                        </p:tav>
                                      </p:tavLst>
                                    </p:anim>
                                  </p:childTnLst>
                                </p:cTn>
                              </p:par>
                            </p:childTnLst>
                          </p:cTn>
                        </p:par>
                      </p:childTnLst>
                    </p:cTn>
                  </p:par>
                  <p:par>
                    <p:cTn id="285" fill="hold" nodeType="clickPar">
                      <p:stCondLst>
                        <p:cond delay="indefinite"/>
                      </p:stCondLst>
                      <p:childTnLst>
                        <p:par>
                          <p:cTn id="286" fill="hold" nodeType="withGroup">
                            <p:stCondLst>
                              <p:cond delay="0"/>
                            </p:stCondLst>
                            <p:childTnLst>
                              <p:par>
                                <p:cTn id="287" presetID="19" presetClass="entr" presetSubtype="10" fill="hold" grpId="0" nodeType="clickEffect">
                                  <p:stCondLst>
                                    <p:cond delay="0"/>
                                  </p:stCondLst>
                                  <p:childTnLst>
                                    <p:set>
                                      <p:cBhvr>
                                        <p:cTn id="288" dur="1" fill="hold">
                                          <p:stCondLst>
                                            <p:cond delay="0"/>
                                          </p:stCondLst>
                                        </p:cTn>
                                        <p:tgtEl>
                                          <p:spTgt spid="187520"/>
                                        </p:tgtEl>
                                        <p:attrNameLst>
                                          <p:attrName>style.visibility</p:attrName>
                                        </p:attrNameLst>
                                      </p:cBhvr>
                                      <p:to>
                                        <p:strVal val="visible"/>
                                      </p:to>
                                    </p:set>
                                    <p:anim calcmode="lin" valueType="num">
                                      <p:cBhvr>
                                        <p:cTn id="289" dur="5000" fill="hold"/>
                                        <p:tgtEl>
                                          <p:spTgt spid="187520"/>
                                        </p:tgtEl>
                                        <p:attrNameLst>
                                          <p:attrName>ppt_w</p:attrName>
                                        </p:attrNameLst>
                                      </p:cBhvr>
                                      <p:tavLst>
                                        <p:tav tm="0" fmla="#ppt_w*sin(2.5*pi*$)">
                                          <p:val>
                                            <p:fltVal val="0"/>
                                          </p:val>
                                        </p:tav>
                                        <p:tav tm="100000">
                                          <p:val>
                                            <p:fltVal val="1"/>
                                          </p:val>
                                        </p:tav>
                                      </p:tavLst>
                                    </p:anim>
                                    <p:anim calcmode="lin" valueType="num">
                                      <p:cBhvr>
                                        <p:cTn id="290" dur="5000" fill="hold"/>
                                        <p:tgtEl>
                                          <p:spTgt spid="187520"/>
                                        </p:tgtEl>
                                        <p:attrNameLst>
                                          <p:attrName>ppt_h</p:attrName>
                                        </p:attrNameLst>
                                      </p:cBhvr>
                                      <p:tavLst>
                                        <p:tav tm="0">
                                          <p:val>
                                            <p:strVal val="#ppt_h"/>
                                          </p:val>
                                        </p:tav>
                                        <p:tav tm="100000">
                                          <p:val>
                                            <p:strVal val="#ppt_h"/>
                                          </p:val>
                                        </p:tav>
                                      </p:tavLst>
                                    </p:anim>
                                  </p:childTnLst>
                                </p:cTn>
                              </p:par>
                            </p:childTnLst>
                          </p:cTn>
                        </p:par>
                      </p:childTnLst>
                    </p:cTn>
                  </p:par>
                  <p:par>
                    <p:cTn id="291" fill="hold" nodeType="clickPar">
                      <p:stCondLst>
                        <p:cond delay="indefinite"/>
                      </p:stCondLst>
                      <p:childTnLst>
                        <p:par>
                          <p:cTn id="292" fill="hold" nodeType="withGroup">
                            <p:stCondLst>
                              <p:cond delay="0"/>
                            </p:stCondLst>
                            <p:childTnLst>
                              <p:par>
                                <p:cTn id="293" presetID="23" presetClass="entr" presetSubtype="16" fill="hold" nodeType="clickEffect">
                                  <p:stCondLst>
                                    <p:cond delay="0"/>
                                  </p:stCondLst>
                                  <p:childTnLst>
                                    <p:set>
                                      <p:cBhvr>
                                        <p:cTn id="294" dur="1" fill="hold">
                                          <p:stCondLst>
                                            <p:cond delay="0"/>
                                          </p:stCondLst>
                                        </p:cTn>
                                        <p:tgtEl>
                                          <p:spTgt spid="187487"/>
                                        </p:tgtEl>
                                        <p:attrNameLst>
                                          <p:attrName>style.visibility</p:attrName>
                                        </p:attrNameLst>
                                      </p:cBhvr>
                                      <p:to>
                                        <p:strVal val="visible"/>
                                      </p:to>
                                    </p:set>
                                    <p:anim calcmode="lin" valueType="num">
                                      <p:cBhvr>
                                        <p:cTn id="295" dur="500" fill="hold"/>
                                        <p:tgtEl>
                                          <p:spTgt spid="187487"/>
                                        </p:tgtEl>
                                        <p:attrNameLst>
                                          <p:attrName>ppt_w</p:attrName>
                                        </p:attrNameLst>
                                      </p:cBhvr>
                                      <p:tavLst>
                                        <p:tav tm="0">
                                          <p:val>
                                            <p:fltVal val="0"/>
                                          </p:val>
                                        </p:tav>
                                        <p:tav tm="100000">
                                          <p:val>
                                            <p:strVal val="#ppt_w"/>
                                          </p:val>
                                        </p:tav>
                                      </p:tavLst>
                                    </p:anim>
                                    <p:anim calcmode="lin" valueType="num">
                                      <p:cBhvr>
                                        <p:cTn id="296" dur="500" fill="hold"/>
                                        <p:tgtEl>
                                          <p:spTgt spid="187487"/>
                                        </p:tgtEl>
                                        <p:attrNameLst>
                                          <p:attrName>ppt_h</p:attrName>
                                        </p:attrNameLst>
                                      </p:cBhvr>
                                      <p:tavLst>
                                        <p:tav tm="0">
                                          <p:val>
                                            <p:fltVal val="0"/>
                                          </p:val>
                                        </p:tav>
                                        <p:tav tm="100000">
                                          <p:val>
                                            <p:strVal val="#ppt_h"/>
                                          </p:val>
                                        </p:tav>
                                      </p:tavLst>
                                    </p:anim>
                                  </p:childTnLst>
                                </p:cTn>
                              </p:par>
                            </p:childTnLst>
                          </p:cTn>
                        </p:par>
                      </p:childTnLst>
                    </p:cTn>
                  </p:par>
                  <p:par>
                    <p:cTn id="297" fill="hold" nodeType="clickPar">
                      <p:stCondLst>
                        <p:cond delay="indefinite"/>
                      </p:stCondLst>
                      <p:childTnLst>
                        <p:par>
                          <p:cTn id="298" fill="hold" nodeType="withGroup">
                            <p:stCondLst>
                              <p:cond delay="0"/>
                            </p:stCondLst>
                            <p:childTnLst>
                              <p:par>
                                <p:cTn id="299" presetID="17" presetClass="entr" presetSubtype="8" fill="hold" nodeType="clickEffect">
                                  <p:stCondLst>
                                    <p:cond delay="0"/>
                                  </p:stCondLst>
                                  <p:childTnLst>
                                    <p:set>
                                      <p:cBhvr>
                                        <p:cTn id="300" dur="1" fill="hold">
                                          <p:stCondLst>
                                            <p:cond delay="0"/>
                                          </p:stCondLst>
                                        </p:cTn>
                                        <p:tgtEl>
                                          <p:spTgt spid="187512"/>
                                        </p:tgtEl>
                                        <p:attrNameLst>
                                          <p:attrName>style.visibility</p:attrName>
                                        </p:attrNameLst>
                                      </p:cBhvr>
                                      <p:to>
                                        <p:strVal val="visible"/>
                                      </p:to>
                                    </p:set>
                                    <p:anim calcmode="lin" valueType="num">
                                      <p:cBhvr>
                                        <p:cTn id="301" dur="500" fill="hold"/>
                                        <p:tgtEl>
                                          <p:spTgt spid="187512"/>
                                        </p:tgtEl>
                                        <p:attrNameLst>
                                          <p:attrName>ppt_x</p:attrName>
                                        </p:attrNameLst>
                                      </p:cBhvr>
                                      <p:tavLst>
                                        <p:tav tm="0">
                                          <p:val>
                                            <p:strVal val="#ppt_x-#ppt_w/2"/>
                                          </p:val>
                                        </p:tav>
                                        <p:tav tm="100000">
                                          <p:val>
                                            <p:strVal val="#ppt_x"/>
                                          </p:val>
                                        </p:tav>
                                      </p:tavLst>
                                    </p:anim>
                                    <p:anim calcmode="lin" valueType="num">
                                      <p:cBhvr>
                                        <p:cTn id="302" dur="500" fill="hold"/>
                                        <p:tgtEl>
                                          <p:spTgt spid="187512"/>
                                        </p:tgtEl>
                                        <p:attrNameLst>
                                          <p:attrName>ppt_y</p:attrName>
                                        </p:attrNameLst>
                                      </p:cBhvr>
                                      <p:tavLst>
                                        <p:tav tm="0">
                                          <p:val>
                                            <p:strVal val="#ppt_y"/>
                                          </p:val>
                                        </p:tav>
                                        <p:tav tm="100000">
                                          <p:val>
                                            <p:strVal val="#ppt_y"/>
                                          </p:val>
                                        </p:tav>
                                      </p:tavLst>
                                    </p:anim>
                                    <p:anim calcmode="lin" valueType="num">
                                      <p:cBhvr>
                                        <p:cTn id="303" dur="500" fill="hold"/>
                                        <p:tgtEl>
                                          <p:spTgt spid="187512"/>
                                        </p:tgtEl>
                                        <p:attrNameLst>
                                          <p:attrName>ppt_w</p:attrName>
                                        </p:attrNameLst>
                                      </p:cBhvr>
                                      <p:tavLst>
                                        <p:tav tm="0">
                                          <p:val>
                                            <p:fltVal val="0"/>
                                          </p:val>
                                        </p:tav>
                                        <p:tav tm="100000">
                                          <p:val>
                                            <p:strVal val="#ppt_w"/>
                                          </p:val>
                                        </p:tav>
                                      </p:tavLst>
                                    </p:anim>
                                    <p:anim calcmode="lin" valueType="num">
                                      <p:cBhvr>
                                        <p:cTn id="304" dur="500" fill="hold"/>
                                        <p:tgtEl>
                                          <p:spTgt spid="18751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7403" grpId="0" animBg="1"/>
      <p:bldP spid="187404" grpId="0" animBg="1"/>
      <p:bldP spid="187418" grpId="0" animBg="1"/>
      <p:bldP spid="187431" grpId="0" animBg="1"/>
      <p:bldP spid="187432" grpId="0" autoUpdateAnimBg="0"/>
      <p:bldP spid="187433" grpId="0" animBg="1"/>
      <p:bldP spid="187434" grpId="0" autoUpdateAnimBg="0"/>
      <p:bldP spid="187435" grpId="0" animBg="1"/>
      <p:bldP spid="187436" grpId="0" animBg="1"/>
      <p:bldP spid="187437" grpId="0" animBg="1"/>
      <p:bldP spid="187438" grpId="0" animBg="1"/>
      <p:bldP spid="187439" grpId="0" animBg="1"/>
      <p:bldP spid="187445" grpId="0" animBg="1"/>
      <p:bldP spid="187446" grpId="0" animBg="1"/>
      <p:bldP spid="187450" grpId="0" autoUpdateAnimBg="0"/>
      <p:bldP spid="187457" grpId="0" autoUpdateAnimBg="0"/>
      <p:bldP spid="187458" grpId="0" autoUpdateAnimBg="0"/>
      <p:bldP spid="187468" grpId="0" animBg="1"/>
      <p:bldP spid="187505" grpId="0" autoUpdateAnimBg="0"/>
      <p:bldP spid="187506" grpId="0" autoUpdateAnimBg="0"/>
      <p:bldP spid="187507" grpId="0" autoUpdateAnimBg="0"/>
      <p:bldP spid="187508" grpId="0" autoUpdateAnimBg="0"/>
      <p:bldP spid="187515" grpId="0" animBg="1" autoUpdateAnimBg="0"/>
      <p:bldP spid="187516" grpId="0" animBg="1" autoUpdateAnimBg="0"/>
      <p:bldP spid="187517" grpId="0" autoUpdateAnimBg="0"/>
      <p:bldP spid="187518" grpId="0" autoUpdateAnimBg="0"/>
      <p:bldP spid="187519" grpId="0" autoUpdateAnimBg="0"/>
      <p:bldP spid="187520" grpId="0"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Text Box 2"/>
          <p:cNvSpPr txBox="1">
            <a:spLocks noChangeArrowheads="1"/>
          </p:cNvSpPr>
          <p:nvPr/>
        </p:nvSpPr>
        <p:spPr bwMode="auto">
          <a:xfrm>
            <a:off x="268946" y="1143000"/>
            <a:ext cx="2405337" cy="1292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altLang="en-US" b="1" dirty="0"/>
              <a:t>A line inclined to HP </a:t>
            </a:r>
          </a:p>
          <a:p>
            <a:pPr algn="ctr" eaLnBrk="1" hangingPunct="1"/>
            <a:r>
              <a:rPr lang="en-US" altLang="en-US" b="1" dirty="0"/>
              <a:t>and </a:t>
            </a:r>
          </a:p>
          <a:p>
            <a:pPr algn="ctr" eaLnBrk="1" hangingPunct="1"/>
            <a:r>
              <a:rPr lang="en-US" altLang="en-US" b="1" dirty="0"/>
              <a:t>parallel to VP</a:t>
            </a:r>
          </a:p>
          <a:p>
            <a:pPr algn="ctr" eaLnBrk="1" hangingPunct="1"/>
            <a:r>
              <a:rPr lang="en-US" altLang="en-US" dirty="0">
                <a:solidFill>
                  <a:schemeClr val="accent2"/>
                </a:solidFill>
              </a:rPr>
              <a:t>(Pictorial presentation)</a:t>
            </a:r>
            <a:r>
              <a:rPr lang="en-US" altLang="en-US" sz="2400" dirty="0">
                <a:solidFill>
                  <a:schemeClr val="accent2"/>
                </a:solidFill>
              </a:rPr>
              <a:t> </a:t>
            </a:r>
          </a:p>
        </p:txBody>
      </p:sp>
      <p:grpSp>
        <p:nvGrpSpPr>
          <p:cNvPr id="189443" name="Group 3"/>
          <p:cNvGrpSpPr>
            <a:grpSpLocks/>
          </p:cNvGrpSpPr>
          <p:nvPr/>
        </p:nvGrpSpPr>
        <p:grpSpPr bwMode="auto">
          <a:xfrm>
            <a:off x="2516188" y="171450"/>
            <a:ext cx="2686050" cy="3021013"/>
            <a:chOff x="1" y="1440"/>
            <a:chExt cx="1692" cy="1903"/>
          </a:xfrm>
        </p:grpSpPr>
        <p:grpSp>
          <p:nvGrpSpPr>
            <p:cNvPr id="189444" name="Group 4"/>
            <p:cNvGrpSpPr>
              <a:grpSpLocks/>
            </p:cNvGrpSpPr>
            <p:nvPr/>
          </p:nvGrpSpPr>
          <p:grpSpPr bwMode="auto">
            <a:xfrm>
              <a:off x="1" y="2294"/>
              <a:ext cx="1692" cy="1049"/>
              <a:chOff x="1" y="2294"/>
              <a:chExt cx="1692" cy="1049"/>
            </a:xfrm>
          </p:grpSpPr>
          <p:grpSp>
            <p:nvGrpSpPr>
              <p:cNvPr id="189445" name="Group 5"/>
              <p:cNvGrpSpPr>
                <a:grpSpLocks/>
              </p:cNvGrpSpPr>
              <p:nvPr/>
            </p:nvGrpSpPr>
            <p:grpSpPr bwMode="auto">
              <a:xfrm>
                <a:off x="1" y="2492"/>
                <a:ext cx="1692" cy="851"/>
                <a:chOff x="1" y="2492"/>
                <a:chExt cx="1692" cy="851"/>
              </a:xfrm>
            </p:grpSpPr>
            <p:sp>
              <p:nvSpPr>
                <p:cNvPr id="189446" name="AutoShape 6"/>
                <p:cNvSpPr>
                  <a:spLocks noChangeArrowheads="1"/>
                </p:cNvSpPr>
                <p:nvPr/>
              </p:nvSpPr>
              <p:spPr bwMode="auto">
                <a:xfrm rot="19742203" flipV="1">
                  <a:off x="219" y="2492"/>
                  <a:ext cx="1474" cy="811"/>
                </a:xfrm>
                <a:prstGeom prst="parallelogram">
                  <a:avLst>
                    <a:gd name="adj" fmla="val 60205"/>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89447" name="Text Box 7"/>
                <p:cNvSpPr txBox="1">
                  <a:spLocks noChangeArrowheads="1"/>
                </p:cNvSpPr>
                <p:nvPr/>
              </p:nvSpPr>
              <p:spPr bwMode="auto">
                <a:xfrm>
                  <a:off x="1" y="2926"/>
                  <a:ext cx="185"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200" dirty="0">
                      <a:latin typeface="Times New Roman" panose="02020603050405020304" pitchFamily="18" charset="0"/>
                    </a:rPr>
                    <a:t>X</a:t>
                  </a:r>
                </a:p>
              </p:txBody>
            </p:sp>
            <p:graphicFrame>
              <p:nvGraphicFramePr>
                <p:cNvPr id="189448" name="Object 8"/>
                <p:cNvGraphicFramePr>
                  <a:graphicFrameLocks noChangeAspect="1"/>
                </p:cNvGraphicFramePr>
                <p:nvPr/>
              </p:nvGraphicFramePr>
              <p:xfrm>
                <a:off x="778" y="3181"/>
                <a:ext cx="352" cy="162"/>
              </p:xfrm>
              <a:graphic>
                <a:graphicData uri="http://schemas.openxmlformats.org/presentationml/2006/ole">
                  <mc:AlternateContent xmlns:mc="http://schemas.openxmlformats.org/markup-compatibility/2006">
                    <mc:Choice xmlns:v="urn:schemas-microsoft-com:vml" Requires="v">
                      <p:oleObj name="CorelDRAW" r:id="rId3" imgW="668520" imgH="320400" progId="CorelDRAW.Graphic.11">
                        <p:embed/>
                      </p:oleObj>
                    </mc:Choice>
                    <mc:Fallback>
                      <p:oleObj name="CorelDRAW" r:id="rId3" imgW="668520" imgH="320400" progId="CorelDRAW.Graphic.11">
                        <p:embed/>
                        <p:pic>
                          <p:nvPicPr>
                            <p:cNvPr id="189448"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8" y="3181"/>
                              <a:ext cx="352" cy="162"/>
                            </a:xfrm>
                            <a:prstGeom prst="rect">
                              <a:avLst/>
                            </a:prstGeom>
                            <a:noFill/>
                            <a:ln>
                              <a:noFill/>
                            </a:ln>
                            <a:effectLst/>
                          </p:spPr>
                        </p:pic>
                      </p:oleObj>
                    </mc:Fallback>
                  </mc:AlternateContent>
                </a:graphicData>
              </a:graphic>
            </p:graphicFrame>
          </p:grpSp>
          <p:sp>
            <p:nvSpPr>
              <p:cNvPr id="189449" name="Text Box 9"/>
              <p:cNvSpPr txBox="1">
                <a:spLocks noChangeArrowheads="1"/>
              </p:cNvSpPr>
              <p:nvPr/>
            </p:nvSpPr>
            <p:spPr bwMode="auto">
              <a:xfrm>
                <a:off x="922" y="2294"/>
                <a:ext cx="185"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200" dirty="0">
                    <a:latin typeface="Times New Roman" panose="02020603050405020304" pitchFamily="18" charset="0"/>
                  </a:rPr>
                  <a:t>Y</a:t>
                </a:r>
              </a:p>
            </p:txBody>
          </p:sp>
        </p:grpSp>
        <p:grpSp>
          <p:nvGrpSpPr>
            <p:cNvPr id="189450" name="Group 10"/>
            <p:cNvGrpSpPr>
              <a:grpSpLocks/>
            </p:cNvGrpSpPr>
            <p:nvPr/>
          </p:nvGrpSpPr>
          <p:grpSpPr bwMode="auto">
            <a:xfrm>
              <a:off x="120" y="1440"/>
              <a:ext cx="834" cy="1474"/>
              <a:chOff x="120" y="1440"/>
              <a:chExt cx="834" cy="1474"/>
            </a:xfrm>
          </p:grpSpPr>
          <p:sp>
            <p:nvSpPr>
              <p:cNvPr id="189451" name="AutoShape 11"/>
              <p:cNvSpPr>
                <a:spLocks noChangeArrowheads="1"/>
              </p:cNvSpPr>
              <p:nvPr/>
            </p:nvSpPr>
            <p:spPr bwMode="auto">
              <a:xfrm rot="5400000" flipV="1">
                <a:off x="-200" y="1760"/>
                <a:ext cx="1474" cy="834"/>
              </a:xfrm>
              <a:prstGeom prst="parallelogram">
                <a:avLst>
                  <a:gd name="adj" fmla="val 58545"/>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89452" name="Text Box 12"/>
              <p:cNvSpPr txBox="1">
                <a:spLocks noChangeArrowheads="1"/>
              </p:cNvSpPr>
              <p:nvPr/>
            </p:nvSpPr>
            <p:spPr bwMode="auto">
              <a:xfrm rot="19883616">
                <a:off x="152" y="1842"/>
                <a:ext cx="32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i="1">
                    <a:latin typeface="Times New Roman" panose="02020603050405020304" pitchFamily="18" charset="0"/>
                  </a:rPr>
                  <a:t>V.P.</a:t>
                </a:r>
              </a:p>
            </p:txBody>
          </p:sp>
        </p:grpSp>
      </p:grpSp>
      <p:sp>
        <p:nvSpPr>
          <p:cNvPr id="189453" name="Line 13"/>
          <p:cNvSpPr>
            <a:spLocks noChangeShapeType="1"/>
          </p:cNvSpPr>
          <p:nvPr/>
        </p:nvSpPr>
        <p:spPr bwMode="auto">
          <a:xfrm flipV="1">
            <a:off x="3830638" y="1300163"/>
            <a:ext cx="728662" cy="927100"/>
          </a:xfrm>
          <a:prstGeom prst="line">
            <a:avLst/>
          </a:prstGeom>
          <a:noFill/>
          <a:ln w="38100">
            <a:solidFill>
              <a:srgbClr val="D6009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nvGrpSpPr>
          <p:cNvPr id="189454" name="Group 14"/>
          <p:cNvGrpSpPr>
            <a:grpSpLocks/>
          </p:cNvGrpSpPr>
          <p:nvPr/>
        </p:nvGrpSpPr>
        <p:grpSpPr bwMode="auto">
          <a:xfrm>
            <a:off x="3830640" y="1300165"/>
            <a:ext cx="695325" cy="1455737"/>
            <a:chOff x="1392" y="1920"/>
            <a:chExt cx="504" cy="1056"/>
          </a:xfrm>
        </p:grpSpPr>
        <p:sp>
          <p:nvSpPr>
            <p:cNvPr id="189455" name="Line 15"/>
            <p:cNvSpPr>
              <a:spLocks noChangeShapeType="1"/>
            </p:cNvSpPr>
            <p:nvPr/>
          </p:nvSpPr>
          <p:spPr bwMode="auto">
            <a:xfrm>
              <a:off x="1392" y="2592"/>
              <a:ext cx="0" cy="384"/>
            </a:xfrm>
            <a:prstGeom prst="line">
              <a:avLst/>
            </a:prstGeom>
            <a:ln>
              <a:headEnd/>
              <a:tailEnd/>
            </a:ln>
          </p:spPr>
          <p:style>
            <a:lnRef idx="1">
              <a:schemeClr val="accent2"/>
            </a:lnRef>
            <a:fillRef idx="0">
              <a:schemeClr val="accent2"/>
            </a:fillRef>
            <a:effectRef idx="0">
              <a:schemeClr val="accent2"/>
            </a:effectRef>
            <a:fontRef idx="minor">
              <a:schemeClr val="tx1"/>
            </a:fontRef>
          </p:style>
          <p:txBody>
            <a:bodyPr/>
            <a:lstStyle/>
            <a:p>
              <a:endParaRPr lang="en-IN"/>
            </a:p>
          </p:txBody>
        </p:sp>
        <p:sp>
          <p:nvSpPr>
            <p:cNvPr id="189456" name="Line 16"/>
            <p:cNvSpPr>
              <a:spLocks noChangeShapeType="1"/>
            </p:cNvSpPr>
            <p:nvPr/>
          </p:nvSpPr>
          <p:spPr bwMode="auto">
            <a:xfrm>
              <a:off x="1896" y="1920"/>
              <a:ext cx="0" cy="720"/>
            </a:xfrm>
            <a:prstGeom prst="line">
              <a:avLst/>
            </a:prstGeom>
            <a:ln>
              <a:headEnd/>
              <a:tailEnd/>
            </a:ln>
          </p:spPr>
          <p:style>
            <a:lnRef idx="1">
              <a:schemeClr val="accent2"/>
            </a:lnRef>
            <a:fillRef idx="0">
              <a:schemeClr val="accent2"/>
            </a:fillRef>
            <a:effectRef idx="0">
              <a:schemeClr val="accent2"/>
            </a:effectRef>
            <a:fontRef idx="minor">
              <a:schemeClr val="tx1"/>
            </a:fontRef>
          </p:style>
          <p:txBody>
            <a:bodyPr/>
            <a:lstStyle/>
            <a:p>
              <a:endParaRPr lang="en-IN"/>
            </a:p>
          </p:txBody>
        </p:sp>
        <p:sp>
          <p:nvSpPr>
            <p:cNvPr id="189457" name="Line 17"/>
            <p:cNvSpPr>
              <a:spLocks noChangeShapeType="1"/>
            </p:cNvSpPr>
            <p:nvPr/>
          </p:nvSpPr>
          <p:spPr bwMode="auto">
            <a:xfrm>
              <a:off x="1392" y="2688"/>
              <a:ext cx="0" cy="96"/>
            </a:xfrm>
            <a:prstGeom prst="line">
              <a:avLst/>
            </a:prstGeom>
            <a:ln>
              <a:headEnd/>
              <a:tailEnd type="triangle" w="med" len="med"/>
            </a:ln>
          </p:spPr>
          <p:style>
            <a:lnRef idx="1">
              <a:schemeClr val="accent2"/>
            </a:lnRef>
            <a:fillRef idx="0">
              <a:schemeClr val="accent2"/>
            </a:fillRef>
            <a:effectRef idx="0">
              <a:schemeClr val="accent2"/>
            </a:effectRef>
            <a:fontRef idx="minor">
              <a:schemeClr val="tx1"/>
            </a:fontRef>
          </p:style>
          <p:txBody>
            <a:bodyPr/>
            <a:lstStyle/>
            <a:p>
              <a:endParaRPr lang="en-IN"/>
            </a:p>
          </p:txBody>
        </p:sp>
        <p:sp>
          <p:nvSpPr>
            <p:cNvPr id="189458" name="Line 18"/>
            <p:cNvSpPr>
              <a:spLocks noChangeShapeType="1"/>
            </p:cNvSpPr>
            <p:nvPr/>
          </p:nvSpPr>
          <p:spPr bwMode="auto">
            <a:xfrm>
              <a:off x="1896" y="2112"/>
              <a:ext cx="0" cy="144"/>
            </a:xfrm>
            <a:prstGeom prst="line">
              <a:avLst/>
            </a:prstGeom>
            <a:ln>
              <a:headEnd/>
              <a:tailEnd type="triangle" w="med" len="med"/>
            </a:ln>
          </p:spPr>
          <p:style>
            <a:lnRef idx="1">
              <a:schemeClr val="accent2"/>
            </a:lnRef>
            <a:fillRef idx="0">
              <a:schemeClr val="accent2"/>
            </a:fillRef>
            <a:effectRef idx="0">
              <a:schemeClr val="accent2"/>
            </a:effectRef>
            <a:fontRef idx="minor">
              <a:schemeClr val="tx1"/>
            </a:fontRef>
          </p:style>
          <p:txBody>
            <a:bodyPr/>
            <a:lstStyle/>
            <a:p>
              <a:endParaRPr lang="en-IN"/>
            </a:p>
          </p:txBody>
        </p:sp>
      </p:grpSp>
      <p:sp>
        <p:nvSpPr>
          <p:cNvPr id="189459" name="Line 19"/>
          <p:cNvSpPr>
            <a:spLocks noChangeShapeType="1"/>
          </p:cNvSpPr>
          <p:nvPr/>
        </p:nvSpPr>
        <p:spPr bwMode="auto">
          <a:xfrm>
            <a:off x="4227513" y="504827"/>
            <a:ext cx="0" cy="39687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nvGrpSpPr>
          <p:cNvPr id="189460" name="Group 20"/>
          <p:cNvGrpSpPr>
            <a:grpSpLocks/>
          </p:cNvGrpSpPr>
          <p:nvPr/>
        </p:nvGrpSpPr>
        <p:grpSpPr bwMode="auto">
          <a:xfrm>
            <a:off x="3019874" y="1035051"/>
            <a:ext cx="1539428" cy="1128297"/>
            <a:chOff x="804" y="1728"/>
            <a:chExt cx="1116" cy="818"/>
          </a:xfrm>
        </p:grpSpPr>
        <p:sp>
          <p:nvSpPr>
            <p:cNvPr id="189461" name="Line 21"/>
            <p:cNvSpPr>
              <a:spLocks noChangeShapeType="1"/>
            </p:cNvSpPr>
            <p:nvPr/>
          </p:nvSpPr>
          <p:spPr bwMode="auto">
            <a:xfrm rot="199807" flipH="1" flipV="1">
              <a:off x="1296" y="1728"/>
              <a:ext cx="624" cy="192"/>
            </a:xfrm>
            <a:prstGeom prst="line">
              <a:avLst/>
            </a:prstGeom>
            <a:ln>
              <a:headEnd/>
              <a:tailEnd/>
            </a:ln>
          </p:spPr>
          <p:style>
            <a:lnRef idx="1">
              <a:schemeClr val="accent2"/>
            </a:lnRef>
            <a:fillRef idx="0">
              <a:schemeClr val="accent2"/>
            </a:fillRef>
            <a:effectRef idx="0">
              <a:schemeClr val="accent2"/>
            </a:effectRef>
            <a:fontRef idx="minor">
              <a:schemeClr val="tx1"/>
            </a:fontRef>
          </p:style>
          <p:txBody>
            <a:bodyPr/>
            <a:lstStyle/>
            <a:p>
              <a:endParaRPr lang="en-IN"/>
            </a:p>
          </p:txBody>
        </p:sp>
        <p:sp>
          <p:nvSpPr>
            <p:cNvPr id="189462" name="Line 22"/>
            <p:cNvSpPr>
              <a:spLocks noChangeShapeType="1"/>
            </p:cNvSpPr>
            <p:nvPr/>
          </p:nvSpPr>
          <p:spPr bwMode="auto">
            <a:xfrm rot="395703" flipH="1" flipV="1">
              <a:off x="804" y="2362"/>
              <a:ext cx="588" cy="184"/>
            </a:xfrm>
            <a:prstGeom prst="line">
              <a:avLst/>
            </a:prstGeom>
            <a:ln>
              <a:headEnd/>
              <a:tailEnd/>
            </a:ln>
          </p:spPr>
          <p:style>
            <a:lnRef idx="1">
              <a:schemeClr val="accent2"/>
            </a:lnRef>
            <a:fillRef idx="0">
              <a:schemeClr val="accent2"/>
            </a:fillRef>
            <a:effectRef idx="0">
              <a:schemeClr val="accent2"/>
            </a:effectRef>
            <a:fontRef idx="minor">
              <a:schemeClr val="tx1"/>
            </a:fontRef>
          </p:style>
          <p:txBody>
            <a:bodyPr/>
            <a:lstStyle/>
            <a:p>
              <a:endParaRPr lang="en-IN"/>
            </a:p>
          </p:txBody>
        </p:sp>
        <p:sp>
          <p:nvSpPr>
            <p:cNvPr id="189463" name="Line 23"/>
            <p:cNvSpPr>
              <a:spLocks noChangeShapeType="1"/>
            </p:cNvSpPr>
            <p:nvPr/>
          </p:nvSpPr>
          <p:spPr bwMode="auto">
            <a:xfrm flipH="1" flipV="1">
              <a:off x="1090" y="2442"/>
              <a:ext cx="130" cy="63"/>
            </a:xfrm>
            <a:prstGeom prst="line">
              <a:avLst/>
            </a:prstGeom>
            <a:ln>
              <a:headEnd/>
              <a:tailEnd type="triangle" w="med" len="med"/>
            </a:ln>
          </p:spPr>
          <p:style>
            <a:lnRef idx="1">
              <a:schemeClr val="accent2"/>
            </a:lnRef>
            <a:fillRef idx="0">
              <a:schemeClr val="accent2"/>
            </a:fillRef>
            <a:effectRef idx="0">
              <a:schemeClr val="accent2"/>
            </a:effectRef>
            <a:fontRef idx="minor">
              <a:schemeClr val="tx1"/>
            </a:fontRef>
          </p:style>
          <p:txBody>
            <a:bodyPr/>
            <a:lstStyle/>
            <a:p>
              <a:endParaRPr lang="en-IN"/>
            </a:p>
          </p:txBody>
        </p:sp>
        <p:sp>
          <p:nvSpPr>
            <p:cNvPr id="189464" name="Line 24"/>
            <p:cNvSpPr>
              <a:spLocks noChangeShapeType="1"/>
            </p:cNvSpPr>
            <p:nvPr/>
          </p:nvSpPr>
          <p:spPr bwMode="auto">
            <a:xfrm flipH="1" flipV="1">
              <a:off x="1549" y="1804"/>
              <a:ext cx="144" cy="48"/>
            </a:xfrm>
            <a:prstGeom prst="line">
              <a:avLst/>
            </a:prstGeom>
            <a:ln>
              <a:headEnd/>
              <a:tailEnd type="triangle" w="med" len="med"/>
            </a:ln>
          </p:spPr>
          <p:style>
            <a:lnRef idx="1">
              <a:schemeClr val="accent2"/>
            </a:lnRef>
            <a:fillRef idx="0">
              <a:schemeClr val="accent2"/>
            </a:fillRef>
            <a:effectRef idx="0">
              <a:schemeClr val="accent2"/>
            </a:effectRef>
            <a:fontRef idx="minor">
              <a:schemeClr val="tx1"/>
            </a:fontRef>
          </p:style>
          <p:txBody>
            <a:bodyPr/>
            <a:lstStyle/>
            <a:p>
              <a:endParaRPr lang="en-IN"/>
            </a:p>
          </p:txBody>
        </p:sp>
      </p:grpSp>
      <p:grpSp>
        <p:nvGrpSpPr>
          <p:cNvPr id="189465" name="Group 25"/>
          <p:cNvGrpSpPr>
            <a:grpSpLocks/>
          </p:cNvGrpSpPr>
          <p:nvPr/>
        </p:nvGrpSpPr>
        <p:grpSpPr bwMode="auto">
          <a:xfrm>
            <a:off x="3036888" y="1927229"/>
            <a:ext cx="1522412" cy="807993"/>
            <a:chOff x="816" y="2375"/>
            <a:chExt cx="1104" cy="586"/>
          </a:xfrm>
        </p:grpSpPr>
        <p:sp>
          <p:nvSpPr>
            <p:cNvPr id="189466" name="Line 26"/>
            <p:cNvSpPr>
              <a:spLocks noChangeShapeType="1"/>
            </p:cNvSpPr>
            <p:nvPr/>
          </p:nvSpPr>
          <p:spPr bwMode="auto">
            <a:xfrm>
              <a:off x="816" y="2668"/>
              <a:ext cx="572" cy="29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89467" name="Line 27"/>
            <p:cNvSpPr>
              <a:spLocks noChangeShapeType="1"/>
            </p:cNvSpPr>
            <p:nvPr/>
          </p:nvSpPr>
          <p:spPr bwMode="auto">
            <a:xfrm rot="331653">
              <a:off x="1308" y="2375"/>
              <a:ext cx="612" cy="23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189468" name="Group 28"/>
          <p:cNvGrpSpPr>
            <a:grpSpLocks/>
          </p:cNvGrpSpPr>
          <p:nvPr/>
        </p:nvGrpSpPr>
        <p:grpSpPr bwMode="auto">
          <a:xfrm>
            <a:off x="3024494" y="999205"/>
            <a:ext cx="698194" cy="1331745"/>
            <a:chOff x="807" y="1702"/>
            <a:chExt cx="507" cy="966"/>
          </a:xfrm>
        </p:grpSpPr>
        <p:sp>
          <p:nvSpPr>
            <p:cNvPr id="189469" name="Line 29"/>
            <p:cNvSpPr>
              <a:spLocks noChangeShapeType="1"/>
            </p:cNvSpPr>
            <p:nvPr/>
          </p:nvSpPr>
          <p:spPr bwMode="auto">
            <a:xfrm>
              <a:off x="1307" y="1702"/>
              <a:ext cx="7" cy="6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89470" name="Line 30"/>
            <p:cNvSpPr>
              <a:spLocks noChangeShapeType="1"/>
            </p:cNvSpPr>
            <p:nvPr/>
          </p:nvSpPr>
          <p:spPr bwMode="auto">
            <a:xfrm>
              <a:off x="807" y="2325"/>
              <a:ext cx="14" cy="34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189471" name="Group 31"/>
          <p:cNvGrpSpPr>
            <a:grpSpLocks/>
          </p:cNvGrpSpPr>
          <p:nvPr/>
        </p:nvGrpSpPr>
        <p:grpSpPr bwMode="auto">
          <a:xfrm>
            <a:off x="3632202" y="1166813"/>
            <a:ext cx="1146175" cy="1268412"/>
            <a:chOff x="704" y="2067"/>
            <a:chExt cx="722" cy="799"/>
          </a:xfrm>
        </p:grpSpPr>
        <p:sp>
          <p:nvSpPr>
            <p:cNvPr id="189472" name="Text Box 32"/>
            <p:cNvSpPr txBox="1">
              <a:spLocks noChangeArrowheads="1"/>
            </p:cNvSpPr>
            <p:nvPr/>
          </p:nvSpPr>
          <p:spPr bwMode="auto">
            <a:xfrm>
              <a:off x="704" y="2693"/>
              <a:ext cx="185"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200">
                  <a:latin typeface="Times New Roman" panose="02020603050405020304" pitchFamily="18" charset="0"/>
                </a:rPr>
                <a:t>A</a:t>
              </a:r>
            </a:p>
          </p:txBody>
        </p:sp>
        <p:sp>
          <p:nvSpPr>
            <p:cNvPr id="189473" name="Text Box 33"/>
            <p:cNvSpPr txBox="1">
              <a:spLocks noChangeArrowheads="1"/>
            </p:cNvSpPr>
            <p:nvPr/>
          </p:nvSpPr>
          <p:spPr bwMode="auto">
            <a:xfrm>
              <a:off x="1246" y="2067"/>
              <a:ext cx="18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200">
                  <a:latin typeface="Times New Roman" panose="02020603050405020304" pitchFamily="18" charset="0"/>
                </a:rPr>
                <a:t>B</a:t>
              </a:r>
            </a:p>
          </p:txBody>
        </p:sp>
      </p:grpSp>
      <p:grpSp>
        <p:nvGrpSpPr>
          <p:cNvPr id="189474" name="Group 34"/>
          <p:cNvGrpSpPr>
            <a:grpSpLocks/>
          </p:cNvGrpSpPr>
          <p:nvPr/>
        </p:nvGrpSpPr>
        <p:grpSpPr bwMode="auto">
          <a:xfrm>
            <a:off x="2779713" y="800103"/>
            <a:ext cx="1025525" cy="1357313"/>
            <a:chOff x="167" y="1836"/>
            <a:chExt cx="646" cy="855"/>
          </a:xfrm>
        </p:grpSpPr>
        <p:sp>
          <p:nvSpPr>
            <p:cNvPr id="189475" name="Text Box 35"/>
            <p:cNvSpPr txBox="1">
              <a:spLocks noChangeArrowheads="1"/>
            </p:cNvSpPr>
            <p:nvPr/>
          </p:nvSpPr>
          <p:spPr bwMode="auto">
            <a:xfrm>
              <a:off x="616" y="1836"/>
              <a:ext cx="19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200" dirty="0">
                  <a:latin typeface="Times New Roman" panose="02020603050405020304" pitchFamily="18" charset="0"/>
                </a:rPr>
                <a:t>b</a:t>
              </a:r>
              <a:r>
                <a:rPr lang="en-US" altLang="en-US" sz="1200" dirty="0">
                  <a:latin typeface="Arial" panose="020B0604020202020204" pitchFamily="34" charset="0"/>
                </a:rPr>
                <a:t>´</a:t>
              </a:r>
            </a:p>
            <a:p>
              <a:pPr eaLnBrk="1" hangingPunct="1"/>
              <a:endParaRPr lang="en-US" altLang="en-US" sz="1200" dirty="0">
                <a:latin typeface="Times New Roman" panose="02020603050405020304" pitchFamily="18" charset="0"/>
              </a:endParaRPr>
            </a:p>
          </p:txBody>
        </p:sp>
        <p:sp>
          <p:nvSpPr>
            <p:cNvPr id="189476" name="Text Box 36"/>
            <p:cNvSpPr txBox="1">
              <a:spLocks noChangeArrowheads="1"/>
            </p:cNvSpPr>
            <p:nvPr/>
          </p:nvSpPr>
          <p:spPr bwMode="auto">
            <a:xfrm>
              <a:off x="167" y="2400"/>
              <a:ext cx="192"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200" dirty="0">
                  <a:latin typeface="Times New Roman" panose="02020603050405020304" pitchFamily="18" charset="0"/>
                </a:rPr>
                <a:t>a</a:t>
              </a:r>
              <a:r>
                <a:rPr lang="en-US" altLang="en-US" sz="1200" dirty="0">
                  <a:latin typeface="Arial" panose="020B0604020202020204" pitchFamily="34" charset="0"/>
                </a:rPr>
                <a:t>´</a:t>
              </a:r>
            </a:p>
            <a:p>
              <a:pPr eaLnBrk="1" hangingPunct="1"/>
              <a:endParaRPr lang="en-US" altLang="en-US" sz="1200" dirty="0">
                <a:latin typeface="Times New Roman" panose="02020603050405020304" pitchFamily="18" charset="0"/>
              </a:endParaRPr>
            </a:p>
          </p:txBody>
        </p:sp>
      </p:grpSp>
      <p:grpSp>
        <p:nvGrpSpPr>
          <p:cNvPr id="189477" name="Group 37"/>
          <p:cNvGrpSpPr>
            <a:grpSpLocks/>
          </p:cNvGrpSpPr>
          <p:nvPr/>
        </p:nvGrpSpPr>
        <p:grpSpPr bwMode="auto">
          <a:xfrm>
            <a:off x="3632202" y="2185988"/>
            <a:ext cx="1128713" cy="779462"/>
            <a:chOff x="704" y="2709"/>
            <a:chExt cx="711" cy="491"/>
          </a:xfrm>
        </p:grpSpPr>
        <p:sp>
          <p:nvSpPr>
            <p:cNvPr id="189478" name="Text Box 38"/>
            <p:cNvSpPr txBox="1">
              <a:spLocks noChangeArrowheads="1"/>
            </p:cNvSpPr>
            <p:nvPr/>
          </p:nvSpPr>
          <p:spPr bwMode="auto">
            <a:xfrm>
              <a:off x="1251" y="2709"/>
              <a:ext cx="164"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200">
                  <a:latin typeface="Times New Roman" panose="02020603050405020304" pitchFamily="18" charset="0"/>
                </a:rPr>
                <a:t>b</a:t>
              </a:r>
            </a:p>
          </p:txBody>
        </p:sp>
        <p:sp>
          <p:nvSpPr>
            <p:cNvPr id="189479" name="Text Box 39"/>
            <p:cNvSpPr txBox="1">
              <a:spLocks noChangeArrowheads="1"/>
            </p:cNvSpPr>
            <p:nvPr/>
          </p:nvSpPr>
          <p:spPr bwMode="auto">
            <a:xfrm>
              <a:off x="704" y="3027"/>
              <a:ext cx="159"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200" dirty="0">
                  <a:latin typeface="Times New Roman" panose="02020603050405020304" pitchFamily="18" charset="0"/>
                </a:rPr>
                <a:t>a</a:t>
              </a:r>
            </a:p>
          </p:txBody>
        </p:sp>
      </p:grpSp>
      <p:sp>
        <p:nvSpPr>
          <p:cNvPr id="189480" name="Line 40"/>
          <p:cNvSpPr>
            <a:spLocks noChangeShapeType="1"/>
          </p:cNvSpPr>
          <p:nvPr/>
        </p:nvSpPr>
        <p:spPr bwMode="auto">
          <a:xfrm flipH="1" flipV="1">
            <a:off x="4691063" y="1962150"/>
            <a:ext cx="398462" cy="19843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nvGrpSpPr>
          <p:cNvPr id="189481" name="Group 41"/>
          <p:cNvGrpSpPr>
            <a:grpSpLocks/>
          </p:cNvGrpSpPr>
          <p:nvPr/>
        </p:nvGrpSpPr>
        <p:grpSpPr bwMode="auto">
          <a:xfrm>
            <a:off x="3036843" y="1486197"/>
            <a:ext cx="695371" cy="373448"/>
            <a:chOff x="817" y="2055"/>
            <a:chExt cx="503" cy="271"/>
          </a:xfrm>
        </p:grpSpPr>
        <p:sp>
          <p:nvSpPr>
            <p:cNvPr id="189482" name="Line 42"/>
            <p:cNvSpPr>
              <a:spLocks noChangeShapeType="1"/>
            </p:cNvSpPr>
            <p:nvPr/>
          </p:nvSpPr>
          <p:spPr bwMode="auto">
            <a:xfrm flipV="1">
              <a:off x="817" y="2064"/>
              <a:ext cx="503" cy="2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89483" name="Rectangle 43"/>
            <p:cNvSpPr>
              <a:spLocks noChangeArrowheads="1"/>
            </p:cNvSpPr>
            <p:nvPr/>
          </p:nvSpPr>
          <p:spPr bwMode="auto">
            <a:xfrm>
              <a:off x="919" y="2055"/>
              <a:ext cx="192" cy="2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200" dirty="0">
                  <a:latin typeface="Times New Roman" panose="02020603050405020304" pitchFamily="18" charset="0"/>
                  <a:cs typeface="Times New Roman" panose="02020603050405020304" pitchFamily="18" charset="0"/>
                  <a:sym typeface="Symbol" panose="05050102010706020507" pitchFamily="18" charset="2"/>
                </a:rPr>
                <a:t></a:t>
              </a:r>
            </a:p>
          </p:txBody>
        </p:sp>
      </p:grpSp>
      <p:grpSp>
        <p:nvGrpSpPr>
          <p:cNvPr id="189484" name="Group 44"/>
          <p:cNvGrpSpPr>
            <a:grpSpLocks/>
          </p:cNvGrpSpPr>
          <p:nvPr/>
        </p:nvGrpSpPr>
        <p:grpSpPr bwMode="auto">
          <a:xfrm>
            <a:off x="3832354" y="1802887"/>
            <a:ext cx="703362" cy="418924"/>
            <a:chOff x="847" y="2021"/>
            <a:chExt cx="510" cy="304"/>
          </a:xfrm>
        </p:grpSpPr>
        <p:sp>
          <p:nvSpPr>
            <p:cNvPr id="189485" name="Line 45"/>
            <p:cNvSpPr>
              <a:spLocks noChangeShapeType="1"/>
            </p:cNvSpPr>
            <p:nvPr/>
          </p:nvSpPr>
          <p:spPr bwMode="auto">
            <a:xfrm flipV="1">
              <a:off x="847" y="2021"/>
              <a:ext cx="510" cy="30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89486" name="Rectangle 46"/>
            <p:cNvSpPr>
              <a:spLocks noChangeArrowheads="1"/>
            </p:cNvSpPr>
            <p:nvPr/>
          </p:nvSpPr>
          <p:spPr bwMode="auto">
            <a:xfrm>
              <a:off x="980" y="2029"/>
              <a:ext cx="192" cy="2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200" dirty="0">
                  <a:latin typeface="Times New Roman" panose="02020603050405020304" pitchFamily="18" charset="0"/>
                  <a:cs typeface="Times New Roman" panose="02020603050405020304" pitchFamily="18" charset="0"/>
                  <a:sym typeface="Symbol" panose="05050102010706020507" pitchFamily="18" charset="2"/>
                </a:rPr>
                <a:t></a:t>
              </a:r>
            </a:p>
          </p:txBody>
        </p:sp>
      </p:grpSp>
      <p:grpSp>
        <p:nvGrpSpPr>
          <p:cNvPr id="189487" name="Group 47"/>
          <p:cNvGrpSpPr>
            <a:grpSpLocks/>
          </p:cNvGrpSpPr>
          <p:nvPr/>
        </p:nvGrpSpPr>
        <p:grpSpPr bwMode="auto">
          <a:xfrm>
            <a:off x="3027997" y="1005344"/>
            <a:ext cx="677862" cy="852487"/>
            <a:chOff x="329" y="1989"/>
            <a:chExt cx="427" cy="537"/>
          </a:xfrm>
        </p:grpSpPr>
        <p:sp>
          <p:nvSpPr>
            <p:cNvPr id="189488" name="Line 48"/>
            <p:cNvSpPr>
              <a:spLocks noChangeShapeType="1"/>
            </p:cNvSpPr>
            <p:nvPr/>
          </p:nvSpPr>
          <p:spPr bwMode="auto">
            <a:xfrm flipV="1">
              <a:off x="329" y="1989"/>
              <a:ext cx="427" cy="53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89489" name="Text Box 49"/>
            <p:cNvSpPr txBox="1">
              <a:spLocks noChangeArrowheads="1"/>
            </p:cNvSpPr>
            <p:nvPr/>
          </p:nvSpPr>
          <p:spPr bwMode="auto">
            <a:xfrm rot="18621797">
              <a:off x="348" y="2058"/>
              <a:ext cx="30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i="1" dirty="0">
                  <a:latin typeface="Times New Roman" panose="02020603050405020304" pitchFamily="18" charset="0"/>
                </a:rPr>
                <a:t>F.V</a:t>
              </a:r>
              <a:r>
                <a:rPr lang="en-US" altLang="en-US" i="1" dirty="0">
                  <a:latin typeface="Times New Roman" panose="02020603050405020304" pitchFamily="18" charset="0"/>
                </a:rPr>
                <a:t>.</a:t>
              </a:r>
            </a:p>
          </p:txBody>
        </p:sp>
      </p:grpSp>
      <p:grpSp>
        <p:nvGrpSpPr>
          <p:cNvPr id="189490" name="Group 50"/>
          <p:cNvGrpSpPr>
            <a:grpSpLocks/>
          </p:cNvGrpSpPr>
          <p:nvPr/>
        </p:nvGrpSpPr>
        <p:grpSpPr bwMode="auto">
          <a:xfrm>
            <a:off x="3848101" y="2243140"/>
            <a:ext cx="706438" cy="530225"/>
            <a:chOff x="840" y="2745"/>
            <a:chExt cx="445" cy="334"/>
          </a:xfrm>
        </p:grpSpPr>
        <p:sp>
          <p:nvSpPr>
            <p:cNvPr id="189491" name="Line 51"/>
            <p:cNvSpPr>
              <a:spLocks noChangeShapeType="1"/>
            </p:cNvSpPr>
            <p:nvPr/>
          </p:nvSpPr>
          <p:spPr bwMode="auto">
            <a:xfrm rot="344722" flipV="1">
              <a:off x="840" y="2745"/>
              <a:ext cx="417" cy="33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89492" name="Text Box 52"/>
            <p:cNvSpPr txBox="1">
              <a:spLocks noChangeArrowheads="1"/>
            </p:cNvSpPr>
            <p:nvPr/>
          </p:nvSpPr>
          <p:spPr bwMode="auto">
            <a:xfrm rot="19505489">
              <a:off x="1004" y="2844"/>
              <a:ext cx="281"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i="1">
                  <a:latin typeface="Times New Roman" panose="02020603050405020304" pitchFamily="18" charset="0"/>
                </a:rPr>
                <a:t>T.V.</a:t>
              </a:r>
            </a:p>
          </p:txBody>
        </p:sp>
      </p:grpSp>
      <p:sp>
        <p:nvSpPr>
          <p:cNvPr id="189493" name="Text Box 53"/>
          <p:cNvSpPr txBox="1">
            <a:spLocks noChangeArrowheads="1"/>
          </p:cNvSpPr>
          <p:nvPr/>
        </p:nvSpPr>
        <p:spPr bwMode="auto">
          <a:xfrm>
            <a:off x="260175" y="4286250"/>
            <a:ext cx="2413353" cy="1292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altLang="en-US" b="1" dirty="0"/>
              <a:t>A line inclined to VP </a:t>
            </a:r>
          </a:p>
          <a:p>
            <a:pPr algn="ctr" eaLnBrk="1" hangingPunct="1"/>
            <a:r>
              <a:rPr lang="en-US" altLang="en-US" b="1" dirty="0"/>
              <a:t>and </a:t>
            </a:r>
          </a:p>
          <a:p>
            <a:pPr algn="ctr" eaLnBrk="1" hangingPunct="1"/>
            <a:r>
              <a:rPr lang="en-US" altLang="en-US" b="1" dirty="0"/>
              <a:t>parallel to HP</a:t>
            </a:r>
          </a:p>
          <a:p>
            <a:pPr algn="ctr" eaLnBrk="1" hangingPunct="1"/>
            <a:r>
              <a:rPr lang="en-US" altLang="en-US" dirty="0">
                <a:solidFill>
                  <a:schemeClr val="accent2"/>
                </a:solidFill>
              </a:rPr>
              <a:t>(Pictorial presentation)</a:t>
            </a:r>
            <a:r>
              <a:rPr lang="en-US" altLang="en-US" sz="2400" dirty="0">
                <a:latin typeface="Times New Roman" panose="02020603050405020304" pitchFamily="18" charset="0"/>
              </a:rPr>
              <a:t> </a:t>
            </a:r>
          </a:p>
        </p:txBody>
      </p:sp>
      <p:grpSp>
        <p:nvGrpSpPr>
          <p:cNvPr id="189494" name="Group 54"/>
          <p:cNvGrpSpPr>
            <a:grpSpLocks/>
          </p:cNvGrpSpPr>
          <p:nvPr/>
        </p:nvGrpSpPr>
        <p:grpSpPr bwMode="auto">
          <a:xfrm>
            <a:off x="2819402" y="5105402"/>
            <a:ext cx="2354263" cy="1344613"/>
            <a:chOff x="2076" y="2457"/>
            <a:chExt cx="1483" cy="847"/>
          </a:xfrm>
        </p:grpSpPr>
        <p:sp>
          <p:nvSpPr>
            <p:cNvPr id="189495" name="AutoShape 55"/>
            <p:cNvSpPr>
              <a:spLocks noChangeArrowheads="1"/>
            </p:cNvSpPr>
            <p:nvPr/>
          </p:nvSpPr>
          <p:spPr bwMode="auto">
            <a:xfrm rot="19742203" flipV="1">
              <a:off x="2076" y="2457"/>
              <a:ext cx="1483" cy="816"/>
            </a:xfrm>
            <a:prstGeom prst="parallelogram">
              <a:avLst>
                <a:gd name="adj" fmla="val 60201"/>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aphicFrame>
          <p:nvGraphicFramePr>
            <p:cNvPr id="189496" name="Object 56"/>
            <p:cNvGraphicFramePr>
              <a:graphicFrameLocks noChangeAspect="1"/>
            </p:cNvGraphicFramePr>
            <p:nvPr/>
          </p:nvGraphicFramePr>
          <p:xfrm>
            <a:off x="2667" y="3147"/>
            <a:ext cx="326" cy="157"/>
          </p:xfrm>
          <a:graphic>
            <a:graphicData uri="http://schemas.openxmlformats.org/presentationml/2006/ole">
              <mc:AlternateContent xmlns:mc="http://schemas.openxmlformats.org/markup-compatibility/2006">
                <mc:Choice xmlns:v="urn:schemas-microsoft-com:vml" Requires="v">
                  <p:oleObj name="CorelDRAW" r:id="rId5" imgW="668520" imgH="320400" progId="CorelDRAW.Graphic.11">
                    <p:embed/>
                  </p:oleObj>
                </mc:Choice>
                <mc:Fallback>
                  <p:oleObj name="CorelDRAW" r:id="rId5" imgW="668520" imgH="320400" progId="CorelDRAW.Graphic.11">
                    <p:embed/>
                    <p:pic>
                      <p:nvPicPr>
                        <p:cNvPr id="189496" name="Object 5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67" y="3147"/>
                          <a:ext cx="326" cy="1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89497" name="Group 57"/>
          <p:cNvGrpSpPr>
            <a:grpSpLocks/>
          </p:cNvGrpSpPr>
          <p:nvPr/>
        </p:nvGrpSpPr>
        <p:grpSpPr bwMode="auto">
          <a:xfrm>
            <a:off x="3643309" y="5567371"/>
            <a:ext cx="450849" cy="287338"/>
            <a:chOff x="2583" y="2739"/>
            <a:chExt cx="284" cy="181"/>
          </a:xfrm>
        </p:grpSpPr>
        <p:sp>
          <p:nvSpPr>
            <p:cNvPr id="189498" name="Text Box 58"/>
            <p:cNvSpPr txBox="1">
              <a:spLocks noChangeArrowheads="1"/>
            </p:cNvSpPr>
            <p:nvPr/>
          </p:nvSpPr>
          <p:spPr bwMode="auto">
            <a:xfrm>
              <a:off x="2682" y="2747"/>
              <a:ext cx="185"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200" dirty="0">
                  <a:latin typeface="Times New Roman" panose="02020603050405020304" pitchFamily="18" charset="0"/>
                  <a:sym typeface="Symbol" panose="05050102010706020507" pitchFamily="18" charset="2"/>
                </a:rPr>
                <a:t>Ø</a:t>
              </a:r>
            </a:p>
          </p:txBody>
        </p:sp>
        <p:sp>
          <p:nvSpPr>
            <p:cNvPr id="189499" name="Line 59"/>
            <p:cNvSpPr>
              <a:spLocks noChangeShapeType="1"/>
            </p:cNvSpPr>
            <p:nvPr/>
          </p:nvSpPr>
          <p:spPr bwMode="auto">
            <a:xfrm flipV="1">
              <a:off x="2583" y="2739"/>
              <a:ext cx="252" cy="15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189500" name="Group 60"/>
          <p:cNvGrpSpPr>
            <a:grpSpLocks/>
          </p:cNvGrpSpPr>
          <p:nvPr/>
        </p:nvGrpSpPr>
        <p:grpSpPr bwMode="auto">
          <a:xfrm>
            <a:off x="2687636" y="3429002"/>
            <a:ext cx="1333500" cy="2354263"/>
            <a:chOff x="1981" y="1392"/>
            <a:chExt cx="840" cy="1483"/>
          </a:xfrm>
        </p:grpSpPr>
        <p:sp>
          <p:nvSpPr>
            <p:cNvPr id="189501" name="AutoShape 61"/>
            <p:cNvSpPr>
              <a:spLocks noChangeArrowheads="1"/>
            </p:cNvSpPr>
            <p:nvPr/>
          </p:nvSpPr>
          <p:spPr bwMode="auto">
            <a:xfrm rot="5400000" flipV="1">
              <a:off x="1659" y="1714"/>
              <a:ext cx="1483" cy="840"/>
            </a:xfrm>
            <a:prstGeom prst="parallelogram">
              <a:avLst>
                <a:gd name="adj" fmla="val 58481"/>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89502" name="Text Box 62"/>
            <p:cNvSpPr txBox="1">
              <a:spLocks noChangeArrowheads="1"/>
            </p:cNvSpPr>
            <p:nvPr/>
          </p:nvSpPr>
          <p:spPr bwMode="auto">
            <a:xfrm rot="19883616">
              <a:off x="1985" y="1790"/>
              <a:ext cx="32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i="1">
                  <a:latin typeface="Times New Roman" panose="02020603050405020304" pitchFamily="18" charset="0"/>
                </a:rPr>
                <a:t>V.P.</a:t>
              </a:r>
            </a:p>
          </p:txBody>
        </p:sp>
      </p:grpSp>
      <p:grpSp>
        <p:nvGrpSpPr>
          <p:cNvPr id="189503" name="Group 63"/>
          <p:cNvGrpSpPr>
            <a:grpSpLocks/>
          </p:cNvGrpSpPr>
          <p:nvPr/>
        </p:nvGrpSpPr>
        <p:grpSpPr bwMode="auto">
          <a:xfrm>
            <a:off x="3659190" y="5053013"/>
            <a:ext cx="1266825" cy="800100"/>
            <a:chOff x="3600" y="2208"/>
            <a:chExt cx="912" cy="576"/>
          </a:xfrm>
        </p:grpSpPr>
        <p:sp>
          <p:nvSpPr>
            <p:cNvPr id="189504" name="Line 64"/>
            <p:cNvSpPr>
              <a:spLocks noChangeShapeType="1"/>
            </p:cNvSpPr>
            <p:nvPr/>
          </p:nvSpPr>
          <p:spPr bwMode="auto">
            <a:xfrm>
              <a:off x="3600" y="2754"/>
              <a:ext cx="91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nvGrpSpPr>
            <p:cNvPr id="189505" name="Group 65"/>
            <p:cNvGrpSpPr>
              <a:grpSpLocks/>
            </p:cNvGrpSpPr>
            <p:nvPr/>
          </p:nvGrpSpPr>
          <p:grpSpPr bwMode="auto">
            <a:xfrm>
              <a:off x="3600" y="2208"/>
              <a:ext cx="912" cy="576"/>
              <a:chOff x="3600" y="2208"/>
              <a:chExt cx="912" cy="576"/>
            </a:xfrm>
          </p:grpSpPr>
          <p:sp>
            <p:nvSpPr>
              <p:cNvPr id="189506" name="Line 66"/>
              <p:cNvSpPr>
                <a:spLocks noChangeShapeType="1"/>
              </p:cNvSpPr>
              <p:nvPr/>
            </p:nvSpPr>
            <p:spPr bwMode="auto">
              <a:xfrm>
                <a:off x="3600" y="2208"/>
                <a:ext cx="0" cy="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89507" name="Line 67"/>
              <p:cNvSpPr>
                <a:spLocks noChangeShapeType="1"/>
              </p:cNvSpPr>
              <p:nvPr/>
            </p:nvSpPr>
            <p:spPr bwMode="auto">
              <a:xfrm>
                <a:off x="4506" y="2208"/>
                <a:ext cx="0" cy="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89508" name="Line 68"/>
              <p:cNvSpPr>
                <a:spLocks noChangeShapeType="1"/>
              </p:cNvSpPr>
              <p:nvPr/>
            </p:nvSpPr>
            <p:spPr bwMode="auto">
              <a:xfrm>
                <a:off x="3600" y="2448"/>
                <a:ext cx="0" cy="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89509" name="Line 69"/>
              <p:cNvSpPr>
                <a:spLocks noChangeShapeType="1"/>
              </p:cNvSpPr>
              <p:nvPr/>
            </p:nvSpPr>
            <p:spPr bwMode="auto">
              <a:xfrm>
                <a:off x="4512" y="2352"/>
                <a:ext cx="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grpSp>
        <p:nvGrpSpPr>
          <p:cNvPr id="189510" name="Group 70"/>
          <p:cNvGrpSpPr>
            <a:grpSpLocks/>
          </p:cNvGrpSpPr>
          <p:nvPr/>
        </p:nvGrpSpPr>
        <p:grpSpPr bwMode="auto">
          <a:xfrm>
            <a:off x="3060702" y="4452940"/>
            <a:ext cx="1865313" cy="600075"/>
            <a:chOff x="3168" y="1776"/>
            <a:chExt cx="1344" cy="432"/>
          </a:xfrm>
        </p:grpSpPr>
        <p:sp>
          <p:nvSpPr>
            <p:cNvPr id="189511" name="Line 71"/>
            <p:cNvSpPr>
              <a:spLocks noChangeShapeType="1"/>
            </p:cNvSpPr>
            <p:nvPr/>
          </p:nvSpPr>
          <p:spPr bwMode="auto">
            <a:xfrm flipH="1" flipV="1">
              <a:off x="3168" y="1968"/>
              <a:ext cx="432"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nvGrpSpPr>
            <p:cNvPr id="189512" name="Group 72"/>
            <p:cNvGrpSpPr>
              <a:grpSpLocks/>
            </p:cNvGrpSpPr>
            <p:nvPr/>
          </p:nvGrpSpPr>
          <p:grpSpPr bwMode="auto">
            <a:xfrm>
              <a:off x="3168" y="1776"/>
              <a:ext cx="1344" cy="432"/>
              <a:chOff x="3168" y="1776"/>
              <a:chExt cx="1344" cy="432"/>
            </a:xfrm>
          </p:grpSpPr>
          <p:sp>
            <p:nvSpPr>
              <p:cNvPr id="189513" name="Line 73"/>
              <p:cNvSpPr>
                <a:spLocks noChangeShapeType="1"/>
              </p:cNvSpPr>
              <p:nvPr/>
            </p:nvSpPr>
            <p:spPr bwMode="auto">
              <a:xfrm flipH="1" flipV="1">
                <a:off x="3552" y="1776"/>
                <a:ext cx="960"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89514" name="Line 74"/>
              <p:cNvSpPr>
                <a:spLocks noChangeShapeType="1"/>
              </p:cNvSpPr>
              <p:nvPr/>
            </p:nvSpPr>
            <p:spPr bwMode="auto">
              <a:xfrm flipV="1">
                <a:off x="3168" y="1776"/>
                <a:ext cx="384" cy="19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89515" name="Line 75"/>
              <p:cNvSpPr>
                <a:spLocks noChangeShapeType="1"/>
              </p:cNvSpPr>
              <p:nvPr/>
            </p:nvSpPr>
            <p:spPr bwMode="auto">
              <a:xfrm flipH="1" flipV="1">
                <a:off x="3408" y="2112"/>
                <a:ext cx="96" cy="4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89516" name="Line 76"/>
              <p:cNvSpPr>
                <a:spLocks noChangeShapeType="1"/>
              </p:cNvSpPr>
              <p:nvPr/>
            </p:nvSpPr>
            <p:spPr bwMode="auto">
              <a:xfrm flipH="1" flipV="1">
                <a:off x="3888" y="1920"/>
                <a:ext cx="96" cy="4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sp>
        <p:nvSpPr>
          <p:cNvPr id="189517" name="Line 77"/>
          <p:cNvSpPr>
            <a:spLocks noChangeShapeType="1"/>
          </p:cNvSpPr>
          <p:nvPr/>
        </p:nvSpPr>
        <p:spPr bwMode="auto">
          <a:xfrm flipV="1">
            <a:off x="3659188" y="4803775"/>
            <a:ext cx="400050" cy="249238"/>
          </a:xfrm>
          <a:prstGeom prst="line">
            <a:avLst/>
          </a:prstGeom>
          <a:noFill/>
          <a:ln w="28575">
            <a:solidFill>
              <a:srgbClr val="CC66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nvGrpSpPr>
          <p:cNvPr id="189518" name="Group 78"/>
          <p:cNvGrpSpPr>
            <a:grpSpLocks/>
          </p:cNvGrpSpPr>
          <p:nvPr/>
        </p:nvGrpSpPr>
        <p:grpSpPr bwMode="auto">
          <a:xfrm>
            <a:off x="3060702" y="4452940"/>
            <a:ext cx="1865313" cy="1400175"/>
            <a:chOff x="2216" y="2037"/>
            <a:chExt cx="1175" cy="882"/>
          </a:xfrm>
        </p:grpSpPr>
        <p:sp>
          <p:nvSpPr>
            <p:cNvPr id="189519" name="Line 79"/>
            <p:cNvSpPr>
              <a:spLocks noChangeShapeType="1"/>
            </p:cNvSpPr>
            <p:nvPr/>
          </p:nvSpPr>
          <p:spPr bwMode="auto">
            <a:xfrm>
              <a:off x="2216" y="2734"/>
              <a:ext cx="378" cy="16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89520" name="Line 80"/>
            <p:cNvSpPr>
              <a:spLocks noChangeShapeType="1"/>
            </p:cNvSpPr>
            <p:nvPr/>
          </p:nvSpPr>
          <p:spPr bwMode="auto">
            <a:xfrm rot="-220983" flipH="1" flipV="1">
              <a:off x="2593" y="2499"/>
              <a:ext cx="798" cy="42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nvGrpSpPr>
            <p:cNvPr id="189521" name="Group 81"/>
            <p:cNvGrpSpPr>
              <a:grpSpLocks/>
            </p:cNvGrpSpPr>
            <p:nvPr/>
          </p:nvGrpSpPr>
          <p:grpSpPr bwMode="auto">
            <a:xfrm>
              <a:off x="2216" y="2037"/>
              <a:ext cx="351" cy="714"/>
              <a:chOff x="3168" y="1776"/>
              <a:chExt cx="402" cy="816"/>
            </a:xfrm>
          </p:grpSpPr>
          <p:sp>
            <p:nvSpPr>
              <p:cNvPr id="189522" name="Line 82"/>
              <p:cNvSpPr>
                <a:spLocks noChangeShapeType="1"/>
              </p:cNvSpPr>
              <p:nvPr/>
            </p:nvSpPr>
            <p:spPr bwMode="auto">
              <a:xfrm>
                <a:off x="3168" y="1968"/>
                <a:ext cx="0" cy="6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89523" name="Line 83"/>
              <p:cNvSpPr>
                <a:spLocks noChangeShapeType="1"/>
              </p:cNvSpPr>
              <p:nvPr/>
            </p:nvSpPr>
            <p:spPr bwMode="auto">
              <a:xfrm>
                <a:off x="3570" y="1776"/>
                <a:ext cx="0" cy="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grpSp>
        <p:nvGrpSpPr>
          <p:cNvPr id="189524" name="Group 84"/>
          <p:cNvGrpSpPr>
            <a:grpSpLocks/>
          </p:cNvGrpSpPr>
          <p:nvPr/>
        </p:nvGrpSpPr>
        <p:grpSpPr bwMode="auto">
          <a:xfrm>
            <a:off x="3517902" y="5686425"/>
            <a:ext cx="1622227" cy="363538"/>
            <a:chOff x="3498" y="2664"/>
            <a:chExt cx="1168" cy="262"/>
          </a:xfrm>
        </p:grpSpPr>
        <p:sp>
          <p:nvSpPr>
            <p:cNvPr id="189525" name="Text Box 85"/>
            <p:cNvSpPr txBox="1">
              <a:spLocks noChangeArrowheads="1"/>
            </p:cNvSpPr>
            <p:nvPr/>
          </p:nvSpPr>
          <p:spPr bwMode="auto">
            <a:xfrm>
              <a:off x="3498" y="2706"/>
              <a:ext cx="190" cy="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rPr>
                <a:t>a</a:t>
              </a:r>
            </a:p>
          </p:txBody>
        </p:sp>
        <p:sp>
          <p:nvSpPr>
            <p:cNvPr id="189526" name="Text Box 86"/>
            <p:cNvSpPr txBox="1">
              <a:spLocks noChangeArrowheads="1"/>
            </p:cNvSpPr>
            <p:nvPr/>
          </p:nvSpPr>
          <p:spPr bwMode="auto">
            <a:xfrm>
              <a:off x="4468" y="2664"/>
              <a:ext cx="198" cy="2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rPr>
                <a:t>b</a:t>
              </a:r>
            </a:p>
          </p:txBody>
        </p:sp>
      </p:grpSp>
      <p:grpSp>
        <p:nvGrpSpPr>
          <p:cNvPr id="189527" name="Group 87"/>
          <p:cNvGrpSpPr>
            <a:grpSpLocks/>
          </p:cNvGrpSpPr>
          <p:nvPr/>
        </p:nvGrpSpPr>
        <p:grpSpPr bwMode="auto">
          <a:xfrm>
            <a:off x="2860678" y="4210066"/>
            <a:ext cx="960849" cy="849819"/>
            <a:chOff x="3024" y="1601"/>
            <a:chExt cx="692" cy="612"/>
          </a:xfrm>
        </p:grpSpPr>
        <p:sp>
          <p:nvSpPr>
            <p:cNvPr id="189528" name="Text Box 88"/>
            <p:cNvSpPr txBox="1">
              <a:spLocks noChangeArrowheads="1"/>
            </p:cNvSpPr>
            <p:nvPr/>
          </p:nvSpPr>
          <p:spPr bwMode="auto">
            <a:xfrm>
              <a:off x="3024" y="1836"/>
              <a:ext cx="233" cy="3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a:latin typeface="Times New Roman" panose="02020603050405020304" pitchFamily="18" charset="0"/>
                </a:rPr>
                <a:t>a</a:t>
              </a:r>
              <a:r>
                <a:rPr lang="en-US" altLang="en-US" sz="1400" dirty="0">
                  <a:latin typeface="Arial" panose="020B0604020202020204" pitchFamily="34" charset="0"/>
                </a:rPr>
                <a:t>´</a:t>
              </a:r>
            </a:p>
            <a:p>
              <a:pPr eaLnBrk="1" hangingPunct="1"/>
              <a:endParaRPr lang="en-US" altLang="en-US" sz="1400" dirty="0">
                <a:latin typeface="Times New Roman" panose="02020603050405020304" pitchFamily="18" charset="0"/>
              </a:endParaRPr>
            </a:p>
          </p:txBody>
        </p:sp>
        <p:sp>
          <p:nvSpPr>
            <p:cNvPr id="189529" name="Text Box 89"/>
            <p:cNvSpPr txBox="1">
              <a:spLocks noChangeArrowheads="1"/>
            </p:cNvSpPr>
            <p:nvPr/>
          </p:nvSpPr>
          <p:spPr bwMode="auto">
            <a:xfrm>
              <a:off x="3476" y="1601"/>
              <a:ext cx="240" cy="3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a:latin typeface="Times New Roman" panose="02020603050405020304" pitchFamily="18" charset="0"/>
                </a:rPr>
                <a:t>b</a:t>
              </a:r>
              <a:r>
                <a:rPr lang="en-US" altLang="en-US" sz="1400" dirty="0">
                  <a:latin typeface="Arial" panose="020B0604020202020204" pitchFamily="34" charset="0"/>
                </a:rPr>
                <a:t>´</a:t>
              </a:r>
            </a:p>
            <a:p>
              <a:pPr eaLnBrk="1" hangingPunct="1"/>
              <a:endParaRPr lang="en-US" altLang="en-US" sz="1400" dirty="0">
                <a:latin typeface="Times New Roman" panose="02020603050405020304" pitchFamily="18" charset="0"/>
              </a:endParaRPr>
            </a:p>
          </p:txBody>
        </p:sp>
      </p:grpSp>
      <p:grpSp>
        <p:nvGrpSpPr>
          <p:cNvPr id="189530" name="Group 90"/>
          <p:cNvGrpSpPr>
            <a:grpSpLocks/>
          </p:cNvGrpSpPr>
          <p:nvPr/>
        </p:nvGrpSpPr>
        <p:grpSpPr bwMode="auto">
          <a:xfrm>
            <a:off x="3387725" y="4914903"/>
            <a:ext cx="1866899" cy="327025"/>
            <a:chOff x="2411" y="2328"/>
            <a:chExt cx="1176" cy="206"/>
          </a:xfrm>
        </p:grpSpPr>
        <p:sp>
          <p:nvSpPr>
            <p:cNvPr id="189531" name="Line 91"/>
            <p:cNvSpPr>
              <a:spLocks noChangeShapeType="1"/>
            </p:cNvSpPr>
            <p:nvPr/>
          </p:nvSpPr>
          <p:spPr bwMode="auto">
            <a:xfrm>
              <a:off x="2593" y="2415"/>
              <a:ext cx="798" cy="0"/>
            </a:xfrm>
            <a:prstGeom prst="line">
              <a:avLst/>
            </a:prstGeom>
            <a:noFill/>
            <a:ln w="38100">
              <a:solidFill>
                <a:srgbClr val="D6009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nvGrpSpPr>
            <p:cNvPr id="189532" name="Group 92"/>
            <p:cNvGrpSpPr>
              <a:grpSpLocks/>
            </p:cNvGrpSpPr>
            <p:nvPr/>
          </p:nvGrpSpPr>
          <p:grpSpPr bwMode="auto">
            <a:xfrm>
              <a:off x="2411" y="2328"/>
              <a:ext cx="1176" cy="206"/>
              <a:chOff x="3389" y="2112"/>
              <a:chExt cx="1344" cy="236"/>
            </a:xfrm>
          </p:grpSpPr>
          <p:sp>
            <p:nvSpPr>
              <p:cNvPr id="189533" name="Text Box 93"/>
              <p:cNvSpPr txBox="1">
                <a:spLocks noChangeArrowheads="1"/>
              </p:cNvSpPr>
              <p:nvPr/>
            </p:nvSpPr>
            <p:spPr bwMode="auto">
              <a:xfrm>
                <a:off x="4513" y="2112"/>
                <a:ext cx="220" cy="2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rPr>
                  <a:t>B</a:t>
                </a:r>
              </a:p>
            </p:txBody>
          </p:sp>
          <p:sp>
            <p:nvSpPr>
              <p:cNvPr id="189534" name="Text Box 94"/>
              <p:cNvSpPr txBox="1">
                <a:spLocks noChangeArrowheads="1"/>
              </p:cNvSpPr>
              <p:nvPr/>
            </p:nvSpPr>
            <p:spPr bwMode="auto">
              <a:xfrm>
                <a:off x="3389" y="2128"/>
                <a:ext cx="226" cy="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Times New Roman" panose="02020603050405020304" pitchFamily="18" charset="0"/>
                  </a:rPr>
                  <a:t>A</a:t>
                </a:r>
              </a:p>
            </p:txBody>
          </p:sp>
        </p:grpSp>
      </p:grpSp>
      <p:sp>
        <p:nvSpPr>
          <p:cNvPr id="189535" name="Line 95"/>
          <p:cNvSpPr>
            <a:spLocks noChangeShapeType="1"/>
          </p:cNvSpPr>
          <p:nvPr/>
        </p:nvSpPr>
        <p:spPr bwMode="auto">
          <a:xfrm>
            <a:off x="4259263" y="3921125"/>
            <a:ext cx="0" cy="4000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89536" name="Line 96"/>
          <p:cNvSpPr>
            <a:spLocks noChangeShapeType="1"/>
          </p:cNvSpPr>
          <p:nvPr/>
        </p:nvSpPr>
        <p:spPr bwMode="auto">
          <a:xfrm flipH="1" flipV="1">
            <a:off x="5324477" y="5867400"/>
            <a:ext cx="600075" cy="2667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89537" name="Text Box 97"/>
          <p:cNvSpPr txBox="1">
            <a:spLocks noChangeArrowheads="1"/>
          </p:cNvSpPr>
          <p:nvPr/>
        </p:nvSpPr>
        <p:spPr bwMode="auto">
          <a:xfrm>
            <a:off x="3784600" y="4826000"/>
            <a:ext cx="293688"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200" dirty="0">
                <a:latin typeface="Times New Roman" panose="02020603050405020304" pitchFamily="18" charset="0"/>
                <a:sym typeface="Symbol" panose="05050102010706020507" pitchFamily="18" charset="2"/>
              </a:rPr>
              <a:t>Ø</a:t>
            </a:r>
          </a:p>
        </p:txBody>
      </p:sp>
      <p:sp>
        <p:nvSpPr>
          <p:cNvPr id="189538" name="Text Box 98"/>
          <p:cNvSpPr txBox="1">
            <a:spLocks noChangeArrowheads="1"/>
          </p:cNvSpPr>
          <p:nvPr/>
        </p:nvSpPr>
        <p:spPr bwMode="auto">
          <a:xfrm rot="-1213844">
            <a:off x="3121265" y="4242078"/>
            <a:ext cx="48212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i="1">
                <a:latin typeface="Times New Roman" panose="02020603050405020304" pitchFamily="18" charset="0"/>
              </a:rPr>
              <a:t>F.V</a:t>
            </a:r>
            <a:r>
              <a:rPr lang="en-US" altLang="en-US" i="1">
                <a:latin typeface="Times New Roman" panose="02020603050405020304" pitchFamily="18" charset="0"/>
              </a:rPr>
              <a:t>.</a:t>
            </a:r>
          </a:p>
        </p:txBody>
      </p:sp>
      <p:sp>
        <p:nvSpPr>
          <p:cNvPr id="189539" name="Text Box 99"/>
          <p:cNvSpPr txBox="1">
            <a:spLocks noChangeArrowheads="1"/>
          </p:cNvSpPr>
          <p:nvPr/>
        </p:nvSpPr>
        <p:spPr bwMode="auto">
          <a:xfrm rot="35950">
            <a:off x="4141663" y="5781777"/>
            <a:ext cx="44634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i="1">
                <a:latin typeface="Times New Roman" panose="02020603050405020304" pitchFamily="18" charset="0"/>
              </a:rPr>
              <a:t>T.V.</a:t>
            </a:r>
          </a:p>
        </p:txBody>
      </p:sp>
      <p:grpSp>
        <p:nvGrpSpPr>
          <p:cNvPr id="189540" name="Group 100"/>
          <p:cNvGrpSpPr>
            <a:grpSpLocks/>
          </p:cNvGrpSpPr>
          <p:nvPr/>
        </p:nvGrpSpPr>
        <p:grpSpPr bwMode="auto">
          <a:xfrm>
            <a:off x="6400800" y="304800"/>
            <a:ext cx="2514600" cy="2994026"/>
            <a:chOff x="3888" y="192"/>
            <a:chExt cx="1584" cy="1886"/>
          </a:xfrm>
        </p:grpSpPr>
        <p:sp>
          <p:nvSpPr>
            <p:cNvPr id="189541" name="Rectangle 101"/>
            <p:cNvSpPr>
              <a:spLocks noChangeArrowheads="1"/>
            </p:cNvSpPr>
            <p:nvPr/>
          </p:nvSpPr>
          <p:spPr bwMode="auto">
            <a:xfrm>
              <a:off x="4128" y="221"/>
              <a:ext cx="1104" cy="934"/>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89542" name="Rectangle 102"/>
            <p:cNvSpPr>
              <a:spLocks noChangeArrowheads="1"/>
            </p:cNvSpPr>
            <p:nvPr/>
          </p:nvSpPr>
          <p:spPr bwMode="auto">
            <a:xfrm>
              <a:off x="4128" y="1097"/>
              <a:ext cx="1104" cy="934"/>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89543" name="Line 103"/>
            <p:cNvSpPr>
              <a:spLocks noChangeShapeType="1"/>
            </p:cNvSpPr>
            <p:nvPr/>
          </p:nvSpPr>
          <p:spPr bwMode="auto">
            <a:xfrm>
              <a:off x="3984" y="1095"/>
              <a:ext cx="13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89544" name="Text Box 104"/>
            <p:cNvSpPr txBox="1">
              <a:spLocks noChangeArrowheads="1"/>
            </p:cNvSpPr>
            <p:nvPr/>
          </p:nvSpPr>
          <p:spPr bwMode="auto">
            <a:xfrm>
              <a:off x="3888" y="1059"/>
              <a:ext cx="19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rPr>
                <a:t>X</a:t>
              </a:r>
            </a:p>
          </p:txBody>
        </p:sp>
        <p:sp>
          <p:nvSpPr>
            <p:cNvPr id="189545" name="Text Box 105"/>
            <p:cNvSpPr txBox="1">
              <a:spLocks noChangeArrowheads="1"/>
            </p:cNvSpPr>
            <p:nvPr/>
          </p:nvSpPr>
          <p:spPr bwMode="auto">
            <a:xfrm>
              <a:off x="5275" y="1059"/>
              <a:ext cx="19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rPr>
                <a:t>Y</a:t>
              </a:r>
            </a:p>
          </p:txBody>
        </p:sp>
        <p:sp>
          <p:nvSpPr>
            <p:cNvPr id="189546" name="Line 106"/>
            <p:cNvSpPr>
              <a:spLocks noChangeShapeType="1"/>
            </p:cNvSpPr>
            <p:nvPr/>
          </p:nvSpPr>
          <p:spPr bwMode="auto">
            <a:xfrm>
              <a:off x="4365" y="912"/>
              <a:ext cx="0" cy="480"/>
            </a:xfrm>
            <a:prstGeom prst="line">
              <a:avLst/>
            </a:prstGeom>
            <a:ln>
              <a:headEnd/>
              <a:tailEnd/>
            </a:ln>
          </p:spPr>
          <p:style>
            <a:lnRef idx="1">
              <a:schemeClr val="accent2"/>
            </a:lnRef>
            <a:fillRef idx="0">
              <a:schemeClr val="accent2"/>
            </a:fillRef>
            <a:effectRef idx="0">
              <a:schemeClr val="accent2"/>
            </a:effectRef>
            <a:fontRef idx="minor">
              <a:schemeClr val="tx1"/>
            </a:fontRef>
          </p:style>
          <p:txBody>
            <a:bodyPr/>
            <a:lstStyle/>
            <a:p>
              <a:endParaRPr lang="en-IN"/>
            </a:p>
          </p:txBody>
        </p:sp>
        <p:sp>
          <p:nvSpPr>
            <p:cNvPr id="189547" name="Line 107"/>
            <p:cNvSpPr>
              <a:spLocks noChangeShapeType="1"/>
            </p:cNvSpPr>
            <p:nvPr/>
          </p:nvSpPr>
          <p:spPr bwMode="auto">
            <a:xfrm>
              <a:off x="4930" y="602"/>
              <a:ext cx="0" cy="790"/>
            </a:xfrm>
            <a:prstGeom prst="line">
              <a:avLst/>
            </a:prstGeom>
            <a:ln>
              <a:headEnd/>
              <a:tailEnd/>
            </a:ln>
          </p:spPr>
          <p:style>
            <a:lnRef idx="1">
              <a:schemeClr val="accent2"/>
            </a:lnRef>
            <a:fillRef idx="0">
              <a:schemeClr val="accent2"/>
            </a:fillRef>
            <a:effectRef idx="0">
              <a:schemeClr val="accent2"/>
            </a:effectRef>
            <a:fontRef idx="minor">
              <a:schemeClr val="tx1"/>
            </a:fontRef>
          </p:style>
          <p:txBody>
            <a:bodyPr/>
            <a:lstStyle/>
            <a:p>
              <a:endParaRPr lang="en-IN"/>
            </a:p>
          </p:txBody>
        </p:sp>
        <p:sp>
          <p:nvSpPr>
            <p:cNvPr id="189548" name="Line 108"/>
            <p:cNvSpPr>
              <a:spLocks noChangeShapeType="1"/>
            </p:cNvSpPr>
            <p:nvPr/>
          </p:nvSpPr>
          <p:spPr bwMode="auto">
            <a:xfrm>
              <a:off x="4365" y="1004"/>
              <a:ext cx="816" cy="0"/>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endParaRPr lang="en-IN"/>
            </a:p>
          </p:txBody>
        </p:sp>
        <p:sp>
          <p:nvSpPr>
            <p:cNvPr id="189549" name="Line 109"/>
            <p:cNvSpPr>
              <a:spLocks noChangeShapeType="1"/>
            </p:cNvSpPr>
            <p:nvPr/>
          </p:nvSpPr>
          <p:spPr bwMode="auto">
            <a:xfrm flipV="1">
              <a:off x="4365" y="627"/>
              <a:ext cx="565" cy="37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89550" name="Line 110"/>
            <p:cNvSpPr>
              <a:spLocks noChangeShapeType="1"/>
            </p:cNvSpPr>
            <p:nvPr/>
          </p:nvSpPr>
          <p:spPr bwMode="auto">
            <a:xfrm flipV="1">
              <a:off x="4365" y="1388"/>
              <a:ext cx="579" cy="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89551" name="Line 111"/>
            <p:cNvSpPr>
              <a:spLocks noChangeShapeType="1"/>
            </p:cNvSpPr>
            <p:nvPr/>
          </p:nvSpPr>
          <p:spPr bwMode="auto">
            <a:xfrm>
              <a:off x="4930" y="876"/>
              <a:ext cx="0" cy="125"/>
            </a:xfrm>
            <a:prstGeom prst="line">
              <a:avLst/>
            </a:prstGeom>
            <a:ln>
              <a:headEnd/>
              <a:tailEnd type="triangle" w="med" len="med"/>
            </a:ln>
          </p:spPr>
          <p:style>
            <a:lnRef idx="1">
              <a:schemeClr val="accent2"/>
            </a:lnRef>
            <a:fillRef idx="0">
              <a:schemeClr val="accent2"/>
            </a:fillRef>
            <a:effectRef idx="0">
              <a:schemeClr val="accent2"/>
            </a:effectRef>
            <a:fontRef idx="minor">
              <a:schemeClr val="tx1"/>
            </a:fontRef>
          </p:style>
          <p:txBody>
            <a:bodyPr/>
            <a:lstStyle/>
            <a:p>
              <a:endParaRPr lang="en-IN"/>
            </a:p>
          </p:txBody>
        </p:sp>
        <p:sp>
          <p:nvSpPr>
            <p:cNvPr id="189552" name="Text Box 112"/>
            <p:cNvSpPr txBox="1">
              <a:spLocks noChangeArrowheads="1"/>
            </p:cNvSpPr>
            <p:nvPr/>
          </p:nvSpPr>
          <p:spPr bwMode="auto">
            <a:xfrm>
              <a:off x="4143" y="1845"/>
              <a:ext cx="35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a:latin typeface="Times New Roman" panose="02020603050405020304" pitchFamily="18" charset="0"/>
                </a:rPr>
                <a:t>H.P.</a:t>
              </a:r>
            </a:p>
          </p:txBody>
        </p:sp>
        <p:sp>
          <p:nvSpPr>
            <p:cNvPr id="189553" name="Text Box 113"/>
            <p:cNvSpPr txBox="1">
              <a:spLocks noChangeArrowheads="1"/>
            </p:cNvSpPr>
            <p:nvPr/>
          </p:nvSpPr>
          <p:spPr bwMode="auto">
            <a:xfrm>
              <a:off x="4158" y="192"/>
              <a:ext cx="3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a:latin typeface="Times New Roman" panose="02020603050405020304" pitchFamily="18" charset="0"/>
                </a:rPr>
                <a:t>V.P.</a:t>
              </a:r>
            </a:p>
          </p:txBody>
        </p:sp>
        <p:sp>
          <p:nvSpPr>
            <p:cNvPr id="189554" name="Text Box 114"/>
            <p:cNvSpPr txBox="1">
              <a:spLocks noChangeArrowheads="1"/>
            </p:cNvSpPr>
            <p:nvPr/>
          </p:nvSpPr>
          <p:spPr bwMode="auto">
            <a:xfrm rot="19548660">
              <a:off x="4494" y="650"/>
              <a:ext cx="336"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lang="en-US" altLang="en-US" sz="1200" i="1">
                  <a:latin typeface="Times New Roman" panose="02020603050405020304" pitchFamily="18" charset="0"/>
                </a:rPr>
                <a:t>F.V.</a:t>
              </a:r>
            </a:p>
          </p:txBody>
        </p:sp>
        <p:sp>
          <p:nvSpPr>
            <p:cNvPr id="189555" name="Text Box 115"/>
            <p:cNvSpPr txBox="1">
              <a:spLocks noChangeArrowheads="1"/>
            </p:cNvSpPr>
            <p:nvPr/>
          </p:nvSpPr>
          <p:spPr bwMode="auto">
            <a:xfrm>
              <a:off x="4524" y="1374"/>
              <a:ext cx="274"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200">
                  <a:latin typeface="Times New Roman" panose="02020603050405020304" pitchFamily="18" charset="0"/>
                </a:rPr>
                <a:t>T.V.</a:t>
              </a:r>
            </a:p>
          </p:txBody>
        </p:sp>
        <p:sp>
          <p:nvSpPr>
            <p:cNvPr id="189556" name="Text Box 116"/>
            <p:cNvSpPr txBox="1">
              <a:spLocks noChangeArrowheads="1"/>
            </p:cNvSpPr>
            <p:nvPr/>
          </p:nvSpPr>
          <p:spPr bwMode="auto">
            <a:xfrm>
              <a:off x="4230" y="1296"/>
              <a:ext cx="16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rPr>
                <a:t>a</a:t>
              </a:r>
            </a:p>
          </p:txBody>
        </p:sp>
        <p:sp>
          <p:nvSpPr>
            <p:cNvPr id="189557" name="Text Box 117"/>
            <p:cNvSpPr txBox="1">
              <a:spLocks noChangeArrowheads="1"/>
            </p:cNvSpPr>
            <p:nvPr/>
          </p:nvSpPr>
          <p:spPr bwMode="auto">
            <a:xfrm>
              <a:off x="4896" y="1314"/>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rPr>
                <a:t>b</a:t>
              </a:r>
            </a:p>
          </p:txBody>
        </p:sp>
        <p:sp>
          <p:nvSpPr>
            <p:cNvPr id="189558" name="Text Box 118"/>
            <p:cNvSpPr txBox="1">
              <a:spLocks noChangeArrowheads="1"/>
            </p:cNvSpPr>
            <p:nvPr/>
          </p:nvSpPr>
          <p:spPr bwMode="auto">
            <a:xfrm>
              <a:off x="4212" y="864"/>
              <a:ext cx="204"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a:latin typeface="Times New Roman" panose="02020603050405020304" pitchFamily="18" charset="0"/>
                </a:rPr>
                <a:t>a</a:t>
              </a:r>
              <a:r>
                <a:rPr lang="en-US" altLang="en-US" sz="1400" dirty="0">
                  <a:latin typeface="Arial" panose="020B0604020202020204" pitchFamily="34" charset="0"/>
                </a:rPr>
                <a:t>´</a:t>
              </a:r>
            </a:p>
            <a:p>
              <a:pPr eaLnBrk="1" hangingPunct="1"/>
              <a:endParaRPr lang="en-US" altLang="en-US" sz="1400" dirty="0">
                <a:latin typeface="Times New Roman" panose="02020603050405020304" pitchFamily="18" charset="0"/>
              </a:endParaRPr>
            </a:p>
          </p:txBody>
        </p:sp>
        <p:sp>
          <p:nvSpPr>
            <p:cNvPr id="189559" name="Text Box 119"/>
            <p:cNvSpPr txBox="1">
              <a:spLocks noChangeArrowheads="1"/>
            </p:cNvSpPr>
            <p:nvPr/>
          </p:nvSpPr>
          <p:spPr bwMode="auto">
            <a:xfrm>
              <a:off x="4848" y="462"/>
              <a:ext cx="210"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a:latin typeface="Times New Roman" panose="02020603050405020304" pitchFamily="18" charset="0"/>
                </a:rPr>
                <a:t>b</a:t>
              </a:r>
              <a:r>
                <a:rPr lang="en-US" altLang="en-US" sz="1400" dirty="0">
                  <a:latin typeface="Arial" panose="020B0604020202020204" pitchFamily="34" charset="0"/>
                </a:rPr>
                <a:t>´</a:t>
              </a:r>
            </a:p>
            <a:p>
              <a:pPr eaLnBrk="1" hangingPunct="1"/>
              <a:endParaRPr lang="en-US" altLang="en-US" sz="1400" dirty="0">
                <a:latin typeface="Times New Roman" panose="02020603050405020304" pitchFamily="18" charset="0"/>
              </a:endParaRPr>
            </a:p>
          </p:txBody>
        </p:sp>
        <p:sp>
          <p:nvSpPr>
            <p:cNvPr id="189560" name="Text Box 120"/>
            <p:cNvSpPr txBox="1">
              <a:spLocks noChangeArrowheads="1"/>
            </p:cNvSpPr>
            <p:nvPr/>
          </p:nvSpPr>
          <p:spPr bwMode="auto">
            <a:xfrm>
              <a:off x="4470" y="846"/>
              <a:ext cx="17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cs typeface="Times New Roman" panose="02020603050405020304" pitchFamily="18" charset="0"/>
                  <a:sym typeface="Symbol" panose="05050102010706020507" pitchFamily="18" charset="2"/>
                </a:rPr>
                <a:t></a:t>
              </a:r>
            </a:p>
          </p:txBody>
        </p:sp>
      </p:grpSp>
      <p:grpSp>
        <p:nvGrpSpPr>
          <p:cNvPr id="189561" name="Group 121"/>
          <p:cNvGrpSpPr>
            <a:grpSpLocks/>
          </p:cNvGrpSpPr>
          <p:nvPr/>
        </p:nvGrpSpPr>
        <p:grpSpPr bwMode="auto">
          <a:xfrm>
            <a:off x="6412168" y="3603626"/>
            <a:ext cx="2514600" cy="2994024"/>
            <a:chOff x="3888" y="2160"/>
            <a:chExt cx="1584" cy="1886"/>
          </a:xfrm>
        </p:grpSpPr>
        <p:sp>
          <p:nvSpPr>
            <p:cNvPr id="189562" name="Rectangle 122"/>
            <p:cNvSpPr>
              <a:spLocks noChangeArrowheads="1"/>
            </p:cNvSpPr>
            <p:nvPr/>
          </p:nvSpPr>
          <p:spPr bwMode="auto">
            <a:xfrm>
              <a:off x="4128" y="2189"/>
              <a:ext cx="1104" cy="934"/>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89563" name="Rectangle 123"/>
            <p:cNvSpPr>
              <a:spLocks noChangeArrowheads="1"/>
            </p:cNvSpPr>
            <p:nvPr/>
          </p:nvSpPr>
          <p:spPr bwMode="auto">
            <a:xfrm>
              <a:off x="4128" y="3065"/>
              <a:ext cx="1104" cy="934"/>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89564" name="Line 124"/>
            <p:cNvSpPr>
              <a:spLocks noChangeShapeType="1"/>
            </p:cNvSpPr>
            <p:nvPr/>
          </p:nvSpPr>
          <p:spPr bwMode="auto">
            <a:xfrm>
              <a:off x="3984" y="3063"/>
              <a:ext cx="13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89565" name="Text Box 125"/>
            <p:cNvSpPr txBox="1">
              <a:spLocks noChangeArrowheads="1"/>
            </p:cNvSpPr>
            <p:nvPr/>
          </p:nvSpPr>
          <p:spPr bwMode="auto">
            <a:xfrm>
              <a:off x="3888" y="3027"/>
              <a:ext cx="19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rPr>
                <a:t>X</a:t>
              </a:r>
            </a:p>
          </p:txBody>
        </p:sp>
        <p:sp>
          <p:nvSpPr>
            <p:cNvPr id="189566" name="Text Box 126"/>
            <p:cNvSpPr txBox="1">
              <a:spLocks noChangeArrowheads="1"/>
            </p:cNvSpPr>
            <p:nvPr/>
          </p:nvSpPr>
          <p:spPr bwMode="auto">
            <a:xfrm>
              <a:off x="5275" y="3027"/>
              <a:ext cx="19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rPr>
                <a:t>Y</a:t>
              </a:r>
            </a:p>
          </p:txBody>
        </p:sp>
        <p:sp>
          <p:nvSpPr>
            <p:cNvPr id="189567" name="Line 127"/>
            <p:cNvSpPr>
              <a:spLocks noChangeShapeType="1"/>
            </p:cNvSpPr>
            <p:nvPr/>
          </p:nvSpPr>
          <p:spPr bwMode="auto">
            <a:xfrm>
              <a:off x="4402" y="2640"/>
              <a:ext cx="0" cy="665"/>
            </a:xfrm>
            <a:prstGeom prst="line">
              <a:avLst/>
            </a:prstGeom>
            <a:ln>
              <a:headEnd/>
              <a:tailEnd/>
            </a:ln>
          </p:spPr>
          <p:style>
            <a:lnRef idx="1">
              <a:schemeClr val="accent2"/>
            </a:lnRef>
            <a:fillRef idx="0">
              <a:schemeClr val="accent2"/>
            </a:fillRef>
            <a:effectRef idx="0">
              <a:schemeClr val="accent2"/>
            </a:effectRef>
            <a:fontRef idx="minor">
              <a:schemeClr val="tx1"/>
            </a:fontRef>
          </p:style>
          <p:txBody>
            <a:bodyPr/>
            <a:lstStyle/>
            <a:p>
              <a:endParaRPr lang="en-IN"/>
            </a:p>
          </p:txBody>
        </p:sp>
        <p:sp>
          <p:nvSpPr>
            <p:cNvPr id="189568" name="Line 128"/>
            <p:cNvSpPr>
              <a:spLocks noChangeShapeType="1"/>
            </p:cNvSpPr>
            <p:nvPr/>
          </p:nvSpPr>
          <p:spPr bwMode="auto">
            <a:xfrm>
              <a:off x="4967" y="2592"/>
              <a:ext cx="0" cy="1152"/>
            </a:xfrm>
            <a:prstGeom prst="line">
              <a:avLst/>
            </a:prstGeom>
            <a:ln>
              <a:headEnd/>
              <a:tailEnd/>
            </a:ln>
          </p:spPr>
          <p:style>
            <a:lnRef idx="1">
              <a:schemeClr val="accent2"/>
            </a:lnRef>
            <a:fillRef idx="0">
              <a:schemeClr val="accent2"/>
            </a:fillRef>
            <a:effectRef idx="0">
              <a:schemeClr val="accent2"/>
            </a:effectRef>
            <a:fontRef idx="minor">
              <a:schemeClr val="tx1"/>
            </a:fontRef>
          </p:style>
          <p:txBody>
            <a:bodyPr/>
            <a:lstStyle/>
            <a:p>
              <a:endParaRPr lang="en-IN"/>
            </a:p>
          </p:txBody>
        </p:sp>
        <p:sp>
          <p:nvSpPr>
            <p:cNvPr id="189569" name="Line 129"/>
            <p:cNvSpPr>
              <a:spLocks noChangeShapeType="1"/>
            </p:cNvSpPr>
            <p:nvPr/>
          </p:nvSpPr>
          <p:spPr bwMode="auto">
            <a:xfrm>
              <a:off x="4398" y="2736"/>
              <a:ext cx="57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89570" name="Line 130"/>
            <p:cNvSpPr>
              <a:spLocks noChangeShapeType="1"/>
            </p:cNvSpPr>
            <p:nvPr/>
          </p:nvSpPr>
          <p:spPr bwMode="auto">
            <a:xfrm>
              <a:off x="4402" y="3242"/>
              <a:ext cx="565" cy="50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89571" name="Line 131"/>
            <p:cNvSpPr>
              <a:spLocks noChangeShapeType="1"/>
            </p:cNvSpPr>
            <p:nvPr/>
          </p:nvSpPr>
          <p:spPr bwMode="auto">
            <a:xfrm>
              <a:off x="4339" y="3242"/>
              <a:ext cx="749" cy="0"/>
            </a:xfrm>
            <a:prstGeom prst="line">
              <a:avLst/>
            </a:prstGeom>
            <a:ln>
              <a:headEnd/>
              <a:tailEnd/>
            </a:ln>
          </p:spPr>
          <p:style>
            <a:lnRef idx="1">
              <a:schemeClr val="accent2"/>
            </a:lnRef>
            <a:fillRef idx="0">
              <a:schemeClr val="accent2"/>
            </a:fillRef>
            <a:effectRef idx="0">
              <a:schemeClr val="accent2"/>
            </a:effectRef>
            <a:fontRef idx="minor">
              <a:schemeClr val="tx1"/>
            </a:fontRef>
          </p:style>
          <p:txBody>
            <a:bodyPr/>
            <a:lstStyle/>
            <a:p>
              <a:endParaRPr lang="en-IN"/>
            </a:p>
          </p:txBody>
        </p:sp>
        <p:sp>
          <p:nvSpPr>
            <p:cNvPr id="189572" name="Text Box 132"/>
            <p:cNvSpPr txBox="1">
              <a:spLocks noChangeArrowheads="1"/>
            </p:cNvSpPr>
            <p:nvPr/>
          </p:nvSpPr>
          <p:spPr bwMode="auto">
            <a:xfrm>
              <a:off x="4143" y="3813"/>
              <a:ext cx="35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a:latin typeface="Times New Roman" panose="02020603050405020304" pitchFamily="18" charset="0"/>
                </a:rPr>
                <a:t>H.P.</a:t>
              </a:r>
            </a:p>
          </p:txBody>
        </p:sp>
        <p:sp>
          <p:nvSpPr>
            <p:cNvPr id="189573" name="Text Box 133"/>
            <p:cNvSpPr txBox="1">
              <a:spLocks noChangeArrowheads="1"/>
            </p:cNvSpPr>
            <p:nvPr/>
          </p:nvSpPr>
          <p:spPr bwMode="auto">
            <a:xfrm>
              <a:off x="4158" y="2160"/>
              <a:ext cx="3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a:latin typeface="Times New Roman" panose="02020603050405020304" pitchFamily="18" charset="0"/>
                </a:rPr>
                <a:t>V.P.</a:t>
              </a:r>
            </a:p>
          </p:txBody>
        </p:sp>
        <p:sp>
          <p:nvSpPr>
            <p:cNvPr id="189574" name="Text Box 134"/>
            <p:cNvSpPr txBox="1">
              <a:spLocks noChangeArrowheads="1"/>
            </p:cNvSpPr>
            <p:nvPr/>
          </p:nvSpPr>
          <p:spPr bwMode="auto">
            <a:xfrm>
              <a:off x="4494" y="3200"/>
              <a:ext cx="185"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200">
                  <a:latin typeface="Times New Roman" panose="02020603050405020304" pitchFamily="18" charset="0"/>
                  <a:sym typeface="Symbol" panose="05050102010706020507" pitchFamily="18" charset="2"/>
                </a:rPr>
                <a:t>Ø</a:t>
              </a:r>
            </a:p>
          </p:txBody>
        </p:sp>
        <p:sp>
          <p:nvSpPr>
            <p:cNvPr id="189575" name="Text Box 135"/>
            <p:cNvSpPr txBox="1">
              <a:spLocks noChangeArrowheads="1"/>
            </p:cNvSpPr>
            <p:nvPr/>
          </p:nvSpPr>
          <p:spPr bwMode="auto">
            <a:xfrm>
              <a:off x="4308" y="3180"/>
              <a:ext cx="16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rPr>
                <a:t>a</a:t>
              </a:r>
            </a:p>
          </p:txBody>
        </p:sp>
        <p:sp>
          <p:nvSpPr>
            <p:cNvPr id="189576" name="Text Box 136"/>
            <p:cNvSpPr txBox="1">
              <a:spLocks noChangeArrowheads="1"/>
            </p:cNvSpPr>
            <p:nvPr/>
          </p:nvSpPr>
          <p:spPr bwMode="auto">
            <a:xfrm>
              <a:off x="4896" y="3696"/>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rPr>
                <a:t>b</a:t>
              </a:r>
            </a:p>
          </p:txBody>
        </p:sp>
        <p:sp>
          <p:nvSpPr>
            <p:cNvPr id="189577" name="Text Box 137"/>
            <p:cNvSpPr txBox="1">
              <a:spLocks noChangeArrowheads="1"/>
            </p:cNvSpPr>
            <p:nvPr/>
          </p:nvSpPr>
          <p:spPr bwMode="auto">
            <a:xfrm>
              <a:off x="4296" y="2544"/>
              <a:ext cx="204"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a:latin typeface="Times New Roman" panose="02020603050405020304" pitchFamily="18" charset="0"/>
                </a:rPr>
                <a:t>a</a:t>
              </a:r>
              <a:r>
                <a:rPr lang="en-US" altLang="en-US" sz="1400" dirty="0">
                  <a:latin typeface="Arial" panose="020B0604020202020204" pitchFamily="34" charset="0"/>
                </a:rPr>
                <a:t>´</a:t>
              </a:r>
            </a:p>
            <a:p>
              <a:pPr eaLnBrk="1" hangingPunct="1"/>
              <a:endParaRPr lang="en-US" altLang="en-US" sz="1400" dirty="0">
                <a:latin typeface="Times New Roman" panose="02020603050405020304" pitchFamily="18" charset="0"/>
              </a:endParaRPr>
            </a:p>
          </p:txBody>
        </p:sp>
        <p:sp>
          <p:nvSpPr>
            <p:cNvPr id="189578" name="Text Box 138"/>
            <p:cNvSpPr txBox="1">
              <a:spLocks noChangeArrowheads="1"/>
            </p:cNvSpPr>
            <p:nvPr/>
          </p:nvSpPr>
          <p:spPr bwMode="auto">
            <a:xfrm>
              <a:off x="4896" y="2544"/>
              <a:ext cx="210"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a:latin typeface="Times New Roman" panose="02020603050405020304" pitchFamily="18" charset="0"/>
                </a:rPr>
                <a:t>b</a:t>
              </a:r>
              <a:r>
                <a:rPr lang="en-US" altLang="en-US" sz="1400" dirty="0">
                  <a:latin typeface="Arial" panose="020B0604020202020204" pitchFamily="34" charset="0"/>
                </a:rPr>
                <a:t>´</a:t>
              </a:r>
            </a:p>
            <a:p>
              <a:pPr eaLnBrk="1" hangingPunct="1"/>
              <a:endParaRPr lang="en-US" altLang="en-US" sz="1400" dirty="0">
                <a:latin typeface="Times New Roman" panose="02020603050405020304" pitchFamily="18" charset="0"/>
              </a:endParaRPr>
            </a:p>
          </p:txBody>
        </p:sp>
        <p:sp>
          <p:nvSpPr>
            <p:cNvPr id="189579" name="Text Box 139"/>
            <p:cNvSpPr txBox="1">
              <a:spLocks noChangeArrowheads="1"/>
            </p:cNvSpPr>
            <p:nvPr/>
          </p:nvSpPr>
          <p:spPr bwMode="auto">
            <a:xfrm>
              <a:off x="4512" y="3456"/>
              <a:ext cx="267"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Times New Roman" panose="02020603050405020304" pitchFamily="18" charset="0"/>
                </a:rPr>
                <a:t>TV</a:t>
              </a:r>
            </a:p>
          </p:txBody>
        </p:sp>
        <p:sp>
          <p:nvSpPr>
            <p:cNvPr id="189580" name="Text Box 140"/>
            <p:cNvSpPr txBox="1">
              <a:spLocks noChangeArrowheads="1"/>
            </p:cNvSpPr>
            <p:nvPr/>
          </p:nvSpPr>
          <p:spPr bwMode="auto">
            <a:xfrm>
              <a:off x="4560" y="2496"/>
              <a:ext cx="261"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Times New Roman" panose="02020603050405020304" pitchFamily="18" charset="0"/>
                </a:rPr>
                <a:t>FV</a:t>
              </a:r>
            </a:p>
          </p:txBody>
        </p:sp>
      </p:grpSp>
      <p:grpSp>
        <p:nvGrpSpPr>
          <p:cNvPr id="189581" name="Group 141"/>
          <p:cNvGrpSpPr>
            <a:grpSpLocks/>
          </p:cNvGrpSpPr>
          <p:nvPr/>
        </p:nvGrpSpPr>
        <p:grpSpPr bwMode="auto">
          <a:xfrm>
            <a:off x="4711686" y="3476498"/>
            <a:ext cx="2231968" cy="800572"/>
            <a:chOff x="3120" y="2176"/>
            <a:chExt cx="1208" cy="384"/>
          </a:xfrm>
        </p:grpSpPr>
        <p:sp>
          <p:nvSpPr>
            <p:cNvPr id="189582" name="AutoShape 142"/>
            <p:cNvSpPr>
              <a:spLocks noChangeArrowheads="1"/>
            </p:cNvSpPr>
            <p:nvPr/>
          </p:nvSpPr>
          <p:spPr bwMode="auto">
            <a:xfrm>
              <a:off x="3120" y="2176"/>
              <a:ext cx="1008" cy="384"/>
            </a:xfrm>
            <a:prstGeom prst="wedgeRoundRectCallout">
              <a:avLst>
                <a:gd name="adj1" fmla="val 58731"/>
                <a:gd name="adj2" fmla="val 84375"/>
                <a:gd name="adj3" fmla="val 16667"/>
              </a:avLst>
            </a:prstGeom>
            <a:solidFill>
              <a:srgbClr val="CC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endParaRPr lang="en-US" altLang="en-US" sz="1400">
                <a:latin typeface="Arial" panose="020B0604020202020204" pitchFamily="34" charset="0"/>
              </a:endParaRPr>
            </a:p>
          </p:txBody>
        </p:sp>
        <p:sp>
          <p:nvSpPr>
            <p:cNvPr id="189583" name="Text Box 143"/>
            <p:cNvSpPr txBox="1">
              <a:spLocks noChangeArrowheads="1"/>
            </p:cNvSpPr>
            <p:nvPr/>
          </p:nvSpPr>
          <p:spPr bwMode="auto">
            <a:xfrm>
              <a:off x="3132" y="2209"/>
              <a:ext cx="1196"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dirty="0">
                  <a:latin typeface="Times New Roman" panose="02020603050405020304" pitchFamily="18" charset="0"/>
                </a:rPr>
                <a:t>TV inclined to XY FV parallel to XY</a:t>
              </a:r>
            </a:p>
          </p:txBody>
        </p:sp>
      </p:grpSp>
      <p:sp>
        <p:nvSpPr>
          <p:cNvPr id="189584" name="Oval 144"/>
          <p:cNvSpPr>
            <a:spLocks noChangeArrowheads="1"/>
          </p:cNvSpPr>
          <p:nvPr/>
        </p:nvSpPr>
        <p:spPr bwMode="auto">
          <a:xfrm>
            <a:off x="785813" y="762000"/>
            <a:ext cx="381000" cy="381000"/>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1400">
                <a:latin typeface="Times New Roman" panose="02020603050405020304" pitchFamily="18" charset="0"/>
              </a:rPr>
              <a:t>3.</a:t>
            </a:r>
          </a:p>
        </p:txBody>
      </p:sp>
      <p:sp>
        <p:nvSpPr>
          <p:cNvPr id="189585" name="Oval 145"/>
          <p:cNvSpPr>
            <a:spLocks noChangeArrowheads="1"/>
          </p:cNvSpPr>
          <p:nvPr/>
        </p:nvSpPr>
        <p:spPr bwMode="auto">
          <a:xfrm>
            <a:off x="742950" y="3886200"/>
            <a:ext cx="381000" cy="381000"/>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1400">
                <a:latin typeface="Times New Roman" panose="02020603050405020304" pitchFamily="18" charset="0"/>
              </a:rPr>
              <a:t>4.</a:t>
            </a:r>
          </a:p>
        </p:txBody>
      </p:sp>
      <p:grpSp>
        <p:nvGrpSpPr>
          <p:cNvPr id="189586" name="Group 146"/>
          <p:cNvGrpSpPr>
            <a:grpSpLocks/>
          </p:cNvGrpSpPr>
          <p:nvPr/>
        </p:nvGrpSpPr>
        <p:grpSpPr bwMode="auto">
          <a:xfrm>
            <a:off x="4846640" y="371478"/>
            <a:ext cx="1893889" cy="646113"/>
            <a:chOff x="3053" y="234"/>
            <a:chExt cx="1193" cy="407"/>
          </a:xfrm>
        </p:grpSpPr>
        <p:sp>
          <p:nvSpPr>
            <p:cNvPr id="189587" name="AutoShape 147"/>
            <p:cNvSpPr>
              <a:spLocks noChangeArrowheads="1"/>
            </p:cNvSpPr>
            <p:nvPr/>
          </p:nvSpPr>
          <p:spPr bwMode="auto">
            <a:xfrm>
              <a:off x="3078" y="240"/>
              <a:ext cx="1151" cy="384"/>
            </a:xfrm>
            <a:prstGeom prst="wedgeRoundRectCallout">
              <a:avLst>
                <a:gd name="adj1" fmla="val 53081"/>
                <a:gd name="adj2" fmla="val 81956"/>
                <a:gd name="adj3" fmla="val 16667"/>
              </a:avLst>
            </a:prstGeom>
            <a:solidFill>
              <a:srgbClr val="CC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endParaRPr lang="en-US" altLang="en-US" sz="1400">
                <a:latin typeface="Arial" panose="020B0604020202020204" pitchFamily="34" charset="0"/>
              </a:endParaRPr>
            </a:p>
          </p:txBody>
        </p:sp>
        <p:sp>
          <p:nvSpPr>
            <p:cNvPr id="189588" name="Text Box 148"/>
            <p:cNvSpPr txBox="1">
              <a:spLocks noChangeArrowheads="1"/>
            </p:cNvSpPr>
            <p:nvPr/>
          </p:nvSpPr>
          <p:spPr bwMode="auto">
            <a:xfrm>
              <a:off x="3053" y="234"/>
              <a:ext cx="1193" cy="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dirty="0">
                  <a:latin typeface="Times New Roman" panose="02020603050405020304" pitchFamily="18" charset="0"/>
                </a:rPr>
                <a:t>FV inclined to XY TV parallel to XY</a:t>
              </a:r>
            </a:p>
          </p:txBody>
        </p:sp>
      </p:grpSp>
      <p:sp>
        <p:nvSpPr>
          <p:cNvPr id="189589" name="Text Box 149"/>
          <p:cNvSpPr txBox="1">
            <a:spLocks noChangeArrowheads="1"/>
          </p:cNvSpPr>
          <p:nvPr/>
        </p:nvSpPr>
        <p:spPr bwMode="auto">
          <a:xfrm>
            <a:off x="6508752" y="3271840"/>
            <a:ext cx="215475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solidFill>
                  <a:schemeClr val="accent2"/>
                </a:solidFill>
                <a:latin typeface="Arial" panose="020B0604020202020204" pitchFamily="34" charset="0"/>
              </a:rPr>
              <a:t>Orthographic Projections</a:t>
            </a:r>
          </a:p>
        </p:txBody>
      </p:sp>
      <p:sp>
        <p:nvSpPr>
          <p:cNvPr id="2" name="Slide Number Placeholder 1"/>
          <p:cNvSpPr>
            <a:spLocks noGrp="1"/>
          </p:cNvSpPr>
          <p:nvPr>
            <p:ph type="sldNum" sz="quarter" idx="12"/>
          </p:nvPr>
        </p:nvSpPr>
        <p:spPr>
          <a:xfrm>
            <a:off x="7108825" y="6549714"/>
            <a:ext cx="2057400" cy="365125"/>
          </a:xfrm>
        </p:spPr>
        <p:txBody>
          <a:bodyPr/>
          <a:lstStyle/>
          <a:p>
            <a:fld id="{EE8E09DC-0268-440F-8276-54ADABB93829}" type="slidenum">
              <a:rPr lang="en-IN" smtClean="0"/>
              <a:t>32</a:t>
            </a:fld>
            <a:endParaRPr lang="en-IN" dirty="0"/>
          </a:p>
        </p:txBody>
      </p:sp>
    </p:spTree>
    <p:extLst>
      <p:ext uri="{BB962C8B-B14F-4D97-AF65-F5344CB8AC3E}">
        <p14:creationId xmlns:p14="http://schemas.microsoft.com/office/powerpoint/2010/main" val="85971582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grpId="0" nodeType="clickEffect">
                                  <p:stCondLst>
                                    <p:cond delay="0"/>
                                  </p:stCondLst>
                                  <p:childTnLst>
                                    <p:set>
                                      <p:cBhvr>
                                        <p:cTn id="6" dur="1" fill="hold">
                                          <p:stCondLst>
                                            <p:cond delay="0"/>
                                          </p:stCondLst>
                                        </p:cTn>
                                        <p:tgtEl>
                                          <p:spTgt spid="189584"/>
                                        </p:tgtEl>
                                        <p:attrNameLst>
                                          <p:attrName>style.visibility</p:attrName>
                                        </p:attrNameLst>
                                      </p:cBhvr>
                                      <p:to>
                                        <p:strVal val="visible"/>
                                      </p:to>
                                    </p:set>
                                    <p:anim calcmode="lin" valueType="num">
                                      <p:cBhvr additive="base">
                                        <p:cTn id="7" dur="500" fill="hold"/>
                                        <p:tgtEl>
                                          <p:spTgt spid="189584"/>
                                        </p:tgtEl>
                                        <p:attrNameLst>
                                          <p:attrName>ppt_x</p:attrName>
                                        </p:attrNameLst>
                                      </p:cBhvr>
                                      <p:tavLst>
                                        <p:tav tm="0">
                                          <p:val>
                                            <p:strVal val="#ppt_x"/>
                                          </p:val>
                                        </p:tav>
                                        <p:tav tm="100000">
                                          <p:val>
                                            <p:strVal val="#ppt_x"/>
                                          </p:val>
                                        </p:tav>
                                      </p:tavLst>
                                    </p:anim>
                                    <p:anim calcmode="lin" valueType="num">
                                      <p:cBhvr additive="base">
                                        <p:cTn id="8" dur="500" fill="hold"/>
                                        <p:tgtEl>
                                          <p:spTgt spid="189584"/>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7" presetClass="entr" presetSubtype="8" fill="hold" grpId="0" nodeType="clickEffect">
                                  <p:stCondLst>
                                    <p:cond delay="0"/>
                                  </p:stCondLst>
                                  <p:childTnLst>
                                    <p:set>
                                      <p:cBhvr>
                                        <p:cTn id="12" dur="1" fill="hold">
                                          <p:stCondLst>
                                            <p:cond delay="0"/>
                                          </p:stCondLst>
                                        </p:cTn>
                                        <p:tgtEl>
                                          <p:spTgt spid="189442"/>
                                        </p:tgtEl>
                                        <p:attrNameLst>
                                          <p:attrName>style.visibility</p:attrName>
                                        </p:attrNameLst>
                                      </p:cBhvr>
                                      <p:to>
                                        <p:strVal val="visible"/>
                                      </p:to>
                                    </p:set>
                                    <p:anim calcmode="lin" valueType="num">
                                      <p:cBhvr>
                                        <p:cTn id="13" dur="500" fill="hold"/>
                                        <p:tgtEl>
                                          <p:spTgt spid="189442"/>
                                        </p:tgtEl>
                                        <p:attrNameLst>
                                          <p:attrName>ppt_x</p:attrName>
                                        </p:attrNameLst>
                                      </p:cBhvr>
                                      <p:tavLst>
                                        <p:tav tm="0">
                                          <p:val>
                                            <p:strVal val="#ppt_x-#ppt_w/2"/>
                                          </p:val>
                                        </p:tav>
                                        <p:tav tm="100000">
                                          <p:val>
                                            <p:strVal val="#ppt_x"/>
                                          </p:val>
                                        </p:tav>
                                      </p:tavLst>
                                    </p:anim>
                                    <p:anim calcmode="lin" valueType="num">
                                      <p:cBhvr>
                                        <p:cTn id="14" dur="500" fill="hold"/>
                                        <p:tgtEl>
                                          <p:spTgt spid="189442"/>
                                        </p:tgtEl>
                                        <p:attrNameLst>
                                          <p:attrName>ppt_y</p:attrName>
                                        </p:attrNameLst>
                                      </p:cBhvr>
                                      <p:tavLst>
                                        <p:tav tm="0">
                                          <p:val>
                                            <p:strVal val="#ppt_y"/>
                                          </p:val>
                                        </p:tav>
                                        <p:tav tm="100000">
                                          <p:val>
                                            <p:strVal val="#ppt_y"/>
                                          </p:val>
                                        </p:tav>
                                      </p:tavLst>
                                    </p:anim>
                                    <p:anim calcmode="lin" valueType="num">
                                      <p:cBhvr>
                                        <p:cTn id="15" dur="500" fill="hold"/>
                                        <p:tgtEl>
                                          <p:spTgt spid="189442"/>
                                        </p:tgtEl>
                                        <p:attrNameLst>
                                          <p:attrName>ppt_w</p:attrName>
                                        </p:attrNameLst>
                                      </p:cBhvr>
                                      <p:tavLst>
                                        <p:tav tm="0">
                                          <p:val>
                                            <p:fltVal val="0"/>
                                          </p:val>
                                        </p:tav>
                                        <p:tav tm="100000">
                                          <p:val>
                                            <p:strVal val="#ppt_w"/>
                                          </p:val>
                                        </p:tav>
                                      </p:tavLst>
                                    </p:anim>
                                    <p:anim calcmode="lin" valueType="num">
                                      <p:cBhvr>
                                        <p:cTn id="16" dur="500" fill="hold"/>
                                        <p:tgtEl>
                                          <p:spTgt spid="189442"/>
                                        </p:tgtEl>
                                        <p:attrNameLst>
                                          <p:attrName>ppt_h</p:attrName>
                                        </p:attrNameLst>
                                      </p:cBhvr>
                                      <p:tavLst>
                                        <p:tav tm="0">
                                          <p:val>
                                            <p:strVal val="#ppt_h"/>
                                          </p:val>
                                        </p:tav>
                                        <p:tav tm="100000">
                                          <p:val>
                                            <p:strVal val="#ppt_h"/>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18" presetClass="entr" presetSubtype="6" fill="hold" nodeType="clickEffect">
                                  <p:stCondLst>
                                    <p:cond delay="0"/>
                                  </p:stCondLst>
                                  <p:childTnLst>
                                    <p:set>
                                      <p:cBhvr>
                                        <p:cTn id="20" dur="1" fill="hold">
                                          <p:stCondLst>
                                            <p:cond delay="0"/>
                                          </p:stCondLst>
                                        </p:cTn>
                                        <p:tgtEl>
                                          <p:spTgt spid="189443"/>
                                        </p:tgtEl>
                                        <p:attrNameLst>
                                          <p:attrName>style.visibility</p:attrName>
                                        </p:attrNameLst>
                                      </p:cBhvr>
                                      <p:to>
                                        <p:strVal val="visible"/>
                                      </p:to>
                                    </p:set>
                                    <p:animEffect transition="in" filter="strips(downRight)">
                                      <p:cBhvr>
                                        <p:cTn id="21" dur="500"/>
                                        <p:tgtEl>
                                          <p:spTgt spid="189443"/>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8" presetClass="entr" presetSubtype="3" fill="hold" grpId="0" nodeType="clickEffect">
                                  <p:stCondLst>
                                    <p:cond delay="0"/>
                                  </p:stCondLst>
                                  <p:childTnLst>
                                    <p:set>
                                      <p:cBhvr>
                                        <p:cTn id="25" dur="1" fill="hold">
                                          <p:stCondLst>
                                            <p:cond delay="0"/>
                                          </p:stCondLst>
                                        </p:cTn>
                                        <p:tgtEl>
                                          <p:spTgt spid="189453"/>
                                        </p:tgtEl>
                                        <p:attrNameLst>
                                          <p:attrName>style.visibility</p:attrName>
                                        </p:attrNameLst>
                                      </p:cBhvr>
                                      <p:to>
                                        <p:strVal val="visible"/>
                                      </p:to>
                                    </p:set>
                                    <p:animEffect transition="in" filter="strips(upRight)">
                                      <p:cBhvr>
                                        <p:cTn id="26" dur="500"/>
                                        <p:tgtEl>
                                          <p:spTgt spid="189453"/>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7" presetClass="entr" presetSubtype="4" fill="hold" nodeType="clickEffect">
                                  <p:stCondLst>
                                    <p:cond delay="0"/>
                                  </p:stCondLst>
                                  <p:childTnLst>
                                    <p:set>
                                      <p:cBhvr>
                                        <p:cTn id="30" dur="1" fill="hold">
                                          <p:stCondLst>
                                            <p:cond delay="0"/>
                                          </p:stCondLst>
                                        </p:cTn>
                                        <p:tgtEl>
                                          <p:spTgt spid="189471"/>
                                        </p:tgtEl>
                                        <p:attrNameLst>
                                          <p:attrName>style.visibility</p:attrName>
                                        </p:attrNameLst>
                                      </p:cBhvr>
                                      <p:to>
                                        <p:strVal val="visible"/>
                                      </p:to>
                                    </p:set>
                                    <p:anim calcmode="lin" valueType="num">
                                      <p:cBhvr>
                                        <p:cTn id="31" dur="500" fill="hold"/>
                                        <p:tgtEl>
                                          <p:spTgt spid="189471"/>
                                        </p:tgtEl>
                                        <p:attrNameLst>
                                          <p:attrName>ppt_x</p:attrName>
                                        </p:attrNameLst>
                                      </p:cBhvr>
                                      <p:tavLst>
                                        <p:tav tm="0">
                                          <p:val>
                                            <p:strVal val="#ppt_x"/>
                                          </p:val>
                                        </p:tav>
                                        <p:tav tm="100000">
                                          <p:val>
                                            <p:strVal val="#ppt_x"/>
                                          </p:val>
                                        </p:tav>
                                      </p:tavLst>
                                    </p:anim>
                                    <p:anim calcmode="lin" valueType="num">
                                      <p:cBhvr>
                                        <p:cTn id="32" dur="500" fill="hold"/>
                                        <p:tgtEl>
                                          <p:spTgt spid="189471"/>
                                        </p:tgtEl>
                                        <p:attrNameLst>
                                          <p:attrName>ppt_y</p:attrName>
                                        </p:attrNameLst>
                                      </p:cBhvr>
                                      <p:tavLst>
                                        <p:tav tm="0">
                                          <p:val>
                                            <p:strVal val="#ppt_y+#ppt_h/2"/>
                                          </p:val>
                                        </p:tav>
                                        <p:tav tm="100000">
                                          <p:val>
                                            <p:strVal val="#ppt_y"/>
                                          </p:val>
                                        </p:tav>
                                      </p:tavLst>
                                    </p:anim>
                                    <p:anim calcmode="lin" valueType="num">
                                      <p:cBhvr>
                                        <p:cTn id="33" dur="500" fill="hold"/>
                                        <p:tgtEl>
                                          <p:spTgt spid="189471"/>
                                        </p:tgtEl>
                                        <p:attrNameLst>
                                          <p:attrName>ppt_w</p:attrName>
                                        </p:attrNameLst>
                                      </p:cBhvr>
                                      <p:tavLst>
                                        <p:tav tm="0">
                                          <p:val>
                                            <p:strVal val="#ppt_w"/>
                                          </p:val>
                                        </p:tav>
                                        <p:tav tm="100000">
                                          <p:val>
                                            <p:strVal val="#ppt_w"/>
                                          </p:val>
                                        </p:tav>
                                      </p:tavLst>
                                    </p:anim>
                                    <p:anim calcmode="lin" valueType="num">
                                      <p:cBhvr>
                                        <p:cTn id="34" dur="500" fill="hold"/>
                                        <p:tgtEl>
                                          <p:spTgt spid="189471"/>
                                        </p:tgtEl>
                                        <p:attrNameLst>
                                          <p:attrName>ppt_h</p:attrName>
                                        </p:attrNameLst>
                                      </p:cBhvr>
                                      <p:tavLst>
                                        <p:tav tm="0">
                                          <p:val>
                                            <p:fltVal val="0"/>
                                          </p:val>
                                        </p:tav>
                                        <p:tav tm="100000">
                                          <p:val>
                                            <p:strVal val="#ppt_h"/>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17" presetClass="entr" presetSubtype="8" fill="hold" nodeType="clickEffect">
                                  <p:stCondLst>
                                    <p:cond delay="0"/>
                                  </p:stCondLst>
                                  <p:childTnLst>
                                    <p:set>
                                      <p:cBhvr>
                                        <p:cTn id="38" dur="1" fill="hold">
                                          <p:stCondLst>
                                            <p:cond delay="0"/>
                                          </p:stCondLst>
                                        </p:cTn>
                                        <p:tgtEl>
                                          <p:spTgt spid="189484"/>
                                        </p:tgtEl>
                                        <p:attrNameLst>
                                          <p:attrName>style.visibility</p:attrName>
                                        </p:attrNameLst>
                                      </p:cBhvr>
                                      <p:to>
                                        <p:strVal val="visible"/>
                                      </p:to>
                                    </p:set>
                                    <p:anim calcmode="lin" valueType="num">
                                      <p:cBhvr>
                                        <p:cTn id="39" dur="500" fill="hold"/>
                                        <p:tgtEl>
                                          <p:spTgt spid="189484"/>
                                        </p:tgtEl>
                                        <p:attrNameLst>
                                          <p:attrName>ppt_x</p:attrName>
                                        </p:attrNameLst>
                                      </p:cBhvr>
                                      <p:tavLst>
                                        <p:tav tm="0">
                                          <p:val>
                                            <p:strVal val="#ppt_x-#ppt_w/2"/>
                                          </p:val>
                                        </p:tav>
                                        <p:tav tm="100000">
                                          <p:val>
                                            <p:strVal val="#ppt_x"/>
                                          </p:val>
                                        </p:tav>
                                      </p:tavLst>
                                    </p:anim>
                                    <p:anim calcmode="lin" valueType="num">
                                      <p:cBhvr>
                                        <p:cTn id="40" dur="500" fill="hold"/>
                                        <p:tgtEl>
                                          <p:spTgt spid="189484"/>
                                        </p:tgtEl>
                                        <p:attrNameLst>
                                          <p:attrName>ppt_y</p:attrName>
                                        </p:attrNameLst>
                                      </p:cBhvr>
                                      <p:tavLst>
                                        <p:tav tm="0">
                                          <p:val>
                                            <p:strVal val="#ppt_y"/>
                                          </p:val>
                                        </p:tav>
                                        <p:tav tm="100000">
                                          <p:val>
                                            <p:strVal val="#ppt_y"/>
                                          </p:val>
                                        </p:tav>
                                      </p:tavLst>
                                    </p:anim>
                                    <p:anim calcmode="lin" valueType="num">
                                      <p:cBhvr>
                                        <p:cTn id="41" dur="500" fill="hold"/>
                                        <p:tgtEl>
                                          <p:spTgt spid="189484"/>
                                        </p:tgtEl>
                                        <p:attrNameLst>
                                          <p:attrName>ppt_w</p:attrName>
                                        </p:attrNameLst>
                                      </p:cBhvr>
                                      <p:tavLst>
                                        <p:tav tm="0">
                                          <p:val>
                                            <p:fltVal val="0"/>
                                          </p:val>
                                        </p:tav>
                                        <p:tav tm="100000">
                                          <p:val>
                                            <p:strVal val="#ppt_w"/>
                                          </p:val>
                                        </p:tav>
                                      </p:tavLst>
                                    </p:anim>
                                    <p:anim calcmode="lin" valueType="num">
                                      <p:cBhvr>
                                        <p:cTn id="42" dur="500" fill="hold"/>
                                        <p:tgtEl>
                                          <p:spTgt spid="189484"/>
                                        </p:tgtEl>
                                        <p:attrNameLst>
                                          <p:attrName>ppt_h</p:attrName>
                                        </p:attrNameLst>
                                      </p:cBhvr>
                                      <p:tavLst>
                                        <p:tav tm="0">
                                          <p:val>
                                            <p:strVal val="#ppt_h"/>
                                          </p:val>
                                        </p:tav>
                                        <p:tav tm="100000">
                                          <p:val>
                                            <p:strVal val="#ppt_h"/>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18" presetClass="entr" presetSubtype="9" fill="hold" grpId="0" nodeType="clickEffect">
                                  <p:stCondLst>
                                    <p:cond delay="0"/>
                                  </p:stCondLst>
                                  <p:childTnLst>
                                    <p:set>
                                      <p:cBhvr>
                                        <p:cTn id="46" dur="1" fill="hold">
                                          <p:stCondLst>
                                            <p:cond delay="0"/>
                                          </p:stCondLst>
                                        </p:cTn>
                                        <p:tgtEl>
                                          <p:spTgt spid="189480"/>
                                        </p:tgtEl>
                                        <p:attrNameLst>
                                          <p:attrName>style.visibility</p:attrName>
                                        </p:attrNameLst>
                                      </p:cBhvr>
                                      <p:to>
                                        <p:strVal val="visible"/>
                                      </p:to>
                                    </p:set>
                                    <p:animEffect transition="in" filter="strips(upLeft)">
                                      <p:cBhvr>
                                        <p:cTn id="47" dur="500"/>
                                        <p:tgtEl>
                                          <p:spTgt spid="189480"/>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8" presetClass="entr" presetSubtype="9" fill="hold" nodeType="clickEffect">
                                  <p:stCondLst>
                                    <p:cond delay="0"/>
                                  </p:stCondLst>
                                  <p:childTnLst>
                                    <p:set>
                                      <p:cBhvr>
                                        <p:cTn id="51" dur="1" fill="hold">
                                          <p:stCondLst>
                                            <p:cond delay="0"/>
                                          </p:stCondLst>
                                        </p:cTn>
                                        <p:tgtEl>
                                          <p:spTgt spid="189460"/>
                                        </p:tgtEl>
                                        <p:attrNameLst>
                                          <p:attrName>style.visibility</p:attrName>
                                        </p:attrNameLst>
                                      </p:cBhvr>
                                      <p:to>
                                        <p:strVal val="visible"/>
                                      </p:to>
                                    </p:set>
                                    <p:animEffect transition="in" filter="strips(upLeft)">
                                      <p:cBhvr>
                                        <p:cTn id="52" dur="500"/>
                                        <p:tgtEl>
                                          <p:spTgt spid="189460"/>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 presetClass="entr" presetSubtype="0" fill="hold" nodeType="clickEffect">
                                  <p:stCondLst>
                                    <p:cond delay="0"/>
                                  </p:stCondLst>
                                  <p:childTnLst>
                                    <p:set>
                                      <p:cBhvr>
                                        <p:cTn id="56" dur="1" fill="hold">
                                          <p:stCondLst>
                                            <p:cond delay="499"/>
                                          </p:stCondLst>
                                        </p:cTn>
                                        <p:tgtEl>
                                          <p:spTgt spid="189487"/>
                                        </p:tgtEl>
                                        <p:attrNameLst>
                                          <p:attrName>style.visibility</p:attrName>
                                        </p:attrNameLst>
                                      </p:cBhvr>
                                      <p:to>
                                        <p:strVal val="visible"/>
                                      </p:to>
                                    </p:set>
                                  </p:childTnLst>
                                </p:cTn>
                              </p:par>
                            </p:childTnLst>
                          </p:cTn>
                        </p:par>
                      </p:childTnLst>
                    </p:cTn>
                  </p:par>
                  <p:par>
                    <p:cTn id="57" fill="hold" nodeType="clickPar">
                      <p:stCondLst>
                        <p:cond delay="indefinite"/>
                      </p:stCondLst>
                      <p:childTnLst>
                        <p:par>
                          <p:cTn id="58" fill="hold" nodeType="withGroup">
                            <p:stCondLst>
                              <p:cond delay="0"/>
                            </p:stCondLst>
                            <p:childTnLst>
                              <p:par>
                                <p:cTn id="59" presetID="1" presetClass="entr" presetSubtype="0" fill="hold" nodeType="clickEffect">
                                  <p:stCondLst>
                                    <p:cond delay="0"/>
                                  </p:stCondLst>
                                  <p:childTnLst>
                                    <p:set>
                                      <p:cBhvr>
                                        <p:cTn id="60" dur="1" fill="hold">
                                          <p:stCondLst>
                                            <p:cond delay="499"/>
                                          </p:stCondLst>
                                        </p:cTn>
                                        <p:tgtEl>
                                          <p:spTgt spid="189474"/>
                                        </p:tgtEl>
                                        <p:attrNameLst>
                                          <p:attrName>style.visibility</p:attrName>
                                        </p:attrNameLst>
                                      </p:cBhvr>
                                      <p:to>
                                        <p:strVal val="visible"/>
                                      </p:to>
                                    </p:set>
                                  </p:childTnLst>
                                </p:cTn>
                              </p:par>
                            </p:childTnLst>
                          </p:cTn>
                        </p:par>
                      </p:childTnLst>
                    </p:cTn>
                  </p:par>
                  <p:par>
                    <p:cTn id="61" fill="hold" nodeType="clickPar">
                      <p:stCondLst>
                        <p:cond delay="indefinite"/>
                      </p:stCondLst>
                      <p:childTnLst>
                        <p:par>
                          <p:cTn id="62" fill="hold" nodeType="withGroup">
                            <p:stCondLst>
                              <p:cond delay="0"/>
                            </p:stCondLst>
                            <p:childTnLst>
                              <p:par>
                                <p:cTn id="63" presetID="18" presetClass="entr" presetSubtype="3" fill="hold" nodeType="clickEffect">
                                  <p:stCondLst>
                                    <p:cond delay="0"/>
                                  </p:stCondLst>
                                  <p:childTnLst>
                                    <p:set>
                                      <p:cBhvr>
                                        <p:cTn id="64" dur="1" fill="hold">
                                          <p:stCondLst>
                                            <p:cond delay="0"/>
                                          </p:stCondLst>
                                        </p:cTn>
                                        <p:tgtEl>
                                          <p:spTgt spid="189481"/>
                                        </p:tgtEl>
                                        <p:attrNameLst>
                                          <p:attrName>style.visibility</p:attrName>
                                        </p:attrNameLst>
                                      </p:cBhvr>
                                      <p:to>
                                        <p:strVal val="visible"/>
                                      </p:to>
                                    </p:set>
                                    <p:animEffect transition="in" filter="strips(upRight)">
                                      <p:cBhvr>
                                        <p:cTn id="65" dur="500"/>
                                        <p:tgtEl>
                                          <p:spTgt spid="189481"/>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 presetClass="entr" presetSubtype="1" fill="hold" grpId="0" nodeType="clickEffect">
                                  <p:stCondLst>
                                    <p:cond delay="0"/>
                                  </p:stCondLst>
                                  <p:childTnLst>
                                    <p:set>
                                      <p:cBhvr>
                                        <p:cTn id="69" dur="1" fill="hold">
                                          <p:stCondLst>
                                            <p:cond delay="0"/>
                                          </p:stCondLst>
                                        </p:cTn>
                                        <p:tgtEl>
                                          <p:spTgt spid="189459"/>
                                        </p:tgtEl>
                                        <p:attrNameLst>
                                          <p:attrName>style.visibility</p:attrName>
                                        </p:attrNameLst>
                                      </p:cBhvr>
                                      <p:to>
                                        <p:strVal val="visible"/>
                                      </p:to>
                                    </p:set>
                                    <p:anim calcmode="lin" valueType="num">
                                      <p:cBhvr additive="base">
                                        <p:cTn id="70" dur="500" fill="hold"/>
                                        <p:tgtEl>
                                          <p:spTgt spid="189459"/>
                                        </p:tgtEl>
                                        <p:attrNameLst>
                                          <p:attrName>ppt_x</p:attrName>
                                        </p:attrNameLst>
                                      </p:cBhvr>
                                      <p:tavLst>
                                        <p:tav tm="0">
                                          <p:val>
                                            <p:strVal val="#ppt_x"/>
                                          </p:val>
                                        </p:tav>
                                        <p:tav tm="100000">
                                          <p:val>
                                            <p:strVal val="#ppt_x"/>
                                          </p:val>
                                        </p:tav>
                                      </p:tavLst>
                                    </p:anim>
                                    <p:anim calcmode="lin" valueType="num">
                                      <p:cBhvr additive="base">
                                        <p:cTn id="71" dur="500" fill="hold"/>
                                        <p:tgtEl>
                                          <p:spTgt spid="189459"/>
                                        </p:tgtEl>
                                        <p:attrNameLst>
                                          <p:attrName>ppt_y</p:attrName>
                                        </p:attrNameLst>
                                      </p:cBhvr>
                                      <p:tavLst>
                                        <p:tav tm="0">
                                          <p:val>
                                            <p:strVal val="0-#ppt_h/2"/>
                                          </p:val>
                                        </p:tav>
                                        <p:tav tm="100000">
                                          <p:val>
                                            <p:strVal val="#ppt_y"/>
                                          </p:val>
                                        </p:tav>
                                      </p:tavLst>
                                    </p:anim>
                                  </p:childTnLst>
                                </p:cTn>
                              </p:par>
                            </p:childTnLst>
                          </p:cTn>
                        </p:par>
                      </p:childTnLst>
                    </p:cTn>
                  </p:par>
                  <p:par>
                    <p:cTn id="72" fill="hold" nodeType="clickPar">
                      <p:stCondLst>
                        <p:cond delay="indefinite"/>
                      </p:stCondLst>
                      <p:childTnLst>
                        <p:par>
                          <p:cTn id="73" fill="hold" nodeType="withGroup">
                            <p:stCondLst>
                              <p:cond delay="0"/>
                            </p:stCondLst>
                            <p:childTnLst>
                              <p:par>
                                <p:cTn id="74" presetID="17" presetClass="entr" presetSubtype="1" fill="hold" nodeType="clickEffect">
                                  <p:stCondLst>
                                    <p:cond delay="0"/>
                                  </p:stCondLst>
                                  <p:childTnLst>
                                    <p:set>
                                      <p:cBhvr>
                                        <p:cTn id="75" dur="1" fill="hold">
                                          <p:stCondLst>
                                            <p:cond delay="0"/>
                                          </p:stCondLst>
                                        </p:cTn>
                                        <p:tgtEl>
                                          <p:spTgt spid="189454"/>
                                        </p:tgtEl>
                                        <p:attrNameLst>
                                          <p:attrName>style.visibility</p:attrName>
                                        </p:attrNameLst>
                                      </p:cBhvr>
                                      <p:to>
                                        <p:strVal val="visible"/>
                                      </p:to>
                                    </p:set>
                                    <p:anim calcmode="lin" valueType="num">
                                      <p:cBhvr>
                                        <p:cTn id="76" dur="500" fill="hold"/>
                                        <p:tgtEl>
                                          <p:spTgt spid="189454"/>
                                        </p:tgtEl>
                                        <p:attrNameLst>
                                          <p:attrName>ppt_x</p:attrName>
                                        </p:attrNameLst>
                                      </p:cBhvr>
                                      <p:tavLst>
                                        <p:tav tm="0">
                                          <p:val>
                                            <p:strVal val="#ppt_x"/>
                                          </p:val>
                                        </p:tav>
                                        <p:tav tm="100000">
                                          <p:val>
                                            <p:strVal val="#ppt_x"/>
                                          </p:val>
                                        </p:tav>
                                      </p:tavLst>
                                    </p:anim>
                                    <p:anim calcmode="lin" valueType="num">
                                      <p:cBhvr>
                                        <p:cTn id="77" dur="500" fill="hold"/>
                                        <p:tgtEl>
                                          <p:spTgt spid="189454"/>
                                        </p:tgtEl>
                                        <p:attrNameLst>
                                          <p:attrName>ppt_y</p:attrName>
                                        </p:attrNameLst>
                                      </p:cBhvr>
                                      <p:tavLst>
                                        <p:tav tm="0">
                                          <p:val>
                                            <p:strVal val="#ppt_y-#ppt_h/2"/>
                                          </p:val>
                                        </p:tav>
                                        <p:tav tm="100000">
                                          <p:val>
                                            <p:strVal val="#ppt_y"/>
                                          </p:val>
                                        </p:tav>
                                      </p:tavLst>
                                    </p:anim>
                                    <p:anim calcmode="lin" valueType="num">
                                      <p:cBhvr>
                                        <p:cTn id="78" dur="500" fill="hold"/>
                                        <p:tgtEl>
                                          <p:spTgt spid="189454"/>
                                        </p:tgtEl>
                                        <p:attrNameLst>
                                          <p:attrName>ppt_w</p:attrName>
                                        </p:attrNameLst>
                                      </p:cBhvr>
                                      <p:tavLst>
                                        <p:tav tm="0">
                                          <p:val>
                                            <p:strVal val="#ppt_w"/>
                                          </p:val>
                                        </p:tav>
                                        <p:tav tm="100000">
                                          <p:val>
                                            <p:strVal val="#ppt_w"/>
                                          </p:val>
                                        </p:tav>
                                      </p:tavLst>
                                    </p:anim>
                                    <p:anim calcmode="lin" valueType="num">
                                      <p:cBhvr>
                                        <p:cTn id="79" dur="500" fill="hold"/>
                                        <p:tgtEl>
                                          <p:spTgt spid="189454"/>
                                        </p:tgtEl>
                                        <p:attrNameLst>
                                          <p:attrName>ppt_h</p:attrName>
                                        </p:attrNameLst>
                                      </p:cBhvr>
                                      <p:tavLst>
                                        <p:tav tm="0">
                                          <p:val>
                                            <p:fltVal val="0"/>
                                          </p:val>
                                        </p:tav>
                                        <p:tav tm="100000">
                                          <p:val>
                                            <p:strVal val="#ppt_h"/>
                                          </p:val>
                                        </p:tav>
                                      </p:tavLst>
                                    </p:anim>
                                  </p:childTnLst>
                                </p:cTn>
                              </p:par>
                            </p:childTnLst>
                          </p:cTn>
                        </p:par>
                      </p:childTnLst>
                    </p:cTn>
                  </p:par>
                  <p:par>
                    <p:cTn id="80" fill="hold" nodeType="clickPar">
                      <p:stCondLst>
                        <p:cond delay="indefinite"/>
                      </p:stCondLst>
                      <p:childTnLst>
                        <p:par>
                          <p:cTn id="81" fill="hold" nodeType="withGroup">
                            <p:stCondLst>
                              <p:cond delay="0"/>
                            </p:stCondLst>
                            <p:childTnLst>
                              <p:par>
                                <p:cTn id="82" presetID="1" presetClass="entr" presetSubtype="0" fill="hold" nodeType="clickEffect">
                                  <p:stCondLst>
                                    <p:cond delay="0"/>
                                  </p:stCondLst>
                                  <p:childTnLst>
                                    <p:set>
                                      <p:cBhvr>
                                        <p:cTn id="83" dur="1" fill="hold">
                                          <p:stCondLst>
                                            <p:cond delay="499"/>
                                          </p:stCondLst>
                                        </p:cTn>
                                        <p:tgtEl>
                                          <p:spTgt spid="189490"/>
                                        </p:tgtEl>
                                        <p:attrNameLst>
                                          <p:attrName>style.visibility</p:attrName>
                                        </p:attrNameLst>
                                      </p:cBhvr>
                                      <p:to>
                                        <p:strVal val="visible"/>
                                      </p:to>
                                    </p:set>
                                  </p:childTnLst>
                                </p:cTn>
                              </p:par>
                            </p:childTnLst>
                          </p:cTn>
                        </p:par>
                      </p:childTnLst>
                    </p:cTn>
                  </p:par>
                  <p:par>
                    <p:cTn id="84" fill="hold" nodeType="clickPar">
                      <p:stCondLst>
                        <p:cond delay="indefinite"/>
                      </p:stCondLst>
                      <p:childTnLst>
                        <p:par>
                          <p:cTn id="85" fill="hold" nodeType="withGroup">
                            <p:stCondLst>
                              <p:cond delay="0"/>
                            </p:stCondLst>
                            <p:childTnLst>
                              <p:par>
                                <p:cTn id="86" presetID="1" presetClass="entr" presetSubtype="0" fill="hold" nodeType="clickEffect">
                                  <p:stCondLst>
                                    <p:cond delay="0"/>
                                  </p:stCondLst>
                                  <p:childTnLst>
                                    <p:set>
                                      <p:cBhvr>
                                        <p:cTn id="87" dur="1" fill="hold">
                                          <p:stCondLst>
                                            <p:cond delay="499"/>
                                          </p:stCondLst>
                                        </p:cTn>
                                        <p:tgtEl>
                                          <p:spTgt spid="189477"/>
                                        </p:tgtEl>
                                        <p:attrNameLst>
                                          <p:attrName>style.visibility</p:attrName>
                                        </p:attrNameLst>
                                      </p:cBhvr>
                                      <p:to>
                                        <p:strVal val="visible"/>
                                      </p:to>
                                    </p:set>
                                  </p:childTnLst>
                                </p:cTn>
                              </p:par>
                            </p:childTnLst>
                          </p:cTn>
                        </p:par>
                      </p:childTnLst>
                    </p:cTn>
                  </p:par>
                  <p:par>
                    <p:cTn id="88" fill="hold" nodeType="clickPar">
                      <p:stCondLst>
                        <p:cond delay="indefinite"/>
                      </p:stCondLst>
                      <p:childTnLst>
                        <p:par>
                          <p:cTn id="89" fill="hold" nodeType="withGroup">
                            <p:stCondLst>
                              <p:cond delay="0"/>
                            </p:stCondLst>
                            <p:childTnLst>
                              <p:par>
                                <p:cTn id="90" presetID="17" presetClass="entr" presetSubtype="1" fill="hold" nodeType="clickEffect">
                                  <p:stCondLst>
                                    <p:cond delay="0"/>
                                  </p:stCondLst>
                                  <p:childTnLst>
                                    <p:set>
                                      <p:cBhvr>
                                        <p:cTn id="91" dur="1" fill="hold">
                                          <p:stCondLst>
                                            <p:cond delay="0"/>
                                          </p:stCondLst>
                                        </p:cTn>
                                        <p:tgtEl>
                                          <p:spTgt spid="189468"/>
                                        </p:tgtEl>
                                        <p:attrNameLst>
                                          <p:attrName>style.visibility</p:attrName>
                                        </p:attrNameLst>
                                      </p:cBhvr>
                                      <p:to>
                                        <p:strVal val="visible"/>
                                      </p:to>
                                    </p:set>
                                    <p:anim calcmode="lin" valueType="num">
                                      <p:cBhvr>
                                        <p:cTn id="92" dur="500" fill="hold"/>
                                        <p:tgtEl>
                                          <p:spTgt spid="189468"/>
                                        </p:tgtEl>
                                        <p:attrNameLst>
                                          <p:attrName>ppt_x</p:attrName>
                                        </p:attrNameLst>
                                      </p:cBhvr>
                                      <p:tavLst>
                                        <p:tav tm="0">
                                          <p:val>
                                            <p:strVal val="#ppt_x"/>
                                          </p:val>
                                        </p:tav>
                                        <p:tav tm="100000">
                                          <p:val>
                                            <p:strVal val="#ppt_x"/>
                                          </p:val>
                                        </p:tav>
                                      </p:tavLst>
                                    </p:anim>
                                    <p:anim calcmode="lin" valueType="num">
                                      <p:cBhvr>
                                        <p:cTn id="93" dur="500" fill="hold"/>
                                        <p:tgtEl>
                                          <p:spTgt spid="189468"/>
                                        </p:tgtEl>
                                        <p:attrNameLst>
                                          <p:attrName>ppt_y</p:attrName>
                                        </p:attrNameLst>
                                      </p:cBhvr>
                                      <p:tavLst>
                                        <p:tav tm="0">
                                          <p:val>
                                            <p:strVal val="#ppt_y-#ppt_h/2"/>
                                          </p:val>
                                        </p:tav>
                                        <p:tav tm="100000">
                                          <p:val>
                                            <p:strVal val="#ppt_y"/>
                                          </p:val>
                                        </p:tav>
                                      </p:tavLst>
                                    </p:anim>
                                    <p:anim calcmode="lin" valueType="num">
                                      <p:cBhvr>
                                        <p:cTn id="94" dur="500" fill="hold"/>
                                        <p:tgtEl>
                                          <p:spTgt spid="189468"/>
                                        </p:tgtEl>
                                        <p:attrNameLst>
                                          <p:attrName>ppt_w</p:attrName>
                                        </p:attrNameLst>
                                      </p:cBhvr>
                                      <p:tavLst>
                                        <p:tav tm="0">
                                          <p:val>
                                            <p:strVal val="#ppt_w"/>
                                          </p:val>
                                        </p:tav>
                                        <p:tav tm="100000">
                                          <p:val>
                                            <p:strVal val="#ppt_w"/>
                                          </p:val>
                                        </p:tav>
                                      </p:tavLst>
                                    </p:anim>
                                    <p:anim calcmode="lin" valueType="num">
                                      <p:cBhvr>
                                        <p:cTn id="95" dur="500" fill="hold"/>
                                        <p:tgtEl>
                                          <p:spTgt spid="189468"/>
                                        </p:tgtEl>
                                        <p:attrNameLst>
                                          <p:attrName>ppt_h</p:attrName>
                                        </p:attrNameLst>
                                      </p:cBhvr>
                                      <p:tavLst>
                                        <p:tav tm="0">
                                          <p:val>
                                            <p:fltVal val="0"/>
                                          </p:val>
                                        </p:tav>
                                        <p:tav tm="100000">
                                          <p:val>
                                            <p:strVal val="#ppt_h"/>
                                          </p:val>
                                        </p:tav>
                                      </p:tavLst>
                                    </p:anim>
                                  </p:childTnLst>
                                </p:cTn>
                              </p:par>
                            </p:childTnLst>
                          </p:cTn>
                        </p:par>
                      </p:childTnLst>
                    </p:cTn>
                  </p:par>
                  <p:par>
                    <p:cTn id="96" fill="hold" nodeType="clickPar">
                      <p:stCondLst>
                        <p:cond delay="indefinite"/>
                      </p:stCondLst>
                      <p:childTnLst>
                        <p:par>
                          <p:cTn id="97" fill="hold" nodeType="withGroup">
                            <p:stCondLst>
                              <p:cond delay="0"/>
                            </p:stCondLst>
                            <p:childTnLst>
                              <p:par>
                                <p:cTn id="98" presetID="18" presetClass="entr" presetSubtype="6" fill="hold" nodeType="clickEffect">
                                  <p:stCondLst>
                                    <p:cond delay="0"/>
                                  </p:stCondLst>
                                  <p:childTnLst>
                                    <p:set>
                                      <p:cBhvr>
                                        <p:cTn id="99" dur="1" fill="hold">
                                          <p:stCondLst>
                                            <p:cond delay="0"/>
                                          </p:stCondLst>
                                        </p:cTn>
                                        <p:tgtEl>
                                          <p:spTgt spid="189465"/>
                                        </p:tgtEl>
                                        <p:attrNameLst>
                                          <p:attrName>style.visibility</p:attrName>
                                        </p:attrNameLst>
                                      </p:cBhvr>
                                      <p:to>
                                        <p:strVal val="visible"/>
                                      </p:to>
                                    </p:set>
                                    <p:animEffect transition="in" filter="strips(downRight)">
                                      <p:cBhvr>
                                        <p:cTn id="100" dur="500"/>
                                        <p:tgtEl>
                                          <p:spTgt spid="189465"/>
                                        </p:tgtEl>
                                      </p:cBhvr>
                                    </p:animEffec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23" presetClass="entr" presetSubtype="16" fill="hold" nodeType="clickEffect">
                                  <p:stCondLst>
                                    <p:cond delay="0"/>
                                  </p:stCondLst>
                                  <p:childTnLst>
                                    <p:set>
                                      <p:cBhvr>
                                        <p:cTn id="104" dur="1" fill="hold">
                                          <p:stCondLst>
                                            <p:cond delay="0"/>
                                          </p:stCondLst>
                                        </p:cTn>
                                        <p:tgtEl>
                                          <p:spTgt spid="189540"/>
                                        </p:tgtEl>
                                        <p:attrNameLst>
                                          <p:attrName>style.visibility</p:attrName>
                                        </p:attrNameLst>
                                      </p:cBhvr>
                                      <p:to>
                                        <p:strVal val="visible"/>
                                      </p:to>
                                    </p:set>
                                    <p:anim calcmode="lin" valueType="num">
                                      <p:cBhvr>
                                        <p:cTn id="105" dur="500" fill="hold"/>
                                        <p:tgtEl>
                                          <p:spTgt spid="189540"/>
                                        </p:tgtEl>
                                        <p:attrNameLst>
                                          <p:attrName>ppt_w</p:attrName>
                                        </p:attrNameLst>
                                      </p:cBhvr>
                                      <p:tavLst>
                                        <p:tav tm="0">
                                          <p:val>
                                            <p:fltVal val="0"/>
                                          </p:val>
                                        </p:tav>
                                        <p:tav tm="100000">
                                          <p:val>
                                            <p:strVal val="#ppt_w"/>
                                          </p:val>
                                        </p:tav>
                                      </p:tavLst>
                                    </p:anim>
                                    <p:anim calcmode="lin" valueType="num">
                                      <p:cBhvr>
                                        <p:cTn id="106" dur="500" fill="hold"/>
                                        <p:tgtEl>
                                          <p:spTgt spid="189540"/>
                                        </p:tgtEl>
                                        <p:attrNameLst>
                                          <p:attrName>ppt_h</p:attrName>
                                        </p:attrNameLst>
                                      </p:cBhvr>
                                      <p:tavLst>
                                        <p:tav tm="0">
                                          <p:val>
                                            <p:fltVal val="0"/>
                                          </p:val>
                                        </p:tav>
                                        <p:tav tm="100000">
                                          <p:val>
                                            <p:strVal val="#ppt_h"/>
                                          </p:val>
                                        </p:tav>
                                      </p:tavLst>
                                    </p:anim>
                                  </p:childTnLst>
                                </p:cTn>
                              </p:par>
                            </p:childTnLst>
                          </p:cTn>
                        </p:par>
                      </p:childTnLst>
                    </p:cTn>
                  </p:par>
                  <p:par>
                    <p:cTn id="107" fill="hold" nodeType="clickPar">
                      <p:stCondLst>
                        <p:cond delay="indefinite"/>
                      </p:stCondLst>
                      <p:childTnLst>
                        <p:par>
                          <p:cTn id="108" fill="hold" nodeType="withGroup">
                            <p:stCondLst>
                              <p:cond delay="0"/>
                            </p:stCondLst>
                            <p:childTnLst>
                              <p:par>
                                <p:cTn id="109" presetID="23" presetClass="entr" presetSubtype="16" fill="hold" grpId="0" nodeType="clickEffect">
                                  <p:stCondLst>
                                    <p:cond delay="0"/>
                                  </p:stCondLst>
                                  <p:childTnLst>
                                    <p:set>
                                      <p:cBhvr>
                                        <p:cTn id="110" dur="1" fill="hold">
                                          <p:stCondLst>
                                            <p:cond delay="0"/>
                                          </p:stCondLst>
                                        </p:cTn>
                                        <p:tgtEl>
                                          <p:spTgt spid="189589"/>
                                        </p:tgtEl>
                                        <p:attrNameLst>
                                          <p:attrName>style.visibility</p:attrName>
                                        </p:attrNameLst>
                                      </p:cBhvr>
                                      <p:to>
                                        <p:strVal val="visible"/>
                                      </p:to>
                                    </p:set>
                                    <p:anim calcmode="lin" valueType="num">
                                      <p:cBhvr>
                                        <p:cTn id="111" dur="500" fill="hold"/>
                                        <p:tgtEl>
                                          <p:spTgt spid="189589"/>
                                        </p:tgtEl>
                                        <p:attrNameLst>
                                          <p:attrName>ppt_w</p:attrName>
                                        </p:attrNameLst>
                                      </p:cBhvr>
                                      <p:tavLst>
                                        <p:tav tm="0">
                                          <p:val>
                                            <p:fltVal val="0"/>
                                          </p:val>
                                        </p:tav>
                                        <p:tav tm="100000">
                                          <p:val>
                                            <p:strVal val="#ppt_w"/>
                                          </p:val>
                                        </p:tav>
                                      </p:tavLst>
                                    </p:anim>
                                    <p:anim calcmode="lin" valueType="num">
                                      <p:cBhvr>
                                        <p:cTn id="112" dur="500" fill="hold"/>
                                        <p:tgtEl>
                                          <p:spTgt spid="189589"/>
                                        </p:tgtEl>
                                        <p:attrNameLst>
                                          <p:attrName>ppt_h</p:attrName>
                                        </p:attrNameLst>
                                      </p:cBhvr>
                                      <p:tavLst>
                                        <p:tav tm="0">
                                          <p:val>
                                            <p:fltVal val="0"/>
                                          </p:val>
                                        </p:tav>
                                        <p:tav tm="100000">
                                          <p:val>
                                            <p:strVal val="#ppt_h"/>
                                          </p:val>
                                        </p:tav>
                                      </p:tavLst>
                                    </p:anim>
                                  </p:childTnLst>
                                </p:cTn>
                              </p:par>
                            </p:childTnLst>
                          </p:cTn>
                        </p:par>
                      </p:childTnLst>
                    </p:cTn>
                  </p:par>
                  <p:par>
                    <p:cTn id="113" fill="hold" nodeType="clickPar">
                      <p:stCondLst>
                        <p:cond delay="indefinite"/>
                      </p:stCondLst>
                      <p:childTnLst>
                        <p:par>
                          <p:cTn id="114" fill="hold" nodeType="withGroup">
                            <p:stCondLst>
                              <p:cond delay="0"/>
                            </p:stCondLst>
                            <p:childTnLst>
                              <p:par>
                                <p:cTn id="115" presetID="17" presetClass="entr" presetSubtype="8" fill="hold" nodeType="clickEffect">
                                  <p:stCondLst>
                                    <p:cond delay="0"/>
                                  </p:stCondLst>
                                  <p:childTnLst>
                                    <p:set>
                                      <p:cBhvr>
                                        <p:cTn id="116" dur="1" fill="hold">
                                          <p:stCondLst>
                                            <p:cond delay="0"/>
                                          </p:stCondLst>
                                        </p:cTn>
                                        <p:tgtEl>
                                          <p:spTgt spid="189586"/>
                                        </p:tgtEl>
                                        <p:attrNameLst>
                                          <p:attrName>style.visibility</p:attrName>
                                        </p:attrNameLst>
                                      </p:cBhvr>
                                      <p:to>
                                        <p:strVal val="visible"/>
                                      </p:to>
                                    </p:set>
                                    <p:anim calcmode="lin" valueType="num">
                                      <p:cBhvr>
                                        <p:cTn id="117" dur="500" fill="hold"/>
                                        <p:tgtEl>
                                          <p:spTgt spid="189586"/>
                                        </p:tgtEl>
                                        <p:attrNameLst>
                                          <p:attrName>ppt_x</p:attrName>
                                        </p:attrNameLst>
                                      </p:cBhvr>
                                      <p:tavLst>
                                        <p:tav tm="0">
                                          <p:val>
                                            <p:strVal val="#ppt_x-#ppt_w/2"/>
                                          </p:val>
                                        </p:tav>
                                        <p:tav tm="100000">
                                          <p:val>
                                            <p:strVal val="#ppt_x"/>
                                          </p:val>
                                        </p:tav>
                                      </p:tavLst>
                                    </p:anim>
                                    <p:anim calcmode="lin" valueType="num">
                                      <p:cBhvr>
                                        <p:cTn id="118" dur="500" fill="hold"/>
                                        <p:tgtEl>
                                          <p:spTgt spid="189586"/>
                                        </p:tgtEl>
                                        <p:attrNameLst>
                                          <p:attrName>ppt_y</p:attrName>
                                        </p:attrNameLst>
                                      </p:cBhvr>
                                      <p:tavLst>
                                        <p:tav tm="0">
                                          <p:val>
                                            <p:strVal val="#ppt_y"/>
                                          </p:val>
                                        </p:tav>
                                        <p:tav tm="100000">
                                          <p:val>
                                            <p:strVal val="#ppt_y"/>
                                          </p:val>
                                        </p:tav>
                                      </p:tavLst>
                                    </p:anim>
                                    <p:anim calcmode="lin" valueType="num">
                                      <p:cBhvr>
                                        <p:cTn id="119" dur="500" fill="hold"/>
                                        <p:tgtEl>
                                          <p:spTgt spid="189586"/>
                                        </p:tgtEl>
                                        <p:attrNameLst>
                                          <p:attrName>ppt_w</p:attrName>
                                        </p:attrNameLst>
                                      </p:cBhvr>
                                      <p:tavLst>
                                        <p:tav tm="0">
                                          <p:val>
                                            <p:fltVal val="0"/>
                                          </p:val>
                                        </p:tav>
                                        <p:tav tm="100000">
                                          <p:val>
                                            <p:strVal val="#ppt_w"/>
                                          </p:val>
                                        </p:tav>
                                      </p:tavLst>
                                    </p:anim>
                                    <p:anim calcmode="lin" valueType="num">
                                      <p:cBhvr>
                                        <p:cTn id="120" dur="500" fill="hold"/>
                                        <p:tgtEl>
                                          <p:spTgt spid="189586"/>
                                        </p:tgtEl>
                                        <p:attrNameLst>
                                          <p:attrName>ppt_h</p:attrName>
                                        </p:attrNameLst>
                                      </p:cBhvr>
                                      <p:tavLst>
                                        <p:tav tm="0">
                                          <p:val>
                                            <p:strVal val="#ppt_h"/>
                                          </p:val>
                                        </p:tav>
                                        <p:tav tm="100000">
                                          <p:val>
                                            <p:strVal val="#ppt_h"/>
                                          </p:val>
                                        </p:tav>
                                      </p:tavLst>
                                    </p:anim>
                                  </p:childTnLst>
                                </p:cTn>
                              </p:par>
                            </p:childTnLst>
                          </p:cTn>
                        </p:par>
                      </p:childTnLst>
                    </p:cTn>
                  </p:par>
                  <p:par>
                    <p:cTn id="121" fill="hold" nodeType="clickPar">
                      <p:stCondLst>
                        <p:cond delay="indefinite"/>
                      </p:stCondLst>
                      <p:childTnLst>
                        <p:par>
                          <p:cTn id="122" fill="hold" nodeType="withGroup">
                            <p:stCondLst>
                              <p:cond delay="0"/>
                            </p:stCondLst>
                            <p:childTnLst>
                              <p:par>
                                <p:cTn id="123" presetID="2" presetClass="entr" presetSubtype="1" fill="hold" grpId="0" nodeType="clickEffect">
                                  <p:stCondLst>
                                    <p:cond delay="0"/>
                                  </p:stCondLst>
                                  <p:childTnLst>
                                    <p:set>
                                      <p:cBhvr>
                                        <p:cTn id="124" dur="1" fill="hold">
                                          <p:stCondLst>
                                            <p:cond delay="0"/>
                                          </p:stCondLst>
                                        </p:cTn>
                                        <p:tgtEl>
                                          <p:spTgt spid="189585"/>
                                        </p:tgtEl>
                                        <p:attrNameLst>
                                          <p:attrName>style.visibility</p:attrName>
                                        </p:attrNameLst>
                                      </p:cBhvr>
                                      <p:to>
                                        <p:strVal val="visible"/>
                                      </p:to>
                                    </p:set>
                                    <p:anim calcmode="lin" valueType="num">
                                      <p:cBhvr additive="base">
                                        <p:cTn id="125" dur="500" fill="hold"/>
                                        <p:tgtEl>
                                          <p:spTgt spid="189585"/>
                                        </p:tgtEl>
                                        <p:attrNameLst>
                                          <p:attrName>ppt_x</p:attrName>
                                        </p:attrNameLst>
                                      </p:cBhvr>
                                      <p:tavLst>
                                        <p:tav tm="0">
                                          <p:val>
                                            <p:strVal val="#ppt_x"/>
                                          </p:val>
                                        </p:tav>
                                        <p:tav tm="100000">
                                          <p:val>
                                            <p:strVal val="#ppt_x"/>
                                          </p:val>
                                        </p:tav>
                                      </p:tavLst>
                                    </p:anim>
                                    <p:anim calcmode="lin" valueType="num">
                                      <p:cBhvr additive="base">
                                        <p:cTn id="126" dur="500" fill="hold"/>
                                        <p:tgtEl>
                                          <p:spTgt spid="189585"/>
                                        </p:tgtEl>
                                        <p:attrNameLst>
                                          <p:attrName>ppt_y</p:attrName>
                                        </p:attrNameLst>
                                      </p:cBhvr>
                                      <p:tavLst>
                                        <p:tav tm="0">
                                          <p:val>
                                            <p:strVal val="0-#ppt_h/2"/>
                                          </p:val>
                                        </p:tav>
                                        <p:tav tm="100000">
                                          <p:val>
                                            <p:strVal val="#ppt_y"/>
                                          </p:val>
                                        </p:tav>
                                      </p:tavLst>
                                    </p:anim>
                                  </p:childTnLst>
                                </p:cTn>
                              </p:par>
                            </p:childTnLst>
                          </p:cTn>
                        </p:par>
                      </p:childTnLst>
                    </p:cTn>
                  </p:par>
                  <p:par>
                    <p:cTn id="127" fill="hold" nodeType="clickPar">
                      <p:stCondLst>
                        <p:cond delay="indefinite"/>
                      </p:stCondLst>
                      <p:childTnLst>
                        <p:par>
                          <p:cTn id="128" fill="hold" nodeType="withGroup">
                            <p:stCondLst>
                              <p:cond delay="0"/>
                            </p:stCondLst>
                            <p:childTnLst>
                              <p:par>
                                <p:cTn id="129" presetID="17" presetClass="entr" presetSubtype="8" fill="hold" grpId="0" nodeType="clickEffect">
                                  <p:stCondLst>
                                    <p:cond delay="0"/>
                                  </p:stCondLst>
                                  <p:childTnLst>
                                    <p:set>
                                      <p:cBhvr>
                                        <p:cTn id="130" dur="1" fill="hold">
                                          <p:stCondLst>
                                            <p:cond delay="0"/>
                                          </p:stCondLst>
                                        </p:cTn>
                                        <p:tgtEl>
                                          <p:spTgt spid="189493"/>
                                        </p:tgtEl>
                                        <p:attrNameLst>
                                          <p:attrName>style.visibility</p:attrName>
                                        </p:attrNameLst>
                                      </p:cBhvr>
                                      <p:to>
                                        <p:strVal val="visible"/>
                                      </p:to>
                                    </p:set>
                                    <p:anim calcmode="lin" valueType="num">
                                      <p:cBhvr>
                                        <p:cTn id="131" dur="500" fill="hold"/>
                                        <p:tgtEl>
                                          <p:spTgt spid="189493"/>
                                        </p:tgtEl>
                                        <p:attrNameLst>
                                          <p:attrName>ppt_x</p:attrName>
                                        </p:attrNameLst>
                                      </p:cBhvr>
                                      <p:tavLst>
                                        <p:tav tm="0">
                                          <p:val>
                                            <p:strVal val="#ppt_x-#ppt_w/2"/>
                                          </p:val>
                                        </p:tav>
                                        <p:tav tm="100000">
                                          <p:val>
                                            <p:strVal val="#ppt_x"/>
                                          </p:val>
                                        </p:tav>
                                      </p:tavLst>
                                    </p:anim>
                                    <p:anim calcmode="lin" valueType="num">
                                      <p:cBhvr>
                                        <p:cTn id="132" dur="500" fill="hold"/>
                                        <p:tgtEl>
                                          <p:spTgt spid="189493"/>
                                        </p:tgtEl>
                                        <p:attrNameLst>
                                          <p:attrName>ppt_y</p:attrName>
                                        </p:attrNameLst>
                                      </p:cBhvr>
                                      <p:tavLst>
                                        <p:tav tm="0">
                                          <p:val>
                                            <p:strVal val="#ppt_y"/>
                                          </p:val>
                                        </p:tav>
                                        <p:tav tm="100000">
                                          <p:val>
                                            <p:strVal val="#ppt_y"/>
                                          </p:val>
                                        </p:tav>
                                      </p:tavLst>
                                    </p:anim>
                                    <p:anim calcmode="lin" valueType="num">
                                      <p:cBhvr>
                                        <p:cTn id="133" dur="500" fill="hold"/>
                                        <p:tgtEl>
                                          <p:spTgt spid="189493"/>
                                        </p:tgtEl>
                                        <p:attrNameLst>
                                          <p:attrName>ppt_w</p:attrName>
                                        </p:attrNameLst>
                                      </p:cBhvr>
                                      <p:tavLst>
                                        <p:tav tm="0">
                                          <p:val>
                                            <p:fltVal val="0"/>
                                          </p:val>
                                        </p:tav>
                                        <p:tav tm="100000">
                                          <p:val>
                                            <p:strVal val="#ppt_w"/>
                                          </p:val>
                                        </p:tav>
                                      </p:tavLst>
                                    </p:anim>
                                    <p:anim calcmode="lin" valueType="num">
                                      <p:cBhvr>
                                        <p:cTn id="134" dur="500" fill="hold"/>
                                        <p:tgtEl>
                                          <p:spTgt spid="189493"/>
                                        </p:tgtEl>
                                        <p:attrNameLst>
                                          <p:attrName>ppt_h</p:attrName>
                                        </p:attrNameLst>
                                      </p:cBhvr>
                                      <p:tavLst>
                                        <p:tav tm="0">
                                          <p:val>
                                            <p:strVal val="#ppt_h"/>
                                          </p:val>
                                        </p:tav>
                                        <p:tav tm="100000">
                                          <p:val>
                                            <p:strVal val="#ppt_h"/>
                                          </p:val>
                                        </p:tav>
                                      </p:tavLst>
                                    </p:anim>
                                  </p:childTnLst>
                                </p:cTn>
                              </p:par>
                            </p:childTnLst>
                          </p:cTn>
                        </p:par>
                      </p:childTnLst>
                    </p:cTn>
                  </p:par>
                  <p:par>
                    <p:cTn id="135" fill="hold" nodeType="clickPar">
                      <p:stCondLst>
                        <p:cond delay="indefinite"/>
                      </p:stCondLst>
                      <p:childTnLst>
                        <p:par>
                          <p:cTn id="136" fill="hold" nodeType="withGroup">
                            <p:stCondLst>
                              <p:cond delay="0"/>
                            </p:stCondLst>
                            <p:childTnLst>
                              <p:par>
                                <p:cTn id="137" presetID="17" presetClass="entr" presetSubtype="1" fill="hold" nodeType="clickEffect">
                                  <p:stCondLst>
                                    <p:cond delay="0"/>
                                  </p:stCondLst>
                                  <p:childTnLst>
                                    <p:set>
                                      <p:cBhvr>
                                        <p:cTn id="138" dur="1" fill="hold">
                                          <p:stCondLst>
                                            <p:cond delay="0"/>
                                          </p:stCondLst>
                                        </p:cTn>
                                        <p:tgtEl>
                                          <p:spTgt spid="189500"/>
                                        </p:tgtEl>
                                        <p:attrNameLst>
                                          <p:attrName>style.visibility</p:attrName>
                                        </p:attrNameLst>
                                      </p:cBhvr>
                                      <p:to>
                                        <p:strVal val="visible"/>
                                      </p:to>
                                    </p:set>
                                    <p:anim calcmode="lin" valueType="num">
                                      <p:cBhvr>
                                        <p:cTn id="139" dur="500" fill="hold"/>
                                        <p:tgtEl>
                                          <p:spTgt spid="189500"/>
                                        </p:tgtEl>
                                        <p:attrNameLst>
                                          <p:attrName>ppt_x</p:attrName>
                                        </p:attrNameLst>
                                      </p:cBhvr>
                                      <p:tavLst>
                                        <p:tav tm="0">
                                          <p:val>
                                            <p:strVal val="#ppt_x"/>
                                          </p:val>
                                        </p:tav>
                                        <p:tav tm="100000">
                                          <p:val>
                                            <p:strVal val="#ppt_x"/>
                                          </p:val>
                                        </p:tav>
                                      </p:tavLst>
                                    </p:anim>
                                    <p:anim calcmode="lin" valueType="num">
                                      <p:cBhvr>
                                        <p:cTn id="140" dur="500" fill="hold"/>
                                        <p:tgtEl>
                                          <p:spTgt spid="189500"/>
                                        </p:tgtEl>
                                        <p:attrNameLst>
                                          <p:attrName>ppt_y</p:attrName>
                                        </p:attrNameLst>
                                      </p:cBhvr>
                                      <p:tavLst>
                                        <p:tav tm="0">
                                          <p:val>
                                            <p:strVal val="#ppt_y-#ppt_h/2"/>
                                          </p:val>
                                        </p:tav>
                                        <p:tav tm="100000">
                                          <p:val>
                                            <p:strVal val="#ppt_y"/>
                                          </p:val>
                                        </p:tav>
                                      </p:tavLst>
                                    </p:anim>
                                    <p:anim calcmode="lin" valueType="num">
                                      <p:cBhvr>
                                        <p:cTn id="141" dur="500" fill="hold"/>
                                        <p:tgtEl>
                                          <p:spTgt spid="189500"/>
                                        </p:tgtEl>
                                        <p:attrNameLst>
                                          <p:attrName>ppt_w</p:attrName>
                                        </p:attrNameLst>
                                      </p:cBhvr>
                                      <p:tavLst>
                                        <p:tav tm="0">
                                          <p:val>
                                            <p:strVal val="#ppt_w"/>
                                          </p:val>
                                        </p:tav>
                                        <p:tav tm="100000">
                                          <p:val>
                                            <p:strVal val="#ppt_w"/>
                                          </p:val>
                                        </p:tav>
                                      </p:tavLst>
                                    </p:anim>
                                    <p:anim calcmode="lin" valueType="num">
                                      <p:cBhvr>
                                        <p:cTn id="142" dur="500" fill="hold"/>
                                        <p:tgtEl>
                                          <p:spTgt spid="189500"/>
                                        </p:tgtEl>
                                        <p:attrNameLst>
                                          <p:attrName>ppt_h</p:attrName>
                                        </p:attrNameLst>
                                      </p:cBhvr>
                                      <p:tavLst>
                                        <p:tav tm="0">
                                          <p:val>
                                            <p:fltVal val="0"/>
                                          </p:val>
                                        </p:tav>
                                        <p:tav tm="100000">
                                          <p:val>
                                            <p:strVal val="#ppt_h"/>
                                          </p:val>
                                        </p:tav>
                                      </p:tavLst>
                                    </p:anim>
                                  </p:childTnLst>
                                </p:cTn>
                              </p:par>
                            </p:childTnLst>
                          </p:cTn>
                        </p:par>
                      </p:childTnLst>
                    </p:cTn>
                  </p:par>
                  <p:par>
                    <p:cTn id="143" fill="hold" nodeType="clickPar">
                      <p:stCondLst>
                        <p:cond delay="indefinite"/>
                      </p:stCondLst>
                      <p:childTnLst>
                        <p:par>
                          <p:cTn id="144" fill="hold" nodeType="withGroup">
                            <p:stCondLst>
                              <p:cond delay="0"/>
                            </p:stCondLst>
                            <p:childTnLst>
                              <p:par>
                                <p:cTn id="145" presetID="18" presetClass="entr" presetSubtype="6" fill="hold" nodeType="clickEffect">
                                  <p:stCondLst>
                                    <p:cond delay="0"/>
                                  </p:stCondLst>
                                  <p:childTnLst>
                                    <p:set>
                                      <p:cBhvr>
                                        <p:cTn id="146" dur="1" fill="hold">
                                          <p:stCondLst>
                                            <p:cond delay="0"/>
                                          </p:stCondLst>
                                        </p:cTn>
                                        <p:tgtEl>
                                          <p:spTgt spid="189494"/>
                                        </p:tgtEl>
                                        <p:attrNameLst>
                                          <p:attrName>style.visibility</p:attrName>
                                        </p:attrNameLst>
                                      </p:cBhvr>
                                      <p:to>
                                        <p:strVal val="visible"/>
                                      </p:to>
                                    </p:set>
                                    <p:animEffect transition="in" filter="strips(downRight)">
                                      <p:cBhvr>
                                        <p:cTn id="147" dur="500"/>
                                        <p:tgtEl>
                                          <p:spTgt spid="189494"/>
                                        </p:tgtEl>
                                      </p:cBhvr>
                                    </p:animEffect>
                                  </p:childTnLst>
                                </p:cTn>
                              </p:par>
                            </p:childTnLst>
                          </p:cTn>
                        </p:par>
                      </p:childTnLst>
                    </p:cTn>
                  </p:par>
                  <p:par>
                    <p:cTn id="148" fill="hold" nodeType="clickPar">
                      <p:stCondLst>
                        <p:cond delay="indefinite"/>
                      </p:stCondLst>
                      <p:childTnLst>
                        <p:par>
                          <p:cTn id="149" fill="hold" nodeType="withGroup">
                            <p:stCondLst>
                              <p:cond delay="0"/>
                            </p:stCondLst>
                            <p:childTnLst>
                              <p:par>
                                <p:cTn id="150" presetID="17" presetClass="entr" presetSubtype="10" fill="hold" nodeType="clickEffect">
                                  <p:stCondLst>
                                    <p:cond delay="0"/>
                                  </p:stCondLst>
                                  <p:childTnLst>
                                    <p:set>
                                      <p:cBhvr>
                                        <p:cTn id="151" dur="1" fill="hold">
                                          <p:stCondLst>
                                            <p:cond delay="0"/>
                                          </p:stCondLst>
                                        </p:cTn>
                                        <p:tgtEl>
                                          <p:spTgt spid="189530"/>
                                        </p:tgtEl>
                                        <p:attrNameLst>
                                          <p:attrName>style.visibility</p:attrName>
                                        </p:attrNameLst>
                                      </p:cBhvr>
                                      <p:to>
                                        <p:strVal val="visible"/>
                                      </p:to>
                                    </p:set>
                                    <p:anim calcmode="lin" valueType="num">
                                      <p:cBhvr>
                                        <p:cTn id="152" dur="500" fill="hold"/>
                                        <p:tgtEl>
                                          <p:spTgt spid="189530"/>
                                        </p:tgtEl>
                                        <p:attrNameLst>
                                          <p:attrName>ppt_w</p:attrName>
                                        </p:attrNameLst>
                                      </p:cBhvr>
                                      <p:tavLst>
                                        <p:tav tm="0">
                                          <p:val>
                                            <p:fltVal val="0"/>
                                          </p:val>
                                        </p:tav>
                                        <p:tav tm="100000">
                                          <p:val>
                                            <p:strVal val="#ppt_w"/>
                                          </p:val>
                                        </p:tav>
                                      </p:tavLst>
                                    </p:anim>
                                    <p:anim calcmode="lin" valueType="num">
                                      <p:cBhvr>
                                        <p:cTn id="153" dur="500" fill="hold"/>
                                        <p:tgtEl>
                                          <p:spTgt spid="189530"/>
                                        </p:tgtEl>
                                        <p:attrNameLst>
                                          <p:attrName>ppt_h</p:attrName>
                                        </p:attrNameLst>
                                      </p:cBhvr>
                                      <p:tavLst>
                                        <p:tav tm="0">
                                          <p:val>
                                            <p:strVal val="#ppt_h"/>
                                          </p:val>
                                        </p:tav>
                                        <p:tav tm="100000">
                                          <p:val>
                                            <p:strVal val="#ppt_h"/>
                                          </p:val>
                                        </p:tav>
                                      </p:tavLst>
                                    </p:anim>
                                  </p:childTnLst>
                                </p:cTn>
                              </p:par>
                            </p:childTnLst>
                          </p:cTn>
                        </p:par>
                      </p:childTnLst>
                    </p:cTn>
                  </p:par>
                  <p:par>
                    <p:cTn id="154" fill="hold" nodeType="clickPar">
                      <p:stCondLst>
                        <p:cond delay="indefinite"/>
                      </p:stCondLst>
                      <p:childTnLst>
                        <p:par>
                          <p:cTn id="155" fill="hold" nodeType="withGroup">
                            <p:stCondLst>
                              <p:cond delay="0"/>
                            </p:stCondLst>
                            <p:childTnLst>
                              <p:par>
                                <p:cTn id="156" presetID="1" presetClass="entr" presetSubtype="0" fill="hold" grpId="0" nodeType="clickEffect">
                                  <p:stCondLst>
                                    <p:cond delay="0"/>
                                  </p:stCondLst>
                                  <p:childTnLst>
                                    <p:set>
                                      <p:cBhvr>
                                        <p:cTn id="157" dur="1" fill="hold">
                                          <p:stCondLst>
                                            <p:cond delay="499"/>
                                          </p:stCondLst>
                                        </p:cTn>
                                        <p:tgtEl>
                                          <p:spTgt spid="189517"/>
                                        </p:tgtEl>
                                        <p:attrNameLst>
                                          <p:attrName>style.visibility</p:attrName>
                                        </p:attrNameLst>
                                      </p:cBhvr>
                                      <p:to>
                                        <p:strVal val="visible"/>
                                      </p:to>
                                    </p:set>
                                  </p:childTnLst>
                                </p:cTn>
                              </p:par>
                            </p:childTnLst>
                          </p:cTn>
                        </p:par>
                      </p:childTnLst>
                    </p:cTn>
                  </p:par>
                  <p:par>
                    <p:cTn id="158" fill="hold" nodeType="clickPar">
                      <p:stCondLst>
                        <p:cond delay="indefinite"/>
                      </p:stCondLst>
                      <p:childTnLst>
                        <p:par>
                          <p:cTn id="159" fill="hold" nodeType="withGroup">
                            <p:stCondLst>
                              <p:cond delay="0"/>
                            </p:stCondLst>
                            <p:childTnLst>
                              <p:par>
                                <p:cTn id="160" presetID="1" presetClass="entr" presetSubtype="0" fill="hold" grpId="0" nodeType="clickEffect">
                                  <p:stCondLst>
                                    <p:cond delay="0"/>
                                  </p:stCondLst>
                                  <p:childTnLst>
                                    <p:set>
                                      <p:cBhvr>
                                        <p:cTn id="161" dur="1" fill="hold">
                                          <p:stCondLst>
                                            <p:cond delay="499"/>
                                          </p:stCondLst>
                                        </p:cTn>
                                        <p:tgtEl>
                                          <p:spTgt spid="189537"/>
                                        </p:tgtEl>
                                        <p:attrNameLst>
                                          <p:attrName>style.visibility</p:attrName>
                                        </p:attrNameLst>
                                      </p:cBhvr>
                                      <p:to>
                                        <p:strVal val="visible"/>
                                      </p:to>
                                    </p:set>
                                  </p:childTnLst>
                                </p:cTn>
                              </p:par>
                            </p:childTnLst>
                          </p:cTn>
                        </p:par>
                      </p:childTnLst>
                    </p:cTn>
                  </p:par>
                  <p:par>
                    <p:cTn id="162" fill="hold" nodeType="clickPar">
                      <p:stCondLst>
                        <p:cond delay="indefinite"/>
                      </p:stCondLst>
                      <p:childTnLst>
                        <p:par>
                          <p:cTn id="163" fill="hold" nodeType="withGroup">
                            <p:stCondLst>
                              <p:cond delay="0"/>
                            </p:stCondLst>
                            <p:childTnLst>
                              <p:par>
                                <p:cTn id="164" presetID="2" presetClass="entr" presetSubtype="1" fill="hold" grpId="0" nodeType="clickEffect">
                                  <p:stCondLst>
                                    <p:cond delay="0"/>
                                  </p:stCondLst>
                                  <p:childTnLst>
                                    <p:set>
                                      <p:cBhvr>
                                        <p:cTn id="165" dur="1" fill="hold">
                                          <p:stCondLst>
                                            <p:cond delay="0"/>
                                          </p:stCondLst>
                                        </p:cTn>
                                        <p:tgtEl>
                                          <p:spTgt spid="189535"/>
                                        </p:tgtEl>
                                        <p:attrNameLst>
                                          <p:attrName>style.visibility</p:attrName>
                                        </p:attrNameLst>
                                      </p:cBhvr>
                                      <p:to>
                                        <p:strVal val="visible"/>
                                      </p:to>
                                    </p:set>
                                    <p:anim calcmode="lin" valueType="num">
                                      <p:cBhvr additive="base">
                                        <p:cTn id="166" dur="500" fill="hold"/>
                                        <p:tgtEl>
                                          <p:spTgt spid="189535"/>
                                        </p:tgtEl>
                                        <p:attrNameLst>
                                          <p:attrName>ppt_x</p:attrName>
                                        </p:attrNameLst>
                                      </p:cBhvr>
                                      <p:tavLst>
                                        <p:tav tm="0">
                                          <p:val>
                                            <p:strVal val="#ppt_x"/>
                                          </p:val>
                                        </p:tav>
                                        <p:tav tm="100000">
                                          <p:val>
                                            <p:strVal val="#ppt_x"/>
                                          </p:val>
                                        </p:tav>
                                      </p:tavLst>
                                    </p:anim>
                                    <p:anim calcmode="lin" valueType="num">
                                      <p:cBhvr additive="base">
                                        <p:cTn id="167" dur="500" fill="hold"/>
                                        <p:tgtEl>
                                          <p:spTgt spid="189535"/>
                                        </p:tgtEl>
                                        <p:attrNameLst>
                                          <p:attrName>ppt_y</p:attrName>
                                        </p:attrNameLst>
                                      </p:cBhvr>
                                      <p:tavLst>
                                        <p:tav tm="0">
                                          <p:val>
                                            <p:strVal val="0-#ppt_h/2"/>
                                          </p:val>
                                        </p:tav>
                                        <p:tav tm="100000">
                                          <p:val>
                                            <p:strVal val="#ppt_y"/>
                                          </p:val>
                                        </p:tav>
                                      </p:tavLst>
                                    </p:anim>
                                  </p:childTnLst>
                                </p:cTn>
                              </p:par>
                            </p:childTnLst>
                          </p:cTn>
                        </p:par>
                      </p:childTnLst>
                    </p:cTn>
                  </p:par>
                  <p:par>
                    <p:cTn id="168" fill="hold" nodeType="clickPar">
                      <p:stCondLst>
                        <p:cond delay="indefinite"/>
                      </p:stCondLst>
                      <p:childTnLst>
                        <p:par>
                          <p:cTn id="169" fill="hold" nodeType="withGroup">
                            <p:stCondLst>
                              <p:cond delay="0"/>
                            </p:stCondLst>
                            <p:childTnLst>
                              <p:par>
                                <p:cTn id="170" presetID="17" presetClass="entr" presetSubtype="1" fill="hold" nodeType="clickEffect">
                                  <p:stCondLst>
                                    <p:cond delay="0"/>
                                  </p:stCondLst>
                                  <p:childTnLst>
                                    <p:set>
                                      <p:cBhvr>
                                        <p:cTn id="171" dur="1" fill="hold">
                                          <p:stCondLst>
                                            <p:cond delay="0"/>
                                          </p:stCondLst>
                                        </p:cTn>
                                        <p:tgtEl>
                                          <p:spTgt spid="189503"/>
                                        </p:tgtEl>
                                        <p:attrNameLst>
                                          <p:attrName>style.visibility</p:attrName>
                                        </p:attrNameLst>
                                      </p:cBhvr>
                                      <p:to>
                                        <p:strVal val="visible"/>
                                      </p:to>
                                    </p:set>
                                    <p:anim calcmode="lin" valueType="num">
                                      <p:cBhvr>
                                        <p:cTn id="172" dur="500" fill="hold"/>
                                        <p:tgtEl>
                                          <p:spTgt spid="189503"/>
                                        </p:tgtEl>
                                        <p:attrNameLst>
                                          <p:attrName>ppt_x</p:attrName>
                                        </p:attrNameLst>
                                      </p:cBhvr>
                                      <p:tavLst>
                                        <p:tav tm="0">
                                          <p:val>
                                            <p:strVal val="#ppt_x"/>
                                          </p:val>
                                        </p:tav>
                                        <p:tav tm="100000">
                                          <p:val>
                                            <p:strVal val="#ppt_x"/>
                                          </p:val>
                                        </p:tav>
                                      </p:tavLst>
                                    </p:anim>
                                    <p:anim calcmode="lin" valueType="num">
                                      <p:cBhvr>
                                        <p:cTn id="173" dur="500" fill="hold"/>
                                        <p:tgtEl>
                                          <p:spTgt spid="189503"/>
                                        </p:tgtEl>
                                        <p:attrNameLst>
                                          <p:attrName>ppt_y</p:attrName>
                                        </p:attrNameLst>
                                      </p:cBhvr>
                                      <p:tavLst>
                                        <p:tav tm="0">
                                          <p:val>
                                            <p:strVal val="#ppt_y-#ppt_h/2"/>
                                          </p:val>
                                        </p:tav>
                                        <p:tav tm="100000">
                                          <p:val>
                                            <p:strVal val="#ppt_y"/>
                                          </p:val>
                                        </p:tav>
                                      </p:tavLst>
                                    </p:anim>
                                    <p:anim calcmode="lin" valueType="num">
                                      <p:cBhvr>
                                        <p:cTn id="174" dur="500" fill="hold"/>
                                        <p:tgtEl>
                                          <p:spTgt spid="189503"/>
                                        </p:tgtEl>
                                        <p:attrNameLst>
                                          <p:attrName>ppt_w</p:attrName>
                                        </p:attrNameLst>
                                      </p:cBhvr>
                                      <p:tavLst>
                                        <p:tav tm="0">
                                          <p:val>
                                            <p:strVal val="#ppt_w"/>
                                          </p:val>
                                        </p:tav>
                                        <p:tav tm="100000">
                                          <p:val>
                                            <p:strVal val="#ppt_w"/>
                                          </p:val>
                                        </p:tav>
                                      </p:tavLst>
                                    </p:anim>
                                    <p:anim calcmode="lin" valueType="num">
                                      <p:cBhvr>
                                        <p:cTn id="175" dur="500" fill="hold"/>
                                        <p:tgtEl>
                                          <p:spTgt spid="189503"/>
                                        </p:tgtEl>
                                        <p:attrNameLst>
                                          <p:attrName>ppt_h</p:attrName>
                                        </p:attrNameLst>
                                      </p:cBhvr>
                                      <p:tavLst>
                                        <p:tav tm="0">
                                          <p:val>
                                            <p:fltVal val="0"/>
                                          </p:val>
                                        </p:tav>
                                        <p:tav tm="100000">
                                          <p:val>
                                            <p:strVal val="#ppt_h"/>
                                          </p:val>
                                        </p:tav>
                                      </p:tavLst>
                                    </p:anim>
                                  </p:childTnLst>
                                </p:cTn>
                              </p:par>
                            </p:childTnLst>
                          </p:cTn>
                        </p:par>
                      </p:childTnLst>
                    </p:cTn>
                  </p:par>
                  <p:par>
                    <p:cTn id="176" fill="hold" nodeType="clickPar">
                      <p:stCondLst>
                        <p:cond delay="indefinite"/>
                      </p:stCondLst>
                      <p:childTnLst>
                        <p:par>
                          <p:cTn id="177" fill="hold" nodeType="withGroup">
                            <p:stCondLst>
                              <p:cond delay="0"/>
                            </p:stCondLst>
                            <p:childTnLst>
                              <p:par>
                                <p:cTn id="178" presetID="1" presetClass="entr" presetSubtype="0" fill="hold" grpId="0" nodeType="clickEffect">
                                  <p:stCondLst>
                                    <p:cond delay="0"/>
                                  </p:stCondLst>
                                  <p:childTnLst>
                                    <p:set>
                                      <p:cBhvr>
                                        <p:cTn id="179" dur="1" fill="hold">
                                          <p:stCondLst>
                                            <p:cond delay="499"/>
                                          </p:stCondLst>
                                        </p:cTn>
                                        <p:tgtEl>
                                          <p:spTgt spid="189539"/>
                                        </p:tgtEl>
                                        <p:attrNameLst>
                                          <p:attrName>style.visibility</p:attrName>
                                        </p:attrNameLst>
                                      </p:cBhvr>
                                      <p:to>
                                        <p:strVal val="visible"/>
                                      </p:to>
                                    </p:set>
                                  </p:childTnLst>
                                </p:cTn>
                              </p:par>
                            </p:childTnLst>
                          </p:cTn>
                        </p:par>
                      </p:childTnLst>
                    </p:cTn>
                  </p:par>
                  <p:par>
                    <p:cTn id="180" fill="hold" nodeType="clickPar">
                      <p:stCondLst>
                        <p:cond delay="indefinite"/>
                      </p:stCondLst>
                      <p:childTnLst>
                        <p:par>
                          <p:cTn id="181" fill="hold" nodeType="withGroup">
                            <p:stCondLst>
                              <p:cond delay="0"/>
                            </p:stCondLst>
                            <p:childTnLst>
                              <p:par>
                                <p:cTn id="182" presetID="17" presetClass="entr" presetSubtype="10" fill="hold" nodeType="clickEffect">
                                  <p:stCondLst>
                                    <p:cond delay="0"/>
                                  </p:stCondLst>
                                  <p:childTnLst>
                                    <p:set>
                                      <p:cBhvr>
                                        <p:cTn id="183" dur="1" fill="hold">
                                          <p:stCondLst>
                                            <p:cond delay="0"/>
                                          </p:stCondLst>
                                        </p:cTn>
                                        <p:tgtEl>
                                          <p:spTgt spid="189524"/>
                                        </p:tgtEl>
                                        <p:attrNameLst>
                                          <p:attrName>style.visibility</p:attrName>
                                        </p:attrNameLst>
                                      </p:cBhvr>
                                      <p:to>
                                        <p:strVal val="visible"/>
                                      </p:to>
                                    </p:set>
                                    <p:anim calcmode="lin" valueType="num">
                                      <p:cBhvr>
                                        <p:cTn id="184" dur="500" fill="hold"/>
                                        <p:tgtEl>
                                          <p:spTgt spid="189524"/>
                                        </p:tgtEl>
                                        <p:attrNameLst>
                                          <p:attrName>ppt_w</p:attrName>
                                        </p:attrNameLst>
                                      </p:cBhvr>
                                      <p:tavLst>
                                        <p:tav tm="0">
                                          <p:val>
                                            <p:fltVal val="0"/>
                                          </p:val>
                                        </p:tav>
                                        <p:tav tm="100000">
                                          <p:val>
                                            <p:strVal val="#ppt_w"/>
                                          </p:val>
                                        </p:tav>
                                      </p:tavLst>
                                    </p:anim>
                                    <p:anim calcmode="lin" valueType="num">
                                      <p:cBhvr>
                                        <p:cTn id="185" dur="500" fill="hold"/>
                                        <p:tgtEl>
                                          <p:spTgt spid="189524"/>
                                        </p:tgtEl>
                                        <p:attrNameLst>
                                          <p:attrName>ppt_h</p:attrName>
                                        </p:attrNameLst>
                                      </p:cBhvr>
                                      <p:tavLst>
                                        <p:tav tm="0">
                                          <p:val>
                                            <p:strVal val="#ppt_h"/>
                                          </p:val>
                                        </p:tav>
                                        <p:tav tm="100000">
                                          <p:val>
                                            <p:strVal val="#ppt_h"/>
                                          </p:val>
                                        </p:tav>
                                      </p:tavLst>
                                    </p:anim>
                                  </p:childTnLst>
                                </p:cTn>
                              </p:par>
                            </p:childTnLst>
                          </p:cTn>
                        </p:par>
                      </p:childTnLst>
                    </p:cTn>
                  </p:par>
                  <p:par>
                    <p:cTn id="186" fill="hold" nodeType="clickPar">
                      <p:stCondLst>
                        <p:cond delay="indefinite"/>
                      </p:stCondLst>
                      <p:childTnLst>
                        <p:par>
                          <p:cTn id="187" fill="hold" nodeType="withGroup">
                            <p:stCondLst>
                              <p:cond delay="0"/>
                            </p:stCondLst>
                            <p:childTnLst>
                              <p:par>
                                <p:cTn id="188" presetID="17" presetClass="entr" presetSubtype="10" fill="hold" nodeType="clickEffect">
                                  <p:stCondLst>
                                    <p:cond delay="0"/>
                                  </p:stCondLst>
                                  <p:childTnLst>
                                    <p:set>
                                      <p:cBhvr>
                                        <p:cTn id="189" dur="1" fill="hold">
                                          <p:stCondLst>
                                            <p:cond delay="0"/>
                                          </p:stCondLst>
                                        </p:cTn>
                                        <p:tgtEl>
                                          <p:spTgt spid="189497"/>
                                        </p:tgtEl>
                                        <p:attrNameLst>
                                          <p:attrName>style.visibility</p:attrName>
                                        </p:attrNameLst>
                                      </p:cBhvr>
                                      <p:to>
                                        <p:strVal val="visible"/>
                                      </p:to>
                                    </p:set>
                                    <p:anim calcmode="lin" valueType="num">
                                      <p:cBhvr>
                                        <p:cTn id="190" dur="500" fill="hold"/>
                                        <p:tgtEl>
                                          <p:spTgt spid="189497"/>
                                        </p:tgtEl>
                                        <p:attrNameLst>
                                          <p:attrName>ppt_w</p:attrName>
                                        </p:attrNameLst>
                                      </p:cBhvr>
                                      <p:tavLst>
                                        <p:tav tm="0">
                                          <p:val>
                                            <p:fltVal val="0"/>
                                          </p:val>
                                        </p:tav>
                                        <p:tav tm="100000">
                                          <p:val>
                                            <p:strVal val="#ppt_w"/>
                                          </p:val>
                                        </p:tav>
                                      </p:tavLst>
                                    </p:anim>
                                    <p:anim calcmode="lin" valueType="num">
                                      <p:cBhvr>
                                        <p:cTn id="191" dur="500" fill="hold"/>
                                        <p:tgtEl>
                                          <p:spTgt spid="189497"/>
                                        </p:tgtEl>
                                        <p:attrNameLst>
                                          <p:attrName>ppt_h</p:attrName>
                                        </p:attrNameLst>
                                      </p:cBhvr>
                                      <p:tavLst>
                                        <p:tav tm="0">
                                          <p:val>
                                            <p:strVal val="#ppt_h"/>
                                          </p:val>
                                        </p:tav>
                                        <p:tav tm="100000">
                                          <p:val>
                                            <p:strVal val="#ppt_h"/>
                                          </p:val>
                                        </p:tav>
                                      </p:tavLst>
                                    </p:anim>
                                  </p:childTnLst>
                                </p:cTn>
                              </p:par>
                            </p:childTnLst>
                          </p:cTn>
                        </p:par>
                      </p:childTnLst>
                    </p:cTn>
                  </p:par>
                  <p:par>
                    <p:cTn id="192" fill="hold" nodeType="clickPar">
                      <p:stCondLst>
                        <p:cond delay="indefinite"/>
                      </p:stCondLst>
                      <p:childTnLst>
                        <p:par>
                          <p:cTn id="193" fill="hold" nodeType="withGroup">
                            <p:stCondLst>
                              <p:cond delay="0"/>
                            </p:stCondLst>
                            <p:childTnLst>
                              <p:par>
                                <p:cTn id="194" presetID="18" presetClass="entr" presetSubtype="9" fill="hold" grpId="0" nodeType="clickEffect">
                                  <p:stCondLst>
                                    <p:cond delay="0"/>
                                  </p:stCondLst>
                                  <p:childTnLst>
                                    <p:set>
                                      <p:cBhvr>
                                        <p:cTn id="195" dur="1" fill="hold">
                                          <p:stCondLst>
                                            <p:cond delay="0"/>
                                          </p:stCondLst>
                                        </p:cTn>
                                        <p:tgtEl>
                                          <p:spTgt spid="189536"/>
                                        </p:tgtEl>
                                        <p:attrNameLst>
                                          <p:attrName>style.visibility</p:attrName>
                                        </p:attrNameLst>
                                      </p:cBhvr>
                                      <p:to>
                                        <p:strVal val="visible"/>
                                      </p:to>
                                    </p:set>
                                    <p:animEffect transition="in" filter="strips(upLeft)">
                                      <p:cBhvr>
                                        <p:cTn id="196" dur="500"/>
                                        <p:tgtEl>
                                          <p:spTgt spid="189536"/>
                                        </p:tgtEl>
                                      </p:cBhvr>
                                    </p:animEffect>
                                  </p:childTnLst>
                                </p:cTn>
                              </p:par>
                            </p:childTnLst>
                          </p:cTn>
                        </p:par>
                      </p:childTnLst>
                    </p:cTn>
                  </p:par>
                  <p:par>
                    <p:cTn id="197" fill="hold" nodeType="clickPar">
                      <p:stCondLst>
                        <p:cond delay="indefinite"/>
                      </p:stCondLst>
                      <p:childTnLst>
                        <p:par>
                          <p:cTn id="198" fill="hold" nodeType="withGroup">
                            <p:stCondLst>
                              <p:cond delay="0"/>
                            </p:stCondLst>
                            <p:childTnLst>
                              <p:par>
                                <p:cTn id="199" presetID="18" presetClass="entr" presetSubtype="9" fill="hold" nodeType="clickEffect">
                                  <p:stCondLst>
                                    <p:cond delay="0"/>
                                  </p:stCondLst>
                                  <p:childTnLst>
                                    <p:set>
                                      <p:cBhvr>
                                        <p:cTn id="200" dur="1" fill="hold">
                                          <p:stCondLst>
                                            <p:cond delay="0"/>
                                          </p:stCondLst>
                                        </p:cTn>
                                        <p:tgtEl>
                                          <p:spTgt spid="189510"/>
                                        </p:tgtEl>
                                        <p:attrNameLst>
                                          <p:attrName>style.visibility</p:attrName>
                                        </p:attrNameLst>
                                      </p:cBhvr>
                                      <p:to>
                                        <p:strVal val="visible"/>
                                      </p:to>
                                    </p:set>
                                    <p:animEffect transition="in" filter="strips(upLeft)">
                                      <p:cBhvr>
                                        <p:cTn id="201" dur="500"/>
                                        <p:tgtEl>
                                          <p:spTgt spid="189510"/>
                                        </p:tgtEl>
                                      </p:cBhvr>
                                    </p:animEffect>
                                  </p:childTnLst>
                                </p:cTn>
                              </p:par>
                            </p:childTnLst>
                          </p:cTn>
                        </p:par>
                      </p:childTnLst>
                    </p:cTn>
                  </p:par>
                  <p:par>
                    <p:cTn id="202" fill="hold" nodeType="clickPar">
                      <p:stCondLst>
                        <p:cond delay="indefinite"/>
                      </p:stCondLst>
                      <p:childTnLst>
                        <p:par>
                          <p:cTn id="203" fill="hold" nodeType="withGroup">
                            <p:stCondLst>
                              <p:cond delay="0"/>
                            </p:stCondLst>
                            <p:childTnLst>
                              <p:par>
                                <p:cTn id="204" presetID="1" presetClass="entr" presetSubtype="0" fill="hold" nodeType="clickEffect">
                                  <p:stCondLst>
                                    <p:cond delay="0"/>
                                  </p:stCondLst>
                                  <p:childTnLst>
                                    <p:set>
                                      <p:cBhvr>
                                        <p:cTn id="205" dur="1" fill="hold">
                                          <p:stCondLst>
                                            <p:cond delay="499"/>
                                          </p:stCondLst>
                                        </p:cTn>
                                        <p:tgtEl>
                                          <p:spTgt spid="189527"/>
                                        </p:tgtEl>
                                        <p:attrNameLst>
                                          <p:attrName>style.visibility</p:attrName>
                                        </p:attrNameLst>
                                      </p:cBhvr>
                                      <p:to>
                                        <p:strVal val="visible"/>
                                      </p:to>
                                    </p:set>
                                  </p:childTnLst>
                                </p:cTn>
                              </p:par>
                            </p:childTnLst>
                          </p:cTn>
                        </p:par>
                      </p:childTnLst>
                    </p:cTn>
                  </p:par>
                  <p:par>
                    <p:cTn id="206" fill="hold" nodeType="clickPar">
                      <p:stCondLst>
                        <p:cond delay="indefinite"/>
                      </p:stCondLst>
                      <p:childTnLst>
                        <p:par>
                          <p:cTn id="207" fill="hold" nodeType="withGroup">
                            <p:stCondLst>
                              <p:cond delay="0"/>
                            </p:stCondLst>
                            <p:childTnLst>
                              <p:par>
                                <p:cTn id="208" presetID="2" presetClass="entr" presetSubtype="8" fill="hold" grpId="0" nodeType="clickEffect">
                                  <p:stCondLst>
                                    <p:cond delay="0"/>
                                  </p:stCondLst>
                                  <p:childTnLst>
                                    <p:set>
                                      <p:cBhvr>
                                        <p:cTn id="209" dur="1" fill="hold">
                                          <p:stCondLst>
                                            <p:cond delay="0"/>
                                          </p:stCondLst>
                                        </p:cTn>
                                        <p:tgtEl>
                                          <p:spTgt spid="189538"/>
                                        </p:tgtEl>
                                        <p:attrNameLst>
                                          <p:attrName>style.visibility</p:attrName>
                                        </p:attrNameLst>
                                      </p:cBhvr>
                                      <p:to>
                                        <p:strVal val="visible"/>
                                      </p:to>
                                    </p:set>
                                    <p:anim calcmode="lin" valueType="num">
                                      <p:cBhvr additive="base">
                                        <p:cTn id="210" dur="500" fill="hold"/>
                                        <p:tgtEl>
                                          <p:spTgt spid="189538"/>
                                        </p:tgtEl>
                                        <p:attrNameLst>
                                          <p:attrName>ppt_x</p:attrName>
                                        </p:attrNameLst>
                                      </p:cBhvr>
                                      <p:tavLst>
                                        <p:tav tm="0">
                                          <p:val>
                                            <p:strVal val="0-#ppt_w/2"/>
                                          </p:val>
                                        </p:tav>
                                        <p:tav tm="100000">
                                          <p:val>
                                            <p:strVal val="#ppt_x"/>
                                          </p:val>
                                        </p:tav>
                                      </p:tavLst>
                                    </p:anim>
                                    <p:anim calcmode="lin" valueType="num">
                                      <p:cBhvr additive="base">
                                        <p:cTn id="211" dur="500" fill="hold"/>
                                        <p:tgtEl>
                                          <p:spTgt spid="189538"/>
                                        </p:tgtEl>
                                        <p:attrNameLst>
                                          <p:attrName>ppt_y</p:attrName>
                                        </p:attrNameLst>
                                      </p:cBhvr>
                                      <p:tavLst>
                                        <p:tav tm="0">
                                          <p:val>
                                            <p:strVal val="#ppt_y"/>
                                          </p:val>
                                        </p:tav>
                                        <p:tav tm="100000">
                                          <p:val>
                                            <p:strVal val="#ppt_y"/>
                                          </p:val>
                                        </p:tav>
                                      </p:tavLst>
                                    </p:anim>
                                  </p:childTnLst>
                                </p:cTn>
                              </p:par>
                            </p:childTnLst>
                          </p:cTn>
                        </p:par>
                      </p:childTnLst>
                    </p:cTn>
                  </p:par>
                  <p:par>
                    <p:cTn id="212" fill="hold" nodeType="clickPar">
                      <p:stCondLst>
                        <p:cond delay="indefinite"/>
                      </p:stCondLst>
                      <p:childTnLst>
                        <p:par>
                          <p:cTn id="213" fill="hold" nodeType="withGroup">
                            <p:stCondLst>
                              <p:cond delay="0"/>
                            </p:stCondLst>
                            <p:childTnLst>
                              <p:par>
                                <p:cTn id="214" presetID="18" presetClass="entr" presetSubtype="6" fill="hold" nodeType="clickEffect">
                                  <p:stCondLst>
                                    <p:cond delay="0"/>
                                  </p:stCondLst>
                                  <p:childTnLst>
                                    <p:set>
                                      <p:cBhvr>
                                        <p:cTn id="215" dur="1" fill="hold">
                                          <p:stCondLst>
                                            <p:cond delay="0"/>
                                          </p:stCondLst>
                                        </p:cTn>
                                        <p:tgtEl>
                                          <p:spTgt spid="189518"/>
                                        </p:tgtEl>
                                        <p:attrNameLst>
                                          <p:attrName>style.visibility</p:attrName>
                                        </p:attrNameLst>
                                      </p:cBhvr>
                                      <p:to>
                                        <p:strVal val="visible"/>
                                      </p:to>
                                    </p:set>
                                    <p:animEffect transition="in" filter="strips(downRight)">
                                      <p:cBhvr>
                                        <p:cTn id="216" dur="500"/>
                                        <p:tgtEl>
                                          <p:spTgt spid="189518"/>
                                        </p:tgtEl>
                                      </p:cBhvr>
                                    </p:animEffect>
                                  </p:childTnLst>
                                </p:cTn>
                              </p:par>
                            </p:childTnLst>
                          </p:cTn>
                        </p:par>
                      </p:childTnLst>
                    </p:cTn>
                  </p:par>
                  <p:par>
                    <p:cTn id="217" fill="hold" nodeType="clickPar">
                      <p:stCondLst>
                        <p:cond delay="indefinite"/>
                      </p:stCondLst>
                      <p:childTnLst>
                        <p:par>
                          <p:cTn id="218" fill="hold" nodeType="withGroup">
                            <p:stCondLst>
                              <p:cond delay="0"/>
                            </p:stCondLst>
                            <p:childTnLst>
                              <p:par>
                                <p:cTn id="219" presetID="23" presetClass="entr" presetSubtype="16" fill="hold" nodeType="clickEffect">
                                  <p:stCondLst>
                                    <p:cond delay="0"/>
                                  </p:stCondLst>
                                  <p:childTnLst>
                                    <p:set>
                                      <p:cBhvr>
                                        <p:cTn id="220" dur="1" fill="hold">
                                          <p:stCondLst>
                                            <p:cond delay="0"/>
                                          </p:stCondLst>
                                        </p:cTn>
                                        <p:tgtEl>
                                          <p:spTgt spid="189561"/>
                                        </p:tgtEl>
                                        <p:attrNameLst>
                                          <p:attrName>style.visibility</p:attrName>
                                        </p:attrNameLst>
                                      </p:cBhvr>
                                      <p:to>
                                        <p:strVal val="visible"/>
                                      </p:to>
                                    </p:set>
                                    <p:anim calcmode="lin" valueType="num">
                                      <p:cBhvr>
                                        <p:cTn id="221" dur="500" fill="hold"/>
                                        <p:tgtEl>
                                          <p:spTgt spid="189561"/>
                                        </p:tgtEl>
                                        <p:attrNameLst>
                                          <p:attrName>ppt_w</p:attrName>
                                        </p:attrNameLst>
                                      </p:cBhvr>
                                      <p:tavLst>
                                        <p:tav tm="0">
                                          <p:val>
                                            <p:fltVal val="0"/>
                                          </p:val>
                                        </p:tav>
                                        <p:tav tm="100000">
                                          <p:val>
                                            <p:strVal val="#ppt_w"/>
                                          </p:val>
                                        </p:tav>
                                      </p:tavLst>
                                    </p:anim>
                                    <p:anim calcmode="lin" valueType="num">
                                      <p:cBhvr>
                                        <p:cTn id="222" dur="500" fill="hold"/>
                                        <p:tgtEl>
                                          <p:spTgt spid="189561"/>
                                        </p:tgtEl>
                                        <p:attrNameLst>
                                          <p:attrName>ppt_h</p:attrName>
                                        </p:attrNameLst>
                                      </p:cBhvr>
                                      <p:tavLst>
                                        <p:tav tm="0">
                                          <p:val>
                                            <p:fltVal val="0"/>
                                          </p:val>
                                        </p:tav>
                                        <p:tav tm="100000">
                                          <p:val>
                                            <p:strVal val="#ppt_h"/>
                                          </p:val>
                                        </p:tav>
                                      </p:tavLst>
                                    </p:anim>
                                  </p:childTnLst>
                                </p:cTn>
                              </p:par>
                            </p:childTnLst>
                          </p:cTn>
                        </p:par>
                      </p:childTnLst>
                    </p:cTn>
                  </p:par>
                  <p:par>
                    <p:cTn id="223" fill="hold" nodeType="clickPar">
                      <p:stCondLst>
                        <p:cond delay="indefinite"/>
                      </p:stCondLst>
                      <p:childTnLst>
                        <p:par>
                          <p:cTn id="224" fill="hold" nodeType="withGroup">
                            <p:stCondLst>
                              <p:cond delay="0"/>
                            </p:stCondLst>
                            <p:childTnLst>
                              <p:par>
                                <p:cTn id="225" presetID="17" presetClass="entr" presetSubtype="8" fill="hold" nodeType="clickEffect">
                                  <p:stCondLst>
                                    <p:cond delay="0"/>
                                  </p:stCondLst>
                                  <p:childTnLst>
                                    <p:set>
                                      <p:cBhvr>
                                        <p:cTn id="226" dur="1" fill="hold">
                                          <p:stCondLst>
                                            <p:cond delay="0"/>
                                          </p:stCondLst>
                                        </p:cTn>
                                        <p:tgtEl>
                                          <p:spTgt spid="189581"/>
                                        </p:tgtEl>
                                        <p:attrNameLst>
                                          <p:attrName>style.visibility</p:attrName>
                                        </p:attrNameLst>
                                      </p:cBhvr>
                                      <p:to>
                                        <p:strVal val="visible"/>
                                      </p:to>
                                    </p:set>
                                    <p:anim calcmode="lin" valueType="num">
                                      <p:cBhvr>
                                        <p:cTn id="227" dur="500" fill="hold"/>
                                        <p:tgtEl>
                                          <p:spTgt spid="189581"/>
                                        </p:tgtEl>
                                        <p:attrNameLst>
                                          <p:attrName>ppt_x</p:attrName>
                                        </p:attrNameLst>
                                      </p:cBhvr>
                                      <p:tavLst>
                                        <p:tav tm="0">
                                          <p:val>
                                            <p:strVal val="#ppt_x-#ppt_w/2"/>
                                          </p:val>
                                        </p:tav>
                                        <p:tav tm="100000">
                                          <p:val>
                                            <p:strVal val="#ppt_x"/>
                                          </p:val>
                                        </p:tav>
                                      </p:tavLst>
                                    </p:anim>
                                    <p:anim calcmode="lin" valueType="num">
                                      <p:cBhvr>
                                        <p:cTn id="228" dur="500" fill="hold"/>
                                        <p:tgtEl>
                                          <p:spTgt spid="189581"/>
                                        </p:tgtEl>
                                        <p:attrNameLst>
                                          <p:attrName>ppt_y</p:attrName>
                                        </p:attrNameLst>
                                      </p:cBhvr>
                                      <p:tavLst>
                                        <p:tav tm="0">
                                          <p:val>
                                            <p:strVal val="#ppt_y"/>
                                          </p:val>
                                        </p:tav>
                                        <p:tav tm="100000">
                                          <p:val>
                                            <p:strVal val="#ppt_y"/>
                                          </p:val>
                                        </p:tav>
                                      </p:tavLst>
                                    </p:anim>
                                    <p:anim calcmode="lin" valueType="num">
                                      <p:cBhvr>
                                        <p:cTn id="229" dur="500" fill="hold"/>
                                        <p:tgtEl>
                                          <p:spTgt spid="189581"/>
                                        </p:tgtEl>
                                        <p:attrNameLst>
                                          <p:attrName>ppt_w</p:attrName>
                                        </p:attrNameLst>
                                      </p:cBhvr>
                                      <p:tavLst>
                                        <p:tav tm="0">
                                          <p:val>
                                            <p:fltVal val="0"/>
                                          </p:val>
                                        </p:tav>
                                        <p:tav tm="100000">
                                          <p:val>
                                            <p:strVal val="#ppt_w"/>
                                          </p:val>
                                        </p:tav>
                                      </p:tavLst>
                                    </p:anim>
                                    <p:anim calcmode="lin" valueType="num">
                                      <p:cBhvr>
                                        <p:cTn id="230" dur="500" fill="hold"/>
                                        <p:tgtEl>
                                          <p:spTgt spid="189581"/>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442" grpId="0" autoUpdateAnimBg="0"/>
      <p:bldP spid="189453" grpId="0" animBg="1"/>
      <p:bldP spid="189459" grpId="0" animBg="1"/>
      <p:bldP spid="189480" grpId="0" animBg="1"/>
      <p:bldP spid="189493" grpId="0" autoUpdateAnimBg="0"/>
      <p:bldP spid="189517" grpId="0" animBg="1"/>
      <p:bldP spid="189535" grpId="0" animBg="1"/>
      <p:bldP spid="189536" grpId="0" animBg="1"/>
      <p:bldP spid="189537" grpId="0" autoUpdateAnimBg="0"/>
      <p:bldP spid="189538" grpId="0" autoUpdateAnimBg="0"/>
      <p:bldP spid="189539" grpId="0" autoUpdateAnimBg="0"/>
      <p:bldP spid="189584" grpId="0" animBg="1" autoUpdateAnimBg="0"/>
      <p:bldP spid="189585" grpId="0" animBg="1" autoUpdateAnimBg="0"/>
      <p:bldP spid="189589" grpId="0"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66" name="Text Box 34"/>
          <p:cNvSpPr txBox="1">
            <a:spLocks noChangeArrowheads="1"/>
          </p:cNvSpPr>
          <p:nvPr/>
        </p:nvSpPr>
        <p:spPr bwMode="auto">
          <a:xfrm>
            <a:off x="178236" y="390406"/>
            <a:ext cx="8430888"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altLang="en-US" b="1" dirty="0">
                <a:solidFill>
                  <a:schemeClr val="accent2"/>
                </a:solidFill>
                <a:latin typeface="Arial" panose="020B0604020202020204" pitchFamily="34" charset="0"/>
              </a:rPr>
              <a:t>PROBLEM:</a:t>
            </a:r>
          </a:p>
          <a:p>
            <a:pPr eaLnBrk="1" hangingPunct="1"/>
            <a:r>
              <a:rPr lang="en-US" altLang="en-US" sz="1400" b="1" dirty="0">
                <a:latin typeface="Arial" panose="020B0604020202020204" pitchFamily="34" charset="0"/>
              </a:rPr>
              <a:t>A straight line AB of 40 mm length has one of its ends A, at 10 mm from the HP and 15 mm from the VP. Draw the projections of the line if it is parallel to the VP and inclined at 30° to the HP. Assume the line to be located in each of the four quadrants by turns.</a:t>
            </a:r>
            <a:endParaRPr lang="en-US" altLang="en-US" sz="1400" b="1" dirty="0">
              <a:solidFill>
                <a:srgbClr val="00B0F0"/>
              </a:solidFill>
              <a:latin typeface="Arial" panose="020B0604020202020204" pitchFamily="34" charset="0"/>
            </a:endParaRPr>
          </a:p>
        </p:txBody>
      </p:sp>
      <p:sp>
        <p:nvSpPr>
          <p:cNvPr id="70" name="Line 8"/>
          <p:cNvSpPr>
            <a:spLocks noChangeShapeType="1"/>
          </p:cNvSpPr>
          <p:nvPr/>
        </p:nvSpPr>
        <p:spPr bwMode="auto">
          <a:xfrm flipH="1" flipV="1">
            <a:off x="2996465" y="1685556"/>
            <a:ext cx="33628" cy="21840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94" name="Text Box 11"/>
          <p:cNvSpPr txBox="1">
            <a:spLocks noChangeArrowheads="1"/>
          </p:cNvSpPr>
          <p:nvPr/>
        </p:nvSpPr>
        <p:spPr bwMode="auto">
          <a:xfrm rot="9049216" flipV="1">
            <a:off x="1621199" y="1948138"/>
            <a:ext cx="61859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altLang="en-US" sz="1600" dirty="0">
                <a:latin typeface="Times New Roman" panose="02020603050405020304" pitchFamily="18" charset="0"/>
              </a:rPr>
              <a:t>40</a:t>
            </a:r>
          </a:p>
        </p:txBody>
      </p:sp>
      <p:sp>
        <p:nvSpPr>
          <p:cNvPr id="96" name="Text Box 11"/>
          <p:cNvSpPr txBox="1">
            <a:spLocks noChangeArrowheads="1"/>
          </p:cNvSpPr>
          <p:nvPr/>
        </p:nvSpPr>
        <p:spPr bwMode="auto">
          <a:xfrm>
            <a:off x="2050928" y="2338776"/>
            <a:ext cx="53763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1600" dirty="0">
                <a:latin typeface="Times New Roman" panose="02020603050405020304" pitchFamily="18" charset="0"/>
              </a:rPr>
              <a:t>30</a:t>
            </a:r>
            <a:r>
              <a:rPr lang="en-US" altLang="en-US" sz="1600" dirty="0"/>
              <a:t>° </a:t>
            </a:r>
            <a:endParaRPr lang="en-US" altLang="en-US" sz="1600" dirty="0">
              <a:latin typeface="Times New Roman" panose="02020603050405020304" pitchFamily="18" charset="0"/>
            </a:endParaRPr>
          </a:p>
        </p:txBody>
      </p:sp>
      <p:sp>
        <p:nvSpPr>
          <p:cNvPr id="98" name="Text Box 11"/>
          <p:cNvSpPr txBox="1">
            <a:spLocks noChangeArrowheads="1"/>
          </p:cNvSpPr>
          <p:nvPr/>
        </p:nvSpPr>
        <p:spPr bwMode="auto">
          <a:xfrm>
            <a:off x="12165" y="3234784"/>
            <a:ext cx="33214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600" dirty="0">
                <a:latin typeface="Times New Roman" panose="02020603050405020304" pitchFamily="18" charset="0"/>
              </a:rPr>
              <a:t>X</a:t>
            </a:r>
          </a:p>
        </p:txBody>
      </p:sp>
      <p:sp>
        <p:nvSpPr>
          <p:cNvPr id="38" name="Line 8"/>
          <p:cNvSpPr>
            <a:spLocks noChangeShapeType="1"/>
          </p:cNvSpPr>
          <p:nvPr/>
        </p:nvSpPr>
        <p:spPr bwMode="auto">
          <a:xfrm>
            <a:off x="1089815" y="3868229"/>
            <a:ext cx="1940810" cy="1373"/>
          </a:xfrm>
          <a:prstGeom prst="line">
            <a:avLst/>
          </a:prstGeom>
          <a:ln>
            <a:headEnd/>
            <a:tailEnd/>
          </a:ln>
        </p:spPr>
        <p:style>
          <a:lnRef idx="3">
            <a:schemeClr val="accent2"/>
          </a:lnRef>
          <a:fillRef idx="0">
            <a:schemeClr val="accent2"/>
          </a:fillRef>
          <a:effectRef idx="2">
            <a:schemeClr val="accent2"/>
          </a:effectRef>
          <a:fontRef idx="minor">
            <a:schemeClr val="tx1"/>
          </a:fontRef>
        </p:style>
        <p:txBody>
          <a:bodyPr/>
          <a:lstStyle/>
          <a:p>
            <a:endParaRPr lang="en-IN"/>
          </a:p>
        </p:txBody>
      </p:sp>
      <p:sp>
        <p:nvSpPr>
          <p:cNvPr id="39" name="Line 8"/>
          <p:cNvSpPr>
            <a:spLocks noChangeShapeType="1"/>
          </p:cNvSpPr>
          <p:nvPr/>
        </p:nvSpPr>
        <p:spPr bwMode="auto">
          <a:xfrm>
            <a:off x="84308" y="3234784"/>
            <a:ext cx="3254499" cy="30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nvGrpSpPr>
          <p:cNvPr id="41" name="Group 2"/>
          <p:cNvGrpSpPr>
            <a:grpSpLocks/>
          </p:cNvGrpSpPr>
          <p:nvPr/>
        </p:nvGrpSpPr>
        <p:grpSpPr bwMode="auto">
          <a:xfrm rot="-815632">
            <a:off x="1615968" y="2307509"/>
            <a:ext cx="468344" cy="691659"/>
            <a:chOff x="768" y="2640"/>
            <a:chExt cx="414" cy="432"/>
          </a:xfrm>
        </p:grpSpPr>
        <p:sp>
          <p:nvSpPr>
            <p:cNvPr id="42" name="Oval 3"/>
            <p:cNvSpPr>
              <a:spLocks noChangeArrowheads="1"/>
            </p:cNvSpPr>
            <p:nvPr/>
          </p:nvSpPr>
          <p:spPr bwMode="auto">
            <a:xfrm>
              <a:off x="894" y="2674"/>
              <a:ext cx="288" cy="288"/>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3" name="Rectangle 4"/>
            <p:cNvSpPr>
              <a:spLocks noChangeArrowheads="1"/>
            </p:cNvSpPr>
            <p:nvPr/>
          </p:nvSpPr>
          <p:spPr bwMode="auto">
            <a:xfrm>
              <a:off x="768" y="2640"/>
              <a:ext cx="288" cy="432"/>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
        <p:nvSpPr>
          <p:cNvPr id="40" name="Line 8"/>
          <p:cNvSpPr>
            <a:spLocks noChangeShapeType="1"/>
          </p:cNvSpPr>
          <p:nvPr/>
        </p:nvSpPr>
        <p:spPr bwMode="auto">
          <a:xfrm flipV="1">
            <a:off x="1056107" y="1707199"/>
            <a:ext cx="1952850" cy="1081202"/>
          </a:xfrm>
          <a:prstGeom prst="line">
            <a:avLst/>
          </a:prstGeom>
          <a:ln>
            <a:headEnd/>
            <a:tailEnd/>
          </a:ln>
        </p:spPr>
        <p:style>
          <a:lnRef idx="3">
            <a:schemeClr val="accent2"/>
          </a:lnRef>
          <a:fillRef idx="0">
            <a:schemeClr val="accent2"/>
          </a:fillRef>
          <a:effectRef idx="2">
            <a:schemeClr val="accent2"/>
          </a:effectRef>
          <a:fontRef idx="minor">
            <a:schemeClr val="tx1"/>
          </a:fontRef>
        </p:style>
        <p:txBody>
          <a:bodyPr/>
          <a:lstStyle/>
          <a:p>
            <a:endParaRPr lang="en-IN">
              <a:ln w="0"/>
              <a:effectLst>
                <a:outerShdw blurRad="38100" dist="19050" dir="2700000" algn="tl" rotWithShape="0">
                  <a:schemeClr val="dk1">
                    <a:alpha val="40000"/>
                  </a:schemeClr>
                </a:outerShdw>
              </a:effectLst>
            </a:endParaRPr>
          </a:p>
        </p:txBody>
      </p:sp>
      <p:sp>
        <p:nvSpPr>
          <p:cNvPr id="71" name="Line 8"/>
          <p:cNvSpPr>
            <a:spLocks noChangeShapeType="1"/>
          </p:cNvSpPr>
          <p:nvPr/>
        </p:nvSpPr>
        <p:spPr bwMode="auto">
          <a:xfrm flipV="1">
            <a:off x="830363" y="2788401"/>
            <a:ext cx="190262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48" name="Line 8"/>
          <p:cNvSpPr>
            <a:spLocks noChangeShapeType="1"/>
          </p:cNvSpPr>
          <p:nvPr/>
        </p:nvSpPr>
        <p:spPr bwMode="auto">
          <a:xfrm>
            <a:off x="1077243" y="2784118"/>
            <a:ext cx="12571" cy="106597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cxnSp>
        <p:nvCxnSpPr>
          <p:cNvPr id="53" name="Straight Arrow Connector 52"/>
          <p:cNvCxnSpPr/>
          <p:nvPr/>
        </p:nvCxnSpPr>
        <p:spPr>
          <a:xfrm flipH="1" flipV="1">
            <a:off x="980091" y="2792686"/>
            <a:ext cx="6440" cy="410609"/>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p:nvPr/>
        </p:nvCxnSpPr>
        <p:spPr>
          <a:xfrm flipV="1">
            <a:off x="976435" y="3170725"/>
            <a:ext cx="1068" cy="698879"/>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59" name="Text Box 11"/>
          <p:cNvSpPr txBox="1">
            <a:spLocks noChangeArrowheads="1"/>
          </p:cNvSpPr>
          <p:nvPr/>
        </p:nvSpPr>
        <p:spPr bwMode="auto">
          <a:xfrm>
            <a:off x="3184519" y="3180129"/>
            <a:ext cx="30857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altLang="en-US" sz="1600" dirty="0">
                <a:latin typeface="Times New Roman" panose="02020603050405020304" pitchFamily="18" charset="0"/>
              </a:rPr>
              <a:t>Y</a:t>
            </a:r>
          </a:p>
        </p:txBody>
      </p:sp>
      <p:sp>
        <p:nvSpPr>
          <p:cNvPr id="60" name="Text Box 11"/>
          <p:cNvSpPr txBox="1">
            <a:spLocks noChangeArrowheads="1"/>
          </p:cNvSpPr>
          <p:nvPr/>
        </p:nvSpPr>
        <p:spPr bwMode="auto">
          <a:xfrm>
            <a:off x="954817" y="3868230"/>
            <a:ext cx="27603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600" dirty="0">
                <a:latin typeface="Times New Roman" panose="02020603050405020304" pitchFamily="18" charset="0"/>
              </a:rPr>
              <a:t>a</a:t>
            </a:r>
          </a:p>
        </p:txBody>
      </p:sp>
      <p:sp>
        <p:nvSpPr>
          <p:cNvPr id="61" name="Text Box 11"/>
          <p:cNvSpPr txBox="1">
            <a:spLocks noChangeArrowheads="1"/>
          </p:cNvSpPr>
          <p:nvPr/>
        </p:nvSpPr>
        <p:spPr bwMode="auto">
          <a:xfrm>
            <a:off x="2830394" y="3868230"/>
            <a:ext cx="28725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600" dirty="0">
                <a:latin typeface="Times New Roman" panose="02020603050405020304" pitchFamily="18" charset="0"/>
              </a:rPr>
              <a:t>b</a:t>
            </a:r>
          </a:p>
        </p:txBody>
      </p:sp>
      <p:sp>
        <p:nvSpPr>
          <p:cNvPr id="63" name="Text Box 11"/>
          <p:cNvSpPr txBox="1">
            <a:spLocks noChangeArrowheads="1"/>
          </p:cNvSpPr>
          <p:nvPr/>
        </p:nvSpPr>
        <p:spPr bwMode="auto">
          <a:xfrm>
            <a:off x="947277" y="2453111"/>
            <a:ext cx="34496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dirty="0">
                <a:latin typeface="Times New Roman" panose="02020603050405020304" pitchFamily="18" charset="0"/>
              </a:rPr>
              <a:t>a</a:t>
            </a:r>
            <a:r>
              <a:rPr lang="en-US" altLang="en-US" sz="1600" dirty="0">
                <a:latin typeface="Arial" panose="020B0604020202020204" pitchFamily="34" charset="0"/>
              </a:rPr>
              <a:t>´</a:t>
            </a:r>
          </a:p>
          <a:p>
            <a:pPr eaLnBrk="1" hangingPunct="1"/>
            <a:endParaRPr lang="en-US" altLang="en-US" sz="1600" dirty="0">
              <a:latin typeface="Times New Roman" panose="02020603050405020304" pitchFamily="18" charset="0"/>
            </a:endParaRPr>
          </a:p>
        </p:txBody>
      </p:sp>
      <p:sp>
        <p:nvSpPr>
          <p:cNvPr id="66" name="Text Box 11"/>
          <p:cNvSpPr txBox="1">
            <a:spLocks noChangeArrowheads="1"/>
          </p:cNvSpPr>
          <p:nvPr/>
        </p:nvSpPr>
        <p:spPr bwMode="auto">
          <a:xfrm>
            <a:off x="2732983" y="1414125"/>
            <a:ext cx="35618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dirty="0">
                <a:latin typeface="Times New Roman" panose="02020603050405020304" pitchFamily="18" charset="0"/>
              </a:rPr>
              <a:t>b</a:t>
            </a:r>
            <a:r>
              <a:rPr lang="en-US" altLang="en-US" sz="1600" dirty="0">
                <a:latin typeface="Arial" panose="020B0604020202020204" pitchFamily="34" charset="0"/>
              </a:rPr>
              <a:t>´</a:t>
            </a:r>
          </a:p>
          <a:p>
            <a:pPr eaLnBrk="1" hangingPunct="1"/>
            <a:r>
              <a:rPr lang="en-US" altLang="en-US" sz="1600" dirty="0">
                <a:latin typeface="Times New Roman" panose="02020603050405020304" pitchFamily="18" charset="0"/>
              </a:rPr>
              <a:t> </a:t>
            </a:r>
          </a:p>
        </p:txBody>
      </p:sp>
      <p:sp>
        <p:nvSpPr>
          <p:cNvPr id="79" name="Text Box 11"/>
          <p:cNvSpPr txBox="1">
            <a:spLocks noChangeArrowheads="1"/>
          </p:cNvSpPr>
          <p:nvPr/>
        </p:nvSpPr>
        <p:spPr bwMode="auto">
          <a:xfrm rot="5400000" flipV="1">
            <a:off x="603567" y="3349406"/>
            <a:ext cx="441853"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altLang="en-US" sz="1600" dirty="0">
                <a:latin typeface="Times New Roman" panose="02020603050405020304" pitchFamily="18" charset="0"/>
              </a:rPr>
              <a:t>15</a:t>
            </a:r>
          </a:p>
        </p:txBody>
      </p:sp>
      <p:sp>
        <p:nvSpPr>
          <p:cNvPr id="81" name="Text Box 11"/>
          <p:cNvSpPr txBox="1">
            <a:spLocks noChangeArrowheads="1"/>
          </p:cNvSpPr>
          <p:nvPr/>
        </p:nvSpPr>
        <p:spPr bwMode="auto">
          <a:xfrm rot="5400000" flipV="1">
            <a:off x="622854" y="2834253"/>
            <a:ext cx="40696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altLang="en-US" sz="1600" dirty="0">
                <a:latin typeface="Times New Roman" panose="02020603050405020304" pitchFamily="18" charset="0"/>
              </a:rPr>
              <a:t>10</a:t>
            </a:r>
          </a:p>
        </p:txBody>
      </p:sp>
      <p:sp>
        <p:nvSpPr>
          <p:cNvPr id="2" name="Slide Number Placeholder 1"/>
          <p:cNvSpPr>
            <a:spLocks noGrp="1"/>
          </p:cNvSpPr>
          <p:nvPr>
            <p:ph type="sldNum" sz="quarter" idx="12"/>
          </p:nvPr>
        </p:nvSpPr>
        <p:spPr>
          <a:xfrm>
            <a:off x="6981186" y="6478915"/>
            <a:ext cx="2057400" cy="365125"/>
          </a:xfrm>
        </p:spPr>
        <p:txBody>
          <a:bodyPr/>
          <a:lstStyle/>
          <a:p>
            <a:fld id="{EE8E09DC-0268-440F-8276-54ADABB93829}" type="slidenum">
              <a:rPr lang="en-IN" smtClean="0"/>
              <a:t>33</a:t>
            </a:fld>
            <a:endParaRPr lang="en-IN" dirty="0"/>
          </a:p>
        </p:txBody>
      </p:sp>
      <p:sp>
        <p:nvSpPr>
          <p:cNvPr id="3" name="Rectangle 2"/>
          <p:cNvSpPr/>
          <p:nvPr/>
        </p:nvSpPr>
        <p:spPr>
          <a:xfrm>
            <a:off x="2586525" y="7708"/>
            <a:ext cx="3792705" cy="369332"/>
          </a:xfrm>
          <a:prstGeom prst="rect">
            <a:avLst/>
          </a:prstGeom>
        </p:spPr>
        <p:txBody>
          <a:bodyPr wrap="none">
            <a:spAutoFit/>
          </a:bodyPr>
          <a:lstStyle/>
          <a:p>
            <a:r>
              <a:rPr lang="en-US" altLang="en-US" b="1" u="sng" dirty="0">
                <a:solidFill>
                  <a:srgbClr val="FF0000"/>
                </a:solidFill>
                <a:latin typeface="Arial" panose="020B0604020202020204" pitchFamily="34" charset="0"/>
              </a:rPr>
              <a:t>Parallel to VP and inclined to HP </a:t>
            </a:r>
            <a:endParaRPr lang="en-IN" u="sng" dirty="0">
              <a:solidFill>
                <a:srgbClr val="FF0000"/>
              </a:solidFill>
            </a:endParaRPr>
          </a:p>
        </p:txBody>
      </p:sp>
      <p:sp>
        <p:nvSpPr>
          <p:cNvPr id="176" name="Line 8"/>
          <p:cNvSpPr>
            <a:spLocks noChangeShapeType="1"/>
          </p:cNvSpPr>
          <p:nvPr/>
        </p:nvSpPr>
        <p:spPr bwMode="auto">
          <a:xfrm flipH="1" flipV="1">
            <a:off x="7866408" y="2338776"/>
            <a:ext cx="8115" cy="150662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78" name="Text Box 11"/>
          <p:cNvSpPr txBox="1">
            <a:spLocks noChangeArrowheads="1"/>
          </p:cNvSpPr>
          <p:nvPr/>
        </p:nvSpPr>
        <p:spPr bwMode="auto">
          <a:xfrm>
            <a:off x="6956285" y="2851701"/>
            <a:ext cx="53763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1600" dirty="0">
                <a:latin typeface="Times New Roman" panose="02020603050405020304" pitchFamily="18" charset="0"/>
              </a:rPr>
              <a:t>30</a:t>
            </a:r>
            <a:r>
              <a:rPr lang="en-US" altLang="en-US" sz="1600" dirty="0"/>
              <a:t>° </a:t>
            </a:r>
            <a:endParaRPr lang="en-US" altLang="en-US" sz="1600" dirty="0">
              <a:latin typeface="Times New Roman" panose="02020603050405020304" pitchFamily="18" charset="0"/>
            </a:endParaRPr>
          </a:p>
        </p:txBody>
      </p:sp>
      <p:sp>
        <p:nvSpPr>
          <p:cNvPr id="179" name="Text Box 11"/>
          <p:cNvSpPr txBox="1">
            <a:spLocks noChangeArrowheads="1"/>
          </p:cNvSpPr>
          <p:nvPr/>
        </p:nvSpPr>
        <p:spPr bwMode="auto">
          <a:xfrm>
            <a:off x="4456463" y="3812485"/>
            <a:ext cx="33214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600" dirty="0">
                <a:latin typeface="Times New Roman" panose="02020603050405020304" pitchFamily="18" charset="0"/>
              </a:rPr>
              <a:t>X</a:t>
            </a:r>
          </a:p>
        </p:txBody>
      </p:sp>
      <p:sp>
        <p:nvSpPr>
          <p:cNvPr id="180" name="Line 8"/>
          <p:cNvSpPr>
            <a:spLocks noChangeShapeType="1"/>
          </p:cNvSpPr>
          <p:nvPr/>
        </p:nvSpPr>
        <p:spPr bwMode="auto">
          <a:xfrm flipV="1">
            <a:off x="4630164" y="3845397"/>
            <a:ext cx="3244891" cy="19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nvGrpSpPr>
          <p:cNvPr id="182" name="Group 2"/>
          <p:cNvGrpSpPr>
            <a:grpSpLocks/>
          </p:cNvGrpSpPr>
          <p:nvPr/>
        </p:nvGrpSpPr>
        <p:grpSpPr bwMode="auto">
          <a:xfrm rot="-815632">
            <a:off x="6782795" y="2848604"/>
            <a:ext cx="266711" cy="848189"/>
            <a:chOff x="768" y="2640"/>
            <a:chExt cx="414" cy="432"/>
          </a:xfrm>
        </p:grpSpPr>
        <p:sp>
          <p:nvSpPr>
            <p:cNvPr id="183" name="Oval 3"/>
            <p:cNvSpPr>
              <a:spLocks noChangeArrowheads="1"/>
            </p:cNvSpPr>
            <p:nvPr/>
          </p:nvSpPr>
          <p:spPr bwMode="auto">
            <a:xfrm>
              <a:off x="894" y="2674"/>
              <a:ext cx="288" cy="288"/>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84" name="Rectangle 4"/>
            <p:cNvSpPr>
              <a:spLocks noChangeArrowheads="1"/>
            </p:cNvSpPr>
            <p:nvPr/>
          </p:nvSpPr>
          <p:spPr bwMode="auto">
            <a:xfrm>
              <a:off x="768" y="2640"/>
              <a:ext cx="288" cy="432"/>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
        <p:nvSpPr>
          <p:cNvPr id="185" name="Line 8"/>
          <p:cNvSpPr>
            <a:spLocks noChangeShapeType="1"/>
          </p:cNvSpPr>
          <p:nvPr/>
        </p:nvSpPr>
        <p:spPr bwMode="auto">
          <a:xfrm flipV="1">
            <a:off x="5944326" y="2338775"/>
            <a:ext cx="1921549" cy="1113917"/>
          </a:xfrm>
          <a:prstGeom prst="line">
            <a:avLst/>
          </a:prstGeom>
          <a:ln>
            <a:headEnd/>
            <a:tailEnd/>
          </a:ln>
        </p:spPr>
        <p:style>
          <a:lnRef idx="3">
            <a:schemeClr val="accent2"/>
          </a:lnRef>
          <a:fillRef idx="0">
            <a:schemeClr val="accent2"/>
          </a:fillRef>
          <a:effectRef idx="2">
            <a:schemeClr val="accent2"/>
          </a:effectRef>
          <a:fontRef idx="minor">
            <a:schemeClr val="tx1"/>
          </a:fontRef>
        </p:style>
        <p:txBody>
          <a:bodyPr/>
          <a:lstStyle/>
          <a:p>
            <a:endParaRPr lang="en-IN"/>
          </a:p>
        </p:txBody>
      </p:sp>
      <p:sp>
        <p:nvSpPr>
          <p:cNvPr id="186" name="Line 8"/>
          <p:cNvSpPr>
            <a:spLocks noChangeShapeType="1"/>
          </p:cNvSpPr>
          <p:nvPr/>
        </p:nvSpPr>
        <p:spPr bwMode="auto">
          <a:xfrm>
            <a:off x="5889791" y="3159802"/>
            <a:ext cx="1984731" cy="14665"/>
          </a:xfrm>
          <a:prstGeom prst="line">
            <a:avLst/>
          </a:prstGeom>
          <a:ln>
            <a:headEnd/>
            <a:tailEnd/>
          </a:ln>
        </p:spPr>
        <p:style>
          <a:lnRef idx="3">
            <a:schemeClr val="accent2"/>
          </a:lnRef>
          <a:fillRef idx="0">
            <a:schemeClr val="accent2"/>
          </a:fillRef>
          <a:effectRef idx="2">
            <a:schemeClr val="accent2"/>
          </a:effectRef>
          <a:fontRef idx="minor">
            <a:schemeClr val="tx1"/>
          </a:fontRef>
        </p:style>
        <p:txBody>
          <a:bodyPr/>
          <a:lstStyle/>
          <a:p>
            <a:endParaRPr lang="en-IN"/>
          </a:p>
        </p:txBody>
      </p:sp>
      <p:sp>
        <p:nvSpPr>
          <p:cNvPr id="187" name="Line 8"/>
          <p:cNvSpPr>
            <a:spLocks noChangeShapeType="1"/>
          </p:cNvSpPr>
          <p:nvPr/>
        </p:nvSpPr>
        <p:spPr bwMode="auto">
          <a:xfrm flipH="1">
            <a:off x="5917940" y="3152840"/>
            <a:ext cx="3353" cy="72616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90" name="Text Box 11"/>
          <p:cNvSpPr txBox="1">
            <a:spLocks noChangeArrowheads="1"/>
          </p:cNvSpPr>
          <p:nvPr/>
        </p:nvSpPr>
        <p:spPr bwMode="auto">
          <a:xfrm>
            <a:off x="7859688" y="3765527"/>
            <a:ext cx="30857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altLang="en-US" sz="1600" dirty="0">
                <a:latin typeface="Times New Roman" panose="02020603050405020304" pitchFamily="18" charset="0"/>
              </a:rPr>
              <a:t>Y</a:t>
            </a:r>
          </a:p>
        </p:txBody>
      </p:sp>
      <p:sp>
        <p:nvSpPr>
          <p:cNvPr id="191" name="Text Box 11"/>
          <p:cNvSpPr txBox="1">
            <a:spLocks noChangeArrowheads="1"/>
          </p:cNvSpPr>
          <p:nvPr/>
        </p:nvSpPr>
        <p:spPr bwMode="auto">
          <a:xfrm>
            <a:off x="5882870" y="2810429"/>
            <a:ext cx="27603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600" dirty="0">
                <a:latin typeface="Times New Roman" panose="02020603050405020304" pitchFamily="18" charset="0"/>
              </a:rPr>
              <a:t>a</a:t>
            </a:r>
          </a:p>
        </p:txBody>
      </p:sp>
      <p:sp>
        <p:nvSpPr>
          <p:cNvPr id="192" name="Text Box 11"/>
          <p:cNvSpPr txBox="1">
            <a:spLocks noChangeArrowheads="1"/>
          </p:cNvSpPr>
          <p:nvPr/>
        </p:nvSpPr>
        <p:spPr bwMode="auto">
          <a:xfrm>
            <a:off x="7829518" y="3001934"/>
            <a:ext cx="28725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600" dirty="0">
                <a:latin typeface="Times New Roman" panose="02020603050405020304" pitchFamily="18" charset="0"/>
              </a:rPr>
              <a:t>b</a:t>
            </a:r>
          </a:p>
        </p:txBody>
      </p:sp>
      <p:sp>
        <p:nvSpPr>
          <p:cNvPr id="193" name="Text Box 11"/>
          <p:cNvSpPr txBox="1">
            <a:spLocks noChangeArrowheads="1"/>
          </p:cNvSpPr>
          <p:nvPr/>
        </p:nvSpPr>
        <p:spPr bwMode="auto">
          <a:xfrm>
            <a:off x="5885940" y="3404061"/>
            <a:ext cx="34442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1600" dirty="0">
                <a:latin typeface="Times New Roman" panose="02020603050405020304" pitchFamily="18" charset="0"/>
              </a:rPr>
              <a:t>a</a:t>
            </a:r>
            <a:r>
              <a:rPr lang="en-US" altLang="en-US" sz="1600" dirty="0">
                <a:latin typeface="Arial" panose="020B0604020202020204" pitchFamily="34" charset="0"/>
              </a:rPr>
              <a:t>´</a:t>
            </a:r>
          </a:p>
          <a:p>
            <a:pPr eaLnBrk="1" hangingPunct="1"/>
            <a:endParaRPr lang="en-US" altLang="en-US" sz="1600" dirty="0">
              <a:latin typeface="Times New Roman" panose="02020603050405020304" pitchFamily="18" charset="0"/>
            </a:endParaRPr>
          </a:p>
        </p:txBody>
      </p:sp>
      <p:sp>
        <p:nvSpPr>
          <p:cNvPr id="194" name="Text Box 11"/>
          <p:cNvSpPr txBox="1">
            <a:spLocks noChangeArrowheads="1"/>
          </p:cNvSpPr>
          <p:nvPr/>
        </p:nvSpPr>
        <p:spPr bwMode="auto">
          <a:xfrm rot="5400000" flipV="1">
            <a:off x="4972520" y="3341146"/>
            <a:ext cx="441853"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altLang="en-US" sz="1600" dirty="0">
                <a:latin typeface="Times New Roman" panose="02020603050405020304" pitchFamily="18" charset="0"/>
              </a:rPr>
              <a:t>15</a:t>
            </a:r>
          </a:p>
        </p:txBody>
      </p:sp>
      <p:sp>
        <p:nvSpPr>
          <p:cNvPr id="195" name="Text Box 11"/>
          <p:cNvSpPr txBox="1">
            <a:spLocks noChangeArrowheads="1"/>
          </p:cNvSpPr>
          <p:nvPr/>
        </p:nvSpPr>
        <p:spPr bwMode="auto">
          <a:xfrm rot="5400000" flipV="1">
            <a:off x="5356134" y="3496575"/>
            <a:ext cx="426313"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altLang="en-US" sz="1600" dirty="0">
                <a:latin typeface="Times New Roman" panose="02020603050405020304" pitchFamily="18" charset="0"/>
              </a:rPr>
              <a:t>10</a:t>
            </a:r>
          </a:p>
        </p:txBody>
      </p:sp>
      <p:sp>
        <p:nvSpPr>
          <p:cNvPr id="196" name="Line 8"/>
          <p:cNvSpPr>
            <a:spLocks noChangeShapeType="1"/>
          </p:cNvSpPr>
          <p:nvPr/>
        </p:nvSpPr>
        <p:spPr bwMode="auto">
          <a:xfrm flipV="1">
            <a:off x="842934" y="3881596"/>
            <a:ext cx="2468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97" name="Line 8"/>
          <p:cNvSpPr>
            <a:spLocks noChangeShapeType="1"/>
          </p:cNvSpPr>
          <p:nvPr/>
        </p:nvSpPr>
        <p:spPr bwMode="auto">
          <a:xfrm flipV="1">
            <a:off x="4490421" y="3159802"/>
            <a:ext cx="1507011"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81" name="Line 8"/>
          <p:cNvSpPr>
            <a:spLocks noChangeShapeType="1"/>
          </p:cNvSpPr>
          <p:nvPr/>
        </p:nvSpPr>
        <p:spPr bwMode="auto">
          <a:xfrm flipV="1">
            <a:off x="5581152" y="3426734"/>
            <a:ext cx="2319758" cy="1290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98" name="Text Box 11"/>
          <p:cNvSpPr txBox="1">
            <a:spLocks noChangeArrowheads="1"/>
          </p:cNvSpPr>
          <p:nvPr/>
        </p:nvSpPr>
        <p:spPr bwMode="auto">
          <a:xfrm>
            <a:off x="7866408" y="2146166"/>
            <a:ext cx="35618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dirty="0">
                <a:latin typeface="Times New Roman" panose="02020603050405020304" pitchFamily="18" charset="0"/>
              </a:rPr>
              <a:t>b</a:t>
            </a:r>
            <a:r>
              <a:rPr lang="en-US" altLang="en-US" sz="1600" dirty="0">
                <a:latin typeface="Arial" panose="020B0604020202020204" pitchFamily="34" charset="0"/>
              </a:rPr>
              <a:t>´</a:t>
            </a:r>
          </a:p>
          <a:p>
            <a:pPr eaLnBrk="1" hangingPunct="1"/>
            <a:r>
              <a:rPr lang="en-US" altLang="en-US" sz="1600" dirty="0">
                <a:latin typeface="Times New Roman" panose="02020603050405020304" pitchFamily="18" charset="0"/>
              </a:rPr>
              <a:t> </a:t>
            </a:r>
          </a:p>
        </p:txBody>
      </p:sp>
      <p:sp>
        <p:nvSpPr>
          <p:cNvPr id="199" name="Line 8"/>
          <p:cNvSpPr>
            <a:spLocks noChangeShapeType="1"/>
          </p:cNvSpPr>
          <p:nvPr/>
        </p:nvSpPr>
        <p:spPr bwMode="auto">
          <a:xfrm>
            <a:off x="450540" y="5356842"/>
            <a:ext cx="2885235" cy="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00" name="Line 8"/>
          <p:cNvSpPr>
            <a:spLocks noChangeShapeType="1"/>
          </p:cNvSpPr>
          <p:nvPr/>
        </p:nvSpPr>
        <p:spPr bwMode="auto">
          <a:xfrm>
            <a:off x="1126080" y="4658418"/>
            <a:ext cx="1940810" cy="1373"/>
          </a:xfrm>
          <a:prstGeom prst="line">
            <a:avLst/>
          </a:prstGeom>
          <a:ln>
            <a:headEnd/>
            <a:tailEnd/>
          </a:ln>
        </p:spPr>
        <p:style>
          <a:lnRef idx="3">
            <a:schemeClr val="accent2"/>
          </a:lnRef>
          <a:fillRef idx="0">
            <a:schemeClr val="accent2"/>
          </a:fillRef>
          <a:effectRef idx="2">
            <a:schemeClr val="accent2"/>
          </a:effectRef>
          <a:fontRef idx="minor">
            <a:schemeClr val="tx1"/>
          </a:fontRef>
        </p:style>
        <p:txBody>
          <a:bodyPr/>
          <a:lstStyle/>
          <a:p>
            <a:endParaRPr lang="en-IN"/>
          </a:p>
        </p:txBody>
      </p:sp>
      <p:cxnSp>
        <p:nvCxnSpPr>
          <p:cNvPr id="201" name="Straight Arrow Connector 200"/>
          <p:cNvCxnSpPr/>
          <p:nvPr/>
        </p:nvCxnSpPr>
        <p:spPr>
          <a:xfrm flipV="1">
            <a:off x="1052935" y="4658418"/>
            <a:ext cx="1068" cy="698879"/>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02" name="Line 8"/>
          <p:cNvSpPr>
            <a:spLocks noChangeShapeType="1"/>
          </p:cNvSpPr>
          <p:nvPr/>
        </p:nvSpPr>
        <p:spPr bwMode="auto">
          <a:xfrm>
            <a:off x="462238" y="4656685"/>
            <a:ext cx="669220" cy="36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03" name="Text Box 11"/>
          <p:cNvSpPr txBox="1">
            <a:spLocks noChangeArrowheads="1"/>
          </p:cNvSpPr>
          <p:nvPr/>
        </p:nvSpPr>
        <p:spPr bwMode="auto">
          <a:xfrm rot="5400000" flipV="1">
            <a:off x="684130" y="4823995"/>
            <a:ext cx="441853"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altLang="en-US" sz="1600" dirty="0">
                <a:latin typeface="Times New Roman" panose="02020603050405020304" pitchFamily="18" charset="0"/>
              </a:rPr>
              <a:t>15</a:t>
            </a:r>
          </a:p>
        </p:txBody>
      </p:sp>
      <p:sp>
        <p:nvSpPr>
          <p:cNvPr id="204" name="Text Box 11"/>
          <p:cNvSpPr txBox="1">
            <a:spLocks noChangeArrowheads="1"/>
          </p:cNvSpPr>
          <p:nvPr/>
        </p:nvSpPr>
        <p:spPr bwMode="auto">
          <a:xfrm rot="5400000" flipV="1">
            <a:off x="694385" y="5391501"/>
            <a:ext cx="40696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altLang="en-US" sz="1600" dirty="0">
                <a:latin typeface="Times New Roman" panose="02020603050405020304" pitchFamily="18" charset="0"/>
              </a:rPr>
              <a:t>10</a:t>
            </a:r>
          </a:p>
        </p:txBody>
      </p:sp>
      <p:cxnSp>
        <p:nvCxnSpPr>
          <p:cNvPr id="205" name="Straight Arrow Connector 204"/>
          <p:cNvCxnSpPr/>
          <p:nvPr/>
        </p:nvCxnSpPr>
        <p:spPr>
          <a:xfrm flipH="1" flipV="1">
            <a:off x="1060703" y="5324466"/>
            <a:ext cx="6440" cy="410609"/>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09" name="Text Box 11"/>
          <p:cNvSpPr txBox="1">
            <a:spLocks noChangeArrowheads="1"/>
          </p:cNvSpPr>
          <p:nvPr/>
        </p:nvSpPr>
        <p:spPr bwMode="auto">
          <a:xfrm>
            <a:off x="115048" y="5149324"/>
            <a:ext cx="33214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600" dirty="0">
                <a:latin typeface="Times New Roman" panose="02020603050405020304" pitchFamily="18" charset="0"/>
              </a:rPr>
              <a:t>X</a:t>
            </a:r>
          </a:p>
        </p:txBody>
      </p:sp>
      <p:sp>
        <p:nvSpPr>
          <p:cNvPr id="210" name="Text Box 11"/>
          <p:cNvSpPr txBox="1">
            <a:spLocks noChangeArrowheads="1"/>
          </p:cNvSpPr>
          <p:nvPr/>
        </p:nvSpPr>
        <p:spPr bwMode="auto">
          <a:xfrm>
            <a:off x="3335775" y="5149324"/>
            <a:ext cx="30857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altLang="en-US" sz="1600" dirty="0">
                <a:latin typeface="Times New Roman" panose="02020603050405020304" pitchFamily="18" charset="0"/>
              </a:rPr>
              <a:t>Y</a:t>
            </a:r>
          </a:p>
        </p:txBody>
      </p:sp>
      <p:grpSp>
        <p:nvGrpSpPr>
          <p:cNvPr id="211" name="Group 2"/>
          <p:cNvGrpSpPr>
            <a:grpSpLocks/>
          </p:cNvGrpSpPr>
          <p:nvPr/>
        </p:nvGrpSpPr>
        <p:grpSpPr bwMode="auto">
          <a:xfrm rot="1650896">
            <a:off x="1809906" y="5590874"/>
            <a:ext cx="513198" cy="916790"/>
            <a:chOff x="768" y="2640"/>
            <a:chExt cx="414" cy="432"/>
          </a:xfrm>
        </p:grpSpPr>
        <p:sp>
          <p:nvSpPr>
            <p:cNvPr id="212" name="Oval 3"/>
            <p:cNvSpPr>
              <a:spLocks noChangeArrowheads="1"/>
            </p:cNvSpPr>
            <p:nvPr/>
          </p:nvSpPr>
          <p:spPr bwMode="auto">
            <a:xfrm>
              <a:off x="894" y="2674"/>
              <a:ext cx="288" cy="288"/>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13" name="Rectangle 4"/>
            <p:cNvSpPr>
              <a:spLocks noChangeArrowheads="1"/>
            </p:cNvSpPr>
            <p:nvPr/>
          </p:nvSpPr>
          <p:spPr bwMode="auto">
            <a:xfrm>
              <a:off x="768" y="2640"/>
              <a:ext cx="288" cy="432"/>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
        <p:nvSpPr>
          <p:cNvPr id="207" name="Line 8"/>
          <p:cNvSpPr>
            <a:spLocks noChangeShapeType="1"/>
          </p:cNvSpPr>
          <p:nvPr/>
        </p:nvSpPr>
        <p:spPr bwMode="auto">
          <a:xfrm flipH="1" flipV="1">
            <a:off x="1166891" y="5766617"/>
            <a:ext cx="1917309" cy="1057730"/>
          </a:xfrm>
          <a:prstGeom prst="line">
            <a:avLst/>
          </a:prstGeom>
          <a:ln>
            <a:headEnd/>
            <a:tailEnd/>
          </a:ln>
        </p:spPr>
        <p:style>
          <a:lnRef idx="3">
            <a:schemeClr val="accent2"/>
          </a:lnRef>
          <a:fillRef idx="0">
            <a:schemeClr val="accent2"/>
          </a:fillRef>
          <a:effectRef idx="2">
            <a:schemeClr val="accent2"/>
          </a:effectRef>
          <a:fontRef idx="minor">
            <a:schemeClr val="tx1"/>
          </a:fontRef>
        </p:style>
        <p:txBody>
          <a:bodyPr/>
          <a:lstStyle/>
          <a:p>
            <a:endParaRPr lang="en-IN">
              <a:ln w="0"/>
              <a:effectLst>
                <a:outerShdw blurRad="38100" dist="19050" dir="2700000" algn="tl" rotWithShape="0">
                  <a:schemeClr val="dk1">
                    <a:alpha val="40000"/>
                  </a:schemeClr>
                </a:outerShdw>
              </a:effectLst>
            </a:endParaRPr>
          </a:p>
        </p:txBody>
      </p:sp>
      <p:sp>
        <p:nvSpPr>
          <p:cNvPr id="206" name="Line 8"/>
          <p:cNvSpPr>
            <a:spLocks noChangeShapeType="1"/>
          </p:cNvSpPr>
          <p:nvPr/>
        </p:nvSpPr>
        <p:spPr bwMode="auto">
          <a:xfrm>
            <a:off x="450539" y="5749515"/>
            <a:ext cx="2135986" cy="26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14" name="Text Box 11"/>
          <p:cNvSpPr txBox="1">
            <a:spLocks noChangeArrowheads="1"/>
          </p:cNvSpPr>
          <p:nvPr/>
        </p:nvSpPr>
        <p:spPr bwMode="auto">
          <a:xfrm>
            <a:off x="2301840" y="5949867"/>
            <a:ext cx="53763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1600" dirty="0">
                <a:latin typeface="Times New Roman" panose="02020603050405020304" pitchFamily="18" charset="0"/>
              </a:rPr>
              <a:t>30</a:t>
            </a:r>
            <a:r>
              <a:rPr lang="en-US" altLang="en-US" sz="1600" dirty="0"/>
              <a:t>° </a:t>
            </a:r>
            <a:endParaRPr lang="en-US" altLang="en-US" sz="1600" dirty="0">
              <a:latin typeface="Times New Roman" panose="02020603050405020304" pitchFamily="18" charset="0"/>
            </a:endParaRPr>
          </a:p>
        </p:txBody>
      </p:sp>
      <p:sp>
        <p:nvSpPr>
          <p:cNvPr id="216" name="Text Box 11"/>
          <p:cNvSpPr txBox="1">
            <a:spLocks noChangeArrowheads="1"/>
          </p:cNvSpPr>
          <p:nvPr/>
        </p:nvSpPr>
        <p:spPr bwMode="auto">
          <a:xfrm>
            <a:off x="1028872" y="4346076"/>
            <a:ext cx="27603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600" dirty="0">
                <a:latin typeface="Times New Roman" panose="02020603050405020304" pitchFamily="18" charset="0"/>
              </a:rPr>
              <a:t>a</a:t>
            </a:r>
          </a:p>
        </p:txBody>
      </p:sp>
      <p:sp>
        <p:nvSpPr>
          <p:cNvPr id="217" name="Text Box 11"/>
          <p:cNvSpPr txBox="1">
            <a:spLocks noChangeArrowheads="1"/>
          </p:cNvSpPr>
          <p:nvPr/>
        </p:nvSpPr>
        <p:spPr bwMode="auto">
          <a:xfrm>
            <a:off x="930361" y="5743763"/>
            <a:ext cx="34496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1600" dirty="0">
                <a:latin typeface="Times New Roman" panose="02020603050405020304" pitchFamily="18" charset="0"/>
              </a:rPr>
              <a:t>a</a:t>
            </a:r>
            <a:r>
              <a:rPr lang="en-US" altLang="en-US" sz="1600" dirty="0">
                <a:latin typeface="Arial" panose="020B0604020202020204" pitchFamily="34" charset="0"/>
              </a:rPr>
              <a:t>´</a:t>
            </a:r>
          </a:p>
          <a:p>
            <a:pPr eaLnBrk="1" hangingPunct="1"/>
            <a:endParaRPr lang="en-US" altLang="en-US" sz="1600" dirty="0">
              <a:latin typeface="Times New Roman" panose="02020603050405020304" pitchFamily="18" charset="0"/>
            </a:endParaRPr>
          </a:p>
        </p:txBody>
      </p:sp>
      <p:sp>
        <p:nvSpPr>
          <p:cNvPr id="218" name="Text Box 11"/>
          <p:cNvSpPr txBox="1">
            <a:spLocks noChangeArrowheads="1"/>
          </p:cNvSpPr>
          <p:nvPr/>
        </p:nvSpPr>
        <p:spPr bwMode="auto">
          <a:xfrm>
            <a:off x="3008957" y="4395389"/>
            <a:ext cx="28725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600" dirty="0">
                <a:latin typeface="Times New Roman" panose="02020603050405020304" pitchFamily="18" charset="0"/>
              </a:rPr>
              <a:t>b</a:t>
            </a:r>
          </a:p>
        </p:txBody>
      </p:sp>
      <p:sp>
        <p:nvSpPr>
          <p:cNvPr id="219" name="Text Box 11"/>
          <p:cNvSpPr txBox="1">
            <a:spLocks noChangeArrowheads="1"/>
          </p:cNvSpPr>
          <p:nvPr/>
        </p:nvSpPr>
        <p:spPr bwMode="auto">
          <a:xfrm>
            <a:off x="3069918" y="6573906"/>
            <a:ext cx="35618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dirty="0">
                <a:latin typeface="Times New Roman" panose="02020603050405020304" pitchFamily="18" charset="0"/>
              </a:rPr>
              <a:t>b</a:t>
            </a:r>
            <a:r>
              <a:rPr lang="en-US" altLang="en-US" sz="1600" dirty="0">
                <a:latin typeface="Arial" panose="020B0604020202020204" pitchFamily="34" charset="0"/>
              </a:rPr>
              <a:t>´</a:t>
            </a:r>
          </a:p>
          <a:p>
            <a:pPr eaLnBrk="1" hangingPunct="1"/>
            <a:r>
              <a:rPr lang="en-US" altLang="en-US" sz="1600" dirty="0">
                <a:latin typeface="Times New Roman" panose="02020603050405020304" pitchFamily="18" charset="0"/>
              </a:rPr>
              <a:t> </a:t>
            </a:r>
          </a:p>
        </p:txBody>
      </p:sp>
      <p:sp>
        <p:nvSpPr>
          <p:cNvPr id="220" name="Line 8"/>
          <p:cNvSpPr>
            <a:spLocks noChangeShapeType="1"/>
          </p:cNvSpPr>
          <p:nvPr/>
        </p:nvSpPr>
        <p:spPr bwMode="auto">
          <a:xfrm flipV="1">
            <a:off x="5112168" y="4757903"/>
            <a:ext cx="2976234" cy="541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cxnSp>
        <p:nvCxnSpPr>
          <p:cNvPr id="221" name="Straight Arrow Connector 220"/>
          <p:cNvCxnSpPr/>
          <p:nvPr/>
        </p:nvCxnSpPr>
        <p:spPr>
          <a:xfrm flipV="1">
            <a:off x="5325181" y="3180129"/>
            <a:ext cx="1068" cy="698879"/>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2" name="Straight Arrow Connector 221"/>
          <p:cNvCxnSpPr/>
          <p:nvPr/>
        </p:nvCxnSpPr>
        <p:spPr>
          <a:xfrm flipH="1" flipV="1">
            <a:off x="5703562" y="3452695"/>
            <a:ext cx="6440" cy="410609"/>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6" name="Straight Arrow Connector 225"/>
          <p:cNvCxnSpPr/>
          <p:nvPr/>
        </p:nvCxnSpPr>
        <p:spPr>
          <a:xfrm flipV="1">
            <a:off x="5548813" y="4786927"/>
            <a:ext cx="1068" cy="698879"/>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8" name="Straight Arrow Connector 227"/>
          <p:cNvCxnSpPr/>
          <p:nvPr/>
        </p:nvCxnSpPr>
        <p:spPr>
          <a:xfrm flipV="1">
            <a:off x="5796868" y="4767615"/>
            <a:ext cx="2118" cy="438585"/>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29" name="Text Box 11"/>
          <p:cNvSpPr txBox="1">
            <a:spLocks noChangeArrowheads="1"/>
          </p:cNvSpPr>
          <p:nvPr/>
        </p:nvSpPr>
        <p:spPr bwMode="auto">
          <a:xfrm rot="5400000" flipV="1">
            <a:off x="5494567" y="4855118"/>
            <a:ext cx="410203"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altLang="en-US" sz="1600" dirty="0">
                <a:latin typeface="Times New Roman" panose="02020603050405020304" pitchFamily="18" charset="0"/>
              </a:rPr>
              <a:t>10</a:t>
            </a:r>
          </a:p>
        </p:txBody>
      </p:sp>
      <p:sp>
        <p:nvSpPr>
          <p:cNvPr id="231" name="Text Box 11"/>
          <p:cNvSpPr txBox="1">
            <a:spLocks noChangeArrowheads="1"/>
          </p:cNvSpPr>
          <p:nvPr/>
        </p:nvSpPr>
        <p:spPr bwMode="auto">
          <a:xfrm rot="5400000" flipV="1">
            <a:off x="5227997" y="4967089"/>
            <a:ext cx="441853"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altLang="en-US" sz="1600" dirty="0">
                <a:latin typeface="Times New Roman" panose="02020603050405020304" pitchFamily="18" charset="0"/>
              </a:rPr>
              <a:t>15</a:t>
            </a:r>
          </a:p>
        </p:txBody>
      </p:sp>
      <p:sp>
        <p:nvSpPr>
          <p:cNvPr id="236" name="Line 8"/>
          <p:cNvSpPr>
            <a:spLocks noChangeShapeType="1"/>
          </p:cNvSpPr>
          <p:nvPr/>
        </p:nvSpPr>
        <p:spPr bwMode="auto">
          <a:xfrm flipH="1" flipV="1">
            <a:off x="3050574" y="4626108"/>
            <a:ext cx="33628" cy="21840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38" name="Text Box 11"/>
          <p:cNvSpPr txBox="1">
            <a:spLocks noChangeArrowheads="1"/>
          </p:cNvSpPr>
          <p:nvPr/>
        </p:nvSpPr>
        <p:spPr bwMode="auto">
          <a:xfrm>
            <a:off x="4861304" y="4588574"/>
            <a:ext cx="33214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600" dirty="0">
                <a:latin typeface="Times New Roman" panose="02020603050405020304" pitchFamily="18" charset="0"/>
              </a:rPr>
              <a:t>X</a:t>
            </a:r>
          </a:p>
        </p:txBody>
      </p:sp>
      <p:sp>
        <p:nvSpPr>
          <p:cNvPr id="239" name="Text Box 11"/>
          <p:cNvSpPr txBox="1">
            <a:spLocks noChangeArrowheads="1"/>
          </p:cNvSpPr>
          <p:nvPr/>
        </p:nvSpPr>
        <p:spPr bwMode="auto">
          <a:xfrm>
            <a:off x="8112781" y="4617650"/>
            <a:ext cx="30857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altLang="en-US" sz="1600" dirty="0">
                <a:latin typeface="Times New Roman" panose="02020603050405020304" pitchFamily="18" charset="0"/>
              </a:rPr>
              <a:t>Y</a:t>
            </a:r>
          </a:p>
        </p:txBody>
      </p:sp>
      <p:sp>
        <p:nvSpPr>
          <p:cNvPr id="240" name="Line 8"/>
          <p:cNvSpPr>
            <a:spLocks noChangeShapeType="1"/>
          </p:cNvSpPr>
          <p:nvPr/>
        </p:nvSpPr>
        <p:spPr bwMode="auto">
          <a:xfrm flipH="1">
            <a:off x="5935296" y="4762391"/>
            <a:ext cx="3353" cy="72616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42" name="Text Box 11"/>
          <p:cNvSpPr txBox="1">
            <a:spLocks noChangeArrowheads="1"/>
          </p:cNvSpPr>
          <p:nvPr/>
        </p:nvSpPr>
        <p:spPr bwMode="auto">
          <a:xfrm>
            <a:off x="5905334" y="4892759"/>
            <a:ext cx="34442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1600" dirty="0">
                <a:latin typeface="Times New Roman" panose="02020603050405020304" pitchFamily="18" charset="0"/>
              </a:rPr>
              <a:t>a</a:t>
            </a:r>
            <a:r>
              <a:rPr lang="en-US" altLang="en-US" sz="1600" dirty="0">
                <a:latin typeface="Arial" panose="020B0604020202020204" pitchFamily="34" charset="0"/>
              </a:rPr>
              <a:t>´</a:t>
            </a:r>
          </a:p>
          <a:p>
            <a:pPr eaLnBrk="1" hangingPunct="1"/>
            <a:endParaRPr lang="en-US" altLang="en-US" sz="1600" dirty="0">
              <a:latin typeface="Times New Roman" panose="02020603050405020304" pitchFamily="18" charset="0"/>
            </a:endParaRPr>
          </a:p>
        </p:txBody>
      </p:sp>
      <p:sp>
        <p:nvSpPr>
          <p:cNvPr id="243" name="Text Box 11"/>
          <p:cNvSpPr txBox="1">
            <a:spLocks noChangeArrowheads="1"/>
          </p:cNvSpPr>
          <p:nvPr/>
        </p:nvSpPr>
        <p:spPr bwMode="auto">
          <a:xfrm>
            <a:off x="5819048" y="5430151"/>
            <a:ext cx="25724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altLang="en-US" sz="1600" dirty="0">
                <a:latin typeface="Times New Roman" panose="02020603050405020304" pitchFamily="18" charset="0"/>
              </a:rPr>
              <a:t>a</a:t>
            </a:r>
          </a:p>
        </p:txBody>
      </p:sp>
      <p:grpSp>
        <p:nvGrpSpPr>
          <p:cNvPr id="244" name="Group 2"/>
          <p:cNvGrpSpPr>
            <a:grpSpLocks/>
          </p:cNvGrpSpPr>
          <p:nvPr/>
        </p:nvGrpSpPr>
        <p:grpSpPr bwMode="auto">
          <a:xfrm rot="940174">
            <a:off x="6842761" y="5132622"/>
            <a:ext cx="491380" cy="866996"/>
            <a:chOff x="768" y="2640"/>
            <a:chExt cx="414" cy="432"/>
          </a:xfrm>
        </p:grpSpPr>
        <p:sp>
          <p:nvSpPr>
            <p:cNvPr id="245" name="Oval 3"/>
            <p:cNvSpPr>
              <a:spLocks noChangeArrowheads="1"/>
            </p:cNvSpPr>
            <p:nvPr/>
          </p:nvSpPr>
          <p:spPr bwMode="auto">
            <a:xfrm>
              <a:off x="894" y="2674"/>
              <a:ext cx="288" cy="288"/>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46" name="Rectangle 4"/>
            <p:cNvSpPr>
              <a:spLocks noChangeArrowheads="1"/>
            </p:cNvSpPr>
            <p:nvPr/>
          </p:nvSpPr>
          <p:spPr bwMode="auto">
            <a:xfrm>
              <a:off x="768" y="2640"/>
              <a:ext cx="288" cy="432"/>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
        <p:nvSpPr>
          <p:cNvPr id="235" name="Line 8"/>
          <p:cNvSpPr>
            <a:spLocks noChangeShapeType="1"/>
          </p:cNvSpPr>
          <p:nvPr/>
        </p:nvSpPr>
        <p:spPr bwMode="auto">
          <a:xfrm>
            <a:off x="5080773" y="5495361"/>
            <a:ext cx="3006852" cy="1405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41" name="Line 8"/>
          <p:cNvSpPr>
            <a:spLocks noChangeShapeType="1"/>
          </p:cNvSpPr>
          <p:nvPr/>
        </p:nvSpPr>
        <p:spPr bwMode="auto">
          <a:xfrm flipH="1" flipV="1">
            <a:off x="5968610" y="5223904"/>
            <a:ext cx="2148165" cy="1028301"/>
          </a:xfrm>
          <a:prstGeom prst="line">
            <a:avLst/>
          </a:prstGeom>
          <a:ln>
            <a:headEnd/>
            <a:tailEnd/>
          </a:ln>
        </p:spPr>
        <p:style>
          <a:lnRef idx="3">
            <a:schemeClr val="accent2"/>
          </a:lnRef>
          <a:fillRef idx="0">
            <a:schemeClr val="accent2"/>
          </a:fillRef>
          <a:effectRef idx="2">
            <a:schemeClr val="accent2"/>
          </a:effectRef>
          <a:fontRef idx="minor">
            <a:schemeClr val="tx1"/>
          </a:fontRef>
        </p:style>
        <p:txBody>
          <a:bodyPr/>
          <a:lstStyle/>
          <a:p>
            <a:endParaRPr lang="en-IN">
              <a:ln w="0"/>
              <a:effectLst>
                <a:outerShdw blurRad="38100" dist="19050" dir="2700000" algn="tl" rotWithShape="0">
                  <a:schemeClr val="dk1">
                    <a:alpha val="40000"/>
                  </a:schemeClr>
                </a:outerShdw>
              </a:effectLst>
            </a:endParaRPr>
          </a:p>
        </p:txBody>
      </p:sp>
      <p:sp>
        <p:nvSpPr>
          <p:cNvPr id="247" name="Text Box 11"/>
          <p:cNvSpPr txBox="1">
            <a:spLocks noChangeArrowheads="1"/>
          </p:cNvSpPr>
          <p:nvPr/>
        </p:nvSpPr>
        <p:spPr bwMode="auto">
          <a:xfrm>
            <a:off x="7275837" y="5527240"/>
            <a:ext cx="53763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1600" dirty="0">
                <a:latin typeface="Times New Roman" panose="02020603050405020304" pitchFamily="18" charset="0"/>
              </a:rPr>
              <a:t>30</a:t>
            </a:r>
            <a:r>
              <a:rPr lang="en-US" altLang="en-US" sz="1600" dirty="0"/>
              <a:t>° </a:t>
            </a:r>
            <a:endParaRPr lang="en-US" altLang="en-US" sz="1600" dirty="0">
              <a:latin typeface="Times New Roman" panose="02020603050405020304" pitchFamily="18" charset="0"/>
            </a:endParaRPr>
          </a:p>
        </p:txBody>
      </p:sp>
      <p:sp>
        <p:nvSpPr>
          <p:cNvPr id="248" name="Text Box 11"/>
          <p:cNvSpPr txBox="1">
            <a:spLocks noChangeArrowheads="1"/>
          </p:cNvSpPr>
          <p:nvPr/>
        </p:nvSpPr>
        <p:spPr bwMode="auto">
          <a:xfrm>
            <a:off x="8155734" y="5380750"/>
            <a:ext cx="28725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600" dirty="0">
                <a:latin typeface="Times New Roman" panose="02020603050405020304" pitchFamily="18" charset="0"/>
              </a:rPr>
              <a:t>b</a:t>
            </a:r>
          </a:p>
        </p:txBody>
      </p:sp>
      <p:sp>
        <p:nvSpPr>
          <p:cNvPr id="249" name="Text Box 11"/>
          <p:cNvSpPr txBox="1">
            <a:spLocks noChangeArrowheads="1"/>
          </p:cNvSpPr>
          <p:nvPr/>
        </p:nvSpPr>
        <p:spPr bwMode="auto">
          <a:xfrm>
            <a:off x="8116775" y="6183468"/>
            <a:ext cx="35948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1600" dirty="0">
                <a:latin typeface="Times New Roman" panose="02020603050405020304" pitchFamily="18" charset="0"/>
              </a:rPr>
              <a:t>b</a:t>
            </a:r>
            <a:r>
              <a:rPr lang="en-US" altLang="en-US" sz="1600" dirty="0">
                <a:latin typeface="Arial" panose="020B0604020202020204" pitchFamily="34" charset="0"/>
              </a:rPr>
              <a:t>´</a:t>
            </a:r>
          </a:p>
          <a:p>
            <a:pPr eaLnBrk="1" hangingPunct="1"/>
            <a:r>
              <a:rPr lang="en-US" altLang="en-US" sz="1600" dirty="0">
                <a:latin typeface="Times New Roman" panose="02020603050405020304" pitchFamily="18" charset="0"/>
              </a:rPr>
              <a:t> </a:t>
            </a:r>
          </a:p>
        </p:txBody>
      </p:sp>
      <p:sp>
        <p:nvSpPr>
          <p:cNvPr id="250" name="Line 8"/>
          <p:cNvSpPr>
            <a:spLocks noChangeShapeType="1"/>
          </p:cNvSpPr>
          <p:nvPr/>
        </p:nvSpPr>
        <p:spPr bwMode="auto">
          <a:xfrm>
            <a:off x="1147588" y="4656593"/>
            <a:ext cx="12571" cy="106597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51" name="Line 8"/>
          <p:cNvSpPr>
            <a:spLocks noChangeShapeType="1"/>
          </p:cNvSpPr>
          <p:nvPr/>
        </p:nvSpPr>
        <p:spPr bwMode="auto">
          <a:xfrm>
            <a:off x="6051892" y="5497091"/>
            <a:ext cx="2035734" cy="4810"/>
          </a:xfrm>
          <a:prstGeom prst="line">
            <a:avLst/>
          </a:prstGeom>
          <a:ln>
            <a:headEnd/>
            <a:tailEnd/>
          </a:ln>
        </p:spPr>
        <p:style>
          <a:lnRef idx="3">
            <a:schemeClr val="accent2"/>
          </a:lnRef>
          <a:fillRef idx="0">
            <a:schemeClr val="accent2"/>
          </a:fillRef>
          <a:effectRef idx="2">
            <a:schemeClr val="accent2"/>
          </a:effectRef>
          <a:fontRef idx="minor">
            <a:schemeClr val="tx1"/>
          </a:fontRef>
        </p:style>
        <p:txBody>
          <a:bodyPr/>
          <a:lstStyle/>
          <a:p>
            <a:endParaRPr lang="en-IN"/>
          </a:p>
        </p:txBody>
      </p:sp>
      <p:sp>
        <p:nvSpPr>
          <p:cNvPr id="90" name="Line 8"/>
          <p:cNvSpPr>
            <a:spLocks noChangeShapeType="1"/>
          </p:cNvSpPr>
          <p:nvPr/>
        </p:nvSpPr>
        <p:spPr bwMode="auto">
          <a:xfrm flipH="1" flipV="1">
            <a:off x="8101761" y="4757851"/>
            <a:ext cx="8115" cy="150662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32" name="Line 8"/>
          <p:cNvSpPr>
            <a:spLocks noChangeShapeType="1"/>
          </p:cNvSpPr>
          <p:nvPr/>
        </p:nvSpPr>
        <p:spPr bwMode="auto">
          <a:xfrm>
            <a:off x="5710687" y="5210384"/>
            <a:ext cx="1890946" cy="249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91" name="Text Box 11"/>
          <p:cNvSpPr txBox="1">
            <a:spLocks noChangeArrowheads="1"/>
          </p:cNvSpPr>
          <p:nvPr/>
        </p:nvSpPr>
        <p:spPr bwMode="auto">
          <a:xfrm>
            <a:off x="1362011" y="3894867"/>
            <a:ext cx="1394934"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600" b="1" dirty="0">
                <a:solidFill>
                  <a:srgbClr val="FF0000"/>
                </a:solidFill>
                <a:latin typeface="Times New Roman" panose="02020603050405020304" pitchFamily="18" charset="0"/>
              </a:rPr>
              <a:t>( Quadrant 1)</a:t>
            </a:r>
          </a:p>
        </p:txBody>
      </p:sp>
      <p:sp>
        <p:nvSpPr>
          <p:cNvPr id="92" name="Text Box 11"/>
          <p:cNvSpPr txBox="1">
            <a:spLocks noChangeArrowheads="1"/>
          </p:cNvSpPr>
          <p:nvPr/>
        </p:nvSpPr>
        <p:spPr bwMode="auto">
          <a:xfrm>
            <a:off x="5889791" y="3885826"/>
            <a:ext cx="134363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600" b="1" dirty="0">
                <a:solidFill>
                  <a:srgbClr val="FF0000"/>
                </a:solidFill>
                <a:latin typeface="Times New Roman" panose="02020603050405020304" pitchFamily="18" charset="0"/>
              </a:rPr>
              <a:t>(Quadrant 2)</a:t>
            </a:r>
          </a:p>
        </p:txBody>
      </p:sp>
      <p:sp>
        <p:nvSpPr>
          <p:cNvPr id="93" name="Text Box 11"/>
          <p:cNvSpPr txBox="1">
            <a:spLocks noChangeArrowheads="1"/>
          </p:cNvSpPr>
          <p:nvPr/>
        </p:nvSpPr>
        <p:spPr bwMode="auto">
          <a:xfrm>
            <a:off x="1230856" y="6507954"/>
            <a:ext cx="150475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altLang="en-US" sz="1600" b="1" dirty="0">
                <a:solidFill>
                  <a:srgbClr val="FF0000"/>
                </a:solidFill>
                <a:latin typeface="Times New Roman" panose="02020603050405020304" pitchFamily="18" charset="0"/>
              </a:rPr>
              <a:t>(Quadrant 3)</a:t>
            </a:r>
          </a:p>
        </p:txBody>
      </p:sp>
      <p:sp>
        <p:nvSpPr>
          <p:cNvPr id="95" name="Text Box 11"/>
          <p:cNvSpPr txBox="1">
            <a:spLocks noChangeArrowheads="1"/>
          </p:cNvSpPr>
          <p:nvPr/>
        </p:nvSpPr>
        <p:spPr bwMode="auto">
          <a:xfrm>
            <a:off x="6020889" y="6163681"/>
            <a:ext cx="134363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600" b="1" dirty="0">
                <a:solidFill>
                  <a:srgbClr val="FF0000"/>
                </a:solidFill>
                <a:latin typeface="Times New Roman" panose="02020603050405020304" pitchFamily="18" charset="0"/>
              </a:rPr>
              <a:t>(Quadrant 4)</a:t>
            </a:r>
          </a:p>
        </p:txBody>
      </p:sp>
    </p:spTree>
    <p:extLst>
      <p:ext uri="{BB962C8B-B14F-4D97-AF65-F5344CB8AC3E}">
        <p14:creationId xmlns:p14="http://schemas.microsoft.com/office/powerpoint/2010/main" val="123581783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7666">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97666">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0"/>
                                        </p:tgtEl>
                                        <p:attrNameLst>
                                          <p:attrName>style.visibility</p:attrName>
                                        </p:attrNameLst>
                                      </p:cBhvr>
                                      <p:to>
                                        <p:strVal val="visible"/>
                                      </p:to>
                                    </p:set>
                                    <p:animEffect transition="in" filter="fade">
                                      <p:cBhvr>
                                        <p:cTn id="17" dur="500"/>
                                        <p:tgtEl>
                                          <p:spTgt spid="7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94"/>
                                        </p:tgtEl>
                                        <p:attrNameLst>
                                          <p:attrName>style.visibility</p:attrName>
                                        </p:attrNameLst>
                                      </p:cBhvr>
                                      <p:to>
                                        <p:strVal val="visible"/>
                                      </p:to>
                                    </p:set>
                                    <p:animEffect transition="in" filter="fade">
                                      <p:cBhvr>
                                        <p:cTn id="20" dur="500"/>
                                        <p:tgtEl>
                                          <p:spTgt spid="94"/>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96"/>
                                        </p:tgtEl>
                                        <p:attrNameLst>
                                          <p:attrName>style.visibility</p:attrName>
                                        </p:attrNameLst>
                                      </p:cBhvr>
                                      <p:to>
                                        <p:strVal val="visible"/>
                                      </p:to>
                                    </p:set>
                                    <p:animEffect transition="in" filter="fade">
                                      <p:cBhvr>
                                        <p:cTn id="23" dur="500"/>
                                        <p:tgtEl>
                                          <p:spTgt spid="9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98"/>
                                        </p:tgtEl>
                                        <p:attrNameLst>
                                          <p:attrName>style.visibility</p:attrName>
                                        </p:attrNameLst>
                                      </p:cBhvr>
                                      <p:to>
                                        <p:strVal val="visible"/>
                                      </p:to>
                                    </p:set>
                                    <p:animEffect transition="in" filter="fade">
                                      <p:cBhvr>
                                        <p:cTn id="26" dur="500"/>
                                        <p:tgtEl>
                                          <p:spTgt spid="98"/>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8"/>
                                        </p:tgtEl>
                                        <p:attrNameLst>
                                          <p:attrName>style.visibility</p:attrName>
                                        </p:attrNameLst>
                                      </p:cBhvr>
                                      <p:to>
                                        <p:strVal val="visible"/>
                                      </p:to>
                                    </p:set>
                                    <p:animEffect transition="in" filter="fade">
                                      <p:cBhvr>
                                        <p:cTn id="29" dur="500"/>
                                        <p:tgtEl>
                                          <p:spTgt spid="3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9"/>
                                        </p:tgtEl>
                                        <p:attrNameLst>
                                          <p:attrName>style.visibility</p:attrName>
                                        </p:attrNameLst>
                                      </p:cBhvr>
                                      <p:to>
                                        <p:strVal val="visible"/>
                                      </p:to>
                                    </p:set>
                                    <p:animEffect transition="in" filter="fade">
                                      <p:cBhvr>
                                        <p:cTn id="32" dur="500"/>
                                        <p:tgtEl>
                                          <p:spTgt spid="39"/>
                                        </p:tgtEl>
                                      </p:cBhvr>
                                    </p:animEffect>
                                  </p:childTnLst>
                                </p:cTn>
                              </p:par>
                              <p:par>
                                <p:cTn id="33" presetID="10" presetClass="entr" presetSubtype="0" fill="hold" nodeType="withEffect">
                                  <p:stCondLst>
                                    <p:cond delay="0"/>
                                  </p:stCondLst>
                                  <p:childTnLst>
                                    <p:set>
                                      <p:cBhvr>
                                        <p:cTn id="34" dur="1" fill="hold">
                                          <p:stCondLst>
                                            <p:cond delay="0"/>
                                          </p:stCondLst>
                                        </p:cTn>
                                        <p:tgtEl>
                                          <p:spTgt spid="41"/>
                                        </p:tgtEl>
                                        <p:attrNameLst>
                                          <p:attrName>style.visibility</p:attrName>
                                        </p:attrNameLst>
                                      </p:cBhvr>
                                      <p:to>
                                        <p:strVal val="visible"/>
                                      </p:to>
                                    </p:set>
                                    <p:animEffect transition="in" filter="fade">
                                      <p:cBhvr>
                                        <p:cTn id="35" dur="500"/>
                                        <p:tgtEl>
                                          <p:spTgt spid="4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0"/>
                                        </p:tgtEl>
                                        <p:attrNameLst>
                                          <p:attrName>style.visibility</p:attrName>
                                        </p:attrNameLst>
                                      </p:cBhvr>
                                      <p:to>
                                        <p:strVal val="visible"/>
                                      </p:to>
                                    </p:set>
                                    <p:animEffect transition="in" filter="fade">
                                      <p:cBhvr>
                                        <p:cTn id="38" dur="500"/>
                                        <p:tgtEl>
                                          <p:spTgt spid="4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71"/>
                                        </p:tgtEl>
                                        <p:attrNameLst>
                                          <p:attrName>style.visibility</p:attrName>
                                        </p:attrNameLst>
                                      </p:cBhvr>
                                      <p:to>
                                        <p:strVal val="visible"/>
                                      </p:to>
                                    </p:set>
                                    <p:animEffect transition="in" filter="fade">
                                      <p:cBhvr>
                                        <p:cTn id="41" dur="500"/>
                                        <p:tgtEl>
                                          <p:spTgt spid="7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48"/>
                                        </p:tgtEl>
                                        <p:attrNameLst>
                                          <p:attrName>style.visibility</p:attrName>
                                        </p:attrNameLst>
                                      </p:cBhvr>
                                      <p:to>
                                        <p:strVal val="visible"/>
                                      </p:to>
                                    </p:set>
                                    <p:animEffect transition="in" filter="fade">
                                      <p:cBhvr>
                                        <p:cTn id="44" dur="500"/>
                                        <p:tgtEl>
                                          <p:spTgt spid="48"/>
                                        </p:tgtEl>
                                      </p:cBhvr>
                                    </p:animEffect>
                                  </p:childTnLst>
                                </p:cTn>
                              </p:par>
                              <p:par>
                                <p:cTn id="45" presetID="10" presetClass="entr" presetSubtype="0" fill="hold" nodeType="withEffect">
                                  <p:stCondLst>
                                    <p:cond delay="0"/>
                                  </p:stCondLst>
                                  <p:childTnLst>
                                    <p:set>
                                      <p:cBhvr>
                                        <p:cTn id="46" dur="1" fill="hold">
                                          <p:stCondLst>
                                            <p:cond delay="0"/>
                                          </p:stCondLst>
                                        </p:cTn>
                                        <p:tgtEl>
                                          <p:spTgt spid="53"/>
                                        </p:tgtEl>
                                        <p:attrNameLst>
                                          <p:attrName>style.visibility</p:attrName>
                                        </p:attrNameLst>
                                      </p:cBhvr>
                                      <p:to>
                                        <p:strVal val="visible"/>
                                      </p:to>
                                    </p:set>
                                    <p:animEffect transition="in" filter="fade">
                                      <p:cBhvr>
                                        <p:cTn id="47" dur="500"/>
                                        <p:tgtEl>
                                          <p:spTgt spid="53"/>
                                        </p:tgtEl>
                                      </p:cBhvr>
                                    </p:animEffect>
                                  </p:childTnLst>
                                </p:cTn>
                              </p:par>
                              <p:par>
                                <p:cTn id="48" presetID="10" presetClass="entr" presetSubtype="0" fill="hold" nodeType="withEffect">
                                  <p:stCondLst>
                                    <p:cond delay="0"/>
                                  </p:stCondLst>
                                  <p:childTnLst>
                                    <p:set>
                                      <p:cBhvr>
                                        <p:cTn id="49" dur="1" fill="hold">
                                          <p:stCondLst>
                                            <p:cond delay="0"/>
                                          </p:stCondLst>
                                        </p:cTn>
                                        <p:tgtEl>
                                          <p:spTgt spid="58"/>
                                        </p:tgtEl>
                                        <p:attrNameLst>
                                          <p:attrName>style.visibility</p:attrName>
                                        </p:attrNameLst>
                                      </p:cBhvr>
                                      <p:to>
                                        <p:strVal val="visible"/>
                                      </p:to>
                                    </p:set>
                                    <p:animEffect transition="in" filter="fade">
                                      <p:cBhvr>
                                        <p:cTn id="50" dur="500"/>
                                        <p:tgtEl>
                                          <p:spTgt spid="5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59"/>
                                        </p:tgtEl>
                                        <p:attrNameLst>
                                          <p:attrName>style.visibility</p:attrName>
                                        </p:attrNameLst>
                                      </p:cBhvr>
                                      <p:to>
                                        <p:strVal val="visible"/>
                                      </p:to>
                                    </p:set>
                                    <p:animEffect transition="in" filter="fade">
                                      <p:cBhvr>
                                        <p:cTn id="53" dur="500"/>
                                        <p:tgtEl>
                                          <p:spTgt spid="59"/>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60"/>
                                        </p:tgtEl>
                                        <p:attrNameLst>
                                          <p:attrName>style.visibility</p:attrName>
                                        </p:attrNameLst>
                                      </p:cBhvr>
                                      <p:to>
                                        <p:strVal val="visible"/>
                                      </p:to>
                                    </p:set>
                                    <p:animEffect transition="in" filter="fade">
                                      <p:cBhvr>
                                        <p:cTn id="56" dur="500"/>
                                        <p:tgtEl>
                                          <p:spTgt spid="60"/>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61"/>
                                        </p:tgtEl>
                                        <p:attrNameLst>
                                          <p:attrName>style.visibility</p:attrName>
                                        </p:attrNameLst>
                                      </p:cBhvr>
                                      <p:to>
                                        <p:strVal val="visible"/>
                                      </p:to>
                                    </p:set>
                                    <p:animEffect transition="in" filter="fade">
                                      <p:cBhvr>
                                        <p:cTn id="59" dur="500"/>
                                        <p:tgtEl>
                                          <p:spTgt spid="61"/>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63"/>
                                        </p:tgtEl>
                                        <p:attrNameLst>
                                          <p:attrName>style.visibility</p:attrName>
                                        </p:attrNameLst>
                                      </p:cBhvr>
                                      <p:to>
                                        <p:strVal val="visible"/>
                                      </p:to>
                                    </p:set>
                                    <p:animEffect transition="in" filter="fade">
                                      <p:cBhvr>
                                        <p:cTn id="62" dur="500"/>
                                        <p:tgtEl>
                                          <p:spTgt spid="63"/>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79"/>
                                        </p:tgtEl>
                                        <p:attrNameLst>
                                          <p:attrName>style.visibility</p:attrName>
                                        </p:attrNameLst>
                                      </p:cBhvr>
                                      <p:to>
                                        <p:strVal val="visible"/>
                                      </p:to>
                                    </p:set>
                                    <p:animEffect transition="in" filter="fade">
                                      <p:cBhvr>
                                        <p:cTn id="65" dur="500"/>
                                        <p:tgtEl>
                                          <p:spTgt spid="79"/>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81"/>
                                        </p:tgtEl>
                                        <p:attrNameLst>
                                          <p:attrName>style.visibility</p:attrName>
                                        </p:attrNameLst>
                                      </p:cBhvr>
                                      <p:to>
                                        <p:strVal val="visible"/>
                                      </p:to>
                                    </p:set>
                                    <p:animEffect transition="in" filter="fade">
                                      <p:cBhvr>
                                        <p:cTn id="68" dur="500"/>
                                        <p:tgtEl>
                                          <p:spTgt spid="81"/>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196"/>
                                        </p:tgtEl>
                                        <p:attrNameLst>
                                          <p:attrName>style.visibility</p:attrName>
                                        </p:attrNameLst>
                                      </p:cBhvr>
                                      <p:to>
                                        <p:strVal val="visible"/>
                                      </p:to>
                                    </p:set>
                                    <p:animEffect transition="in" filter="fade">
                                      <p:cBhvr>
                                        <p:cTn id="71" dur="500"/>
                                        <p:tgtEl>
                                          <p:spTgt spid="196"/>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91"/>
                                        </p:tgtEl>
                                        <p:attrNameLst>
                                          <p:attrName>style.visibility</p:attrName>
                                        </p:attrNameLst>
                                      </p:cBhvr>
                                      <p:to>
                                        <p:strVal val="visible"/>
                                      </p:to>
                                    </p:set>
                                    <p:animEffect transition="in" filter="fade">
                                      <p:cBhvr>
                                        <p:cTn id="74" dur="500"/>
                                        <p:tgtEl>
                                          <p:spTgt spid="91"/>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66"/>
                                        </p:tgtEl>
                                        <p:attrNameLst>
                                          <p:attrName>style.visibility</p:attrName>
                                        </p:attrNameLst>
                                      </p:cBhvr>
                                      <p:to>
                                        <p:strVal val="visible"/>
                                      </p:to>
                                    </p:set>
                                    <p:animEffect transition="in" filter="fade">
                                      <p:cBhvr>
                                        <p:cTn id="77" dur="500"/>
                                        <p:tgtEl>
                                          <p:spTgt spid="66"/>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176"/>
                                        </p:tgtEl>
                                        <p:attrNameLst>
                                          <p:attrName>style.visibility</p:attrName>
                                        </p:attrNameLst>
                                      </p:cBhvr>
                                      <p:to>
                                        <p:strVal val="visible"/>
                                      </p:to>
                                    </p:set>
                                    <p:animEffect transition="in" filter="fade">
                                      <p:cBhvr>
                                        <p:cTn id="82" dur="500"/>
                                        <p:tgtEl>
                                          <p:spTgt spid="176"/>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178"/>
                                        </p:tgtEl>
                                        <p:attrNameLst>
                                          <p:attrName>style.visibility</p:attrName>
                                        </p:attrNameLst>
                                      </p:cBhvr>
                                      <p:to>
                                        <p:strVal val="visible"/>
                                      </p:to>
                                    </p:set>
                                    <p:animEffect transition="in" filter="fade">
                                      <p:cBhvr>
                                        <p:cTn id="85" dur="500"/>
                                        <p:tgtEl>
                                          <p:spTgt spid="178"/>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179"/>
                                        </p:tgtEl>
                                        <p:attrNameLst>
                                          <p:attrName>style.visibility</p:attrName>
                                        </p:attrNameLst>
                                      </p:cBhvr>
                                      <p:to>
                                        <p:strVal val="visible"/>
                                      </p:to>
                                    </p:set>
                                    <p:animEffect transition="in" filter="fade">
                                      <p:cBhvr>
                                        <p:cTn id="88" dur="500"/>
                                        <p:tgtEl>
                                          <p:spTgt spid="179"/>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180"/>
                                        </p:tgtEl>
                                        <p:attrNameLst>
                                          <p:attrName>style.visibility</p:attrName>
                                        </p:attrNameLst>
                                      </p:cBhvr>
                                      <p:to>
                                        <p:strVal val="visible"/>
                                      </p:to>
                                    </p:set>
                                    <p:animEffect transition="in" filter="fade">
                                      <p:cBhvr>
                                        <p:cTn id="91" dur="500"/>
                                        <p:tgtEl>
                                          <p:spTgt spid="180"/>
                                        </p:tgtEl>
                                      </p:cBhvr>
                                    </p:animEffect>
                                  </p:childTnLst>
                                </p:cTn>
                              </p:par>
                              <p:par>
                                <p:cTn id="92" presetID="10" presetClass="entr" presetSubtype="0" fill="hold" nodeType="withEffect">
                                  <p:stCondLst>
                                    <p:cond delay="0"/>
                                  </p:stCondLst>
                                  <p:childTnLst>
                                    <p:set>
                                      <p:cBhvr>
                                        <p:cTn id="93" dur="1" fill="hold">
                                          <p:stCondLst>
                                            <p:cond delay="0"/>
                                          </p:stCondLst>
                                        </p:cTn>
                                        <p:tgtEl>
                                          <p:spTgt spid="182"/>
                                        </p:tgtEl>
                                        <p:attrNameLst>
                                          <p:attrName>style.visibility</p:attrName>
                                        </p:attrNameLst>
                                      </p:cBhvr>
                                      <p:to>
                                        <p:strVal val="visible"/>
                                      </p:to>
                                    </p:set>
                                    <p:animEffect transition="in" filter="fade">
                                      <p:cBhvr>
                                        <p:cTn id="94" dur="500"/>
                                        <p:tgtEl>
                                          <p:spTgt spid="182"/>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185"/>
                                        </p:tgtEl>
                                        <p:attrNameLst>
                                          <p:attrName>style.visibility</p:attrName>
                                        </p:attrNameLst>
                                      </p:cBhvr>
                                      <p:to>
                                        <p:strVal val="visible"/>
                                      </p:to>
                                    </p:set>
                                    <p:animEffect transition="in" filter="fade">
                                      <p:cBhvr>
                                        <p:cTn id="97" dur="500"/>
                                        <p:tgtEl>
                                          <p:spTgt spid="185"/>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186"/>
                                        </p:tgtEl>
                                        <p:attrNameLst>
                                          <p:attrName>style.visibility</p:attrName>
                                        </p:attrNameLst>
                                      </p:cBhvr>
                                      <p:to>
                                        <p:strVal val="visible"/>
                                      </p:to>
                                    </p:set>
                                    <p:animEffect transition="in" filter="fade">
                                      <p:cBhvr>
                                        <p:cTn id="100" dur="500"/>
                                        <p:tgtEl>
                                          <p:spTgt spid="186"/>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187"/>
                                        </p:tgtEl>
                                        <p:attrNameLst>
                                          <p:attrName>style.visibility</p:attrName>
                                        </p:attrNameLst>
                                      </p:cBhvr>
                                      <p:to>
                                        <p:strVal val="visible"/>
                                      </p:to>
                                    </p:set>
                                    <p:animEffect transition="in" filter="fade">
                                      <p:cBhvr>
                                        <p:cTn id="103" dur="500"/>
                                        <p:tgtEl>
                                          <p:spTgt spid="187"/>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190"/>
                                        </p:tgtEl>
                                        <p:attrNameLst>
                                          <p:attrName>style.visibility</p:attrName>
                                        </p:attrNameLst>
                                      </p:cBhvr>
                                      <p:to>
                                        <p:strVal val="visible"/>
                                      </p:to>
                                    </p:set>
                                    <p:animEffect transition="in" filter="fade">
                                      <p:cBhvr>
                                        <p:cTn id="106" dur="500"/>
                                        <p:tgtEl>
                                          <p:spTgt spid="190"/>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191"/>
                                        </p:tgtEl>
                                        <p:attrNameLst>
                                          <p:attrName>style.visibility</p:attrName>
                                        </p:attrNameLst>
                                      </p:cBhvr>
                                      <p:to>
                                        <p:strVal val="visible"/>
                                      </p:to>
                                    </p:set>
                                    <p:animEffect transition="in" filter="fade">
                                      <p:cBhvr>
                                        <p:cTn id="109" dur="500"/>
                                        <p:tgtEl>
                                          <p:spTgt spid="191"/>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192"/>
                                        </p:tgtEl>
                                        <p:attrNameLst>
                                          <p:attrName>style.visibility</p:attrName>
                                        </p:attrNameLst>
                                      </p:cBhvr>
                                      <p:to>
                                        <p:strVal val="visible"/>
                                      </p:to>
                                    </p:set>
                                    <p:animEffect transition="in" filter="fade">
                                      <p:cBhvr>
                                        <p:cTn id="112" dur="500"/>
                                        <p:tgtEl>
                                          <p:spTgt spid="192"/>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193"/>
                                        </p:tgtEl>
                                        <p:attrNameLst>
                                          <p:attrName>style.visibility</p:attrName>
                                        </p:attrNameLst>
                                      </p:cBhvr>
                                      <p:to>
                                        <p:strVal val="visible"/>
                                      </p:to>
                                    </p:set>
                                    <p:animEffect transition="in" filter="fade">
                                      <p:cBhvr>
                                        <p:cTn id="115" dur="500"/>
                                        <p:tgtEl>
                                          <p:spTgt spid="193"/>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194"/>
                                        </p:tgtEl>
                                        <p:attrNameLst>
                                          <p:attrName>style.visibility</p:attrName>
                                        </p:attrNameLst>
                                      </p:cBhvr>
                                      <p:to>
                                        <p:strVal val="visible"/>
                                      </p:to>
                                    </p:set>
                                    <p:animEffect transition="in" filter="fade">
                                      <p:cBhvr>
                                        <p:cTn id="118" dur="500"/>
                                        <p:tgtEl>
                                          <p:spTgt spid="194"/>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195"/>
                                        </p:tgtEl>
                                        <p:attrNameLst>
                                          <p:attrName>style.visibility</p:attrName>
                                        </p:attrNameLst>
                                      </p:cBhvr>
                                      <p:to>
                                        <p:strVal val="visible"/>
                                      </p:to>
                                    </p:set>
                                    <p:animEffect transition="in" filter="fade">
                                      <p:cBhvr>
                                        <p:cTn id="121" dur="500"/>
                                        <p:tgtEl>
                                          <p:spTgt spid="195"/>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197"/>
                                        </p:tgtEl>
                                        <p:attrNameLst>
                                          <p:attrName>style.visibility</p:attrName>
                                        </p:attrNameLst>
                                      </p:cBhvr>
                                      <p:to>
                                        <p:strVal val="visible"/>
                                      </p:to>
                                    </p:set>
                                    <p:animEffect transition="in" filter="fade">
                                      <p:cBhvr>
                                        <p:cTn id="124" dur="500"/>
                                        <p:tgtEl>
                                          <p:spTgt spid="197"/>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181"/>
                                        </p:tgtEl>
                                        <p:attrNameLst>
                                          <p:attrName>style.visibility</p:attrName>
                                        </p:attrNameLst>
                                      </p:cBhvr>
                                      <p:to>
                                        <p:strVal val="visible"/>
                                      </p:to>
                                    </p:set>
                                    <p:animEffect transition="in" filter="fade">
                                      <p:cBhvr>
                                        <p:cTn id="127" dur="500"/>
                                        <p:tgtEl>
                                          <p:spTgt spid="181"/>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198"/>
                                        </p:tgtEl>
                                        <p:attrNameLst>
                                          <p:attrName>style.visibility</p:attrName>
                                        </p:attrNameLst>
                                      </p:cBhvr>
                                      <p:to>
                                        <p:strVal val="visible"/>
                                      </p:to>
                                    </p:set>
                                    <p:animEffect transition="in" filter="fade">
                                      <p:cBhvr>
                                        <p:cTn id="130" dur="500"/>
                                        <p:tgtEl>
                                          <p:spTgt spid="198"/>
                                        </p:tgtEl>
                                      </p:cBhvr>
                                    </p:animEffect>
                                  </p:childTnLst>
                                </p:cTn>
                              </p:par>
                              <p:par>
                                <p:cTn id="131" presetID="10" presetClass="entr" presetSubtype="0" fill="hold" nodeType="withEffect">
                                  <p:stCondLst>
                                    <p:cond delay="0"/>
                                  </p:stCondLst>
                                  <p:childTnLst>
                                    <p:set>
                                      <p:cBhvr>
                                        <p:cTn id="132" dur="1" fill="hold">
                                          <p:stCondLst>
                                            <p:cond delay="0"/>
                                          </p:stCondLst>
                                        </p:cTn>
                                        <p:tgtEl>
                                          <p:spTgt spid="221"/>
                                        </p:tgtEl>
                                        <p:attrNameLst>
                                          <p:attrName>style.visibility</p:attrName>
                                        </p:attrNameLst>
                                      </p:cBhvr>
                                      <p:to>
                                        <p:strVal val="visible"/>
                                      </p:to>
                                    </p:set>
                                    <p:animEffect transition="in" filter="fade">
                                      <p:cBhvr>
                                        <p:cTn id="133" dur="500"/>
                                        <p:tgtEl>
                                          <p:spTgt spid="221"/>
                                        </p:tgtEl>
                                      </p:cBhvr>
                                    </p:animEffect>
                                  </p:childTnLst>
                                </p:cTn>
                              </p:par>
                              <p:par>
                                <p:cTn id="134" presetID="10" presetClass="entr" presetSubtype="0" fill="hold" nodeType="withEffect">
                                  <p:stCondLst>
                                    <p:cond delay="0"/>
                                  </p:stCondLst>
                                  <p:childTnLst>
                                    <p:set>
                                      <p:cBhvr>
                                        <p:cTn id="135" dur="1" fill="hold">
                                          <p:stCondLst>
                                            <p:cond delay="0"/>
                                          </p:stCondLst>
                                        </p:cTn>
                                        <p:tgtEl>
                                          <p:spTgt spid="222"/>
                                        </p:tgtEl>
                                        <p:attrNameLst>
                                          <p:attrName>style.visibility</p:attrName>
                                        </p:attrNameLst>
                                      </p:cBhvr>
                                      <p:to>
                                        <p:strVal val="visible"/>
                                      </p:to>
                                    </p:set>
                                    <p:animEffect transition="in" filter="fade">
                                      <p:cBhvr>
                                        <p:cTn id="136" dur="500"/>
                                        <p:tgtEl>
                                          <p:spTgt spid="222"/>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92"/>
                                        </p:tgtEl>
                                        <p:attrNameLst>
                                          <p:attrName>style.visibility</p:attrName>
                                        </p:attrNameLst>
                                      </p:cBhvr>
                                      <p:to>
                                        <p:strVal val="visible"/>
                                      </p:to>
                                    </p:set>
                                    <p:animEffect transition="in" filter="fade">
                                      <p:cBhvr>
                                        <p:cTn id="139" dur="500"/>
                                        <p:tgtEl>
                                          <p:spTgt spid="92"/>
                                        </p:tgtEl>
                                      </p:cBhvr>
                                    </p:animEffect>
                                  </p:childTnLst>
                                </p:cTn>
                              </p:par>
                            </p:childTnLst>
                          </p:cTn>
                        </p:par>
                      </p:childTnLst>
                    </p:cTn>
                  </p:par>
                  <p:par>
                    <p:cTn id="140" fill="hold">
                      <p:stCondLst>
                        <p:cond delay="indefinite"/>
                      </p:stCondLst>
                      <p:childTnLst>
                        <p:par>
                          <p:cTn id="141" fill="hold">
                            <p:stCondLst>
                              <p:cond delay="0"/>
                            </p:stCondLst>
                            <p:childTnLst>
                              <p:par>
                                <p:cTn id="142" presetID="10" presetClass="entr" presetSubtype="0" fill="hold" grpId="0" nodeType="clickEffect">
                                  <p:stCondLst>
                                    <p:cond delay="0"/>
                                  </p:stCondLst>
                                  <p:childTnLst>
                                    <p:set>
                                      <p:cBhvr>
                                        <p:cTn id="143" dur="1" fill="hold">
                                          <p:stCondLst>
                                            <p:cond delay="0"/>
                                          </p:stCondLst>
                                        </p:cTn>
                                        <p:tgtEl>
                                          <p:spTgt spid="199"/>
                                        </p:tgtEl>
                                        <p:attrNameLst>
                                          <p:attrName>style.visibility</p:attrName>
                                        </p:attrNameLst>
                                      </p:cBhvr>
                                      <p:to>
                                        <p:strVal val="visible"/>
                                      </p:to>
                                    </p:set>
                                    <p:animEffect transition="in" filter="fade">
                                      <p:cBhvr>
                                        <p:cTn id="144" dur="500"/>
                                        <p:tgtEl>
                                          <p:spTgt spid="199"/>
                                        </p:tgtEl>
                                      </p:cBhvr>
                                    </p:animEffect>
                                  </p:childTnLst>
                                </p:cTn>
                              </p:par>
                              <p:par>
                                <p:cTn id="145" presetID="10" presetClass="entr" presetSubtype="0" fill="hold" grpId="0" nodeType="withEffect">
                                  <p:stCondLst>
                                    <p:cond delay="0"/>
                                  </p:stCondLst>
                                  <p:childTnLst>
                                    <p:set>
                                      <p:cBhvr>
                                        <p:cTn id="146" dur="1" fill="hold">
                                          <p:stCondLst>
                                            <p:cond delay="0"/>
                                          </p:stCondLst>
                                        </p:cTn>
                                        <p:tgtEl>
                                          <p:spTgt spid="200"/>
                                        </p:tgtEl>
                                        <p:attrNameLst>
                                          <p:attrName>style.visibility</p:attrName>
                                        </p:attrNameLst>
                                      </p:cBhvr>
                                      <p:to>
                                        <p:strVal val="visible"/>
                                      </p:to>
                                    </p:set>
                                    <p:animEffect transition="in" filter="fade">
                                      <p:cBhvr>
                                        <p:cTn id="147" dur="500"/>
                                        <p:tgtEl>
                                          <p:spTgt spid="200"/>
                                        </p:tgtEl>
                                      </p:cBhvr>
                                    </p:animEffect>
                                  </p:childTnLst>
                                </p:cTn>
                              </p:par>
                              <p:par>
                                <p:cTn id="148" presetID="10" presetClass="entr" presetSubtype="0" fill="hold" nodeType="withEffect">
                                  <p:stCondLst>
                                    <p:cond delay="0"/>
                                  </p:stCondLst>
                                  <p:childTnLst>
                                    <p:set>
                                      <p:cBhvr>
                                        <p:cTn id="149" dur="1" fill="hold">
                                          <p:stCondLst>
                                            <p:cond delay="0"/>
                                          </p:stCondLst>
                                        </p:cTn>
                                        <p:tgtEl>
                                          <p:spTgt spid="201"/>
                                        </p:tgtEl>
                                        <p:attrNameLst>
                                          <p:attrName>style.visibility</p:attrName>
                                        </p:attrNameLst>
                                      </p:cBhvr>
                                      <p:to>
                                        <p:strVal val="visible"/>
                                      </p:to>
                                    </p:set>
                                    <p:animEffect transition="in" filter="fade">
                                      <p:cBhvr>
                                        <p:cTn id="150" dur="500"/>
                                        <p:tgtEl>
                                          <p:spTgt spid="201"/>
                                        </p:tgtEl>
                                      </p:cBhvr>
                                    </p:animEffect>
                                  </p:childTnLst>
                                </p:cTn>
                              </p:par>
                              <p:par>
                                <p:cTn id="151" presetID="10" presetClass="entr" presetSubtype="0" fill="hold" grpId="0" nodeType="withEffect">
                                  <p:stCondLst>
                                    <p:cond delay="0"/>
                                  </p:stCondLst>
                                  <p:childTnLst>
                                    <p:set>
                                      <p:cBhvr>
                                        <p:cTn id="152" dur="1" fill="hold">
                                          <p:stCondLst>
                                            <p:cond delay="0"/>
                                          </p:stCondLst>
                                        </p:cTn>
                                        <p:tgtEl>
                                          <p:spTgt spid="202"/>
                                        </p:tgtEl>
                                        <p:attrNameLst>
                                          <p:attrName>style.visibility</p:attrName>
                                        </p:attrNameLst>
                                      </p:cBhvr>
                                      <p:to>
                                        <p:strVal val="visible"/>
                                      </p:to>
                                    </p:set>
                                    <p:animEffect transition="in" filter="fade">
                                      <p:cBhvr>
                                        <p:cTn id="153" dur="500"/>
                                        <p:tgtEl>
                                          <p:spTgt spid="202"/>
                                        </p:tgtEl>
                                      </p:cBhvr>
                                    </p:animEffect>
                                  </p:childTnLst>
                                </p:cTn>
                              </p:par>
                              <p:par>
                                <p:cTn id="154" presetID="10" presetClass="entr" presetSubtype="0" fill="hold" grpId="0" nodeType="withEffect">
                                  <p:stCondLst>
                                    <p:cond delay="0"/>
                                  </p:stCondLst>
                                  <p:childTnLst>
                                    <p:set>
                                      <p:cBhvr>
                                        <p:cTn id="155" dur="1" fill="hold">
                                          <p:stCondLst>
                                            <p:cond delay="0"/>
                                          </p:stCondLst>
                                        </p:cTn>
                                        <p:tgtEl>
                                          <p:spTgt spid="203"/>
                                        </p:tgtEl>
                                        <p:attrNameLst>
                                          <p:attrName>style.visibility</p:attrName>
                                        </p:attrNameLst>
                                      </p:cBhvr>
                                      <p:to>
                                        <p:strVal val="visible"/>
                                      </p:to>
                                    </p:set>
                                    <p:animEffect transition="in" filter="fade">
                                      <p:cBhvr>
                                        <p:cTn id="156" dur="500"/>
                                        <p:tgtEl>
                                          <p:spTgt spid="203"/>
                                        </p:tgtEl>
                                      </p:cBhvr>
                                    </p:animEffect>
                                  </p:childTnLst>
                                </p:cTn>
                              </p:par>
                              <p:par>
                                <p:cTn id="157" presetID="10" presetClass="entr" presetSubtype="0" fill="hold" grpId="0" nodeType="withEffect">
                                  <p:stCondLst>
                                    <p:cond delay="0"/>
                                  </p:stCondLst>
                                  <p:childTnLst>
                                    <p:set>
                                      <p:cBhvr>
                                        <p:cTn id="158" dur="1" fill="hold">
                                          <p:stCondLst>
                                            <p:cond delay="0"/>
                                          </p:stCondLst>
                                        </p:cTn>
                                        <p:tgtEl>
                                          <p:spTgt spid="204"/>
                                        </p:tgtEl>
                                        <p:attrNameLst>
                                          <p:attrName>style.visibility</p:attrName>
                                        </p:attrNameLst>
                                      </p:cBhvr>
                                      <p:to>
                                        <p:strVal val="visible"/>
                                      </p:to>
                                    </p:set>
                                    <p:animEffect transition="in" filter="fade">
                                      <p:cBhvr>
                                        <p:cTn id="159" dur="500"/>
                                        <p:tgtEl>
                                          <p:spTgt spid="204"/>
                                        </p:tgtEl>
                                      </p:cBhvr>
                                    </p:animEffect>
                                  </p:childTnLst>
                                </p:cTn>
                              </p:par>
                              <p:par>
                                <p:cTn id="160" presetID="10" presetClass="entr" presetSubtype="0" fill="hold" nodeType="withEffect">
                                  <p:stCondLst>
                                    <p:cond delay="0"/>
                                  </p:stCondLst>
                                  <p:childTnLst>
                                    <p:set>
                                      <p:cBhvr>
                                        <p:cTn id="161" dur="1" fill="hold">
                                          <p:stCondLst>
                                            <p:cond delay="0"/>
                                          </p:stCondLst>
                                        </p:cTn>
                                        <p:tgtEl>
                                          <p:spTgt spid="205"/>
                                        </p:tgtEl>
                                        <p:attrNameLst>
                                          <p:attrName>style.visibility</p:attrName>
                                        </p:attrNameLst>
                                      </p:cBhvr>
                                      <p:to>
                                        <p:strVal val="visible"/>
                                      </p:to>
                                    </p:set>
                                    <p:animEffect transition="in" filter="fade">
                                      <p:cBhvr>
                                        <p:cTn id="162" dur="500"/>
                                        <p:tgtEl>
                                          <p:spTgt spid="205"/>
                                        </p:tgtEl>
                                      </p:cBhvr>
                                    </p:animEffect>
                                  </p:childTnLst>
                                </p:cTn>
                              </p:par>
                              <p:par>
                                <p:cTn id="163" presetID="10" presetClass="entr" presetSubtype="0" fill="hold" grpId="0" nodeType="withEffect">
                                  <p:stCondLst>
                                    <p:cond delay="0"/>
                                  </p:stCondLst>
                                  <p:childTnLst>
                                    <p:set>
                                      <p:cBhvr>
                                        <p:cTn id="164" dur="1" fill="hold">
                                          <p:stCondLst>
                                            <p:cond delay="0"/>
                                          </p:stCondLst>
                                        </p:cTn>
                                        <p:tgtEl>
                                          <p:spTgt spid="210"/>
                                        </p:tgtEl>
                                        <p:attrNameLst>
                                          <p:attrName>style.visibility</p:attrName>
                                        </p:attrNameLst>
                                      </p:cBhvr>
                                      <p:to>
                                        <p:strVal val="visible"/>
                                      </p:to>
                                    </p:set>
                                    <p:animEffect transition="in" filter="fade">
                                      <p:cBhvr>
                                        <p:cTn id="165" dur="500"/>
                                        <p:tgtEl>
                                          <p:spTgt spid="210"/>
                                        </p:tgtEl>
                                      </p:cBhvr>
                                    </p:animEffect>
                                  </p:childTnLst>
                                </p:cTn>
                              </p:par>
                              <p:par>
                                <p:cTn id="166" presetID="10" presetClass="entr" presetSubtype="0" fill="hold" nodeType="withEffect">
                                  <p:stCondLst>
                                    <p:cond delay="0"/>
                                  </p:stCondLst>
                                  <p:childTnLst>
                                    <p:set>
                                      <p:cBhvr>
                                        <p:cTn id="167" dur="1" fill="hold">
                                          <p:stCondLst>
                                            <p:cond delay="0"/>
                                          </p:stCondLst>
                                        </p:cTn>
                                        <p:tgtEl>
                                          <p:spTgt spid="211"/>
                                        </p:tgtEl>
                                        <p:attrNameLst>
                                          <p:attrName>style.visibility</p:attrName>
                                        </p:attrNameLst>
                                      </p:cBhvr>
                                      <p:to>
                                        <p:strVal val="visible"/>
                                      </p:to>
                                    </p:set>
                                    <p:animEffect transition="in" filter="fade">
                                      <p:cBhvr>
                                        <p:cTn id="168" dur="500"/>
                                        <p:tgtEl>
                                          <p:spTgt spid="211"/>
                                        </p:tgtEl>
                                      </p:cBhvr>
                                    </p:animEffect>
                                  </p:childTnLst>
                                </p:cTn>
                              </p:par>
                              <p:par>
                                <p:cTn id="169" presetID="10" presetClass="entr" presetSubtype="0" fill="hold" grpId="0" nodeType="withEffect">
                                  <p:stCondLst>
                                    <p:cond delay="0"/>
                                  </p:stCondLst>
                                  <p:childTnLst>
                                    <p:set>
                                      <p:cBhvr>
                                        <p:cTn id="170" dur="1" fill="hold">
                                          <p:stCondLst>
                                            <p:cond delay="0"/>
                                          </p:stCondLst>
                                        </p:cTn>
                                        <p:tgtEl>
                                          <p:spTgt spid="207"/>
                                        </p:tgtEl>
                                        <p:attrNameLst>
                                          <p:attrName>style.visibility</p:attrName>
                                        </p:attrNameLst>
                                      </p:cBhvr>
                                      <p:to>
                                        <p:strVal val="visible"/>
                                      </p:to>
                                    </p:set>
                                    <p:animEffect transition="in" filter="fade">
                                      <p:cBhvr>
                                        <p:cTn id="171" dur="500"/>
                                        <p:tgtEl>
                                          <p:spTgt spid="207"/>
                                        </p:tgtEl>
                                      </p:cBhvr>
                                    </p:animEffect>
                                  </p:childTnLst>
                                </p:cTn>
                              </p:par>
                              <p:par>
                                <p:cTn id="172" presetID="10" presetClass="entr" presetSubtype="0" fill="hold" grpId="0" nodeType="withEffect">
                                  <p:stCondLst>
                                    <p:cond delay="0"/>
                                  </p:stCondLst>
                                  <p:childTnLst>
                                    <p:set>
                                      <p:cBhvr>
                                        <p:cTn id="173" dur="1" fill="hold">
                                          <p:stCondLst>
                                            <p:cond delay="0"/>
                                          </p:stCondLst>
                                        </p:cTn>
                                        <p:tgtEl>
                                          <p:spTgt spid="206"/>
                                        </p:tgtEl>
                                        <p:attrNameLst>
                                          <p:attrName>style.visibility</p:attrName>
                                        </p:attrNameLst>
                                      </p:cBhvr>
                                      <p:to>
                                        <p:strVal val="visible"/>
                                      </p:to>
                                    </p:set>
                                    <p:animEffect transition="in" filter="fade">
                                      <p:cBhvr>
                                        <p:cTn id="174" dur="500"/>
                                        <p:tgtEl>
                                          <p:spTgt spid="206"/>
                                        </p:tgtEl>
                                      </p:cBhvr>
                                    </p:animEffect>
                                  </p:childTnLst>
                                </p:cTn>
                              </p:par>
                              <p:par>
                                <p:cTn id="175" presetID="10" presetClass="entr" presetSubtype="0" fill="hold" grpId="0" nodeType="withEffect">
                                  <p:stCondLst>
                                    <p:cond delay="0"/>
                                  </p:stCondLst>
                                  <p:childTnLst>
                                    <p:set>
                                      <p:cBhvr>
                                        <p:cTn id="176" dur="1" fill="hold">
                                          <p:stCondLst>
                                            <p:cond delay="0"/>
                                          </p:stCondLst>
                                        </p:cTn>
                                        <p:tgtEl>
                                          <p:spTgt spid="214"/>
                                        </p:tgtEl>
                                        <p:attrNameLst>
                                          <p:attrName>style.visibility</p:attrName>
                                        </p:attrNameLst>
                                      </p:cBhvr>
                                      <p:to>
                                        <p:strVal val="visible"/>
                                      </p:to>
                                    </p:set>
                                    <p:animEffect transition="in" filter="fade">
                                      <p:cBhvr>
                                        <p:cTn id="177" dur="500"/>
                                        <p:tgtEl>
                                          <p:spTgt spid="214"/>
                                        </p:tgtEl>
                                      </p:cBhvr>
                                    </p:animEffect>
                                  </p:childTnLst>
                                </p:cTn>
                              </p:par>
                              <p:par>
                                <p:cTn id="178" presetID="10" presetClass="entr" presetSubtype="0" fill="hold" grpId="0" nodeType="withEffect">
                                  <p:stCondLst>
                                    <p:cond delay="0"/>
                                  </p:stCondLst>
                                  <p:childTnLst>
                                    <p:set>
                                      <p:cBhvr>
                                        <p:cTn id="179" dur="1" fill="hold">
                                          <p:stCondLst>
                                            <p:cond delay="0"/>
                                          </p:stCondLst>
                                        </p:cTn>
                                        <p:tgtEl>
                                          <p:spTgt spid="217"/>
                                        </p:tgtEl>
                                        <p:attrNameLst>
                                          <p:attrName>style.visibility</p:attrName>
                                        </p:attrNameLst>
                                      </p:cBhvr>
                                      <p:to>
                                        <p:strVal val="visible"/>
                                      </p:to>
                                    </p:set>
                                    <p:animEffect transition="in" filter="fade">
                                      <p:cBhvr>
                                        <p:cTn id="180" dur="500"/>
                                        <p:tgtEl>
                                          <p:spTgt spid="217"/>
                                        </p:tgtEl>
                                      </p:cBhvr>
                                    </p:animEffect>
                                  </p:childTnLst>
                                </p:cTn>
                              </p:par>
                              <p:par>
                                <p:cTn id="181" presetID="10" presetClass="entr" presetSubtype="0" fill="hold" grpId="0" nodeType="withEffect">
                                  <p:stCondLst>
                                    <p:cond delay="0"/>
                                  </p:stCondLst>
                                  <p:childTnLst>
                                    <p:set>
                                      <p:cBhvr>
                                        <p:cTn id="182" dur="1" fill="hold">
                                          <p:stCondLst>
                                            <p:cond delay="0"/>
                                          </p:stCondLst>
                                        </p:cTn>
                                        <p:tgtEl>
                                          <p:spTgt spid="218"/>
                                        </p:tgtEl>
                                        <p:attrNameLst>
                                          <p:attrName>style.visibility</p:attrName>
                                        </p:attrNameLst>
                                      </p:cBhvr>
                                      <p:to>
                                        <p:strVal val="visible"/>
                                      </p:to>
                                    </p:set>
                                    <p:animEffect transition="in" filter="fade">
                                      <p:cBhvr>
                                        <p:cTn id="183" dur="500"/>
                                        <p:tgtEl>
                                          <p:spTgt spid="218"/>
                                        </p:tgtEl>
                                      </p:cBhvr>
                                    </p:animEffect>
                                  </p:childTnLst>
                                </p:cTn>
                              </p:par>
                              <p:par>
                                <p:cTn id="184" presetID="10" presetClass="entr" presetSubtype="0" fill="hold" grpId="0" nodeType="withEffect">
                                  <p:stCondLst>
                                    <p:cond delay="0"/>
                                  </p:stCondLst>
                                  <p:childTnLst>
                                    <p:set>
                                      <p:cBhvr>
                                        <p:cTn id="185" dur="1" fill="hold">
                                          <p:stCondLst>
                                            <p:cond delay="0"/>
                                          </p:stCondLst>
                                        </p:cTn>
                                        <p:tgtEl>
                                          <p:spTgt spid="236"/>
                                        </p:tgtEl>
                                        <p:attrNameLst>
                                          <p:attrName>style.visibility</p:attrName>
                                        </p:attrNameLst>
                                      </p:cBhvr>
                                      <p:to>
                                        <p:strVal val="visible"/>
                                      </p:to>
                                    </p:set>
                                    <p:animEffect transition="in" filter="fade">
                                      <p:cBhvr>
                                        <p:cTn id="186" dur="500"/>
                                        <p:tgtEl>
                                          <p:spTgt spid="236"/>
                                        </p:tgtEl>
                                      </p:cBhvr>
                                    </p:animEffect>
                                  </p:childTnLst>
                                </p:cTn>
                              </p:par>
                              <p:par>
                                <p:cTn id="187" presetID="10" presetClass="entr" presetSubtype="0" fill="hold" grpId="0" nodeType="withEffect">
                                  <p:stCondLst>
                                    <p:cond delay="0"/>
                                  </p:stCondLst>
                                  <p:childTnLst>
                                    <p:set>
                                      <p:cBhvr>
                                        <p:cTn id="188" dur="1" fill="hold">
                                          <p:stCondLst>
                                            <p:cond delay="0"/>
                                          </p:stCondLst>
                                        </p:cTn>
                                        <p:tgtEl>
                                          <p:spTgt spid="250"/>
                                        </p:tgtEl>
                                        <p:attrNameLst>
                                          <p:attrName>style.visibility</p:attrName>
                                        </p:attrNameLst>
                                      </p:cBhvr>
                                      <p:to>
                                        <p:strVal val="visible"/>
                                      </p:to>
                                    </p:set>
                                    <p:animEffect transition="in" filter="fade">
                                      <p:cBhvr>
                                        <p:cTn id="189" dur="500"/>
                                        <p:tgtEl>
                                          <p:spTgt spid="250"/>
                                        </p:tgtEl>
                                      </p:cBhvr>
                                    </p:animEffect>
                                  </p:childTnLst>
                                </p:cTn>
                              </p:par>
                              <p:par>
                                <p:cTn id="190" presetID="10" presetClass="entr" presetSubtype="0" fill="hold" grpId="0" nodeType="withEffect">
                                  <p:stCondLst>
                                    <p:cond delay="0"/>
                                  </p:stCondLst>
                                  <p:childTnLst>
                                    <p:set>
                                      <p:cBhvr>
                                        <p:cTn id="191" dur="1" fill="hold">
                                          <p:stCondLst>
                                            <p:cond delay="0"/>
                                          </p:stCondLst>
                                        </p:cTn>
                                        <p:tgtEl>
                                          <p:spTgt spid="93"/>
                                        </p:tgtEl>
                                        <p:attrNameLst>
                                          <p:attrName>style.visibility</p:attrName>
                                        </p:attrNameLst>
                                      </p:cBhvr>
                                      <p:to>
                                        <p:strVal val="visible"/>
                                      </p:to>
                                    </p:set>
                                    <p:animEffect transition="in" filter="fade">
                                      <p:cBhvr>
                                        <p:cTn id="192" dur="500"/>
                                        <p:tgtEl>
                                          <p:spTgt spid="93"/>
                                        </p:tgtEl>
                                      </p:cBhvr>
                                    </p:animEffect>
                                  </p:childTnLst>
                                </p:cTn>
                              </p:par>
                              <p:par>
                                <p:cTn id="193" presetID="10" presetClass="entr" presetSubtype="0" fill="hold" grpId="0" nodeType="withEffect">
                                  <p:stCondLst>
                                    <p:cond delay="0"/>
                                  </p:stCondLst>
                                  <p:childTnLst>
                                    <p:set>
                                      <p:cBhvr>
                                        <p:cTn id="194" dur="1" fill="hold">
                                          <p:stCondLst>
                                            <p:cond delay="0"/>
                                          </p:stCondLst>
                                        </p:cTn>
                                        <p:tgtEl>
                                          <p:spTgt spid="209"/>
                                        </p:tgtEl>
                                        <p:attrNameLst>
                                          <p:attrName>style.visibility</p:attrName>
                                        </p:attrNameLst>
                                      </p:cBhvr>
                                      <p:to>
                                        <p:strVal val="visible"/>
                                      </p:to>
                                    </p:set>
                                    <p:animEffect transition="in" filter="fade">
                                      <p:cBhvr>
                                        <p:cTn id="195" dur="500"/>
                                        <p:tgtEl>
                                          <p:spTgt spid="209"/>
                                        </p:tgtEl>
                                      </p:cBhvr>
                                    </p:animEffect>
                                  </p:childTnLst>
                                </p:cTn>
                              </p:par>
                              <p:par>
                                <p:cTn id="196" presetID="10" presetClass="entr" presetSubtype="0" fill="hold" grpId="0" nodeType="withEffect">
                                  <p:stCondLst>
                                    <p:cond delay="0"/>
                                  </p:stCondLst>
                                  <p:childTnLst>
                                    <p:set>
                                      <p:cBhvr>
                                        <p:cTn id="197" dur="1" fill="hold">
                                          <p:stCondLst>
                                            <p:cond delay="0"/>
                                          </p:stCondLst>
                                        </p:cTn>
                                        <p:tgtEl>
                                          <p:spTgt spid="219"/>
                                        </p:tgtEl>
                                        <p:attrNameLst>
                                          <p:attrName>style.visibility</p:attrName>
                                        </p:attrNameLst>
                                      </p:cBhvr>
                                      <p:to>
                                        <p:strVal val="visible"/>
                                      </p:to>
                                    </p:set>
                                    <p:animEffect transition="in" filter="fade">
                                      <p:cBhvr>
                                        <p:cTn id="198" dur="500"/>
                                        <p:tgtEl>
                                          <p:spTgt spid="219"/>
                                        </p:tgtEl>
                                      </p:cBhvr>
                                    </p:animEffect>
                                  </p:childTnLst>
                                </p:cTn>
                              </p:par>
                              <p:par>
                                <p:cTn id="199" presetID="10" presetClass="entr" presetSubtype="0" fill="hold" grpId="0" nodeType="withEffect">
                                  <p:stCondLst>
                                    <p:cond delay="0"/>
                                  </p:stCondLst>
                                  <p:childTnLst>
                                    <p:set>
                                      <p:cBhvr>
                                        <p:cTn id="200" dur="1" fill="hold">
                                          <p:stCondLst>
                                            <p:cond delay="0"/>
                                          </p:stCondLst>
                                        </p:cTn>
                                        <p:tgtEl>
                                          <p:spTgt spid="216"/>
                                        </p:tgtEl>
                                        <p:attrNameLst>
                                          <p:attrName>style.visibility</p:attrName>
                                        </p:attrNameLst>
                                      </p:cBhvr>
                                      <p:to>
                                        <p:strVal val="visible"/>
                                      </p:to>
                                    </p:set>
                                    <p:animEffect transition="in" filter="fade">
                                      <p:cBhvr>
                                        <p:cTn id="201" dur="500"/>
                                        <p:tgtEl>
                                          <p:spTgt spid="216"/>
                                        </p:tgtEl>
                                      </p:cBhvr>
                                    </p:animEffect>
                                  </p:childTnLst>
                                </p:cTn>
                              </p:par>
                            </p:childTnLst>
                          </p:cTn>
                        </p:par>
                      </p:childTnLst>
                    </p:cTn>
                  </p:par>
                  <p:par>
                    <p:cTn id="202" fill="hold">
                      <p:stCondLst>
                        <p:cond delay="indefinite"/>
                      </p:stCondLst>
                      <p:childTnLst>
                        <p:par>
                          <p:cTn id="203" fill="hold">
                            <p:stCondLst>
                              <p:cond delay="0"/>
                            </p:stCondLst>
                            <p:childTnLst>
                              <p:par>
                                <p:cTn id="204" presetID="10" presetClass="entr" presetSubtype="0" fill="hold" grpId="0" nodeType="clickEffect">
                                  <p:stCondLst>
                                    <p:cond delay="0"/>
                                  </p:stCondLst>
                                  <p:childTnLst>
                                    <p:set>
                                      <p:cBhvr>
                                        <p:cTn id="205" dur="1" fill="hold">
                                          <p:stCondLst>
                                            <p:cond delay="0"/>
                                          </p:stCondLst>
                                        </p:cTn>
                                        <p:tgtEl>
                                          <p:spTgt spid="220"/>
                                        </p:tgtEl>
                                        <p:attrNameLst>
                                          <p:attrName>style.visibility</p:attrName>
                                        </p:attrNameLst>
                                      </p:cBhvr>
                                      <p:to>
                                        <p:strVal val="visible"/>
                                      </p:to>
                                    </p:set>
                                    <p:animEffect transition="in" filter="fade">
                                      <p:cBhvr>
                                        <p:cTn id="206" dur="500"/>
                                        <p:tgtEl>
                                          <p:spTgt spid="220"/>
                                        </p:tgtEl>
                                      </p:cBhvr>
                                    </p:animEffect>
                                  </p:childTnLst>
                                </p:cTn>
                              </p:par>
                              <p:par>
                                <p:cTn id="207" presetID="10" presetClass="entr" presetSubtype="0" fill="hold" nodeType="withEffect">
                                  <p:stCondLst>
                                    <p:cond delay="0"/>
                                  </p:stCondLst>
                                  <p:childTnLst>
                                    <p:set>
                                      <p:cBhvr>
                                        <p:cTn id="208" dur="1" fill="hold">
                                          <p:stCondLst>
                                            <p:cond delay="0"/>
                                          </p:stCondLst>
                                        </p:cTn>
                                        <p:tgtEl>
                                          <p:spTgt spid="226"/>
                                        </p:tgtEl>
                                        <p:attrNameLst>
                                          <p:attrName>style.visibility</p:attrName>
                                        </p:attrNameLst>
                                      </p:cBhvr>
                                      <p:to>
                                        <p:strVal val="visible"/>
                                      </p:to>
                                    </p:set>
                                    <p:animEffect transition="in" filter="fade">
                                      <p:cBhvr>
                                        <p:cTn id="209" dur="500"/>
                                        <p:tgtEl>
                                          <p:spTgt spid="226"/>
                                        </p:tgtEl>
                                      </p:cBhvr>
                                    </p:animEffect>
                                  </p:childTnLst>
                                </p:cTn>
                              </p:par>
                              <p:par>
                                <p:cTn id="210" presetID="10" presetClass="entr" presetSubtype="0" fill="hold" nodeType="withEffect">
                                  <p:stCondLst>
                                    <p:cond delay="0"/>
                                  </p:stCondLst>
                                  <p:childTnLst>
                                    <p:set>
                                      <p:cBhvr>
                                        <p:cTn id="211" dur="1" fill="hold">
                                          <p:stCondLst>
                                            <p:cond delay="0"/>
                                          </p:stCondLst>
                                        </p:cTn>
                                        <p:tgtEl>
                                          <p:spTgt spid="228"/>
                                        </p:tgtEl>
                                        <p:attrNameLst>
                                          <p:attrName>style.visibility</p:attrName>
                                        </p:attrNameLst>
                                      </p:cBhvr>
                                      <p:to>
                                        <p:strVal val="visible"/>
                                      </p:to>
                                    </p:set>
                                    <p:animEffect transition="in" filter="fade">
                                      <p:cBhvr>
                                        <p:cTn id="212" dur="500"/>
                                        <p:tgtEl>
                                          <p:spTgt spid="228"/>
                                        </p:tgtEl>
                                      </p:cBhvr>
                                    </p:animEffect>
                                  </p:childTnLst>
                                </p:cTn>
                              </p:par>
                              <p:par>
                                <p:cTn id="213" presetID="10" presetClass="entr" presetSubtype="0" fill="hold" grpId="0" nodeType="withEffect">
                                  <p:stCondLst>
                                    <p:cond delay="0"/>
                                  </p:stCondLst>
                                  <p:childTnLst>
                                    <p:set>
                                      <p:cBhvr>
                                        <p:cTn id="214" dur="1" fill="hold">
                                          <p:stCondLst>
                                            <p:cond delay="0"/>
                                          </p:stCondLst>
                                        </p:cTn>
                                        <p:tgtEl>
                                          <p:spTgt spid="229"/>
                                        </p:tgtEl>
                                        <p:attrNameLst>
                                          <p:attrName>style.visibility</p:attrName>
                                        </p:attrNameLst>
                                      </p:cBhvr>
                                      <p:to>
                                        <p:strVal val="visible"/>
                                      </p:to>
                                    </p:set>
                                    <p:animEffect transition="in" filter="fade">
                                      <p:cBhvr>
                                        <p:cTn id="215" dur="500"/>
                                        <p:tgtEl>
                                          <p:spTgt spid="229"/>
                                        </p:tgtEl>
                                      </p:cBhvr>
                                    </p:animEffect>
                                  </p:childTnLst>
                                </p:cTn>
                              </p:par>
                              <p:par>
                                <p:cTn id="216" presetID="10" presetClass="entr" presetSubtype="0" fill="hold" grpId="0" nodeType="withEffect">
                                  <p:stCondLst>
                                    <p:cond delay="0"/>
                                  </p:stCondLst>
                                  <p:childTnLst>
                                    <p:set>
                                      <p:cBhvr>
                                        <p:cTn id="217" dur="1" fill="hold">
                                          <p:stCondLst>
                                            <p:cond delay="0"/>
                                          </p:stCondLst>
                                        </p:cTn>
                                        <p:tgtEl>
                                          <p:spTgt spid="231"/>
                                        </p:tgtEl>
                                        <p:attrNameLst>
                                          <p:attrName>style.visibility</p:attrName>
                                        </p:attrNameLst>
                                      </p:cBhvr>
                                      <p:to>
                                        <p:strVal val="visible"/>
                                      </p:to>
                                    </p:set>
                                    <p:animEffect transition="in" filter="fade">
                                      <p:cBhvr>
                                        <p:cTn id="218" dur="500"/>
                                        <p:tgtEl>
                                          <p:spTgt spid="231"/>
                                        </p:tgtEl>
                                      </p:cBhvr>
                                    </p:animEffect>
                                  </p:childTnLst>
                                </p:cTn>
                              </p:par>
                              <p:par>
                                <p:cTn id="219" presetID="10" presetClass="entr" presetSubtype="0" fill="hold" grpId="0" nodeType="withEffect">
                                  <p:stCondLst>
                                    <p:cond delay="0"/>
                                  </p:stCondLst>
                                  <p:childTnLst>
                                    <p:set>
                                      <p:cBhvr>
                                        <p:cTn id="220" dur="1" fill="hold">
                                          <p:stCondLst>
                                            <p:cond delay="0"/>
                                          </p:stCondLst>
                                        </p:cTn>
                                        <p:tgtEl>
                                          <p:spTgt spid="238"/>
                                        </p:tgtEl>
                                        <p:attrNameLst>
                                          <p:attrName>style.visibility</p:attrName>
                                        </p:attrNameLst>
                                      </p:cBhvr>
                                      <p:to>
                                        <p:strVal val="visible"/>
                                      </p:to>
                                    </p:set>
                                    <p:animEffect transition="in" filter="fade">
                                      <p:cBhvr>
                                        <p:cTn id="221" dur="500"/>
                                        <p:tgtEl>
                                          <p:spTgt spid="238"/>
                                        </p:tgtEl>
                                      </p:cBhvr>
                                    </p:animEffect>
                                  </p:childTnLst>
                                </p:cTn>
                              </p:par>
                              <p:par>
                                <p:cTn id="222" presetID="10" presetClass="entr" presetSubtype="0" fill="hold" grpId="0" nodeType="withEffect">
                                  <p:stCondLst>
                                    <p:cond delay="0"/>
                                  </p:stCondLst>
                                  <p:childTnLst>
                                    <p:set>
                                      <p:cBhvr>
                                        <p:cTn id="223" dur="1" fill="hold">
                                          <p:stCondLst>
                                            <p:cond delay="0"/>
                                          </p:stCondLst>
                                        </p:cTn>
                                        <p:tgtEl>
                                          <p:spTgt spid="239"/>
                                        </p:tgtEl>
                                        <p:attrNameLst>
                                          <p:attrName>style.visibility</p:attrName>
                                        </p:attrNameLst>
                                      </p:cBhvr>
                                      <p:to>
                                        <p:strVal val="visible"/>
                                      </p:to>
                                    </p:set>
                                    <p:animEffect transition="in" filter="fade">
                                      <p:cBhvr>
                                        <p:cTn id="224" dur="500"/>
                                        <p:tgtEl>
                                          <p:spTgt spid="239"/>
                                        </p:tgtEl>
                                      </p:cBhvr>
                                    </p:animEffect>
                                  </p:childTnLst>
                                </p:cTn>
                              </p:par>
                              <p:par>
                                <p:cTn id="225" presetID="10" presetClass="entr" presetSubtype="0" fill="hold" grpId="0" nodeType="withEffect">
                                  <p:stCondLst>
                                    <p:cond delay="0"/>
                                  </p:stCondLst>
                                  <p:childTnLst>
                                    <p:set>
                                      <p:cBhvr>
                                        <p:cTn id="226" dur="1" fill="hold">
                                          <p:stCondLst>
                                            <p:cond delay="0"/>
                                          </p:stCondLst>
                                        </p:cTn>
                                        <p:tgtEl>
                                          <p:spTgt spid="240"/>
                                        </p:tgtEl>
                                        <p:attrNameLst>
                                          <p:attrName>style.visibility</p:attrName>
                                        </p:attrNameLst>
                                      </p:cBhvr>
                                      <p:to>
                                        <p:strVal val="visible"/>
                                      </p:to>
                                    </p:set>
                                    <p:animEffect transition="in" filter="fade">
                                      <p:cBhvr>
                                        <p:cTn id="227" dur="500"/>
                                        <p:tgtEl>
                                          <p:spTgt spid="240"/>
                                        </p:tgtEl>
                                      </p:cBhvr>
                                    </p:animEffect>
                                  </p:childTnLst>
                                </p:cTn>
                              </p:par>
                              <p:par>
                                <p:cTn id="228" presetID="10" presetClass="entr" presetSubtype="0" fill="hold" grpId="0" nodeType="withEffect">
                                  <p:stCondLst>
                                    <p:cond delay="0"/>
                                  </p:stCondLst>
                                  <p:childTnLst>
                                    <p:set>
                                      <p:cBhvr>
                                        <p:cTn id="229" dur="1" fill="hold">
                                          <p:stCondLst>
                                            <p:cond delay="0"/>
                                          </p:stCondLst>
                                        </p:cTn>
                                        <p:tgtEl>
                                          <p:spTgt spid="242"/>
                                        </p:tgtEl>
                                        <p:attrNameLst>
                                          <p:attrName>style.visibility</p:attrName>
                                        </p:attrNameLst>
                                      </p:cBhvr>
                                      <p:to>
                                        <p:strVal val="visible"/>
                                      </p:to>
                                    </p:set>
                                    <p:animEffect transition="in" filter="fade">
                                      <p:cBhvr>
                                        <p:cTn id="230" dur="500"/>
                                        <p:tgtEl>
                                          <p:spTgt spid="242"/>
                                        </p:tgtEl>
                                      </p:cBhvr>
                                    </p:animEffect>
                                  </p:childTnLst>
                                </p:cTn>
                              </p:par>
                              <p:par>
                                <p:cTn id="231" presetID="10" presetClass="entr" presetSubtype="0" fill="hold" grpId="0" nodeType="withEffect">
                                  <p:stCondLst>
                                    <p:cond delay="0"/>
                                  </p:stCondLst>
                                  <p:childTnLst>
                                    <p:set>
                                      <p:cBhvr>
                                        <p:cTn id="232" dur="1" fill="hold">
                                          <p:stCondLst>
                                            <p:cond delay="0"/>
                                          </p:stCondLst>
                                        </p:cTn>
                                        <p:tgtEl>
                                          <p:spTgt spid="243"/>
                                        </p:tgtEl>
                                        <p:attrNameLst>
                                          <p:attrName>style.visibility</p:attrName>
                                        </p:attrNameLst>
                                      </p:cBhvr>
                                      <p:to>
                                        <p:strVal val="visible"/>
                                      </p:to>
                                    </p:set>
                                    <p:animEffect transition="in" filter="fade">
                                      <p:cBhvr>
                                        <p:cTn id="233" dur="500"/>
                                        <p:tgtEl>
                                          <p:spTgt spid="243"/>
                                        </p:tgtEl>
                                      </p:cBhvr>
                                    </p:animEffect>
                                  </p:childTnLst>
                                </p:cTn>
                              </p:par>
                              <p:par>
                                <p:cTn id="234" presetID="10" presetClass="entr" presetSubtype="0" fill="hold" nodeType="withEffect">
                                  <p:stCondLst>
                                    <p:cond delay="0"/>
                                  </p:stCondLst>
                                  <p:childTnLst>
                                    <p:set>
                                      <p:cBhvr>
                                        <p:cTn id="235" dur="1" fill="hold">
                                          <p:stCondLst>
                                            <p:cond delay="0"/>
                                          </p:stCondLst>
                                        </p:cTn>
                                        <p:tgtEl>
                                          <p:spTgt spid="244"/>
                                        </p:tgtEl>
                                        <p:attrNameLst>
                                          <p:attrName>style.visibility</p:attrName>
                                        </p:attrNameLst>
                                      </p:cBhvr>
                                      <p:to>
                                        <p:strVal val="visible"/>
                                      </p:to>
                                    </p:set>
                                    <p:animEffect transition="in" filter="fade">
                                      <p:cBhvr>
                                        <p:cTn id="236" dur="500"/>
                                        <p:tgtEl>
                                          <p:spTgt spid="244"/>
                                        </p:tgtEl>
                                      </p:cBhvr>
                                    </p:animEffect>
                                  </p:childTnLst>
                                </p:cTn>
                              </p:par>
                              <p:par>
                                <p:cTn id="237" presetID="10" presetClass="entr" presetSubtype="0" fill="hold" grpId="0" nodeType="withEffect">
                                  <p:stCondLst>
                                    <p:cond delay="0"/>
                                  </p:stCondLst>
                                  <p:childTnLst>
                                    <p:set>
                                      <p:cBhvr>
                                        <p:cTn id="238" dur="1" fill="hold">
                                          <p:stCondLst>
                                            <p:cond delay="0"/>
                                          </p:stCondLst>
                                        </p:cTn>
                                        <p:tgtEl>
                                          <p:spTgt spid="235"/>
                                        </p:tgtEl>
                                        <p:attrNameLst>
                                          <p:attrName>style.visibility</p:attrName>
                                        </p:attrNameLst>
                                      </p:cBhvr>
                                      <p:to>
                                        <p:strVal val="visible"/>
                                      </p:to>
                                    </p:set>
                                    <p:animEffect transition="in" filter="fade">
                                      <p:cBhvr>
                                        <p:cTn id="239" dur="500"/>
                                        <p:tgtEl>
                                          <p:spTgt spid="235"/>
                                        </p:tgtEl>
                                      </p:cBhvr>
                                    </p:animEffect>
                                  </p:childTnLst>
                                </p:cTn>
                              </p:par>
                              <p:par>
                                <p:cTn id="240" presetID="10" presetClass="entr" presetSubtype="0" fill="hold" grpId="0" nodeType="withEffect">
                                  <p:stCondLst>
                                    <p:cond delay="0"/>
                                  </p:stCondLst>
                                  <p:childTnLst>
                                    <p:set>
                                      <p:cBhvr>
                                        <p:cTn id="241" dur="1" fill="hold">
                                          <p:stCondLst>
                                            <p:cond delay="0"/>
                                          </p:stCondLst>
                                        </p:cTn>
                                        <p:tgtEl>
                                          <p:spTgt spid="241"/>
                                        </p:tgtEl>
                                        <p:attrNameLst>
                                          <p:attrName>style.visibility</p:attrName>
                                        </p:attrNameLst>
                                      </p:cBhvr>
                                      <p:to>
                                        <p:strVal val="visible"/>
                                      </p:to>
                                    </p:set>
                                    <p:animEffect transition="in" filter="fade">
                                      <p:cBhvr>
                                        <p:cTn id="242" dur="500"/>
                                        <p:tgtEl>
                                          <p:spTgt spid="241"/>
                                        </p:tgtEl>
                                      </p:cBhvr>
                                    </p:animEffect>
                                  </p:childTnLst>
                                </p:cTn>
                              </p:par>
                              <p:par>
                                <p:cTn id="243" presetID="10" presetClass="entr" presetSubtype="0" fill="hold" grpId="0" nodeType="withEffect">
                                  <p:stCondLst>
                                    <p:cond delay="0"/>
                                  </p:stCondLst>
                                  <p:childTnLst>
                                    <p:set>
                                      <p:cBhvr>
                                        <p:cTn id="244" dur="1" fill="hold">
                                          <p:stCondLst>
                                            <p:cond delay="0"/>
                                          </p:stCondLst>
                                        </p:cTn>
                                        <p:tgtEl>
                                          <p:spTgt spid="247"/>
                                        </p:tgtEl>
                                        <p:attrNameLst>
                                          <p:attrName>style.visibility</p:attrName>
                                        </p:attrNameLst>
                                      </p:cBhvr>
                                      <p:to>
                                        <p:strVal val="visible"/>
                                      </p:to>
                                    </p:set>
                                    <p:animEffect transition="in" filter="fade">
                                      <p:cBhvr>
                                        <p:cTn id="245" dur="500"/>
                                        <p:tgtEl>
                                          <p:spTgt spid="247"/>
                                        </p:tgtEl>
                                      </p:cBhvr>
                                    </p:animEffect>
                                  </p:childTnLst>
                                </p:cTn>
                              </p:par>
                              <p:par>
                                <p:cTn id="246" presetID="10" presetClass="entr" presetSubtype="0" fill="hold" grpId="0" nodeType="withEffect">
                                  <p:stCondLst>
                                    <p:cond delay="0"/>
                                  </p:stCondLst>
                                  <p:childTnLst>
                                    <p:set>
                                      <p:cBhvr>
                                        <p:cTn id="247" dur="1" fill="hold">
                                          <p:stCondLst>
                                            <p:cond delay="0"/>
                                          </p:stCondLst>
                                        </p:cTn>
                                        <p:tgtEl>
                                          <p:spTgt spid="248"/>
                                        </p:tgtEl>
                                        <p:attrNameLst>
                                          <p:attrName>style.visibility</p:attrName>
                                        </p:attrNameLst>
                                      </p:cBhvr>
                                      <p:to>
                                        <p:strVal val="visible"/>
                                      </p:to>
                                    </p:set>
                                    <p:animEffect transition="in" filter="fade">
                                      <p:cBhvr>
                                        <p:cTn id="248" dur="500"/>
                                        <p:tgtEl>
                                          <p:spTgt spid="248"/>
                                        </p:tgtEl>
                                      </p:cBhvr>
                                    </p:animEffect>
                                  </p:childTnLst>
                                </p:cTn>
                              </p:par>
                              <p:par>
                                <p:cTn id="249" presetID="10" presetClass="entr" presetSubtype="0" fill="hold" grpId="0" nodeType="withEffect">
                                  <p:stCondLst>
                                    <p:cond delay="0"/>
                                  </p:stCondLst>
                                  <p:childTnLst>
                                    <p:set>
                                      <p:cBhvr>
                                        <p:cTn id="250" dur="1" fill="hold">
                                          <p:stCondLst>
                                            <p:cond delay="0"/>
                                          </p:stCondLst>
                                        </p:cTn>
                                        <p:tgtEl>
                                          <p:spTgt spid="249"/>
                                        </p:tgtEl>
                                        <p:attrNameLst>
                                          <p:attrName>style.visibility</p:attrName>
                                        </p:attrNameLst>
                                      </p:cBhvr>
                                      <p:to>
                                        <p:strVal val="visible"/>
                                      </p:to>
                                    </p:set>
                                    <p:animEffect transition="in" filter="fade">
                                      <p:cBhvr>
                                        <p:cTn id="251" dur="500"/>
                                        <p:tgtEl>
                                          <p:spTgt spid="249"/>
                                        </p:tgtEl>
                                      </p:cBhvr>
                                    </p:animEffect>
                                  </p:childTnLst>
                                </p:cTn>
                              </p:par>
                              <p:par>
                                <p:cTn id="252" presetID="10" presetClass="entr" presetSubtype="0" fill="hold" grpId="0" nodeType="withEffect">
                                  <p:stCondLst>
                                    <p:cond delay="0"/>
                                  </p:stCondLst>
                                  <p:childTnLst>
                                    <p:set>
                                      <p:cBhvr>
                                        <p:cTn id="253" dur="1" fill="hold">
                                          <p:stCondLst>
                                            <p:cond delay="0"/>
                                          </p:stCondLst>
                                        </p:cTn>
                                        <p:tgtEl>
                                          <p:spTgt spid="251"/>
                                        </p:tgtEl>
                                        <p:attrNameLst>
                                          <p:attrName>style.visibility</p:attrName>
                                        </p:attrNameLst>
                                      </p:cBhvr>
                                      <p:to>
                                        <p:strVal val="visible"/>
                                      </p:to>
                                    </p:set>
                                    <p:animEffect transition="in" filter="fade">
                                      <p:cBhvr>
                                        <p:cTn id="254" dur="500"/>
                                        <p:tgtEl>
                                          <p:spTgt spid="251"/>
                                        </p:tgtEl>
                                      </p:cBhvr>
                                    </p:animEffect>
                                  </p:childTnLst>
                                </p:cTn>
                              </p:par>
                              <p:par>
                                <p:cTn id="255" presetID="10" presetClass="entr" presetSubtype="0" fill="hold" grpId="0" nodeType="withEffect">
                                  <p:stCondLst>
                                    <p:cond delay="0"/>
                                  </p:stCondLst>
                                  <p:childTnLst>
                                    <p:set>
                                      <p:cBhvr>
                                        <p:cTn id="256" dur="1" fill="hold">
                                          <p:stCondLst>
                                            <p:cond delay="0"/>
                                          </p:stCondLst>
                                        </p:cTn>
                                        <p:tgtEl>
                                          <p:spTgt spid="90"/>
                                        </p:tgtEl>
                                        <p:attrNameLst>
                                          <p:attrName>style.visibility</p:attrName>
                                        </p:attrNameLst>
                                      </p:cBhvr>
                                      <p:to>
                                        <p:strVal val="visible"/>
                                      </p:to>
                                    </p:set>
                                    <p:animEffect transition="in" filter="fade">
                                      <p:cBhvr>
                                        <p:cTn id="257" dur="500"/>
                                        <p:tgtEl>
                                          <p:spTgt spid="90"/>
                                        </p:tgtEl>
                                      </p:cBhvr>
                                    </p:animEffect>
                                  </p:childTnLst>
                                </p:cTn>
                              </p:par>
                              <p:par>
                                <p:cTn id="258" presetID="10" presetClass="entr" presetSubtype="0" fill="hold" grpId="0" nodeType="withEffect">
                                  <p:stCondLst>
                                    <p:cond delay="0"/>
                                  </p:stCondLst>
                                  <p:childTnLst>
                                    <p:set>
                                      <p:cBhvr>
                                        <p:cTn id="259" dur="1" fill="hold">
                                          <p:stCondLst>
                                            <p:cond delay="0"/>
                                          </p:stCondLst>
                                        </p:cTn>
                                        <p:tgtEl>
                                          <p:spTgt spid="232"/>
                                        </p:tgtEl>
                                        <p:attrNameLst>
                                          <p:attrName>style.visibility</p:attrName>
                                        </p:attrNameLst>
                                      </p:cBhvr>
                                      <p:to>
                                        <p:strVal val="visible"/>
                                      </p:to>
                                    </p:set>
                                    <p:animEffect transition="in" filter="fade">
                                      <p:cBhvr>
                                        <p:cTn id="260" dur="500"/>
                                        <p:tgtEl>
                                          <p:spTgt spid="232"/>
                                        </p:tgtEl>
                                      </p:cBhvr>
                                    </p:animEffect>
                                  </p:childTnLst>
                                </p:cTn>
                              </p:par>
                              <p:par>
                                <p:cTn id="261" presetID="10" presetClass="entr" presetSubtype="0" fill="hold" grpId="0" nodeType="withEffect">
                                  <p:stCondLst>
                                    <p:cond delay="0"/>
                                  </p:stCondLst>
                                  <p:childTnLst>
                                    <p:set>
                                      <p:cBhvr>
                                        <p:cTn id="262" dur="1" fill="hold">
                                          <p:stCondLst>
                                            <p:cond delay="0"/>
                                          </p:stCondLst>
                                        </p:cTn>
                                        <p:tgtEl>
                                          <p:spTgt spid="95"/>
                                        </p:tgtEl>
                                        <p:attrNameLst>
                                          <p:attrName>style.visibility</p:attrName>
                                        </p:attrNameLst>
                                      </p:cBhvr>
                                      <p:to>
                                        <p:strVal val="visible"/>
                                      </p:to>
                                    </p:set>
                                    <p:animEffect transition="in" filter="fade">
                                      <p:cBhvr>
                                        <p:cTn id="263" dur="500"/>
                                        <p:tgtEl>
                                          <p:spTgt spid="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animBg="1"/>
      <p:bldP spid="94" grpId="0"/>
      <p:bldP spid="96" grpId="0"/>
      <p:bldP spid="98" grpId="0"/>
      <p:bldP spid="38" grpId="0" animBg="1"/>
      <p:bldP spid="39" grpId="0" animBg="1"/>
      <p:bldP spid="40" grpId="0" animBg="1"/>
      <p:bldP spid="71" grpId="0" animBg="1"/>
      <p:bldP spid="48" grpId="0" animBg="1"/>
      <p:bldP spid="59" grpId="0"/>
      <p:bldP spid="60" grpId="0"/>
      <p:bldP spid="61" grpId="0"/>
      <p:bldP spid="63" grpId="0"/>
      <p:bldP spid="66" grpId="0"/>
      <p:bldP spid="79" grpId="0"/>
      <p:bldP spid="81" grpId="0"/>
      <p:bldP spid="3" grpId="0"/>
      <p:bldP spid="176" grpId="0" animBg="1"/>
      <p:bldP spid="178" grpId="0"/>
      <p:bldP spid="179" grpId="0"/>
      <p:bldP spid="180" grpId="0" animBg="1"/>
      <p:bldP spid="185" grpId="0" animBg="1"/>
      <p:bldP spid="186" grpId="0" animBg="1"/>
      <p:bldP spid="187" grpId="0" animBg="1"/>
      <p:bldP spid="190" grpId="0"/>
      <p:bldP spid="191" grpId="0"/>
      <p:bldP spid="192" grpId="0"/>
      <p:bldP spid="193" grpId="0"/>
      <p:bldP spid="194" grpId="0"/>
      <p:bldP spid="195" grpId="0"/>
      <p:bldP spid="196" grpId="0" animBg="1"/>
      <p:bldP spid="197" grpId="0" animBg="1"/>
      <p:bldP spid="181" grpId="0" animBg="1"/>
      <p:bldP spid="198" grpId="0"/>
      <p:bldP spid="199" grpId="0" animBg="1"/>
      <p:bldP spid="200" grpId="0" animBg="1"/>
      <p:bldP spid="202" grpId="0" animBg="1"/>
      <p:bldP spid="203" grpId="0"/>
      <p:bldP spid="204" grpId="0"/>
      <p:bldP spid="209" grpId="0"/>
      <p:bldP spid="210" grpId="0"/>
      <p:bldP spid="207" grpId="0" animBg="1"/>
      <p:bldP spid="206" grpId="0" animBg="1"/>
      <p:bldP spid="214" grpId="0"/>
      <p:bldP spid="216" grpId="0"/>
      <p:bldP spid="217" grpId="0"/>
      <p:bldP spid="218" grpId="0"/>
      <p:bldP spid="219" grpId="0"/>
      <p:bldP spid="220" grpId="0" animBg="1"/>
      <p:bldP spid="229" grpId="0"/>
      <p:bldP spid="231" grpId="0"/>
      <p:bldP spid="236" grpId="0" animBg="1"/>
      <p:bldP spid="238" grpId="0"/>
      <p:bldP spid="239" grpId="0"/>
      <p:bldP spid="240" grpId="0" animBg="1"/>
      <p:bldP spid="242" grpId="0"/>
      <p:bldP spid="243" grpId="0"/>
      <p:bldP spid="235" grpId="0" animBg="1"/>
      <p:bldP spid="241" grpId="0" animBg="1"/>
      <p:bldP spid="247" grpId="0"/>
      <p:bldP spid="248" grpId="0"/>
      <p:bldP spid="249" grpId="0"/>
      <p:bldP spid="250" grpId="0" animBg="1"/>
      <p:bldP spid="251" grpId="0" animBg="1"/>
      <p:bldP spid="90" grpId="0" animBg="1"/>
      <p:bldP spid="232" grpId="0" animBg="1"/>
      <p:bldP spid="91" grpId="0"/>
      <p:bldP spid="92" grpId="0"/>
      <p:bldP spid="93" grpId="0"/>
      <p:bldP spid="9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1490" name="Group 2"/>
          <p:cNvGrpSpPr>
            <a:grpSpLocks/>
          </p:cNvGrpSpPr>
          <p:nvPr/>
        </p:nvGrpSpPr>
        <p:grpSpPr bwMode="auto">
          <a:xfrm>
            <a:off x="220663" y="1662115"/>
            <a:ext cx="1884362" cy="1422897"/>
            <a:chOff x="436" y="2112"/>
            <a:chExt cx="1247" cy="775"/>
          </a:xfrm>
        </p:grpSpPr>
        <p:sp>
          <p:nvSpPr>
            <p:cNvPr id="191491" name="Text Box 3"/>
            <p:cNvSpPr txBox="1">
              <a:spLocks noChangeArrowheads="1"/>
            </p:cNvSpPr>
            <p:nvPr/>
          </p:nvSpPr>
          <p:spPr bwMode="auto">
            <a:xfrm>
              <a:off x="436" y="2736"/>
              <a:ext cx="195" cy="1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200">
                  <a:latin typeface="Times New Roman" panose="02020603050405020304" pitchFamily="18" charset="0"/>
                </a:rPr>
                <a:t>X</a:t>
              </a:r>
            </a:p>
          </p:txBody>
        </p:sp>
        <p:sp>
          <p:nvSpPr>
            <p:cNvPr id="191492" name="Text Box 4"/>
            <p:cNvSpPr txBox="1">
              <a:spLocks noChangeArrowheads="1"/>
            </p:cNvSpPr>
            <p:nvPr/>
          </p:nvSpPr>
          <p:spPr bwMode="auto">
            <a:xfrm>
              <a:off x="1488" y="2112"/>
              <a:ext cx="195" cy="1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200">
                  <a:latin typeface="Times New Roman" panose="02020603050405020304" pitchFamily="18" charset="0"/>
                </a:rPr>
                <a:t>Y</a:t>
              </a:r>
            </a:p>
          </p:txBody>
        </p:sp>
      </p:grpSp>
      <p:grpSp>
        <p:nvGrpSpPr>
          <p:cNvPr id="191493" name="Group 5"/>
          <p:cNvGrpSpPr>
            <a:grpSpLocks/>
          </p:cNvGrpSpPr>
          <p:nvPr/>
        </p:nvGrpSpPr>
        <p:grpSpPr bwMode="auto">
          <a:xfrm>
            <a:off x="325982" y="212727"/>
            <a:ext cx="2785519" cy="3444875"/>
            <a:chOff x="3860" y="1277"/>
            <a:chExt cx="1575" cy="1948"/>
          </a:xfrm>
        </p:grpSpPr>
        <p:sp>
          <p:nvSpPr>
            <p:cNvPr id="191494" name="AutoShape 6"/>
            <p:cNvSpPr>
              <a:spLocks noChangeArrowheads="1"/>
            </p:cNvSpPr>
            <p:nvPr/>
          </p:nvSpPr>
          <p:spPr bwMode="auto">
            <a:xfrm rot="5323066" flipV="1">
              <a:off x="3563" y="1615"/>
              <a:ext cx="1482" cy="805"/>
            </a:xfrm>
            <a:prstGeom prst="parallelogram">
              <a:avLst>
                <a:gd name="adj" fmla="val 60983"/>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91495" name="AutoShape 7"/>
            <p:cNvSpPr>
              <a:spLocks noChangeArrowheads="1"/>
            </p:cNvSpPr>
            <p:nvPr/>
          </p:nvSpPr>
          <p:spPr bwMode="auto">
            <a:xfrm rot="19742203" flipV="1">
              <a:off x="4013" y="2283"/>
              <a:ext cx="1422" cy="901"/>
            </a:xfrm>
            <a:prstGeom prst="parallelogram">
              <a:avLst>
                <a:gd name="adj" fmla="val 52279"/>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91496" name="Text Box 8"/>
            <p:cNvSpPr txBox="1">
              <a:spLocks noChangeArrowheads="1"/>
            </p:cNvSpPr>
            <p:nvPr/>
          </p:nvSpPr>
          <p:spPr bwMode="auto">
            <a:xfrm rot="19883616">
              <a:off x="3860" y="1670"/>
              <a:ext cx="296" cy="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i="1">
                  <a:latin typeface="Times New Roman" panose="02020603050405020304" pitchFamily="18" charset="0"/>
                </a:rPr>
                <a:t>V.P.</a:t>
              </a:r>
            </a:p>
          </p:txBody>
        </p:sp>
        <p:graphicFrame>
          <p:nvGraphicFramePr>
            <p:cNvPr id="191497" name="Object 9"/>
            <p:cNvGraphicFramePr>
              <a:graphicFrameLocks noChangeAspect="1"/>
            </p:cNvGraphicFramePr>
            <p:nvPr/>
          </p:nvGraphicFramePr>
          <p:xfrm>
            <a:off x="4656" y="3116"/>
            <a:ext cx="205" cy="109"/>
          </p:xfrm>
          <a:graphic>
            <a:graphicData uri="http://schemas.openxmlformats.org/presentationml/2006/ole">
              <mc:AlternateContent xmlns:mc="http://schemas.openxmlformats.org/markup-compatibility/2006">
                <mc:Choice xmlns:v="urn:schemas-microsoft-com:vml" Requires="v">
                  <p:oleObj name="CorelDRAW" r:id="rId3" imgW="668520" imgH="320400" progId="CorelDRAW.Graphic.11">
                    <p:embed/>
                  </p:oleObj>
                </mc:Choice>
                <mc:Fallback>
                  <p:oleObj name="CorelDRAW" r:id="rId3" imgW="668520" imgH="320400" progId="CorelDRAW.Graphic.11">
                    <p:embed/>
                    <p:pic>
                      <p:nvPicPr>
                        <p:cNvPr id="191497"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56" y="3116"/>
                          <a:ext cx="205" cy="1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91498" name="Group 10"/>
          <p:cNvGrpSpPr>
            <a:grpSpLocks/>
          </p:cNvGrpSpPr>
          <p:nvPr/>
        </p:nvGrpSpPr>
        <p:grpSpPr bwMode="auto">
          <a:xfrm>
            <a:off x="612777" y="928663"/>
            <a:ext cx="1960563" cy="1546250"/>
            <a:chOff x="351" y="547"/>
            <a:chExt cx="1094" cy="778"/>
          </a:xfrm>
        </p:grpSpPr>
        <p:sp>
          <p:nvSpPr>
            <p:cNvPr id="191499" name="Line 11"/>
            <p:cNvSpPr>
              <a:spLocks noChangeShapeType="1"/>
            </p:cNvSpPr>
            <p:nvPr/>
          </p:nvSpPr>
          <p:spPr bwMode="auto">
            <a:xfrm flipH="1" flipV="1">
              <a:off x="792" y="547"/>
              <a:ext cx="653" cy="28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nvGrpSpPr>
            <p:cNvPr id="191500" name="Group 12"/>
            <p:cNvGrpSpPr>
              <a:grpSpLocks/>
            </p:cNvGrpSpPr>
            <p:nvPr/>
          </p:nvGrpSpPr>
          <p:grpSpPr bwMode="auto">
            <a:xfrm rot="377888">
              <a:off x="351" y="1169"/>
              <a:ext cx="309" cy="156"/>
              <a:chOff x="1968" y="2544"/>
              <a:chExt cx="480" cy="240"/>
            </a:xfrm>
          </p:grpSpPr>
          <p:sp>
            <p:nvSpPr>
              <p:cNvPr id="191501" name="Line 13"/>
              <p:cNvSpPr>
                <a:spLocks noChangeShapeType="1"/>
              </p:cNvSpPr>
              <p:nvPr/>
            </p:nvSpPr>
            <p:spPr bwMode="auto">
              <a:xfrm flipH="1" flipV="1">
                <a:off x="1968" y="2544"/>
                <a:ext cx="48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91502" name="Line 14"/>
              <p:cNvSpPr>
                <a:spLocks noChangeShapeType="1"/>
              </p:cNvSpPr>
              <p:nvPr/>
            </p:nvSpPr>
            <p:spPr bwMode="auto">
              <a:xfrm flipH="1" flipV="1">
                <a:off x="2172" y="2646"/>
                <a:ext cx="96" cy="4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191503" name="Line 15"/>
            <p:cNvSpPr>
              <a:spLocks noChangeShapeType="1"/>
            </p:cNvSpPr>
            <p:nvPr/>
          </p:nvSpPr>
          <p:spPr bwMode="auto">
            <a:xfrm flipH="1" flipV="1">
              <a:off x="1022" y="652"/>
              <a:ext cx="192" cy="8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191504" name="Group 16"/>
          <p:cNvGrpSpPr>
            <a:grpSpLocks/>
          </p:cNvGrpSpPr>
          <p:nvPr/>
        </p:nvGrpSpPr>
        <p:grpSpPr bwMode="auto">
          <a:xfrm>
            <a:off x="1163638" y="1487488"/>
            <a:ext cx="1409700" cy="1497012"/>
            <a:chOff x="869" y="1762"/>
            <a:chExt cx="787" cy="753"/>
          </a:xfrm>
        </p:grpSpPr>
        <p:grpSp>
          <p:nvGrpSpPr>
            <p:cNvPr id="191505" name="Group 17"/>
            <p:cNvGrpSpPr>
              <a:grpSpLocks/>
            </p:cNvGrpSpPr>
            <p:nvPr/>
          </p:nvGrpSpPr>
          <p:grpSpPr bwMode="auto">
            <a:xfrm>
              <a:off x="869" y="1762"/>
              <a:ext cx="787" cy="753"/>
              <a:chOff x="658" y="828"/>
              <a:chExt cx="787" cy="753"/>
            </a:xfrm>
          </p:grpSpPr>
          <p:sp>
            <p:nvSpPr>
              <p:cNvPr id="191506" name="Line 18"/>
              <p:cNvSpPr>
                <a:spLocks noChangeShapeType="1"/>
              </p:cNvSpPr>
              <p:nvPr/>
            </p:nvSpPr>
            <p:spPr bwMode="auto">
              <a:xfrm>
                <a:off x="658" y="1342"/>
                <a:ext cx="0" cy="23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91507" name="Line 19"/>
              <p:cNvSpPr>
                <a:spLocks noChangeShapeType="1"/>
              </p:cNvSpPr>
              <p:nvPr/>
            </p:nvSpPr>
            <p:spPr bwMode="auto">
              <a:xfrm>
                <a:off x="1445" y="828"/>
                <a:ext cx="0" cy="75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91508" name="Line 20"/>
              <p:cNvSpPr>
                <a:spLocks noChangeShapeType="1"/>
              </p:cNvSpPr>
              <p:nvPr/>
            </p:nvSpPr>
            <p:spPr bwMode="auto">
              <a:xfrm>
                <a:off x="1445" y="1273"/>
                <a:ext cx="0" cy="13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191509" name="Line 21"/>
            <p:cNvSpPr>
              <a:spLocks noChangeShapeType="1"/>
            </p:cNvSpPr>
            <p:nvPr/>
          </p:nvSpPr>
          <p:spPr bwMode="auto">
            <a:xfrm>
              <a:off x="869" y="2310"/>
              <a:ext cx="0" cy="69"/>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191510" name="Group 22"/>
          <p:cNvGrpSpPr>
            <a:grpSpLocks/>
          </p:cNvGrpSpPr>
          <p:nvPr/>
        </p:nvGrpSpPr>
        <p:grpSpPr bwMode="auto">
          <a:xfrm>
            <a:off x="2806694" y="1996869"/>
            <a:ext cx="914584" cy="408196"/>
            <a:chOff x="5263" y="2286"/>
            <a:chExt cx="517" cy="231"/>
          </a:xfrm>
        </p:grpSpPr>
        <p:sp>
          <p:nvSpPr>
            <p:cNvPr id="191511" name="Text Box 23"/>
            <p:cNvSpPr txBox="1">
              <a:spLocks noChangeArrowheads="1"/>
            </p:cNvSpPr>
            <p:nvPr/>
          </p:nvSpPr>
          <p:spPr bwMode="auto">
            <a:xfrm rot="1539104">
              <a:off x="5295" y="2286"/>
              <a:ext cx="485" cy="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dirty="0">
                  <a:latin typeface="Times New Roman" panose="02020603050405020304" pitchFamily="18" charset="0"/>
                </a:rPr>
                <a:t>For FV</a:t>
              </a:r>
            </a:p>
          </p:txBody>
        </p:sp>
        <p:sp>
          <p:nvSpPr>
            <p:cNvPr id="191512" name="Line 24"/>
            <p:cNvSpPr>
              <a:spLocks noChangeShapeType="1"/>
            </p:cNvSpPr>
            <p:nvPr/>
          </p:nvSpPr>
          <p:spPr bwMode="auto">
            <a:xfrm flipH="1" flipV="1">
              <a:off x="5263" y="2363"/>
              <a:ext cx="277" cy="154"/>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191513" name="Group 25"/>
          <p:cNvGrpSpPr>
            <a:grpSpLocks/>
          </p:cNvGrpSpPr>
          <p:nvPr/>
        </p:nvGrpSpPr>
        <p:grpSpPr bwMode="auto">
          <a:xfrm>
            <a:off x="650005" y="2141540"/>
            <a:ext cx="1887485" cy="807640"/>
            <a:chOff x="372" y="1157"/>
            <a:chExt cx="1053" cy="407"/>
          </a:xfrm>
        </p:grpSpPr>
        <p:sp>
          <p:nvSpPr>
            <p:cNvPr id="191514" name="Line 26"/>
            <p:cNvSpPr>
              <a:spLocks noChangeShapeType="1"/>
            </p:cNvSpPr>
            <p:nvPr/>
          </p:nvSpPr>
          <p:spPr bwMode="auto">
            <a:xfrm>
              <a:off x="372" y="1370"/>
              <a:ext cx="286" cy="19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91515" name="Line 27"/>
            <p:cNvSpPr>
              <a:spLocks noChangeShapeType="1"/>
            </p:cNvSpPr>
            <p:nvPr/>
          </p:nvSpPr>
          <p:spPr bwMode="auto">
            <a:xfrm>
              <a:off x="793" y="1157"/>
              <a:ext cx="632" cy="3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191516" name="Group 28"/>
          <p:cNvGrpSpPr>
            <a:grpSpLocks/>
          </p:cNvGrpSpPr>
          <p:nvPr/>
        </p:nvGrpSpPr>
        <p:grpSpPr bwMode="auto">
          <a:xfrm>
            <a:off x="649288" y="928659"/>
            <a:ext cx="744113" cy="1626197"/>
            <a:chOff x="371" y="547"/>
            <a:chExt cx="416" cy="818"/>
          </a:xfrm>
        </p:grpSpPr>
        <p:sp>
          <p:nvSpPr>
            <p:cNvPr id="191517" name="Line 29"/>
            <p:cNvSpPr>
              <a:spLocks noChangeShapeType="1"/>
            </p:cNvSpPr>
            <p:nvPr/>
          </p:nvSpPr>
          <p:spPr bwMode="auto">
            <a:xfrm>
              <a:off x="779" y="547"/>
              <a:ext cx="8" cy="61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91518" name="Line 30"/>
            <p:cNvSpPr>
              <a:spLocks noChangeShapeType="1"/>
            </p:cNvSpPr>
            <p:nvPr/>
          </p:nvSpPr>
          <p:spPr bwMode="auto">
            <a:xfrm>
              <a:off x="371" y="1154"/>
              <a:ext cx="1" cy="21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191519" name="Group 31"/>
          <p:cNvGrpSpPr>
            <a:grpSpLocks/>
          </p:cNvGrpSpPr>
          <p:nvPr/>
        </p:nvGrpSpPr>
        <p:grpSpPr bwMode="auto">
          <a:xfrm>
            <a:off x="380999" y="669926"/>
            <a:ext cx="1034036" cy="1838409"/>
            <a:chOff x="3891" y="1536"/>
            <a:chExt cx="585" cy="1039"/>
          </a:xfrm>
        </p:grpSpPr>
        <p:sp>
          <p:nvSpPr>
            <p:cNvPr id="191520" name="Text Box 32"/>
            <p:cNvSpPr txBox="1">
              <a:spLocks noChangeArrowheads="1"/>
            </p:cNvSpPr>
            <p:nvPr/>
          </p:nvSpPr>
          <p:spPr bwMode="auto">
            <a:xfrm>
              <a:off x="3891" y="2210"/>
              <a:ext cx="20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latin typeface="Times New Roman" panose="02020603050405020304" pitchFamily="18" charset="0"/>
                </a:rPr>
                <a:t>a</a:t>
              </a:r>
              <a:r>
                <a:rPr lang="en-US" altLang="en-US" dirty="0">
                  <a:latin typeface="Arial" panose="020B0604020202020204" pitchFamily="34" charset="0"/>
                </a:rPr>
                <a:t>´</a:t>
              </a:r>
            </a:p>
            <a:p>
              <a:pPr eaLnBrk="1" hangingPunct="1"/>
              <a:endParaRPr lang="en-US" altLang="en-US" dirty="0">
                <a:latin typeface="Times New Roman" panose="02020603050405020304" pitchFamily="18" charset="0"/>
              </a:endParaRPr>
            </a:p>
          </p:txBody>
        </p:sp>
        <p:sp>
          <p:nvSpPr>
            <p:cNvPr id="191521" name="Text Box 33"/>
            <p:cNvSpPr txBox="1">
              <a:spLocks noChangeArrowheads="1"/>
            </p:cNvSpPr>
            <p:nvPr/>
          </p:nvSpPr>
          <p:spPr bwMode="auto">
            <a:xfrm>
              <a:off x="4263" y="1536"/>
              <a:ext cx="213"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latin typeface="Times New Roman" panose="02020603050405020304" pitchFamily="18" charset="0"/>
                </a:rPr>
                <a:t>b</a:t>
              </a:r>
              <a:r>
                <a:rPr lang="en-US" altLang="en-US" dirty="0">
                  <a:latin typeface="Arial" panose="020B0604020202020204" pitchFamily="34" charset="0"/>
                </a:rPr>
                <a:t>´</a:t>
              </a:r>
            </a:p>
            <a:p>
              <a:pPr eaLnBrk="1" hangingPunct="1"/>
              <a:endParaRPr lang="en-US" altLang="en-US" dirty="0">
                <a:latin typeface="Times New Roman" panose="02020603050405020304" pitchFamily="18" charset="0"/>
              </a:endParaRPr>
            </a:p>
          </p:txBody>
        </p:sp>
      </p:grpSp>
      <p:grpSp>
        <p:nvGrpSpPr>
          <p:cNvPr id="191522" name="Group 34"/>
          <p:cNvGrpSpPr>
            <a:grpSpLocks/>
          </p:cNvGrpSpPr>
          <p:nvPr/>
        </p:nvGrpSpPr>
        <p:grpSpPr bwMode="auto">
          <a:xfrm>
            <a:off x="1016002" y="2844798"/>
            <a:ext cx="1757218" cy="411370"/>
            <a:chOff x="4250" y="2765"/>
            <a:chExt cx="994" cy="233"/>
          </a:xfrm>
        </p:grpSpPr>
        <p:sp>
          <p:nvSpPr>
            <p:cNvPr id="191523" name="Text Box 35"/>
            <p:cNvSpPr txBox="1">
              <a:spLocks noChangeArrowheads="1"/>
            </p:cNvSpPr>
            <p:nvPr/>
          </p:nvSpPr>
          <p:spPr bwMode="auto">
            <a:xfrm>
              <a:off x="4250" y="2765"/>
              <a:ext cx="162" cy="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a:latin typeface="Times New Roman" panose="02020603050405020304" pitchFamily="18" charset="0"/>
                </a:rPr>
                <a:t>a</a:t>
              </a:r>
            </a:p>
          </p:txBody>
        </p:sp>
        <p:sp>
          <p:nvSpPr>
            <p:cNvPr id="191524" name="Text Box 36"/>
            <p:cNvSpPr txBox="1">
              <a:spLocks noChangeArrowheads="1"/>
            </p:cNvSpPr>
            <p:nvPr/>
          </p:nvSpPr>
          <p:spPr bwMode="auto">
            <a:xfrm>
              <a:off x="5074" y="2789"/>
              <a:ext cx="170" cy="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a:latin typeface="Times New Roman" panose="02020603050405020304" pitchFamily="18" charset="0"/>
                </a:rPr>
                <a:t>b</a:t>
              </a:r>
            </a:p>
          </p:txBody>
        </p:sp>
      </p:grpSp>
      <p:grpSp>
        <p:nvGrpSpPr>
          <p:cNvPr id="191525" name="Group 37"/>
          <p:cNvGrpSpPr>
            <a:grpSpLocks/>
          </p:cNvGrpSpPr>
          <p:nvPr/>
        </p:nvGrpSpPr>
        <p:grpSpPr bwMode="auto">
          <a:xfrm>
            <a:off x="820739" y="1211264"/>
            <a:ext cx="2024279" cy="1549674"/>
            <a:chOff x="4139" y="1842"/>
            <a:chExt cx="1145" cy="876"/>
          </a:xfrm>
        </p:grpSpPr>
        <p:sp>
          <p:nvSpPr>
            <p:cNvPr id="191526" name="Line 38"/>
            <p:cNvSpPr>
              <a:spLocks noChangeShapeType="1"/>
            </p:cNvSpPr>
            <p:nvPr/>
          </p:nvSpPr>
          <p:spPr bwMode="auto">
            <a:xfrm flipV="1">
              <a:off x="4333" y="1998"/>
              <a:ext cx="798" cy="577"/>
            </a:xfrm>
            <a:prstGeom prst="line">
              <a:avLst/>
            </a:prstGeom>
            <a:noFill/>
            <a:ln w="57150">
              <a:solidFill>
                <a:srgbClr val="D6009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91527" name="Text Box 39"/>
            <p:cNvSpPr txBox="1">
              <a:spLocks noChangeArrowheads="1"/>
            </p:cNvSpPr>
            <p:nvPr/>
          </p:nvSpPr>
          <p:spPr bwMode="auto">
            <a:xfrm>
              <a:off x="5093" y="1842"/>
              <a:ext cx="191" cy="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a:latin typeface="Times New Roman" panose="02020603050405020304" pitchFamily="18" charset="0"/>
                </a:rPr>
                <a:t>B</a:t>
              </a:r>
            </a:p>
          </p:txBody>
        </p:sp>
        <p:sp>
          <p:nvSpPr>
            <p:cNvPr id="191528" name="Text Box 40"/>
            <p:cNvSpPr txBox="1">
              <a:spLocks noChangeArrowheads="1"/>
            </p:cNvSpPr>
            <p:nvPr/>
          </p:nvSpPr>
          <p:spPr bwMode="auto">
            <a:xfrm>
              <a:off x="4139" y="2509"/>
              <a:ext cx="199" cy="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a:latin typeface="Times New Roman" panose="02020603050405020304" pitchFamily="18" charset="0"/>
                </a:rPr>
                <a:t>A</a:t>
              </a:r>
            </a:p>
          </p:txBody>
        </p:sp>
      </p:grpSp>
      <p:grpSp>
        <p:nvGrpSpPr>
          <p:cNvPr id="191529" name="Group 41"/>
          <p:cNvGrpSpPr>
            <a:grpSpLocks/>
          </p:cNvGrpSpPr>
          <p:nvPr/>
        </p:nvGrpSpPr>
        <p:grpSpPr bwMode="auto">
          <a:xfrm>
            <a:off x="630240" y="1435102"/>
            <a:ext cx="1019175" cy="696913"/>
            <a:chOff x="4032" y="1968"/>
            <a:chExt cx="576" cy="394"/>
          </a:xfrm>
        </p:grpSpPr>
        <p:sp>
          <p:nvSpPr>
            <p:cNvPr id="191530" name="Line 42"/>
            <p:cNvSpPr>
              <a:spLocks noChangeShapeType="1"/>
            </p:cNvSpPr>
            <p:nvPr/>
          </p:nvSpPr>
          <p:spPr bwMode="auto">
            <a:xfrm flipV="1">
              <a:off x="4032" y="1968"/>
              <a:ext cx="576" cy="39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91531" name="Text Box 43"/>
            <p:cNvSpPr txBox="1">
              <a:spLocks noChangeArrowheads="1"/>
            </p:cNvSpPr>
            <p:nvPr/>
          </p:nvSpPr>
          <p:spPr bwMode="auto">
            <a:xfrm>
              <a:off x="4136" y="2018"/>
              <a:ext cx="194"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cs typeface="Times New Roman" panose="02020603050405020304" pitchFamily="18" charset="0"/>
                  <a:sym typeface="Symbol" panose="05050102010706020507" pitchFamily="18" charset="2"/>
                </a:rPr>
                <a:t> </a:t>
              </a:r>
            </a:p>
          </p:txBody>
        </p:sp>
      </p:grpSp>
      <p:grpSp>
        <p:nvGrpSpPr>
          <p:cNvPr id="191532" name="Group 44"/>
          <p:cNvGrpSpPr>
            <a:grpSpLocks/>
          </p:cNvGrpSpPr>
          <p:nvPr/>
        </p:nvGrpSpPr>
        <p:grpSpPr bwMode="auto">
          <a:xfrm>
            <a:off x="1185866" y="2405505"/>
            <a:ext cx="796767" cy="545834"/>
            <a:chOff x="4346" y="2517"/>
            <a:chExt cx="451" cy="309"/>
          </a:xfrm>
        </p:grpSpPr>
        <p:sp>
          <p:nvSpPr>
            <p:cNvPr id="191533" name="Line 45"/>
            <p:cNvSpPr>
              <a:spLocks noChangeShapeType="1"/>
            </p:cNvSpPr>
            <p:nvPr/>
          </p:nvSpPr>
          <p:spPr bwMode="auto">
            <a:xfrm flipV="1">
              <a:off x="4346" y="2517"/>
              <a:ext cx="451" cy="30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91534" name="Text Box 46"/>
            <p:cNvSpPr txBox="1">
              <a:spLocks noChangeArrowheads="1"/>
            </p:cNvSpPr>
            <p:nvPr/>
          </p:nvSpPr>
          <p:spPr bwMode="auto">
            <a:xfrm>
              <a:off x="4437" y="2669"/>
              <a:ext cx="153" cy="1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200">
                  <a:latin typeface="Times New Roman" panose="02020603050405020304" pitchFamily="18" charset="0"/>
                  <a:cs typeface="Times New Roman" panose="02020603050405020304" pitchFamily="18" charset="0"/>
                  <a:sym typeface="Symbol" panose="05050102010706020507" pitchFamily="18" charset="2"/>
                </a:rPr>
                <a:t></a:t>
              </a:r>
            </a:p>
          </p:txBody>
        </p:sp>
      </p:grpSp>
      <p:grpSp>
        <p:nvGrpSpPr>
          <p:cNvPr id="191535" name="Group 47"/>
          <p:cNvGrpSpPr>
            <a:grpSpLocks/>
          </p:cNvGrpSpPr>
          <p:nvPr/>
        </p:nvGrpSpPr>
        <p:grpSpPr bwMode="auto">
          <a:xfrm>
            <a:off x="1790700" y="76200"/>
            <a:ext cx="866775" cy="882650"/>
            <a:chOff x="4688" y="1200"/>
            <a:chExt cx="490" cy="499"/>
          </a:xfrm>
        </p:grpSpPr>
        <p:sp>
          <p:nvSpPr>
            <p:cNvPr id="191536" name="Line 48"/>
            <p:cNvSpPr>
              <a:spLocks noChangeShapeType="1"/>
            </p:cNvSpPr>
            <p:nvPr/>
          </p:nvSpPr>
          <p:spPr bwMode="auto">
            <a:xfrm>
              <a:off x="4887" y="1392"/>
              <a:ext cx="0" cy="307"/>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91537" name="Text Box 49"/>
            <p:cNvSpPr txBox="1">
              <a:spLocks noChangeArrowheads="1"/>
            </p:cNvSpPr>
            <p:nvPr/>
          </p:nvSpPr>
          <p:spPr bwMode="auto">
            <a:xfrm>
              <a:off x="4688" y="1200"/>
              <a:ext cx="490" cy="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dirty="0">
                  <a:latin typeface="Times New Roman" panose="02020603050405020304" pitchFamily="18" charset="0"/>
                </a:rPr>
                <a:t>For TV</a:t>
              </a:r>
            </a:p>
          </p:txBody>
        </p:sp>
      </p:grpSp>
      <p:grpSp>
        <p:nvGrpSpPr>
          <p:cNvPr id="191538" name="Group 50"/>
          <p:cNvGrpSpPr>
            <a:grpSpLocks/>
          </p:cNvGrpSpPr>
          <p:nvPr/>
        </p:nvGrpSpPr>
        <p:grpSpPr bwMode="auto">
          <a:xfrm>
            <a:off x="637498" y="901435"/>
            <a:ext cx="755733" cy="1234575"/>
            <a:chOff x="4028" y="1675"/>
            <a:chExt cx="428" cy="698"/>
          </a:xfrm>
        </p:grpSpPr>
        <p:sp>
          <p:nvSpPr>
            <p:cNvPr id="191539" name="Line 51"/>
            <p:cNvSpPr>
              <a:spLocks noChangeShapeType="1"/>
            </p:cNvSpPr>
            <p:nvPr/>
          </p:nvSpPr>
          <p:spPr bwMode="auto">
            <a:xfrm flipH="1">
              <a:off x="4028" y="1675"/>
              <a:ext cx="428" cy="69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91540" name="Text Box 52"/>
            <p:cNvSpPr txBox="1">
              <a:spLocks noChangeArrowheads="1"/>
            </p:cNvSpPr>
            <p:nvPr/>
          </p:nvSpPr>
          <p:spPr bwMode="auto">
            <a:xfrm rot="18019933">
              <a:off x="4014" y="1899"/>
              <a:ext cx="247"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200" i="1">
                  <a:latin typeface="Times New Roman" panose="02020603050405020304" pitchFamily="18" charset="0"/>
                </a:rPr>
                <a:t>F.V</a:t>
              </a:r>
              <a:r>
                <a:rPr lang="en-US" altLang="en-US" sz="1400" i="1">
                  <a:latin typeface="Times New Roman" panose="02020603050405020304" pitchFamily="18" charset="0"/>
                </a:rPr>
                <a:t>.</a:t>
              </a:r>
            </a:p>
          </p:txBody>
        </p:sp>
      </p:grpSp>
      <p:grpSp>
        <p:nvGrpSpPr>
          <p:cNvPr id="191541" name="Group 53"/>
          <p:cNvGrpSpPr>
            <a:grpSpLocks/>
          </p:cNvGrpSpPr>
          <p:nvPr/>
        </p:nvGrpSpPr>
        <p:grpSpPr bwMode="auto">
          <a:xfrm>
            <a:off x="1163638" y="2949572"/>
            <a:ext cx="1409700" cy="304986"/>
            <a:chOff x="4333" y="2825"/>
            <a:chExt cx="798" cy="172"/>
          </a:xfrm>
        </p:grpSpPr>
        <p:sp>
          <p:nvSpPr>
            <p:cNvPr id="191542" name="Line 54"/>
            <p:cNvSpPr>
              <a:spLocks noChangeShapeType="1"/>
            </p:cNvSpPr>
            <p:nvPr/>
          </p:nvSpPr>
          <p:spPr bwMode="auto">
            <a:xfrm>
              <a:off x="4333" y="2825"/>
              <a:ext cx="79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91543" name="Text Box 55"/>
            <p:cNvSpPr txBox="1">
              <a:spLocks noChangeArrowheads="1"/>
            </p:cNvSpPr>
            <p:nvPr/>
          </p:nvSpPr>
          <p:spPr bwMode="auto">
            <a:xfrm>
              <a:off x="4649" y="2841"/>
              <a:ext cx="232" cy="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200" i="1">
                  <a:latin typeface="Times New Roman" panose="02020603050405020304" pitchFamily="18" charset="0"/>
                </a:rPr>
                <a:t>T.V.</a:t>
              </a:r>
            </a:p>
          </p:txBody>
        </p:sp>
      </p:grpSp>
      <p:grpSp>
        <p:nvGrpSpPr>
          <p:cNvPr id="191544" name="Group 56"/>
          <p:cNvGrpSpPr>
            <a:grpSpLocks/>
          </p:cNvGrpSpPr>
          <p:nvPr/>
        </p:nvGrpSpPr>
        <p:grpSpPr bwMode="auto">
          <a:xfrm>
            <a:off x="5715000" y="107950"/>
            <a:ext cx="2851150" cy="3397250"/>
            <a:chOff x="2976" y="77"/>
            <a:chExt cx="1635" cy="1948"/>
          </a:xfrm>
        </p:grpSpPr>
        <p:grpSp>
          <p:nvGrpSpPr>
            <p:cNvPr id="191545" name="Group 57"/>
            <p:cNvGrpSpPr>
              <a:grpSpLocks/>
            </p:cNvGrpSpPr>
            <p:nvPr/>
          </p:nvGrpSpPr>
          <p:grpSpPr bwMode="auto">
            <a:xfrm>
              <a:off x="2976" y="897"/>
              <a:ext cx="1068" cy="803"/>
              <a:chOff x="436" y="2112"/>
              <a:chExt cx="1249" cy="775"/>
            </a:xfrm>
          </p:grpSpPr>
          <p:sp>
            <p:nvSpPr>
              <p:cNvPr id="191546" name="Text Box 58"/>
              <p:cNvSpPr txBox="1">
                <a:spLocks noChangeArrowheads="1"/>
              </p:cNvSpPr>
              <p:nvPr/>
            </p:nvSpPr>
            <p:spPr bwMode="auto">
              <a:xfrm>
                <a:off x="436" y="2734"/>
                <a:ext cx="198" cy="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200">
                    <a:latin typeface="Times New Roman" panose="02020603050405020304" pitchFamily="18" charset="0"/>
                  </a:rPr>
                  <a:t>X</a:t>
                </a:r>
              </a:p>
            </p:txBody>
          </p:sp>
          <p:sp>
            <p:nvSpPr>
              <p:cNvPr id="191547" name="Text Box 59"/>
              <p:cNvSpPr txBox="1">
                <a:spLocks noChangeArrowheads="1"/>
              </p:cNvSpPr>
              <p:nvPr/>
            </p:nvSpPr>
            <p:spPr bwMode="auto">
              <a:xfrm>
                <a:off x="1487" y="2112"/>
                <a:ext cx="198" cy="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200">
                    <a:latin typeface="Times New Roman" panose="02020603050405020304" pitchFamily="18" charset="0"/>
                  </a:rPr>
                  <a:t>Y</a:t>
                </a:r>
              </a:p>
            </p:txBody>
          </p:sp>
        </p:grpSp>
        <p:grpSp>
          <p:nvGrpSpPr>
            <p:cNvPr id="191548" name="Group 60"/>
            <p:cNvGrpSpPr>
              <a:grpSpLocks/>
            </p:cNvGrpSpPr>
            <p:nvPr/>
          </p:nvGrpSpPr>
          <p:grpSpPr bwMode="auto">
            <a:xfrm>
              <a:off x="3035" y="77"/>
              <a:ext cx="1576" cy="1948"/>
              <a:chOff x="3859" y="1277"/>
              <a:chExt cx="1576" cy="1948"/>
            </a:xfrm>
          </p:grpSpPr>
          <p:sp>
            <p:nvSpPr>
              <p:cNvPr id="191549" name="AutoShape 61"/>
              <p:cNvSpPr>
                <a:spLocks noChangeArrowheads="1"/>
              </p:cNvSpPr>
              <p:nvPr/>
            </p:nvSpPr>
            <p:spPr bwMode="auto">
              <a:xfrm rot="5323066" flipV="1">
                <a:off x="3563" y="1615"/>
                <a:ext cx="1482" cy="805"/>
              </a:xfrm>
              <a:prstGeom prst="parallelogram">
                <a:avLst>
                  <a:gd name="adj" fmla="val 60983"/>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91550" name="AutoShape 62"/>
              <p:cNvSpPr>
                <a:spLocks noChangeArrowheads="1"/>
              </p:cNvSpPr>
              <p:nvPr/>
            </p:nvSpPr>
            <p:spPr bwMode="auto">
              <a:xfrm rot="19742203" flipV="1">
                <a:off x="4013" y="2283"/>
                <a:ext cx="1422" cy="901"/>
              </a:xfrm>
              <a:prstGeom prst="parallelogram">
                <a:avLst>
                  <a:gd name="adj" fmla="val 52279"/>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91551" name="Text Box 63"/>
              <p:cNvSpPr txBox="1">
                <a:spLocks noChangeArrowheads="1"/>
              </p:cNvSpPr>
              <p:nvPr/>
            </p:nvSpPr>
            <p:spPr bwMode="auto">
              <a:xfrm rot="19883616">
                <a:off x="3859" y="1667"/>
                <a:ext cx="30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i="1">
                    <a:latin typeface="Times New Roman" panose="02020603050405020304" pitchFamily="18" charset="0"/>
                  </a:rPr>
                  <a:t>V.P.</a:t>
                </a:r>
              </a:p>
            </p:txBody>
          </p:sp>
          <p:graphicFrame>
            <p:nvGraphicFramePr>
              <p:cNvPr id="191552" name="Object 64"/>
              <p:cNvGraphicFramePr>
                <a:graphicFrameLocks noChangeAspect="1"/>
              </p:cNvGraphicFramePr>
              <p:nvPr/>
            </p:nvGraphicFramePr>
            <p:xfrm>
              <a:off x="4656" y="3116"/>
              <a:ext cx="205" cy="109"/>
            </p:xfrm>
            <a:graphic>
              <a:graphicData uri="http://schemas.openxmlformats.org/presentationml/2006/ole">
                <mc:AlternateContent xmlns:mc="http://schemas.openxmlformats.org/markup-compatibility/2006">
                  <mc:Choice xmlns:v="urn:schemas-microsoft-com:vml" Requires="v">
                    <p:oleObj name="CorelDRAW" r:id="rId5" imgW="668520" imgH="320400" progId="CorelDRAW.Graphic.11">
                      <p:embed/>
                    </p:oleObj>
                  </mc:Choice>
                  <mc:Fallback>
                    <p:oleObj name="CorelDRAW" r:id="rId5" imgW="668520" imgH="320400" progId="CorelDRAW.Graphic.11">
                      <p:embed/>
                      <p:pic>
                        <p:nvPicPr>
                          <p:cNvPr id="191552" name="Object 6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56" y="3116"/>
                            <a:ext cx="205" cy="1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91553" name="Group 65"/>
            <p:cNvGrpSpPr>
              <a:grpSpLocks/>
            </p:cNvGrpSpPr>
            <p:nvPr/>
          </p:nvGrpSpPr>
          <p:grpSpPr bwMode="auto">
            <a:xfrm>
              <a:off x="3218" y="1223"/>
              <a:ext cx="1089" cy="404"/>
              <a:chOff x="371" y="1205"/>
              <a:chExt cx="1074" cy="360"/>
            </a:xfrm>
          </p:grpSpPr>
          <p:sp>
            <p:nvSpPr>
              <p:cNvPr id="191554" name="Line 66"/>
              <p:cNvSpPr>
                <a:spLocks noChangeShapeType="1"/>
              </p:cNvSpPr>
              <p:nvPr/>
            </p:nvSpPr>
            <p:spPr bwMode="auto">
              <a:xfrm>
                <a:off x="371" y="1413"/>
                <a:ext cx="280" cy="15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91555" name="Line 67"/>
              <p:cNvSpPr>
                <a:spLocks noChangeShapeType="1"/>
              </p:cNvSpPr>
              <p:nvPr/>
            </p:nvSpPr>
            <p:spPr bwMode="auto">
              <a:xfrm>
                <a:off x="726" y="1205"/>
                <a:ext cx="719" cy="34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191556" name="Group 68"/>
            <p:cNvGrpSpPr>
              <a:grpSpLocks/>
            </p:cNvGrpSpPr>
            <p:nvPr/>
          </p:nvGrpSpPr>
          <p:grpSpPr bwMode="auto">
            <a:xfrm>
              <a:off x="3218" y="491"/>
              <a:ext cx="360" cy="980"/>
              <a:chOff x="371" y="555"/>
              <a:chExt cx="355" cy="872"/>
            </a:xfrm>
          </p:grpSpPr>
          <p:sp>
            <p:nvSpPr>
              <p:cNvPr id="191557" name="Line 69"/>
              <p:cNvSpPr>
                <a:spLocks noChangeShapeType="1"/>
              </p:cNvSpPr>
              <p:nvPr/>
            </p:nvSpPr>
            <p:spPr bwMode="auto">
              <a:xfrm>
                <a:off x="726" y="555"/>
                <a:ext cx="0" cy="6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91558" name="Line 70"/>
              <p:cNvSpPr>
                <a:spLocks noChangeShapeType="1"/>
              </p:cNvSpPr>
              <p:nvPr/>
            </p:nvSpPr>
            <p:spPr bwMode="auto">
              <a:xfrm>
                <a:off x="371" y="1154"/>
                <a:ext cx="0" cy="27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191559" name="Group 71"/>
            <p:cNvGrpSpPr>
              <a:grpSpLocks/>
            </p:cNvGrpSpPr>
            <p:nvPr/>
          </p:nvGrpSpPr>
          <p:grpSpPr bwMode="auto">
            <a:xfrm>
              <a:off x="3067" y="336"/>
              <a:ext cx="589" cy="1047"/>
              <a:chOff x="3891" y="1536"/>
              <a:chExt cx="589" cy="1047"/>
            </a:xfrm>
          </p:grpSpPr>
          <p:sp>
            <p:nvSpPr>
              <p:cNvPr id="191560" name="Text Box 72"/>
              <p:cNvSpPr txBox="1">
                <a:spLocks noChangeArrowheads="1"/>
              </p:cNvSpPr>
              <p:nvPr/>
            </p:nvSpPr>
            <p:spPr bwMode="auto">
              <a:xfrm>
                <a:off x="3891" y="2212"/>
                <a:ext cx="209" cy="3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latin typeface="Times New Roman" panose="02020603050405020304" pitchFamily="18" charset="0"/>
                  </a:rPr>
                  <a:t>a</a:t>
                </a:r>
                <a:r>
                  <a:rPr lang="en-US" altLang="en-US" dirty="0">
                    <a:latin typeface="Arial" panose="020B0604020202020204" pitchFamily="34" charset="0"/>
                  </a:rPr>
                  <a:t>´</a:t>
                </a:r>
              </a:p>
              <a:p>
                <a:pPr eaLnBrk="1" hangingPunct="1"/>
                <a:endParaRPr lang="en-US" altLang="en-US" dirty="0">
                  <a:latin typeface="Times New Roman" panose="02020603050405020304" pitchFamily="18" charset="0"/>
                </a:endParaRPr>
              </a:p>
            </p:txBody>
          </p:sp>
          <p:sp>
            <p:nvSpPr>
              <p:cNvPr id="191561" name="Text Box 73"/>
              <p:cNvSpPr txBox="1">
                <a:spLocks noChangeArrowheads="1"/>
              </p:cNvSpPr>
              <p:nvPr/>
            </p:nvSpPr>
            <p:spPr bwMode="auto">
              <a:xfrm>
                <a:off x="4264" y="1536"/>
                <a:ext cx="216" cy="3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latin typeface="Times New Roman" panose="02020603050405020304" pitchFamily="18" charset="0"/>
                  </a:rPr>
                  <a:t>b</a:t>
                </a:r>
                <a:r>
                  <a:rPr lang="en-US" altLang="en-US" dirty="0">
                    <a:latin typeface="Arial" panose="020B0604020202020204" pitchFamily="34" charset="0"/>
                  </a:rPr>
                  <a:t>´</a:t>
                </a:r>
              </a:p>
              <a:p>
                <a:pPr eaLnBrk="1" hangingPunct="1"/>
                <a:endParaRPr lang="en-US" altLang="en-US" dirty="0">
                  <a:latin typeface="Times New Roman" panose="02020603050405020304" pitchFamily="18" charset="0"/>
                </a:endParaRPr>
              </a:p>
            </p:txBody>
          </p:sp>
        </p:grpSp>
        <p:grpSp>
          <p:nvGrpSpPr>
            <p:cNvPr id="191562" name="Group 74"/>
            <p:cNvGrpSpPr>
              <a:grpSpLocks/>
            </p:cNvGrpSpPr>
            <p:nvPr/>
          </p:nvGrpSpPr>
          <p:grpSpPr bwMode="auto">
            <a:xfrm>
              <a:off x="3426" y="1565"/>
              <a:ext cx="995" cy="234"/>
              <a:chOff x="4250" y="2765"/>
              <a:chExt cx="995" cy="234"/>
            </a:xfrm>
          </p:grpSpPr>
          <p:sp>
            <p:nvSpPr>
              <p:cNvPr id="191563" name="Text Box 75"/>
              <p:cNvSpPr txBox="1">
                <a:spLocks noChangeArrowheads="1"/>
              </p:cNvSpPr>
              <p:nvPr/>
            </p:nvSpPr>
            <p:spPr bwMode="auto">
              <a:xfrm>
                <a:off x="4250" y="2765"/>
                <a:ext cx="165"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a:latin typeface="Times New Roman" panose="02020603050405020304" pitchFamily="18" charset="0"/>
                  </a:rPr>
                  <a:t>a</a:t>
                </a:r>
              </a:p>
            </p:txBody>
          </p:sp>
          <p:sp>
            <p:nvSpPr>
              <p:cNvPr id="191564" name="Text Box 76"/>
              <p:cNvSpPr txBox="1">
                <a:spLocks noChangeArrowheads="1"/>
              </p:cNvSpPr>
              <p:nvPr/>
            </p:nvSpPr>
            <p:spPr bwMode="auto">
              <a:xfrm>
                <a:off x="5073" y="2787"/>
                <a:ext cx="17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a:latin typeface="Times New Roman" panose="02020603050405020304" pitchFamily="18" charset="0"/>
                  </a:rPr>
                  <a:t>b</a:t>
                </a:r>
              </a:p>
            </p:txBody>
          </p:sp>
        </p:grpSp>
        <p:grpSp>
          <p:nvGrpSpPr>
            <p:cNvPr id="191565" name="Group 77"/>
            <p:cNvGrpSpPr>
              <a:grpSpLocks/>
            </p:cNvGrpSpPr>
            <p:nvPr/>
          </p:nvGrpSpPr>
          <p:grpSpPr bwMode="auto">
            <a:xfrm>
              <a:off x="3208" y="768"/>
              <a:ext cx="576" cy="394"/>
              <a:chOff x="4032" y="1968"/>
              <a:chExt cx="576" cy="394"/>
            </a:xfrm>
          </p:grpSpPr>
          <p:sp>
            <p:nvSpPr>
              <p:cNvPr id="191566" name="Line 78"/>
              <p:cNvSpPr>
                <a:spLocks noChangeShapeType="1"/>
              </p:cNvSpPr>
              <p:nvPr/>
            </p:nvSpPr>
            <p:spPr bwMode="auto">
              <a:xfrm flipV="1">
                <a:off x="4032" y="1968"/>
                <a:ext cx="576" cy="39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91567" name="Text Box 79"/>
              <p:cNvSpPr txBox="1">
                <a:spLocks noChangeArrowheads="1"/>
              </p:cNvSpPr>
              <p:nvPr/>
            </p:nvSpPr>
            <p:spPr bwMode="auto">
              <a:xfrm>
                <a:off x="4137" y="2015"/>
                <a:ext cx="195" cy="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cs typeface="Times New Roman" panose="02020603050405020304" pitchFamily="18" charset="0"/>
                    <a:sym typeface="Symbol" panose="05050102010706020507" pitchFamily="18" charset="2"/>
                  </a:rPr>
                  <a:t> </a:t>
                </a:r>
              </a:p>
            </p:txBody>
          </p:sp>
        </p:grpSp>
        <p:grpSp>
          <p:nvGrpSpPr>
            <p:cNvPr id="191568" name="Group 80"/>
            <p:cNvGrpSpPr>
              <a:grpSpLocks/>
            </p:cNvGrpSpPr>
            <p:nvPr/>
          </p:nvGrpSpPr>
          <p:grpSpPr bwMode="auto">
            <a:xfrm>
              <a:off x="3522" y="1350"/>
              <a:ext cx="381" cy="280"/>
              <a:chOff x="4346" y="2550"/>
              <a:chExt cx="381" cy="280"/>
            </a:xfrm>
          </p:grpSpPr>
          <p:sp>
            <p:nvSpPr>
              <p:cNvPr id="191569" name="Line 81"/>
              <p:cNvSpPr>
                <a:spLocks noChangeShapeType="1"/>
              </p:cNvSpPr>
              <p:nvPr/>
            </p:nvSpPr>
            <p:spPr bwMode="auto">
              <a:xfrm flipV="1">
                <a:off x="4346" y="2550"/>
                <a:ext cx="381" cy="26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91570" name="Text Box 82"/>
              <p:cNvSpPr txBox="1">
                <a:spLocks noChangeArrowheads="1"/>
              </p:cNvSpPr>
              <p:nvPr/>
            </p:nvSpPr>
            <p:spPr bwMode="auto">
              <a:xfrm>
                <a:off x="4439" y="2671"/>
                <a:ext cx="155" cy="1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200">
                    <a:latin typeface="Times New Roman" panose="02020603050405020304" pitchFamily="18" charset="0"/>
                    <a:cs typeface="Times New Roman" panose="02020603050405020304" pitchFamily="18" charset="0"/>
                    <a:sym typeface="Symbol" panose="05050102010706020507" pitchFamily="18" charset="2"/>
                  </a:rPr>
                  <a:t></a:t>
                </a:r>
              </a:p>
            </p:txBody>
          </p:sp>
        </p:grpSp>
        <p:grpSp>
          <p:nvGrpSpPr>
            <p:cNvPr id="191571" name="Group 83"/>
            <p:cNvGrpSpPr>
              <a:grpSpLocks/>
            </p:cNvGrpSpPr>
            <p:nvPr/>
          </p:nvGrpSpPr>
          <p:grpSpPr bwMode="auto">
            <a:xfrm>
              <a:off x="3204" y="481"/>
              <a:ext cx="383" cy="692"/>
              <a:chOff x="4028" y="1681"/>
              <a:chExt cx="383" cy="692"/>
            </a:xfrm>
          </p:grpSpPr>
          <p:sp>
            <p:nvSpPr>
              <p:cNvPr id="191572" name="Line 84"/>
              <p:cNvSpPr>
                <a:spLocks noChangeShapeType="1"/>
              </p:cNvSpPr>
              <p:nvPr/>
            </p:nvSpPr>
            <p:spPr bwMode="auto">
              <a:xfrm flipH="1">
                <a:off x="4028" y="1681"/>
                <a:ext cx="383" cy="69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91573" name="Text Box 85"/>
              <p:cNvSpPr txBox="1">
                <a:spLocks noChangeArrowheads="1"/>
              </p:cNvSpPr>
              <p:nvPr/>
            </p:nvSpPr>
            <p:spPr bwMode="auto">
              <a:xfrm rot="18019933">
                <a:off x="4010" y="1899"/>
                <a:ext cx="251" cy="1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200" i="1">
                    <a:latin typeface="Times New Roman" panose="02020603050405020304" pitchFamily="18" charset="0"/>
                  </a:rPr>
                  <a:t>F.V</a:t>
                </a:r>
                <a:r>
                  <a:rPr lang="en-US" altLang="en-US" sz="1400" i="1">
                    <a:latin typeface="Times New Roman" panose="02020603050405020304" pitchFamily="18" charset="0"/>
                  </a:rPr>
                  <a:t>.</a:t>
                </a:r>
              </a:p>
            </p:txBody>
          </p:sp>
        </p:grpSp>
        <p:grpSp>
          <p:nvGrpSpPr>
            <p:cNvPr id="191574" name="Group 86"/>
            <p:cNvGrpSpPr>
              <a:grpSpLocks/>
            </p:cNvGrpSpPr>
            <p:nvPr/>
          </p:nvGrpSpPr>
          <p:grpSpPr bwMode="auto">
            <a:xfrm>
              <a:off x="3509" y="1625"/>
              <a:ext cx="798" cy="175"/>
              <a:chOff x="4333" y="2825"/>
              <a:chExt cx="798" cy="175"/>
            </a:xfrm>
          </p:grpSpPr>
          <p:sp>
            <p:nvSpPr>
              <p:cNvPr id="191575" name="Line 87"/>
              <p:cNvSpPr>
                <a:spLocks noChangeShapeType="1"/>
              </p:cNvSpPr>
              <p:nvPr/>
            </p:nvSpPr>
            <p:spPr bwMode="auto">
              <a:xfrm>
                <a:off x="4333" y="2825"/>
                <a:ext cx="79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91576" name="Text Box 88"/>
              <p:cNvSpPr txBox="1">
                <a:spLocks noChangeArrowheads="1"/>
              </p:cNvSpPr>
              <p:nvPr/>
            </p:nvSpPr>
            <p:spPr bwMode="auto">
              <a:xfrm>
                <a:off x="4648" y="2841"/>
                <a:ext cx="235" cy="1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200" i="1">
                    <a:latin typeface="Times New Roman" panose="02020603050405020304" pitchFamily="18" charset="0"/>
                  </a:rPr>
                  <a:t>T.V.</a:t>
                </a:r>
              </a:p>
            </p:txBody>
          </p:sp>
        </p:grpSp>
      </p:grpSp>
      <p:grpSp>
        <p:nvGrpSpPr>
          <p:cNvPr id="191577" name="Group 89"/>
          <p:cNvGrpSpPr>
            <a:grpSpLocks/>
          </p:cNvGrpSpPr>
          <p:nvPr/>
        </p:nvGrpSpPr>
        <p:grpSpPr bwMode="auto">
          <a:xfrm>
            <a:off x="6107113" y="-31750"/>
            <a:ext cx="3071230" cy="2863850"/>
            <a:chOff x="3141" y="0"/>
            <a:chExt cx="1761" cy="1642"/>
          </a:xfrm>
        </p:grpSpPr>
        <p:grpSp>
          <p:nvGrpSpPr>
            <p:cNvPr id="191578" name="Group 90"/>
            <p:cNvGrpSpPr>
              <a:grpSpLocks/>
            </p:cNvGrpSpPr>
            <p:nvPr/>
          </p:nvGrpSpPr>
          <p:grpSpPr bwMode="auto">
            <a:xfrm>
              <a:off x="4410" y="1070"/>
              <a:ext cx="492" cy="247"/>
              <a:chOff x="5234" y="2270"/>
              <a:chExt cx="492" cy="247"/>
            </a:xfrm>
          </p:grpSpPr>
          <p:sp>
            <p:nvSpPr>
              <p:cNvPr id="191579" name="Text Box 91"/>
              <p:cNvSpPr txBox="1">
                <a:spLocks noChangeArrowheads="1"/>
              </p:cNvSpPr>
              <p:nvPr/>
            </p:nvSpPr>
            <p:spPr bwMode="auto">
              <a:xfrm rot="1539104">
                <a:off x="5234" y="2270"/>
                <a:ext cx="49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dirty="0">
                    <a:latin typeface="Times New Roman" panose="02020603050405020304" pitchFamily="18" charset="0"/>
                  </a:rPr>
                  <a:t>For FV</a:t>
                </a:r>
              </a:p>
            </p:txBody>
          </p:sp>
          <p:sp>
            <p:nvSpPr>
              <p:cNvPr id="191580" name="Line 92"/>
              <p:cNvSpPr>
                <a:spLocks noChangeShapeType="1"/>
              </p:cNvSpPr>
              <p:nvPr/>
            </p:nvSpPr>
            <p:spPr bwMode="auto">
              <a:xfrm flipH="1" flipV="1">
                <a:off x="5263" y="2363"/>
                <a:ext cx="277" cy="154"/>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191581" name="Group 93"/>
            <p:cNvGrpSpPr>
              <a:grpSpLocks/>
            </p:cNvGrpSpPr>
            <p:nvPr/>
          </p:nvGrpSpPr>
          <p:grpSpPr bwMode="auto">
            <a:xfrm>
              <a:off x="3863" y="0"/>
              <a:ext cx="497" cy="499"/>
              <a:chOff x="4687" y="1200"/>
              <a:chExt cx="497" cy="499"/>
            </a:xfrm>
          </p:grpSpPr>
          <p:sp>
            <p:nvSpPr>
              <p:cNvPr id="191582" name="Line 94"/>
              <p:cNvSpPr>
                <a:spLocks noChangeShapeType="1"/>
              </p:cNvSpPr>
              <p:nvPr/>
            </p:nvSpPr>
            <p:spPr bwMode="auto">
              <a:xfrm>
                <a:off x="4887" y="1392"/>
                <a:ext cx="0" cy="307"/>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91583" name="Text Box 95"/>
              <p:cNvSpPr txBox="1">
                <a:spLocks noChangeArrowheads="1"/>
              </p:cNvSpPr>
              <p:nvPr/>
            </p:nvSpPr>
            <p:spPr bwMode="auto">
              <a:xfrm>
                <a:off x="4687" y="1200"/>
                <a:ext cx="49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dirty="0">
                    <a:latin typeface="Times New Roman" panose="02020603050405020304" pitchFamily="18" charset="0"/>
                  </a:rPr>
                  <a:t>For TV</a:t>
                </a:r>
              </a:p>
            </p:txBody>
          </p:sp>
        </p:grpSp>
        <p:grpSp>
          <p:nvGrpSpPr>
            <p:cNvPr id="191584" name="Group 96"/>
            <p:cNvGrpSpPr>
              <a:grpSpLocks/>
            </p:cNvGrpSpPr>
            <p:nvPr/>
          </p:nvGrpSpPr>
          <p:grpSpPr bwMode="auto">
            <a:xfrm>
              <a:off x="3141" y="489"/>
              <a:ext cx="1264" cy="1153"/>
              <a:chOff x="3150" y="491"/>
              <a:chExt cx="1264" cy="1153"/>
            </a:xfrm>
          </p:grpSpPr>
          <p:grpSp>
            <p:nvGrpSpPr>
              <p:cNvPr id="191585" name="Group 97"/>
              <p:cNvGrpSpPr>
                <a:grpSpLocks/>
              </p:cNvGrpSpPr>
              <p:nvPr/>
            </p:nvGrpSpPr>
            <p:grpSpPr bwMode="auto">
              <a:xfrm>
                <a:off x="3461" y="798"/>
                <a:ext cx="798" cy="846"/>
                <a:chOff x="869" y="1762"/>
                <a:chExt cx="787" cy="753"/>
              </a:xfrm>
            </p:grpSpPr>
            <p:grpSp>
              <p:nvGrpSpPr>
                <p:cNvPr id="191586" name="Group 98"/>
                <p:cNvGrpSpPr>
                  <a:grpSpLocks/>
                </p:cNvGrpSpPr>
                <p:nvPr/>
              </p:nvGrpSpPr>
              <p:grpSpPr bwMode="auto">
                <a:xfrm>
                  <a:off x="869" y="1762"/>
                  <a:ext cx="787" cy="753"/>
                  <a:chOff x="658" y="828"/>
                  <a:chExt cx="787" cy="753"/>
                </a:xfrm>
              </p:grpSpPr>
              <p:sp>
                <p:nvSpPr>
                  <p:cNvPr id="191587" name="Line 99"/>
                  <p:cNvSpPr>
                    <a:spLocks noChangeShapeType="1"/>
                  </p:cNvSpPr>
                  <p:nvPr/>
                </p:nvSpPr>
                <p:spPr bwMode="auto">
                  <a:xfrm>
                    <a:off x="658" y="1342"/>
                    <a:ext cx="0" cy="23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91588" name="Line 100"/>
                  <p:cNvSpPr>
                    <a:spLocks noChangeShapeType="1"/>
                  </p:cNvSpPr>
                  <p:nvPr/>
                </p:nvSpPr>
                <p:spPr bwMode="auto">
                  <a:xfrm>
                    <a:off x="1445" y="828"/>
                    <a:ext cx="0" cy="75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91589" name="Line 101"/>
                  <p:cNvSpPr>
                    <a:spLocks noChangeShapeType="1"/>
                  </p:cNvSpPr>
                  <p:nvPr/>
                </p:nvSpPr>
                <p:spPr bwMode="auto">
                  <a:xfrm>
                    <a:off x="1445" y="1273"/>
                    <a:ext cx="0" cy="13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191590" name="Line 102"/>
                <p:cNvSpPr>
                  <a:spLocks noChangeShapeType="1"/>
                </p:cNvSpPr>
                <p:nvPr/>
              </p:nvSpPr>
              <p:spPr bwMode="auto">
                <a:xfrm>
                  <a:off x="869" y="2310"/>
                  <a:ext cx="0" cy="69"/>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191591" name="Group 103"/>
              <p:cNvGrpSpPr>
                <a:grpSpLocks/>
              </p:cNvGrpSpPr>
              <p:nvPr/>
            </p:nvGrpSpPr>
            <p:grpSpPr bwMode="auto">
              <a:xfrm>
                <a:off x="3150" y="491"/>
                <a:ext cx="1109" cy="865"/>
                <a:chOff x="351" y="555"/>
                <a:chExt cx="1094" cy="770"/>
              </a:xfrm>
            </p:grpSpPr>
            <p:sp>
              <p:nvSpPr>
                <p:cNvPr id="191592" name="Line 104"/>
                <p:cNvSpPr>
                  <a:spLocks noChangeShapeType="1"/>
                </p:cNvSpPr>
                <p:nvPr/>
              </p:nvSpPr>
              <p:spPr bwMode="auto">
                <a:xfrm flipH="1" flipV="1">
                  <a:off x="726" y="555"/>
                  <a:ext cx="719" cy="27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nvGrpSpPr>
                <p:cNvPr id="191593" name="Group 105"/>
                <p:cNvGrpSpPr>
                  <a:grpSpLocks/>
                </p:cNvGrpSpPr>
                <p:nvPr/>
              </p:nvGrpSpPr>
              <p:grpSpPr bwMode="auto">
                <a:xfrm rot="377888">
                  <a:off x="351" y="1169"/>
                  <a:ext cx="309" cy="156"/>
                  <a:chOff x="1968" y="2544"/>
                  <a:chExt cx="480" cy="240"/>
                </a:xfrm>
              </p:grpSpPr>
              <p:sp>
                <p:nvSpPr>
                  <p:cNvPr id="191594" name="Line 106"/>
                  <p:cNvSpPr>
                    <a:spLocks noChangeShapeType="1"/>
                  </p:cNvSpPr>
                  <p:nvPr/>
                </p:nvSpPr>
                <p:spPr bwMode="auto">
                  <a:xfrm flipH="1" flipV="1">
                    <a:off x="1968" y="2544"/>
                    <a:ext cx="48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91595" name="Line 107"/>
                  <p:cNvSpPr>
                    <a:spLocks noChangeShapeType="1"/>
                  </p:cNvSpPr>
                  <p:nvPr/>
                </p:nvSpPr>
                <p:spPr bwMode="auto">
                  <a:xfrm flipH="1" flipV="1">
                    <a:off x="2172" y="2646"/>
                    <a:ext cx="96" cy="4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191596" name="Line 108"/>
                <p:cNvSpPr>
                  <a:spLocks noChangeShapeType="1"/>
                </p:cNvSpPr>
                <p:nvPr/>
              </p:nvSpPr>
              <p:spPr bwMode="auto">
                <a:xfrm flipH="1" flipV="1">
                  <a:off x="979" y="645"/>
                  <a:ext cx="192" cy="8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191597" name="Group 109"/>
              <p:cNvGrpSpPr>
                <a:grpSpLocks/>
              </p:cNvGrpSpPr>
              <p:nvPr/>
            </p:nvGrpSpPr>
            <p:grpSpPr bwMode="auto">
              <a:xfrm>
                <a:off x="3270" y="640"/>
                <a:ext cx="1144" cy="883"/>
                <a:chOff x="4142" y="1840"/>
                <a:chExt cx="1144" cy="883"/>
              </a:xfrm>
            </p:grpSpPr>
            <p:sp>
              <p:nvSpPr>
                <p:cNvPr id="191598" name="Line 110"/>
                <p:cNvSpPr>
                  <a:spLocks noChangeShapeType="1"/>
                </p:cNvSpPr>
                <p:nvPr/>
              </p:nvSpPr>
              <p:spPr bwMode="auto">
                <a:xfrm flipV="1">
                  <a:off x="4333" y="1998"/>
                  <a:ext cx="798" cy="577"/>
                </a:xfrm>
                <a:prstGeom prst="line">
                  <a:avLst/>
                </a:prstGeom>
                <a:noFill/>
                <a:ln w="57150">
                  <a:solidFill>
                    <a:srgbClr val="D6009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91599" name="Text Box 111"/>
                <p:cNvSpPr txBox="1">
                  <a:spLocks noChangeArrowheads="1"/>
                </p:cNvSpPr>
                <p:nvPr/>
              </p:nvSpPr>
              <p:spPr bwMode="auto">
                <a:xfrm>
                  <a:off x="5092" y="1840"/>
                  <a:ext cx="19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a:latin typeface="Times New Roman" panose="02020603050405020304" pitchFamily="18" charset="0"/>
                    </a:rPr>
                    <a:t>B</a:t>
                  </a:r>
                </a:p>
              </p:txBody>
            </p:sp>
            <p:sp>
              <p:nvSpPr>
                <p:cNvPr id="191600" name="Text Box 112"/>
                <p:cNvSpPr txBox="1">
                  <a:spLocks noChangeArrowheads="1"/>
                </p:cNvSpPr>
                <p:nvPr/>
              </p:nvSpPr>
              <p:spPr bwMode="auto">
                <a:xfrm>
                  <a:off x="4142" y="2511"/>
                  <a:ext cx="201"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a:latin typeface="Times New Roman" panose="02020603050405020304" pitchFamily="18" charset="0"/>
                    </a:rPr>
                    <a:t>A</a:t>
                  </a:r>
                </a:p>
              </p:txBody>
            </p:sp>
          </p:grpSp>
        </p:grpSp>
      </p:grpSp>
      <p:grpSp>
        <p:nvGrpSpPr>
          <p:cNvPr id="191601" name="Group 113"/>
          <p:cNvGrpSpPr>
            <a:grpSpLocks/>
          </p:cNvGrpSpPr>
          <p:nvPr/>
        </p:nvGrpSpPr>
        <p:grpSpPr bwMode="auto">
          <a:xfrm>
            <a:off x="3266634" y="3204902"/>
            <a:ext cx="2628900" cy="3448050"/>
            <a:chOff x="4051" y="288"/>
            <a:chExt cx="1656" cy="2172"/>
          </a:xfrm>
        </p:grpSpPr>
        <p:sp>
          <p:nvSpPr>
            <p:cNvPr id="191602" name="Rectangle 114"/>
            <p:cNvSpPr>
              <a:spLocks noChangeArrowheads="1"/>
            </p:cNvSpPr>
            <p:nvPr/>
          </p:nvSpPr>
          <p:spPr bwMode="auto">
            <a:xfrm>
              <a:off x="4335" y="316"/>
              <a:ext cx="1192" cy="1079"/>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91603" name="Rectangle 115"/>
            <p:cNvSpPr>
              <a:spLocks noChangeArrowheads="1"/>
            </p:cNvSpPr>
            <p:nvPr/>
          </p:nvSpPr>
          <p:spPr bwMode="auto">
            <a:xfrm>
              <a:off x="4335" y="1381"/>
              <a:ext cx="1192" cy="1079"/>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91604" name="Line 116"/>
            <p:cNvSpPr>
              <a:spLocks noChangeShapeType="1"/>
            </p:cNvSpPr>
            <p:nvPr/>
          </p:nvSpPr>
          <p:spPr bwMode="auto">
            <a:xfrm>
              <a:off x="4165" y="1381"/>
              <a:ext cx="147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91605" name="Text Box 117"/>
            <p:cNvSpPr txBox="1">
              <a:spLocks noChangeArrowheads="1"/>
            </p:cNvSpPr>
            <p:nvPr/>
          </p:nvSpPr>
          <p:spPr bwMode="auto">
            <a:xfrm>
              <a:off x="4051" y="1219"/>
              <a:ext cx="19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rPr>
                <a:t>X</a:t>
              </a:r>
            </a:p>
          </p:txBody>
        </p:sp>
        <p:sp>
          <p:nvSpPr>
            <p:cNvPr id="191606" name="Text Box 118"/>
            <p:cNvSpPr txBox="1">
              <a:spLocks noChangeArrowheads="1"/>
            </p:cNvSpPr>
            <p:nvPr/>
          </p:nvSpPr>
          <p:spPr bwMode="auto">
            <a:xfrm>
              <a:off x="5509" y="1230"/>
              <a:ext cx="19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rPr>
                <a:t>Y</a:t>
              </a:r>
            </a:p>
          </p:txBody>
        </p:sp>
        <p:sp>
          <p:nvSpPr>
            <p:cNvPr id="191607" name="Line 119"/>
            <p:cNvSpPr>
              <a:spLocks noChangeShapeType="1"/>
            </p:cNvSpPr>
            <p:nvPr/>
          </p:nvSpPr>
          <p:spPr bwMode="auto">
            <a:xfrm>
              <a:off x="4498" y="1053"/>
              <a:ext cx="7" cy="683"/>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endParaRPr lang="en-IN"/>
            </a:p>
          </p:txBody>
        </p:sp>
        <p:sp>
          <p:nvSpPr>
            <p:cNvPr id="191608" name="Line 120"/>
            <p:cNvSpPr>
              <a:spLocks noChangeShapeType="1"/>
            </p:cNvSpPr>
            <p:nvPr/>
          </p:nvSpPr>
          <p:spPr bwMode="auto">
            <a:xfrm>
              <a:off x="5136" y="641"/>
              <a:ext cx="0" cy="1663"/>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endParaRPr lang="en-IN"/>
            </a:p>
          </p:txBody>
        </p:sp>
        <p:sp>
          <p:nvSpPr>
            <p:cNvPr id="191609" name="Line 121"/>
            <p:cNvSpPr>
              <a:spLocks noChangeShapeType="1"/>
            </p:cNvSpPr>
            <p:nvPr/>
          </p:nvSpPr>
          <p:spPr bwMode="auto">
            <a:xfrm flipV="1">
              <a:off x="4498" y="641"/>
              <a:ext cx="625" cy="41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91610" name="Line 122"/>
            <p:cNvSpPr>
              <a:spLocks noChangeShapeType="1"/>
            </p:cNvSpPr>
            <p:nvPr/>
          </p:nvSpPr>
          <p:spPr bwMode="auto">
            <a:xfrm>
              <a:off x="4505" y="1736"/>
              <a:ext cx="631" cy="56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91611" name="Line 123"/>
            <p:cNvSpPr>
              <a:spLocks noChangeShapeType="1"/>
            </p:cNvSpPr>
            <p:nvPr/>
          </p:nvSpPr>
          <p:spPr bwMode="auto">
            <a:xfrm flipV="1">
              <a:off x="4505" y="1053"/>
              <a:ext cx="653" cy="2"/>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endParaRPr lang="en-IN"/>
            </a:p>
          </p:txBody>
        </p:sp>
        <p:sp>
          <p:nvSpPr>
            <p:cNvPr id="191612" name="Line 124"/>
            <p:cNvSpPr>
              <a:spLocks noChangeShapeType="1"/>
            </p:cNvSpPr>
            <p:nvPr/>
          </p:nvSpPr>
          <p:spPr bwMode="auto">
            <a:xfrm>
              <a:off x="4491" y="1736"/>
              <a:ext cx="667" cy="0"/>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endParaRPr lang="en-IN"/>
            </a:p>
          </p:txBody>
        </p:sp>
        <p:sp>
          <p:nvSpPr>
            <p:cNvPr id="191613" name="Text Box 125"/>
            <p:cNvSpPr txBox="1">
              <a:spLocks noChangeArrowheads="1"/>
            </p:cNvSpPr>
            <p:nvPr/>
          </p:nvSpPr>
          <p:spPr bwMode="auto">
            <a:xfrm>
              <a:off x="4584" y="895"/>
              <a:ext cx="24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cs typeface="Times New Roman" panose="02020603050405020304" pitchFamily="18" charset="0"/>
                  <a:sym typeface="Symbol" panose="05050102010706020507" pitchFamily="18" charset="2"/>
                </a:rPr>
                <a:t>  </a:t>
              </a:r>
            </a:p>
          </p:txBody>
        </p:sp>
        <p:sp>
          <p:nvSpPr>
            <p:cNvPr id="191614" name="Text Box 126"/>
            <p:cNvSpPr txBox="1">
              <a:spLocks noChangeArrowheads="1"/>
            </p:cNvSpPr>
            <p:nvPr/>
          </p:nvSpPr>
          <p:spPr bwMode="auto">
            <a:xfrm>
              <a:off x="4586" y="1689"/>
              <a:ext cx="17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cs typeface="Times New Roman" panose="02020603050405020304" pitchFamily="18" charset="0"/>
                  <a:sym typeface="Symbol" panose="05050102010706020507" pitchFamily="18" charset="2"/>
                </a:rPr>
                <a:t></a:t>
              </a:r>
            </a:p>
          </p:txBody>
        </p:sp>
        <p:sp>
          <p:nvSpPr>
            <p:cNvPr id="191615" name="Text Box 127"/>
            <p:cNvSpPr txBox="1">
              <a:spLocks noChangeArrowheads="1"/>
            </p:cNvSpPr>
            <p:nvPr/>
          </p:nvSpPr>
          <p:spPr bwMode="auto">
            <a:xfrm>
              <a:off x="4335" y="2190"/>
              <a:ext cx="35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a:latin typeface="Times New Roman" panose="02020603050405020304" pitchFamily="18" charset="0"/>
                </a:rPr>
                <a:t>H.P.</a:t>
              </a:r>
            </a:p>
          </p:txBody>
        </p:sp>
        <p:sp>
          <p:nvSpPr>
            <p:cNvPr id="191616" name="Text Box 128"/>
            <p:cNvSpPr txBox="1">
              <a:spLocks noChangeArrowheads="1"/>
            </p:cNvSpPr>
            <p:nvPr/>
          </p:nvSpPr>
          <p:spPr bwMode="auto">
            <a:xfrm>
              <a:off x="4314" y="288"/>
              <a:ext cx="3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a:latin typeface="Times New Roman" panose="02020603050405020304" pitchFamily="18" charset="0"/>
                </a:rPr>
                <a:t>V.P.</a:t>
              </a:r>
            </a:p>
          </p:txBody>
        </p:sp>
        <p:sp>
          <p:nvSpPr>
            <p:cNvPr id="191617" name="Text Box 129"/>
            <p:cNvSpPr txBox="1">
              <a:spLocks noChangeArrowheads="1"/>
            </p:cNvSpPr>
            <p:nvPr/>
          </p:nvSpPr>
          <p:spPr bwMode="auto">
            <a:xfrm>
              <a:off x="4416" y="1680"/>
              <a:ext cx="16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rPr>
                <a:t>a</a:t>
              </a:r>
            </a:p>
          </p:txBody>
        </p:sp>
        <p:sp>
          <p:nvSpPr>
            <p:cNvPr id="191618" name="Text Box 130"/>
            <p:cNvSpPr txBox="1">
              <a:spLocks noChangeArrowheads="1"/>
            </p:cNvSpPr>
            <p:nvPr/>
          </p:nvSpPr>
          <p:spPr bwMode="auto">
            <a:xfrm>
              <a:off x="4986" y="2232"/>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lang="en-US" altLang="en-US" sz="1400">
                  <a:latin typeface="Times New Roman" panose="02020603050405020304" pitchFamily="18" charset="0"/>
                </a:rPr>
                <a:t>b</a:t>
              </a:r>
            </a:p>
          </p:txBody>
        </p:sp>
        <p:sp>
          <p:nvSpPr>
            <p:cNvPr id="191619" name="Text Box 131"/>
            <p:cNvSpPr txBox="1">
              <a:spLocks noChangeArrowheads="1"/>
            </p:cNvSpPr>
            <p:nvPr/>
          </p:nvSpPr>
          <p:spPr bwMode="auto">
            <a:xfrm>
              <a:off x="4608" y="672"/>
              <a:ext cx="259"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rPr>
                <a:t>FV</a:t>
              </a:r>
            </a:p>
          </p:txBody>
        </p:sp>
        <p:sp>
          <p:nvSpPr>
            <p:cNvPr id="191620" name="Text Box 132"/>
            <p:cNvSpPr txBox="1">
              <a:spLocks noChangeArrowheads="1"/>
            </p:cNvSpPr>
            <p:nvPr/>
          </p:nvSpPr>
          <p:spPr bwMode="auto">
            <a:xfrm>
              <a:off x="4608" y="1968"/>
              <a:ext cx="265"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rPr>
                <a:t>TV</a:t>
              </a:r>
            </a:p>
          </p:txBody>
        </p:sp>
        <p:sp>
          <p:nvSpPr>
            <p:cNvPr id="191621" name="Text Box 133"/>
            <p:cNvSpPr txBox="1">
              <a:spLocks noChangeArrowheads="1"/>
            </p:cNvSpPr>
            <p:nvPr/>
          </p:nvSpPr>
          <p:spPr bwMode="auto">
            <a:xfrm>
              <a:off x="4380" y="894"/>
              <a:ext cx="204"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a:latin typeface="Times New Roman" panose="02020603050405020304" pitchFamily="18" charset="0"/>
                </a:rPr>
                <a:t>a</a:t>
              </a:r>
              <a:r>
                <a:rPr lang="en-US" altLang="en-US" sz="1400" dirty="0">
                  <a:latin typeface="Arial" panose="020B0604020202020204" pitchFamily="34" charset="0"/>
                </a:rPr>
                <a:t>´</a:t>
              </a:r>
            </a:p>
            <a:p>
              <a:pPr eaLnBrk="1" hangingPunct="1"/>
              <a:endParaRPr lang="en-US" altLang="en-US" sz="1400" dirty="0">
                <a:latin typeface="Times New Roman" panose="02020603050405020304" pitchFamily="18" charset="0"/>
              </a:endParaRPr>
            </a:p>
          </p:txBody>
        </p:sp>
        <p:sp>
          <p:nvSpPr>
            <p:cNvPr id="191622" name="Text Box 134"/>
            <p:cNvSpPr txBox="1">
              <a:spLocks noChangeArrowheads="1"/>
            </p:cNvSpPr>
            <p:nvPr/>
          </p:nvSpPr>
          <p:spPr bwMode="auto">
            <a:xfrm>
              <a:off x="5040" y="480"/>
              <a:ext cx="210"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a:latin typeface="Times New Roman" panose="02020603050405020304" pitchFamily="18" charset="0"/>
                </a:rPr>
                <a:t>b</a:t>
              </a:r>
              <a:r>
                <a:rPr lang="en-US" altLang="en-US" sz="1400" dirty="0">
                  <a:latin typeface="Arial" panose="020B0604020202020204" pitchFamily="34" charset="0"/>
                </a:rPr>
                <a:t>´</a:t>
              </a:r>
            </a:p>
            <a:p>
              <a:pPr eaLnBrk="1" hangingPunct="1"/>
              <a:endParaRPr lang="en-US" altLang="en-US" sz="1400" dirty="0">
                <a:latin typeface="Times New Roman" panose="02020603050405020304" pitchFamily="18" charset="0"/>
              </a:endParaRPr>
            </a:p>
          </p:txBody>
        </p:sp>
      </p:grpSp>
      <p:sp>
        <p:nvSpPr>
          <p:cNvPr id="191623" name="Text Box 135"/>
          <p:cNvSpPr txBox="1">
            <a:spLocks noChangeArrowheads="1"/>
          </p:cNvSpPr>
          <p:nvPr/>
        </p:nvSpPr>
        <p:spPr bwMode="auto">
          <a:xfrm>
            <a:off x="3131208" y="304802"/>
            <a:ext cx="2405337"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altLang="en-US" b="1" dirty="0"/>
              <a:t>A Line inclined to both</a:t>
            </a:r>
          </a:p>
          <a:p>
            <a:pPr algn="ctr" eaLnBrk="1" hangingPunct="1"/>
            <a:r>
              <a:rPr lang="en-US" altLang="en-US" b="1" dirty="0"/>
              <a:t> HP and VP</a:t>
            </a:r>
          </a:p>
          <a:p>
            <a:pPr algn="ctr" eaLnBrk="1" hangingPunct="1"/>
            <a:r>
              <a:rPr lang="en-US" altLang="en-US" dirty="0">
                <a:solidFill>
                  <a:schemeClr val="accent1">
                    <a:lumMod val="60000"/>
                    <a:lumOff val="40000"/>
                  </a:schemeClr>
                </a:solidFill>
              </a:rPr>
              <a:t>(Pictorial presentation)</a:t>
            </a:r>
            <a:r>
              <a:rPr lang="en-US" altLang="en-US" sz="2400" dirty="0">
                <a:solidFill>
                  <a:schemeClr val="accent1">
                    <a:lumMod val="60000"/>
                    <a:lumOff val="40000"/>
                  </a:schemeClr>
                </a:solidFill>
              </a:rPr>
              <a:t> </a:t>
            </a:r>
          </a:p>
        </p:txBody>
      </p:sp>
      <p:sp>
        <p:nvSpPr>
          <p:cNvPr id="191624" name="Oval 136"/>
          <p:cNvSpPr>
            <a:spLocks noChangeArrowheads="1"/>
          </p:cNvSpPr>
          <p:nvPr/>
        </p:nvSpPr>
        <p:spPr bwMode="auto">
          <a:xfrm>
            <a:off x="2743200" y="304800"/>
            <a:ext cx="381000" cy="381000"/>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1400">
                <a:latin typeface="Times New Roman" panose="02020603050405020304" pitchFamily="18" charset="0"/>
              </a:rPr>
              <a:t>5.</a:t>
            </a:r>
          </a:p>
        </p:txBody>
      </p:sp>
      <p:grpSp>
        <p:nvGrpSpPr>
          <p:cNvPr id="191625" name="Group 137"/>
          <p:cNvGrpSpPr>
            <a:grpSpLocks/>
          </p:cNvGrpSpPr>
          <p:nvPr/>
        </p:nvGrpSpPr>
        <p:grpSpPr bwMode="auto">
          <a:xfrm>
            <a:off x="5939733" y="4737444"/>
            <a:ext cx="2914221" cy="1816468"/>
            <a:chOff x="3717" y="2956"/>
            <a:chExt cx="1922" cy="940"/>
          </a:xfrm>
        </p:grpSpPr>
        <p:sp>
          <p:nvSpPr>
            <p:cNvPr id="191626" name="AutoShape 138"/>
            <p:cNvSpPr>
              <a:spLocks noChangeArrowheads="1"/>
            </p:cNvSpPr>
            <p:nvPr/>
          </p:nvSpPr>
          <p:spPr bwMode="auto">
            <a:xfrm>
              <a:off x="3767" y="3048"/>
              <a:ext cx="1872" cy="768"/>
            </a:xfrm>
            <a:prstGeom prst="wedgeRoundRectCallout">
              <a:avLst>
                <a:gd name="adj1" fmla="val -62055"/>
                <a:gd name="adj2" fmla="val -43690"/>
                <a:gd name="adj3" fmla="val 16667"/>
              </a:avLst>
            </a:prstGeom>
            <a:solidFill>
              <a:schemeClr val="accent2">
                <a:lumMod val="20000"/>
                <a:lumOff val="80000"/>
              </a:schemeClr>
            </a:solidFill>
            <a:ln w="9525">
              <a:solidFill>
                <a:schemeClr val="accent2">
                  <a:lumMod val="20000"/>
                  <a:lumOff val="8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endParaRPr lang="en-US" altLang="en-US" sz="1400">
                <a:latin typeface="Arial" panose="020B0604020202020204" pitchFamily="34" charset="0"/>
              </a:endParaRPr>
            </a:p>
          </p:txBody>
        </p:sp>
        <p:sp>
          <p:nvSpPr>
            <p:cNvPr id="191627" name="Text Box 139"/>
            <p:cNvSpPr txBox="1">
              <a:spLocks noChangeArrowheads="1"/>
            </p:cNvSpPr>
            <p:nvPr/>
          </p:nvSpPr>
          <p:spPr bwMode="auto">
            <a:xfrm>
              <a:off x="3717" y="2956"/>
              <a:ext cx="1922" cy="940"/>
            </a:xfrm>
            <a:prstGeom prst="rect">
              <a:avLst/>
            </a:prstGeom>
            <a:solidFill>
              <a:schemeClr val="accent2">
                <a:lumMod val="20000"/>
                <a:lumOff val="8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1" hangingPunct="1"/>
              <a:r>
                <a:rPr lang="en-US" altLang="en-US" sz="1600" b="1" u="sng" dirty="0">
                  <a:latin typeface="Arial" panose="020B0604020202020204" pitchFamily="34" charset="0"/>
                </a:rPr>
                <a:t>Note:-</a:t>
              </a:r>
            </a:p>
            <a:p>
              <a:pPr algn="ctr"/>
              <a:r>
                <a:rPr lang="en-US" altLang="en-US" sz="1600" dirty="0">
                  <a:solidFill>
                    <a:srgbClr val="FF3300"/>
                  </a:solidFill>
                  <a:latin typeface="Arial" panose="020B0604020202020204" pitchFamily="34" charset="0"/>
                </a:rPr>
                <a:t>Both FV &amp; TV are inclined to </a:t>
              </a:r>
              <a:r>
                <a:rPr lang="en-US" altLang="en-US" sz="1600" dirty="0">
                  <a:latin typeface="Arial" panose="020B0604020202020204" pitchFamily="34" charset="0"/>
                </a:rPr>
                <a:t>XY</a:t>
              </a:r>
              <a:r>
                <a:rPr lang="en-US" altLang="en-US" sz="1600" dirty="0">
                  <a:solidFill>
                    <a:srgbClr val="FF3300"/>
                  </a:solidFill>
                  <a:latin typeface="Arial" panose="020B0604020202020204" pitchFamily="34" charset="0"/>
                </a:rPr>
                <a:t>.</a:t>
              </a:r>
            </a:p>
            <a:p>
              <a:pPr algn="ctr"/>
              <a:r>
                <a:rPr lang="en-US" altLang="en-US" sz="1600" dirty="0">
                  <a:latin typeface="Arial" panose="020B0604020202020204" pitchFamily="34" charset="0"/>
                </a:rPr>
                <a:t>(No view is parallel to XY)</a:t>
              </a:r>
            </a:p>
            <a:p>
              <a:pPr algn="ctr" eaLnBrk="1" hangingPunct="1"/>
              <a:r>
                <a:rPr lang="en-US" altLang="en-US" sz="1600" dirty="0">
                  <a:solidFill>
                    <a:srgbClr val="FF3300"/>
                  </a:solidFill>
                  <a:latin typeface="Arial" panose="020B0604020202020204" pitchFamily="34" charset="0"/>
                </a:rPr>
                <a:t>Both FV &amp; TV are reduced lengths</a:t>
              </a:r>
              <a:endParaRPr lang="en-US" altLang="en-US" sz="1600" dirty="0">
                <a:latin typeface="Arial" panose="020B0604020202020204" pitchFamily="34" charset="0"/>
              </a:endParaRPr>
            </a:p>
            <a:p>
              <a:pPr algn="ctr" eaLnBrk="1" hangingPunct="1"/>
              <a:r>
                <a:rPr lang="en-US" altLang="en-US" sz="1600" dirty="0">
                  <a:latin typeface="Arial" panose="020B0604020202020204" pitchFamily="34" charset="0"/>
                </a:rPr>
                <a:t>(No view shows True Length)</a:t>
              </a:r>
            </a:p>
          </p:txBody>
        </p:sp>
      </p:grpSp>
      <p:grpSp>
        <p:nvGrpSpPr>
          <p:cNvPr id="191628" name="Group 140"/>
          <p:cNvGrpSpPr>
            <a:grpSpLocks/>
          </p:cNvGrpSpPr>
          <p:nvPr/>
        </p:nvGrpSpPr>
        <p:grpSpPr bwMode="auto">
          <a:xfrm>
            <a:off x="0" y="4426144"/>
            <a:ext cx="3048000" cy="1576050"/>
            <a:chOff x="96" y="3050"/>
            <a:chExt cx="1745" cy="810"/>
          </a:xfrm>
        </p:grpSpPr>
        <p:sp>
          <p:nvSpPr>
            <p:cNvPr id="191629" name="AutoShape 141"/>
            <p:cNvSpPr>
              <a:spLocks noChangeArrowheads="1"/>
            </p:cNvSpPr>
            <p:nvPr/>
          </p:nvSpPr>
          <p:spPr bwMode="auto">
            <a:xfrm>
              <a:off x="143" y="3050"/>
              <a:ext cx="1632" cy="810"/>
            </a:xfrm>
            <a:prstGeom prst="wedgeRoundRectCallout">
              <a:avLst>
                <a:gd name="adj1" fmla="val 68810"/>
                <a:gd name="adj2" fmla="val -44444"/>
                <a:gd name="adj3" fmla="val 16667"/>
              </a:avLst>
            </a:prstGeom>
            <a:solidFill>
              <a:srgbClr val="CC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endParaRPr lang="en-US" altLang="en-US" sz="1400">
                <a:latin typeface="Arial" panose="020B0604020202020204" pitchFamily="34" charset="0"/>
              </a:endParaRPr>
            </a:p>
          </p:txBody>
        </p:sp>
        <p:sp>
          <p:nvSpPr>
            <p:cNvPr id="191630" name="Text Box 142"/>
            <p:cNvSpPr txBox="1">
              <a:spLocks noChangeArrowheads="1"/>
            </p:cNvSpPr>
            <p:nvPr/>
          </p:nvSpPr>
          <p:spPr bwMode="auto">
            <a:xfrm>
              <a:off x="96" y="3120"/>
              <a:ext cx="1745" cy="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r>
                <a:rPr lang="en-US" altLang="en-US" b="1" dirty="0">
                  <a:solidFill>
                    <a:srgbClr val="FF3300"/>
                  </a:solidFill>
                  <a:latin typeface="Arial" panose="020B0604020202020204" pitchFamily="34" charset="0"/>
                </a:rPr>
                <a:t>Orthographic Projections</a:t>
              </a:r>
            </a:p>
            <a:p>
              <a:pPr algn="ctr" eaLnBrk="1" hangingPunct="1"/>
              <a:r>
                <a:rPr lang="en-US" altLang="en-US" sz="1600" dirty="0">
                  <a:latin typeface="Arial" panose="020B0604020202020204" pitchFamily="34" charset="0"/>
                </a:rPr>
                <a:t>FV is seen on VP clearly.</a:t>
              </a:r>
            </a:p>
            <a:p>
              <a:pPr algn="ctr" eaLnBrk="1" hangingPunct="1"/>
              <a:r>
                <a:rPr lang="en-US" altLang="en-US" sz="1600" dirty="0">
                  <a:latin typeface="Arial" panose="020B0604020202020204" pitchFamily="34" charset="0"/>
                </a:rPr>
                <a:t>To see TV clearly, HP is rotated 90</a:t>
              </a:r>
              <a:r>
                <a:rPr lang="en-US" altLang="en-US" sz="1600" baseline="30000" dirty="0">
                  <a:latin typeface="Arial" panose="020B0604020202020204" pitchFamily="34" charset="0"/>
                </a:rPr>
                <a:t>0</a:t>
              </a:r>
              <a:r>
                <a:rPr lang="en-US" altLang="en-US" sz="1600" dirty="0">
                  <a:latin typeface="Arial" panose="020B0604020202020204" pitchFamily="34" charset="0"/>
                </a:rPr>
                <a:t> downwards,</a:t>
              </a:r>
            </a:p>
            <a:p>
              <a:pPr algn="ctr" eaLnBrk="1" hangingPunct="1"/>
              <a:r>
                <a:rPr lang="en-US" altLang="en-US" sz="1600" dirty="0">
                  <a:latin typeface="Arial" panose="020B0604020202020204" pitchFamily="34" charset="0"/>
                </a:rPr>
                <a:t>Hence it comes below XY. </a:t>
              </a:r>
            </a:p>
          </p:txBody>
        </p:sp>
      </p:grpSp>
      <p:grpSp>
        <p:nvGrpSpPr>
          <p:cNvPr id="191631" name="Group 143"/>
          <p:cNvGrpSpPr>
            <a:grpSpLocks/>
          </p:cNvGrpSpPr>
          <p:nvPr/>
        </p:nvGrpSpPr>
        <p:grpSpPr bwMode="auto">
          <a:xfrm>
            <a:off x="3505200" y="1743076"/>
            <a:ext cx="2362200" cy="954088"/>
            <a:chOff x="2208" y="1098"/>
            <a:chExt cx="1488" cy="601"/>
          </a:xfrm>
        </p:grpSpPr>
        <p:sp>
          <p:nvSpPr>
            <p:cNvPr id="191632" name="AutoShape 144"/>
            <p:cNvSpPr>
              <a:spLocks noChangeArrowheads="1"/>
            </p:cNvSpPr>
            <p:nvPr/>
          </p:nvSpPr>
          <p:spPr bwMode="auto">
            <a:xfrm>
              <a:off x="2304" y="1102"/>
              <a:ext cx="1344" cy="578"/>
            </a:xfrm>
            <a:prstGeom prst="wedgeRoundRectCallout">
              <a:avLst>
                <a:gd name="adj1" fmla="val 48884"/>
                <a:gd name="adj2" fmla="val -78375"/>
                <a:gd name="adj3" fmla="val 16667"/>
              </a:avLst>
            </a:prstGeom>
            <a:solidFill>
              <a:srgbClr val="CC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endParaRPr lang="en-US" altLang="en-US" sz="1400">
                <a:latin typeface="Arial" panose="020B0604020202020204" pitchFamily="34" charset="0"/>
              </a:endParaRPr>
            </a:p>
          </p:txBody>
        </p:sp>
        <p:sp>
          <p:nvSpPr>
            <p:cNvPr id="191633" name="Text Box 145"/>
            <p:cNvSpPr txBox="1">
              <a:spLocks noChangeArrowheads="1"/>
            </p:cNvSpPr>
            <p:nvPr/>
          </p:nvSpPr>
          <p:spPr bwMode="auto">
            <a:xfrm>
              <a:off x="2208" y="1098"/>
              <a:ext cx="1488" cy="6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r>
                <a:rPr lang="en-US" altLang="en-US" sz="1400" dirty="0">
                  <a:solidFill>
                    <a:schemeClr val="accent2"/>
                  </a:solidFill>
                  <a:latin typeface="Arial" panose="020B0604020202020204" pitchFamily="34" charset="0"/>
                </a:rPr>
                <a:t>On removal of object</a:t>
              </a:r>
            </a:p>
            <a:p>
              <a:pPr algn="ctr" eaLnBrk="1" hangingPunct="1"/>
              <a:r>
                <a:rPr lang="en-US" altLang="en-US" sz="1400" dirty="0">
                  <a:solidFill>
                    <a:schemeClr val="accent2"/>
                  </a:solidFill>
                  <a:latin typeface="Arial" panose="020B0604020202020204" pitchFamily="34" charset="0"/>
                </a:rPr>
                <a:t>i.e. Line AB</a:t>
              </a:r>
            </a:p>
            <a:p>
              <a:pPr algn="ctr" eaLnBrk="1" hangingPunct="1"/>
              <a:r>
                <a:rPr lang="en-US" altLang="en-US" sz="1400" dirty="0">
                  <a:latin typeface="Arial" panose="020B0604020202020204" pitchFamily="34" charset="0"/>
                </a:rPr>
                <a:t>FV as a image on VP.</a:t>
              </a:r>
            </a:p>
            <a:p>
              <a:pPr algn="ctr" eaLnBrk="1" hangingPunct="1"/>
              <a:r>
                <a:rPr lang="en-US" altLang="en-US" sz="1400" dirty="0">
                  <a:latin typeface="Arial" panose="020B0604020202020204" pitchFamily="34" charset="0"/>
                </a:rPr>
                <a:t>TV as a image on HP,</a:t>
              </a:r>
            </a:p>
          </p:txBody>
        </p:sp>
      </p:grpSp>
      <p:sp>
        <p:nvSpPr>
          <p:cNvPr id="2" name="Slide Number Placeholder 1"/>
          <p:cNvSpPr>
            <a:spLocks noGrp="1"/>
          </p:cNvSpPr>
          <p:nvPr>
            <p:ph type="sldNum" sz="quarter" idx="12"/>
          </p:nvPr>
        </p:nvSpPr>
        <p:spPr>
          <a:xfrm>
            <a:off x="7113691" y="6577101"/>
            <a:ext cx="2057400" cy="365125"/>
          </a:xfrm>
        </p:spPr>
        <p:txBody>
          <a:bodyPr/>
          <a:lstStyle/>
          <a:p>
            <a:fld id="{EE8E09DC-0268-440F-8276-54ADABB93829}" type="slidenum">
              <a:rPr lang="en-IN" smtClean="0"/>
              <a:t>34</a:t>
            </a:fld>
            <a:endParaRPr lang="en-IN" dirty="0"/>
          </a:p>
        </p:txBody>
      </p:sp>
    </p:spTree>
    <p:extLst>
      <p:ext uri="{BB962C8B-B14F-4D97-AF65-F5344CB8AC3E}">
        <p14:creationId xmlns:p14="http://schemas.microsoft.com/office/powerpoint/2010/main" val="85044534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grpId="0" nodeType="clickEffect">
                                  <p:stCondLst>
                                    <p:cond delay="0"/>
                                  </p:stCondLst>
                                  <p:childTnLst>
                                    <p:set>
                                      <p:cBhvr>
                                        <p:cTn id="6" dur="1" fill="hold">
                                          <p:stCondLst>
                                            <p:cond delay="0"/>
                                          </p:stCondLst>
                                        </p:cTn>
                                        <p:tgtEl>
                                          <p:spTgt spid="191624"/>
                                        </p:tgtEl>
                                        <p:attrNameLst>
                                          <p:attrName>style.visibility</p:attrName>
                                        </p:attrNameLst>
                                      </p:cBhvr>
                                      <p:to>
                                        <p:strVal val="visible"/>
                                      </p:to>
                                    </p:set>
                                    <p:anim calcmode="lin" valueType="num">
                                      <p:cBhvr additive="base">
                                        <p:cTn id="7" dur="500" fill="hold"/>
                                        <p:tgtEl>
                                          <p:spTgt spid="191624"/>
                                        </p:tgtEl>
                                        <p:attrNameLst>
                                          <p:attrName>ppt_x</p:attrName>
                                        </p:attrNameLst>
                                      </p:cBhvr>
                                      <p:tavLst>
                                        <p:tav tm="0">
                                          <p:val>
                                            <p:strVal val="#ppt_x"/>
                                          </p:val>
                                        </p:tav>
                                        <p:tav tm="100000">
                                          <p:val>
                                            <p:strVal val="#ppt_x"/>
                                          </p:val>
                                        </p:tav>
                                      </p:tavLst>
                                    </p:anim>
                                    <p:anim calcmode="lin" valueType="num">
                                      <p:cBhvr additive="base">
                                        <p:cTn id="8" dur="500" fill="hold"/>
                                        <p:tgtEl>
                                          <p:spTgt spid="191624"/>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7" presetClass="entr" presetSubtype="8" fill="hold" grpId="0" nodeType="clickEffect">
                                  <p:stCondLst>
                                    <p:cond delay="0"/>
                                  </p:stCondLst>
                                  <p:childTnLst>
                                    <p:set>
                                      <p:cBhvr>
                                        <p:cTn id="12" dur="1" fill="hold">
                                          <p:stCondLst>
                                            <p:cond delay="0"/>
                                          </p:stCondLst>
                                        </p:cTn>
                                        <p:tgtEl>
                                          <p:spTgt spid="191623"/>
                                        </p:tgtEl>
                                        <p:attrNameLst>
                                          <p:attrName>style.visibility</p:attrName>
                                        </p:attrNameLst>
                                      </p:cBhvr>
                                      <p:to>
                                        <p:strVal val="visible"/>
                                      </p:to>
                                    </p:set>
                                    <p:anim calcmode="lin" valueType="num">
                                      <p:cBhvr>
                                        <p:cTn id="13" dur="500" fill="hold"/>
                                        <p:tgtEl>
                                          <p:spTgt spid="191623"/>
                                        </p:tgtEl>
                                        <p:attrNameLst>
                                          <p:attrName>ppt_x</p:attrName>
                                        </p:attrNameLst>
                                      </p:cBhvr>
                                      <p:tavLst>
                                        <p:tav tm="0">
                                          <p:val>
                                            <p:strVal val="#ppt_x-#ppt_w/2"/>
                                          </p:val>
                                        </p:tav>
                                        <p:tav tm="100000">
                                          <p:val>
                                            <p:strVal val="#ppt_x"/>
                                          </p:val>
                                        </p:tav>
                                      </p:tavLst>
                                    </p:anim>
                                    <p:anim calcmode="lin" valueType="num">
                                      <p:cBhvr>
                                        <p:cTn id="14" dur="500" fill="hold"/>
                                        <p:tgtEl>
                                          <p:spTgt spid="191623"/>
                                        </p:tgtEl>
                                        <p:attrNameLst>
                                          <p:attrName>ppt_y</p:attrName>
                                        </p:attrNameLst>
                                      </p:cBhvr>
                                      <p:tavLst>
                                        <p:tav tm="0">
                                          <p:val>
                                            <p:strVal val="#ppt_y"/>
                                          </p:val>
                                        </p:tav>
                                        <p:tav tm="100000">
                                          <p:val>
                                            <p:strVal val="#ppt_y"/>
                                          </p:val>
                                        </p:tav>
                                      </p:tavLst>
                                    </p:anim>
                                    <p:anim calcmode="lin" valueType="num">
                                      <p:cBhvr>
                                        <p:cTn id="15" dur="500" fill="hold"/>
                                        <p:tgtEl>
                                          <p:spTgt spid="191623"/>
                                        </p:tgtEl>
                                        <p:attrNameLst>
                                          <p:attrName>ppt_w</p:attrName>
                                        </p:attrNameLst>
                                      </p:cBhvr>
                                      <p:tavLst>
                                        <p:tav tm="0">
                                          <p:val>
                                            <p:fltVal val="0"/>
                                          </p:val>
                                        </p:tav>
                                        <p:tav tm="100000">
                                          <p:val>
                                            <p:strVal val="#ppt_w"/>
                                          </p:val>
                                        </p:tav>
                                      </p:tavLst>
                                    </p:anim>
                                    <p:anim calcmode="lin" valueType="num">
                                      <p:cBhvr>
                                        <p:cTn id="16" dur="500" fill="hold"/>
                                        <p:tgtEl>
                                          <p:spTgt spid="191623"/>
                                        </p:tgtEl>
                                        <p:attrNameLst>
                                          <p:attrName>ppt_h</p:attrName>
                                        </p:attrNameLst>
                                      </p:cBhvr>
                                      <p:tavLst>
                                        <p:tav tm="0">
                                          <p:val>
                                            <p:strVal val="#ppt_h"/>
                                          </p:val>
                                        </p:tav>
                                        <p:tav tm="100000">
                                          <p:val>
                                            <p:strVal val="#ppt_h"/>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18" presetClass="entr" presetSubtype="6" fill="hold" nodeType="clickEffect">
                                  <p:stCondLst>
                                    <p:cond delay="0"/>
                                  </p:stCondLst>
                                  <p:childTnLst>
                                    <p:set>
                                      <p:cBhvr>
                                        <p:cTn id="20" dur="1" fill="hold">
                                          <p:stCondLst>
                                            <p:cond delay="0"/>
                                          </p:stCondLst>
                                        </p:cTn>
                                        <p:tgtEl>
                                          <p:spTgt spid="191493"/>
                                        </p:tgtEl>
                                        <p:attrNameLst>
                                          <p:attrName>style.visibility</p:attrName>
                                        </p:attrNameLst>
                                      </p:cBhvr>
                                      <p:to>
                                        <p:strVal val="visible"/>
                                      </p:to>
                                    </p:set>
                                    <p:animEffect transition="in" filter="strips(downRight)">
                                      <p:cBhvr>
                                        <p:cTn id="21" dur="500"/>
                                        <p:tgtEl>
                                          <p:spTgt spid="191493"/>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7" presetClass="entr" presetSubtype="10" fill="hold" nodeType="clickEffect">
                                  <p:stCondLst>
                                    <p:cond delay="0"/>
                                  </p:stCondLst>
                                  <p:childTnLst>
                                    <p:set>
                                      <p:cBhvr>
                                        <p:cTn id="25" dur="1" fill="hold">
                                          <p:stCondLst>
                                            <p:cond delay="0"/>
                                          </p:stCondLst>
                                        </p:cTn>
                                        <p:tgtEl>
                                          <p:spTgt spid="191490"/>
                                        </p:tgtEl>
                                        <p:attrNameLst>
                                          <p:attrName>style.visibility</p:attrName>
                                        </p:attrNameLst>
                                      </p:cBhvr>
                                      <p:to>
                                        <p:strVal val="visible"/>
                                      </p:to>
                                    </p:set>
                                    <p:anim calcmode="lin" valueType="num">
                                      <p:cBhvr>
                                        <p:cTn id="26" dur="500" fill="hold"/>
                                        <p:tgtEl>
                                          <p:spTgt spid="191490"/>
                                        </p:tgtEl>
                                        <p:attrNameLst>
                                          <p:attrName>ppt_w</p:attrName>
                                        </p:attrNameLst>
                                      </p:cBhvr>
                                      <p:tavLst>
                                        <p:tav tm="0">
                                          <p:val>
                                            <p:fltVal val="0"/>
                                          </p:val>
                                        </p:tav>
                                        <p:tav tm="100000">
                                          <p:val>
                                            <p:strVal val="#ppt_w"/>
                                          </p:val>
                                        </p:tav>
                                      </p:tavLst>
                                    </p:anim>
                                    <p:anim calcmode="lin" valueType="num">
                                      <p:cBhvr>
                                        <p:cTn id="27" dur="500" fill="hold"/>
                                        <p:tgtEl>
                                          <p:spTgt spid="191490"/>
                                        </p:tgtEl>
                                        <p:attrNameLst>
                                          <p:attrName>ppt_h</p:attrName>
                                        </p:attrNameLst>
                                      </p:cBhvr>
                                      <p:tavLst>
                                        <p:tav tm="0">
                                          <p:val>
                                            <p:strVal val="#ppt_h"/>
                                          </p:val>
                                        </p:tav>
                                        <p:tav tm="100000">
                                          <p:val>
                                            <p:strVal val="#ppt_h"/>
                                          </p:val>
                                        </p:tav>
                                      </p:tavLst>
                                    </p:anim>
                                  </p:childTnLst>
                                </p:cTn>
                              </p:par>
                            </p:childTnLst>
                          </p:cTn>
                        </p:par>
                      </p:childTnLst>
                    </p:cTn>
                  </p:par>
                  <p:par>
                    <p:cTn id="28" fill="hold" nodeType="clickPar">
                      <p:stCondLst>
                        <p:cond delay="indefinite"/>
                      </p:stCondLst>
                      <p:childTnLst>
                        <p:par>
                          <p:cTn id="29" fill="hold" nodeType="withGroup">
                            <p:stCondLst>
                              <p:cond delay="0"/>
                            </p:stCondLst>
                            <p:childTnLst>
                              <p:par>
                                <p:cTn id="30" presetID="18" presetClass="entr" presetSubtype="3" fill="hold" nodeType="clickEffect">
                                  <p:stCondLst>
                                    <p:cond delay="0"/>
                                  </p:stCondLst>
                                  <p:childTnLst>
                                    <p:set>
                                      <p:cBhvr>
                                        <p:cTn id="31" dur="1" fill="hold">
                                          <p:stCondLst>
                                            <p:cond delay="0"/>
                                          </p:stCondLst>
                                        </p:cTn>
                                        <p:tgtEl>
                                          <p:spTgt spid="191525"/>
                                        </p:tgtEl>
                                        <p:attrNameLst>
                                          <p:attrName>style.visibility</p:attrName>
                                        </p:attrNameLst>
                                      </p:cBhvr>
                                      <p:to>
                                        <p:strVal val="visible"/>
                                      </p:to>
                                    </p:set>
                                    <p:animEffect transition="in" filter="strips(upRight)">
                                      <p:cBhvr>
                                        <p:cTn id="32" dur="500"/>
                                        <p:tgtEl>
                                          <p:spTgt spid="19152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8" presetClass="entr" presetSubtype="9" fill="hold" nodeType="clickEffect">
                                  <p:stCondLst>
                                    <p:cond delay="0"/>
                                  </p:stCondLst>
                                  <p:childTnLst>
                                    <p:set>
                                      <p:cBhvr>
                                        <p:cTn id="36" dur="1" fill="hold">
                                          <p:stCondLst>
                                            <p:cond delay="0"/>
                                          </p:stCondLst>
                                        </p:cTn>
                                        <p:tgtEl>
                                          <p:spTgt spid="191510"/>
                                        </p:tgtEl>
                                        <p:attrNameLst>
                                          <p:attrName>style.visibility</p:attrName>
                                        </p:attrNameLst>
                                      </p:cBhvr>
                                      <p:to>
                                        <p:strVal val="visible"/>
                                      </p:to>
                                    </p:set>
                                    <p:animEffect transition="in" filter="strips(upLeft)">
                                      <p:cBhvr>
                                        <p:cTn id="37" dur="500"/>
                                        <p:tgtEl>
                                          <p:spTgt spid="19151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 presetClass="entr" presetSubtype="1" fill="hold" nodeType="clickEffect">
                                  <p:stCondLst>
                                    <p:cond delay="0"/>
                                  </p:stCondLst>
                                  <p:childTnLst>
                                    <p:set>
                                      <p:cBhvr>
                                        <p:cTn id="41" dur="1" fill="hold">
                                          <p:stCondLst>
                                            <p:cond delay="0"/>
                                          </p:stCondLst>
                                        </p:cTn>
                                        <p:tgtEl>
                                          <p:spTgt spid="191535"/>
                                        </p:tgtEl>
                                        <p:attrNameLst>
                                          <p:attrName>style.visibility</p:attrName>
                                        </p:attrNameLst>
                                      </p:cBhvr>
                                      <p:to>
                                        <p:strVal val="visible"/>
                                      </p:to>
                                    </p:set>
                                    <p:anim calcmode="lin" valueType="num">
                                      <p:cBhvr additive="base">
                                        <p:cTn id="42" dur="500" fill="hold"/>
                                        <p:tgtEl>
                                          <p:spTgt spid="191535"/>
                                        </p:tgtEl>
                                        <p:attrNameLst>
                                          <p:attrName>ppt_x</p:attrName>
                                        </p:attrNameLst>
                                      </p:cBhvr>
                                      <p:tavLst>
                                        <p:tav tm="0">
                                          <p:val>
                                            <p:strVal val="#ppt_x"/>
                                          </p:val>
                                        </p:tav>
                                        <p:tav tm="100000">
                                          <p:val>
                                            <p:strVal val="#ppt_x"/>
                                          </p:val>
                                        </p:tav>
                                      </p:tavLst>
                                    </p:anim>
                                    <p:anim calcmode="lin" valueType="num">
                                      <p:cBhvr additive="base">
                                        <p:cTn id="43" dur="500" fill="hold"/>
                                        <p:tgtEl>
                                          <p:spTgt spid="191535"/>
                                        </p:tgtEl>
                                        <p:attrNameLst>
                                          <p:attrName>ppt_y</p:attrName>
                                        </p:attrNameLst>
                                      </p:cBhvr>
                                      <p:tavLst>
                                        <p:tav tm="0">
                                          <p:val>
                                            <p:strVal val="0-#ppt_h/2"/>
                                          </p:val>
                                        </p:tav>
                                        <p:tav tm="100000">
                                          <p:val>
                                            <p:strVal val="#ppt_y"/>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18" presetClass="entr" presetSubtype="9" fill="hold" nodeType="clickEffect">
                                  <p:stCondLst>
                                    <p:cond delay="0"/>
                                  </p:stCondLst>
                                  <p:childTnLst>
                                    <p:set>
                                      <p:cBhvr>
                                        <p:cTn id="47" dur="1" fill="hold">
                                          <p:stCondLst>
                                            <p:cond delay="0"/>
                                          </p:stCondLst>
                                        </p:cTn>
                                        <p:tgtEl>
                                          <p:spTgt spid="191498"/>
                                        </p:tgtEl>
                                        <p:attrNameLst>
                                          <p:attrName>style.visibility</p:attrName>
                                        </p:attrNameLst>
                                      </p:cBhvr>
                                      <p:to>
                                        <p:strVal val="visible"/>
                                      </p:to>
                                    </p:set>
                                    <p:animEffect transition="in" filter="strips(upLeft)">
                                      <p:cBhvr>
                                        <p:cTn id="48" dur="500"/>
                                        <p:tgtEl>
                                          <p:spTgt spid="191498"/>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18" presetClass="entr" presetSubtype="3" fill="hold" nodeType="clickEffect">
                                  <p:stCondLst>
                                    <p:cond delay="0"/>
                                  </p:stCondLst>
                                  <p:childTnLst>
                                    <p:set>
                                      <p:cBhvr>
                                        <p:cTn id="52" dur="1" fill="hold">
                                          <p:stCondLst>
                                            <p:cond delay="0"/>
                                          </p:stCondLst>
                                        </p:cTn>
                                        <p:tgtEl>
                                          <p:spTgt spid="191538"/>
                                        </p:tgtEl>
                                        <p:attrNameLst>
                                          <p:attrName>style.visibility</p:attrName>
                                        </p:attrNameLst>
                                      </p:cBhvr>
                                      <p:to>
                                        <p:strVal val="visible"/>
                                      </p:to>
                                    </p:set>
                                    <p:animEffect transition="in" filter="strips(upRight)">
                                      <p:cBhvr>
                                        <p:cTn id="53" dur="500"/>
                                        <p:tgtEl>
                                          <p:spTgt spid="191538"/>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18" presetClass="entr" presetSubtype="3" fill="hold" nodeType="clickEffect">
                                  <p:stCondLst>
                                    <p:cond delay="0"/>
                                  </p:stCondLst>
                                  <p:childTnLst>
                                    <p:set>
                                      <p:cBhvr>
                                        <p:cTn id="57" dur="1" fill="hold">
                                          <p:stCondLst>
                                            <p:cond delay="0"/>
                                          </p:stCondLst>
                                        </p:cTn>
                                        <p:tgtEl>
                                          <p:spTgt spid="191529"/>
                                        </p:tgtEl>
                                        <p:attrNameLst>
                                          <p:attrName>style.visibility</p:attrName>
                                        </p:attrNameLst>
                                      </p:cBhvr>
                                      <p:to>
                                        <p:strVal val="visible"/>
                                      </p:to>
                                    </p:set>
                                    <p:animEffect transition="in" filter="strips(upRight)">
                                      <p:cBhvr>
                                        <p:cTn id="58" dur="500"/>
                                        <p:tgtEl>
                                          <p:spTgt spid="191529"/>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nodeType="clickEffect">
                                  <p:stCondLst>
                                    <p:cond delay="0"/>
                                  </p:stCondLst>
                                  <p:childTnLst>
                                    <p:set>
                                      <p:cBhvr>
                                        <p:cTn id="62" dur="1" fill="hold">
                                          <p:stCondLst>
                                            <p:cond delay="499"/>
                                          </p:stCondLst>
                                        </p:cTn>
                                        <p:tgtEl>
                                          <p:spTgt spid="191519"/>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17" presetClass="entr" presetSubtype="1" fill="hold" nodeType="clickEffect">
                                  <p:stCondLst>
                                    <p:cond delay="0"/>
                                  </p:stCondLst>
                                  <p:childTnLst>
                                    <p:set>
                                      <p:cBhvr>
                                        <p:cTn id="66" dur="1" fill="hold">
                                          <p:stCondLst>
                                            <p:cond delay="0"/>
                                          </p:stCondLst>
                                        </p:cTn>
                                        <p:tgtEl>
                                          <p:spTgt spid="191504"/>
                                        </p:tgtEl>
                                        <p:attrNameLst>
                                          <p:attrName>style.visibility</p:attrName>
                                        </p:attrNameLst>
                                      </p:cBhvr>
                                      <p:to>
                                        <p:strVal val="visible"/>
                                      </p:to>
                                    </p:set>
                                    <p:anim calcmode="lin" valueType="num">
                                      <p:cBhvr>
                                        <p:cTn id="67" dur="500" fill="hold"/>
                                        <p:tgtEl>
                                          <p:spTgt spid="191504"/>
                                        </p:tgtEl>
                                        <p:attrNameLst>
                                          <p:attrName>ppt_x</p:attrName>
                                        </p:attrNameLst>
                                      </p:cBhvr>
                                      <p:tavLst>
                                        <p:tav tm="0">
                                          <p:val>
                                            <p:strVal val="#ppt_x"/>
                                          </p:val>
                                        </p:tav>
                                        <p:tav tm="100000">
                                          <p:val>
                                            <p:strVal val="#ppt_x"/>
                                          </p:val>
                                        </p:tav>
                                      </p:tavLst>
                                    </p:anim>
                                    <p:anim calcmode="lin" valueType="num">
                                      <p:cBhvr>
                                        <p:cTn id="68" dur="500" fill="hold"/>
                                        <p:tgtEl>
                                          <p:spTgt spid="191504"/>
                                        </p:tgtEl>
                                        <p:attrNameLst>
                                          <p:attrName>ppt_y</p:attrName>
                                        </p:attrNameLst>
                                      </p:cBhvr>
                                      <p:tavLst>
                                        <p:tav tm="0">
                                          <p:val>
                                            <p:strVal val="#ppt_y-#ppt_h/2"/>
                                          </p:val>
                                        </p:tav>
                                        <p:tav tm="100000">
                                          <p:val>
                                            <p:strVal val="#ppt_y"/>
                                          </p:val>
                                        </p:tav>
                                      </p:tavLst>
                                    </p:anim>
                                    <p:anim calcmode="lin" valueType="num">
                                      <p:cBhvr>
                                        <p:cTn id="69" dur="500" fill="hold"/>
                                        <p:tgtEl>
                                          <p:spTgt spid="191504"/>
                                        </p:tgtEl>
                                        <p:attrNameLst>
                                          <p:attrName>ppt_w</p:attrName>
                                        </p:attrNameLst>
                                      </p:cBhvr>
                                      <p:tavLst>
                                        <p:tav tm="0">
                                          <p:val>
                                            <p:strVal val="#ppt_w"/>
                                          </p:val>
                                        </p:tav>
                                        <p:tav tm="100000">
                                          <p:val>
                                            <p:strVal val="#ppt_w"/>
                                          </p:val>
                                        </p:tav>
                                      </p:tavLst>
                                    </p:anim>
                                    <p:anim calcmode="lin" valueType="num">
                                      <p:cBhvr>
                                        <p:cTn id="70" dur="500" fill="hold"/>
                                        <p:tgtEl>
                                          <p:spTgt spid="191504"/>
                                        </p:tgtEl>
                                        <p:attrNameLst>
                                          <p:attrName>ppt_h</p:attrName>
                                        </p:attrNameLst>
                                      </p:cBhvr>
                                      <p:tavLst>
                                        <p:tav tm="0">
                                          <p:val>
                                            <p:fltVal val="0"/>
                                          </p:val>
                                        </p:tav>
                                        <p:tav tm="100000">
                                          <p:val>
                                            <p:strVal val="#ppt_h"/>
                                          </p:val>
                                        </p:tav>
                                      </p:tavLst>
                                    </p:anim>
                                  </p:childTnLst>
                                </p:cTn>
                              </p:par>
                            </p:childTnLst>
                          </p:cTn>
                        </p:par>
                      </p:childTnLst>
                    </p:cTn>
                  </p:par>
                  <p:par>
                    <p:cTn id="71" fill="hold" nodeType="clickPar">
                      <p:stCondLst>
                        <p:cond delay="indefinite"/>
                      </p:stCondLst>
                      <p:childTnLst>
                        <p:par>
                          <p:cTn id="72" fill="hold" nodeType="withGroup">
                            <p:stCondLst>
                              <p:cond delay="0"/>
                            </p:stCondLst>
                            <p:childTnLst>
                              <p:par>
                                <p:cTn id="73" presetID="2" presetClass="entr" presetSubtype="1" fill="hold" nodeType="clickEffect">
                                  <p:stCondLst>
                                    <p:cond delay="0"/>
                                  </p:stCondLst>
                                  <p:childTnLst>
                                    <p:set>
                                      <p:cBhvr>
                                        <p:cTn id="74" dur="1" fill="hold">
                                          <p:stCondLst>
                                            <p:cond delay="0"/>
                                          </p:stCondLst>
                                        </p:cTn>
                                        <p:tgtEl>
                                          <p:spTgt spid="191541"/>
                                        </p:tgtEl>
                                        <p:attrNameLst>
                                          <p:attrName>style.visibility</p:attrName>
                                        </p:attrNameLst>
                                      </p:cBhvr>
                                      <p:to>
                                        <p:strVal val="visible"/>
                                      </p:to>
                                    </p:set>
                                    <p:anim calcmode="lin" valueType="num">
                                      <p:cBhvr additive="base">
                                        <p:cTn id="75" dur="500" fill="hold"/>
                                        <p:tgtEl>
                                          <p:spTgt spid="191541"/>
                                        </p:tgtEl>
                                        <p:attrNameLst>
                                          <p:attrName>ppt_x</p:attrName>
                                        </p:attrNameLst>
                                      </p:cBhvr>
                                      <p:tavLst>
                                        <p:tav tm="0">
                                          <p:val>
                                            <p:strVal val="#ppt_x"/>
                                          </p:val>
                                        </p:tav>
                                        <p:tav tm="100000">
                                          <p:val>
                                            <p:strVal val="#ppt_x"/>
                                          </p:val>
                                        </p:tav>
                                      </p:tavLst>
                                    </p:anim>
                                    <p:anim calcmode="lin" valueType="num">
                                      <p:cBhvr additive="base">
                                        <p:cTn id="76" dur="500" fill="hold"/>
                                        <p:tgtEl>
                                          <p:spTgt spid="191541"/>
                                        </p:tgtEl>
                                        <p:attrNameLst>
                                          <p:attrName>ppt_y</p:attrName>
                                        </p:attrNameLst>
                                      </p:cBhvr>
                                      <p:tavLst>
                                        <p:tav tm="0">
                                          <p:val>
                                            <p:strVal val="0-#ppt_h/2"/>
                                          </p:val>
                                        </p:tav>
                                        <p:tav tm="100000">
                                          <p:val>
                                            <p:strVal val="#ppt_y"/>
                                          </p:val>
                                        </p:tav>
                                      </p:tavLst>
                                    </p:anim>
                                  </p:childTnLst>
                                </p:cTn>
                              </p:par>
                            </p:childTnLst>
                          </p:cTn>
                        </p:par>
                      </p:childTnLst>
                    </p:cTn>
                  </p:par>
                  <p:par>
                    <p:cTn id="77" fill="hold" nodeType="clickPar">
                      <p:stCondLst>
                        <p:cond delay="indefinite"/>
                      </p:stCondLst>
                      <p:childTnLst>
                        <p:par>
                          <p:cTn id="78" fill="hold" nodeType="withGroup">
                            <p:stCondLst>
                              <p:cond delay="0"/>
                            </p:stCondLst>
                            <p:childTnLst>
                              <p:par>
                                <p:cTn id="79" presetID="17" presetClass="entr" presetSubtype="10" fill="hold" nodeType="clickEffect">
                                  <p:stCondLst>
                                    <p:cond delay="0"/>
                                  </p:stCondLst>
                                  <p:childTnLst>
                                    <p:set>
                                      <p:cBhvr>
                                        <p:cTn id="80" dur="1" fill="hold">
                                          <p:stCondLst>
                                            <p:cond delay="0"/>
                                          </p:stCondLst>
                                        </p:cTn>
                                        <p:tgtEl>
                                          <p:spTgt spid="191532"/>
                                        </p:tgtEl>
                                        <p:attrNameLst>
                                          <p:attrName>style.visibility</p:attrName>
                                        </p:attrNameLst>
                                      </p:cBhvr>
                                      <p:to>
                                        <p:strVal val="visible"/>
                                      </p:to>
                                    </p:set>
                                    <p:anim calcmode="lin" valueType="num">
                                      <p:cBhvr>
                                        <p:cTn id="81" dur="500" fill="hold"/>
                                        <p:tgtEl>
                                          <p:spTgt spid="191532"/>
                                        </p:tgtEl>
                                        <p:attrNameLst>
                                          <p:attrName>ppt_w</p:attrName>
                                        </p:attrNameLst>
                                      </p:cBhvr>
                                      <p:tavLst>
                                        <p:tav tm="0">
                                          <p:val>
                                            <p:fltVal val="0"/>
                                          </p:val>
                                        </p:tav>
                                        <p:tav tm="100000">
                                          <p:val>
                                            <p:strVal val="#ppt_w"/>
                                          </p:val>
                                        </p:tav>
                                      </p:tavLst>
                                    </p:anim>
                                    <p:anim calcmode="lin" valueType="num">
                                      <p:cBhvr>
                                        <p:cTn id="82" dur="500" fill="hold"/>
                                        <p:tgtEl>
                                          <p:spTgt spid="191532"/>
                                        </p:tgtEl>
                                        <p:attrNameLst>
                                          <p:attrName>ppt_h</p:attrName>
                                        </p:attrNameLst>
                                      </p:cBhvr>
                                      <p:tavLst>
                                        <p:tav tm="0">
                                          <p:val>
                                            <p:strVal val="#ppt_h"/>
                                          </p:val>
                                        </p:tav>
                                        <p:tav tm="100000">
                                          <p:val>
                                            <p:strVal val="#ppt_h"/>
                                          </p:val>
                                        </p:tav>
                                      </p:tavLst>
                                    </p:anim>
                                  </p:childTnLst>
                                </p:cTn>
                              </p:par>
                            </p:childTnLst>
                          </p:cTn>
                        </p:par>
                      </p:childTnLst>
                    </p:cTn>
                  </p:par>
                  <p:par>
                    <p:cTn id="83" fill="hold" nodeType="clickPar">
                      <p:stCondLst>
                        <p:cond delay="indefinite"/>
                      </p:stCondLst>
                      <p:childTnLst>
                        <p:par>
                          <p:cTn id="84" fill="hold" nodeType="withGroup">
                            <p:stCondLst>
                              <p:cond delay="0"/>
                            </p:stCondLst>
                            <p:childTnLst>
                              <p:par>
                                <p:cTn id="85" presetID="17" presetClass="entr" presetSubtype="10" fill="hold" nodeType="clickEffect">
                                  <p:stCondLst>
                                    <p:cond delay="0"/>
                                  </p:stCondLst>
                                  <p:childTnLst>
                                    <p:set>
                                      <p:cBhvr>
                                        <p:cTn id="86" dur="1" fill="hold">
                                          <p:stCondLst>
                                            <p:cond delay="0"/>
                                          </p:stCondLst>
                                        </p:cTn>
                                        <p:tgtEl>
                                          <p:spTgt spid="191522"/>
                                        </p:tgtEl>
                                        <p:attrNameLst>
                                          <p:attrName>style.visibility</p:attrName>
                                        </p:attrNameLst>
                                      </p:cBhvr>
                                      <p:to>
                                        <p:strVal val="visible"/>
                                      </p:to>
                                    </p:set>
                                    <p:anim calcmode="lin" valueType="num">
                                      <p:cBhvr>
                                        <p:cTn id="87" dur="500" fill="hold"/>
                                        <p:tgtEl>
                                          <p:spTgt spid="191522"/>
                                        </p:tgtEl>
                                        <p:attrNameLst>
                                          <p:attrName>ppt_w</p:attrName>
                                        </p:attrNameLst>
                                      </p:cBhvr>
                                      <p:tavLst>
                                        <p:tav tm="0">
                                          <p:val>
                                            <p:fltVal val="0"/>
                                          </p:val>
                                        </p:tav>
                                        <p:tav tm="100000">
                                          <p:val>
                                            <p:strVal val="#ppt_w"/>
                                          </p:val>
                                        </p:tav>
                                      </p:tavLst>
                                    </p:anim>
                                    <p:anim calcmode="lin" valueType="num">
                                      <p:cBhvr>
                                        <p:cTn id="88" dur="500" fill="hold"/>
                                        <p:tgtEl>
                                          <p:spTgt spid="191522"/>
                                        </p:tgtEl>
                                        <p:attrNameLst>
                                          <p:attrName>ppt_h</p:attrName>
                                        </p:attrNameLst>
                                      </p:cBhvr>
                                      <p:tavLst>
                                        <p:tav tm="0">
                                          <p:val>
                                            <p:strVal val="#ppt_h"/>
                                          </p:val>
                                        </p:tav>
                                        <p:tav tm="100000">
                                          <p:val>
                                            <p:strVal val="#ppt_h"/>
                                          </p:val>
                                        </p:tav>
                                      </p:tavLst>
                                    </p:anim>
                                  </p:childTnLst>
                                </p:cTn>
                              </p:par>
                            </p:childTnLst>
                          </p:cTn>
                        </p:par>
                      </p:childTnLst>
                    </p:cTn>
                  </p:par>
                  <p:par>
                    <p:cTn id="89" fill="hold" nodeType="clickPar">
                      <p:stCondLst>
                        <p:cond delay="indefinite"/>
                      </p:stCondLst>
                      <p:childTnLst>
                        <p:par>
                          <p:cTn id="90" fill="hold" nodeType="withGroup">
                            <p:stCondLst>
                              <p:cond delay="0"/>
                            </p:stCondLst>
                            <p:childTnLst>
                              <p:par>
                                <p:cTn id="91" presetID="17" presetClass="entr" presetSubtype="1" fill="hold" nodeType="clickEffect">
                                  <p:stCondLst>
                                    <p:cond delay="0"/>
                                  </p:stCondLst>
                                  <p:childTnLst>
                                    <p:set>
                                      <p:cBhvr>
                                        <p:cTn id="92" dur="1" fill="hold">
                                          <p:stCondLst>
                                            <p:cond delay="0"/>
                                          </p:stCondLst>
                                        </p:cTn>
                                        <p:tgtEl>
                                          <p:spTgt spid="191516"/>
                                        </p:tgtEl>
                                        <p:attrNameLst>
                                          <p:attrName>style.visibility</p:attrName>
                                        </p:attrNameLst>
                                      </p:cBhvr>
                                      <p:to>
                                        <p:strVal val="visible"/>
                                      </p:to>
                                    </p:set>
                                    <p:anim calcmode="lin" valueType="num">
                                      <p:cBhvr>
                                        <p:cTn id="93" dur="500" fill="hold"/>
                                        <p:tgtEl>
                                          <p:spTgt spid="191516"/>
                                        </p:tgtEl>
                                        <p:attrNameLst>
                                          <p:attrName>ppt_x</p:attrName>
                                        </p:attrNameLst>
                                      </p:cBhvr>
                                      <p:tavLst>
                                        <p:tav tm="0">
                                          <p:val>
                                            <p:strVal val="#ppt_x"/>
                                          </p:val>
                                        </p:tav>
                                        <p:tav tm="100000">
                                          <p:val>
                                            <p:strVal val="#ppt_x"/>
                                          </p:val>
                                        </p:tav>
                                      </p:tavLst>
                                    </p:anim>
                                    <p:anim calcmode="lin" valueType="num">
                                      <p:cBhvr>
                                        <p:cTn id="94" dur="500" fill="hold"/>
                                        <p:tgtEl>
                                          <p:spTgt spid="191516"/>
                                        </p:tgtEl>
                                        <p:attrNameLst>
                                          <p:attrName>ppt_y</p:attrName>
                                        </p:attrNameLst>
                                      </p:cBhvr>
                                      <p:tavLst>
                                        <p:tav tm="0">
                                          <p:val>
                                            <p:strVal val="#ppt_y-#ppt_h/2"/>
                                          </p:val>
                                        </p:tav>
                                        <p:tav tm="100000">
                                          <p:val>
                                            <p:strVal val="#ppt_y"/>
                                          </p:val>
                                        </p:tav>
                                      </p:tavLst>
                                    </p:anim>
                                    <p:anim calcmode="lin" valueType="num">
                                      <p:cBhvr>
                                        <p:cTn id="95" dur="500" fill="hold"/>
                                        <p:tgtEl>
                                          <p:spTgt spid="191516"/>
                                        </p:tgtEl>
                                        <p:attrNameLst>
                                          <p:attrName>ppt_w</p:attrName>
                                        </p:attrNameLst>
                                      </p:cBhvr>
                                      <p:tavLst>
                                        <p:tav tm="0">
                                          <p:val>
                                            <p:strVal val="#ppt_w"/>
                                          </p:val>
                                        </p:tav>
                                        <p:tav tm="100000">
                                          <p:val>
                                            <p:strVal val="#ppt_w"/>
                                          </p:val>
                                        </p:tav>
                                      </p:tavLst>
                                    </p:anim>
                                    <p:anim calcmode="lin" valueType="num">
                                      <p:cBhvr>
                                        <p:cTn id="96" dur="500" fill="hold"/>
                                        <p:tgtEl>
                                          <p:spTgt spid="191516"/>
                                        </p:tgtEl>
                                        <p:attrNameLst>
                                          <p:attrName>ppt_h</p:attrName>
                                        </p:attrNameLst>
                                      </p:cBhvr>
                                      <p:tavLst>
                                        <p:tav tm="0">
                                          <p:val>
                                            <p:fltVal val="0"/>
                                          </p:val>
                                        </p:tav>
                                        <p:tav tm="100000">
                                          <p:val>
                                            <p:strVal val="#ppt_h"/>
                                          </p:val>
                                        </p:tav>
                                      </p:tavLst>
                                    </p:anim>
                                  </p:childTnLst>
                                </p:cTn>
                              </p:par>
                            </p:childTnLst>
                          </p:cTn>
                        </p:par>
                      </p:childTnLst>
                    </p:cTn>
                  </p:par>
                  <p:par>
                    <p:cTn id="97" fill="hold" nodeType="clickPar">
                      <p:stCondLst>
                        <p:cond delay="indefinite"/>
                      </p:stCondLst>
                      <p:childTnLst>
                        <p:par>
                          <p:cTn id="98" fill="hold" nodeType="withGroup">
                            <p:stCondLst>
                              <p:cond delay="0"/>
                            </p:stCondLst>
                            <p:childTnLst>
                              <p:par>
                                <p:cTn id="99" presetID="18" presetClass="entr" presetSubtype="6" fill="hold" nodeType="clickEffect">
                                  <p:stCondLst>
                                    <p:cond delay="0"/>
                                  </p:stCondLst>
                                  <p:childTnLst>
                                    <p:set>
                                      <p:cBhvr>
                                        <p:cTn id="100" dur="1" fill="hold">
                                          <p:stCondLst>
                                            <p:cond delay="0"/>
                                          </p:stCondLst>
                                        </p:cTn>
                                        <p:tgtEl>
                                          <p:spTgt spid="191513"/>
                                        </p:tgtEl>
                                        <p:attrNameLst>
                                          <p:attrName>style.visibility</p:attrName>
                                        </p:attrNameLst>
                                      </p:cBhvr>
                                      <p:to>
                                        <p:strVal val="visible"/>
                                      </p:to>
                                    </p:set>
                                    <p:animEffect transition="in" filter="strips(downRight)">
                                      <p:cBhvr>
                                        <p:cTn id="101" dur="500"/>
                                        <p:tgtEl>
                                          <p:spTgt spid="191513"/>
                                        </p:tgtEl>
                                      </p:cBhvr>
                                    </p:animEffec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23" presetClass="entr" presetSubtype="16" fill="hold" nodeType="clickEffect">
                                  <p:stCondLst>
                                    <p:cond delay="0"/>
                                  </p:stCondLst>
                                  <p:childTnLst>
                                    <p:set>
                                      <p:cBhvr>
                                        <p:cTn id="105" dur="1" fill="hold">
                                          <p:stCondLst>
                                            <p:cond delay="0"/>
                                          </p:stCondLst>
                                        </p:cTn>
                                        <p:tgtEl>
                                          <p:spTgt spid="191544"/>
                                        </p:tgtEl>
                                        <p:attrNameLst>
                                          <p:attrName>style.visibility</p:attrName>
                                        </p:attrNameLst>
                                      </p:cBhvr>
                                      <p:to>
                                        <p:strVal val="visible"/>
                                      </p:to>
                                    </p:set>
                                    <p:anim calcmode="lin" valueType="num">
                                      <p:cBhvr>
                                        <p:cTn id="106" dur="500" fill="hold"/>
                                        <p:tgtEl>
                                          <p:spTgt spid="191544"/>
                                        </p:tgtEl>
                                        <p:attrNameLst>
                                          <p:attrName>ppt_w</p:attrName>
                                        </p:attrNameLst>
                                      </p:cBhvr>
                                      <p:tavLst>
                                        <p:tav tm="0">
                                          <p:val>
                                            <p:fltVal val="0"/>
                                          </p:val>
                                        </p:tav>
                                        <p:tav tm="100000">
                                          <p:val>
                                            <p:strVal val="#ppt_w"/>
                                          </p:val>
                                        </p:tav>
                                      </p:tavLst>
                                    </p:anim>
                                    <p:anim calcmode="lin" valueType="num">
                                      <p:cBhvr>
                                        <p:cTn id="107" dur="500" fill="hold"/>
                                        <p:tgtEl>
                                          <p:spTgt spid="191544"/>
                                        </p:tgtEl>
                                        <p:attrNameLst>
                                          <p:attrName>ppt_h</p:attrName>
                                        </p:attrNameLst>
                                      </p:cBhvr>
                                      <p:tavLst>
                                        <p:tav tm="0">
                                          <p:val>
                                            <p:fltVal val="0"/>
                                          </p:val>
                                        </p:tav>
                                        <p:tav tm="100000">
                                          <p:val>
                                            <p:strVal val="#ppt_h"/>
                                          </p:val>
                                        </p:tav>
                                      </p:tavLst>
                                    </p:anim>
                                  </p:childTnLst>
                                </p:cTn>
                              </p:par>
                            </p:childTnLst>
                          </p:cTn>
                        </p:par>
                      </p:childTnLst>
                    </p:cTn>
                  </p:par>
                  <p:par>
                    <p:cTn id="108" fill="hold" nodeType="clickPar">
                      <p:stCondLst>
                        <p:cond delay="indefinite"/>
                      </p:stCondLst>
                      <p:childTnLst>
                        <p:par>
                          <p:cTn id="109" fill="hold" nodeType="withGroup">
                            <p:stCondLst>
                              <p:cond delay="0"/>
                            </p:stCondLst>
                            <p:childTnLst>
                              <p:par>
                                <p:cTn id="110" presetID="11" presetClass="entr" presetSubtype="0" fill="hold" nodeType="clickEffect">
                                  <p:stCondLst>
                                    <p:cond delay="0"/>
                                  </p:stCondLst>
                                  <p:childTnLst>
                                    <p:set>
                                      <p:cBhvr>
                                        <p:cTn id="111" dur="1000">
                                          <p:stCondLst>
                                            <p:cond delay="0"/>
                                          </p:stCondLst>
                                        </p:cTn>
                                        <p:tgtEl>
                                          <p:spTgt spid="191577"/>
                                        </p:tgtEl>
                                        <p:attrNameLst>
                                          <p:attrName>style.visibility</p:attrName>
                                        </p:attrNameLst>
                                      </p:cBhvr>
                                      <p:to>
                                        <p:strVal val="visible"/>
                                      </p:to>
                                    </p:set>
                                  </p:childTnLst>
                                </p:cTn>
                              </p:par>
                            </p:childTnLst>
                          </p:cTn>
                        </p:par>
                      </p:childTnLst>
                    </p:cTn>
                  </p:par>
                  <p:par>
                    <p:cTn id="112" fill="hold" nodeType="clickPar">
                      <p:stCondLst>
                        <p:cond delay="indefinite"/>
                      </p:stCondLst>
                      <p:childTnLst>
                        <p:par>
                          <p:cTn id="113" fill="hold" nodeType="withGroup">
                            <p:stCondLst>
                              <p:cond delay="0"/>
                            </p:stCondLst>
                            <p:childTnLst>
                              <p:par>
                                <p:cTn id="114" presetID="17" presetClass="entr" presetSubtype="8" fill="hold" nodeType="clickEffect">
                                  <p:stCondLst>
                                    <p:cond delay="0"/>
                                  </p:stCondLst>
                                  <p:childTnLst>
                                    <p:set>
                                      <p:cBhvr>
                                        <p:cTn id="115" dur="1" fill="hold">
                                          <p:stCondLst>
                                            <p:cond delay="0"/>
                                          </p:stCondLst>
                                        </p:cTn>
                                        <p:tgtEl>
                                          <p:spTgt spid="191631"/>
                                        </p:tgtEl>
                                        <p:attrNameLst>
                                          <p:attrName>style.visibility</p:attrName>
                                        </p:attrNameLst>
                                      </p:cBhvr>
                                      <p:to>
                                        <p:strVal val="visible"/>
                                      </p:to>
                                    </p:set>
                                    <p:anim calcmode="lin" valueType="num">
                                      <p:cBhvr>
                                        <p:cTn id="116" dur="500" fill="hold"/>
                                        <p:tgtEl>
                                          <p:spTgt spid="191631"/>
                                        </p:tgtEl>
                                        <p:attrNameLst>
                                          <p:attrName>ppt_x</p:attrName>
                                        </p:attrNameLst>
                                      </p:cBhvr>
                                      <p:tavLst>
                                        <p:tav tm="0">
                                          <p:val>
                                            <p:strVal val="#ppt_x-#ppt_w/2"/>
                                          </p:val>
                                        </p:tav>
                                        <p:tav tm="100000">
                                          <p:val>
                                            <p:strVal val="#ppt_x"/>
                                          </p:val>
                                        </p:tav>
                                      </p:tavLst>
                                    </p:anim>
                                    <p:anim calcmode="lin" valueType="num">
                                      <p:cBhvr>
                                        <p:cTn id="117" dur="500" fill="hold"/>
                                        <p:tgtEl>
                                          <p:spTgt spid="191631"/>
                                        </p:tgtEl>
                                        <p:attrNameLst>
                                          <p:attrName>ppt_y</p:attrName>
                                        </p:attrNameLst>
                                      </p:cBhvr>
                                      <p:tavLst>
                                        <p:tav tm="0">
                                          <p:val>
                                            <p:strVal val="#ppt_y"/>
                                          </p:val>
                                        </p:tav>
                                        <p:tav tm="100000">
                                          <p:val>
                                            <p:strVal val="#ppt_y"/>
                                          </p:val>
                                        </p:tav>
                                      </p:tavLst>
                                    </p:anim>
                                    <p:anim calcmode="lin" valueType="num">
                                      <p:cBhvr>
                                        <p:cTn id="118" dur="500" fill="hold"/>
                                        <p:tgtEl>
                                          <p:spTgt spid="191631"/>
                                        </p:tgtEl>
                                        <p:attrNameLst>
                                          <p:attrName>ppt_w</p:attrName>
                                        </p:attrNameLst>
                                      </p:cBhvr>
                                      <p:tavLst>
                                        <p:tav tm="0">
                                          <p:val>
                                            <p:fltVal val="0"/>
                                          </p:val>
                                        </p:tav>
                                        <p:tav tm="100000">
                                          <p:val>
                                            <p:strVal val="#ppt_w"/>
                                          </p:val>
                                        </p:tav>
                                      </p:tavLst>
                                    </p:anim>
                                    <p:anim calcmode="lin" valueType="num">
                                      <p:cBhvr>
                                        <p:cTn id="119" dur="500" fill="hold"/>
                                        <p:tgtEl>
                                          <p:spTgt spid="191631"/>
                                        </p:tgtEl>
                                        <p:attrNameLst>
                                          <p:attrName>ppt_h</p:attrName>
                                        </p:attrNameLst>
                                      </p:cBhvr>
                                      <p:tavLst>
                                        <p:tav tm="0">
                                          <p:val>
                                            <p:strVal val="#ppt_h"/>
                                          </p:val>
                                        </p:tav>
                                        <p:tav tm="100000">
                                          <p:val>
                                            <p:strVal val="#ppt_h"/>
                                          </p:val>
                                        </p:tav>
                                      </p:tavLst>
                                    </p:anim>
                                  </p:childTnLst>
                                </p:cTn>
                              </p:par>
                            </p:childTnLst>
                          </p:cTn>
                        </p:par>
                      </p:childTnLst>
                    </p:cTn>
                  </p:par>
                  <p:par>
                    <p:cTn id="120" fill="hold" nodeType="clickPar">
                      <p:stCondLst>
                        <p:cond delay="indefinite"/>
                      </p:stCondLst>
                      <p:childTnLst>
                        <p:par>
                          <p:cTn id="121" fill="hold" nodeType="withGroup">
                            <p:stCondLst>
                              <p:cond delay="0"/>
                            </p:stCondLst>
                            <p:childTnLst>
                              <p:par>
                                <p:cTn id="122" presetID="17" presetClass="entr" presetSubtype="1" fill="hold" nodeType="clickEffect">
                                  <p:stCondLst>
                                    <p:cond delay="0"/>
                                  </p:stCondLst>
                                  <p:childTnLst>
                                    <p:set>
                                      <p:cBhvr>
                                        <p:cTn id="123" dur="1" fill="hold">
                                          <p:stCondLst>
                                            <p:cond delay="0"/>
                                          </p:stCondLst>
                                        </p:cTn>
                                        <p:tgtEl>
                                          <p:spTgt spid="191601"/>
                                        </p:tgtEl>
                                        <p:attrNameLst>
                                          <p:attrName>style.visibility</p:attrName>
                                        </p:attrNameLst>
                                      </p:cBhvr>
                                      <p:to>
                                        <p:strVal val="visible"/>
                                      </p:to>
                                    </p:set>
                                    <p:anim calcmode="lin" valueType="num">
                                      <p:cBhvr>
                                        <p:cTn id="124" dur="500" fill="hold"/>
                                        <p:tgtEl>
                                          <p:spTgt spid="191601"/>
                                        </p:tgtEl>
                                        <p:attrNameLst>
                                          <p:attrName>ppt_x</p:attrName>
                                        </p:attrNameLst>
                                      </p:cBhvr>
                                      <p:tavLst>
                                        <p:tav tm="0">
                                          <p:val>
                                            <p:strVal val="#ppt_x"/>
                                          </p:val>
                                        </p:tav>
                                        <p:tav tm="100000">
                                          <p:val>
                                            <p:strVal val="#ppt_x"/>
                                          </p:val>
                                        </p:tav>
                                      </p:tavLst>
                                    </p:anim>
                                    <p:anim calcmode="lin" valueType="num">
                                      <p:cBhvr>
                                        <p:cTn id="125" dur="500" fill="hold"/>
                                        <p:tgtEl>
                                          <p:spTgt spid="191601"/>
                                        </p:tgtEl>
                                        <p:attrNameLst>
                                          <p:attrName>ppt_y</p:attrName>
                                        </p:attrNameLst>
                                      </p:cBhvr>
                                      <p:tavLst>
                                        <p:tav tm="0">
                                          <p:val>
                                            <p:strVal val="#ppt_y-#ppt_h/2"/>
                                          </p:val>
                                        </p:tav>
                                        <p:tav tm="100000">
                                          <p:val>
                                            <p:strVal val="#ppt_y"/>
                                          </p:val>
                                        </p:tav>
                                      </p:tavLst>
                                    </p:anim>
                                    <p:anim calcmode="lin" valueType="num">
                                      <p:cBhvr>
                                        <p:cTn id="126" dur="500" fill="hold"/>
                                        <p:tgtEl>
                                          <p:spTgt spid="191601"/>
                                        </p:tgtEl>
                                        <p:attrNameLst>
                                          <p:attrName>ppt_w</p:attrName>
                                        </p:attrNameLst>
                                      </p:cBhvr>
                                      <p:tavLst>
                                        <p:tav tm="0">
                                          <p:val>
                                            <p:strVal val="#ppt_w"/>
                                          </p:val>
                                        </p:tav>
                                        <p:tav tm="100000">
                                          <p:val>
                                            <p:strVal val="#ppt_w"/>
                                          </p:val>
                                        </p:tav>
                                      </p:tavLst>
                                    </p:anim>
                                    <p:anim calcmode="lin" valueType="num">
                                      <p:cBhvr>
                                        <p:cTn id="127" dur="500" fill="hold"/>
                                        <p:tgtEl>
                                          <p:spTgt spid="191601"/>
                                        </p:tgtEl>
                                        <p:attrNameLst>
                                          <p:attrName>ppt_h</p:attrName>
                                        </p:attrNameLst>
                                      </p:cBhvr>
                                      <p:tavLst>
                                        <p:tav tm="0">
                                          <p:val>
                                            <p:fltVal val="0"/>
                                          </p:val>
                                        </p:tav>
                                        <p:tav tm="100000">
                                          <p:val>
                                            <p:strVal val="#ppt_h"/>
                                          </p:val>
                                        </p:tav>
                                      </p:tavLst>
                                    </p:anim>
                                  </p:childTnLst>
                                </p:cTn>
                              </p:par>
                            </p:childTnLst>
                          </p:cTn>
                        </p:par>
                      </p:childTnLst>
                    </p:cTn>
                  </p:par>
                  <p:par>
                    <p:cTn id="128" fill="hold" nodeType="clickPar">
                      <p:stCondLst>
                        <p:cond delay="indefinite"/>
                      </p:stCondLst>
                      <p:childTnLst>
                        <p:par>
                          <p:cTn id="129" fill="hold" nodeType="withGroup">
                            <p:stCondLst>
                              <p:cond delay="0"/>
                            </p:stCondLst>
                            <p:childTnLst>
                              <p:par>
                                <p:cTn id="130" presetID="17" presetClass="entr" presetSubtype="8" fill="hold" nodeType="clickEffect">
                                  <p:stCondLst>
                                    <p:cond delay="0"/>
                                  </p:stCondLst>
                                  <p:childTnLst>
                                    <p:set>
                                      <p:cBhvr>
                                        <p:cTn id="131" dur="1" fill="hold">
                                          <p:stCondLst>
                                            <p:cond delay="0"/>
                                          </p:stCondLst>
                                        </p:cTn>
                                        <p:tgtEl>
                                          <p:spTgt spid="191628"/>
                                        </p:tgtEl>
                                        <p:attrNameLst>
                                          <p:attrName>style.visibility</p:attrName>
                                        </p:attrNameLst>
                                      </p:cBhvr>
                                      <p:to>
                                        <p:strVal val="visible"/>
                                      </p:to>
                                    </p:set>
                                    <p:anim calcmode="lin" valueType="num">
                                      <p:cBhvr>
                                        <p:cTn id="132" dur="500" fill="hold"/>
                                        <p:tgtEl>
                                          <p:spTgt spid="191628"/>
                                        </p:tgtEl>
                                        <p:attrNameLst>
                                          <p:attrName>ppt_x</p:attrName>
                                        </p:attrNameLst>
                                      </p:cBhvr>
                                      <p:tavLst>
                                        <p:tav tm="0">
                                          <p:val>
                                            <p:strVal val="#ppt_x-#ppt_w/2"/>
                                          </p:val>
                                        </p:tav>
                                        <p:tav tm="100000">
                                          <p:val>
                                            <p:strVal val="#ppt_x"/>
                                          </p:val>
                                        </p:tav>
                                      </p:tavLst>
                                    </p:anim>
                                    <p:anim calcmode="lin" valueType="num">
                                      <p:cBhvr>
                                        <p:cTn id="133" dur="500" fill="hold"/>
                                        <p:tgtEl>
                                          <p:spTgt spid="191628"/>
                                        </p:tgtEl>
                                        <p:attrNameLst>
                                          <p:attrName>ppt_y</p:attrName>
                                        </p:attrNameLst>
                                      </p:cBhvr>
                                      <p:tavLst>
                                        <p:tav tm="0">
                                          <p:val>
                                            <p:strVal val="#ppt_y"/>
                                          </p:val>
                                        </p:tav>
                                        <p:tav tm="100000">
                                          <p:val>
                                            <p:strVal val="#ppt_y"/>
                                          </p:val>
                                        </p:tav>
                                      </p:tavLst>
                                    </p:anim>
                                    <p:anim calcmode="lin" valueType="num">
                                      <p:cBhvr>
                                        <p:cTn id="134" dur="500" fill="hold"/>
                                        <p:tgtEl>
                                          <p:spTgt spid="191628"/>
                                        </p:tgtEl>
                                        <p:attrNameLst>
                                          <p:attrName>ppt_w</p:attrName>
                                        </p:attrNameLst>
                                      </p:cBhvr>
                                      <p:tavLst>
                                        <p:tav tm="0">
                                          <p:val>
                                            <p:fltVal val="0"/>
                                          </p:val>
                                        </p:tav>
                                        <p:tav tm="100000">
                                          <p:val>
                                            <p:strVal val="#ppt_w"/>
                                          </p:val>
                                        </p:tav>
                                      </p:tavLst>
                                    </p:anim>
                                    <p:anim calcmode="lin" valueType="num">
                                      <p:cBhvr>
                                        <p:cTn id="135" dur="500" fill="hold"/>
                                        <p:tgtEl>
                                          <p:spTgt spid="191628"/>
                                        </p:tgtEl>
                                        <p:attrNameLst>
                                          <p:attrName>ppt_h</p:attrName>
                                        </p:attrNameLst>
                                      </p:cBhvr>
                                      <p:tavLst>
                                        <p:tav tm="0">
                                          <p:val>
                                            <p:strVal val="#ppt_h"/>
                                          </p:val>
                                        </p:tav>
                                        <p:tav tm="100000">
                                          <p:val>
                                            <p:strVal val="#ppt_h"/>
                                          </p:val>
                                        </p:tav>
                                      </p:tavLst>
                                    </p:anim>
                                  </p:childTnLst>
                                </p:cTn>
                              </p:par>
                            </p:childTnLst>
                          </p:cTn>
                        </p:par>
                      </p:childTnLst>
                    </p:cTn>
                  </p:par>
                  <p:par>
                    <p:cTn id="136" fill="hold" nodeType="clickPar">
                      <p:stCondLst>
                        <p:cond delay="indefinite"/>
                      </p:stCondLst>
                      <p:childTnLst>
                        <p:par>
                          <p:cTn id="137" fill="hold" nodeType="withGroup">
                            <p:stCondLst>
                              <p:cond delay="0"/>
                            </p:stCondLst>
                            <p:childTnLst>
                              <p:par>
                                <p:cTn id="138" presetID="17" presetClass="entr" presetSubtype="2" fill="hold" nodeType="clickEffect">
                                  <p:stCondLst>
                                    <p:cond delay="0"/>
                                  </p:stCondLst>
                                  <p:childTnLst>
                                    <p:set>
                                      <p:cBhvr>
                                        <p:cTn id="139" dur="1" fill="hold">
                                          <p:stCondLst>
                                            <p:cond delay="0"/>
                                          </p:stCondLst>
                                        </p:cTn>
                                        <p:tgtEl>
                                          <p:spTgt spid="191625"/>
                                        </p:tgtEl>
                                        <p:attrNameLst>
                                          <p:attrName>style.visibility</p:attrName>
                                        </p:attrNameLst>
                                      </p:cBhvr>
                                      <p:to>
                                        <p:strVal val="visible"/>
                                      </p:to>
                                    </p:set>
                                    <p:anim calcmode="lin" valueType="num">
                                      <p:cBhvr>
                                        <p:cTn id="140" dur="500" fill="hold"/>
                                        <p:tgtEl>
                                          <p:spTgt spid="191625"/>
                                        </p:tgtEl>
                                        <p:attrNameLst>
                                          <p:attrName>ppt_x</p:attrName>
                                        </p:attrNameLst>
                                      </p:cBhvr>
                                      <p:tavLst>
                                        <p:tav tm="0">
                                          <p:val>
                                            <p:strVal val="#ppt_x+#ppt_w/2"/>
                                          </p:val>
                                        </p:tav>
                                        <p:tav tm="100000">
                                          <p:val>
                                            <p:strVal val="#ppt_x"/>
                                          </p:val>
                                        </p:tav>
                                      </p:tavLst>
                                    </p:anim>
                                    <p:anim calcmode="lin" valueType="num">
                                      <p:cBhvr>
                                        <p:cTn id="141" dur="500" fill="hold"/>
                                        <p:tgtEl>
                                          <p:spTgt spid="191625"/>
                                        </p:tgtEl>
                                        <p:attrNameLst>
                                          <p:attrName>ppt_y</p:attrName>
                                        </p:attrNameLst>
                                      </p:cBhvr>
                                      <p:tavLst>
                                        <p:tav tm="0">
                                          <p:val>
                                            <p:strVal val="#ppt_y"/>
                                          </p:val>
                                        </p:tav>
                                        <p:tav tm="100000">
                                          <p:val>
                                            <p:strVal val="#ppt_y"/>
                                          </p:val>
                                        </p:tav>
                                      </p:tavLst>
                                    </p:anim>
                                    <p:anim calcmode="lin" valueType="num">
                                      <p:cBhvr>
                                        <p:cTn id="142" dur="500" fill="hold"/>
                                        <p:tgtEl>
                                          <p:spTgt spid="191625"/>
                                        </p:tgtEl>
                                        <p:attrNameLst>
                                          <p:attrName>ppt_w</p:attrName>
                                        </p:attrNameLst>
                                      </p:cBhvr>
                                      <p:tavLst>
                                        <p:tav tm="0">
                                          <p:val>
                                            <p:fltVal val="0"/>
                                          </p:val>
                                        </p:tav>
                                        <p:tav tm="100000">
                                          <p:val>
                                            <p:strVal val="#ppt_w"/>
                                          </p:val>
                                        </p:tav>
                                      </p:tavLst>
                                    </p:anim>
                                    <p:anim calcmode="lin" valueType="num">
                                      <p:cBhvr>
                                        <p:cTn id="143" dur="500" fill="hold"/>
                                        <p:tgtEl>
                                          <p:spTgt spid="19162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1623" grpId="0" autoUpdateAnimBg="0"/>
      <p:bldP spid="191624" grpId="0" animBg="1"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3538" name="Group 2"/>
          <p:cNvGrpSpPr>
            <a:grpSpLocks/>
          </p:cNvGrpSpPr>
          <p:nvPr/>
        </p:nvGrpSpPr>
        <p:grpSpPr bwMode="auto">
          <a:xfrm>
            <a:off x="6261100" y="1352550"/>
            <a:ext cx="2578100" cy="3468688"/>
            <a:chOff x="3944" y="852"/>
            <a:chExt cx="1624" cy="2185"/>
          </a:xfrm>
        </p:grpSpPr>
        <p:sp>
          <p:nvSpPr>
            <p:cNvPr id="193539" name="Rectangle 3"/>
            <p:cNvSpPr>
              <a:spLocks noChangeArrowheads="1"/>
            </p:cNvSpPr>
            <p:nvPr/>
          </p:nvSpPr>
          <p:spPr bwMode="auto">
            <a:xfrm>
              <a:off x="4183" y="886"/>
              <a:ext cx="1136" cy="1103"/>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93540" name="Rectangle 4"/>
            <p:cNvSpPr>
              <a:spLocks noChangeArrowheads="1"/>
            </p:cNvSpPr>
            <p:nvPr/>
          </p:nvSpPr>
          <p:spPr bwMode="auto">
            <a:xfrm>
              <a:off x="4183" y="1921"/>
              <a:ext cx="1136" cy="1103"/>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93541" name="Line 5"/>
            <p:cNvSpPr>
              <a:spLocks noChangeShapeType="1"/>
            </p:cNvSpPr>
            <p:nvPr/>
          </p:nvSpPr>
          <p:spPr bwMode="auto">
            <a:xfrm>
              <a:off x="4035" y="1919"/>
              <a:ext cx="14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93542" name="Text Box 6"/>
            <p:cNvSpPr txBox="1">
              <a:spLocks noChangeArrowheads="1"/>
            </p:cNvSpPr>
            <p:nvPr/>
          </p:nvSpPr>
          <p:spPr bwMode="auto">
            <a:xfrm>
              <a:off x="3944" y="1713"/>
              <a:ext cx="197" cy="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Times New Roman" panose="02020603050405020304" pitchFamily="18" charset="0"/>
                </a:rPr>
                <a:t>X</a:t>
              </a:r>
            </a:p>
          </p:txBody>
        </p:sp>
        <p:sp>
          <p:nvSpPr>
            <p:cNvPr id="193543" name="Text Box 7"/>
            <p:cNvSpPr txBox="1">
              <a:spLocks noChangeArrowheads="1"/>
            </p:cNvSpPr>
            <p:nvPr/>
          </p:nvSpPr>
          <p:spPr bwMode="auto">
            <a:xfrm>
              <a:off x="5371" y="1705"/>
              <a:ext cx="197" cy="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Times New Roman" panose="02020603050405020304" pitchFamily="18" charset="0"/>
                </a:rPr>
                <a:t>Y</a:t>
              </a:r>
            </a:p>
          </p:txBody>
        </p:sp>
        <p:sp>
          <p:nvSpPr>
            <p:cNvPr id="193544" name="Text Box 8"/>
            <p:cNvSpPr txBox="1">
              <a:spLocks noChangeArrowheads="1"/>
            </p:cNvSpPr>
            <p:nvPr/>
          </p:nvSpPr>
          <p:spPr bwMode="auto">
            <a:xfrm>
              <a:off x="4198" y="2804"/>
              <a:ext cx="35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a:latin typeface="Times New Roman" panose="02020603050405020304" pitchFamily="18" charset="0"/>
                </a:rPr>
                <a:t>H.P.</a:t>
              </a:r>
            </a:p>
          </p:txBody>
        </p:sp>
        <p:sp>
          <p:nvSpPr>
            <p:cNvPr id="193545" name="Text Box 9"/>
            <p:cNvSpPr txBox="1">
              <a:spLocks noChangeArrowheads="1"/>
            </p:cNvSpPr>
            <p:nvPr/>
          </p:nvSpPr>
          <p:spPr bwMode="auto">
            <a:xfrm>
              <a:off x="4215" y="852"/>
              <a:ext cx="3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a:latin typeface="Times New Roman" panose="02020603050405020304" pitchFamily="18" charset="0"/>
                </a:rPr>
                <a:t>V.P.</a:t>
              </a:r>
            </a:p>
          </p:txBody>
        </p:sp>
      </p:grpSp>
      <p:grpSp>
        <p:nvGrpSpPr>
          <p:cNvPr id="193546" name="Group 10"/>
          <p:cNvGrpSpPr>
            <a:grpSpLocks/>
          </p:cNvGrpSpPr>
          <p:nvPr/>
        </p:nvGrpSpPr>
        <p:grpSpPr bwMode="auto">
          <a:xfrm>
            <a:off x="3124200" y="1409700"/>
            <a:ext cx="2628900" cy="3448050"/>
            <a:chOff x="2976" y="768"/>
            <a:chExt cx="1656" cy="2172"/>
          </a:xfrm>
        </p:grpSpPr>
        <p:grpSp>
          <p:nvGrpSpPr>
            <p:cNvPr id="193547" name="Group 11"/>
            <p:cNvGrpSpPr>
              <a:grpSpLocks/>
            </p:cNvGrpSpPr>
            <p:nvPr/>
          </p:nvGrpSpPr>
          <p:grpSpPr bwMode="auto">
            <a:xfrm>
              <a:off x="2976" y="768"/>
              <a:ext cx="1656" cy="2172"/>
              <a:chOff x="2976" y="768"/>
              <a:chExt cx="1656" cy="2172"/>
            </a:xfrm>
          </p:grpSpPr>
          <p:grpSp>
            <p:nvGrpSpPr>
              <p:cNvPr id="193548" name="Group 12"/>
              <p:cNvGrpSpPr>
                <a:grpSpLocks/>
              </p:cNvGrpSpPr>
              <p:nvPr/>
            </p:nvGrpSpPr>
            <p:grpSpPr bwMode="auto">
              <a:xfrm>
                <a:off x="2976" y="768"/>
                <a:ext cx="1656" cy="2172"/>
                <a:chOff x="2976" y="768"/>
                <a:chExt cx="1656" cy="2172"/>
              </a:xfrm>
            </p:grpSpPr>
            <p:sp>
              <p:nvSpPr>
                <p:cNvPr id="193549" name="Rectangle 13"/>
                <p:cNvSpPr>
                  <a:spLocks noChangeArrowheads="1"/>
                </p:cNvSpPr>
                <p:nvPr/>
              </p:nvSpPr>
              <p:spPr bwMode="auto">
                <a:xfrm>
                  <a:off x="3260" y="796"/>
                  <a:ext cx="1192" cy="1079"/>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93550" name="Rectangle 14"/>
                <p:cNvSpPr>
                  <a:spLocks noChangeArrowheads="1"/>
                </p:cNvSpPr>
                <p:nvPr/>
              </p:nvSpPr>
              <p:spPr bwMode="auto">
                <a:xfrm>
                  <a:off x="3260" y="1861"/>
                  <a:ext cx="1192" cy="1079"/>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93551" name="Line 15"/>
                <p:cNvSpPr>
                  <a:spLocks noChangeShapeType="1"/>
                </p:cNvSpPr>
                <p:nvPr/>
              </p:nvSpPr>
              <p:spPr bwMode="auto">
                <a:xfrm>
                  <a:off x="3090" y="1861"/>
                  <a:ext cx="147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93552" name="Text Box 16"/>
                <p:cNvSpPr txBox="1">
                  <a:spLocks noChangeArrowheads="1"/>
                </p:cNvSpPr>
                <p:nvPr/>
              </p:nvSpPr>
              <p:spPr bwMode="auto">
                <a:xfrm>
                  <a:off x="2976" y="1699"/>
                  <a:ext cx="19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rPr>
                    <a:t>X</a:t>
                  </a:r>
                </a:p>
              </p:txBody>
            </p:sp>
            <p:sp>
              <p:nvSpPr>
                <p:cNvPr id="193553" name="Text Box 17"/>
                <p:cNvSpPr txBox="1">
                  <a:spLocks noChangeArrowheads="1"/>
                </p:cNvSpPr>
                <p:nvPr/>
              </p:nvSpPr>
              <p:spPr bwMode="auto">
                <a:xfrm>
                  <a:off x="4434" y="1710"/>
                  <a:ext cx="19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rPr>
                    <a:t>Y</a:t>
                  </a:r>
                </a:p>
              </p:txBody>
            </p:sp>
            <p:sp>
              <p:nvSpPr>
                <p:cNvPr id="193554" name="Line 18"/>
                <p:cNvSpPr>
                  <a:spLocks noChangeShapeType="1"/>
                </p:cNvSpPr>
                <p:nvPr/>
              </p:nvSpPr>
              <p:spPr bwMode="auto">
                <a:xfrm>
                  <a:off x="3430" y="1478"/>
                  <a:ext cx="0" cy="738"/>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endParaRPr lang="en-IN"/>
                </a:p>
              </p:txBody>
            </p:sp>
            <p:sp>
              <p:nvSpPr>
                <p:cNvPr id="193555" name="Line 19"/>
                <p:cNvSpPr>
                  <a:spLocks noChangeShapeType="1"/>
                </p:cNvSpPr>
                <p:nvPr/>
              </p:nvSpPr>
              <p:spPr bwMode="auto">
                <a:xfrm flipV="1">
                  <a:off x="3423" y="1104"/>
                  <a:ext cx="657" cy="433"/>
                </a:xfrm>
                <a:prstGeom prst="line">
                  <a:avLst/>
                </a:prstGeom>
                <a:noFill/>
                <a:ln w="63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93556" name="Line 20"/>
                <p:cNvSpPr>
                  <a:spLocks noChangeShapeType="1"/>
                </p:cNvSpPr>
                <p:nvPr/>
              </p:nvSpPr>
              <p:spPr bwMode="auto">
                <a:xfrm>
                  <a:off x="3430" y="2216"/>
                  <a:ext cx="650" cy="568"/>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endParaRPr lang="en-IN"/>
                </a:p>
              </p:txBody>
            </p:sp>
            <p:sp>
              <p:nvSpPr>
                <p:cNvPr id="193557" name="Line 21"/>
                <p:cNvSpPr>
                  <a:spLocks noChangeShapeType="1"/>
                </p:cNvSpPr>
                <p:nvPr/>
              </p:nvSpPr>
              <p:spPr bwMode="auto">
                <a:xfrm flipV="1">
                  <a:off x="3430" y="1534"/>
                  <a:ext cx="897" cy="1"/>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endParaRPr lang="en-IN"/>
                </a:p>
              </p:txBody>
            </p:sp>
            <p:sp>
              <p:nvSpPr>
                <p:cNvPr id="193558" name="Text Box 22"/>
                <p:cNvSpPr txBox="1">
                  <a:spLocks noChangeArrowheads="1"/>
                </p:cNvSpPr>
                <p:nvPr/>
              </p:nvSpPr>
              <p:spPr bwMode="auto">
                <a:xfrm>
                  <a:off x="3509" y="1377"/>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cs typeface="Times New Roman" panose="02020603050405020304" pitchFamily="18" charset="0"/>
                      <a:sym typeface="Symbol" panose="05050102010706020507" pitchFamily="18" charset="2"/>
                    </a:rPr>
                    <a:t>  </a:t>
                  </a:r>
                </a:p>
              </p:txBody>
            </p:sp>
            <p:sp>
              <p:nvSpPr>
                <p:cNvPr id="193559" name="Text Box 23"/>
                <p:cNvSpPr txBox="1">
                  <a:spLocks noChangeArrowheads="1"/>
                </p:cNvSpPr>
                <p:nvPr/>
              </p:nvSpPr>
              <p:spPr bwMode="auto">
                <a:xfrm>
                  <a:off x="3511" y="2169"/>
                  <a:ext cx="17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cs typeface="Times New Roman" panose="02020603050405020304" pitchFamily="18" charset="0"/>
                      <a:sym typeface="Symbol" panose="05050102010706020507" pitchFamily="18" charset="2"/>
                    </a:rPr>
                    <a:t></a:t>
                  </a:r>
                </a:p>
              </p:txBody>
            </p:sp>
            <p:sp>
              <p:nvSpPr>
                <p:cNvPr id="193560" name="Text Box 24"/>
                <p:cNvSpPr txBox="1">
                  <a:spLocks noChangeArrowheads="1"/>
                </p:cNvSpPr>
                <p:nvPr/>
              </p:nvSpPr>
              <p:spPr bwMode="auto">
                <a:xfrm>
                  <a:off x="3260" y="2670"/>
                  <a:ext cx="35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a:latin typeface="Times New Roman" panose="02020603050405020304" pitchFamily="18" charset="0"/>
                    </a:rPr>
                    <a:t>H.P.</a:t>
                  </a:r>
                </a:p>
              </p:txBody>
            </p:sp>
            <p:sp>
              <p:nvSpPr>
                <p:cNvPr id="193561" name="Text Box 25"/>
                <p:cNvSpPr txBox="1">
                  <a:spLocks noChangeArrowheads="1"/>
                </p:cNvSpPr>
                <p:nvPr/>
              </p:nvSpPr>
              <p:spPr bwMode="auto">
                <a:xfrm>
                  <a:off x="3239" y="768"/>
                  <a:ext cx="3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a:latin typeface="Times New Roman" panose="02020603050405020304" pitchFamily="18" charset="0"/>
                    </a:rPr>
                    <a:t>V.P.</a:t>
                  </a:r>
                </a:p>
              </p:txBody>
            </p:sp>
            <p:sp>
              <p:nvSpPr>
                <p:cNvPr id="193562" name="Text Box 26"/>
                <p:cNvSpPr txBox="1">
                  <a:spLocks noChangeArrowheads="1"/>
                </p:cNvSpPr>
                <p:nvPr/>
              </p:nvSpPr>
              <p:spPr bwMode="auto">
                <a:xfrm>
                  <a:off x="3341" y="2160"/>
                  <a:ext cx="16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rPr>
                    <a:t>a</a:t>
                  </a:r>
                </a:p>
              </p:txBody>
            </p:sp>
            <p:sp>
              <p:nvSpPr>
                <p:cNvPr id="193563" name="Text Box 27"/>
                <p:cNvSpPr txBox="1">
                  <a:spLocks noChangeArrowheads="1"/>
                </p:cNvSpPr>
                <p:nvPr/>
              </p:nvSpPr>
              <p:spPr bwMode="auto">
                <a:xfrm>
                  <a:off x="3911" y="2712"/>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lang="en-US" altLang="en-US" sz="1400">
                      <a:latin typeface="Times New Roman" panose="02020603050405020304" pitchFamily="18" charset="0"/>
                    </a:rPr>
                    <a:t>b</a:t>
                  </a:r>
                </a:p>
              </p:txBody>
            </p:sp>
            <p:sp>
              <p:nvSpPr>
                <p:cNvPr id="193564" name="Text Box 28"/>
                <p:cNvSpPr txBox="1">
                  <a:spLocks noChangeArrowheads="1"/>
                </p:cNvSpPr>
                <p:nvPr/>
              </p:nvSpPr>
              <p:spPr bwMode="auto">
                <a:xfrm>
                  <a:off x="4021" y="2197"/>
                  <a:ext cx="227"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000">
                      <a:latin typeface="Times New Roman" panose="02020603050405020304" pitchFamily="18" charset="0"/>
                    </a:rPr>
                    <a:t>TV</a:t>
                  </a:r>
                </a:p>
              </p:txBody>
            </p:sp>
            <p:sp>
              <p:nvSpPr>
                <p:cNvPr id="193565" name="Text Box 29"/>
                <p:cNvSpPr txBox="1">
                  <a:spLocks noChangeArrowheads="1"/>
                </p:cNvSpPr>
                <p:nvPr/>
              </p:nvSpPr>
              <p:spPr bwMode="auto">
                <a:xfrm>
                  <a:off x="3305" y="1374"/>
                  <a:ext cx="204"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a:latin typeface="Times New Roman" panose="02020603050405020304" pitchFamily="18" charset="0"/>
                    </a:rPr>
                    <a:t>a</a:t>
                  </a:r>
                  <a:r>
                    <a:rPr lang="en-US" altLang="en-US" sz="1400" dirty="0">
                      <a:latin typeface="Arial" panose="020B0604020202020204" pitchFamily="34" charset="0"/>
                    </a:rPr>
                    <a:t>´</a:t>
                  </a:r>
                </a:p>
                <a:p>
                  <a:pPr eaLnBrk="1" hangingPunct="1"/>
                  <a:endParaRPr lang="en-US" altLang="en-US" sz="1400" dirty="0">
                    <a:latin typeface="Times New Roman" panose="02020603050405020304" pitchFamily="18" charset="0"/>
                  </a:endParaRPr>
                </a:p>
              </p:txBody>
            </p:sp>
            <p:sp>
              <p:nvSpPr>
                <p:cNvPr id="193566" name="Text Box 30"/>
                <p:cNvSpPr txBox="1">
                  <a:spLocks noChangeArrowheads="1"/>
                </p:cNvSpPr>
                <p:nvPr/>
              </p:nvSpPr>
              <p:spPr bwMode="auto">
                <a:xfrm>
                  <a:off x="3965" y="924"/>
                  <a:ext cx="210"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a:latin typeface="Times New Roman" panose="02020603050405020304" pitchFamily="18" charset="0"/>
                    </a:rPr>
                    <a:t>b</a:t>
                  </a:r>
                  <a:r>
                    <a:rPr lang="en-US" altLang="en-US" sz="1400" dirty="0">
                      <a:latin typeface="Arial" panose="020B0604020202020204" pitchFamily="34" charset="0"/>
                    </a:rPr>
                    <a:t>´</a:t>
                  </a:r>
                </a:p>
                <a:p>
                  <a:pPr eaLnBrk="1" hangingPunct="1"/>
                  <a:endParaRPr lang="en-US" altLang="en-US" sz="1400" dirty="0">
                    <a:latin typeface="Times New Roman" panose="02020603050405020304" pitchFamily="18" charset="0"/>
                  </a:endParaRPr>
                </a:p>
              </p:txBody>
            </p:sp>
            <p:sp>
              <p:nvSpPr>
                <p:cNvPr id="193567" name="Line 31"/>
                <p:cNvSpPr>
                  <a:spLocks noChangeShapeType="1"/>
                </p:cNvSpPr>
                <p:nvPr/>
              </p:nvSpPr>
              <p:spPr bwMode="auto">
                <a:xfrm>
                  <a:off x="3869" y="1104"/>
                  <a:ext cx="52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193568" name="Text Box 32"/>
              <p:cNvSpPr txBox="1">
                <a:spLocks noChangeArrowheads="1"/>
              </p:cNvSpPr>
              <p:nvPr/>
            </p:nvSpPr>
            <p:spPr bwMode="auto">
              <a:xfrm>
                <a:off x="3648" y="1152"/>
                <a:ext cx="238"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200">
                    <a:latin typeface="Times New Roman" panose="02020603050405020304" pitchFamily="18" charset="0"/>
                  </a:rPr>
                  <a:t>FV</a:t>
                </a:r>
              </a:p>
            </p:txBody>
          </p:sp>
        </p:grpSp>
        <p:sp>
          <p:nvSpPr>
            <p:cNvPr id="193569" name="Text Box 33"/>
            <p:cNvSpPr txBox="1">
              <a:spLocks noChangeArrowheads="1"/>
            </p:cNvSpPr>
            <p:nvPr/>
          </p:nvSpPr>
          <p:spPr bwMode="auto">
            <a:xfrm>
              <a:off x="3552" y="2448"/>
              <a:ext cx="244"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200">
                  <a:latin typeface="Times New Roman" panose="02020603050405020304" pitchFamily="18" charset="0"/>
                </a:rPr>
                <a:t>TV</a:t>
              </a:r>
            </a:p>
          </p:txBody>
        </p:sp>
      </p:grpSp>
      <p:sp>
        <p:nvSpPr>
          <p:cNvPr id="193570" name="Line 34"/>
          <p:cNvSpPr>
            <a:spLocks noChangeShapeType="1"/>
          </p:cNvSpPr>
          <p:nvPr/>
        </p:nvSpPr>
        <p:spPr bwMode="auto">
          <a:xfrm>
            <a:off x="3824288" y="3698875"/>
            <a:ext cx="1435100" cy="0"/>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93571" name="Arc 35"/>
          <p:cNvSpPr>
            <a:spLocks/>
          </p:cNvSpPr>
          <p:nvPr/>
        </p:nvSpPr>
        <p:spPr bwMode="auto">
          <a:xfrm flipV="1">
            <a:off x="4116388" y="3657600"/>
            <a:ext cx="1143000" cy="954088"/>
          </a:xfrm>
          <a:custGeom>
            <a:avLst/>
            <a:gdLst>
              <a:gd name="G0" fmla="+- 0 0 0"/>
              <a:gd name="G1" fmla="+- 16087 0 0"/>
              <a:gd name="G2" fmla="+- 21600 0 0"/>
              <a:gd name="T0" fmla="*/ 14414 w 21600"/>
              <a:gd name="T1" fmla="*/ 0 h 18045"/>
              <a:gd name="T2" fmla="*/ 21511 w 21600"/>
              <a:gd name="T3" fmla="*/ 18045 h 18045"/>
              <a:gd name="T4" fmla="*/ 0 w 21600"/>
              <a:gd name="T5" fmla="*/ 16087 h 18045"/>
            </a:gdLst>
            <a:ahLst/>
            <a:cxnLst>
              <a:cxn ang="0">
                <a:pos x="T0" y="T1"/>
              </a:cxn>
              <a:cxn ang="0">
                <a:pos x="T2" y="T3"/>
              </a:cxn>
              <a:cxn ang="0">
                <a:pos x="T4" y="T5"/>
              </a:cxn>
            </a:cxnLst>
            <a:rect l="0" t="0" r="r" b="b"/>
            <a:pathLst>
              <a:path w="21600" h="18045" fill="none" extrusionOk="0">
                <a:moveTo>
                  <a:pt x="14414" y="-1"/>
                </a:moveTo>
                <a:cubicBezTo>
                  <a:pt x="18986" y="4097"/>
                  <a:pt x="21600" y="9947"/>
                  <a:pt x="21600" y="16087"/>
                </a:cubicBezTo>
                <a:cubicBezTo>
                  <a:pt x="21600" y="16740"/>
                  <a:pt x="21570" y="17394"/>
                  <a:pt x="21511" y="18045"/>
                </a:cubicBezTo>
              </a:path>
              <a:path w="21600" h="18045" stroke="0" extrusionOk="0">
                <a:moveTo>
                  <a:pt x="14414" y="-1"/>
                </a:moveTo>
                <a:cubicBezTo>
                  <a:pt x="18986" y="4097"/>
                  <a:pt x="21600" y="9947"/>
                  <a:pt x="21600" y="16087"/>
                </a:cubicBezTo>
                <a:cubicBezTo>
                  <a:pt x="21600" y="16740"/>
                  <a:pt x="21570" y="17394"/>
                  <a:pt x="21511" y="18045"/>
                </a:cubicBezTo>
                <a:lnTo>
                  <a:pt x="0" y="16087"/>
                </a:lnTo>
                <a:close/>
              </a:path>
            </a:pathLst>
          </a:custGeom>
          <a:noFill/>
          <a:ln w="6350">
            <a:solidFill>
              <a:schemeClr val="accent1"/>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93572" name="Line 36"/>
          <p:cNvSpPr>
            <a:spLocks noChangeShapeType="1"/>
          </p:cNvSpPr>
          <p:nvPr/>
        </p:nvSpPr>
        <p:spPr bwMode="auto">
          <a:xfrm rot="101924" flipV="1">
            <a:off x="3887788" y="1933575"/>
            <a:ext cx="1371600" cy="685800"/>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93573" name="Text Box 37"/>
          <p:cNvSpPr txBox="1">
            <a:spLocks noChangeArrowheads="1"/>
          </p:cNvSpPr>
          <p:nvPr/>
        </p:nvSpPr>
        <p:spPr bwMode="auto">
          <a:xfrm>
            <a:off x="5211763" y="3543300"/>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lang="en-US" altLang="en-US" sz="1400" dirty="0">
                <a:latin typeface="Times New Roman" panose="02020603050405020304" pitchFamily="18" charset="0"/>
              </a:rPr>
              <a:t>b</a:t>
            </a:r>
            <a:r>
              <a:rPr lang="en-US" altLang="en-US" sz="1400" baseline="-25000" dirty="0">
                <a:latin typeface="Times New Roman" panose="02020603050405020304" pitchFamily="18" charset="0"/>
              </a:rPr>
              <a:t>2</a:t>
            </a:r>
          </a:p>
        </p:txBody>
      </p:sp>
      <p:sp>
        <p:nvSpPr>
          <p:cNvPr id="193574" name="Text Box 38"/>
          <p:cNvSpPr txBox="1">
            <a:spLocks noChangeArrowheads="1"/>
          </p:cNvSpPr>
          <p:nvPr/>
        </p:nvSpPr>
        <p:spPr bwMode="auto">
          <a:xfrm>
            <a:off x="5164138" y="1638302"/>
            <a:ext cx="39305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a:latin typeface="Times New Roman" panose="02020603050405020304" pitchFamily="18" charset="0"/>
              </a:rPr>
              <a:t>b</a:t>
            </a:r>
            <a:r>
              <a:rPr lang="en-US" altLang="en-US" sz="1400" baseline="-25000" dirty="0">
                <a:latin typeface="Times New Roman" panose="02020603050405020304" pitchFamily="18" charset="0"/>
              </a:rPr>
              <a:t>1</a:t>
            </a:r>
            <a:r>
              <a:rPr lang="en-US" altLang="en-US" sz="1400" dirty="0">
                <a:latin typeface="Arial" panose="020B0604020202020204" pitchFamily="34" charset="0"/>
              </a:rPr>
              <a:t>´</a:t>
            </a:r>
          </a:p>
          <a:p>
            <a:pPr eaLnBrk="1" hangingPunct="1"/>
            <a:endParaRPr lang="en-US" altLang="en-US" sz="1400" dirty="0">
              <a:latin typeface="Times New Roman" panose="02020603050405020304" pitchFamily="18" charset="0"/>
            </a:endParaRPr>
          </a:p>
        </p:txBody>
      </p:sp>
      <p:sp>
        <p:nvSpPr>
          <p:cNvPr id="193575" name="Text Box 39"/>
          <p:cNvSpPr txBox="1">
            <a:spLocks noChangeArrowheads="1"/>
          </p:cNvSpPr>
          <p:nvPr/>
        </p:nvSpPr>
        <p:spPr bwMode="auto">
          <a:xfrm>
            <a:off x="4500565" y="2224090"/>
            <a:ext cx="352425"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200" i="1">
                <a:latin typeface="Times New Roman" panose="02020603050405020304" pitchFamily="18" charset="0"/>
              </a:rPr>
              <a:t>TL</a:t>
            </a:r>
          </a:p>
        </p:txBody>
      </p:sp>
      <p:grpSp>
        <p:nvGrpSpPr>
          <p:cNvPr id="193576" name="Group 40"/>
          <p:cNvGrpSpPr>
            <a:grpSpLocks/>
          </p:cNvGrpSpPr>
          <p:nvPr/>
        </p:nvGrpSpPr>
        <p:grpSpPr bwMode="auto">
          <a:xfrm>
            <a:off x="152400" y="1352550"/>
            <a:ext cx="2628900" cy="3448050"/>
            <a:chOff x="528" y="768"/>
            <a:chExt cx="1656" cy="2172"/>
          </a:xfrm>
        </p:grpSpPr>
        <p:sp>
          <p:nvSpPr>
            <p:cNvPr id="193577" name="Rectangle 41"/>
            <p:cNvSpPr>
              <a:spLocks noChangeArrowheads="1"/>
            </p:cNvSpPr>
            <p:nvPr/>
          </p:nvSpPr>
          <p:spPr bwMode="auto">
            <a:xfrm>
              <a:off x="812" y="796"/>
              <a:ext cx="1192" cy="1079"/>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93578" name="Rectangle 42"/>
            <p:cNvSpPr>
              <a:spLocks noChangeArrowheads="1"/>
            </p:cNvSpPr>
            <p:nvPr/>
          </p:nvSpPr>
          <p:spPr bwMode="auto">
            <a:xfrm>
              <a:off x="812" y="1861"/>
              <a:ext cx="1192" cy="1079"/>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93579" name="Line 43"/>
            <p:cNvSpPr>
              <a:spLocks noChangeShapeType="1"/>
            </p:cNvSpPr>
            <p:nvPr/>
          </p:nvSpPr>
          <p:spPr bwMode="auto">
            <a:xfrm>
              <a:off x="642" y="1861"/>
              <a:ext cx="147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93580" name="Text Box 44"/>
            <p:cNvSpPr txBox="1">
              <a:spLocks noChangeArrowheads="1"/>
            </p:cNvSpPr>
            <p:nvPr/>
          </p:nvSpPr>
          <p:spPr bwMode="auto">
            <a:xfrm>
              <a:off x="528" y="1699"/>
              <a:ext cx="19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rPr>
                <a:t>X</a:t>
              </a:r>
            </a:p>
          </p:txBody>
        </p:sp>
        <p:sp>
          <p:nvSpPr>
            <p:cNvPr id="193581" name="Text Box 45"/>
            <p:cNvSpPr txBox="1">
              <a:spLocks noChangeArrowheads="1"/>
            </p:cNvSpPr>
            <p:nvPr/>
          </p:nvSpPr>
          <p:spPr bwMode="auto">
            <a:xfrm>
              <a:off x="1986" y="1710"/>
              <a:ext cx="19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rPr>
                <a:t>Y</a:t>
              </a:r>
            </a:p>
          </p:txBody>
        </p:sp>
        <p:sp>
          <p:nvSpPr>
            <p:cNvPr id="193582" name="Line 46"/>
            <p:cNvSpPr>
              <a:spLocks noChangeShapeType="1"/>
            </p:cNvSpPr>
            <p:nvPr/>
          </p:nvSpPr>
          <p:spPr bwMode="auto">
            <a:xfrm>
              <a:off x="982" y="1478"/>
              <a:ext cx="0" cy="738"/>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endParaRPr lang="en-IN"/>
            </a:p>
          </p:txBody>
        </p:sp>
        <p:sp>
          <p:nvSpPr>
            <p:cNvPr id="193583" name="Line 47"/>
            <p:cNvSpPr>
              <a:spLocks noChangeShapeType="1"/>
            </p:cNvSpPr>
            <p:nvPr/>
          </p:nvSpPr>
          <p:spPr bwMode="auto">
            <a:xfrm>
              <a:off x="1613" y="1074"/>
              <a:ext cx="0" cy="1761"/>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endParaRPr lang="en-IN"/>
            </a:p>
          </p:txBody>
        </p:sp>
        <p:sp>
          <p:nvSpPr>
            <p:cNvPr id="193584" name="Line 48"/>
            <p:cNvSpPr>
              <a:spLocks noChangeShapeType="1"/>
            </p:cNvSpPr>
            <p:nvPr/>
          </p:nvSpPr>
          <p:spPr bwMode="auto">
            <a:xfrm flipV="1">
              <a:off x="975" y="1121"/>
              <a:ext cx="625" cy="416"/>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93585" name="Line 49"/>
            <p:cNvSpPr>
              <a:spLocks noChangeShapeType="1"/>
            </p:cNvSpPr>
            <p:nvPr/>
          </p:nvSpPr>
          <p:spPr bwMode="auto">
            <a:xfrm>
              <a:off x="982" y="2216"/>
              <a:ext cx="631" cy="568"/>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93586" name="Line 50"/>
            <p:cNvSpPr>
              <a:spLocks noChangeShapeType="1"/>
            </p:cNvSpPr>
            <p:nvPr/>
          </p:nvSpPr>
          <p:spPr bwMode="auto">
            <a:xfrm>
              <a:off x="982" y="1535"/>
              <a:ext cx="795" cy="0"/>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endParaRPr lang="en-IN"/>
            </a:p>
          </p:txBody>
        </p:sp>
        <p:sp>
          <p:nvSpPr>
            <p:cNvPr id="193587" name="Line 51"/>
            <p:cNvSpPr>
              <a:spLocks noChangeShapeType="1"/>
            </p:cNvSpPr>
            <p:nvPr/>
          </p:nvSpPr>
          <p:spPr bwMode="auto">
            <a:xfrm>
              <a:off x="968" y="2216"/>
              <a:ext cx="1024" cy="0"/>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endParaRPr lang="en-IN"/>
            </a:p>
          </p:txBody>
        </p:sp>
        <p:sp>
          <p:nvSpPr>
            <p:cNvPr id="193588" name="Text Box 52"/>
            <p:cNvSpPr txBox="1">
              <a:spLocks noChangeArrowheads="1"/>
            </p:cNvSpPr>
            <p:nvPr/>
          </p:nvSpPr>
          <p:spPr bwMode="auto">
            <a:xfrm>
              <a:off x="1061" y="1375"/>
              <a:ext cx="24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cs typeface="Times New Roman" panose="02020603050405020304" pitchFamily="18" charset="0"/>
                  <a:sym typeface="Symbol" panose="05050102010706020507" pitchFamily="18" charset="2"/>
                </a:rPr>
                <a:t>  </a:t>
              </a:r>
            </a:p>
          </p:txBody>
        </p:sp>
        <p:sp>
          <p:nvSpPr>
            <p:cNvPr id="193589" name="Text Box 53"/>
            <p:cNvSpPr txBox="1">
              <a:spLocks noChangeArrowheads="1"/>
            </p:cNvSpPr>
            <p:nvPr/>
          </p:nvSpPr>
          <p:spPr bwMode="auto">
            <a:xfrm>
              <a:off x="1063" y="2169"/>
              <a:ext cx="17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cs typeface="Times New Roman" panose="02020603050405020304" pitchFamily="18" charset="0"/>
                  <a:sym typeface="Symbol" panose="05050102010706020507" pitchFamily="18" charset="2"/>
                </a:rPr>
                <a:t></a:t>
              </a:r>
            </a:p>
          </p:txBody>
        </p:sp>
        <p:sp>
          <p:nvSpPr>
            <p:cNvPr id="193590" name="Text Box 54"/>
            <p:cNvSpPr txBox="1">
              <a:spLocks noChangeArrowheads="1"/>
            </p:cNvSpPr>
            <p:nvPr/>
          </p:nvSpPr>
          <p:spPr bwMode="auto">
            <a:xfrm>
              <a:off x="812" y="2670"/>
              <a:ext cx="35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a:latin typeface="Times New Roman" panose="02020603050405020304" pitchFamily="18" charset="0"/>
                </a:rPr>
                <a:t>H.P.</a:t>
              </a:r>
            </a:p>
          </p:txBody>
        </p:sp>
        <p:sp>
          <p:nvSpPr>
            <p:cNvPr id="193591" name="Text Box 55"/>
            <p:cNvSpPr txBox="1">
              <a:spLocks noChangeArrowheads="1"/>
            </p:cNvSpPr>
            <p:nvPr/>
          </p:nvSpPr>
          <p:spPr bwMode="auto">
            <a:xfrm>
              <a:off x="791" y="768"/>
              <a:ext cx="3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a:latin typeface="Times New Roman" panose="02020603050405020304" pitchFamily="18" charset="0"/>
                </a:rPr>
                <a:t>V.P.</a:t>
              </a:r>
            </a:p>
          </p:txBody>
        </p:sp>
        <p:sp>
          <p:nvSpPr>
            <p:cNvPr id="193592" name="Text Box 56"/>
            <p:cNvSpPr txBox="1">
              <a:spLocks noChangeArrowheads="1"/>
            </p:cNvSpPr>
            <p:nvPr/>
          </p:nvSpPr>
          <p:spPr bwMode="auto">
            <a:xfrm>
              <a:off x="893" y="2160"/>
              <a:ext cx="16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rPr>
                <a:t>a</a:t>
              </a:r>
            </a:p>
          </p:txBody>
        </p:sp>
        <p:sp>
          <p:nvSpPr>
            <p:cNvPr id="193593" name="Text Box 57"/>
            <p:cNvSpPr txBox="1">
              <a:spLocks noChangeArrowheads="1"/>
            </p:cNvSpPr>
            <p:nvPr/>
          </p:nvSpPr>
          <p:spPr bwMode="auto">
            <a:xfrm>
              <a:off x="1463" y="2712"/>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lang="en-US" altLang="en-US" sz="1400">
                  <a:latin typeface="Times New Roman" panose="02020603050405020304" pitchFamily="18" charset="0"/>
                </a:rPr>
                <a:t>b</a:t>
              </a:r>
            </a:p>
          </p:txBody>
        </p:sp>
        <p:sp>
          <p:nvSpPr>
            <p:cNvPr id="193594" name="Text Box 58"/>
            <p:cNvSpPr txBox="1">
              <a:spLocks noChangeArrowheads="1"/>
            </p:cNvSpPr>
            <p:nvPr/>
          </p:nvSpPr>
          <p:spPr bwMode="auto">
            <a:xfrm>
              <a:off x="1085" y="1152"/>
              <a:ext cx="259"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rPr>
                <a:t>FV</a:t>
              </a:r>
            </a:p>
          </p:txBody>
        </p:sp>
        <p:sp>
          <p:nvSpPr>
            <p:cNvPr id="193595" name="Text Box 59"/>
            <p:cNvSpPr txBox="1">
              <a:spLocks noChangeArrowheads="1"/>
            </p:cNvSpPr>
            <p:nvPr/>
          </p:nvSpPr>
          <p:spPr bwMode="auto">
            <a:xfrm>
              <a:off x="1085" y="2448"/>
              <a:ext cx="265"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rPr>
                <a:t>TV</a:t>
              </a:r>
            </a:p>
          </p:txBody>
        </p:sp>
        <p:sp>
          <p:nvSpPr>
            <p:cNvPr id="193596" name="Text Box 60"/>
            <p:cNvSpPr txBox="1">
              <a:spLocks noChangeArrowheads="1"/>
            </p:cNvSpPr>
            <p:nvPr/>
          </p:nvSpPr>
          <p:spPr bwMode="auto">
            <a:xfrm>
              <a:off x="857" y="1374"/>
              <a:ext cx="204"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a:latin typeface="Times New Roman" panose="02020603050405020304" pitchFamily="18" charset="0"/>
                </a:rPr>
                <a:t>a</a:t>
              </a:r>
              <a:r>
                <a:rPr lang="en-US" altLang="en-US" sz="1400" dirty="0">
                  <a:latin typeface="Arial" panose="020B0604020202020204" pitchFamily="34" charset="0"/>
                </a:rPr>
                <a:t>´</a:t>
              </a:r>
            </a:p>
            <a:p>
              <a:pPr eaLnBrk="1" hangingPunct="1"/>
              <a:endParaRPr lang="en-US" altLang="en-US" sz="1400" dirty="0">
                <a:latin typeface="Times New Roman" panose="02020603050405020304" pitchFamily="18" charset="0"/>
              </a:endParaRPr>
            </a:p>
          </p:txBody>
        </p:sp>
        <p:sp>
          <p:nvSpPr>
            <p:cNvPr id="193597" name="Text Box 61"/>
            <p:cNvSpPr txBox="1">
              <a:spLocks noChangeArrowheads="1"/>
            </p:cNvSpPr>
            <p:nvPr/>
          </p:nvSpPr>
          <p:spPr bwMode="auto">
            <a:xfrm>
              <a:off x="1517" y="960"/>
              <a:ext cx="210"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a:latin typeface="Times New Roman" panose="02020603050405020304" pitchFamily="18" charset="0"/>
                </a:rPr>
                <a:t>b</a:t>
              </a:r>
              <a:r>
                <a:rPr lang="en-US" altLang="en-US" sz="1400" dirty="0">
                  <a:latin typeface="Arial" panose="020B0604020202020204" pitchFamily="34" charset="0"/>
                </a:rPr>
                <a:t>´</a:t>
              </a:r>
            </a:p>
            <a:p>
              <a:pPr eaLnBrk="1" hangingPunct="1"/>
              <a:endParaRPr lang="en-US" altLang="en-US" sz="1400" dirty="0">
                <a:latin typeface="Times New Roman" panose="02020603050405020304" pitchFamily="18" charset="0"/>
              </a:endParaRPr>
            </a:p>
          </p:txBody>
        </p:sp>
        <p:sp>
          <p:nvSpPr>
            <p:cNvPr id="193598" name="Line 62"/>
            <p:cNvSpPr>
              <a:spLocks noChangeShapeType="1"/>
            </p:cNvSpPr>
            <p:nvPr/>
          </p:nvSpPr>
          <p:spPr bwMode="auto">
            <a:xfrm>
              <a:off x="1421" y="1104"/>
              <a:ext cx="52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193599" name="Text Box 63"/>
          <p:cNvSpPr txBox="1">
            <a:spLocks noChangeArrowheads="1"/>
          </p:cNvSpPr>
          <p:nvPr/>
        </p:nvSpPr>
        <p:spPr bwMode="auto">
          <a:xfrm>
            <a:off x="-30162" y="5132456"/>
            <a:ext cx="2962652" cy="156966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1" hangingPunct="1"/>
            <a:r>
              <a:rPr lang="en-US" altLang="en-US" sz="1600" i="1" dirty="0">
                <a:latin typeface="Arial" panose="020B0604020202020204" pitchFamily="34" charset="0"/>
              </a:rPr>
              <a:t>Here TV (ab) is not // to XY line</a:t>
            </a:r>
          </a:p>
          <a:p>
            <a:pPr algn="ctr" eaLnBrk="1" hangingPunct="1"/>
            <a:r>
              <a:rPr lang="en-US" altLang="en-US" sz="1600" i="1" dirty="0">
                <a:latin typeface="Arial" panose="020B0604020202020204" pitchFamily="34" charset="0"/>
              </a:rPr>
              <a:t>Hence it’s corresponding FV</a:t>
            </a:r>
          </a:p>
          <a:p>
            <a:pPr algn="ctr" eaLnBrk="1" hangingPunct="1"/>
            <a:r>
              <a:rPr lang="en-US" altLang="en-US" sz="1600" i="1" dirty="0">
                <a:latin typeface="Arial" panose="020B0604020202020204" pitchFamily="34" charset="0"/>
              </a:rPr>
              <a:t>a’ b’ is </a:t>
            </a:r>
            <a:r>
              <a:rPr lang="en-US" altLang="en-US" sz="1600" i="1" dirty="0">
                <a:solidFill>
                  <a:srgbClr val="FF3300"/>
                </a:solidFill>
                <a:latin typeface="Arial" panose="020B0604020202020204" pitchFamily="34" charset="0"/>
              </a:rPr>
              <a:t>not</a:t>
            </a:r>
            <a:r>
              <a:rPr lang="en-US" altLang="en-US" sz="1600" i="1" dirty="0">
                <a:latin typeface="Arial" panose="020B0604020202020204" pitchFamily="34" charset="0"/>
              </a:rPr>
              <a:t> showing </a:t>
            </a:r>
          </a:p>
          <a:p>
            <a:pPr algn="ctr" eaLnBrk="1" hangingPunct="1"/>
            <a:r>
              <a:rPr lang="en-US" altLang="en-US" sz="1600" i="1" dirty="0">
                <a:solidFill>
                  <a:srgbClr val="FF3300"/>
                </a:solidFill>
                <a:latin typeface="Arial" panose="020B0604020202020204" pitchFamily="34" charset="0"/>
              </a:rPr>
              <a:t>True Length &amp; </a:t>
            </a:r>
          </a:p>
          <a:p>
            <a:pPr algn="ctr" eaLnBrk="1" hangingPunct="1"/>
            <a:r>
              <a:rPr lang="en-US" altLang="en-US" sz="1600" i="1" dirty="0">
                <a:solidFill>
                  <a:srgbClr val="FF3300"/>
                </a:solidFill>
                <a:latin typeface="Arial" panose="020B0604020202020204" pitchFamily="34" charset="0"/>
              </a:rPr>
              <a:t>True Inclination with HP</a:t>
            </a:r>
            <a:r>
              <a:rPr lang="en-US" altLang="en-US" sz="1600" i="1" dirty="0">
                <a:latin typeface="Arial" panose="020B0604020202020204" pitchFamily="34" charset="0"/>
              </a:rPr>
              <a:t>.</a:t>
            </a:r>
          </a:p>
        </p:txBody>
      </p:sp>
      <p:sp>
        <p:nvSpPr>
          <p:cNvPr id="193600" name="AutoShape 64"/>
          <p:cNvSpPr>
            <a:spLocks noChangeArrowheads="1"/>
          </p:cNvSpPr>
          <p:nvPr/>
        </p:nvSpPr>
        <p:spPr bwMode="auto">
          <a:xfrm rot="5400000">
            <a:off x="1353763" y="4910515"/>
            <a:ext cx="327708" cy="139631"/>
          </a:xfrm>
          <a:prstGeom prst="leftArrow">
            <a:avLst>
              <a:gd name="adj1" fmla="val 50000"/>
              <a:gd name="adj2" fmla="val 625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anchor="ctr"/>
          <a:lstStyle/>
          <a:p>
            <a:pPr algn="ctr" eaLnBrk="1" hangingPunct="1"/>
            <a:endParaRPr lang="en-US" altLang="en-US">
              <a:latin typeface="Times New Roman" panose="02020603050405020304" pitchFamily="18" charset="0"/>
            </a:endParaRPr>
          </a:p>
        </p:txBody>
      </p:sp>
      <p:sp>
        <p:nvSpPr>
          <p:cNvPr id="193601" name="Text Box 65"/>
          <p:cNvSpPr txBox="1">
            <a:spLocks noChangeArrowheads="1"/>
          </p:cNvSpPr>
          <p:nvPr/>
        </p:nvSpPr>
        <p:spPr bwMode="auto">
          <a:xfrm>
            <a:off x="2934674" y="4978400"/>
            <a:ext cx="2720618" cy="181588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altLang="en-US" sz="1600" i="1" dirty="0">
                <a:latin typeface="Arial" panose="020B0604020202020204" pitchFamily="34" charset="0"/>
              </a:rPr>
              <a:t>In this sketch, TV is rotated </a:t>
            </a:r>
          </a:p>
          <a:p>
            <a:pPr algn="ctr" eaLnBrk="1" hangingPunct="1"/>
            <a:r>
              <a:rPr lang="en-US" altLang="en-US" sz="1600" i="1" dirty="0">
                <a:latin typeface="Arial" panose="020B0604020202020204" pitchFamily="34" charset="0"/>
              </a:rPr>
              <a:t>and made // to XY line. </a:t>
            </a:r>
          </a:p>
          <a:p>
            <a:pPr algn="ctr" eaLnBrk="1" hangingPunct="1"/>
            <a:r>
              <a:rPr lang="en-US" altLang="en-US" sz="1600" i="1" dirty="0">
                <a:latin typeface="Arial" panose="020B0604020202020204" pitchFamily="34" charset="0"/>
              </a:rPr>
              <a:t>Hence it’s corresponding </a:t>
            </a:r>
          </a:p>
          <a:p>
            <a:pPr algn="ctr" eaLnBrk="1" hangingPunct="1"/>
            <a:r>
              <a:rPr lang="en-US" altLang="en-US" sz="1600" i="1" dirty="0">
                <a:latin typeface="Arial" panose="020B0604020202020204" pitchFamily="34" charset="0"/>
              </a:rPr>
              <a:t>FV,  a’ b</a:t>
            </a:r>
            <a:r>
              <a:rPr lang="en-US" altLang="en-US" sz="1600" i="1" baseline="-25000" dirty="0">
                <a:latin typeface="Arial" panose="020B0604020202020204" pitchFamily="34" charset="0"/>
              </a:rPr>
              <a:t>1</a:t>
            </a:r>
            <a:r>
              <a:rPr lang="en-US" altLang="en-US" sz="1600" i="1" dirty="0">
                <a:latin typeface="Arial" panose="020B0604020202020204" pitchFamily="34" charset="0"/>
              </a:rPr>
              <a:t>’</a:t>
            </a:r>
            <a:r>
              <a:rPr lang="en-US" altLang="en-US" sz="1600" i="1" baseline="-25000" dirty="0">
                <a:latin typeface="Arial" panose="020B0604020202020204" pitchFamily="34" charset="0"/>
              </a:rPr>
              <a:t> </a:t>
            </a:r>
            <a:r>
              <a:rPr lang="en-US" altLang="en-US" sz="1600" i="1" dirty="0">
                <a:latin typeface="Arial" panose="020B0604020202020204" pitchFamily="34" charset="0"/>
              </a:rPr>
              <a:t>is showing </a:t>
            </a:r>
          </a:p>
          <a:p>
            <a:pPr algn="ctr" eaLnBrk="1" hangingPunct="1"/>
            <a:r>
              <a:rPr lang="en-US" altLang="en-US" sz="1600" i="1" dirty="0">
                <a:solidFill>
                  <a:srgbClr val="FF3300"/>
                </a:solidFill>
                <a:latin typeface="Arial" panose="020B0604020202020204" pitchFamily="34" charset="0"/>
              </a:rPr>
              <a:t>True Length </a:t>
            </a:r>
          </a:p>
          <a:p>
            <a:pPr algn="ctr" eaLnBrk="1" hangingPunct="1"/>
            <a:r>
              <a:rPr lang="en-US" altLang="en-US" sz="1600" i="1" dirty="0">
                <a:solidFill>
                  <a:srgbClr val="FF3300"/>
                </a:solidFill>
                <a:latin typeface="Arial" panose="020B0604020202020204" pitchFamily="34" charset="0"/>
              </a:rPr>
              <a:t>&amp; </a:t>
            </a:r>
          </a:p>
          <a:p>
            <a:pPr algn="ctr" eaLnBrk="1" hangingPunct="1"/>
            <a:r>
              <a:rPr lang="en-US" altLang="en-US" sz="1600" i="1" dirty="0">
                <a:solidFill>
                  <a:srgbClr val="FF3300"/>
                </a:solidFill>
                <a:latin typeface="Arial" panose="020B0604020202020204" pitchFamily="34" charset="0"/>
              </a:rPr>
              <a:t>True Inclination with HP.</a:t>
            </a:r>
          </a:p>
        </p:txBody>
      </p:sp>
      <p:sp>
        <p:nvSpPr>
          <p:cNvPr id="193602" name="AutoShape 66"/>
          <p:cNvSpPr>
            <a:spLocks noChangeArrowheads="1"/>
          </p:cNvSpPr>
          <p:nvPr/>
        </p:nvSpPr>
        <p:spPr bwMode="auto">
          <a:xfrm rot="5400000">
            <a:off x="4264981" y="4819947"/>
            <a:ext cx="340317" cy="152400"/>
          </a:xfrm>
          <a:prstGeom prst="leftArrow">
            <a:avLst>
              <a:gd name="adj1" fmla="val 50000"/>
              <a:gd name="adj2" fmla="val 57692"/>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93603" name="Line 67"/>
          <p:cNvSpPr>
            <a:spLocks noChangeShapeType="1"/>
          </p:cNvSpPr>
          <p:nvPr/>
        </p:nvSpPr>
        <p:spPr bwMode="auto">
          <a:xfrm>
            <a:off x="7794625" y="1497013"/>
            <a:ext cx="0" cy="3059112"/>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endParaRPr lang="en-IN"/>
          </a:p>
        </p:txBody>
      </p:sp>
      <p:sp>
        <p:nvSpPr>
          <p:cNvPr id="193604" name="Line 68"/>
          <p:cNvSpPr>
            <a:spLocks noChangeShapeType="1"/>
          </p:cNvSpPr>
          <p:nvPr/>
        </p:nvSpPr>
        <p:spPr bwMode="auto">
          <a:xfrm flipV="1">
            <a:off x="6870702" y="1849440"/>
            <a:ext cx="923925" cy="706437"/>
          </a:xfrm>
          <a:prstGeom prst="line">
            <a:avLst/>
          </a:prstGeom>
          <a:noFill/>
          <a:ln w="28575">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nvGrpSpPr>
          <p:cNvPr id="193605" name="Group 69"/>
          <p:cNvGrpSpPr>
            <a:grpSpLocks/>
          </p:cNvGrpSpPr>
          <p:nvPr/>
        </p:nvGrpSpPr>
        <p:grpSpPr bwMode="auto">
          <a:xfrm>
            <a:off x="6767515" y="2555875"/>
            <a:ext cx="1538287" cy="1060450"/>
            <a:chOff x="4263" y="1610"/>
            <a:chExt cx="969" cy="668"/>
          </a:xfrm>
        </p:grpSpPr>
        <p:sp>
          <p:nvSpPr>
            <p:cNvPr id="193606" name="Line 70"/>
            <p:cNvSpPr>
              <a:spLocks noChangeShapeType="1"/>
            </p:cNvSpPr>
            <p:nvPr/>
          </p:nvSpPr>
          <p:spPr bwMode="auto">
            <a:xfrm>
              <a:off x="4328" y="1610"/>
              <a:ext cx="840" cy="0"/>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endParaRPr lang="en-IN"/>
            </a:p>
          </p:txBody>
        </p:sp>
        <p:sp>
          <p:nvSpPr>
            <p:cNvPr id="193607" name="Line 71"/>
            <p:cNvSpPr>
              <a:spLocks noChangeShapeType="1"/>
            </p:cNvSpPr>
            <p:nvPr/>
          </p:nvSpPr>
          <p:spPr bwMode="auto">
            <a:xfrm>
              <a:off x="4263" y="2278"/>
              <a:ext cx="969" cy="0"/>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endParaRPr lang="en-IN"/>
            </a:p>
          </p:txBody>
        </p:sp>
      </p:grpSp>
      <p:sp>
        <p:nvSpPr>
          <p:cNvPr id="193608" name="Line 72"/>
          <p:cNvSpPr>
            <a:spLocks noChangeShapeType="1"/>
          </p:cNvSpPr>
          <p:nvPr/>
        </p:nvSpPr>
        <p:spPr bwMode="auto">
          <a:xfrm>
            <a:off x="7280275" y="1849438"/>
            <a:ext cx="1085850" cy="0"/>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endParaRPr lang="en-IN"/>
          </a:p>
        </p:txBody>
      </p:sp>
      <p:sp>
        <p:nvSpPr>
          <p:cNvPr id="193609" name="Line 73"/>
          <p:cNvSpPr>
            <a:spLocks noChangeShapeType="1"/>
          </p:cNvSpPr>
          <p:nvPr/>
        </p:nvSpPr>
        <p:spPr bwMode="auto">
          <a:xfrm>
            <a:off x="7075490" y="4556125"/>
            <a:ext cx="1368425" cy="0"/>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endParaRPr lang="en-IN"/>
          </a:p>
        </p:txBody>
      </p:sp>
      <p:sp>
        <p:nvSpPr>
          <p:cNvPr id="193610" name="Arc 74"/>
          <p:cNvSpPr>
            <a:spLocks/>
          </p:cNvSpPr>
          <p:nvPr/>
        </p:nvSpPr>
        <p:spPr bwMode="auto">
          <a:xfrm>
            <a:off x="6924677" y="1847852"/>
            <a:ext cx="1089025" cy="752475"/>
          </a:xfrm>
          <a:custGeom>
            <a:avLst/>
            <a:gdLst>
              <a:gd name="G0" fmla="+- 0 0 0"/>
              <a:gd name="G1" fmla="+- 12982 0 0"/>
              <a:gd name="G2" fmla="+- 21600 0 0"/>
              <a:gd name="T0" fmla="*/ 17263 w 21597"/>
              <a:gd name="T1" fmla="*/ 0 h 12982"/>
              <a:gd name="T2" fmla="*/ 21597 w 21597"/>
              <a:gd name="T3" fmla="*/ 12599 h 12982"/>
              <a:gd name="T4" fmla="*/ 0 w 21597"/>
              <a:gd name="T5" fmla="*/ 12982 h 12982"/>
            </a:gdLst>
            <a:ahLst/>
            <a:cxnLst>
              <a:cxn ang="0">
                <a:pos x="T0" y="T1"/>
              </a:cxn>
              <a:cxn ang="0">
                <a:pos x="T2" y="T3"/>
              </a:cxn>
              <a:cxn ang="0">
                <a:pos x="T4" y="T5"/>
              </a:cxn>
            </a:cxnLst>
            <a:rect l="0" t="0" r="r" b="b"/>
            <a:pathLst>
              <a:path w="21597" h="12982" fill="none" extrusionOk="0">
                <a:moveTo>
                  <a:pt x="17263" y="-1"/>
                </a:moveTo>
                <a:cubicBezTo>
                  <a:pt x="19999" y="3637"/>
                  <a:pt x="21515" y="8047"/>
                  <a:pt x="21596" y="12599"/>
                </a:cubicBezTo>
              </a:path>
              <a:path w="21597" h="12982" stroke="0" extrusionOk="0">
                <a:moveTo>
                  <a:pt x="17263" y="-1"/>
                </a:moveTo>
                <a:cubicBezTo>
                  <a:pt x="19999" y="3637"/>
                  <a:pt x="21515" y="8047"/>
                  <a:pt x="21596" y="12599"/>
                </a:cubicBezTo>
                <a:lnTo>
                  <a:pt x="0" y="12982"/>
                </a:lnTo>
                <a:close/>
              </a:path>
            </a:pathLst>
          </a:custGeom>
          <a:noFill/>
          <a:ln w="3175">
            <a:solidFill>
              <a:srgbClr val="FF3300"/>
            </a:solidFill>
            <a:round/>
            <a:headEnd type="triangle" w="med" len="me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nvGrpSpPr>
          <p:cNvPr id="193611" name="Group 75"/>
          <p:cNvGrpSpPr>
            <a:grpSpLocks/>
          </p:cNvGrpSpPr>
          <p:nvPr/>
        </p:nvGrpSpPr>
        <p:grpSpPr bwMode="auto">
          <a:xfrm>
            <a:off x="7997827" y="3609975"/>
            <a:ext cx="3175" cy="946150"/>
            <a:chOff x="5038" y="2274"/>
            <a:chExt cx="2" cy="596"/>
          </a:xfrm>
        </p:grpSpPr>
        <p:sp>
          <p:nvSpPr>
            <p:cNvPr id="193612" name="Line 76"/>
            <p:cNvSpPr>
              <a:spLocks noChangeShapeType="1"/>
            </p:cNvSpPr>
            <p:nvPr/>
          </p:nvSpPr>
          <p:spPr bwMode="auto">
            <a:xfrm>
              <a:off x="5040" y="2304"/>
              <a:ext cx="0" cy="566"/>
            </a:xfrm>
            <a:prstGeom prst="line">
              <a:avLst/>
            </a:prstGeom>
            <a:noFill/>
            <a:ln w="63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93613" name="Line 77"/>
            <p:cNvSpPr>
              <a:spLocks noChangeShapeType="1"/>
            </p:cNvSpPr>
            <p:nvPr/>
          </p:nvSpPr>
          <p:spPr bwMode="auto">
            <a:xfrm flipV="1">
              <a:off x="5038" y="2274"/>
              <a:ext cx="0" cy="147"/>
            </a:xfrm>
            <a:prstGeom prst="line">
              <a:avLst/>
            </a:prstGeom>
            <a:noFill/>
            <a:ln w="317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193614" name="Line 78"/>
          <p:cNvSpPr>
            <a:spLocks noChangeShapeType="1"/>
          </p:cNvSpPr>
          <p:nvPr/>
        </p:nvSpPr>
        <p:spPr bwMode="auto">
          <a:xfrm flipH="1" flipV="1">
            <a:off x="7997827" y="2555877"/>
            <a:ext cx="3175" cy="1101725"/>
          </a:xfrm>
          <a:prstGeom prst="line">
            <a:avLst/>
          </a:prstGeom>
          <a:noFill/>
          <a:ln w="952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93615" name="Text Box 79"/>
          <p:cNvSpPr txBox="1">
            <a:spLocks noChangeArrowheads="1"/>
          </p:cNvSpPr>
          <p:nvPr/>
        </p:nvSpPr>
        <p:spPr bwMode="auto">
          <a:xfrm>
            <a:off x="2932490" y="-15131"/>
            <a:ext cx="3045770"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altLang="en-US" sz="1500" b="1" dirty="0">
                <a:solidFill>
                  <a:srgbClr val="FF3300"/>
                </a:solidFill>
                <a:latin typeface="Arial" panose="020B0604020202020204" pitchFamily="34" charset="0"/>
              </a:rPr>
              <a:t>Note the procedure</a:t>
            </a:r>
          </a:p>
          <a:p>
            <a:pPr algn="ctr" eaLnBrk="1" hangingPunct="1"/>
            <a:r>
              <a:rPr lang="en-US" altLang="en-US" sz="1500" b="1" dirty="0">
                <a:latin typeface="Arial" panose="020B0604020202020204" pitchFamily="34" charset="0"/>
              </a:rPr>
              <a:t>When FV &amp; TV known,</a:t>
            </a:r>
          </a:p>
          <a:p>
            <a:pPr algn="ctr" eaLnBrk="1" hangingPunct="1"/>
            <a:r>
              <a:rPr lang="en-US" altLang="en-US" sz="1500" b="1" dirty="0">
                <a:latin typeface="Arial" panose="020B0604020202020204" pitchFamily="34" charset="0"/>
              </a:rPr>
              <a:t>How to find True Length.</a:t>
            </a:r>
          </a:p>
          <a:p>
            <a:pPr algn="ctr" eaLnBrk="1" hangingPunct="1"/>
            <a:r>
              <a:rPr lang="en-US" altLang="en-US" sz="1500" b="1" dirty="0">
                <a:latin typeface="Arial" panose="020B0604020202020204" pitchFamily="34" charset="0"/>
              </a:rPr>
              <a:t>(Views are rotated to determine</a:t>
            </a:r>
          </a:p>
          <a:p>
            <a:pPr algn="ctr" eaLnBrk="1" hangingPunct="1"/>
            <a:r>
              <a:rPr lang="en-US" altLang="en-US" sz="1500" b="1" dirty="0">
                <a:latin typeface="Arial" panose="020B0604020202020204" pitchFamily="34" charset="0"/>
              </a:rPr>
              <a:t>True Length &amp; it’s inclinations</a:t>
            </a:r>
          </a:p>
          <a:p>
            <a:pPr algn="ctr" eaLnBrk="1" hangingPunct="1"/>
            <a:r>
              <a:rPr lang="en-US" altLang="en-US" sz="1500" b="1" dirty="0">
                <a:latin typeface="Arial" panose="020B0604020202020204" pitchFamily="34" charset="0"/>
              </a:rPr>
              <a:t>with HP &amp; VP).</a:t>
            </a:r>
          </a:p>
        </p:txBody>
      </p:sp>
      <p:sp>
        <p:nvSpPr>
          <p:cNvPr id="193616" name="Text Box 80"/>
          <p:cNvSpPr txBox="1">
            <a:spLocks noChangeArrowheads="1"/>
          </p:cNvSpPr>
          <p:nvPr/>
        </p:nvSpPr>
        <p:spPr bwMode="auto">
          <a:xfrm>
            <a:off x="6194663" y="10169"/>
            <a:ext cx="3050579"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altLang="en-US" sz="1500" b="1" dirty="0">
                <a:solidFill>
                  <a:srgbClr val="FF3300"/>
                </a:solidFill>
                <a:latin typeface="Arial" panose="020B0604020202020204" pitchFamily="34" charset="0"/>
              </a:rPr>
              <a:t>Note the procedure</a:t>
            </a:r>
          </a:p>
          <a:p>
            <a:pPr algn="ctr" eaLnBrk="1" hangingPunct="1"/>
            <a:r>
              <a:rPr lang="en-US" altLang="en-US" sz="1500" b="1" dirty="0">
                <a:latin typeface="Arial" panose="020B0604020202020204" pitchFamily="34" charset="0"/>
              </a:rPr>
              <a:t>When True Length is known,</a:t>
            </a:r>
          </a:p>
          <a:p>
            <a:pPr algn="ctr" eaLnBrk="1" hangingPunct="1"/>
            <a:r>
              <a:rPr lang="en-US" altLang="en-US" sz="1500" b="1" dirty="0">
                <a:latin typeface="Arial" panose="020B0604020202020204" pitchFamily="34" charset="0"/>
              </a:rPr>
              <a:t>How to locate FV &amp; TV.</a:t>
            </a:r>
          </a:p>
          <a:p>
            <a:pPr algn="ctr" eaLnBrk="1" hangingPunct="1"/>
            <a:r>
              <a:rPr lang="en-US" altLang="en-US" sz="1500" b="1" dirty="0">
                <a:latin typeface="Arial" panose="020B0604020202020204" pitchFamily="34" charset="0"/>
              </a:rPr>
              <a:t>(Component </a:t>
            </a:r>
            <a:r>
              <a:rPr lang="en-US" altLang="en-US" sz="1500" b="1" dirty="0">
                <a:solidFill>
                  <a:srgbClr val="FF3300"/>
                </a:solidFill>
                <a:latin typeface="Arial" panose="020B0604020202020204" pitchFamily="34" charset="0"/>
              </a:rPr>
              <a:t>a-1</a:t>
            </a:r>
            <a:r>
              <a:rPr lang="en-US" altLang="en-US" sz="1500" b="1" dirty="0">
                <a:solidFill>
                  <a:schemeClr val="accent2"/>
                </a:solidFill>
                <a:latin typeface="Arial" panose="020B0604020202020204" pitchFamily="34" charset="0"/>
              </a:rPr>
              <a:t> </a:t>
            </a:r>
            <a:r>
              <a:rPr lang="en-US" altLang="en-US" sz="1500" b="1" dirty="0">
                <a:latin typeface="Arial" panose="020B0604020202020204" pitchFamily="34" charset="0"/>
              </a:rPr>
              <a:t>of TL is drawn </a:t>
            </a:r>
          </a:p>
          <a:p>
            <a:pPr algn="ctr" eaLnBrk="1" hangingPunct="1"/>
            <a:r>
              <a:rPr lang="en-US" altLang="en-US" sz="1500" b="1" dirty="0">
                <a:latin typeface="Arial" panose="020B0604020202020204" pitchFamily="34" charset="0"/>
              </a:rPr>
              <a:t>which is further rotated</a:t>
            </a:r>
          </a:p>
          <a:p>
            <a:pPr algn="ctr" eaLnBrk="1" hangingPunct="1"/>
            <a:r>
              <a:rPr lang="en-US" altLang="en-US" sz="1500" b="1" dirty="0">
                <a:latin typeface="Arial" panose="020B0604020202020204" pitchFamily="34" charset="0"/>
              </a:rPr>
              <a:t>to determine </a:t>
            </a:r>
            <a:r>
              <a:rPr lang="en-US" altLang="en-US" sz="1500" b="1" dirty="0">
                <a:solidFill>
                  <a:srgbClr val="FF3300"/>
                </a:solidFill>
                <a:latin typeface="Arial" panose="020B0604020202020204" pitchFamily="34" charset="0"/>
              </a:rPr>
              <a:t>FV</a:t>
            </a:r>
            <a:r>
              <a:rPr lang="en-US" altLang="en-US" sz="1500" b="1" dirty="0">
                <a:solidFill>
                  <a:schemeClr val="accent2"/>
                </a:solidFill>
                <a:latin typeface="Arial" panose="020B0604020202020204" pitchFamily="34" charset="0"/>
              </a:rPr>
              <a:t>)</a:t>
            </a:r>
          </a:p>
        </p:txBody>
      </p:sp>
      <p:sp>
        <p:nvSpPr>
          <p:cNvPr id="193617" name="Text Box 81"/>
          <p:cNvSpPr txBox="1">
            <a:spLocks noChangeArrowheads="1"/>
          </p:cNvSpPr>
          <p:nvPr/>
        </p:nvSpPr>
        <p:spPr bwMode="auto">
          <a:xfrm>
            <a:off x="8081963" y="3355976"/>
            <a:ext cx="2730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Times New Roman" panose="02020603050405020304" pitchFamily="18" charset="0"/>
              </a:rPr>
              <a:t>1</a:t>
            </a:r>
          </a:p>
        </p:txBody>
      </p:sp>
      <p:grpSp>
        <p:nvGrpSpPr>
          <p:cNvPr id="193618" name="Group 82"/>
          <p:cNvGrpSpPr>
            <a:grpSpLocks/>
          </p:cNvGrpSpPr>
          <p:nvPr/>
        </p:nvGrpSpPr>
        <p:grpSpPr bwMode="auto">
          <a:xfrm>
            <a:off x="6635761" y="2203450"/>
            <a:ext cx="323851" cy="1606550"/>
            <a:chOff x="4180" y="1388"/>
            <a:chExt cx="204" cy="1012"/>
          </a:xfrm>
        </p:grpSpPr>
        <p:sp>
          <p:nvSpPr>
            <p:cNvPr id="193619" name="Line 83"/>
            <p:cNvSpPr>
              <a:spLocks noChangeShapeType="1"/>
            </p:cNvSpPr>
            <p:nvPr/>
          </p:nvSpPr>
          <p:spPr bwMode="auto">
            <a:xfrm>
              <a:off x="4328" y="1388"/>
              <a:ext cx="0" cy="964"/>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endParaRPr lang="en-IN"/>
            </a:p>
          </p:txBody>
        </p:sp>
        <p:sp>
          <p:nvSpPr>
            <p:cNvPr id="193620" name="Text Box 84"/>
            <p:cNvSpPr txBox="1">
              <a:spLocks noChangeArrowheads="1"/>
            </p:cNvSpPr>
            <p:nvPr/>
          </p:nvSpPr>
          <p:spPr bwMode="auto">
            <a:xfrm>
              <a:off x="4202" y="2208"/>
              <a:ext cx="16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rPr>
                <a:t>a</a:t>
              </a:r>
            </a:p>
          </p:txBody>
        </p:sp>
        <p:sp>
          <p:nvSpPr>
            <p:cNvPr id="193621" name="Text Box 85"/>
            <p:cNvSpPr txBox="1">
              <a:spLocks noChangeArrowheads="1"/>
            </p:cNvSpPr>
            <p:nvPr/>
          </p:nvSpPr>
          <p:spPr bwMode="auto">
            <a:xfrm>
              <a:off x="4180" y="1475"/>
              <a:ext cx="204"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a:latin typeface="Times New Roman" panose="02020603050405020304" pitchFamily="18" charset="0"/>
                </a:rPr>
                <a:t>a</a:t>
              </a:r>
              <a:r>
                <a:rPr lang="en-US" altLang="en-US" sz="1400" dirty="0">
                  <a:latin typeface="Arial" panose="020B0604020202020204" pitchFamily="34" charset="0"/>
                </a:rPr>
                <a:t>´</a:t>
              </a:r>
            </a:p>
            <a:p>
              <a:pPr eaLnBrk="1" hangingPunct="1"/>
              <a:endParaRPr lang="en-US" altLang="en-US" sz="1400" dirty="0">
                <a:latin typeface="Times New Roman" panose="02020603050405020304" pitchFamily="18" charset="0"/>
              </a:endParaRPr>
            </a:p>
          </p:txBody>
        </p:sp>
      </p:grpSp>
      <p:sp>
        <p:nvSpPr>
          <p:cNvPr id="193622" name="Text Box 86"/>
          <p:cNvSpPr txBox="1">
            <a:spLocks noChangeArrowheads="1"/>
          </p:cNvSpPr>
          <p:nvPr/>
        </p:nvSpPr>
        <p:spPr bwMode="auto">
          <a:xfrm>
            <a:off x="7548278" y="1598622"/>
            <a:ext cx="37664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1400" dirty="0">
                <a:latin typeface="Times New Roman" panose="02020603050405020304" pitchFamily="18" charset="0"/>
              </a:rPr>
              <a:t>b</a:t>
            </a:r>
            <a:r>
              <a:rPr lang="en-US" altLang="en-US" sz="1400" dirty="0">
                <a:latin typeface="Arial" panose="020B0604020202020204" pitchFamily="34" charset="0"/>
              </a:rPr>
              <a:t>´</a:t>
            </a:r>
          </a:p>
          <a:p>
            <a:pPr eaLnBrk="1" hangingPunct="1"/>
            <a:endParaRPr lang="en-US" altLang="en-US" sz="1400" dirty="0">
              <a:latin typeface="Times New Roman" panose="02020603050405020304" pitchFamily="18" charset="0"/>
            </a:endParaRPr>
          </a:p>
        </p:txBody>
      </p:sp>
      <p:grpSp>
        <p:nvGrpSpPr>
          <p:cNvPr id="193623" name="Group 87"/>
          <p:cNvGrpSpPr>
            <a:grpSpLocks/>
          </p:cNvGrpSpPr>
          <p:nvPr/>
        </p:nvGrpSpPr>
        <p:grpSpPr bwMode="auto">
          <a:xfrm>
            <a:off x="8075626" y="1849440"/>
            <a:ext cx="333376" cy="1766887"/>
            <a:chOff x="5087" y="1165"/>
            <a:chExt cx="210" cy="1113"/>
          </a:xfrm>
        </p:grpSpPr>
        <p:sp>
          <p:nvSpPr>
            <p:cNvPr id="193624" name="Line 88"/>
            <p:cNvSpPr>
              <a:spLocks noChangeShapeType="1"/>
            </p:cNvSpPr>
            <p:nvPr/>
          </p:nvSpPr>
          <p:spPr bwMode="auto">
            <a:xfrm flipV="1">
              <a:off x="5103" y="1165"/>
              <a:ext cx="0" cy="1113"/>
            </a:xfrm>
            <a:prstGeom prst="line">
              <a:avLst/>
            </a:prstGeom>
            <a:noFill/>
            <a:ln w="6350">
              <a:solidFill>
                <a:schemeClr val="accent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93625" name="Line 89"/>
            <p:cNvSpPr>
              <a:spLocks noChangeShapeType="1"/>
            </p:cNvSpPr>
            <p:nvPr/>
          </p:nvSpPr>
          <p:spPr bwMode="auto">
            <a:xfrm>
              <a:off x="5104" y="1520"/>
              <a:ext cx="0" cy="96"/>
            </a:xfrm>
            <a:prstGeom prst="line">
              <a:avLst/>
            </a:prstGeom>
            <a:noFill/>
            <a:ln w="952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93626" name="Text Box 90"/>
            <p:cNvSpPr txBox="1">
              <a:spLocks noChangeArrowheads="1"/>
            </p:cNvSpPr>
            <p:nvPr/>
          </p:nvSpPr>
          <p:spPr bwMode="auto">
            <a:xfrm>
              <a:off x="5087" y="1459"/>
              <a:ext cx="210"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a:latin typeface="Times New Roman" panose="02020603050405020304" pitchFamily="18" charset="0"/>
                </a:rPr>
                <a:t>1</a:t>
              </a:r>
              <a:r>
                <a:rPr lang="en-US" altLang="en-US" sz="1400" dirty="0">
                  <a:latin typeface="Arial" panose="020B0604020202020204" pitchFamily="34" charset="0"/>
                </a:rPr>
                <a:t>´</a:t>
              </a:r>
            </a:p>
            <a:p>
              <a:pPr eaLnBrk="1" hangingPunct="1"/>
              <a:endParaRPr lang="en-US" altLang="en-US" sz="1400" dirty="0">
                <a:latin typeface="Times New Roman" panose="02020603050405020304" pitchFamily="18" charset="0"/>
              </a:endParaRPr>
            </a:p>
          </p:txBody>
        </p:sp>
      </p:grpSp>
      <p:grpSp>
        <p:nvGrpSpPr>
          <p:cNvPr id="193627" name="Group 91"/>
          <p:cNvGrpSpPr>
            <a:grpSpLocks/>
          </p:cNvGrpSpPr>
          <p:nvPr/>
        </p:nvGrpSpPr>
        <p:grpSpPr bwMode="auto">
          <a:xfrm>
            <a:off x="6975477" y="3616327"/>
            <a:ext cx="1127125" cy="1184275"/>
            <a:chOff x="4394" y="2278"/>
            <a:chExt cx="710" cy="746"/>
          </a:xfrm>
        </p:grpSpPr>
        <p:sp>
          <p:nvSpPr>
            <p:cNvPr id="193628" name="Arc 92"/>
            <p:cNvSpPr>
              <a:spLocks/>
            </p:cNvSpPr>
            <p:nvPr/>
          </p:nvSpPr>
          <p:spPr bwMode="auto">
            <a:xfrm>
              <a:off x="4394" y="2278"/>
              <a:ext cx="710" cy="583"/>
            </a:xfrm>
            <a:custGeom>
              <a:avLst/>
              <a:gdLst>
                <a:gd name="G0" fmla="+- 0 0 0"/>
                <a:gd name="G1" fmla="+- 799 0 0"/>
                <a:gd name="G2" fmla="+- 21600 0 0"/>
                <a:gd name="T0" fmla="*/ 21585 w 21600"/>
                <a:gd name="T1" fmla="*/ 0 h 15460"/>
                <a:gd name="T2" fmla="*/ 15863 w 21600"/>
                <a:gd name="T3" fmla="*/ 15460 h 15460"/>
                <a:gd name="T4" fmla="*/ 0 w 21600"/>
                <a:gd name="T5" fmla="*/ 799 h 15460"/>
              </a:gdLst>
              <a:ahLst/>
              <a:cxnLst>
                <a:cxn ang="0">
                  <a:pos x="T0" y="T1"/>
                </a:cxn>
                <a:cxn ang="0">
                  <a:pos x="T2" y="T3"/>
                </a:cxn>
                <a:cxn ang="0">
                  <a:pos x="T4" y="T5"/>
                </a:cxn>
              </a:cxnLst>
              <a:rect l="0" t="0" r="r" b="b"/>
              <a:pathLst>
                <a:path w="21600" h="15460" fill="none" extrusionOk="0">
                  <a:moveTo>
                    <a:pt x="21585" y="-1"/>
                  </a:moveTo>
                  <a:cubicBezTo>
                    <a:pt x="21595" y="266"/>
                    <a:pt x="21600" y="532"/>
                    <a:pt x="21600" y="799"/>
                  </a:cubicBezTo>
                  <a:cubicBezTo>
                    <a:pt x="21600" y="6233"/>
                    <a:pt x="19551" y="11468"/>
                    <a:pt x="15862" y="15459"/>
                  </a:cubicBezTo>
                </a:path>
                <a:path w="21600" h="15460" stroke="0" extrusionOk="0">
                  <a:moveTo>
                    <a:pt x="21585" y="-1"/>
                  </a:moveTo>
                  <a:cubicBezTo>
                    <a:pt x="21595" y="266"/>
                    <a:pt x="21600" y="532"/>
                    <a:pt x="21600" y="799"/>
                  </a:cubicBezTo>
                  <a:cubicBezTo>
                    <a:pt x="21600" y="6233"/>
                    <a:pt x="19551" y="11468"/>
                    <a:pt x="15862" y="15459"/>
                  </a:cubicBezTo>
                  <a:lnTo>
                    <a:pt x="0" y="799"/>
                  </a:lnTo>
                  <a:close/>
                </a:path>
              </a:pathLst>
            </a:custGeom>
            <a:noFill/>
            <a:ln w="6350">
              <a:solidFill>
                <a:schemeClr val="accent2"/>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93629" name="Text Box 93"/>
            <p:cNvSpPr txBox="1">
              <a:spLocks noChangeArrowheads="1"/>
            </p:cNvSpPr>
            <p:nvPr/>
          </p:nvSpPr>
          <p:spPr bwMode="auto">
            <a:xfrm>
              <a:off x="4800" y="2832"/>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rPr>
                <a:t>b</a:t>
              </a:r>
            </a:p>
          </p:txBody>
        </p:sp>
      </p:grpSp>
      <p:grpSp>
        <p:nvGrpSpPr>
          <p:cNvPr id="193630" name="Group 94"/>
          <p:cNvGrpSpPr>
            <a:grpSpLocks/>
          </p:cNvGrpSpPr>
          <p:nvPr/>
        </p:nvGrpSpPr>
        <p:grpSpPr bwMode="auto">
          <a:xfrm>
            <a:off x="7239000" y="3657600"/>
            <a:ext cx="368300" cy="368300"/>
            <a:chOff x="4560" y="2304"/>
            <a:chExt cx="232" cy="232"/>
          </a:xfrm>
        </p:grpSpPr>
        <p:sp>
          <p:nvSpPr>
            <p:cNvPr id="193631" name="Arc 95"/>
            <p:cNvSpPr>
              <a:spLocks/>
            </p:cNvSpPr>
            <p:nvPr/>
          </p:nvSpPr>
          <p:spPr bwMode="auto">
            <a:xfrm rot="3722031">
              <a:off x="4560" y="2304"/>
              <a:ext cx="232" cy="232"/>
            </a:xfrm>
            <a:custGeom>
              <a:avLst/>
              <a:gdLst>
                <a:gd name="G0" fmla="+- 0 0 0"/>
                <a:gd name="G1" fmla="+- 21570 0 0"/>
                <a:gd name="G2" fmla="+- 21600 0 0"/>
                <a:gd name="T0" fmla="*/ 1132 w 21600"/>
                <a:gd name="T1" fmla="*/ 0 h 21570"/>
                <a:gd name="T2" fmla="*/ 21600 w 21600"/>
                <a:gd name="T3" fmla="*/ 21570 h 21570"/>
                <a:gd name="T4" fmla="*/ 0 w 21600"/>
                <a:gd name="T5" fmla="*/ 21570 h 21570"/>
              </a:gdLst>
              <a:ahLst/>
              <a:cxnLst>
                <a:cxn ang="0">
                  <a:pos x="T0" y="T1"/>
                </a:cxn>
                <a:cxn ang="0">
                  <a:pos x="T2" y="T3"/>
                </a:cxn>
                <a:cxn ang="0">
                  <a:pos x="T4" y="T5"/>
                </a:cxn>
              </a:cxnLst>
              <a:rect l="0" t="0" r="r" b="b"/>
              <a:pathLst>
                <a:path w="21600" h="21570" fill="none" extrusionOk="0">
                  <a:moveTo>
                    <a:pt x="1132" y="-1"/>
                  </a:moveTo>
                  <a:cubicBezTo>
                    <a:pt x="12605" y="601"/>
                    <a:pt x="21600" y="10080"/>
                    <a:pt x="21600" y="21570"/>
                  </a:cubicBezTo>
                </a:path>
                <a:path w="21600" h="21570" stroke="0" extrusionOk="0">
                  <a:moveTo>
                    <a:pt x="1132" y="-1"/>
                  </a:moveTo>
                  <a:cubicBezTo>
                    <a:pt x="12605" y="601"/>
                    <a:pt x="21600" y="10080"/>
                    <a:pt x="21600" y="21570"/>
                  </a:cubicBezTo>
                  <a:lnTo>
                    <a:pt x="0" y="21570"/>
                  </a:ln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93632" name="Text Box 96"/>
            <p:cNvSpPr txBox="1">
              <a:spLocks noChangeArrowheads="1"/>
            </p:cNvSpPr>
            <p:nvPr/>
          </p:nvSpPr>
          <p:spPr bwMode="auto">
            <a:xfrm>
              <a:off x="4608" y="2304"/>
              <a:ext cx="17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cs typeface="Times New Roman" panose="02020603050405020304" pitchFamily="18" charset="0"/>
                  <a:sym typeface="Symbol" panose="05050102010706020507" pitchFamily="18" charset="2"/>
                </a:rPr>
                <a:t></a:t>
              </a:r>
            </a:p>
          </p:txBody>
        </p:sp>
      </p:grpSp>
      <p:grpSp>
        <p:nvGrpSpPr>
          <p:cNvPr id="193633" name="Group 97"/>
          <p:cNvGrpSpPr>
            <a:grpSpLocks/>
          </p:cNvGrpSpPr>
          <p:nvPr/>
        </p:nvGrpSpPr>
        <p:grpSpPr bwMode="auto">
          <a:xfrm>
            <a:off x="6870702" y="1600200"/>
            <a:ext cx="1504950" cy="1017588"/>
            <a:chOff x="4328" y="1008"/>
            <a:chExt cx="948" cy="641"/>
          </a:xfrm>
        </p:grpSpPr>
        <p:sp>
          <p:nvSpPr>
            <p:cNvPr id="193634" name="Line 98"/>
            <p:cNvSpPr>
              <a:spLocks noChangeShapeType="1"/>
            </p:cNvSpPr>
            <p:nvPr/>
          </p:nvSpPr>
          <p:spPr bwMode="auto">
            <a:xfrm flipV="1">
              <a:off x="4328" y="1165"/>
              <a:ext cx="775" cy="44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93635" name="Text Box 99"/>
            <p:cNvSpPr txBox="1">
              <a:spLocks noChangeArrowheads="1"/>
            </p:cNvSpPr>
            <p:nvPr/>
          </p:nvSpPr>
          <p:spPr bwMode="auto">
            <a:xfrm>
              <a:off x="5028" y="1008"/>
              <a:ext cx="248"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a:latin typeface="Times New Roman" panose="02020603050405020304" pitchFamily="18" charset="0"/>
                </a:rPr>
                <a:t>b</a:t>
              </a:r>
              <a:r>
                <a:rPr lang="en-US" altLang="en-US" sz="1400" baseline="-25000" dirty="0">
                  <a:latin typeface="Times New Roman" panose="02020603050405020304" pitchFamily="18" charset="0"/>
                </a:rPr>
                <a:t>1</a:t>
              </a:r>
              <a:r>
                <a:rPr lang="en-US" altLang="en-US" sz="1400" dirty="0">
                  <a:latin typeface="Arial" panose="020B0604020202020204" pitchFamily="34" charset="0"/>
                </a:rPr>
                <a:t>´</a:t>
              </a:r>
            </a:p>
            <a:p>
              <a:pPr eaLnBrk="1" hangingPunct="1"/>
              <a:endParaRPr lang="en-US" altLang="en-US" sz="1400" baseline="30000" dirty="0">
                <a:latin typeface="Times New Roman" panose="02020603050405020304" pitchFamily="18" charset="0"/>
              </a:endParaRPr>
            </a:p>
          </p:txBody>
        </p:sp>
        <p:sp>
          <p:nvSpPr>
            <p:cNvPr id="193636" name="Rectangle 100"/>
            <p:cNvSpPr>
              <a:spLocks noChangeArrowheads="1"/>
            </p:cNvSpPr>
            <p:nvPr/>
          </p:nvSpPr>
          <p:spPr bwMode="auto">
            <a:xfrm>
              <a:off x="4396" y="1476"/>
              <a:ext cx="166"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200">
                  <a:latin typeface="Times New Roman" panose="02020603050405020304" pitchFamily="18" charset="0"/>
                  <a:cs typeface="Times New Roman" panose="02020603050405020304" pitchFamily="18" charset="0"/>
                  <a:sym typeface="Symbol" panose="05050102010706020507" pitchFamily="18" charset="2"/>
                </a:rPr>
                <a:t></a:t>
              </a:r>
            </a:p>
          </p:txBody>
        </p:sp>
        <p:sp>
          <p:nvSpPr>
            <p:cNvPr id="193637" name="Arc 101"/>
            <p:cNvSpPr>
              <a:spLocks/>
            </p:cNvSpPr>
            <p:nvPr/>
          </p:nvSpPr>
          <p:spPr bwMode="auto">
            <a:xfrm rot="2761421">
              <a:off x="4462" y="1510"/>
              <a:ext cx="119" cy="144"/>
            </a:xfrm>
            <a:custGeom>
              <a:avLst/>
              <a:gdLst>
                <a:gd name="G0" fmla="+- 0 0 0"/>
                <a:gd name="G1" fmla="+- 21600 0 0"/>
                <a:gd name="G2" fmla="+- 21600 0 0"/>
                <a:gd name="T0" fmla="*/ 0 w 17855"/>
                <a:gd name="T1" fmla="*/ 0 h 21600"/>
                <a:gd name="T2" fmla="*/ 17855 w 17855"/>
                <a:gd name="T3" fmla="*/ 9445 h 21600"/>
                <a:gd name="T4" fmla="*/ 0 w 17855"/>
                <a:gd name="T5" fmla="*/ 21600 h 21600"/>
              </a:gdLst>
              <a:ahLst/>
              <a:cxnLst>
                <a:cxn ang="0">
                  <a:pos x="T0" y="T1"/>
                </a:cxn>
                <a:cxn ang="0">
                  <a:pos x="T2" y="T3"/>
                </a:cxn>
                <a:cxn ang="0">
                  <a:pos x="T4" y="T5"/>
                </a:cxn>
              </a:cxnLst>
              <a:rect l="0" t="0" r="r" b="b"/>
              <a:pathLst>
                <a:path w="17855" h="21600" fill="none" extrusionOk="0">
                  <a:moveTo>
                    <a:pt x="0" y="0"/>
                  </a:moveTo>
                  <a:cubicBezTo>
                    <a:pt x="7147" y="0"/>
                    <a:pt x="13832" y="3536"/>
                    <a:pt x="17855" y="9444"/>
                  </a:cubicBezTo>
                </a:path>
                <a:path w="17855" h="21600" stroke="0" extrusionOk="0">
                  <a:moveTo>
                    <a:pt x="0" y="0"/>
                  </a:moveTo>
                  <a:cubicBezTo>
                    <a:pt x="7147" y="0"/>
                    <a:pt x="13832" y="3536"/>
                    <a:pt x="17855" y="9444"/>
                  </a:cubicBezTo>
                  <a:lnTo>
                    <a:pt x="0" y="21600"/>
                  </a:ln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193638" name="Group 102"/>
          <p:cNvGrpSpPr>
            <a:grpSpLocks/>
          </p:cNvGrpSpPr>
          <p:nvPr/>
        </p:nvGrpSpPr>
        <p:grpSpPr bwMode="auto">
          <a:xfrm>
            <a:off x="7239000" y="2209800"/>
            <a:ext cx="342900" cy="406400"/>
            <a:chOff x="4560" y="1392"/>
            <a:chExt cx="216" cy="256"/>
          </a:xfrm>
        </p:grpSpPr>
        <p:sp>
          <p:nvSpPr>
            <p:cNvPr id="193639" name="Arc 103"/>
            <p:cNvSpPr>
              <a:spLocks/>
            </p:cNvSpPr>
            <p:nvPr/>
          </p:nvSpPr>
          <p:spPr bwMode="auto">
            <a:xfrm rot="2244294">
              <a:off x="4560" y="1416"/>
              <a:ext cx="216" cy="232"/>
            </a:xfrm>
            <a:custGeom>
              <a:avLst/>
              <a:gdLst>
                <a:gd name="G0" fmla="+- 0 0 0"/>
                <a:gd name="G1" fmla="+- 21600 0 0"/>
                <a:gd name="G2" fmla="+- 21600 0 0"/>
                <a:gd name="T0" fmla="*/ 0 w 20082"/>
                <a:gd name="T1" fmla="*/ 0 h 21600"/>
                <a:gd name="T2" fmla="*/ 20082 w 20082"/>
                <a:gd name="T3" fmla="*/ 13646 h 21600"/>
                <a:gd name="T4" fmla="*/ 0 w 20082"/>
                <a:gd name="T5" fmla="*/ 21600 h 21600"/>
              </a:gdLst>
              <a:ahLst/>
              <a:cxnLst>
                <a:cxn ang="0">
                  <a:pos x="T0" y="T1"/>
                </a:cxn>
                <a:cxn ang="0">
                  <a:pos x="T2" y="T3"/>
                </a:cxn>
                <a:cxn ang="0">
                  <a:pos x="T4" y="T5"/>
                </a:cxn>
              </a:cxnLst>
              <a:rect l="0" t="0" r="r" b="b"/>
              <a:pathLst>
                <a:path w="20082" h="21600" fill="none" extrusionOk="0">
                  <a:moveTo>
                    <a:pt x="0" y="0"/>
                  </a:moveTo>
                  <a:cubicBezTo>
                    <a:pt x="8859" y="0"/>
                    <a:pt x="16819" y="5409"/>
                    <a:pt x="20082" y="13645"/>
                  </a:cubicBezTo>
                </a:path>
                <a:path w="20082" h="21600" stroke="0" extrusionOk="0">
                  <a:moveTo>
                    <a:pt x="0" y="0"/>
                  </a:moveTo>
                  <a:cubicBezTo>
                    <a:pt x="8859" y="0"/>
                    <a:pt x="16819" y="5409"/>
                    <a:pt x="20082" y="13645"/>
                  </a:cubicBezTo>
                  <a:lnTo>
                    <a:pt x="0" y="21600"/>
                  </a:ln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93640" name="Text Box 104"/>
            <p:cNvSpPr txBox="1">
              <a:spLocks noChangeArrowheads="1"/>
            </p:cNvSpPr>
            <p:nvPr/>
          </p:nvSpPr>
          <p:spPr bwMode="auto">
            <a:xfrm>
              <a:off x="4584" y="1392"/>
              <a:ext cx="18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cs typeface="Times New Roman" panose="02020603050405020304" pitchFamily="18" charset="0"/>
                  <a:sym typeface="Symbol" panose="05050102010706020507" pitchFamily="18" charset="2"/>
                </a:rPr>
                <a:t></a:t>
              </a:r>
            </a:p>
          </p:txBody>
        </p:sp>
      </p:grpSp>
      <p:sp>
        <p:nvSpPr>
          <p:cNvPr id="193641" name="Text Box 105"/>
          <p:cNvSpPr txBox="1">
            <a:spLocks noChangeArrowheads="1"/>
          </p:cNvSpPr>
          <p:nvPr/>
        </p:nvSpPr>
        <p:spPr bwMode="auto">
          <a:xfrm rot="-2000860">
            <a:off x="7493002" y="2043115"/>
            <a:ext cx="339725"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000">
                <a:latin typeface="Times New Roman" panose="02020603050405020304" pitchFamily="18" charset="0"/>
              </a:rPr>
              <a:t>TL</a:t>
            </a:r>
          </a:p>
        </p:txBody>
      </p:sp>
      <p:grpSp>
        <p:nvGrpSpPr>
          <p:cNvPr id="193642" name="Group 106"/>
          <p:cNvGrpSpPr>
            <a:grpSpLocks/>
          </p:cNvGrpSpPr>
          <p:nvPr/>
        </p:nvGrpSpPr>
        <p:grpSpPr bwMode="auto">
          <a:xfrm>
            <a:off x="6877052" y="3587752"/>
            <a:ext cx="1381125" cy="1228725"/>
            <a:chOff x="1248" y="2096"/>
            <a:chExt cx="870" cy="774"/>
          </a:xfrm>
        </p:grpSpPr>
        <p:sp>
          <p:nvSpPr>
            <p:cNvPr id="193643" name="Line 107"/>
            <p:cNvSpPr>
              <a:spLocks noChangeShapeType="1"/>
            </p:cNvSpPr>
            <p:nvPr/>
          </p:nvSpPr>
          <p:spPr bwMode="auto">
            <a:xfrm>
              <a:off x="1248" y="2107"/>
              <a:ext cx="710" cy="593"/>
            </a:xfrm>
            <a:prstGeom prst="line">
              <a:avLst/>
            </a:prstGeom>
            <a:noFill/>
            <a:ln w="28575">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93644" name="Text Box 108"/>
            <p:cNvSpPr txBox="1">
              <a:spLocks noChangeArrowheads="1"/>
            </p:cNvSpPr>
            <p:nvPr/>
          </p:nvSpPr>
          <p:spPr bwMode="auto">
            <a:xfrm>
              <a:off x="1908" y="2676"/>
              <a:ext cx="210"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rPr>
                <a:t>b</a:t>
              </a:r>
              <a:r>
                <a:rPr lang="en-US" altLang="en-US" sz="1400" baseline="-25000">
                  <a:latin typeface="Times New Roman" panose="02020603050405020304" pitchFamily="18" charset="0"/>
                </a:rPr>
                <a:t>1</a:t>
              </a:r>
            </a:p>
          </p:txBody>
        </p:sp>
        <p:sp>
          <p:nvSpPr>
            <p:cNvPr id="193645" name="Text Box 109"/>
            <p:cNvSpPr txBox="1">
              <a:spLocks noChangeArrowheads="1"/>
            </p:cNvSpPr>
            <p:nvPr/>
          </p:nvSpPr>
          <p:spPr bwMode="auto">
            <a:xfrm>
              <a:off x="1332" y="2096"/>
              <a:ext cx="185"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200">
                  <a:latin typeface="Times New Roman" panose="02020603050405020304" pitchFamily="18" charset="0"/>
                  <a:sym typeface="WP Greek Courier" pitchFamily="49" charset="2"/>
                </a:rPr>
                <a:t>Ø</a:t>
              </a:r>
            </a:p>
          </p:txBody>
        </p:sp>
        <p:sp>
          <p:nvSpPr>
            <p:cNvPr id="193646" name="Arc 110"/>
            <p:cNvSpPr>
              <a:spLocks/>
            </p:cNvSpPr>
            <p:nvPr/>
          </p:nvSpPr>
          <p:spPr bwMode="auto">
            <a:xfrm rot="3722031">
              <a:off x="1412" y="2132"/>
              <a:ext cx="144" cy="144"/>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93647" name="Text Box 111"/>
            <p:cNvSpPr txBox="1">
              <a:spLocks noChangeArrowheads="1"/>
            </p:cNvSpPr>
            <p:nvPr/>
          </p:nvSpPr>
          <p:spPr bwMode="auto">
            <a:xfrm rot="2448983">
              <a:off x="1652" y="2392"/>
              <a:ext cx="21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000">
                  <a:latin typeface="Times New Roman" panose="02020603050405020304" pitchFamily="18" charset="0"/>
                </a:rPr>
                <a:t>TL</a:t>
              </a:r>
            </a:p>
          </p:txBody>
        </p:sp>
      </p:grpSp>
      <p:sp>
        <p:nvSpPr>
          <p:cNvPr id="193648" name="Text Box 112"/>
          <p:cNvSpPr txBox="1">
            <a:spLocks noChangeArrowheads="1"/>
          </p:cNvSpPr>
          <p:nvPr/>
        </p:nvSpPr>
        <p:spPr bwMode="auto">
          <a:xfrm rot="-2526107">
            <a:off x="7189788" y="1966915"/>
            <a:ext cx="3175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000">
                <a:latin typeface="Times New Roman" panose="02020603050405020304" pitchFamily="18" charset="0"/>
              </a:rPr>
              <a:t>Fv</a:t>
            </a:r>
          </a:p>
        </p:txBody>
      </p:sp>
      <p:grpSp>
        <p:nvGrpSpPr>
          <p:cNvPr id="193649" name="Group 113"/>
          <p:cNvGrpSpPr>
            <a:grpSpLocks/>
          </p:cNvGrpSpPr>
          <p:nvPr/>
        </p:nvGrpSpPr>
        <p:grpSpPr bwMode="auto">
          <a:xfrm>
            <a:off x="6870702" y="3616325"/>
            <a:ext cx="923925" cy="939800"/>
            <a:chOff x="4328" y="2278"/>
            <a:chExt cx="582" cy="592"/>
          </a:xfrm>
        </p:grpSpPr>
        <p:sp>
          <p:nvSpPr>
            <p:cNvPr id="193650" name="Line 114"/>
            <p:cNvSpPr>
              <a:spLocks noChangeShapeType="1"/>
            </p:cNvSpPr>
            <p:nvPr/>
          </p:nvSpPr>
          <p:spPr bwMode="auto">
            <a:xfrm>
              <a:off x="4328" y="2278"/>
              <a:ext cx="582" cy="592"/>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93651" name="Text Box 115"/>
            <p:cNvSpPr txBox="1">
              <a:spLocks noChangeArrowheads="1"/>
            </p:cNvSpPr>
            <p:nvPr/>
          </p:nvSpPr>
          <p:spPr bwMode="auto">
            <a:xfrm rot="2388775">
              <a:off x="4523" y="2591"/>
              <a:ext cx="224" cy="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000" dirty="0">
                  <a:latin typeface="Times New Roman" panose="02020603050405020304" pitchFamily="18" charset="0"/>
                </a:rPr>
                <a:t>TV</a:t>
              </a:r>
            </a:p>
          </p:txBody>
        </p:sp>
      </p:grpSp>
      <p:sp>
        <p:nvSpPr>
          <p:cNvPr id="193652" name="Line 116"/>
          <p:cNvSpPr>
            <a:spLocks noChangeShapeType="1"/>
          </p:cNvSpPr>
          <p:nvPr/>
        </p:nvSpPr>
        <p:spPr bwMode="auto">
          <a:xfrm flipV="1">
            <a:off x="5257800" y="2743200"/>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93653" name="Line 117"/>
          <p:cNvSpPr>
            <a:spLocks noChangeShapeType="1"/>
          </p:cNvSpPr>
          <p:nvPr/>
        </p:nvSpPr>
        <p:spPr bwMode="auto">
          <a:xfrm flipV="1">
            <a:off x="5181600" y="3962400"/>
            <a:ext cx="76200" cy="228600"/>
          </a:xfrm>
          <a:prstGeom prst="line">
            <a:avLst/>
          </a:prstGeom>
          <a:ln>
            <a:headEnd/>
            <a:tailEnd type="triangle" w="med" len="med"/>
          </a:ln>
        </p:spPr>
        <p:style>
          <a:lnRef idx="1">
            <a:schemeClr val="accent1"/>
          </a:lnRef>
          <a:fillRef idx="0">
            <a:schemeClr val="accent1"/>
          </a:fillRef>
          <a:effectRef idx="0">
            <a:schemeClr val="accent1"/>
          </a:effectRef>
          <a:fontRef idx="minor">
            <a:schemeClr val="tx1"/>
          </a:fontRef>
        </p:style>
        <p:txBody>
          <a:bodyPr/>
          <a:lstStyle/>
          <a:p>
            <a:endParaRPr lang="en-IN"/>
          </a:p>
        </p:txBody>
      </p:sp>
      <p:sp>
        <p:nvSpPr>
          <p:cNvPr id="193654" name="Line 118"/>
          <p:cNvSpPr>
            <a:spLocks noChangeShapeType="1"/>
          </p:cNvSpPr>
          <p:nvPr/>
        </p:nvSpPr>
        <p:spPr bwMode="auto">
          <a:xfrm flipV="1">
            <a:off x="5259388" y="1917700"/>
            <a:ext cx="0" cy="1752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93655" name="Text Box 119"/>
          <p:cNvSpPr txBox="1">
            <a:spLocks noChangeArrowheads="1"/>
          </p:cNvSpPr>
          <p:nvPr/>
        </p:nvSpPr>
        <p:spPr bwMode="auto">
          <a:xfrm>
            <a:off x="27287" y="104611"/>
            <a:ext cx="3113727"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altLang="en-US" sz="1600" b="1" dirty="0">
                <a:solidFill>
                  <a:srgbClr val="FF3300"/>
                </a:solidFill>
                <a:latin typeface="Arial" panose="020B0604020202020204" pitchFamily="34" charset="0"/>
              </a:rPr>
              <a:t>Orthographic Projections </a:t>
            </a:r>
          </a:p>
          <a:p>
            <a:pPr eaLnBrk="1" hangingPunct="1"/>
            <a:r>
              <a:rPr lang="en-US" altLang="en-US" sz="1600" b="1" dirty="0">
                <a:latin typeface="Arial" panose="020B0604020202020204" pitchFamily="34" charset="0"/>
              </a:rPr>
              <a:t>Means FV &amp; TV of Line AB </a:t>
            </a:r>
          </a:p>
          <a:p>
            <a:pPr eaLnBrk="1" hangingPunct="1"/>
            <a:r>
              <a:rPr lang="en-US" altLang="en-US" sz="1600" b="1" dirty="0">
                <a:latin typeface="Arial" panose="020B0604020202020204" pitchFamily="34" charset="0"/>
              </a:rPr>
              <a:t>are shown below, with their apparent inclinations</a:t>
            </a:r>
            <a:r>
              <a:rPr lang="en-US" altLang="en-US" sz="16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en-US" sz="1600" b="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 &amp; </a:t>
            </a:r>
          </a:p>
        </p:txBody>
      </p:sp>
      <p:sp>
        <p:nvSpPr>
          <p:cNvPr id="193656" name="Text Box 120"/>
          <p:cNvSpPr txBox="1">
            <a:spLocks noChangeArrowheads="1"/>
          </p:cNvSpPr>
          <p:nvPr/>
        </p:nvSpPr>
        <p:spPr bwMode="auto">
          <a:xfrm>
            <a:off x="5655292" y="4959928"/>
            <a:ext cx="3467360" cy="181588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altLang="en-US" sz="1600" i="1" dirty="0">
                <a:latin typeface="Arial" panose="020B0604020202020204" pitchFamily="34" charset="0"/>
              </a:rPr>
              <a:t>Here </a:t>
            </a:r>
            <a:r>
              <a:rPr lang="en-US" altLang="en-US" sz="1600" i="1" dirty="0">
                <a:solidFill>
                  <a:schemeClr val="accent2"/>
                </a:solidFill>
                <a:latin typeface="Arial" panose="020B0604020202020204" pitchFamily="34" charset="0"/>
              </a:rPr>
              <a:t>a -1</a:t>
            </a:r>
            <a:r>
              <a:rPr lang="en-US" altLang="en-US" sz="1600" i="1" dirty="0">
                <a:latin typeface="Arial" panose="020B0604020202020204" pitchFamily="34" charset="0"/>
              </a:rPr>
              <a:t> is component </a:t>
            </a:r>
          </a:p>
          <a:p>
            <a:pPr algn="ctr" eaLnBrk="1" hangingPunct="1"/>
            <a:r>
              <a:rPr lang="en-US" altLang="en-US" sz="1600" i="1" dirty="0">
                <a:latin typeface="Arial" panose="020B0604020202020204" pitchFamily="34" charset="0"/>
              </a:rPr>
              <a:t>of TL </a:t>
            </a:r>
            <a:r>
              <a:rPr lang="en-US" altLang="en-US" sz="1600" i="1" dirty="0">
                <a:solidFill>
                  <a:schemeClr val="accent2"/>
                </a:solidFill>
                <a:latin typeface="Arial" panose="020B0604020202020204" pitchFamily="34" charset="0"/>
              </a:rPr>
              <a:t>ab</a:t>
            </a:r>
            <a:r>
              <a:rPr lang="en-US" altLang="en-US" sz="1600" i="1" baseline="-25000" dirty="0">
                <a:solidFill>
                  <a:schemeClr val="accent2"/>
                </a:solidFill>
                <a:latin typeface="Arial" panose="020B0604020202020204" pitchFamily="34" charset="0"/>
              </a:rPr>
              <a:t>1</a:t>
            </a:r>
            <a:r>
              <a:rPr lang="en-US" altLang="en-US" sz="1600" i="1" baseline="-25000" dirty="0">
                <a:latin typeface="Arial" panose="020B0604020202020204" pitchFamily="34" charset="0"/>
              </a:rPr>
              <a:t>  </a:t>
            </a:r>
            <a:r>
              <a:rPr lang="en-US" altLang="en-US" sz="1600" i="1" dirty="0">
                <a:latin typeface="Arial" panose="020B0604020202020204" pitchFamily="34" charset="0"/>
              </a:rPr>
              <a:t>gives length of </a:t>
            </a:r>
            <a:r>
              <a:rPr lang="en-US" altLang="en-US" sz="1600" i="1" dirty="0">
                <a:solidFill>
                  <a:schemeClr val="accent2"/>
                </a:solidFill>
                <a:latin typeface="Arial" panose="020B0604020202020204" pitchFamily="34" charset="0"/>
              </a:rPr>
              <a:t>FV.</a:t>
            </a:r>
            <a:r>
              <a:rPr lang="en-US" altLang="en-US" sz="1600" i="1" dirty="0">
                <a:latin typeface="Arial" panose="020B0604020202020204" pitchFamily="34" charset="0"/>
              </a:rPr>
              <a:t> </a:t>
            </a:r>
          </a:p>
          <a:p>
            <a:pPr algn="ctr" eaLnBrk="1" hangingPunct="1"/>
            <a:r>
              <a:rPr lang="en-US" altLang="en-US" sz="1600" i="1" dirty="0">
                <a:latin typeface="Arial" panose="020B0604020202020204" pitchFamily="34" charset="0"/>
              </a:rPr>
              <a:t>Hence it is brought </a:t>
            </a:r>
            <a:r>
              <a:rPr lang="en-US" altLang="en-US" sz="1600" i="1" dirty="0" err="1">
                <a:latin typeface="Arial" panose="020B0604020202020204" pitchFamily="34" charset="0"/>
              </a:rPr>
              <a:t>upto</a:t>
            </a:r>
            <a:r>
              <a:rPr lang="en-US" altLang="en-US" sz="1600" i="1" dirty="0">
                <a:latin typeface="Arial" panose="020B0604020202020204" pitchFamily="34" charset="0"/>
              </a:rPr>
              <a:t> </a:t>
            </a:r>
          </a:p>
          <a:p>
            <a:pPr algn="ctr" eaLnBrk="1" hangingPunct="1"/>
            <a:r>
              <a:rPr lang="en-US" altLang="en-US" sz="1600" i="1" dirty="0">
                <a:latin typeface="Arial" panose="020B0604020202020204" pitchFamily="34" charset="0"/>
              </a:rPr>
              <a:t>Locus of a’ and further rotated</a:t>
            </a:r>
          </a:p>
          <a:p>
            <a:pPr algn="ctr" eaLnBrk="1" hangingPunct="1"/>
            <a:r>
              <a:rPr lang="en-US" altLang="en-US" sz="1600" i="1" dirty="0">
                <a:latin typeface="Arial" panose="020B0604020202020204" pitchFamily="34" charset="0"/>
              </a:rPr>
              <a:t>to get point </a:t>
            </a:r>
            <a:r>
              <a:rPr lang="en-US" altLang="en-US" sz="1600" i="1" dirty="0">
                <a:solidFill>
                  <a:srgbClr val="FF3300"/>
                </a:solidFill>
                <a:latin typeface="Arial" panose="020B0604020202020204" pitchFamily="34" charset="0"/>
              </a:rPr>
              <a:t>b’.</a:t>
            </a:r>
            <a:r>
              <a:rPr lang="en-US" altLang="en-US" sz="1600" i="1" dirty="0">
                <a:latin typeface="Arial" panose="020B0604020202020204" pitchFamily="34" charset="0"/>
              </a:rPr>
              <a:t>  </a:t>
            </a:r>
            <a:r>
              <a:rPr lang="en-US" altLang="en-US" sz="1600" i="1" dirty="0">
                <a:solidFill>
                  <a:srgbClr val="FF3300"/>
                </a:solidFill>
                <a:latin typeface="Arial" panose="020B0604020202020204" pitchFamily="34" charset="0"/>
              </a:rPr>
              <a:t>a’ b’</a:t>
            </a:r>
            <a:r>
              <a:rPr lang="en-US" altLang="en-US" sz="1600" i="1" dirty="0">
                <a:latin typeface="Arial" panose="020B0604020202020204" pitchFamily="34" charset="0"/>
              </a:rPr>
              <a:t> will be FV.</a:t>
            </a:r>
          </a:p>
          <a:p>
            <a:pPr algn="ctr" eaLnBrk="1" hangingPunct="1"/>
            <a:r>
              <a:rPr lang="en-US" altLang="en-US" sz="1600" dirty="0">
                <a:solidFill>
                  <a:schemeClr val="accent2"/>
                </a:solidFill>
                <a:latin typeface="Arial" panose="020B0604020202020204" pitchFamily="34" charset="0"/>
              </a:rPr>
              <a:t>Similarly drawing component</a:t>
            </a:r>
          </a:p>
          <a:p>
            <a:pPr algn="ctr" eaLnBrk="1" hangingPunct="1"/>
            <a:r>
              <a:rPr lang="en-US" altLang="en-US" sz="1600" dirty="0">
                <a:solidFill>
                  <a:schemeClr val="accent2"/>
                </a:solidFill>
                <a:latin typeface="Arial" panose="020B0604020202020204" pitchFamily="34" charset="0"/>
              </a:rPr>
              <a:t>of other TL (a’ b</a:t>
            </a:r>
            <a:r>
              <a:rPr lang="en-US" altLang="en-US" sz="1600" baseline="-25000" dirty="0">
                <a:solidFill>
                  <a:schemeClr val="accent2"/>
                </a:solidFill>
                <a:latin typeface="Arial" panose="020B0604020202020204" pitchFamily="34" charset="0"/>
              </a:rPr>
              <a:t>1</a:t>
            </a:r>
            <a:r>
              <a:rPr lang="en-US" altLang="en-US" sz="1600" dirty="0">
                <a:solidFill>
                  <a:schemeClr val="accent2"/>
                </a:solidFill>
                <a:latin typeface="Arial" panose="020B0604020202020204" pitchFamily="34" charset="0"/>
              </a:rPr>
              <a:t>‘) TV can be drawn.</a:t>
            </a:r>
          </a:p>
        </p:txBody>
      </p:sp>
      <p:sp>
        <p:nvSpPr>
          <p:cNvPr id="193657" name="AutoShape 121"/>
          <p:cNvSpPr>
            <a:spLocks noChangeArrowheads="1"/>
          </p:cNvSpPr>
          <p:nvPr/>
        </p:nvSpPr>
        <p:spPr bwMode="auto">
          <a:xfrm>
            <a:off x="7548278" y="4790987"/>
            <a:ext cx="141574" cy="269963"/>
          </a:xfrm>
          <a:prstGeom prst="upArrow">
            <a:avLst>
              <a:gd name="adj1" fmla="val 50000"/>
              <a:gd name="adj2" fmla="val 33333"/>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nvGrpSpPr>
          <p:cNvPr id="193658" name="Group 122"/>
          <p:cNvGrpSpPr>
            <a:grpSpLocks/>
          </p:cNvGrpSpPr>
          <p:nvPr/>
        </p:nvGrpSpPr>
        <p:grpSpPr bwMode="auto">
          <a:xfrm>
            <a:off x="4095752" y="2405063"/>
            <a:ext cx="314325" cy="277812"/>
            <a:chOff x="3648" y="2451"/>
            <a:chExt cx="198" cy="175"/>
          </a:xfrm>
        </p:grpSpPr>
        <p:grpSp>
          <p:nvGrpSpPr>
            <p:cNvPr id="193659" name="Group 123"/>
            <p:cNvGrpSpPr>
              <a:grpSpLocks/>
            </p:cNvGrpSpPr>
            <p:nvPr/>
          </p:nvGrpSpPr>
          <p:grpSpPr bwMode="auto">
            <a:xfrm>
              <a:off x="3648" y="2451"/>
              <a:ext cx="198" cy="173"/>
              <a:chOff x="3648" y="1971"/>
              <a:chExt cx="198" cy="173"/>
            </a:xfrm>
          </p:grpSpPr>
          <p:sp>
            <p:nvSpPr>
              <p:cNvPr id="193660" name="Rectangle 124"/>
              <p:cNvSpPr>
                <a:spLocks noChangeArrowheads="1"/>
              </p:cNvSpPr>
              <p:nvPr/>
            </p:nvSpPr>
            <p:spPr bwMode="auto">
              <a:xfrm>
                <a:off x="3648" y="1971"/>
                <a:ext cx="116"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endParaRPr lang="en-US" altLang="en-US" sz="1200">
                  <a:latin typeface="Times New Roman" panose="02020603050405020304" pitchFamily="18" charset="0"/>
                  <a:cs typeface="Times New Roman" panose="02020603050405020304" pitchFamily="18" charset="0"/>
                  <a:sym typeface="Symbol" panose="05050102010706020507" pitchFamily="18" charset="2"/>
                </a:endParaRPr>
              </a:p>
            </p:txBody>
          </p:sp>
          <p:sp>
            <p:nvSpPr>
              <p:cNvPr id="193661" name="Arc 125"/>
              <p:cNvSpPr>
                <a:spLocks/>
              </p:cNvSpPr>
              <p:nvPr/>
            </p:nvSpPr>
            <p:spPr bwMode="auto">
              <a:xfrm rot="2761421">
                <a:off x="3714" y="2002"/>
                <a:ext cx="119" cy="144"/>
              </a:xfrm>
              <a:custGeom>
                <a:avLst/>
                <a:gdLst>
                  <a:gd name="G0" fmla="+- 0 0 0"/>
                  <a:gd name="G1" fmla="+- 21600 0 0"/>
                  <a:gd name="G2" fmla="+- 21600 0 0"/>
                  <a:gd name="T0" fmla="*/ 0 w 17855"/>
                  <a:gd name="T1" fmla="*/ 0 h 21600"/>
                  <a:gd name="T2" fmla="*/ 17855 w 17855"/>
                  <a:gd name="T3" fmla="*/ 9445 h 21600"/>
                  <a:gd name="T4" fmla="*/ 0 w 17855"/>
                  <a:gd name="T5" fmla="*/ 21600 h 21600"/>
                </a:gdLst>
                <a:ahLst/>
                <a:cxnLst>
                  <a:cxn ang="0">
                    <a:pos x="T0" y="T1"/>
                  </a:cxn>
                  <a:cxn ang="0">
                    <a:pos x="T2" y="T3"/>
                  </a:cxn>
                  <a:cxn ang="0">
                    <a:pos x="T4" y="T5"/>
                  </a:cxn>
                </a:cxnLst>
                <a:rect l="0" t="0" r="r" b="b"/>
                <a:pathLst>
                  <a:path w="17855" h="21600" fill="none" extrusionOk="0">
                    <a:moveTo>
                      <a:pt x="0" y="0"/>
                    </a:moveTo>
                    <a:cubicBezTo>
                      <a:pt x="7147" y="0"/>
                      <a:pt x="13832" y="3536"/>
                      <a:pt x="17855" y="9444"/>
                    </a:cubicBezTo>
                  </a:path>
                  <a:path w="17855" h="21600" stroke="0" extrusionOk="0">
                    <a:moveTo>
                      <a:pt x="0" y="0"/>
                    </a:moveTo>
                    <a:cubicBezTo>
                      <a:pt x="7147" y="0"/>
                      <a:pt x="13832" y="3536"/>
                      <a:pt x="17855" y="9444"/>
                    </a:cubicBezTo>
                    <a:lnTo>
                      <a:pt x="0" y="21600"/>
                    </a:ln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
          <p:nvSpPr>
            <p:cNvPr id="193662" name="Text Box 126"/>
            <p:cNvSpPr txBox="1">
              <a:spLocks noChangeArrowheads="1"/>
            </p:cNvSpPr>
            <p:nvPr/>
          </p:nvSpPr>
          <p:spPr bwMode="auto">
            <a:xfrm>
              <a:off x="3666" y="2453"/>
              <a:ext cx="166"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200" dirty="0">
                  <a:latin typeface="Times New Roman" panose="02020603050405020304" pitchFamily="18" charset="0"/>
                  <a:sym typeface="Symbol" panose="05050102010706020507" pitchFamily="18" charset="2"/>
                </a:rPr>
                <a:t></a:t>
              </a:r>
            </a:p>
          </p:txBody>
        </p:sp>
      </p:grpSp>
      <p:sp>
        <p:nvSpPr>
          <p:cNvPr id="2" name="Slide Number Placeholder 1"/>
          <p:cNvSpPr>
            <a:spLocks noGrp="1"/>
          </p:cNvSpPr>
          <p:nvPr>
            <p:ph type="sldNum" sz="quarter" idx="12"/>
          </p:nvPr>
        </p:nvSpPr>
        <p:spPr>
          <a:xfrm>
            <a:off x="7139785" y="-69850"/>
            <a:ext cx="2057400" cy="365125"/>
          </a:xfrm>
        </p:spPr>
        <p:txBody>
          <a:bodyPr/>
          <a:lstStyle/>
          <a:p>
            <a:fld id="{EE8E09DC-0268-440F-8276-54ADABB93829}" type="slidenum">
              <a:rPr lang="en-IN" smtClean="0"/>
              <a:t>35</a:t>
            </a:fld>
            <a:endParaRPr lang="en-IN" dirty="0"/>
          </a:p>
        </p:txBody>
      </p:sp>
    </p:spTree>
    <p:extLst>
      <p:ext uri="{BB962C8B-B14F-4D97-AF65-F5344CB8AC3E}">
        <p14:creationId xmlns:p14="http://schemas.microsoft.com/office/powerpoint/2010/main" val="207186102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nodeType="clickEffect">
                                  <p:stCondLst>
                                    <p:cond delay="0"/>
                                  </p:stCondLst>
                                  <p:childTnLst>
                                    <p:set>
                                      <p:cBhvr>
                                        <p:cTn id="6" dur="1" fill="hold">
                                          <p:stCondLst>
                                            <p:cond delay="0"/>
                                          </p:stCondLst>
                                        </p:cTn>
                                        <p:tgtEl>
                                          <p:spTgt spid="193576"/>
                                        </p:tgtEl>
                                        <p:attrNameLst>
                                          <p:attrName>style.visibility</p:attrName>
                                        </p:attrNameLst>
                                      </p:cBhvr>
                                      <p:to>
                                        <p:strVal val="visible"/>
                                      </p:to>
                                    </p:set>
                                    <p:anim calcmode="lin" valueType="num">
                                      <p:cBhvr>
                                        <p:cTn id="7" dur="500" fill="hold"/>
                                        <p:tgtEl>
                                          <p:spTgt spid="193576"/>
                                        </p:tgtEl>
                                        <p:attrNameLst>
                                          <p:attrName>ppt_w</p:attrName>
                                        </p:attrNameLst>
                                      </p:cBhvr>
                                      <p:tavLst>
                                        <p:tav tm="0">
                                          <p:val>
                                            <p:fltVal val="0"/>
                                          </p:val>
                                        </p:tav>
                                        <p:tav tm="100000">
                                          <p:val>
                                            <p:strVal val="#ppt_w"/>
                                          </p:val>
                                        </p:tav>
                                      </p:tavLst>
                                    </p:anim>
                                    <p:anim calcmode="lin" valueType="num">
                                      <p:cBhvr>
                                        <p:cTn id="8" dur="500" fill="hold"/>
                                        <p:tgtEl>
                                          <p:spTgt spid="193576"/>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1" fill="hold" grpId="0" nodeType="clickEffect">
                                  <p:stCondLst>
                                    <p:cond delay="0"/>
                                  </p:stCondLst>
                                  <p:childTnLst>
                                    <p:set>
                                      <p:cBhvr>
                                        <p:cTn id="12" dur="1" fill="hold">
                                          <p:stCondLst>
                                            <p:cond delay="0"/>
                                          </p:stCondLst>
                                        </p:cTn>
                                        <p:tgtEl>
                                          <p:spTgt spid="193655"/>
                                        </p:tgtEl>
                                        <p:attrNameLst>
                                          <p:attrName>style.visibility</p:attrName>
                                        </p:attrNameLst>
                                      </p:cBhvr>
                                      <p:to>
                                        <p:strVal val="visible"/>
                                      </p:to>
                                    </p:set>
                                    <p:anim calcmode="lin" valueType="num">
                                      <p:cBhvr additive="base">
                                        <p:cTn id="13" dur="500" fill="hold"/>
                                        <p:tgtEl>
                                          <p:spTgt spid="193655"/>
                                        </p:tgtEl>
                                        <p:attrNameLst>
                                          <p:attrName>ppt_x</p:attrName>
                                        </p:attrNameLst>
                                      </p:cBhvr>
                                      <p:tavLst>
                                        <p:tav tm="0">
                                          <p:val>
                                            <p:strVal val="#ppt_x"/>
                                          </p:val>
                                        </p:tav>
                                        <p:tav tm="100000">
                                          <p:val>
                                            <p:strVal val="#ppt_x"/>
                                          </p:val>
                                        </p:tav>
                                      </p:tavLst>
                                    </p:anim>
                                    <p:anim calcmode="lin" valueType="num">
                                      <p:cBhvr additive="base">
                                        <p:cTn id="14" dur="500" fill="hold"/>
                                        <p:tgtEl>
                                          <p:spTgt spid="193655"/>
                                        </p:tgtEl>
                                        <p:attrNameLst>
                                          <p:attrName>ppt_y</p:attrName>
                                        </p:attrNameLst>
                                      </p:cBhvr>
                                      <p:tavLst>
                                        <p:tav tm="0">
                                          <p:val>
                                            <p:strVal val="0-#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8" presetClass="entr" presetSubtype="3" fill="hold" grpId="0" nodeType="clickEffect">
                                  <p:stCondLst>
                                    <p:cond delay="0"/>
                                  </p:stCondLst>
                                  <p:childTnLst>
                                    <p:set>
                                      <p:cBhvr>
                                        <p:cTn id="18" dur="1" fill="hold">
                                          <p:stCondLst>
                                            <p:cond delay="0"/>
                                          </p:stCondLst>
                                        </p:cTn>
                                        <p:tgtEl>
                                          <p:spTgt spid="193600"/>
                                        </p:tgtEl>
                                        <p:attrNameLst>
                                          <p:attrName>style.visibility</p:attrName>
                                        </p:attrNameLst>
                                      </p:cBhvr>
                                      <p:to>
                                        <p:strVal val="visible"/>
                                      </p:to>
                                    </p:set>
                                    <p:animEffect transition="in" filter="strips(upRight)">
                                      <p:cBhvr>
                                        <p:cTn id="19" dur="500"/>
                                        <p:tgtEl>
                                          <p:spTgt spid="193600"/>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193599"/>
                                        </p:tgtEl>
                                        <p:attrNameLst>
                                          <p:attrName>style.visibility</p:attrName>
                                        </p:attrNameLst>
                                      </p:cBhvr>
                                      <p:to>
                                        <p:strVal val="visible"/>
                                      </p:to>
                                    </p:set>
                                    <p:anim calcmode="lin" valueType="num">
                                      <p:cBhvr additive="base">
                                        <p:cTn id="24" dur="500" fill="hold"/>
                                        <p:tgtEl>
                                          <p:spTgt spid="193599"/>
                                        </p:tgtEl>
                                        <p:attrNameLst>
                                          <p:attrName>ppt_x</p:attrName>
                                        </p:attrNameLst>
                                      </p:cBhvr>
                                      <p:tavLst>
                                        <p:tav tm="0">
                                          <p:val>
                                            <p:strVal val="0-#ppt_w/2"/>
                                          </p:val>
                                        </p:tav>
                                        <p:tav tm="100000">
                                          <p:val>
                                            <p:strVal val="#ppt_x"/>
                                          </p:val>
                                        </p:tav>
                                      </p:tavLst>
                                    </p:anim>
                                    <p:anim calcmode="lin" valueType="num">
                                      <p:cBhvr additive="base">
                                        <p:cTn id="25" dur="500" fill="hold"/>
                                        <p:tgtEl>
                                          <p:spTgt spid="193599"/>
                                        </p:tgtEl>
                                        <p:attrNameLst>
                                          <p:attrName>ppt_y</p:attrName>
                                        </p:attrNameLst>
                                      </p:cBhvr>
                                      <p:tavLst>
                                        <p:tav tm="0">
                                          <p:val>
                                            <p:strVal val="#ppt_y"/>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1" fill="hold" grpId="0" nodeType="clickEffect">
                                  <p:stCondLst>
                                    <p:cond delay="0"/>
                                  </p:stCondLst>
                                  <p:childTnLst>
                                    <p:set>
                                      <p:cBhvr>
                                        <p:cTn id="29" dur="1" fill="hold">
                                          <p:stCondLst>
                                            <p:cond delay="0"/>
                                          </p:stCondLst>
                                        </p:cTn>
                                        <p:tgtEl>
                                          <p:spTgt spid="193615"/>
                                        </p:tgtEl>
                                        <p:attrNameLst>
                                          <p:attrName>style.visibility</p:attrName>
                                        </p:attrNameLst>
                                      </p:cBhvr>
                                      <p:to>
                                        <p:strVal val="visible"/>
                                      </p:to>
                                    </p:set>
                                    <p:anim calcmode="lin" valueType="num">
                                      <p:cBhvr additive="base">
                                        <p:cTn id="30" dur="500" fill="hold"/>
                                        <p:tgtEl>
                                          <p:spTgt spid="193615"/>
                                        </p:tgtEl>
                                        <p:attrNameLst>
                                          <p:attrName>ppt_x</p:attrName>
                                        </p:attrNameLst>
                                      </p:cBhvr>
                                      <p:tavLst>
                                        <p:tav tm="0">
                                          <p:val>
                                            <p:strVal val="#ppt_x"/>
                                          </p:val>
                                        </p:tav>
                                        <p:tav tm="100000">
                                          <p:val>
                                            <p:strVal val="#ppt_x"/>
                                          </p:val>
                                        </p:tav>
                                      </p:tavLst>
                                    </p:anim>
                                    <p:anim calcmode="lin" valueType="num">
                                      <p:cBhvr additive="base">
                                        <p:cTn id="31" dur="500" fill="hold"/>
                                        <p:tgtEl>
                                          <p:spTgt spid="193615"/>
                                        </p:tgtEl>
                                        <p:attrNameLst>
                                          <p:attrName>ppt_y</p:attrName>
                                        </p:attrNameLst>
                                      </p:cBhvr>
                                      <p:tavLst>
                                        <p:tav tm="0">
                                          <p:val>
                                            <p:strVal val="0-#ppt_h/2"/>
                                          </p:val>
                                        </p:tav>
                                        <p:tav tm="100000">
                                          <p:val>
                                            <p:strVal val="#ppt_y"/>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2" presetClass="entr" presetSubtype="8" fill="hold" nodeType="clickEffect">
                                  <p:stCondLst>
                                    <p:cond delay="0"/>
                                  </p:stCondLst>
                                  <p:childTnLst>
                                    <p:set>
                                      <p:cBhvr>
                                        <p:cTn id="35" dur="1" fill="hold">
                                          <p:stCondLst>
                                            <p:cond delay="0"/>
                                          </p:stCondLst>
                                        </p:cTn>
                                        <p:tgtEl>
                                          <p:spTgt spid="193546"/>
                                        </p:tgtEl>
                                        <p:attrNameLst>
                                          <p:attrName>style.visibility</p:attrName>
                                        </p:attrNameLst>
                                      </p:cBhvr>
                                      <p:to>
                                        <p:strVal val="visible"/>
                                      </p:to>
                                    </p:set>
                                    <p:anim calcmode="lin" valueType="num">
                                      <p:cBhvr additive="base">
                                        <p:cTn id="36" dur="500" fill="hold"/>
                                        <p:tgtEl>
                                          <p:spTgt spid="193546"/>
                                        </p:tgtEl>
                                        <p:attrNameLst>
                                          <p:attrName>ppt_x</p:attrName>
                                        </p:attrNameLst>
                                      </p:cBhvr>
                                      <p:tavLst>
                                        <p:tav tm="0">
                                          <p:val>
                                            <p:strVal val="0-#ppt_w/2"/>
                                          </p:val>
                                        </p:tav>
                                        <p:tav tm="100000">
                                          <p:val>
                                            <p:strVal val="#ppt_x"/>
                                          </p:val>
                                        </p:tav>
                                      </p:tavLst>
                                    </p:anim>
                                    <p:anim calcmode="lin" valueType="num">
                                      <p:cBhvr additive="base">
                                        <p:cTn id="37" dur="500" fill="hold"/>
                                        <p:tgtEl>
                                          <p:spTgt spid="193546"/>
                                        </p:tgtEl>
                                        <p:attrNameLst>
                                          <p:attrName>ppt_y</p:attrName>
                                        </p:attrNameLst>
                                      </p:cBhvr>
                                      <p:tavLst>
                                        <p:tav tm="0">
                                          <p:val>
                                            <p:strVal val="#ppt_y"/>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17" presetClass="entr" presetSubtype="8" fill="hold" grpId="0" nodeType="clickEffect">
                                  <p:stCondLst>
                                    <p:cond delay="0"/>
                                  </p:stCondLst>
                                  <p:childTnLst>
                                    <p:set>
                                      <p:cBhvr>
                                        <p:cTn id="41" dur="1" fill="hold">
                                          <p:stCondLst>
                                            <p:cond delay="0"/>
                                          </p:stCondLst>
                                        </p:cTn>
                                        <p:tgtEl>
                                          <p:spTgt spid="193570"/>
                                        </p:tgtEl>
                                        <p:attrNameLst>
                                          <p:attrName>style.visibility</p:attrName>
                                        </p:attrNameLst>
                                      </p:cBhvr>
                                      <p:to>
                                        <p:strVal val="visible"/>
                                      </p:to>
                                    </p:set>
                                    <p:anim calcmode="lin" valueType="num">
                                      <p:cBhvr>
                                        <p:cTn id="42" dur="500" fill="hold"/>
                                        <p:tgtEl>
                                          <p:spTgt spid="193570"/>
                                        </p:tgtEl>
                                        <p:attrNameLst>
                                          <p:attrName>ppt_x</p:attrName>
                                        </p:attrNameLst>
                                      </p:cBhvr>
                                      <p:tavLst>
                                        <p:tav tm="0">
                                          <p:val>
                                            <p:strVal val="#ppt_x-#ppt_w/2"/>
                                          </p:val>
                                        </p:tav>
                                        <p:tav tm="100000">
                                          <p:val>
                                            <p:strVal val="#ppt_x"/>
                                          </p:val>
                                        </p:tav>
                                      </p:tavLst>
                                    </p:anim>
                                    <p:anim calcmode="lin" valueType="num">
                                      <p:cBhvr>
                                        <p:cTn id="43" dur="500" fill="hold"/>
                                        <p:tgtEl>
                                          <p:spTgt spid="193570"/>
                                        </p:tgtEl>
                                        <p:attrNameLst>
                                          <p:attrName>ppt_y</p:attrName>
                                        </p:attrNameLst>
                                      </p:cBhvr>
                                      <p:tavLst>
                                        <p:tav tm="0">
                                          <p:val>
                                            <p:strVal val="#ppt_y"/>
                                          </p:val>
                                        </p:tav>
                                        <p:tav tm="100000">
                                          <p:val>
                                            <p:strVal val="#ppt_y"/>
                                          </p:val>
                                        </p:tav>
                                      </p:tavLst>
                                    </p:anim>
                                    <p:anim calcmode="lin" valueType="num">
                                      <p:cBhvr>
                                        <p:cTn id="44" dur="500" fill="hold"/>
                                        <p:tgtEl>
                                          <p:spTgt spid="193570"/>
                                        </p:tgtEl>
                                        <p:attrNameLst>
                                          <p:attrName>ppt_w</p:attrName>
                                        </p:attrNameLst>
                                      </p:cBhvr>
                                      <p:tavLst>
                                        <p:tav tm="0">
                                          <p:val>
                                            <p:fltVal val="0"/>
                                          </p:val>
                                        </p:tav>
                                        <p:tav tm="100000">
                                          <p:val>
                                            <p:strVal val="#ppt_w"/>
                                          </p:val>
                                        </p:tav>
                                      </p:tavLst>
                                    </p:anim>
                                    <p:anim calcmode="lin" valueType="num">
                                      <p:cBhvr>
                                        <p:cTn id="45" dur="500" fill="hold"/>
                                        <p:tgtEl>
                                          <p:spTgt spid="193570"/>
                                        </p:tgtEl>
                                        <p:attrNameLst>
                                          <p:attrName>ppt_h</p:attrName>
                                        </p:attrNameLst>
                                      </p:cBhvr>
                                      <p:tavLst>
                                        <p:tav tm="0">
                                          <p:val>
                                            <p:strVal val="#ppt_h"/>
                                          </p:val>
                                        </p:tav>
                                        <p:tav tm="100000">
                                          <p:val>
                                            <p:strVal val="#ppt_h"/>
                                          </p:val>
                                        </p:tav>
                                      </p:tavLst>
                                    </p:anim>
                                  </p:childTnLst>
                                </p:cTn>
                              </p:par>
                            </p:childTnLst>
                          </p:cTn>
                        </p:par>
                      </p:childTnLst>
                    </p:cTn>
                  </p:par>
                  <p:par>
                    <p:cTn id="46" fill="hold" nodeType="clickPar">
                      <p:stCondLst>
                        <p:cond delay="indefinite"/>
                      </p:stCondLst>
                      <p:childTnLst>
                        <p:par>
                          <p:cTn id="47" fill="hold" nodeType="withGroup">
                            <p:stCondLst>
                              <p:cond delay="0"/>
                            </p:stCondLst>
                            <p:childTnLst>
                              <p:par>
                                <p:cTn id="48" presetID="18" presetClass="entr" presetSubtype="3" fill="hold" grpId="0" nodeType="clickEffect">
                                  <p:stCondLst>
                                    <p:cond delay="0"/>
                                  </p:stCondLst>
                                  <p:childTnLst>
                                    <p:set>
                                      <p:cBhvr>
                                        <p:cTn id="49" dur="1" fill="hold">
                                          <p:stCondLst>
                                            <p:cond delay="0"/>
                                          </p:stCondLst>
                                        </p:cTn>
                                        <p:tgtEl>
                                          <p:spTgt spid="193571"/>
                                        </p:tgtEl>
                                        <p:attrNameLst>
                                          <p:attrName>style.visibility</p:attrName>
                                        </p:attrNameLst>
                                      </p:cBhvr>
                                      <p:to>
                                        <p:strVal val="visible"/>
                                      </p:to>
                                    </p:set>
                                    <p:animEffect transition="in" filter="strips(upRight)">
                                      <p:cBhvr>
                                        <p:cTn id="50" dur="500"/>
                                        <p:tgtEl>
                                          <p:spTgt spid="193571"/>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193653"/>
                                        </p:tgtEl>
                                        <p:attrNameLst>
                                          <p:attrName>style.visibility</p:attrName>
                                        </p:attrNameLst>
                                      </p:cBhvr>
                                      <p:to>
                                        <p:strVal val="visible"/>
                                      </p:to>
                                    </p:set>
                                    <p:anim calcmode="lin" valueType="num">
                                      <p:cBhvr additive="base">
                                        <p:cTn id="55" dur="500" fill="hold"/>
                                        <p:tgtEl>
                                          <p:spTgt spid="193653"/>
                                        </p:tgtEl>
                                        <p:attrNameLst>
                                          <p:attrName>ppt_x</p:attrName>
                                        </p:attrNameLst>
                                      </p:cBhvr>
                                      <p:tavLst>
                                        <p:tav tm="0">
                                          <p:val>
                                            <p:strVal val="0-#ppt_w/2"/>
                                          </p:val>
                                        </p:tav>
                                        <p:tav tm="100000">
                                          <p:val>
                                            <p:strVal val="#ppt_x"/>
                                          </p:val>
                                        </p:tav>
                                      </p:tavLst>
                                    </p:anim>
                                    <p:anim calcmode="lin" valueType="num">
                                      <p:cBhvr additive="base">
                                        <p:cTn id="56" dur="500" fill="hold"/>
                                        <p:tgtEl>
                                          <p:spTgt spid="193653"/>
                                        </p:tgtEl>
                                        <p:attrNameLst>
                                          <p:attrName>ppt_y</p:attrName>
                                        </p:attrNameLst>
                                      </p:cBhvr>
                                      <p:tavLst>
                                        <p:tav tm="0">
                                          <p:val>
                                            <p:strVal val="#ppt_y"/>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2" fill="hold" grpId="0" nodeType="clickEffect">
                                  <p:stCondLst>
                                    <p:cond delay="0"/>
                                  </p:stCondLst>
                                  <p:childTnLst>
                                    <p:set>
                                      <p:cBhvr>
                                        <p:cTn id="60" dur="1" fill="hold">
                                          <p:stCondLst>
                                            <p:cond delay="0"/>
                                          </p:stCondLst>
                                        </p:cTn>
                                        <p:tgtEl>
                                          <p:spTgt spid="193573"/>
                                        </p:tgtEl>
                                        <p:attrNameLst>
                                          <p:attrName>style.visibility</p:attrName>
                                        </p:attrNameLst>
                                      </p:cBhvr>
                                      <p:to>
                                        <p:strVal val="visible"/>
                                      </p:to>
                                    </p:set>
                                    <p:anim calcmode="lin" valueType="num">
                                      <p:cBhvr additive="base">
                                        <p:cTn id="61" dur="500" fill="hold"/>
                                        <p:tgtEl>
                                          <p:spTgt spid="193573"/>
                                        </p:tgtEl>
                                        <p:attrNameLst>
                                          <p:attrName>ppt_x</p:attrName>
                                        </p:attrNameLst>
                                      </p:cBhvr>
                                      <p:tavLst>
                                        <p:tav tm="0">
                                          <p:val>
                                            <p:strVal val="1+#ppt_w/2"/>
                                          </p:val>
                                        </p:tav>
                                        <p:tav tm="100000">
                                          <p:val>
                                            <p:strVal val="#ppt_x"/>
                                          </p:val>
                                        </p:tav>
                                      </p:tavLst>
                                    </p:anim>
                                    <p:anim calcmode="lin" valueType="num">
                                      <p:cBhvr additive="base">
                                        <p:cTn id="62" dur="500" fill="hold"/>
                                        <p:tgtEl>
                                          <p:spTgt spid="193573"/>
                                        </p:tgtEl>
                                        <p:attrNameLst>
                                          <p:attrName>ppt_y</p:attrName>
                                        </p:attrNameLst>
                                      </p:cBhvr>
                                      <p:tavLst>
                                        <p:tav tm="0">
                                          <p:val>
                                            <p:strVal val="#ppt_y"/>
                                          </p:val>
                                        </p:tav>
                                        <p:tav tm="100000">
                                          <p:val>
                                            <p:strVal val="#ppt_y"/>
                                          </p:val>
                                        </p:tav>
                                      </p:tavLst>
                                    </p:anim>
                                  </p:childTnLst>
                                </p:cTn>
                              </p:par>
                            </p:childTnLst>
                          </p:cTn>
                        </p:par>
                      </p:childTnLst>
                    </p:cTn>
                  </p:par>
                  <p:par>
                    <p:cTn id="63" fill="hold" nodeType="clickPar">
                      <p:stCondLst>
                        <p:cond delay="indefinite"/>
                      </p:stCondLst>
                      <p:childTnLst>
                        <p:par>
                          <p:cTn id="64" fill="hold" nodeType="withGroup">
                            <p:stCondLst>
                              <p:cond delay="0"/>
                            </p:stCondLst>
                            <p:childTnLst>
                              <p:par>
                                <p:cTn id="65" presetID="17" presetClass="entr" presetSubtype="4" fill="hold" grpId="0" nodeType="clickEffect">
                                  <p:stCondLst>
                                    <p:cond delay="0"/>
                                  </p:stCondLst>
                                  <p:childTnLst>
                                    <p:set>
                                      <p:cBhvr>
                                        <p:cTn id="66" dur="1" fill="hold">
                                          <p:stCondLst>
                                            <p:cond delay="0"/>
                                          </p:stCondLst>
                                        </p:cTn>
                                        <p:tgtEl>
                                          <p:spTgt spid="193654"/>
                                        </p:tgtEl>
                                        <p:attrNameLst>
                                          <p:attrName>style.visibility</p:attrName>
                                        </p:attrNameLst>
                                      </p:cBhvr>
                                      <p:to>
                                        <p:strVal val="visible"/>
                                      </p:to>
                                    </p:set>
                                    <p:anim calcmode="lin" valueType="num">
                                      <p:cBhvr>
                                        <p:cTn id="67" dur="500" fill="hold"/>
                                        <p:tgtEl>
                                          <p:spTgt spid="193654"/>
                                        </p:tgtEl>
                                        <p:attrNameLst>
                                          <p:attrName>ppt_x</p:attrName>
                                        </p:attrNameLst>
                                      </p:cBhvr>
                                      <p:tavLst>
                                        <p:tav tm="0">
                                          <p:val>
                                            <p:strVal val="#ppt_x"/>
                                          </p:val>
                                        </p:tav>
                                        <p:tav tm="100000">
                                          <p:val>
                                            <p:strVal val="#ppt_x"/>
                                          </p:val>
                                        </p:tav>
                                      </p:tavLst>
                                    </p:anim>
                                    <p:anim calcmode="lin" valueType="num">
                                      <p:cBhvr>
                                        <p:cTn id="68" dur="500" fill="hold"/>
                                        <p:tgtEl>
                                          <p:spTgt spid="193654"/>
                                        </p:tgtEl>
                                        <p:attrNameLst>
                                          <p:attrName>ppt_y</p:attrName>
                                        </p:attrNameLst>
                                      </p:cBhvr>
                                      <p:tavLst>
                                        <p:tav tm="0">
                                          <p:val>
                                            <p:strVal val="#ppt_y+#ppt_h/2"/>
                                          </p:val>
                                        </p:tav>
                                        <p:tav tm="100000">
                                          <p:val>
                                            <p:strVal val="#ppt_y"/>
                                          </p:val>
                                        </p:tav>
                                      </p:tavLst>
                                    </p:anim>
                                    <p:anim calcmode="lin" valueType="num">
                                      <p:cBhvr>
                                        <p:cTn id="69" dur="500" fill="hold"/>
                                        <p:tgtEl>
                                          <p:spTgt spid="193654"/>
                                        </p:tgtEl>
                                        <p:attrNameLst>
                                          <p:attrName>ppt_w</p:attrName>
                                        </p:attrNameLst>
                                      </p:cBhvr>
                                      <p:tavLst>
                                        <p:tav tm="0">
                                          <p:val>
                                            <p:strVal val="#ppt_w"/>
                                          </p:val>
                                        </p:tav>
                                        <p:tav tm="100000">
                                          <p:val>
                                            <p:strVal val="#ppt_w"/>
                                          </p:val>
                                        </p:tav>
                                      </p:tavLst>
                                    </p:anim>
                                    <p:anim calcmode="lin" valueType="num">
                                      <p:cBhvr>
                                        <p:cTn id="70" dur="500" fill="hold"/>
                                        <p:tgtEl>
                                          <p:spTgt spid="193654"/>
                                        </p:tgtEl>
                                        <p:attrNameLst>
                                          <p:attrName>ppt_h</p:attrName>
                                        </p:attrNameLst>
                                      </p:cBhvr>
                                      <p:tavLst>
                                        <p:tav tm="0">
                                          <p:val>
                                            <p:fltVal val="0"/>
                                          </p:val>
                                        </p:tav>
                                        <p:tav tm="100000">
                                          <p:val>
                                            <p:strVal val="#ppt_h"/>
                                          </p:val>
                                        </p:tav>
                                      </p:tavLst>
                                    </p:anim>
                                  </p:childTnLst>
                                </p:cTn>
                              </p:par>
                            </p:childTnLst>
                          </p:cTn>
                        </p:par>
                      </p:childTnLst>
                    </p:cTn>
                  </p:par>
                  <p:par>
                    <p:cTn id="71" fill="hold" nodeType="clickPar">
                      <p:stCondLst>
                        <p:cond delay="indefinite"/>
                      </p:stCondLst>
                      <p:childTnLst>
                        <p:par>
                          <p:cTn id="72" fill="hold" nodeType="withGroup">
                            <p:stCondLst>
                              <p:cond delay="0"/>
                            </p:stCondLst>
                            <p:childTnLst>
                              <p:par>
                                <p:cTn id="73" presetID="17" presetClass="entr" presetSubtype="4" fill="hold" grpId="0" nodeType="clickEffect">
                                  <p:stCondLst>
                                    <p:cond delay="0"/>
                                  </p:stCondLst>
                                  <p:childTnLst>
                                    <p:set>
                                      <p:cBhvr>
                                        <p:cTn id="74" dur="1" fill="hold">
                                          <p:stCondLst>
                                            <p:cond delay="0"/>
                                          </p:stCondLst>
                                        </p:cTn>
                                        <p:tgtEl>
                                          <p:spTgt spid="193652"/>
                                        </p:tgtEl>
                                        <p:attrNameLst>
                                          <p:attrName>style.visibility</p:attrName>
                                        </p:attrNameLst>
                                      </p:cBhvr>
                                      <p:to>
                                        <p:strVal val="visible"/>
                                      </p:to>
                                    </p:set>
                                    <p:anim calcmode="lin" valueType="num">
                                      <p:cBhvr>
                                        <p:cTn id="75" dur="500" fill="hold"/>
                                        <p:tgtEl>
                                          <p:spTgt spid="193652"/>
                                        </p:tgtEl>
                                        <p:attrNameLst>
                                          <p:attrName>ppt_x</p:attrName>
                                        </p:attrNameLst>
                                      </p:cBhvr>
                                      <p:tavLst>
                                        <p:tav tm="0">
                                          <p:val>
                                            <p:strVal val="#ppt_x"/>
                                          </p:val>
                                        </p:tav>
                                        <p:tav tm="100000">
                                          <p:val>
                                            <p:strVal val="#ppt_x"/>
                                          </p:val>
                                        </p:tav>
                                      </p:tavLst>
                                    </p:anim>
                                    <p:anim calcmode="lin" valueType="num">
                                      <p:cBhvr>
                                        <p:cTn id="76" dur="500" fill="hold"/>
                                        <p:tgtEl>
                                          <p:spTgt spid="193652"/>
                                        </p:tgtEl>
                                        <p:attrNameLst>
                                          <p:attrName>ppt_y</p:attrName>
                                        </p:attrNameLst>
                                      </p:cBhvr>
                                      <p:tavLst>
                                        <p:tav tm="0">
                                          <p:val>
                                            <p:strVal val="#ppt_y+#ppt_h/2"/>
                                          </p:val>
                                        </p:tav>
                                        <p:tav tm="100000">
                                          <p:val>
                                            <p:strVal val="#ppt_y"/>
                                          </p:val>
                                        </p:tav>
                                      </p:tavLst>
                                    </p:anim>
                                    <p:anim calcmode="lin" valueType="num">
                                      <p:cBhvr>
                                        <p:cTn id="77" dur="500" fill="hold"/>
                                        <p:tgtEl>
                                          <p:spTgt spid="193652"/>
                                        </p:tgtEl>
                                        <p:attrNameLst>
                                          <p:attrName>ppt_w</p:attrName>
                                        </p:attrNameLst>
                                      </p:cBhvr>
                                      <p:tavLst>
                                        <p:tav tm="0">
                                          <p:val>
                                            <p:strVal val="#ppt_w"/>
                                          </p:val>
                                        </p:tav>
                                        <p:tav tm="100000">
                                          <p:val>
                                            <p:strVal val="#ppt_w"/>
                                          </p:val>
                                        </p:tav>
                                      </p:tavLst>
                                    </p:anim>
                                    <p:anim calcmode="lin" valueType="num">
                                      <p:cBhvr>
                                        <p:cTn id="78" dur="500" fill="hold"/>
                                        <p:tgtEl>
                                          <p:spTgt spid="193652"/>
                                        </p:tgtEl>
                                        <p:attrNameLst>
                                          <p:attrName>ppt_h</p:attrName>
                                        </p:attrNameLst>
                                      </p:cBhvr>
                                      <p:tavLst>
                                        <p:tav tm="0">
                                          <p:val>
                                            <p:fltVal val="0"/>
                                          </p:val>
                                        </p:tav>
                                        <p:tav tm="100000">
                                          <p:val>
                                            <p:strVal val="#ppt_h"/>
                                          </p:val>
                                        </p:tav>
                                      </p:tavLst>
                                    </p:anim>
                                  </p:childTnLst>
                                </p:cTn>
                              </p:par>
                            </p:childTnLst>
                          </p:cTn>
                        </p:par>
                      </p:childTnLst>
                    </p:cTn>
                  </p:par>
                  <p:par>
                    <p:cTn id="79" fill="hold" nodeType="clickPar">
                      <p:stCondLst>
                        <p:cond delay="indefinite"/>
                      </p:stCondLst>
                      <p:childTnLst>
                        <p:par>
                          <p:cTn id="80" fill="hold" nodeType="withGroup">
                            <p:stCondLst>
                              <p:cond delay="0"/>
                            </p:stCondLst>
                            <p:childTnLst>
                              <p:par>
                                <p:cTn id="81" presetID="2" presetClass="entr" presetSubtype="1" fill="hold" grpId="0" nodeType="clickEffect">
                                  <p:stCondLst>
                                    <p:cond delay="0"/>
                                  </p:stCondLst>
                                  <p:childTnLst>
                                    <p:set>
                                      <p:cBhvr>
                                        <p:cTn id="82" dur="1" fill="hold">
                                          <p:stCondLst>
                                            <p:cond delay="0"/>
                                          </p:stCondLst>
                                        </p:cTn>
                                        <p:tgtEl>
                                          <p:spTgt spid="193574"/>
                                        </p:tgtEl>
                                        <p:attrNameLst>
                                          <p:attrName>style.visibility</p:attrName>
                                        </p:attrNameLst>
                                      </p:cBhvr>
                                      <p:to>
                                        <p:strVal val="visible"/>
                                      </p:to>
                                    </p:set>
                                    <p:anim calcmode="lin" valueType="num">
                                      <p:cBhvr additive="base">
                                        <p:cTn id="83" dur="500" fill="hold"/>
                                        <p:tgtEl>
                                          <p:spTgt spid="193574"/>
                                        </p:tgtEl>
                                        <p:attrNameLst>
                                          <p:attrName>ppt_x</p:attrName>
                                        </p:attrNameLst>
                                      </p:cBhvr>
                                      <p:tavLst>
                                        <p:tav tm="0">
                                          <p:val>
                                            <p:strVal val="#ppt_x"/>
                                          </p:val>
                                        </p:tav>
                                        <p:tav tm="100000">
                                          <p:val>
                                            <p:strVal val="#ppt_x"/>
                                          </p:val>
                                        </p:tav>
                                      </p:tavLst>
                                    </p:anim>
                                    <p:anim calcmode="lin" valueType="num">
                                      <p:cBhvr additive="base">
                                        <p:cTn id="84" dur="500" fill="hold"/>
                                        <p:tgtEl>
                                          <p:spTgt spid="193574"/>
                                        </p:tgtEl>
                                        <p:attrNameLst>
                                          <p:attrName>ppt_y</p:attrName>
                                        </p:attrNameLst>
                                      </p:cBhvr>
                                      <p:tavLst>
                                        <p:tav tm="0">
                                          <p:val>
                                            <p:strVal val="0-#ppt_h/2"/>
                                          </p:val>
                                        </p:tav>
                                        <p:tav tm="100000">
                                          <p:val>
                                            <p:strVal val="#ppt_y"/>
                                          </p:val>
                                        </p:tav>
                                      </p:tavLst>
                                    </p:anim>
                                  </p:childTnLst>
                                </p:cTn>
                              </p:par>
                            </p:childTnLst>
                          </p:cTn>
                        </p:par>
                      </p:childTnLst>
                    </p:cTn>
                  </p:par>
                  <p:par>
                    <p:cTn id="85" fill="hold" nodeType="clickPar">
                      <p:stCondLst>
                        <p:cond delay="indefinite"/>
                      </p:stCondLst>
                      <p:childTnLst>
                        <p:par>
                          <p:cTn id="86" fill="hold" nodeType="withGroup">
                            <p:stCondLst>
                              <p:cond delay="0"/>
                            </p:stCondLst>
                            <p:childTnLst>
                              <p:par>
                                <p:cTn id="87" presetID="18" presetClass="entr" presetSubtype="12" fill="hold" grpId="0" nodeType="clickEffect">
                                  <p:stCondLst>
                                    <p:cond delay="0"/>
                                  </p:stCondLst>
                                  <p:childTnLst>
                                    <p:set>
                                      <p:cBhvr>
                                        <p:cTn id="88" dur="1" fill="hold">
                                          <p:stCondLst>
                                            <p:cond delay="0"/>
                                          </p:stCondLst>
                                        </p:cTn>
                                        <p:tgtEl>
                                          <p:spTgt spid="193572"/>
                                        </p:tgtEl>
                                        <p:attrNameLst>
                                          <p:attrName>style.visibility</p:attrName>
                                        </p:attrNameLst>
                                      </p:cBhvr>
                                      <p:to>
                                        <p:strVal val="visible"/>
                                      </p:to>
                                    </p:set>
                                    <p:animEffect transition="in" filter="strips(downLeft)">
                                      <p:cBhvr>
                                        <p:cTn id="89" dur="500"/>
                                        <p:tgtEl>
                                          <p:spTgt spid="193572"/>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23" presetClass="entr" presetSubtype="16" fill="hold" nodeType="clickEffect">
                                  <p:stCondLst>
                                    <p:cond delay="0"/>
                                  </p:stCondLst>
                                  <p:childTnLst>
                                    <p:set>
                                      <p:cBhvr>
                                        <p:cTn id="93" dur="1" fill="hold">
                                          <p:stCondLst>
                                            <p:cond delay="0"/>
                                          </p:stCondLst>
                                        </p:cTn>
                                        <p:tgtEl>
                                          <p:spTgt spid="193658"/>
                                        </p:tgtEl>
                                        <p:attrNameLst>
                                          <p:attrName>style.visibility</p:attrName>
                                        </p:attrNameLst>
                                      </p:cBhvr>
                                      <p:to>
                                        <p:strVal val="visible"/>
                                      </p:to>
                                    </p:set>
                                    <p:anim calcmode="lin" valueType="num">
                                      <p:cBhvr>
                                        <p:cTn id="94" dur="500" fill="hold"/>
                                        <p:tgtEl>
                                          <p:spTgt spid="193658"/>
                                        </p:tgtEl>
                                        <p:attrNameLst>
                                          <p:attrName>ppt_w</p:attrName>
                                        </p:attrNameLst>
                                      </p:cBhvr>
                                      <p:tavLst>
                                        <p:tav tm="0">
                                          <p:val>
                                            <p:fltVal val="0"/>
                                          </p:val>
                                        </p:tav>
                                        <p:tav tm="100000">
                                          <p:val>
                                            <p:strVal val="#ppt_w"/>
                                          </p:val>
                                        </p:tav>
                                      </p:tavLst>
                                    </p:anim>
                                    <p:anim calcmode="lin" valueType="num">
                                      <p:cBhvr>
                                        <p:cTn id="95" dur="500" fill="hold"/>
                                        <p:tgtEl>
                                          <p:spTgt spid="193658"/>
                                        </p:tgtEl>
                                        <p:attrNameLst>
                                          <p:attrName>ppt_h</p:attrName>
                                        </p:attrNameLst>
                                      </p:cBhvr>
                                      <p:tavLst>
                                        <p:tav tm="0">
                                          <p:val>
                                            <p:fltVal val="0"/>
                                          </p:val>
                                        </p:tav>
                                        <p:tav tm="100000">
                                          <p:val>
                                            <p:strVal val="#ppt_h"/>
                                          </p:val>
                                        </p:tav>
                                      </p:tavLst>
                                    </p:anim>
                                  </p:childTnLst>
                                </p:cTn>
                              </p:par>
                            </p:childTnLst>
                          </p:cTn>
                        </p:par>
                      </p:childTnLst>
                    </p:cTn>
                  </p:par>
                  <p:par>
                    <p:cTn id="96" fill="hold" nodeType="clickPar">
                      <p:stCondLst>
                        <p:cond delay="indefinite"/>
                      </p:stCondLst>
                      <p:childTnLst>
                        <p:par>
                          <p:cTn id="97" fill="hold" nodeType="withGroup">
                            <p:stCondLst>
                              <p:cond delay="0"/>
                            </p:stCondLst>
                            <p:childTnLst>
                              <p:par>
                                <p:cTn id="98" presetID="23" presetClass="entr" presetSubtype="16" fill="hold" grpId="0" nodeType="clickEffect">
                                  <p:stCondLst>
                                    <p:cond delay="0"/>
                                  </p:stCondLst>
                                  <p:childTnLst>
                                    <p:set>
                                      <p:cBhvr>
                                        <p:cTn id="99" dur="1" fill="hold">
                                          <p:stCondLst>
                                            <p:cond delay="0"/>
                                          </p:stCondLst>
                                        </p:cTn>
                                        <p:tgtEl>
                                          <p:spTgt spid="193575"/>
                                        </p:tgtEl>
                                        <p:attrNameLst>
                                          <p:attrName>style.visibility</p:attrName>
                                        </p:attrNameLst>
                                      </p:cBhvr>
                                      <p:to>
                                        <p:strVal val="visible"/>
                                      </p:to>
                                    </p:set>
                                    <p:anim calcmode="lin" valueType="num">
                                      <p:cBhvr>
                                        <p:cTn id="100" dur="500" fill="hold"/>
                                        <p:tgtEl>
                                          <p:spTgt spid="193575"/>
                                        </p:tgtEl>
                                        <p:attrNameLst>
                                          <p:attrName>ppt_w</p:attrName>
                                        </p:attrNameLst>
                                      </p:cBhvr>
                                      <p:tavLst>
                                        <p:tav tm="0">
                                          <p:val>
                                            <p:fltVal val="0"/>
                                          </p:val>
                                        </p:tav>
                                        <p:tav tm="100000">
                                          <p:val>
                                            <p:strVal val="#ppt_w"/>
                                          </p:val>
                                        </p:tav>
                                      </p:tavLst>
                                    </p:anim>
                                    <p:anim calcmode="lin" valueType="num">
                                      <p:cBhvr>
                                        <p:cTn id="101" dur="500" fill="hold"/>
                                        <p:tgtEl>
                                          <p:spTgt spid="193575"/>
                                        </p:tgtEl>
                                        <p:attrNameLst>
                                          <p:attrName>ppt_h</p:attrName>
                                        </p:attrNameLst>
                                      </p:cBhvr>
                                      <p:tavLst>
                                        <p:tav tm="0">
                                          <p:val>
                                            <p:fltVal val="0"/>
                                          </p:val>
                                        </p:tav>
                                        <p:tav tm="100000">
                                          <p:val>
                                            <p:strVal val="#ppt_h"/>
                                          </p:val>
                                        </p:tav>
                                      </p:tavLst>
                                    </p:anim>
                                  </p:childTnLst>
                                </p:cTn>
                              </p:par>
                            </p:childTnLst>
                          </p:cTn>
                        </p:par>
                      </p:childTnLst>
                    </p:cTn>
                  </p:par>
                  <p:par>
                    <p:cTn id="102" fill="hold" nodeType="clickPar">
                      <p:stCondLst>
                        <p:cond delay="indefinite"/>
                      </p:stCondLst>
                      <p:childTnLst>
                        <p:par>
                          <p:cTn id="103" fill="hold" nodeType="withGroup">
                            <p:stCondLst>
                              <p:cond delay="0"/>
                            </p:stCondLst>
                            <p:childTnLst>
                              <p:par>
                                <p:cTn id="104" presetID="18" presetClass="entr" presetSubtype="9" fill="hold" grpId="0" nodeType="clickEffect">
                                  <p:stCondLst>
                                    <p:cond delay="0"/>
                                  </p:stCondLst>
                                  <p:childTnLst>
                                    <p:set>
                                      <p:cBhvr>
                                        <p:cTn id="105" dur="1" fill="hold">
                                          <p:stCondLst>
                                            <p:cond delay="0"/>
                                          </p:stCondLst>
                                        </p:cTn>
                                        <p:tgtEl>
                                          <p:spTgt spid="193602"/>
                                        </p:tgtEl>
                                        <p:attrNameLst>
                                          <p:attrName>style.visibility</p:attrName>
                                        </p:attrNameLst>
                                      </p:cBhvr>
                                      <p:to>
                                        <p:strVal val="visible"/>
                                      </p:to>
                                    </p:set>
                                    <p:animEffect transition="in" filter="strips(upLeft)">
                                      <p:cBhvr>
                                        <p:cTn id="106" dur="500"/>
                                        <p:tgtEl>
                                          <p:spTgt spid="193602"/>
                                        </p:tgtEl>
                                      </p:cBhvr>
                                    </p:animEffect>
                                  </p:childTnLst>
                                </p:cTn>
                              </p:par>
                            </p:childTnLst>
                          </p:cTn>
                        </p:par>
                      </p:childTnLst>
                    </p:cTn>
                  </p:par>
                  <p:par>
                    <p:cTn id="107" fill="hold" nodeType="clickPar">
                      <p:stCondLst>
                        <p:cond delay="indefinite"/>
                      </p:stCondLst>
                      <p:childTnLst>
                        <p:par>
                          <p:cTn id="108" fill="hold" nodeType="withGroup">
                            <p:stCondLst>
                              <p:cond delay="0"/>
                            </p:stCondLst>
                            <p:childTnLst>
                              <p:par>
                                <p:cTn id="109" presetID="2" presetClass="entr" presetSubtype="2" fill="hold" grpId="0" nodeType="clickEffect">
                                  <p:stCondLst>
                                    <p:cond delay="0"/>
                                  </p:stCondLst>
                                  <p:childTnLst>
                                    <p:set>
                                      <p:cBhvr>
                                        <p:cTn id="110" dur="1" fill="hold">
                                          <p:stCondLst>
                                            <p:cond delay="0"/>
                                          </p:stCondLst>
                                        </p:cTn>
                                        <p:tgtEl>
                                          <p:spTgt spid="193601"/>
                                        </p:tgtEl>
                                        <p:attrNameLst>
                                          <p:attrName>style.visibility</p:attrName>
                                        </p:attrNameLst>
                                      </p:cBhvr>
                                      <p:to>
                                        <p:strVal val="visible"/>
                                      </p:to>
                                    </p:set>
                                    <p:anim calcmode="lin" valueType="num">
                                      <p:cBhvr additive="base">
                                        <p:cTn id="111" dur="500" fill="hold"/>
                                        <p:tgtEl>
                                          <p:spTgt spid="193601"/>
                                        </p:tgtEl>
                                        <p:attrNameLst>
                                          <p:attrName>ppt_x</p:attrName>
                                        </p:attrNameLst>
                                      </p:cBhvr>
                                      <p:tavLst>
                                        <p:tav tm="0">
                                          <p:val>
                                            <p:strVal val="1+#ppt_w/2"/>
                                          </p:val>
                                        </p:tav>
                                        <p:tav tm="100000">
                                          <p:val>
                                            <p:strVal val="#ppt_x"/>
                                          </p:val>
                                        </p:tav>
                                      </p:tavLst>
                                    </p:anim>
                                    <p:anim calcmode="lin" valueType="num">
                                      <p:cBhvr additive="base">
                                        <p:cTn id="112" dur="500" fill="hold"/>
                                        <p:tgtEl>
                                          <p:spTgt spid="193601"/>
                                        </p:tgtEl>
                                        <p:attrNameLst>
                                          <p:attrName>ppt_y</p:attrName>
                                        </p:attrNameLst>
                                      </p:cBhvr>
                                      <p:tavLst>
                                        <p:tav tm="0">
                                          <p:val>
                                            <p:strVal val="#ppt_y"/>
                                          </p:val>
                                        </p:tav>
                                        <p:tav tm="100000">
                                          <p:val>
                                            <p:strVal val="#ppt_y"/>
                                          </p:val>
                                        </p:tav>
                                      </p:tavLst>
                                    </p:anim>
                                  </p:childTnLst>
                                </p:cTn>
                              </p:par>
                            </p:childTnLst>
                          </p:cTn>
                        </p:par>
                      </p:childTnLst>
                    </p:cTn>
                  </p:par>
                  <p:par>
                    <p:cTn id="113" fill="hold" nodeType="clickPar">
                      <p:stCondLst>
                        <p:cond delay="indefinite"/>
                      </p:stCondLst>
                      <p:childTnLst>
                        <p:par>
                          <p:cTn id="114" fill="hold" nodeType="withGroup">
                            <p:stCondLst>
                              <p:cond delay="0"/>
                            </p:stCondLst>
                            <p:childTnLst>
                              <p:par>
                                <p:cTn id="115" presetID="2" presetClass="entr" presetSubtype="1" fill="hold" grpId="0" nodeType="clickEffect">
                                  <p:stCondLst>
                                    <p:cond delay="0"/>
                                  </p:stCondLst>
                                  <p:childTnLst>
                                    <p:set>
                                      <p:cBhvr>
                                        <p:cTn id="116" dur="1" fill="hold">
                                          <p:stCondLst>
                                            <p:cond delay="0"/>
                                          </p:stCondLst>
                                        </p:cTn>
                                        <p:tgtEl>
                                          <p:spTgt spid="193616"/>
                                        </p:tgtEl>
                                        <p:attrNameLst>
                                          <p:attrName>style.visibility</p:attrName>
                                        </p:attrNameLst>
                                      </p:cBhvr>
                                      <p:to>
                                        <p:strVal val="visible"/>
                                      </p:to>
                                    </p:set>
                                    <p:anim calcmode="lin" valueType="num">
                                      <p:cBhvr additive="base">
                                        <p:cTn id="117" dur="500" fill="hold"/>
                                        <p:tgtEl>
                                          <p:spTgt spid="193616"/>
                                        </p:tgtEl>
                                        <p:attrNameLst>
                                          <p:attrName>ppt_x</p:attrName>
                                        </p:attrNameLst>
                                      </p:cBhvr>
                                      <p:tavLst>
                                        <p:tav tm="0">
                                          <p:val>
                                            <p:strVal val="#ppt_x"/>
                                          </p:val>
                                        </p:tav>
                                        <p:tav tm="100000">
                                          <p:val>
                                            <p:strVal val="#ppt_x"/>
                                          </p:val>
                                        </p:tav>
                                      </p:tavLst>
                                    </p:anim>
                                    <p:anim calcmode="lin" valueType="num">
                                      <p:cBhvr additive="base">
                                        <p:cTn id="118" dur="500" fill="hold"/>
                                        <p:tgtEl>
                                          <p:spTgt spid="193616"/>
                                        </p:tgtEl>
                                        <p:attrNameLst>
                                          <p:attrName>ppt_y</p:attrName>
                                        </p:attrNameLst>
                                      </p:cBhvr>
                                      <p:tavLst>
                                        <p:tav tm="0">
                                          <p:val>
                                            <p:strVal val="0-#ppt_h/2"/>
                                          </p:val>
                                        </p:tav>
                                        <p:tav tm="100000">
                                          <p:val>
                                            <p:strVal val="#ppt_y"/>
                                          </p:val>
                                        </p:tav>
                                      </p:tavLst>
                                    </p:anim>
                                  </p:childTnLst>
                                </p:cTn>
                              </p:par>
                            </p:childTnLst>
                          </p:cTn>
                        </p:par>
                      </p:childTnLst>
                    </p:cTn>
                  </p:par>
                  <p:par>
                    <p:cTn id="119" fill="hold" nodeType="clickPar">
                      <p:stCondLst>
                        <p:cond delay="indefinite"/>
                      </p:stCondLst>
                      <p:childTnLst>
                        <p:par>
                          <p:cTn id="120" fill="hold" nodeType="withGroup">
                            <p:stCondLst>
                              <p:cond delay="0"/>
                            </p:stCondLst>
                            <p:childTnLst>
                              <p:par>
                                <p:cTn id="121" presetID="17" presetClass="entr" presetSubtype="10" fill="hold" nodeType="clickEffect">
                                  <p:stCondLst>
                                    <p:cond delay="0"/>
                                  </p:stCondLst>
                                  <p:childTnLst>
                                    <p:set>
                                      <p:cBhvr>
                                        <p:cTn id="122" dur="1" fill="hold">
                                          <p:stCondLst>
                                            <p:cond delay="0"/>
                                          </p:stCondLst>
                                        </p:cTn>
                                        <p:tgtEl>
                                          <p:spTgt spid="193538"/>
                                        </p:tgtEl>
                                        <p:attrNameLst>
                                          <p:attrName>style.visibility</p:attrName>
                                        </p:attrNameLst>
                                      </p:cBhvr>
                                      <p:to>
                                        <p:strVal val="visible"/>
                                      </p:to>
                                    </p:set>
                                    <p:anim calcmode="lin" valueType="num">
                                      <p:cBhvr>
                                        <p:cTn id="123" dur="500" fill="hold"/>
                                        <p:tgtEl>
                                          <p:spTgt spid="193538"/>
                                        </p:tgtEl>
                                        <p:attrNameLst>
                                          <p:attrName>ppt_w</p:attrName>
                                        </p:attrNameLst>
                                      </p:cBhvr>
                                      <p:tavLst>
                                        <p:tav tm="0">
                                          <p:val>
                                            <p:fltVal val="0"/>
                                          </p:val>
                                        </p:tav>
                                        <p:tav tm="100000">
                                          <p:val>
                                            <p:strVal val="#ppt_w"/>
                                          </p:val>
                                        </p:tav>
                                      </p:tavLst>
                                    </p:anim>
                                    <p:anim calcmode="lin" valueType="num">
                                      <p:cBhvr>
                                        <p:cTn id="124" dur="500" fill="hold"/>
                                        <p:tgtEl>
                                          <p:spTgt spid="193538"/>
                                        </p:tgtEl>
                                        <p:attrNameLst>
                                          <p:attrName>ppt_h</p:attrName>
                                        </p:attrNameLst>
                                      </p:cBhvr>
                                      <p:tavLst>
                                        <p:tav tm="0">
                                          <p:val>
                                            <p:strVal val="#ppt_h"/>
                                          </p:val>
                                        </p:tav>
                                        <p:tav tm="100000">
                                          <p:val>
                                            <p:strVal val="#ppt_h"/>
                                          </p:val>
                                        </p:tav>
                                      </p:tavLst>
                                    </p:anim>
                                  </p:childTnLst>
                                </p:cTn>
                              </p:par>
                            </p:childTnLst>
                          </p:cTn>
                        </p:par>
                      </p:childTnLst>
                    </p:cTn>
                  </p:par>
                  <p:par>
                    <p:cTn id="125" fill="hold" nodeType="clickPar">
                      <p:stCondLst>
                        <p:cond delay="indefinite"/>
                      </p:stCondLst>
                      <p:childTnLst>
                        <p:par>
                          <p:cTn id="126" fill="hold" nodeType="withGroup">
                            <p:stCondLst>
                              <p:cond delay="0"/>
                            </p:stCondLst>
                            <p:childTnLst>
                              <p:par>
                                <p:cTn id="127" presetID="17" presetClass="entr" presetSubtype="10" fill="hold" nodeType="clickEffect">
                                  <p:stCondLst>
                                    <p:cond delay="0"/>
                                  </p:stCondLst>
                                  <p:childTnLst>
                                    <p:set>
                                      <p:cBhvr>
                                        <p:cTn id="128" dur="1" fill="hold">
                                          <p:stCondLst>
                                            <p:cond delay="0"/>
                                          </p:stCondLst>
                                        </p:cTn>
                                        <p:tgtEl>
                                          <p:spTgt spid="193618"/>
                                        </p:tgtEl>
                                        <p:attrNameLst>
                                          <p:attrName>style.visibility</p:attrName>
                                        </p:attrNameLst>
                                      </p:cBhvr>
                                      <p:to>
                                        <p:strVal val="visible"/>
                                      </p:to>
                                    </p:set>
                                    <p:anim calcmode="lin" valueType="num">
                                      <p:cBhvr>
                                        <p:cTn id="129" dur="500" fill="hold"/>
                                        <p:tgtEl>
                                          <p:spTgt spid="193618"/>
                                        </p:tgtEl>
                                        <p:attrNameLst>
                                          <p:attrName>ppt_w</p:attrName>
                                        </p:attrNameLst>
                                      </p:cBhvr>
                                      <p:tavLst>
                                        <p:tav tm="0">
                                          <p:val>
                                            <p:fltVal val="0"/>
                                          </p:val>
                                        </p:tav>
                                        <p:tav tm="100000">
                                          <p:val>
                                            <p:strVal val="#ppt_w"/>
                                          </p:val>
                                        </p:tav>
                                      </p:tavLst>
                                    </p:anim>
                                    <p:anim calcmode="lin" valueType="num">
                                      <p:cBhvr>
                                        <p:cTn id="130" dur="500" fill="hold"/>
                                        <p:tgtEl>
                                          <p:spTgt spid="193618"/>
                                        </p:tgtEl>
                                        <p:attrNameLst>
                                          <p:attrName>ppt_h</p:attrName>
                                        </p:attrNameLst>
                                      </p:cBhvr>
                                      <p:tavLst>
                                        <p:tav tm="0">
                                          <p:val>
                                            <p:strVal val="#ppt_h"/>
                                          </p:val>
                                        </p:tav>
                                        <p:tav tm="100000">
                                          <p:val>
                                            <p:strVal val="#ppt_h"/>
                                          </p:val>
                                        </p:tav>
                                      </p:tavLst>
                                    </p:anim>
                                  </p:childTnLst>
                                </p:cTn>
                              </p:par>
                            </p:childTnLst>
                          </p:cTn>
                        </p:par>
                      </p:childTnLst>
                    </p:cTn>
                  </p:par>
                  <p:par>
                    <p:cTn id="131" fill="hold" nodeType="clickPar">
                      <p:stCondLst>
                        <p:cond delay="indefinite"/>
                      </p:stCondLst>
                      <p:childTnLst>
                        <p:par>
                          <p:cTn id="132" fill="hold" nodeType="withGroup">
                            <p:stCondLst>
                              <p:cond delay="0"/>
                            </p:stCondLst>
                            <p:childTnLst>
                              <p:par>
                                <p:cTn id="133" presetID="18" presetClass="entr" presetSubtype="3" fill="hold" nodeType="clickEffect">
                                  <p:stCondLst>
                                    <p:cond delay="0"/>
                                  </p:stCondLst>
                                  <p:childTnLst>
                                    <p:set>
                                      <p:cBhvr>
                                        <p:cTn id="134" dur="1" fill="hold">
                                          <p:stCondLst>
                                            <p:cond delay="0"/>
                                          </p:stCondLst>
                                        </p:cTn>
                                        <p:tgtEl>
                                          <p:spTgt spid="193633"/>
                                        </p:tgtEl>
                                        <p:attrNameLst>
                                          <p:attrName>style.visibility</p:attrName>
                                        </p:attrNameLst>
                                      </p:cBhvr>
                                      <p:to>
                                        <p:strVal val="visible"/>
                                      </p:to>
                                    </p:set>
                                    <p:animEffect transition="in" filter="strips(upRight)">
                                      <p:cBhvr>
                                        <p:cTn id="135" dur="500"/>
                                        <p:tgtEl>
                                          <p:spTgt spid="193633"/>
                                        </p:tgtEl>
                                      </p:cBhvr>
                                    </p:animEffect>
                                  </p:childTnLst>
                                </p:cTn>
                              </p:par>
                            </p:childTnLst>
                          </p:cTn>
                        </p:par>
                      </p:childTnLst>
                    </p:cTn>
                  </p:par>
                  <p:par>
                    <p:cTn id="136" fill="hold" nodeType="clickPar">
                      <p:stCondLst>
                        <p:cond delay="indefinite"/>
                      </p:stCondLst>
                      <p:childTnLst>
                        <p:par>
                          <p:cTn id="137" fill="hold" nodeType="withGroup">
                            <p:stCondLst>
                              <p:cond delay="0"/>
                            </p:stCondLst>
                            <p:childTnLst>
                              <p:par>
                                <p:cTn id="138" presetID="2" presetClass="entr" presetSubtype="8" fill="hold" grpId="0" nodeType="clickEffect">
                                  <p:stCondLst>
                                    <p:cond delay="0"/>
                                  </p:stCondLst>
                                  <p:childTnLst>
                                    <p:set>
                                      <p:cBhvr>
                                        <p:cTn id="139" dur="1" fill="hold">
                                          <p:stCondLst>
                                            <p:cond delay="0"/>
                                          </p:stCondLst>
                                        </p:cTn>
                                        <p:tgtEl>
                                          <p:spTgt spid="193641"/>
                                        </p:tgtEl>
                                        <p:attrNameLst>
                                          <p:attrName>style.visibility</p:attrName>
                                        </p:attrNameLst>
                                      </p:cBhvr>
                                      <p:to>
                                        <p:strVal val="visible"/>
                                      </p:to>
                                    </p:set>
                                    <p:anim calcmode="lin" valueType="num">
                                      <p:cBhvr additive="base">
                                        <p:cTn id="140" dur="500" fill="hold"/>
                                        <p:tgtEl>
                                          <p:spTgt spid="193641"/>
                                        </p:tgtEl>
                                        <p:attrNameLst>
                                          <p:attrName>ppt_x</p:attrName>
                                        </p:attrNameLst>
                                      </p:cBhvr>
                                      <p:tavLst>
                                        <p:tav tm="0">
                                          <p:val>
                                            <p:strVal val="0-#ppt_w/2"/>
                                          </p:val>
                                        </p:tav>
                                        <p:tav tm="100000">
                                          <p:val>
                                            <p:strVal val="#ppt_x"/>
                                          </p:val>
                                        </p:tav>
                                      </p:tavLst>
                                    </p:anim>
                                    <p:anim calcmode="lin" valueType="num">
                                      <p:cBhvr additive="base">
                                        <p:cTn id="141" dur="500" fill="hold"/>
                                        <p:tgtEl>
                                          <p:spTgt spid="193641"/>
                                        </p:tgtEl>
                                        <p:attrNameLst>
                                          <p:attrName>ppt_y</p:attrName>
                                        </p:attrNameLst>
                                      </p:cBhvr>
                                      <p:tavLst>
                                        <p:tav tm="0">
                                          <p:val>
                                            <p:strVal val="#ppt_y"/>
                                          </p:val>
                                        </p:tav>
                                        <p:tav tm="100000">
                                          <p:val>
                                            <p:strVal val="#ppt_y"/>
                                          </p:val>
                                        </p:tav>
                                      </p:tavLst>
                                    </p:anim>
                                  </p:childTnLst>
                                </p:cTn>
                              </p:par>
                            </p:childTnLst>
                          </p:cTn>
                        </p:par>
                      </p:childTnLst>
                    </p:cTn>
                  </p:par>
                  <p:par>
                    <p:cTn id="142" fill="hold" nodeType="clickPar">
                      <p:stCondLst>
                        <p:cond delay="indefinite"/>
                      </p:stCondLst>
                      <p:childTnLst>
                        <p:par>
                          <p:cTn id="143" fill="hold" nodeType="withGroup">
                            <p:stCondLst>
                              <p:cond delay="0"/>
                            </p:stCondLst>
                            <p:childTnLst>
                              <p:par>
                                <p:cTn id="144" presetID="18" presetClass="entr" presetSubtype="6" fill="hold" nodeType="clickEffect">
                                  <p:stCondLst>
                                    <p:cond delay="0"/>
                                  </p:stCondLst>
                                  <p:childTnLst>
                                    <p:set>
                                      <p:cBhvr>
                                        <p:cTn id="145" dur="1" fill="hold">
                                          <p:stCondLst>
                                            <p:cond delay="0"/>
                                          </p:stCondLst>
                                        </p:cTn>
                                        <p:tgtEl>
                                          <p:spTgt spid="193642"/>
                                        </p:tgtEl>
                                        <p:attrNameLst>
                                          <p:attrName>style.visibility</p:attrName>
                                        </p:attrNameLst>
                                      </p:cBhvr>
                                      <p:to>
                                        <p:strVal val="visible"/>
                                      </p:to>
                                    </p:set>
                                    <p:animEffect transition="in" filter="strips(downRight)">
                                      <p:cBhvr>
                                        <p:cTn id="146" dur="500"/>
                                        <p:tgtEl>
                                          <p:spTgt spid="193642"/>
                                        </p:tgtEl>
                                      </p:cBhvr>
                                    </p:animEffect>
                                  </p:childTnLst>
                                </p:cTn>
                              </p:par>
                            </p:childTnLst>
                          </p:cTn>
                        </p:par>
                      </p:childTnLst>
                    </p:cTn>
                  </p:par>
                  <p:par>
                    <p:cTn id="147" fill="hold" nodeType="clickPar">
                      <p:stCondLst>
                        <p:cond delay="indefinite"/>
                      </p:stCondLst>
                      <p:childTnLst>
                        <p:par>
                          <p:cTn id="148" fill="hold" nodeType="withGroup">
                            <p:stCondLst>
                              <p:cond delay="0"/>
                            </p:stCondLst>
                            <p:childTnLst>
                              <p:par>
                                <p:cTn id="149" presetID="17" presetClass="entr" presetSubtype="8" fill="hold" nodeType="clickEffect">
                                  <p:stCondLst>
                                    <p:cond delay="0"/>
                                  </p:stCondLst>
                                  <p:childTnLst>
                                    <p:set>
                                      <p:cBhvr>
                                        <p:cTn id="150" dur="1" fill="hold">
                                          <p:stCondLst>
                                            <p:cond delay="0"/>
                                          </p:stCondLst>
                                        </p:cTn>
                                        <p:tgtEl>
                                          <p:spTgt spid="193605"/>
                                        </p:tgtEl>
                                        <p:attrNameLst>
                                          <p:attrName>style.visibility</p:attrName>
                                        </p:attrNameLst>
                                      </p:cBhvr>
                                      <p:to>
                                        <p:strVal val="visible"/>
                                      </p:to>
                                    </p:set>
                                    <p:anim calcmode="lin" valueType="num">
                                      <p:cBhvr>
                                        <p:cTn id="151" dur="500" fill="hold"/>
                                        <p:tgtEl>
                                          <p:spTgt spid="193605"/>
                                        </p:tgtEl>
                                        <p:attrNameLst>
                                          <p:attrName>ppt_x</p:attrName>
                                        </p:attrNameLst>
                                      </p:cBhvr>
                                      <p:tavLst>
                                        <p:tav tm="0">
                                          <p:val>
                                            <p:strVal val="#ppt_x-#ppt_w/2"/>
                                          </p:val>
                                        </p:tav>
                                        <p:tav tm="100000">
                                          <p:val>
                                            <p:strVal val="#ppt_x"/>
                                          </p:val>
                                        </p:tav>
                                      </p:tavLst>
                                    </p:anim>
                                    <p:anim calcmode="lin" valueType="num">
                                      <p:cBhvr>
                                        <p:cTn id="152" dur="500" fill="hold"/>
                                        <p:tgtEl>
                                          <p:spTgt spid="193605"/>
                                        </p:tgtEl>
                                        <p:attrNameLst>
                                          <p:attrName>ppt_y</p:attrName>
                                        </p:attrNameLst>
                                      </p:cBhvr>
                                      <p:tavLst>
                                        <p:tav tm="0">
                                          <p:val>
                                            <p:strVal val="#ppt_y"/>
                                          </p:val>
                                        </p:tav>
                                        <p:tav tm="100000">
                                          <p:val>
                                            <p:strVal val="#ppt_y"/>
                                          </p:val>
                                        </p:tav>
                                      </p:tavLst>
                                    </p:anim>
                                    <p:anim calcmode="lin" valueType="num">
                                      <p:cBhvr>
                                        <p:cTn id="153" dur="500" fill="hold"/>
                                        <p:tgtEl>
                                          <p:spTgt spid="193605"/>
                                        </p:tgtEl>
                                        <p:attrNameLst>
                                          <p:attrName>ppt_w</p:attrName>
                                        </p:attrNameLst>
                                      </p:cBhvr>
                                      <p:tavLst>
                                        <p:tav tm="0">
                                          <p:val>
                                            <p:fltVal val="0"/>
                                          </p:val>
                                        </p:tav>
                                        <p:tav tm="100000">
                                          <p:val>
                                            <p:strVal val="#ppt_w"/>
                                          </p:val>
                                        </p:tav>
                                      </p:tavLst>
                                    </p:anim>
                                    <p:anim calcmode="lin" valueType="num">
                                      <p:cBhvr>
                                        <p:cTn id="154" dur="500" fill="hold"/>
                                        <p:tgtEl>
                                          <p:spTgt spid="193605"/>
                                        </p:tgtEl>
                                        <p:attrNameLst>
                                          <p:attrName>ppt_h</p:attrName>
                                        </p:attrNameLst>
                                      </p:cBhvr>
                                      <p:tavLst>
                                        <p:tav tm="0">
                                          <p:val>
                                            <p:strVal val="#ppt_h"/>
                                          </p:val>
                                        </p:tav>
                                        <p:tav tm="100000">
                                          <p:val>
                                            <p:strVal val="#ppt_h"/>
                                          </p:val>
                                        </p:tav>
                                      </p:tavLst>
                                    </p:anim>
                                  </p:childTnLst>
                                </p:cTn>
                              </p:par>
                            </p:childTnLst>
                          </p:cTn>
                        </p:par>
                      </p:childTnLst>
                    </p:cTn>
                  </p:par>
                  <p:par>
                    <p:cTn id="155" fill="hold" nodeType="clickPar">
                      <p:stCondLst>
                        <p:cond delay="indefinite"/>
                      </p:stCondLst>
                      <p:childTnLst>
                        <p:par>
                          <p:cTn id="156" fill="hold" nodeType="withGroup">
                            <p:stCondLst>
                              <p:cond delay="0"/>
                            </p:stCondLst>
                            <p:childTnLst>
                              <p:par>
                                <p:cTn id="157" presetID="17" presetClass="entr" presetSubtype="10" fill="hold" grpId="0" nodeType="clickEffect">
                                  <p:stCondLst>
                                    <p:cond delay="0"/>
                                  </p:stCondLst>
                                  <p:childTnLst>
                                    <p:set>
                                      <p:cBhvr>
                                        <p:cTn id="158" dur="1" fill="hold">
                                          <p:stCondLst>
                                            <p:cond delay="0"/>
                                          </p:stCondLst>
                                        </p:cTn>
                                        <p:tgtEl>
                                          <p:spTgt spid="193608"/>
                                        </p:tgtEl>
                                        <p:attrNameLst>
                                          <p:attrName>style.visibility</p:attrName>
                                        </p:attrNameLst>
                                      </p:cBhvr>
                                      <p:to>
                                        <p:strVal val="visible"/>
                                      </p:to>
                                    </p:set>
                                    <p:anim calcmode="lin" valueType="num">
                                      <p:cBhvr>
                                        <p:cTn id="159" dur="500" fill="hold"/>
                                        <p:tgtEl>
                                          <p:spTgt spid="193608"/>
                                        </p:tgtEl>
                                        <p:attrNameLst>
                                          <p:attrName>ppt_w</p:attrName>
                                        </p:attrNameLst>
                                      </p:cBhvr>
                                      <p:tavLst>
                                        <p:tav tm="0">
                                          <p:val>
                                            <p:fltVal val="0"/>
                                          </p:val>
                                        </p:tav>
                                        <p:tav tm="100000">
                                          <p:val>
                                            <p:strVal val="#ppt_w"/>
                                          </p:val>
                                        </p:tav>
                                      </p:tavLst>
                                    </p:anim>
                                    <p:anim calcmode="lin" valueType="num">
                                      <p:cBhvr>
                                        <p:cTn id="160" dur="500" fill="hold"/>
                                        <p:tgtEl>
                                          <p:spTgt spid="193608"/>
                                        </p:tgtEl>
                                        <p:attrNameLst>
                                          <p:attrName>ppt_h</p:attrName>
                                        </p:attrNameLst>
                                      </p:cBhvr>
                                      <p:tavLst>
                                        <p:tav tm="0">
                                          <p:val>
                                            <p:strVal val="#ppt_h"/>
                                          </p:val>
                                        </p:tav>
                                        <p:tav tm="100000">
                                          <p:val>
                                            <p:strVal val="#ppt_h"/>
                                          </p:val>
                                        </p:tav>
                                      </p:tavLst>
                                    </p:anim>
                                  </p:childTnLst>
                                </p:cTn>
                              </p:par>
                            </p:childTnLst>
                          </p:cTn>
                        </p:par>
                      </p:childTnLst>
                    </p:cTn>
                  </p:par>
                  <p:par>
                    <p:cTn id="161" fill="hold" nodeType="clickPar">
                      <p:stCondLst>
                        <p:cond delay="indefinite"/>
                      </p:stCondLst>
                      <p:childTnLst>
                        <p:par>
                          <p:cTn id="162" fill="hold" nodeType="withGroup">
                            <p:stCondLst>
                              <p:cond delay="0"/>
                            </p:stCondLst>
                            <p:childTnLst>
                              <p:par>
                                <p:cTn id="163" presetID="17" presetClass="entr" presetSubtype="10" fill="hold" grpId="0" nodeType="clickEffect">
                                  <p:stCondLst>
                                    <p:cond delay="0"/>
                                  </p:stCondLst>
                                  <p:childTnLst>
                                    <p:set>
                                      <p:cBhvr>
                                        <p:cTn id="164" dur="1" fill="hold">
                                          <p:stCondLst>
                                            <p:cond delay="0"/>
                                          </p:stCondLst>
                                        </p:cTn>
                                        <p:tgtEl>
                                          <p:spTgt spid="193609"/>
                                        </p:tgtEl>
                                        <p:attrNameLst>
                                          <p:attrName>style.visibility</p:attrName>
                                        </p:attrNameLst>
                                      </p:cBhvr>
                                      <p:to>
                                        <p:strVal val="visible"/>
                                      </p:to>
                                    </p:set>
                                    <p:anim calcmode="lin" valueType="num">
                                      <p:cBhvr>
                                        <p:cTn id="165" dur="500" fill="hold"/>
                                        <p:tgtEl>
                                          <p:spTgt spid="193609"/>
                                        </p:tgtEl>
                                        <p:attrNameLst>
                                          <p:attrName>ppt_w</p:attrName>
                                        </p:attrNameLst>
                                      </p:cBhvr>
                                      <p:tavLst>
                                        <p:tav tm="0">
                                          <p:val>
                                            <p:fltVal val="0"/>
                                          </p:val>
                                        </p:tav>
                                        <p:tav tm="100000">
                                          <p:val>
                                            <p:strVal val="#ppt_w"/>
                                          </p:val>
                                        </p:tav>
                                      </p:tavLst>
                                    </p:anim>
                                    <p:anim calcmode="lin" valueType="num">
                                      <p:cBhvr>
                                        <p:cTn id="166" dur="500" fill="hold"/>
                                        <p:tgtEl>
                                          <p:spTgt spid="193609"/>
                                        </p:tgtEl>
                                        <p:attrNameLst>
                                          <p:attrName>ppt_h</p:attrName>
                                        </p:attrNameLst>
                                      </p:cBhvr>
                                      <p:tavLst>
                                        <p:tav tm="0">
                                          <p:val>
                                            <p:strVal val="#ppt_h"/>
                                          </p:val>
                                        </p:tav>
                                        <p:tav tm="100000">
                                          <p:val>
                                            <p:strVal val="#ppt_h"/>
                                          </p:val>
                                        </p:tav>
                                      </p:tavLst>
                                    </p:anim>
                                  </p:childTnLst>
                                </p:cTn>
                              </p:par>
                            </p:childTnLst>
                          </p:cTn>
                        </p:par>
                      </p:childTnLst>
                    </p:cTn>
                  </p:par>
                  <p:par>
                    <p:cTn id="167" fill="hold" nodeType="clickPar">
                      <p:stCondLst>
                        <p:cond delay="indefinite"/>
                      </p:stCondLst>
                      <p:childTnLst>
                        <p:par>
                          <p:cTn id="168" fill="hold" nodeType="withGroup">
                            <p:stCondLst>
                              <p:cond delay="0"/>
                            </p:stCondLst>
                            <p:childTnLst>
                              <p:par>
                                <p:cTn id="169" presetID="17" presetClass="entr" presetSubtype="4" fill="hold" nodeType="clickEffect">
                                  <p:stCondLst>
                                    <p:cond delay="0"/>
                                  </p:stCondLst>
                                  <p:childTnLst>
                                    <p:set>
                                      <p:cBhvr>
                                        <p:cTn id="170" dur="1" fill="hold">
                                          <p:stCondLst>
                                            <p:cond delay="0"/>
                                          </p:stCondLst>
                                        </p:cTn>
                                        <p:tgtEl>
                                          <p:spTgt spid="193611"/>
                                        </p:tgtEl>
                                        <p:attrNameLst>
                                          <p:attrName>style.visibility</p:attrName>
                                        </p:attrNameLst>
                                      </p:cBhvr>
                                      <p:to>
                                        <p:strVal val="visible"/>
                                      </p:to>
                                    </p:set>
                                    <p:anim calcmode="lin" valueType="num">
                                      <p:cBhvr>
                                        <p:cTn id="171" dur="500" fill="hold"/>
                                        <p:tgtEl>
                                          <p:spTgt spid="193611"/>
                                        </p:tgtEl>
                                        <p:attrNameLst>
                                          <p:attrName>ppt_x</p:attrName>
                                        </p:attrNameLst>
                                      </p:cBhvr>
                                      <p:tavLst>
                                        <p:tav tm="0">
                                          <p:val>
                                            <p:strVal val="#ppt_x"/>
                                          </p:val>
                                        </p:tav>
                                        <p:tav tm="100000">
                                          <p:val>
                                            <p:strVal val="#ppt_x"/>
                                          </p:val>
                                        </p:tav>
                                      </p:tavLst>
                                    </p:anim>
                                    <p:anim calcmode="lin" valueType="num">
                                      <p:cBhvr>
                                        <p:cTn id="172" dur="500" fill="hold"/>
                                        <p:tgtEl>
                                          <p:spTgt spid="193611"/>
                                        </p:tgtEl>
                                        <p:attrNameLst>
                                          <p:attrName>ppt_y</p:attrName>
                                        </p:attrNameLst>
                                      </p:cBhvr>
                                      <p:tavLst>
                                        <p:tav tm="0">
                                          <p:val>
                                            <p:strVal val="#ppt_y+#ppt_h/2"/>
                                          </p:val>
                                        </p:tav>
                                        <p:tav tm="100000">
                                          <p:val>
                                            <p:strVal val="#ppt_y"/>
                                          </p:val>
                                        </p:tav>
                                      </p:tavLst>
                                    </p:anim>
                                    <p:anim calcmode="lin" valueType="num">
                                      <p:cBhvr>
                                        <p:cTn id="173" dur="500" fill="hold"/>
                                        <p:tgtEl>
                                          <p:spTgt spid="193611"/>
                                        </p:tgtEl>
                                        <p:attrNameLst>
                                          <p:attrName>ppt_w</p:attrName>
                                        </p:attrNameLst>
                                      </p:cBhvr>
                                      <p:tavLst>
                                        <p:tav tm="0">
                                          <p:val>
                                            <p:strVal val="#ppt_w"/>
                                          </p:val>
                                        </p:tav>
                                        <p:tav tm="100000">
                                          <p:val>
                                            <p:strVal val="#ppt_w"/>
                                          </p:val>
                                        </p:tav>
                                      </p:tavLst>
                                    </p:anim>
                                    <p:anim calcmode="lin" valueType="num">
                                      <p:cBhvr>
                                        <p:cTn id="174" dur="500" fill="hold"/>
                                        <p:tgtEl>
                                          <p:spTgt spid="193611"/>
                                        </p:tgtEl>
                                        <p:attrNameLst>
                                          <p:attrName>ppt_h</p:attrName>
                                        </p:attrNameLst>
                                      </p:cBhvr>
                                      <p:tavLst>
                                        <p:tav tm="0">
                                          <p:val>
                                            <p:fltVal val="0"/>
                                          </p:val>
                                        </p:tav>
                                        <p:tav tm="100000">
                                          <p:val>
                                            <p:strVal val="#ppt_h"/>
                                          </p:val>
                                        </p:tav>
                                      </p:tavLst>
                                    </p:anim>
                                  </p:childTnLst>
                                </p:cTn>
                              </p:par>
                            </p:childTnLst>
                          </p:cTn>
                        </p:par>
                      </p:childTnLst>
                    </p:cTn>
                  </p:par>
                  <p:par>
                    <p:cTn id="175" fill="hold" nodeType="clickPar">
                      <p:stCondLst>
                        <p:cond delay="indefinite"/>
                      </p:stCondLst>
                      <p:childTnLst>
                        <p:par>
                          <p:cTn id="176" fill="hold" nodeType="withGroup">
                            <p:stCondLst>
                              <p:cond delay="0"/>
                            </p:stCondLst>
                            <p:childTnLst>
                              <p:par>
                                <p:cTn id="177" presetID="2" presetClass="entr" presetSubtype="4" fill="hold" grpId="0" nodeType="clickEffect">
                                  <p:stCondLst>
                                    <p:cond delay="0"/>
                                  </p:stCondLst>
                                  <p:childTnLst>
                                    <p:set>
                                      <p:cBhvr>
                                        <p:cTn id="178" dur="1" fill="hold">
                                          <p:stCondLst>
                                            <p:cond delay="0"/>
                                          </p:stCondLst>
                                        </p:cTn>
                                        <p:tgtEl>
                                          <p:spTgt spid="193617"/>
                                        </p:tgtEl>
                                        <p:attrNameLst>
                                          <p:attrName>style.visibility</p:attrName>
                                        </p:attrNameLst>
                                      </p:cBhvr>
                                      <p:to>
                                        <p:strVal val="visible"/>
                                      </p:to>
                                    </p:set>
                                    <p:anim calcmode="lin" valueType="num">
                                      <p:cBhvr additive="base">
                                        <p:cTn id="179" dur="500" fill="hold"/>
                                        <p:tgtEl>
                                          <p:spTgt spid="193617"/>
                                        </p:tgtEl>
                                        <p:attrNameLst>
                                          <p:attrName>ppt_x</p:attrName>
                                        </p:attrNameLst>
                                      </p:cBhvr>
                                      <p:tavLst>
                                        <p:tav tm="0">
                                          <p:val>
                                            <p:strVal val="#ppt_x"/>
                                          </p:val>
                                        </p:tav>
                                        <p:tav tm="100000">
                                          <p:val>
                                            <p:strVal val="#ppt_x"/>
                                          </p:val>
                                        </p:tav>
                                      </p:tavLst>
                                    </p:anim>
                                    <p:anim calcmode="lin" valueType="num">
                                      <p:cBhvr additive="base">
                                        <p:cTn id="180" dur="500" fill="hold"/>
                                        <p:tgtEl>
                                          <p:spTgt spid="193617"/>
                                        </p:tgtEl>
                                        <p:attrNameLst>
                                          <p:attrName>ppt_y</p:attrName>
                                        </p:attrNameLst>
                                      </p:cBhvr>
                                      <p:tavLst>
                                        <p:tav tm="0">
                                          <p:val>
                                            <p:strVal val="1+#ppt_h/2"/>
                                          </p:val>
                                        </p:tav>
                                        <p:tav tm="100000">
                                          <p:val>
                                            <p:strVal val="#ppt_y"/>
                                          </p:val>
                                        </p:tav>
                                      </p:tavLst>
                                    </p:anim>
                                  </p:childTnLst>
                                </p:cTn>
                              </p:par>
                            </p:childTnLst>
                          </p:cTn>
                        </p:par>
                      </p:childTnLst>
                    </p:cTn>
                  </p:par>
                  <p:par>
                    <p:cTn id="181" fill="hold" nodeType="clickPar">
                      <p:stCondLst>
                        <p:cond delay="indefinite"/>
                      </p:stCondLst>
                      <p:childTnLst>
                        <p:par>
                          <p:cTn id="182" fill="hold" nodeType="withGroup">
                            <p:stCondLst>
                              <p:cond delay="0"/>
                            </p:stCondLst>
                            <p:childTnLst>
                              <p:par>
                                <p:cTn id="183" presetID="17" presetClass="entr" presetSubtype="4" fill="hold" grpId="0" nodeType="clickEffect">
                                  <p:stCondLst>
                                    <p:cond delay="0"/>
                                  </p:stCondLst>
                                  <p:childTnLst>
                                    <p:set>
                                      <p:cBhvr>
                                        <p:cTn id="184" dur="1" fill="hold">
                                          <p:stCondLst>
                                            <p:cond delay="0"/>
                                          </p:stCondLst>
                                        </p:cTn>
                                        <p:tgtEl>
                                          <p:spTgt spid="193614"/>
                                        </p:tgtEl>
                                        <p:attrNameLst>
                                          <p:attrName>style.visibility</p:attrName>
                                        </p:attrNameLst>
                                      </p:cBhvr>
                                      <p:to>
                                        <p:strVal val="visible"/>
                                      </p:to>
                                    </p:set>
                                    <p:anim calcmode="lin" valueType="num">
                                      <p:cBhvr>
                                        <p:cTn id="185" dur="500" fill="hold"/>
                                        <p:tgtEl>
                                          <p:spTgt spid="193614"/>
                                        </p:tgtEl>
                                        <p:attrNameLst>
                                          <p:attrName>ppt_x</p:attrName>
                                        </p:attrNameLst>
                                      </p:cBhvr>
                                      <p:tavLst>
                                        <p:tav tm="0">
                                          <p:val>
                                            <p:strVal val="#ppt_x"/>
                                          </p:val>
                                        </p:tav>
                                        <p:tav tm="100000">
                                          <p:val>
                                            <p:strVal val="#ppt_x"/>
                                          </p:val>
                                        </p:tav>
                                      </p:tavLst>
                                    </p:anim>
                                    <p:anim calcmode="lin" valueType="num">
                                      <p:cBhvr>
                                        <p:cTn id="186" dur="500" fill="hold"/>
                                        <p:tgtEl>
                                          <p:spTgt spid="193614"/>
                                        </p:tgtEl>
                                        <p:attrNameLst>
                                          <p:attrName>ppt_y</p:attrName>
                                        </p:attrNameLst>
                                      </p:cBhvr>
                                      <p:tavLst>
                                        <p:tav tm="0">
                                          <p:val>
                                            <p:strVal val="#ppt_y+#ppt_h/2"/>
                                          </p:val>
                                        </p:tav>
                                        <p:tav tm="100000">
                                          <p:val>
                                            <p:strVal val="#ppt_y"/>
                                          </p:val>
                                        </p:tav>
                                      </p:tavLst>
                                    </p:anim>
                                    <p:anim calcmode="lin" valueType="num">
                                      <p:cBhvr>
                                        <p:cTn id="187" dur="500" fill="hold"/>
                                        <p:tgtEl>
                                          <p:spTgt spid="193614"/>
                                        </p:tgtEl>
                                        <p:attrNameLst>
                                          <p:attrName>ppt_w</p:attrName>
                                        </p:attrNameLst>
                                      </p:cBhvr>
                                      <p:tavLst>
                                        <p:tav tm="0">
                                          <p:val>
                                            <p:strVal val="#ppt_w"/>
                                          </p:val>
                                        </p:tav>
                                        <p:tav tm="100000">
                                          <p:val>
                                            <p:strVal val="#ppt_w"/>
                                          </p:val>
                                        </p:tav>
                                      </p:tavLst>
                                    </p:anim>
                                    <p:anim calcmode="lin" valueType="num">
                                      <p:cBhvr>
                                        <p:cTn id="188" dur="500" fill="hold"/>
                                        <p:tgtEl>
                                          <p:spTgt spid="193614"/>
                                        </p:tgtEl>
                                        <p:attrNameLst>
                                          <p:attrName>ppt_h</p:attrName>
                                        </p:attrNameLst>
                                      </p:cBhvr>
                                      <p:tavLst>
                                        <p:tav tm="0">
                                          <p:val>
                                            <p:fltVal val="0"/>
                                          </p:val>
                                        </p:tav>
                                        <p:tav tm="100000">
                                          <p:val>
                                            <p:strVal val="#ppt_h"/>
                                          </p:val>
                                        </p:tav>
                                      </p:tavLst>
                                    </p:anim>
                                  </p:childTnLst>
                                </p:cTn>
                              </p:par>
                            </p:childTnLst>
                          </p:cTn>
                        </p:par>
                      </p:childTnLst>
                    </p:cTn>
                  </p:par>
                  <p:par>
                    <p:cTn id="189" fill="hold" nodeType="clickPar">
                      <p:stCondLst>
                        <p:cond delay="indefinite"/>
                      </p:stCondLst>
                      <p:childTnLst>
                        <p:par>
                          <p:cTn id="190" fill="hold" nodeType="withGroup">
                            <p:stCondLst>
                              <p:cond delay="0"/>
                            </p:stCondLst>
                            <p:childTnLst>
                              <p:par>
                                <p:cTn id="191" presetID="18" presetClass="entr" presetSubtype="9" fill="hold" grpId="0" nodeType="clickEffect">
                                  <p:stCondLst>
                                    <p:cond delay="0"/>
                                  </p:stCondLst>
                                  <p:childTnLst>
                                    <p:set>
                                      <p:cBhvr>
                                        <p:cTn id="192" dur="1" fill="hold">
                                          <p:stCondLst>
                                            <p:cond delay="0"/>
                                          </p:stCondLst>
                                        </p:cTn>
                                        <p:tgtEl>
                                          <p:spTgt spid="193610"/>
                                        </p:tgtEl>
                                        <p:attrNameLst>
                                          <p:attrName>style.visibility</p:attrName>
                                        </p:attrNameLst>
                                      </p:cBhvr>
                                      <p:to>
                                        <p:strVal val="visible"/>
                                      </p:to>
                                    </p:set>
                                    <p:animEffect transition="in" filter="strips(upLeft)">
                                      <p:cBhvr>
                                        <p:cTn id="193" dur="500"/>
                                        <p:tgtEl>
                                          <p:spTgt spid="193610"/>
                                        </p:tgtEl>
                                      </p:cBhvr>
                                    </p:animEffect>
                                  </p:childTnLst>
                                </p:cTn>
                              </p:par>
                            </p:childTnLst>
                          </p:cTn>
                        </p:par>
                      </p:childTnLst>
                    </p:cTn>
                  </p:par>
                  <p:par>
                    <p:cTn id="194" fill="hold" nodeType="clickPar">
                      <p:stCondLst>
                        <p:cond delay="indefinite"/>
                      </p:stCondLst>
                      <p:childTnLst>
                        <p:par>
                          <p:cTn id="195" fill="hold" nodeType="withGroup">
                            <p:stCondLst>
                              <p:cond delay="0"/>
                            </p:stCondLst>
                            <p:childTnLst>
                              <p:par>
                                <p:cTn id="196" presetID="2" presetClass="entr" presetSubtype="1" fill="hold" grpId="0" nodeType="clickEffect">
                                  <p:stCondLst>
                                    <p:cond delay="0"/>
                                  </p:stCondLst>
                                  <p:childTnLst>
                                    <p:set>
                                      <p:cBhvr>
                                        <p:cTn id="197" dur="1" fill="hold">
                                          <p:stCondLst>
                                            <p:cond delay="0"/>
                                          </p:stCondLst>
                                        </p:cTn>
                                        <p:tgtEl>
                                          <p:spTgt spid="193622"/>
                                        </p:tgtEl>
                                        <p:attrNameLst>
                                          <p:attrName>style.visibility</p:attrName>
                                        </p:attrNameLst>
                                      </p:cBhvr>
                                      <p:to>
                                        <p:strVal val="visible"/>
                                      </p:to>
                                    </p:set>
                                    <p:anim calcmode="lin" valueType="num">
                                      <p:cBhvr additive="base">
                                        <p:cTn id="198" dur="500" fill="hold"/>
                                        <p:tgtEl>
                                          <p:spTgt spid="193622"/>
                                        </p:tgtEl>
                                        <p:attrNameLst>
                                          <p:attrName>ppt_x</p:attrName>
                                        </p:attrNameLst>
                                      </p:cBhvr>
                                      <p:tavLst>
                                        <p:tav tm="0">
                                          <p:val>
                                            <p:strVal val="#ppt_x"/>
                                          </p:val>
                                        </p:tav>
                                        <p:tav tm="100000">
                                          <p:val>
                                            <p:strVal val="#ppt_x"/>
                                          </p:val>
                                        </p:tav>
                                      </p:tavLst>
                                    </p:anim>
                                    <p:anim calcmode="lin" valueType="num">
                                      <p:cBhvr additive="base">
                                        <p:cTn id="199" dur="500" fill="hold"/>
                                        <p:tgtEl>
                                          <p:spTgt spid="193622"/>
                                        </p:tgtEl>
                                        <p:attrNameLst>
                                          <p:attrName>ppt_y</p:attrName>
                                        </p:attrNameLst>
                                      </p:cBhvr>
                                      <p:tavLst>
                                        <p:tav tm="0">
                                          <p:val>
                                            <p:strVal val="0-#ppt_h/2"/>
                                          </p:val>
                                        </p:tav>
                                        <p:tav tm="100000">
                                          <p:val>
                                            <p:strVal val="#ppt_y"/>
                                          </p:val>
                                        </p:tav>
                                      </p:tavLst>
                                    </p:anim>
                                  </p:childTnLst>
                                </p:cTn>
                              </p:par>
                            </p:childTnLst>
                          </p:cTn>
                        </p:par>
                      </p:childTnLst>
                    </p:cTn>
                  </p:par>
                  <p:par>
                    <p:cTn id="200" fill="hold" nodeType="clickPar">
                      <p:stCondLst>
                        <p:cond delay="indefinite"/>
                      </p:stCondLst>
                      <p:childTnLst>
                        <p:par>
                          <p:cTn id="201" fill="hold" nodeType="withGroup">
                            <p:stCondLst>
                              <p:cond delay="0"/>
                            </p:stCondLst>
                            <p:childTnLst>
                              <p:par>
                                <p:cTn id="202" presetID="18" presetClass="entr" presetSubtype="12" fill="hold" grpId="0" nodeType="clickEffect">
                                  <p:stCondLst>
                                    <p:cond delay="0"/>
                                  </p:stCondLst>
                                  <p:childTnLst>
                                    <p:set>
                                      <p:cBhvr>
                                        <p:cTn id="203" dur="1" fill="hold">
                                          <p:stCondLst>
                                            <p:cond delay="0"/>
                                          </p:stCondLst>
                                        </p:cTn>
                                        <p:tgtEl>
                                          <p:spTgt spid="193604"/>
                                        </p:tgtEl>
                                        <p:attrNameLst>
                                          <p:attrName>style.visibility</p:attrName>
                                        </p:attrNameLst>
                                      </p:cBhvr>
                                      <p:to>
                                        <p:strVal val="visible"/>
                                      </p:to>
                                    </p:set>
                                    <p:animEffect transition="in" filter="strips(downLeft)">
                                      <p:cBhvr>
                                        <p:cTn id="204" dur="500"/>
                                        <p:tgtEl>
                                          <p:spTgt spid="193604"/>
                                        </p:tgtEl>
                                      </p:cBhvr>
                                    </p:animEffect>
                                  </p:childTnLst>
                                </p:cTn>
                              </p:par>
                            </p:childTnLst>
                          </p:cTn>
                        </p:par>
                      </p:childTnLst>
                    </p:cTn>
                  </p:par>
                  <p:par>
                    <p:cTn id="205" fill="hold" nodeType="clickPar">
                      <p:stCondLst>
                        <p:cond delay="indefinite"/>
                      </p:stCondLst>
                      <p:childTnLst>
                        <p:par>
                          <p:cTn id="206" fill="hold" nodeType="withGroup">
                            <p:stCondLst>
                              <p:cond delay="0"/>
                            </p:stCondLst>
                            <p:childTnLst>
                              <p:par>
                                <p:cTn id="207" presetID="2" presetClass="entr" presetSubtype="1" fill="hold" grpId="0" nodeType="clickEffect">
                                  <p:stCondLst>
                                    <p:cond delay="0"/>
                                  </p:stCondLst>
                                  <p:childTnLst>
                                    <p:set>
                                      <p:cBhvr>
                                        <p:cTn id="208" dur="1" fill="hold">
                                          <p:stCondLst>
                                            <p:cond delay="0"/>
                                          </p:stCondLst>
                                        </p:cTn>
                                        <p:tgtEl>
                                          <p:spTgt spid="193648"/>
                                        </p:tgtEl>
                                        <p:attrNameLst>
                                          <p:attrName>style.visibility</p:attrName>
                                        </p:attrNameLst>
                                      </p:cBhvr>
                                      <p:to>
                                        <p:strVal val="visible"/>
                                      </p:to>
                                    </p:set>
                                    <p:anim calcmode="lin" valueType="num">
                                      <p:cBhvr additive="base">
                                        <p:cTn id="209" dur="500" fill="hold"/>
                                        <p:tgtEl>
                                          <p:spTgt spid="193648"/>
                                        </p:tgtEl>
                                        <p:attrNameLst>
                                          <p:attrName>ppt_x</p:attrName>
                                        </p:attrNameLst>
                                      </p:cBhvr>
                                      <p:tavLst>
                                        <p:tav tm="0">
                                          <p:val>
                                            <p:strVal val="#ppt_x"/>
                                          </p:val>
                                        </p:tav>
                                        <p:tav tm="100000">
                                          <p:val>
                                            <p:strVal val="#ppt_x"/>
                                          </p:val>
                                        </p:tav>
                                      </p:tavLst>
                                    </p:anim>
                                    <p:anim calcmode="lin" valueType="num">
                                      <p:cBhvr additive="base">
                                        <p:cTn id="210" dur="500" fill="hold"/>
                                        <p:tgtEl>
                                          <p:spTgt spid="193648"/>
                                        </p:tgtEl>
                                        <p:attrNameLst>
                                          <p:attrName>ppt_y</p:attrName>
                                        </p:attrNameLst>
                                      </p:cBhvr>
                                      <p:tavLst>
                                        <p:tav tm="0">
                                          <p:val>
                                            <p:strVal val="0-#ppt_h/2"/>
                                          </p:val>
                                        </p:tav>
                                        <p:tav tm="100000">
                                          <p:val>
                                            <p:strVal val="#ppt_y"/>
                                          </p:val>
                                        </p:tav>
                                      </p:tavLst>
                                    </p:anim>
                                  </p:childTnLst>
                                </p:cTn>
                              </p:par>
                            </p:childTnLst>
                          </p:cTn>
                        </p:par>
                      </p:childTnLst>
                    </p:cTn>
                  </p:par>
                  <p:par>
                    <p:cTn id="211" fill="hold" nodeType="clickPar">
                      <p:stCondLst>
                        <p:cond delay="indefinite"/>
                      </p:stCondLst>
                      <p:childTnLst>
                        <p:par>
                          <p:cTn id="212" fill="hold" nodeType="withGroup">
                            <p:stCondLst>
                              <p:cond delay="0"/>
                            </p:stCondLst>
                            <p:childTnLst>
                              <p:par>
                                <p:cTn id="213" presetID="17" presetClass="entr" presetSubtype="1" fill="hold" grpId="0" nodeType="clickEffect">
                                  <p:stCondLst>
                                    <p:cond delay="0"/>
                                  </p:stCondLst>
                                  <p:childTnLst>
                                    <p:set>
                                      <p:cBhvr>
                                        <p:cTn id="214" dur="1" fill="hold">
                                          <p:stCondLst>
                                            <p:cond delay="0"/>
                                          </p:stCondLst>
                                        </p:cTn>
                                        <p:tgtEl>
                                          <p:spTgt spid="193603"/>
                                        </p:tgtEl>
                                        <p:attrNameLst>
                                          <p:attrName>style.visibility</p:attrName>
                                        </p:attrNameLst>
                                      </p:cBhvr>
                                      <p:to>
                                        <p:strVal val="visible"/>
                                      </p:to>
                                    </p:set>
                                    <p:anim calcmode="lin" valueType="num">
                                      <p:cBhvr>
                                        <p:cTn id="215" dur="500" fill="hold"/>
                                        <p:tgtEl>
                                          <p:spTgt spid="193603"/>
                                        </p:tgtEl>
                                        <p:attrNameLst>
                                          <p:attrName>ppt_x</p:attrName>
                                        </p:attrNameLst>
                                      </p:cBhvr>
                                      <p:tavLst>
                                        <p:tav tm="0">
                                          <p:val>
                                            <p:strVal val="#ppt_x"/>
                                          </p:val>
                                        </p:tav>
                                        <p:tav tm="100000">
                                          <p:val>
                                            <p:strVal val="#ppt_x"/>
                                          </p:val>
                                        </p:tav>
                                      </p:tavLst>
                                    </p:anim>
                                    <p:anim calcmode="lin" valueType="num">
                                      <p:cBhvr>
                                        <p:cTn id="216" dur="500" fill="hold"/>
                                        <p:tgtEl>
                                          <p:spTgt spid="193603"/>
                                        </p:tgtEl>
                                        <p:attrNameLst>
                                          <p:attrName>ppt_y</p:attrName>
                                        </p:attrNameLst>
                                      </p:cBhvr>
                                      <p:tavLst>
                                        <p:tav tm="0">
                                          <p:val>
                                            <p:strVal val="#ppt_y-#ppt_h/2"/>
                                          </p:val>
                                        </p:tav>
                                        <p:tav tm="100000">
                                          <p:val>
                                            <p:strVal val="#ppt_y"/>
                                          </p:val>
                                        </p:tav>
                                      </p:tavLst>
                                    </p:anim>
                                    <p:anim calcmode="lin" valueType="num">
                                      <p:cBhvr>
                                        <p:cTn id="217" dur="500" fill="hold"/>
                                        <p:tgtEl>
                                          <p:spTgt spid="193603"/>
                                        </p:tgtEl>
                                        <p:attrNameLst>
                                          <p:attrName>ppt_w</p:attrName>
                                        </p:attrNameLst>
                                      </p:cBhvr>
                                      <p:tavLst>
                                        <p:tav tm="0">
                                          <p:val>
                                            <p:strVal val="#ppt_w"/>
                                          </p:val>
                                        </p:tav>
                                        <p:tav tm="100000">
                                          <p:val>
                                            <p:strVal val="#ppt_w"/>
                                          </p:val>
                                        </p:tav>
                                      </p:tavLst>
                                    </p:anim>
                                    <p:anim calcmode="lin" valueType="num">
                                      <p:cBhvr>
                                        <p:cTn id="218" dur="500" fill="hold"/>
                                        <p:tgtEl>
                                          <p:spTgt spid="193603"/>
                                        </p:tgtEl>
                                        <p:attrNameLst>
                                          <p:attrName>ppt_h</p:attrName>
                                        </p:attrNameLst>
                                      </p:cBhvr>
                                      <p:tavLst>
                                        <p:tav tm="0">
                                          <p:val>
                                            <p:fltVal val="0"/>
                                          </p:val>
                                        </p:tav>
                                        <p:tav tm="100000">
                                          <p:val>
                                            <p:strVal val="#ppt_h"/>
                                          </p:val>
                                        </p:tav>
                                      </p:tavLst>
                                    </p:anim>
                                  </p:childTnLst>
                                </p:cTn>
                              </p:par>
                            </p:childTnLst>
                          </p:cTn>
                        </p:par>
                      </p:childTnLst>
                    </p:cTn>
                  </p:par>
                  <p:par>
                    <p:cTn id="219" fill="hold" nodeType="clickPar">
                      <p:stCondLst>
                        <p:cond delay="indefinite"/>
                      </p:stCondLst>
                      <p:childTnLst>
                        <p:par>
                          <p:cTn id="220" fill="hold" nodeType="withGroup">
                            <p:stCondLst>
                              <p:cond delay="0"/>
                            </p:stCondLst>
                            <p:childTnLst>
                              <p:par>
                                <p:cTn id="221" presetID="17" presetClass="entr" presetSubtype="1" fill="hold" nodeType="clickEffect">
                                  <p:stCondLst>
                                    <p:cond delay="0"/>
                                  </p:stCondLst>
                                  <p:childTnLst>
                                    <p:set>
                                      <p:cBhvr>
                                        <p:cTn id="222" dur="1" fill="hold">
                                          <p:stCondLst>
                                            <p:cond delay="0"/>
                                          </p:stCondLst>
                                        </p:cTn>
                                        <p:tgtEl>
                                          <p:spTgt spid="193623"/>
                                        </p:tgtEl>
                                        <p:attrNameLst>
                                          <p:attrName>style.visibility</p:attrName>
                                        </p:attrNameLst>
                                      </p:cBhvr>
                                      <p:to>
                                        <p:strVal val="visible"/>
                                      </p:to>
                                    </p:set>
                                    <p:anim calcmode="lin" valueType="num">
                                      <p:cBhvr>
                                        <p:cTn id="223" dur="500" fill="hold"/>
                                        <p:tgtEl>
                                          <p:spTgt spid="193623"/>
                                        </p:tgtEl>
                                        <p:attrNameLst>
                                          <p:attrName>ppt_x</p:attrName>
                                        </p:attrNameLst>
                                      </p:cBhvr>
                                      <p:tavLst>
                                        <p:tav tm="0">
                                          <p:val>
                                            <p:strVal val="#ppt_x"/>
                                          </p:val>
                                        </p:tav>
                                        <p:tav tm="100000">
                                          <p:val>
                                            <p:strVal val="#ppt_x"/>
                                          </p:val>
                                        </p:tav>
                                      </p:tavLst>
                                    </p:anim>
                                    <p:anim calcmode="lin" valueType="num">
                                      <p:cBhvr>
                                        <p:cTn id="224" dur="500" fill="hold"/>
                                        <p:tgtEl>
                                          <p:spTgt spid="193623"/>
                                        </p:tgtEl>
                                        <p:attrNameLst>
                                          <p:attrName>ppt_y</p:attrName>
                                        </p:attrNameLst>
                                      </p:cBhvr>
                                      <p:tavLst>
                                        <p:tav tm="0">
                                          <p:val>
                                            <p:strVal val="#ppt_y-#ppt_h/2"/>
                                          </p:val>
                                        </p:tav>
                                        <p:tav tm="100000">
                                          <p:val>
                                            <p:strVal val="#ppt_y"/>
                                          </p:val>
                                        </p:tav>
                                      </p:tavLst>
                                    </p:anim>
                                    <p:anim calcmode="lin" valueType="num">
                                      <p:cBhvr>
                                        <p:cTn id="225" dur="500" fill="hold"/>
                                        <p:tgtEl>
                                          <p:spTgt spid="193623"/>
                                        </p:tgtEl>
                                        <p:attrNameLst>
                                          <p:attrName>ppt_w</p:attrName>
                                        </p:attrNameLst>
                                      </p:cBhvr>
                                      <p:tavLst>
                                        <p:tav tm="0">
                                          <p:val>
                                            <p:strVal val="#ppt_w"/>
                                          </p:val>
                                        </p:tav>
                                        <p:tav tm="100000">
                                          <p:val>
                                            <p:strVal val="#ppt_w"/>
                                          </p:val>
                                        </p:tav>
                                      </p:tavLst>
                                    </p:anim>
                                    <p:anim calcmode="lin" valueType="num">
                                      <p:cBhvr>
                                        <p:cTn id="226" dur="500" fill="hold"/>
                                        <p:tgtEl>
                                          <p:spTgt spid="193623"/>
                                        </p:tgtEl>
                                        <p:attrNameLst>
                                          <p:attrName>ppt_h</p:attrName>
                                        </p:attrNameLst>
                                      </p:cBhvr>
                                      <p:tavLst>
                                        <p:tav tm="0">
                                          <p:val>
                                            <p:fltVal val="0"/>
                                          </p:val>
                                        </p:tav>
                                        <p:tav tm="100000">
                                          <p:val>
                                            <p:strVal val="#ppt_h"/>
                                          </p:val>
                                        </p:tav>
                                      </p:tavLst>
                                    </p:anim>
                                  </p:childTnLst>
                                </p:cTn>
                              </p:par>
                            </p:childTnLst>
                          </p:cTn>
                        </p:par>
                      </p:childTnLst>
                    </p:cTn>
                  </p:par>
                  <p:par>
                    <p:cTn id="227" fill="hold" nodeType="clickPar">
                      <p:stCondLst>
                        <p:cond delay="indefinite"/>
                      </p:stCondLst>
                      <p:childTnLst>
                        <p:par>
                          <p:cTn id="228" fill="hold" nodeType="withGroup">
                            <p:stCondLst>
                              <p:cond delay="0"/>
                            </p:stCondLst>
                            <p:childTnLst>
                              <p:par>
                                <p:cTn id="229" presetID="18" presetClass="entr" presetSubtype="12" fill="hold" nodeType="clickEffect">
                                  <p:stCondLst>
                                    <p:cond delay="0"/>
                                  </p:stCondLst>
                                  <p:childTnLst>
                                    <p:set>
                                      <p:cBhvr>
                                        <p:cTn id="230" dur="1" fill="hold">
                                          <p:stCondLst>
                                            <p:cond delay="0"/>
                                          </p:stCondLst>
                                        </p:cTn>
                                        <p:tgtEl>
                                          <p:spTgt spid="193627"/>
                                        </p:tgtEl>
                                        <p:attrNameLst>
                                          <p:attrName>style.visibility</p:attrName>
                                        </p:attrNameLst>
                                      </p:cBhvr>
                                      <p:to>
                                        <p:strVal val="visible"/>
                                      </p:to>
                                    </p:set>
                                    <p:animEffect transition="in" filter="strips(downLeft)">
                                      <p:cBhvr>
                                        <p:cTn id="231" dur="500"/>
                                        <p:tgtEl>
                                          <p:spTgt spid="193627"/>
                                        </p:tgtEl>
                                      </p:cBhvr>
                                    </p:animEffect>
                                  </p:childTnLst>
                                </p:cTn>
                              </p:par>
                            </p:childTnLst>
                          </p:cTn>
                        </p:par>
                      </p:childTnLst>
                    </p:cTn>
                  </p:par>
                  <p:par>
                    <p:cTn id="232" fill="hold" nodeType="clickPar">
                      <p:stCondLst>
                        <p:cond delay="indefinite"/>
                      </p:stCondLst>
                      <p:childTnLst>
                        <p:par>
                          <p:cTn id="233" fill="hold" nodeType="withGroup">
                            <p:stCondLst>
                              <p:cond delay="0"/>
                            </p:stCondLst>
                            <p:childTnLst>
                              <p:par>
                                <p:cTn id="234" presetID="18" presetClass="entr" presetSubtype="9" fill="hold" nodeType="clickEffect">
                                  <p:stCondLst>
                                    <p:cond delay="0"/>
                                  </p:stCondLst>
                                  <p:childTnLst>
                                    <p:set>
                                      <p:cBhvr>
                                        <p:cTn id="235" dur="1" fill="hold">
                                          <p:stCondLst>
                                            <p:cond delay="0"/>
                                          </p:stCondLst>
                                        </p:cTn>
                                        <p:tgtEl>
                                          <p:spTgt spid="193649"/>
                                        </p:tgtEl>
                                        <p:attrNameLst>
                                          <p:attrName>style.visibility</p:attrName>
                                        </p:attrNameLst>
                                      </p:cBhvr>
                                      <p:to>
                                        <p:strVal val="visible"/>
                                      </p:to>
                                    </p:set>
                                    <p:animEffect transition="in" filter="strips(upLeft)">
                                      <p:cBhvr>
                                        <p:cTn id="236" dur="500"/>
                                        <p:tgtEl>
                                          <p:spTgt spid="193649"/>
                                        </p:tgtEl>
                                      </p:cBhvr>
                                    </p:animEffect>
                                  </p:childTnLst>
                                </p:cTn>
                              </p:par>
                            </p:childTnLst>
                          </p:cTn>
                        </p:par>
                      </p:childTnLst>
                    </p:cTn>
                  </p:par>
                  <p:par>
                    <p:cTn id="237" fill="hold" nodeType="clickPar">
                      <p:stCondLst>
                        <p:cond delay="indefinite"/>
                      </p:stCondLst>
                      <p:childTnLst>
                        <p:par>
                          <p:cTn id="238" fill="hold" nodeType="withGroup">
                            <p:stCondLst>
                              <p:cond delay="0"/>
                            </p:stCondLst>
                            <p:childTnLst>
                              <p:par>
                                <p:cTn id="239" presetID="23" presetClass="entr" presetSubtype="16" fill="hold" nodeType="clickEffect">
                                  <p:stCondLst>
                                    <p:cond delay="0"/>
                                  </p:stCondLst>
                                  <p:childTnLst>
                                    <p:set>
                                      <p:cBhvr>
                                        <p:cTn id="240" dur="1" fill="hold">
                                          <p:stCondLst>
                                            <p:cond delay="0"/>
                                          </p:stCondLst>
                                        </p:cTn>
                                        <p:tgtEl>
                                          <p:spTgt spid="193630"/>
                                        </p:tgtEl>
                                        <p:attrNameLst>
                                          <p:attrName>style.visibility</p:attrName>
                                        </p:attrNameLst>
                                      </p:cBhvr>
                                      <p:to>
                                        <p:strVal val="visible"/>
                                      </p:to>
                                    </p:set>
                                    <p:anim calcmode="lin" valueType="num">
                                      <p:cBhvr>
                                        <p:cTn id="241" dur="500" fill="hold"/>
                                        <p:tgtEl>
                                          <p:spTgt spid="193630"/>
                                        </p:tgtEl>
                                        <p:attrNameLst>
                                          <p:attrName>ppt_w</p:attrName>
                                        </p:attrNameLst>
                                      </p:cBhvr>
                                      <p:tavLst>
                                        <p:tav tm="0">
                                          <p:val>
                                            <p:fltVal val="0"/>
                                          </p:val>
                                        </p:tav>
                                        <p:tav tm="100000">
                                          <p:val>
                                            <p:strVal val="#ppt_w"/>
                                          </p:val>
                                        </p:tav>
                                      </p:tavLst>
                                    </p:anim>
                                    <p:anim calcmode="lin" valueType="num">
                                      <p:cBhvr>
                                        <p:cTn id="242" dur="500" fill="hold"/>
                                        <p:tgtEl>
                                          <p:spTgt spid="193630"/>
                                        </p:tgtEl>
                                        <p:attrNameLst>
                                          <p:attrName>ppt_h</p:attrName>
                                        </p:attrNameLst>
                                      </p:cBhvr>
                                      <p:tavLst>
                                        <p:tav tm="0">
                                          <p:val>
                                            <p:fltVal val="0"/>
                                          </p:val>
                                        </p:tav>
                                        <p:tav tm="100000">
                                          <p:val>
                                            <p:strVal val="#ppt_h"/>
                                          </p:val>
                                        </p:tav>
                                      </p:tavLst>
                                    </p:anim>
                                  </p:childTnLst>
                                </p:cTn>
                              </p:par>
                            </p:childTnLst>
                          </p:cTn>
                        </p:par>
                      </p:childTnLst>
                    </p:cTn>
                  </p:par>
                  <p:par>
                    <p:cTn id="243" fill="hold" nodeType="clickPar">
                      <p:stCondLst>
                        <p:cond delay="indefinite"/>
                      </p:stCondLst>
                      <p:childTnLst>
                        <p:par>
                          <p:cTn id="244" fill="hold" nodeType="withGroup">
                            <p:stCondLst>
                              <p:cond delay="0"/>
                            </p:stCondLst>
                            <p:childTnLst>
                              <p:par>
                                <p:cTn id="245" presetID="23" presetClass="entr" presetSubtype="16" fill="hold" nodeType="clickEffect">
                                  <p:stCondLst>
                                    <p:cond delay="0"/>
                                  </p:stCondLst>
                                  <p:childTnLst>
                                    <p:set>
                                      <p:cBhvr>
                                        <p:cTn id="246" dur="1" fill="hold">
                                          <p:stCondLst>
                                            <p:cond delay="0"/>
                                          </p:stCondLst>
                                        </p:cTn>
                                        <p:tgtEl>
                                          <p:spTgt spid="193638"/>
                                        </p:tgtEl>
                                        <p:attrNameLst>
                                          <p:attrName>style.visibility</p:attrName>
                                        </p:attrNameLst>
                                      </p:cBhvr>
                                      <p:to>
                                        <p:strVal val="visible"/>
                                      </p:to>
                                    </p:set>
                                    <p:anim calcmode="lin" valueType="num">
                                      <p:cBhvr>
                                        <p:cTn id="247" dur="500" fill="hold"/>
                                        <p:tgtEl>
                                          <p:spTgt spid="193638"/>
                                        </p:tgtEl>
                                        <p:attrNameLst>
                                          <p:attrName>ppt_w</p:attrName>
                                        </p:attrNameLst>
                                      </p:cBhvr>
                                      <p:tavLst>
                                        <p:tav tm="0">
                                          <p:val>
                                            <p:fltVal val="0"/>
                                          </p:val>
                                        </p:tav>
                                        <p:tav tm="100000">
                                          <p:val>
                                            <p:strVal val="#ppt_w"/>
                                          </p:val>
                                        </p:tav>
                                      </p:tavLst>
                                    </p:anim>
                                    <p:anim calcmode="lin" valueType="num">
                                      <p:cBhvr>
                                        <p:cTn id="248" dur="500" fill="hold"/>
                                        <p:tgtEl>
                                          <p:spTgt spid="193638"/>
                                        </p:tgtEl>
                                        <p:attrNameLst>
                                          <p:attrName>ppt_h</p:attrName>
                                        </p:attrNameLst>
                                      </p:cBhvr>
                                      <p:tavLst>
                                        <p:tav tm="0">
                                          <p:val>
                                            <p:fltVal val="0"/>
                                          </p:val>
                                        </p:tav>
                                        <p:tav tm="100000">
                                          <p:val>
                                            <p:strVal val="#ppt_h"/>
                                          </p:val>
                                        </p:tav>
                                      </p:tavLst>
                                    </p:anim>
                                  </p:childTnLst>
                                </p:cTn>
                              </p:par>
                            </p:childTnLst>
                          </p:cTn>
                        </p:par>
                      </p:childTnLst>
                    </p:cTn>
                  </p:par>
                  <p:par>
                    <p:cTn id="249" fill="hold" nodeType="clickPar">
                      <p:stCondLst>
                        <p:cond delay="indefinite"/>
                      </p:stCondLst>
                      <p:childTnLst>
                        <p:par>
                          <p:cTn id="250" fill="hold" nodeType="withGroup">
                            <p:stCondLst>
                              <p:cond delay="0"/>
                            </p:stCondLst>
                            <p:childTnLst>
                              <p:par>
                                <p:cTn id="251" presetID="17" presetClass="entr" presetSubtype="4" fill="hold" grpId="0" nodeType="clickEffect">
                                  <p:stCondLst>
                                    <p:cond delay="0"/>
                                  </p:stCondLst>
                                  <p:childTnLst>
                                    <p:set>
                                      <p:cBhvr>
                                        <p:cTn id="252" dur="1" fill="hold">
                                          <p:stCondLst>
                                            <p:cond delay="0"/>
                                          </p:stCondLst>
                                        </p:cTn>
                                        <p:tgtEl>
                                          <p:spTgt spid="193657"/>
                                        </p:tgtEl>
                                        <p:attrNameLst>
                                          <p:attrName>style.visibility</p:attrName>
                                        </p:attrNameLst>
                                      </p:cBhvr>
                                      <p:to>
                                        <p:strVal val="visible"/>
                                      </p:to>
                                    </p:set>
                                    <p:anim calcmode="lin" valueType="num">
                                      <p:cBhvr>
                                        <p:cTn id="253" dur="500" fill="hold"/>
                                        <p:tgtEl>
                                          <p:spTgt spid="193657"/>
                                        </p:tgtEl>
                                        <p:attrNameLst>
                                          <p:attrName>ppt_x</p:attrName>
                                        </p:attrNameLst>
                                      </p:cBhvr>
                                      <p:tavLst>
                                        <p:tav tm="0">
                                          <p:val>
                                            <p:strVal val="#ppt_x"/>
                                          </p:val>
                                        </p:tav>
                                        <p:tav tm="100000">
                                          <p:val>
                                            <p:strVal val="#ppt_x"/>
                                          </p:val>
                                        </p:tav>
                                      </p:tavLst>
                                    </p:anim>
                                    <p:anim calcmode="lin" valueType="num">
                                      <p:cBhvr>
                                        <p:cTn id="254" dur="500" fill="hold"/>
                                        <p:tgtEl>
                                          <p:spTgt spid="193657"/>
                                        </p:tgtEl>
                                        <p:attrNameLst>
                                          <p:attrName>ppt_y</p:attrName>
                                        </p:attrNameLst>
                                      </p:cBhvr>
                                      <p:tavLst>
                                        <p:tav tm="0">
                                          <p:val>
                                            <p:strVal val="#ppt_y+#ppt_h/2"/>
                                          </p:val>
                                        </p:tav>
                                        <p:tav tm="100000">
                                          <p:val>
                                            <p:strVal val="#ppt_y"/>
                                          </p:val>
                                        </p:tav>
                                      </p:tavLst>
                                    </p:anim>
                                    <p:anim calcmode="lin" valueType="num">
                                      <p:cBhvr>
                                        <p:cTn id="255" dur="500" fill="hold"/>
                                        <p:tgtEl>
                                          <p:spTgt spid="193657"/>
                                        </p:tgtEl>
                                        <p:attrNameLst>
                                          <p:attrName>ppt_w</p:attrName>
                                        </p:attrNameLst>
                                      </p:cBhvr>
                                      <p:tavLst>
                                        <p:tav tm="0">
                                          <p:val>
                                            <p:strVal val="#ppt_w"/>
                                          </p:val>
                                        </p:tav>
                                        <p:tav tm="100000">
                                          <p:val>
                                            <p:strVal val="#ppt_w"/>
                                          </p:val>
                                        </p:tav>
                                      </p:tavLst>
                                    </p:anim>
                                    <p:anim calcmode="lin" valueType="num">
                                      <p:cBhvr>
                                        <p:cTn id="256" dur="500" fill="hold"/>
                                        <p:tgtEl>
                                          <p:spTgt spid="193657"/>
                                        </p:tgtEl>
                                        <p:attrNameLst>
                                          <p:attrName>ppt_h</p:attrName>
                                        </p:attrNameLst>
                                      </p:cBhvr>
                                      <p:tavLst>
                                        <p:tav tm="0">
                                          <p:val>
                                            <p:fltVal val="0"/>
                                          </p:val>
                                        </p:tav>
                                        <p:tav tm="100000">
                                          <p:val>
                                            <p:strVal val="#ppt_h"/>
                                          </p:val>
                                        </p:tav>
                                      </p:tavLst>
                                    </p:anim>
                                  </p:childTnLst>
                                </p:cTn>
                              </p:par>
                            </p:childTnLst>
                          </p:cTn>
                        </p:par>
                      </p:childTnLst>
                    </p:cTn>
                  </p:par>
                  <p:par>
                    <p:cTn id="257" fill="hold" nodeType="clickPar">
                      <p:stCondLst>
                        <p:cond delay="indefinite"/>
                      </p:stCondLst>
                      <p:childTnLst>
                        <p:par>
                          <p:cTn id="258" fill="hold" nodeType="withGroup">
                            <p:stCondLst>
                              <p:cond delay="0"/>
                            </p:stCondLst>
                            <p:childTnLst>
                              <p:par>
                                <p:cTn id="259" presetID="2" presetClass="entr" presetSubtype="4" fill="hold" grpId="0" nodeType="clickEffect">
                                  <p:stCondLst>
                                    <p:cond delay="0"/>
                                  </p:stCondLst>
                                  <p:childTnLst>
                                    <p:set>
                                      <p:cBhvr>
                                        <p:cTn id="260" dur="1" fill="hold">
                                          <p:stCondLst>
                                            <p:cond delay="0"/>
                                          </p:stCondLst>
                                        </p:cTn>
                                        <p:tgtEl>
                                          <p:spTgt spid="193656"/>
                                        </p:tgtEl>
                                        <p:attrNameLst>
                                          <p:attrName>style.visibility</p:attrName>
                                        </p:attrNameLst>
                                      </p:cBhvr>
                                      <p:to>
                                        <p:strVal val="visible"/>
                                      </p:to>
                                    </p:set>
                                    <p:anim calcmode="lin" valueType="num">
                                      <p:cBhvr additive="base">
                                        <p:cTn id="261" dur="500" fill="hold"/>
                                        <p:tgtEl>
                                          <p:spTgt spid="193656"/>
                                        </p:tgtEl>
                                        <p:attrNameLst>
                                          <p:attrName>ppt_x</p:attrName>
                                        </p:attrNameLst>
                                      </p:cBhvr>
                                      <p:tavLst>
                                        <p:tav tm="0">
                                          <p:val>
                                            <p:strVal val="#ppt_x"/>
                                          </p:val>
                                        </p:tav>
                                        <p:tav tm="100000">
                                          <p:val>
                                            <p:strVal val="#ppt_x"/>
                                          </p:val>
                                        </p:tav>
                                      </p:tavLst>
                                    </p:anim>
                                    <p:anim calcmode="lin" valueType="num">
                                      <p:cBhvr additive="base">
                                        <p:cTn id="262" dur="500" fill="hold"/>
                                        <p:tgtEl>
                                          <p:spTgt spid="19365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570" grpId="0" animBg="1"/>
      <p:bldP spid="193571" grpId="0" animBg="1"/>
      <p:bldP spid="193572" grpId="0" animBg="1"/>
      <p:bldP spid="193573" grpId="0" autoUpdateAnimBg="0"/>
      <p:bldP spid="193574" grpId="0" autoUpdateAnimBg="0"/>
      <p:bldP spid="193575" grpId="0" autoUpdateAnimBg="0"/>
      <p:bldP spid="193599" grpId="0" animBg="1" autoUpdateAnimBg="0"/>
      <p:bldP spid="193600" grpId="0" animBg="1" autoUpdateAnimBg="0"/>
      <p:bldP spid="193601" grpId="0" animBg="1" autoUpdateAnimBg="0"/>
      <p:bldP spid="193602" grpId="0" animBg="1"/>
      <p:bldP spid="193603" grpId="0" animBg="1"/>
      <p:bldP spid="193604" grpId="0" animBg="1"/>
      <p:bldP spid="193608" grpId="0" animBg="1"/>
      <p:bldP spid="193609" grpId="0" animBg="1"/>
      <p:bldP spid="193610" grpId="0" animBg="1"/>
      <p:bldP spid="193614" grpId="0" animBg="1"/>
      <p:bldP spid="193615" grpId="0" autoUpdateAnimBg="0"/>
      <p:bldP spid="193616" grpId="0" autoUpdateAnimBg="0"/>
      <p:bldP spid="193617" grpId="0" autoUpdateAnimBg="0"/>
      <p:bldP spid="193622" grpId="0" autoUpdateAnimBg="0"/>
      <p:bldP spid="193641" grpId="0" autoUpdateAnimBg="0"/>
      <p:bldP spid="193648" grpId="0" autoUpdateAnimBg="0"/>
      <p:bldP spid="193652" grpId="0" animBg="1"/>
      <p:bldP spid="193653" grpId="0" animBg="1"/>
      <p:bldP spid="193654" grpId="0" animBg="1"/>
      <p:bldP spid="193655" grpId="0" autoUpdateAnimBg="0"/>
      <p:bldP spid="193656" grpId="0" animBg="1" autoUpdateAnimBg="0"/>
      <p:bldP spid="193657"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2"/>
          <p:cNvSpPr>
            <a:spLocks noChangeArrowheads="1"/>
          </p:cNvSpPr>
          <p:nvPr/>
        </p:nvSpPr>
        <p:spPr bwMode="auto">
          <a:xfrm>
            <a:off x="4681538" y="28575"/>
            <a:ext cx="4419600" cy="2819400"/>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95587" name="Text Box 3"/>
          <p:cNvSpPr txBox="1">
            <a:spLocks noChangeArrowheads="1"/>
          </p:cNvSpPr>
          <p:nvPr/>
        </p:nvSpPr>
        <p:spPr bwMode="auto">
          <a:xfrm>
            <a:off x="45333" y="273621"/>
            <a:ext cx="459292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altLang="en-US" sz="1600" b="1" dirty="0">
                <a:solidFill>
                  <a:srgbClr val="CC3300"/>
                </a:solidFill>
                <a:latin typeface="Arial" panose="020B0604020202020204" pitchFamily="34" charset="0"/>
              </a:rPr>
              <a:t>Diagram showing graphical relations </a:t>
            </a:r>
          </a:p>
          <a:p>
            <a:pPr algn="ctr" eaLnBrk="1" hangingPunct="1"/>
            <a:r>
              <a:rPr lang="en-US" altLang="en-US" sz="1600" b="1" dirty="0">
                <a:solidFill>
                  <a:srgbClr val="CC3300"/>
                </a:solidFill>
                <a:latin typeface="Arial" panose="020B0604020202020204" pitchFamily="34" charset="0"/>
              </a:rPr>
              <a:t>among all important parameters of this topic.</a:t>
            </a:r>
          </a:p>
        </p:txBody>
      </p:sp>
      <p:grpSp>
        <p:nvGrpSpPr>
          <p:cNvPr id="195588" name="Group 4"/>
          <p:cNvGrpSpPr>
            <a:grpSpLocks/>
          </p:cNvGrpSpPr>
          <p:nvPr/>
        </p:nvGrpSpPr>
        <p:grpSpPr bwMode="auto">
          <a:xfrm>
            <a:off x="4202803" y="5067300"/>
            <a:ext cx="4670741" cy="1790699"/>
            <a:chOff x="2832" y="3264"/>
            <a:chExt cx="2928" cy="1008"/>
          </a:xfrm>
        </p:grpSpPr>
        <p:sp>
          <p:nvSpPr>
            <p:cNvPr id="195589" name="AutoShape 5"/>
            <p:cNvSpPr>
              <a:spLocks noChangeArrowheads="1"/>
            </p:cNvSpPr>
            <p:nvPr/>
          </p:nvSpPr>
          <p:spPr bwMode="auto">
            <a:xfrm>
              <a:off x="2832" y="3264"/>
              <a:ext cx="2928" cy="1008"/>
            </a:xfrm>
            <a:prstGeom prst="cloudCallout">
              <a:avLst>
                <a:gd name="adj1" fmla="val -51162"/>
                <a:gd name="adj2" fmla="val -45042"/>
              </a:avLst>
            </a:prstGeom>
            <a:solidFill>
              <a:schemeClr val="accent2">
                <a:lumMod val="20000"/>
                <a:lumOff val="80000"/>
              </a:scheme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endParaRPr lang="en-US" altLang="en-US" sz="1400" dirty="0">
                <a:latin typeface="Arial" panose="020B0604020202020204" pitchFamily="34" charset="0"/>
              </a:endParaRPr>
            </a:p>
          </p:txBody>
        </p:sp>
        <p:sp>
          <p:nvSpPr>
            <p:cNvPr id="195590" name="Text Box 6"/>
            <p:cNvSpPr txBox="1">
              <a:spLocks noChangeArrowheads="1"/>
            </p:cNvSpPr>
            <p:nvPr/>
          </p:nvSpPr>
          <p:spPr bwMode="auto">
            <a:xfrm>
              <a:off x="3060" y="3516"/>
              <a:ext cx="26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r>
                <a:rPr lang="en-US" altLang="en-US" sz="1200" dirty="0">
                  <a:solidFill>
                    <a:srgbClr val="CC3300"/>
                  </a:solidFill>
                  <a:latin typeface="Arial" panose="020B0604020202020204" pitchFamily="34" charset="0"/>
                </a:rPr>
                <a:t>True Length is never rotated. It’s horizontal component is drawn &amp; it is further rotated to locate view.</a:t>
              </a:r>
            </a:p>
          </p:txBody>
        </p:sp>
        <p:sp>
          <p:nvSpPr>
            <p:cNvPr id="195591" name="Text Box 7"/>
            <p:cNvSpPr txBox="1">
              <a:spLocks noChangeArrowheads="1"/>
            </p:cNvSpPr>
            <p:nvPr/>
          </p:nvSpPr>
          <p:spPr bwMode="auto">
            <a:xfrm>
              <a:off x="2906" y="3821"/>
              <a:ext cx="2688"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r>
                <a:rPr lang="en-US" altLang="en-US" sz="1200" dirty="0">
                  <a:latin typeface="Arial" panose="020B0604020202020204" pitchFamily="34" charset="0"/>
                </a:rPr>
                <a:t>Views are always rotated, made horizontal &amp; further extended to locate TL, </a:t>
              </a:r>
              <a:r>
                <a:rPr lang="en-US" altLang="en-US" sz="1400" dirty="0">
                  <a:latin typeface="Times New Roman" panose="02020603050405020304" pitchFamily="18" charset="0"/>
                  <a:sym typeface="Symbol" panose="05050102010706020507" pitchFamily="18" charset="2"/>
                </a:rPr>
                <a:t></a:t>
              </a:r>
              <a:r>
                <a:rPr lang="en-US" altLang="en-US" sz="1200" dirty="0">
                  <a:latin typeface="Times New Roman" panose="02020603050405020304" pitchFamily="18" charset="0"/>
                  <a:sym typeface="WP Greek Courier" pitchFamily="49" charset="2"/>
                </a:rPr>
                <a:t> &amp;  Ø</a:t>
              </a:r>
            </a:p>
          </p:txBody>
        </p:sp>
        <p:sp>
          <p:nvSpPr>
            <p:cNvPr id="195592" name="Text Box 8"/>
            <p:cNvSpPr txBox="1">
              <a:spLocks noChangeArrowheads="1"/>
            </p:cNvSpPr>
            <p:nvPr/>
          </p:nvSpPr>
          <p:spPr bwMode="auto">
            <a:xfrm>
              <a:off x="3934" y="3359"/>
              <a:ext cx="935"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b="1" i="1" dirty="0">
                  <a:latin typeface="Arial" panose="020B0604020202020204" pitchFamily="34" charset="0"/>
                </a:rPr>
                <a:t>Also remember</a:t>
              </a:r>
            </a:p>
          </p:txBody>
        </p:sp>
      </p:grpSp>
      <p:sp>
        <p:nvSpPr>
          <p:cNvPr id="195593" name="AutoShape 9"/>
          <p:cNvSpPr>
            <a:spLocks noChangeArrowheads="1"/>
          </p:cNvSpPr>
          <p:nvPr/>
        </p:nvSpPr>
        <p:spPr bwMode="auto">
          <a:xfrm>
            <a:off x="7367589" y="293312"/>
            <a:ext cx="1676400" cy="1066800"/>
          </a:xfrm>
          <a:prstGeom prst="wedgeRoundRectCallout">
            <a:avLst>
              <a:gd name="adj1" fmla="val -60889"/>
              <a:gd name="adj2" fmla="val -26639"/>
              <a:gd name="adj3" fmla="val 16667"/>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endParaRPr lang="en-US" altLang="en-US" sz="1400">
              <a:latin typeface="Arial" panose="020B0604020202020204" pitchFamily="34" charset="0"/>
            </a:endParaRPr>
          </a:p>
        </p:txBody>
      </p:sp>
      <p:sp>
        <p:nvSpPr>
          <p:cNvPr id="195594" name="Text Box 10"/>
          <p:cNvSpPr txBox="1">
            <a:spLocks noChangeArrowheads="1"/>
          </p:cNvSpPr>
          <p:nvPr/>
        </p:nvSpPr>
        <p:spPr bwMode="auto">
          <a:xfrm>
            <a:off x="7476331" y="277661"/>
            <a:ext cx="1716089" cy="10926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1300" dirty="0">
                <a:solidFill>
                  <a:schemeClr val="accent2"/>
                </a:solidFill>
                <a:latin typeface="Arial" panose="020B0604020202020204" pitchFamily="34" charset="0"/>
              </a:rPr>
              <a:t>TEN </a:t>
            </a:r>
            <a:r>
              <a:rPr lang="en-US" altLang="en-US" sz="1300" dirty="0">
                <a:latin typeface="Arial" panose="020B0604020202020204" pitchFamily="34" charset="0"/>
              </a:rPr>
              <a:t>important</a:t>
            </a:r>
          </a:p>
          <a:p>
            <a:pPr eaLnBrk="1" hangingPunct="1"/>
            <a:r>
              <a:rPr lang="en-US" altLang="en-US" sz="1300" dirty="0">
                <a:latin typeface="Arial" panose="020B0604020202020204" pitchFamily="34" charset="0"/>
              </a:rPr>
              <a:t>parameters </a:t>
            </a:r>
          </a:p>
          <a:p>
            <a:pPr eaLnBrk="1" hangingPunct="1"/>
            <a:r>
              <a:rPr lang="en-US" altLang="en-US" sz="1300" dirty="0">
                <a:latin typeface="Arial" panose="020B0604020202020204" pitchFamily="34" charset="0"/>
              </a:rPr>
              <a:t>to be remembered </a:t>
            </a:r>
          </a:p>
          <a:p>
            <a:pPr eaLnBrk="1" hangingPunct="1"/>
            <a:r>
              <a:rPr lang="en-US" altLang="en-US" sz="1300" dirty="0">
                <a:latin typeface="Arial" panose="020B0604020202020204" pitchFamily="34" charset="0"/>
              </a:rPr>
              <a:t>with notations </a:t>
            </a:r>
          </a:p>
          <a:p>
            <a:pPr eaLnBrk="1" hangingPunct="1"/>
            <a:r>
              <a:rPr lang="en-US" altLang="en-US" sz="1300" dirty="0">
                <a:latin typeface="Arial" panose="020B0604020202020204" pitchFamily="34" charset="0"/>
              </a:rPr>
              <a:t>used here onward</a:t>
            </a:r>
            <a:endParaRPr lang="en-US" altLang="en-US" sz="1400" dirty="0">
              <a:latin typeface="Arial" panose="020B0604020202020204" pitchFamily="34" charset="0"/>
            </a:endParaRPr>
          </a:p>
        </p:txBody>
      </p:sp>
      <p:sp>
        <p:nvSpPr>
          <p:cNvPr id="195595" name="Text Box 11"/>
          <p:cNvSpPr txBox="1">
            <a:spLocks noChangeArrowheads="1"/>
          </p:cNvSpPr>
          <p:nvPr/>
        </p:nvSpPr>
        <p:spPr bwMode="auto">
          <a:xfrm>
            <a:off x="6762750" y="48101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000" b="1" dirty="0">
                <a:solidFill>
                  <a:schemeClr val="accent6">
                    <a:lumMod val="75000"/>
                  </a:schemeClr>
                </a:solidFill>
                <a:latin typeface="Times New Roman" panose="02020603050405020304" pitchFamily="18" charset="0"/>
                <a:sym typeface="WP Greek Courier" pitchFamily="49" charset="2"/>
              </a:rPr>
              <a:t>Ø</a:t>
            </a:r>
          </a:p>
        </p:txBody>
      </p:sp>
      <p:sp>
        <p:nvSpPr>
          <p:cNvPr id="195596" name="Text Box 12"/>
          <p:cNvSpPr txBox="1">
            <a:spLocks noChangeArrowheads="1"/>
          </p:cNvSpPr>
          <p:nvPr/>
        </p:nvSpPr>
        <p:spPr bwMode="auto">
          <a:xfrm>
            <a:off x="6810794" y="725287"/>
            <a:ext cx="3762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400" b="1" dirty="0">
                <a:solidFill>
                  <a:srgbClr val="0070C0"/>
                </a:solidFill>
                <a:latin typeface="Times New Roman" panose="02020603050405020304" pitchFamily="18" charset="0"/>
                <a:cs typeface="Times New Roman" panose="02020603050405020304" pitchFamily="18" charset="0"/>
                <a:sym typeface="Symbol" panose="05050102010706020507" pitchFamily="18" charset="2"/>
              </a:rPr>
              <a:t></a:t>
            </a:r>
          </a:p>
        </p:txBody>
      </p:sp>
      <p:sp>
        <p:nvSpPr>
          <p:cNvPr id="195597" name="Text Box 13"/>
          <p:cNvSpPr txBox="1">
            <a:spLocks noChangeArrowheads="1"/>
          </p:cNvSpPr>
          <p:nvPr/>
        </p:nvSpPr>
        <p:spPr bwMode="auto">
          <a:xfrm>
            <a:off x="6767513" y="1084265"/>
            <a:ext cx="3238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000" b="1" dirty="0">
                <a:solidFill>
                  <a:srgbClr val="FFC000"/>
                </a:solidFill>
                <a:latin typeface="Times New Roman" panose="02020603050405020304" pitchFamily="18" charset="0"/>
                <a:cs typeface="Times New Roman" panose="02020603050405020304" pitchFamily="18" charset="0"/>
                <a:sym typeface="Symbol" panose="05050102010706020507" pitchFamily="18" charset="2"/>
              </a:rPr>
              <a:t></a:t>
            </a:r>
          </a:p>
        </p:txBody>
      </p:sp>
      <p:sp>
        <p:nvSpPr>
          <p:cNvPr id="195598" name="Rectangle 14"/>
          <p:cNvSpPr>
            <a:spLocks noChangeArrowheads="1"/>
          </p:cNvSpPr>
          <p:nvPr/>
        </p:nvSpPr>
        <p:spPr bwMode="auto">
          <a:xfrm>
            <a:off x="6781800" y="180975"/>
            <a:ext cx="342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400" b="1" dirty="0">
                <a:latin typeface="Times New Roman" panose="02020603050405020304" pitchFamily="18" charset="0"/>
                <a:sym typeface="Symbol" panose="05050102010706020507" pitchFamily="18" charset="2"/>
              </a:rPr>
              <a:t></a:t>
            </a:r>
          </a:p>
        </p:txBody>
      </p:sp>
      <p:grpSp>
        <p:nvGrpSpPr>
          <p:cNvPr id="195599" name="Group 15"/>
          <p:cNvGrpSpPr>
            <a:grpSpLocks/>
          </p:cNvGrpSpPr>
          <p:nvPr/>
        </p:nvGrpSpPr>
        <p:grpSpPr bwMode="auto">
          <a:xfrm>
            <a:off x="4724400" y="0"/>
            <a:ext cx="3943351" cy="2856692"/>
            <a:chOff x="336" y="823"/>
            <a:chExt cx="2484" cy="1445"/>
          </a:xfrm>
        </p:grpSpPr>
        <p:sp>
          <p:nvSpPr>
            <p:cNvPr id="195600" name="Text Box 16"/>
            <p:cNvSpPr txBox="1">
              <a:spLocks noChangeArrowheads="1"/>
            </p:cNvSpPr>
            <p:nvPr/>
          </p:nvSpPr>
          <p:spPr bwMode="auto">
            <a:xfrm>
              <a:off x="336" y="823"/>
              <a:ext cx="1859" cy="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a:solidFill>
                    <a:schemeClr val="tx1"/>
                  </a:solidFill>
                  <a:latin typeface="Arial" panose="020B0604020202020204" pitchFamily="34" charset="0"/>
                </a:defRPr>
              </a:lvl1pPr>
              <a:lvl2pPr marL="914400" indent="-457200">
                <a:defRPr>
                  <a:solidFill>
                    <a:schemeClr val="tx1"/>
                  </a:solidFill>
                  <a:latin typeface="Arial" panose="020B0604020202020204" pitchFamily="34" charset="0"/>
                </a:defRPr>
              </a:lvl2pPr>
              <a:lvl3pPr marL="1371600" indent="-457200">
                <a:defRPr>
                  <a:solidFill>
                    <a:schemeClr val="tx1"/>
                  </a:solidFill>
                  <a:latin typeface="Arial" panose="020B0604020202020204" pitchFamily="34" charset="0"/>
                </a:defRPr>
              </a:lvl3pPr>
              <a:lvl4pPr marL="1828800" indent="-457200">
                <a:defRPr>
                  <a:solidFill>
                    <a:schemeClr val="tx1"/>
                  </a:solidFill>
                  <a:latin typeface="Arial" panose="020B0604020202020204" pitchFamily="34" charset="0"/>
                </a:defRPr>
              </a:lvl4pPr>
              <a:lvl5pPr marL="2286000" indent="-457200">
                <a:defRPr>
                  <a:solidFill>
                    <a:schemeClr val="tx1"/>
                  </a:solidFill>
                  <a:latin typeface="Arial" panose="020B0604020202020204" pitchFamily="34" charset="0"/>
                </a:defRPr>
              </a:lvl5pPr>
              <a:lvl6pPr marL="2743200" indent="-457200" fontAlgn="base">
                <a:spcBef>
                  <a:spcPct val="0"/>
                </a:spcBef>
                <a:spcAft>
                  <a:spcPct val="0"/>
                </a:spcAft>
                <a:defRPr>
                  <a:solidFill>
                    <a:schemeClr val="tx1"/>
                  </a:solidFill>
                  <a:latin typeface="Arial" panose="020B0604020202020204" pitchFamily="34" charset="0"/>
                </a:defRPr>
              </a:lvl6pPr>
              <a:lvl7pPr marL="3200400" indent="-457200" fontAlgn="base">
                <a:spcBef>
                  <a:spcPct val="0"/>
                </a:spcBef>
                <a:spcAft>
                  <a:spcPct val="0"/>
                </a:spcAft>
                <a:defRPr>
                  <a:solidFill>
                    <a:schemeClr val="tx1"/>
                  </a:solidFill>
                  <a:latin typeface="Arial" panose="020B0604020202020204" pitchFamily="34" charset="0"/>
                </a:defRPr>
              </a:lvl7pPr>
              <a:lvl8pPr marL="3657600" indent="-457200" fontAlgn="base">
                <a:spcBef>
                  <a:spcPct val="0"/>
                </a:spcBef>
                <a:spcAft>
                  <a:spcPct val="0"/>
                </a:spcAft>
                <a:defRPr>
                  <a:solidFill>
                    <a:schemeClr val="tx1"/>
                  </a:solidFill>
                  <a:latin typeface="Arial" panose="020B0604020202020204" pitchFamily="34" charset="0"/>
                </a:defRPr>
              </a:lvl8pPr>
              <a:lvl9pPr marL="4114800" indent="-457200" fontAlgn="base">
                <a:spcBef>
                  <a:spcPct val="0"/>
                </a:spcBef>
                <a:spcAft>
                  <a:spcPct val="0"/>
                </a:spcAft>
                <a:defRPr>
                  <a:solidFill>
                    <a:schemeClr val="tx1"/>
                  </a:solidFill>
                  <a:latin typeface="Arial" panose="020B0604020202020204" pitchFamily="34" charset="0"/>
                </a:defRPr>
              </a:lvl9pPr>
            </a:lstStyle>
            <a:p>
              <a:r>
                <a:rPr lang="en-US" altLang="en-US" sz="1400" dirty="0">
                  <a:solidFill>
                    <a:srgbClr val="FF0000"/>
                  </a:solidFill>
                </a:rPr>
                <a:t>1</a:t>
              </a:r>
              <a:r>
                <a:rPr lang="en-US" altLang="en-US" sz="1400" b="1" dirty="0">
                  <a:solidFill>
                    <a:srgbClr val="FF0000"/>
                  </a:solidFill>
                </a:rPr>
                <a:t>) True Length (TL) – a’ b</a:t>
              </a:r>
              <a:r>
                <a:rPr lang="en-US" altLang="en-US" sz="1400" b="1" baseline="-25000" dirty="0">
                  <a:solidFill>
                    <a:srgbClr val="FF0000"/>
                  </a:solidFill>
                </a:rPr>
                <a:t>1</a:t>
              </a:r>
              <a:r>
                <a:rPr lang="en-US" altLang="en-US" sz="1400" b="1" dirty="0">
                  <a:solidFill>
                    <a:srgbClr val="FF0000"/>
                  </a:solidFill>
                </a:rPr>
                <a:t>’ &amp; a </a:t>
              </a:r>
              <a:r>
                <a:rPr lang="en-US" altLang="en-US" sz="1400" b="1" dirty="0">
                  <a:solidFill>
                    <a:srgbClr val="FF0000"/>
                  </a:solidFill>
                  <a:latin typeface="Times New Roman" panose="02020603050405020304" pitchFamily="18" charset="0"/>
                </a:rPr>
                <a:t>b</a:t>
              </a:r>
              <a:r>
                <a:rPr lang="en-US" altLang="en-US" sz="1400" b="1" baseline="-25000" dirty="0">
                  <a:solidFill>
                    <a:srgbClr val="FF0000"/>
                  </a:solidFill>
                  <a:latin typeface="Times New Roman" panose="02020603050405020304" pitchFamily="18" charset="0"/>
                </a:rPr>
                <a:t>1</a:t>
              </a:r>
            </a:p>
          </p:txBody>
        </p:sp>
        <p:sp>
          <p:nvSpPr>
            <p:cNvPr id="195601" name="Text Box 17"/>
            <p:cNvSpPr txBox="1">
              <a:spLocks noChangeArrowheads="1"/>
            </p:cNvSpPr>
            <p:nvPr/>
          </p:nvSpPr>
          <p:spPr bwMode="auto">
            <a:xfrm>
              <a:off x="343" y="960"/>
              <a:ext cx="1372" cy="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a:defRPr>
                  <a:solidFill>
                    <a:schemeClr val="tx1"/>
                  </a:solidFill>
                  <a:latin typeface="Arial" panose="020B0604020202020204" pitchFamily="34" charset="0"/>
                </a:defRPr>
              </a:lvl1pPr>
              <a:lvl2pPr marL="914400" indent="-457200">
                <a:defRPr>
                  <a:solidFill>
                    <a:schemeClr val="tx1"/>
                  </a:solidFill>
                  <a:latin typeface="Arial" panose="020B0604020202020204" pitchFamily="34" charset="0"/>
                </a:defRPr>
              </a:lvl2pPr>
              <a:lvl3pPr marL="1371600" indent="-457200">
                <a:defRPr>
                  <a:solidFill>
                    <a:schemeClr val="tx1"/>
                  </a:solidFill>
                  <a:latin typeface="Arial" panose="020B0604020202020204" pitchFamily="34" charset="0"/>
                </a:defRPr>
              </a:lvl3pPr>
              <a:lvl4pPr marL="1828800" indent="-457200">
                <a:defRPr>
                  <a:solidFill>
                    <a:schemeClr val="tx1"/>
                  </a:solidFill>
                  <a:latin typeface="Arial" panose="020B0604020202020204" pitchFamily="34" charset="0"/>
                </a:defRPr>
              </a:lvl4pPr>
              <a:lvl5pPr marL="2286000" indent="-457200">
                <a:defRPr>
                  <a:solidFill>
                    <a:schemeClr val="tx1"/>
                  </a:solidFill>
                  <a:latin typeface="Arial" panose="020B0604020202020204" pitchFamily="34" charset="0"/>
                </a:defRPr>
              </a:lvl5pPr>
              <a:lvl6pPr marL="2743200" indent="-457200" fontAlgn="base">
                <a:spcBef>
                  <a:spcPct val="0"/>
                </a:spcBef>
                <a:spcAft>
                  <a:spcPct val="0"/>
                </a:spcAft>
                <a:defRPr>
                  <a:solidFill>
                    <a:schemeClr val="tx1"/>
                  </a:solidFill>
                  <a:latin typeface="Arial" panose="020B0604020202020204" pitchFamily="34" charset="0"/>
                </a:defRPr>
              </a:lvl6pPr>
              <a:lvl7pPr marL="3200400" indent="-457200" fontAlgn="base">
                <a:spcBef>
                  <a:spcPct val="0"/>
                </a:spcBef>
                <a:spcAft>
                  <a:spcPct val="0"/>
                </a:spcAft>
                <a:defRPr>
                  <a:solidFill>
                    <a:schemeClr val="tx1"/>
                  </a:solidFill>
                  <a:latin typeface="Arial" panose="020B0604020202020204" pitchFamily="34" charset="0"/>
                </a:defRPr>
              </a:lvl7pPr>
              <a:lvl8pPr marL="3657600" indent="-457200" fontAlgn="base">
                <a:spcBef>
                  <a:spcPct val="0"/>
                </a:spcBef>
                <a:spcAft>
                  <a:spcPct val="0"/>
                </a:spcAft>
                <a:defRPr>
                  <a:solidFill>
                    <a:schemeClr val="tx1"/>
                  </a:solidFill>
                  <a:latin typeface="Arial" panose="020B0604020202020204" pitchFamily="34" charset="0"/>
                </a:defRPr>
              </a:lvl8pPr>
              <a:lvl9pPr marL="4114800" indent="-457200" fontAlgn="base">
                <a:spcBef>
                  <a:spcPct val="0"/>
                </a:spcBef>
                <a:spcAft>
                  <a:spcPct val="0"/>
                </a:spcAft>
                <a:defRPr>
                  <a:solidFill>
                    <a:schemeClr val="tx1"/>
                  </a:solidFill>
                  <a:latin typeface="Arial" panose="020B0604020202020204" pitchFamily="34" charset="0"/>
                </a:defRPr>
              </a:lvl9pPr>
            </a:lstStyle>
            <a:p>
              <a:pPr eaLnBrk="1" hangingPunct="1"/>
              <a:r>
                <a:rPr lang="en-US" altLang="en-US" sz="1400" b="1" dirty="0"/>
                <a:t>2) Angle of TL with HP -</a:t>
              </a:r>
            </a:p>
          </p:txBody>
        </p:sp>
        <p:sp>
          <p:nvSpPr>
            <p:cNvPr id="195602" name="Text Box 18"/>
            <p:cNvSpPr txBox="1">
              <a:spLocks noChangeArrowheads="1"/>
            </p:cNvSpPr>
            <p:nvPr/>
          </p:nvSpPr>
          <p:spPr bwMode="auto">
            <a:xfrm>
              <a:off x="336" y="1104"/>
              <a:ext cx="1391" cy="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a:defRPr>
                  <a:solidFill>
                    <a:schemeClr val="tx1"/>
                  </a:solidFill>
                  <a:latin typeface="Arial" panose="020B0604020202020204" pitchFamily="34" charset="0"/>
                </a:defRPr>
              </a:lvl1pPr>
              <a:lvl2pPr marL="914400" indent="-457200">
                <a:defRPr>
                  <a:solidFill>
                    <a:schemeClr val="tx1"/>
                  </a:solidFill>
                  <a:latin typeface="Arial" panose="020B0604020202020204" pitchFamily="34" charset="0"/>
                </a:defRPr>
              </a:lvl2pPr>
              <a:lvl3pPr marL="1371600" indent="-457200">
                <a:defRPr>
                  <a:solidFill>
                    <a:schemeClr val="tx1"/>
                  </a:solidFill>
                  <a:latin typeface="Arial" panose="020B0604020202020204" pitchFamily="34" charset="0"/>
                </a:defRPr>
              </a:lvl3pPr>
              <a:lvl4pPr marL="1828800" indent="-457200">
                <a:defRPr>
                  <a:solidFill>
                    <a:schemeClr val="tx1"/>
                  </a:solidFill>
                  <a:latin typeface="Arial" panose="020B0604020202020204" pitchFamily="34" charset="0"/>
                </a:defRPr>
              </a:lvl4pPr>
              <a:lvl5pPr marL="2286000" indent="-457200">
                <a:defRPr>
                  <a:solidFill>
                    <a:schemeClr val="tx1"/>
                  </a:solidFill>
                  <a:latin typeface="Arial" panose="020B0604020202020204" pitchFamily="34" charset="0"/>
                </a:defRPr>
              </a:lvl5pPr>
              <a:lvl6pPr marL="2743200" indent="-457200" fontAlgn="base">
                <a:spcBef>
                  <a:spcPct val="0"/>
                </a:spcBef>
                <a:spcAft>
                  <a:spcPct val="0"/>
                </a:spcAft>
                <a:defRPr>
                  <a:solidFill>
                    <a:schemeClr val="tx1"/>
                  </a:solidFill>
                  <a:latin typeface="Arial" panose="020B0604020202020204" pitchFamily="34" charset="0"/>
                </a:defRPr>
              </a:lvl6pPr>
              <a:lvl7pPr marL="3200400" indent="-457200" fontAlgn="base">
                <a:spcBef>
                  <a:spcPct val="0"/>
                </a:spcBef>
                <a:spcAft>
                  <a:spcPct val="0"/>
                </a:spcAft>
                <a:defRPr>
                  <a:solidFill>
                    <a:schemeClr val="tx1"/>
                  </a:solidFill>
                  <a:latin typeface="Arial" panose="020B0604020202020204" pitchFamily="34" charset="0"/>
                </a:defRPr>
              </a:lvl7pPr>
              <a:lvl8pPr marL="3657600" indent="-457200" fontAlgn="base">
                <a:spcBef>
                  <a:spcPct val="0"/>
                </a:spcBef>
                <a:spcAft>
                  <a:spcPct val="0"/>
                </a:spcAft>
                <a:defRPr>
                  <a:solidFill>
                    <a:schemeClr val="tx1"/>
                  </a:solidFill>
                  <a:latin typeface="Arial" panose="020B0604020202020204" pitchFamily="34" charset="0"/>
                </a:defRPr>
              </a:lvl8pPr>
              <a:lvl9pPr marL="4114800" indent="-457200" fontAlgn="base">
                <a:spcBef>
                  <a:spcPct val="0"/>
                </a:spcBef>
                <a:spcAft>
                  <a:spcPct val="0"/>
                </a:spcAft>
                <a:defRPr>
                  <a:solidFill>
                    <a:schemeClr val="tx1"/>
                  </a:solidFill>
                  <a:latin typeface="Arial" panose="020B0604020202020204" pitchFamily="34" charset="0"/>
                </a:defRPr>
              </a:lvl9pPr>
            </a:lstStyle>
            <a:p>
              <a:pPr eaLnBrk="1" hangingPunct="1"/>
              <a:r>
                <a:rPr lang="en-US" altLang="en-US" sz="1400" b="1" dirty="0">
                  <a:solidFill>
                    <a:schemeClr val="accent6">
                      <a:lumMod val="75000"/>
                    </a:schemeClr>
                  </a:solidFill>
                </a:rPr>
                <a:t>3) Angle of TL with VP </a:t>
              </a:r>
              <a:r>
                <a:rPr lang="en-US" altLang="en-US" sz="1400" dirty="0">
                  <a:solidFill>
                    <a:schemeClr val="accent6">
                      <a:lumMod val="75000"/>
                    </a:schemeClr>
                  </a:solidFill>
                </a:rPr>
                <a:t>–</a:t>
              </a:r>
            </a:p>
          </p:txBody>
        </p:sp>
        <p:sp>
          <p:nvSpPr>
            <p:cNvPr id="195603" name="Text Box 19"/>
            <p:cNvSpPr txBox="1">
              <a:spLocks noChangeArrowheads="1"/>
            </p:cNvSpPr>
            <p:nvPr/>
          </p:nvSpPr>
          <p:spPr bwMode="auto">
            <a:xfrm>
              <a:off x="336" y="1248"/>
              <a:ext cx="1401" cy="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a:defRPr>
                  <a:solidFill>
                    <a:schemeClr val="tx1"/>
                  </a:solidFill>
                  <a:latin typeface="Arial" panose="020B0604020202020204" pitchFamily="34" charset="0"/>
                </a:defRPr>
              </a:lvl1pPr>
              <a:lvl2pPr marL="914400" indent="-457200">
                <a:defRPr>
                  <a:solidFill>
                    <a:schemeClr val="tx1"/>
                  </a:solidFill>
                  <a:latin typeface="Arial" panose="020B0604020202020204" pitchFamily="34" charset="0"/>
                </a:defRPr>
              </a:lvl2pPr>
              <a:lvl3pPr marL="1371600" indent="-457200">
                <a:defRPr>
                  <a:solidFill>
                    <a:schemeClr val="tx1"/>
                  </a:solidFill>
                  <a:latin typeface="Arial" panose="020B0604020202020204" pitchFamily="34" charset="0"/>
                </a:defRPr>
              </a:lvl3pPr>
              <a:lvl4pPr marL="1828800" indent="-457200">
                <a:defRPr>
                  <a:solidFill>
                    <a:schemeClr val="tx1"/>
                  </a:solidFill>
                  <a:latin typeface="Arial" panose="020B0604020202020204" pitchFamily="34" charset="0"/>
                </a:defRPr>
              </a:lvl4pPr>
              <a:lvl5pPr marL="2286000" indent="-457200">
                <a:defRPr>
                  <a:solidFill>
                    <a:schemeClr val="tx1"/>
                  </a:solidFill>
                  <a:latin typeface="Arial" panose="020B0604020202020204" pitchFamily="34" charset="0"/>
                </a:defRPr>
              </a:lvl5pPr>
              <a:lvl6pPr marL="2743200" indent="-457200" fontAlgn="base">
                <a:spcBef>
                  <a:spcPct val="0"/>
                </a:spcBef>
                <a:spcAft>
                  <a:spcPct val="0"/>
                </a:spcAft>
                <a:defRPr>
                  <a:solidFill>
                    <a:schemeClr val="tx1"/>
                  </a:solidFill>
                  <a:latin typeface="Arial" panose="020B0604020202020204" pitchFamily="34" charset="0"/>
                </a:defRPr>
              </a:lvl6pPr>
              <a:lvl7pPr marL="3200400" indent="-457200" fontAlgn="base">
                <a:spcBef>
                  <a:spcPct val="0"/>
                </a:spcBef>
                <a:spcAft>
                  <a:spcPct val="0"/>
                </a:spcAft>
                <a:defRPr>
                  <a:solidFill>
                    <a:schemeClr val="tx1"/>
                  </a:solidFill>
                  <a:latin typeface="Arial" panose="020B0604020202020204" pitchFamily="34" charset="0"/>
                </a:defRPr>
              </a:lvl7pPr>
              <a:lvl8pPr marL="3657600" indent="-457200" fontAlgn="base">
                <a:spcBef>
                  <a:spcPct val="0"/>
                </a:spcBef>
                <a:spcAft>
                  <a:spcPct val="0"/>
                </a:spcAft>
                <a:defRPr>
                  <a:solidFill>
                    <a:schemeClr val="tx1"/>
                  </a:solidFill>
                  <a:latin typeface="Arial" panose="020B0604020202020204" pitchFamily="34" charset="0"/>
                </a:defRPr>
              </a:lvl8pPr>
              <a:lvl9pPr marL="4114800" indent="-457200" fontAlgn="base">
                <a:spcBef>
                  <a:spcPct val="0"/>
                </a:spcBef>
                <a:spcAft>
                  <a:spcPct val="0"/>
                </a:spcAft>
                <a:defRPr>
                  <a:solidFill>
                    <a:schemeClr val="tx1"/>
                  </a:solidFill>
                  <a:latin typeface="Arial" panose="020B0604020202020204" pitchFamily="34" charset="0"/>
                </a:defRPr>
              </a:lvl9pPr>
            </a:lstStyle>
            <a:p>
              <a:pPr eaLnBrk="1" hangingPunct="1"/>
              <a:r>
                <a:rPr lang="en-US" altLang="en-US" sz="1400" b="1" dirty="0">
                  <a:solidFill>
                    <a:srgbClr val="0070C0"/>
                  </a:solidFill>
                </a:rPr>
                <a:t>4) Angle of FV with XY –</a:t>
              </a:r>
            </a:p>
          </p:txBody>
        </p:sp>
        <p:sp>
          <p:nvSpPr>
            <p:cNvPr id="195604" name="Text Box 20"/>
            <p:cNvSpPr txBox="1">
              <a:spLocks noChangeArrowheads="1"/>
            </p:cNvSpPr>
            <p:nvPr/>
          </p:nvSpPr>
          <p:spPr bwMode="auto">
            <a:xfrm>
              <a:off x="336" y="1392"/>
              <a:ext cx="1401" cy="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a:defRPr>
                  <a:solidFill>
                    <a:schemeClr val="tx1"/>
                  </a:solidFill>
                  <a:latin typeface="Arial" panose="020B0604020202020204" pitchFamily="34" charset="0"/>
                </a:defRPr>
              </a:lvl1pPr>
              <a:lvl2pPr marL="914400" indent="-457200">
                <a:defRPr>
                  <a:solidFill>
                    <a:schemeClr val="tx1"/>
                  </a:solidFill>
                  <a:latin typeface="Arial" panose="020B0604020202020204" pitchFamily="34" charset="0"/>
                </a:defRPr>
              </a:lvl2pPr>
              <a:lvl3pPr marL="1371600" indent="-457200">
                <a:defRPr>
                  <a:solidFill>
                    <a:schemeClr val="tx1"/>
                  </a:solidFill>
                  <a:latin typeface="Arial" panose="020B0604020202020204" pitchFamily="34" charset="0"/>
                </a:defRPr>
              </a:lvl3pPr>
              <a:lvl4pPr marL="1828800" indent="-457200">
                <a:defRPr>
                  <a:solidFill>
                    <a:schemeClr val="tx1"/>
                  </a:solidFill>
                  <a:latin typeface="Arial" panose="020B0604020202020204" pitchFamily="34" charset="0"/>
                </a:defRPr>
              </a:lvl4pPr>
              <a:lvl5pPr marL="2286000" indent="-457200">
                <a:defRPr>
                  <a:solidFill>
                    <a:schemeClr val="tx1"/>
                  </a:solidFill>
                  <a:latin typeface="Arial" panose="020B0604020202020204" pitchFamily="34" charset="0"/>
                </a:defRPr>
              </a:lvl5pPr>
              <a:lvl6pPr marL="2743200" indent="-457200" fontAlgn="base">
                <a:spcBef>
                  <a:spcPct val="0"/>
                </a:spcBef>
                <a:spcAft>
                  <a:spcPct val="0"/>
                </a:spcAft>
                <a:defRPr>
                  <a:solidFill>
                    <a:schemeClr val="tx1"/>
                  </a:solidFill>
                  <a:latin typeface="Arial" panose="020B0604020202020204" pitchFamily="34" charset="0"/>
                </a:defRPr>
              </a:lvl6pPr>
              <a:lvl7pPr marL="3200400" indent="-457200" fontAlgn="base">
                <a:spcBef>
                  <a:spcPct val="0"/>
                </a:spcBef>
                <a:spcAft>
                  <a:spcPct val="0"/>
                </a:spcAft>
                <a:defRPr>
                  <a:solidFill>
                    <a:schemeClr val="tx1"/>
                  </a:solidFill>
                  <a:latin typeface="Arial" panose="020B0604020202020204" pitchFamily="34" charset="0"/>
                </a:defRPr>
              </a:lvl7pPr>
              <a:lvl8pPr marL="3657600" indent="-457200" fontAlgn="base">
                <a:spcBef>
                  <a:spcPct val="0"/>
                </a:spcBef>
                <a:spcAft>
                  <a:spcPct val="0"/>
                </a:spcAft>
                <a:defRPr>
                  <a:solidFill>
                    <a:schemeClr val="tx1"/>
                  </a:solidFill>
                  <a:latin typeface="Arial" panose="020B0604020202020204" pitchFamily="34" charset="0"/>
                </a:defRPr>
              </a:lvl8pPr>
              <a:lvl9pPr marL="4114800" indent="-457200" fontAlgn="base">
                <a:spcBef>
                  <a:spcPct val="0"/>
                </a:spcBef>
                <a:spcAft>
                  <a:spcPct val="0"/>
                </a:spcAft>
                <a:defRPr>
                  <a:solidFill>
                    <a:schemeClr val="tx1"/>
                  </a:solidFill>
                  <a:latin typeface="Arial" panose="020B0604020202020204" pitchFamily="34" charset="0"/>
                </a:defRPr>
              </a:lvl9pPr>
            </a:lstStyle>
            <a:p>
              <a:pPr eaLnBrk="1" hangingPunct="1"/>
              <a:r>
                <a:rPr lang="en-US" altLang="en-US" sz="1400" b="1" dirty="0">
                  <a:solidFill>
                    <a:srgbClr val="FFC000"/>
                  </a:solidFill>
                </a:rPr>
                <a:t>5) Angle of TV with XY –</a:t>
              </a:r>
            </a:p>
          </p:txBody>
        </p:sp>
        <p:sp>
          <p:nvSpPr>
            <p:cNvPr id="195605" name="Text Box 21"/>
            <p:cNvSpPr txBox="1">
              <a:spLocks noChangeArrowheads="1"/>
            </p:cNvSpPr>
            <p:nvPr/>
          </p:nvSpPr>
          <p:spPr bwMode="auto">
            <a:xfrm>
              <a:off x="336" y="1536"/>
              <a:ext cx="2228" cy="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a:defRPr>
                  <a:solidFill>
                    <a:schemeClr val="tx1"/>
                  </a:solidFill>
                  <a:latin typeface="Arial" panose="020B0604020202020204" pitchFamily="34" charset="0"/>
                </a:defRPr>
              </a:lvl1pPr>
              <a:lvl2pPr marL="914400" indent="-457200">
                <a:defRPr>
                  <a:solidFill>
                    <a:schemeClr val="tx1"/>
                  </a:solidFill>
                  <a:latin typeface="Arial" panose="020B0604020202020204" pitchFamily="34" charset="0"/>
                </a:defRPr>
              </a:lvl2pPr>
              <a:lvl3pPr marL="1371600" indent="-457200">
                <a:defRPr>
                  <a:solidFill>
                    <a:schemeClr val="tx1"/>
                  </a:solidFill>
                  <a:latin typeface="Arial" panose="020B0604020202020204" pitchFamily="34" charset="0"/>
                </a:defRPr>
              </a:lvl3pPr>
              <a:lvl4pPr marL="1828800" indent="-457200">
                <a:defRPr>
                  <a:solidFill>
                    <a:schemeClr val="tx1"/>
                  </a:solidFill>
                  <a:latin typeface="Arial" panose="020B0604020202020204" pitchFamily="34" charset="0"/>
                </a:defRPr>
              </a:lvl4pPr>
              <a:lvl5pPr marL="2286000" indent="-457200">
                <a:defRPr>
                  <a:solidFill>
                    <a:schemeClr val="tx1"/>
                  </a:solidFill>
                  <a:latin typeface="Arial" panose="020B0604020202020204" pitchFamily="34" charset="0"/>
                </a:defRPr>
              </a:lvl5pPr>
              <a:lvl6pPr marL="2743200" indent="-457200" fontAlgn="base">
                <a:spcBef>
                  <a:spcPct val="0"/>
                </a:spcBef>
                <a:spcAft>
                  <a:spcPct val="0"/>
                </a:spcAft>
                <a:defRPr>
                  <a:solidFill>
                    <a:schemeClr val="tx1"/>
                  </a:solidFill>
                  <a:latin typeface="Arial" panose="020B0604020202020204" pitchFamily="34" charset="0"/>
                </a:defRPr>
              </a:lvl6pPr>
              <a:lvl7pPr marL="3200400" indent="-457200" fontAlgn="base">
                <a:spcBef>
                  <a:spcPct val="0"/>
                </a:spcBef>
                <a:spcAft>
                  <a:spcPct val="0"/>
                </a:spcAft>
                <a:defRPr>
                  <a:solidFill>
                    <a:schemeClr val="tx1"/>
                  </a:solidFill>
                  <a:latin typeface="Arial" panose="020B0604020202020204" pitchFamily="34" charset="0"/>
                </a:defRPr>
              </a:lvl7pPr>
              <a:lvl8pPr marL="3657600" indent="-457200" fontAlgn="base">
                <a:spcBef>
                  <a:spcPct val="0"/>
                </a:spcBef>
                <a:spcAft>
                  <a:spcPct val="0"/>
                </a:spcAft>
                <a:defRPr>
                  <a:solidFill>
                    <a:schemeClr val="tx1"/>
                  </a:solidFill>
                  <a:latin typeface="Arial" panose="020B0604020202020204" pitchFamily="34" charset="0"/>
                </a:defRPr>
              </a:lvl8pPr>
              <a:lvl9pPr marL="4114800" indent="-457200" fontAlgn="base">
                <a:spcBef>
                  <a:spcPct val="0"/>
                </a:spcBef>
                <a:spcAft>
                  <a:spcPct val="0"/>
                </a:spcAft>
                <a:defRPr>
                  <a:solidFill>
                    <a:schemeClr val="tx1"/>
                  </a:solidFill>
                  <a:latin typeface="Arial" panose="020B0604020202020204" pitchFamily="34" charset="0"/>
                </a:defRPr>
              </a:lvl9pPr>
            </a:lstStyle>
            <a:p>
              <a:pPr eaLnBrk="1" hangingPunct="1"/>
              <a:r>
                <a:rPr lang="en-US" altLang="en-US" sz="1400" b="1" dirty="0">
                  <a:solidFill>
                    <a:schemeClr val="tx2"/>
                  </a:solidFill>
                </a:rPr>
                <a:t>6) LFV (length of FV) – Component (a-1)</a:t>
              </a:r>
            </a:p>
          </p:txBody>
        </p:sp>
        <p:sp>
          <p:nvSpPr>
            <p:cNvPr id="195606" name="Text Box 22"/>
            <p:cNvSpPr txBox="1">
              <a:spLocks noChangeArrowheads="1"/>
            </p:cNvSpPr>
            <p:nvPr/>
          </p:nvSpPr>
          <p:spPr bwMode="auto">
            <a:xfrm>
              <a:off x="336" y="1680"/>
              <a:ext cx="2299" cy="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a:defRPr>
                  <a:solidFill>
                    <a:schemeClr val="tx1"/>
                  </a:solidFill>
                  <a:latin typeface="Arial" panose="020B0604020202020204" pitchFamily="34" charset="0"/>
                </a:defRPr>
              </a:lvl1pPr>
              <a:lvl2pPr marL="914400" indent="-457200">
                <a:defRPr>
                  <a:solidFill>
                    <a:schemeClr val="tx1"/>
                  </a:solidFill>
                  <a:latin typeface="Arial" panose="020B0604020202020204" pitchFamily="34" charset="0"/>
                </a:defRPr>
              </a:lvl2pPr>
              <a:lvl3pPr marL="1371600" indent="-457200">
                <a:defRPr>
                  <a:solidFill>
                    <a:schemeClr val="tx1"/>
                  </a:solidFill>
                  <a:latin typeface="Arial" panose="020B0604020202020204" pitchFamily="34" charset="0"/>
                </a:defRPr>
              </a:lvl3pPr>
              <a:lvl4pPr marL="1828800" indent="-457200">
                <a:defRPr>
                  <a:solidFill>
                    <a:schemeClr val="tx1"/>
                  </a:solidFill>
                  <a:latin typeface="Arial" panose="020B0604020202020204" pitchFamily="34" charset="0"/>
                </a:defRPr>
              </a:lvl4pPr>
              <a:lvl5pPr marL="2286000" indent="-457200">
                <a:defRPr>
                  <a:solidFill>
                    <a:schemeClr val="tx1"/>
                  </a:solidFill>
                  <a:latin typeface="Arial" panose="020B0604020202020204" pitchFamily="34" charset="0"/>
                </a:defRPr>
              </a:lvl5pPr>
              <a:lvl6pPr marL="2743200" indent="-457200" fontAlgn="base">
                <a:spcBef>
                  <a:spcPct val="0"/>
                </a:spcBef>
                <a:spcAft>
                  <a:spcPct val="0"/>
                </a:spcAft>
                <a:defRPr>
                  <a:solidFill>
                    <a:schemeClr val="tx1"/>
                  </a:solidFill>
                  <a:latin typeface="Arial" panose="020B0604020202020204" pitchFamily="34" charset="0"/>
                </a:defRPr>
              </a:lvl6pPr>
              <a:lvl7pPr marL="3200400" indent="-457200" fontAlgn="base">
                <a:spcBef>
                  <a:spcPct val="0"/>
                </a:spcBef>
                <a:spcAft>
                  <a:spcPct val="0"/>
                </a:spcAft>
                <a:defRPr>
                  <a:solidFill>
                    <a:schemeClr val="tx1"/>
                  </a:solidFill>
                  <a:latin typeface="Arial" panose="020B0604020202020204" pitchFamily="34" charset="0"/>
                </a:defRPr>
              </a:lvl7pPr>
              <a:lvl8pPr marL="3657600" indent="-457200" fontAlgn="base">
                <a:spcBef>
                  <a:spcPct val="0"/>
                </a:spcBef>
                <a:spcAft>
                  <a:spcPct val="0"/>
                </a:spcAft>
                <a:defRPr>
                  <a:solidFill>
                    <a:schemeClr val="tx1"/>
                  </a:solidFill>
                  <a:latin typeface="Arial" panose="020B0604020202020204" pitchFamily="34" charset="0"/>
                </a:defRPr>
              </a:lvl8pPr>
              <a:lvl9pPr marL="4114800" indent="-457200" fontAlgn="base">
                <a:spcBef>
                  <a:spcPct val="0"/>
                </a:spcBef>
                <a:spcAft>
                  <a:spcPct val="0"/>
                </a:spcAft>
                <a:defRPr>
                  <a:solidFill>
                    <a:schemeClr val="tx1"/>
                  </a:solidFill>
                  <a:latin typeface="Arial" panose="020B0604020202020204" pitchFamily="34" charset="0"/>
                </a:defRPr>
              </a:lvl9pPr>
            </a:lstStyle>
            <a:p>
              <a:pPr eaLnBrk="1" hangingPunct="1"/>
              <a:r>
                <a:rPr lang="en-US" altLang="en-US" sz="1400" b="1" dirty="0">
                  <a:solidFill>
                    <a:srgbClr val="FF0000"/>
                  </a:solidFill>
                </a:rPr>
                <a:t>7) LTV (length of TV) – Component (a’-1’)</a:t>
              </a:r>
            </a:p>
          </p:txBody>
        </p:sp>
        <p:sp>
          <p:nvSpPr>
            <p:cNvPr id="195607" name="Text Box 23"/>
            <p:cNvSpPr txBox="1">
              <a:spLocks noChangeArrowheads="1"/>
            </p:cNvSpPr>
            <p:nvPr/>
          </p:nvSpPr>
          <p:spPr bwMode="auto">
            <a:xfrm>
              <a:off x="336" y="1824"/>
              <a:ext cx="2468" cy="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a:defRPr>
                  <a:solidFill>
                    <a:schemeClr val="tx1"/>
                  </a:solidFill>
                  <a:latin typeface="Arial" panose="020B0604020202020204" pitchFamily="34" charset="0"/>
                </a:defRPr>
              </a:lvl1pPr>
              <a:lvl2pPr marL="914400" indent="-457200">
                <a:defRPr>
                  <a:solidFill>
                    <a:schemeClr val="tx1"/>
                  </a:solidFill>
                  <a:latin typeface="Arial" panose="020B0604020202020204" pitchFamily="34" charset="0"/>
                </a:defRPr>
              </a:lvl2pPr>
              <a:lvl3pPr marL="1371600" indent="-457200">
                <a:defRPr>
                  <a:solidFill>
                    <a:schemeClr val="tx1"/>
                  </a:solidFill>
                  <a:latin typeface="Arial" panose="020B0604020202020204" pitchFamily="34" charset="0"/>
                </a:defRPr>
              </a:lvl3pPr>
              <a:lvl4pPr marL="1828800" indent="-457200">
                <a:defRPr>
                  <a:solidFill>
                    <a:schemeClr val="tx1"/>
                  </a:solidFill>
                  <a:latin typeface="Arial" panose="020B0604020202020204" pitchFamily="34" charset="0"/>
                </a:defRPr>
              </a:lvl4pPr>
              <a:lvl5pPr marL="2286000" indent="-457200">
                <a:defRPr>
                  <a:solidFill>
                    <a:schemeClr val="tx1"/>
                  </a:solidFill>
                  <a:latin typeface="Arial" panose="020B0604020202020204" pitchFamily="34" charset="0"/>
                </a:defRPr>
              </a:lvl5pPr>
              <a:lvl6pPr marL="2743200" indent="-457200" fontAlgn="base">
                <a:spcBef>
                  <a:spcPct val="0"/>
                </a:spcBef>
                <a:spcAft>
                  <a:spcPct val="0"/>
                </a:spcAft>
                <a:defRPr>
                  <a:solidFill>
                    <a:schemeClr val="tx1"/>
                  </a:solidFill>
                  <a:latin typeface="Arial" panose="020B0604020202020204" pitchFamily="34" charset="0"/>
                </a:defRPr>
              </a:lvl6pPr>
              <a:lvl7pPr marL="3200400" indent="-457200" fontAlgn="base">
                <a:spcBef>
                  <a:spcPct val="0"/>
                </a:spcBef>
                <a:spcAft>
                  <a:spcPct val="0"/>
                </a:spcAft>
                <a:defRPr>
                  <a:solidFill>
                    <a:schemeClr val="tx1"/>
                  </a:solidFill>
                  <a:latin typeface="Arial" panose="020B0604020202020204" pitchFamily="34" charset="0"/>
                </a:defRPr>
              </a:lvl7pPr>
              <a:lvl8pPr marL="3657600" indent="-457200" fontAlgn="base">
                <a:spcBef>
                  <a:spcPct val="0"/>
                </a:spcBef>
                <a:spcAft>
                  <a:spcPct val="0"/>
                </a:spcAft>
                <a:defRPr>
                  <a:solidFill>
                    <a:schemeClr val="tx1"/>
                  </a:solidFill>
                  <a:latin typeface="Arial" panose="020B0604020202020204" pitchFamily="34" charset="0"/>
                </a:defRPr>
              </a:lvl8pPr>
              <a:lvl9pPr marL="4114800" indent="-457200" fontAlgn="base">
                <a:spcBef>
                  <a:spcPct val="0"/>
                </a:spcBef>
                <a:spcAft>
                  <a:spcPct val="0"/>
                </a:spcAft>
                <a:defRPr>
                  <a:solidFill>
                    <a:schemeClr val="tx1"/>
                  </a:solidFill>
                  <a:latin typeface="Arial" panose="020B0604020202020204" pitchFamily="34" charset="0"/>
                </a:defRPr>
              </a:lvl9pPr>
            </a:lstStyle>
            <a:p>
              <a:pPr eaLnBrk="1" hangingPunct="1"/>
              <a:r>
                <a:rPr lang="en-US" altLang="en-US" sz="1400" b="1" dirty="0">
                  <a:solidFill>
                    <a:srgbClr val="00B050"/>
                  </a:solidFill>
                </a:rPr>
                <a:t>8) Position of A- Distances of a &amp; a’ from XY</a:t>
              </a:r>
            </a:p>
          </p:txBody>
        </p:sp>
        <p:sp>
          <p:nvSpPr>
            <p:cNvPr id="195608" name="Text Box 24"/>
            <p:cNvSpPr txBox="1">
              <a:spLocks noChangeArrowheads="1"/>
            </p:cNvSpPr>
            <p:nvPr/>
          </p:nvSpPr>
          <p:spPr bwMode="auto">
            <a:xfrm>
              <a:off x="336" y="1968"/>
              <a:ext cx="2484" cy="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a:defRPr>
                  <a:solidFill>
                    <a:schemeClr val="tx1"/>
                  </a:solidFill>
                  <a:latin typeface="Arial" panose="020B0604020202020204" pitchFamily="34" charset="0"/>
                </a:defRPr>
              </a:lvl1pPr>
              <a:lvl2pPr marL="914400" indent="-457200">
                <a:defRPr>
                  <a:solidFill>
                    <a:schemeClr val="tx1"/>
                  </a:solidFill>
                  <a:latin typeface="Arial" panose="020B0604020202020204" pitchFamily="34" charset="0"/>
                </a:defRPr>
              </a:lvl2pPr>
              <a:lvl3pPr marL="1371600" indent="-457200">
                <a:defRPr>
                  <a:solidFill>
                    <a:schemeClr val="tx1"/>
                  </a:solidFill>
                  <a:latin typeface="Arial" panose="020B0604020202020204" pitchFamily="34" charset="0"/>
                </a:defRPr>
              </a:lvl3pPr>
              <a:lvl4pPr marL="1828800" indent="-457200">
                <a:defRPr>
                  <a:solidFill>
                    <a:schemeClr val="tx1"/>
                  </a:solidFill>
                  <a:latin typeface="Arial" panose="020B0604020202020204" pitchFamily="34" charset="0"/>
                </a:defRPr>
              </a:lvl4pPr>
              <a:lvl5pPr marL="2286000" indent="-457200">
                <a:defRPr>
                  <a:solidFill>
                    <a:schemeClr val="tx1"/>
                  </a:solidFill>
                  <a:latin typeface="Arial" panose="020B0604020202020204" pitchFamily="34" charset="0"/>
                </a:defRPr>
              </a:lvl5pPr>
              <a:lvl6pPr marL="2743200" indent="-457200" fontAlgn="base">
                <a:spcBef>
                  <a:spcPct val="0"/>
                </a:spcBef>
                <a:spcAft>
                  <a:spcPct val="0"/>
                </a:spcAft>
                <a:defRPr>
                  <a:solidFill>
                    <a:schemeClr val="tx1"/>
                  </a:solidFill>
                  <a:latin typeface="Arial" panose="020B0604020202020204" pitchFamily="34" charset="0"/>
                </a:defRPr>
              </a:lvl6pPr>
              <a:lvl7pPr marL="3200400" indent="-457200" fontAlgn="base">
                <a:spcBef>
                  <a:spcPct val="0"/>
                </a:spcBef>
                <a:spcAft>
                  <a:spcPct val="0"/>
                </a:spcAft>
                <a:defRPr>
                  <a:solidFill>
                    <a:schemeClr val="tx1"/>
                  </a:solidFill>
                  <a:latin typeface="Arial" panose="020B0604020202020204" pitchFamily="34" charset="0"/>
                </a:defRPr>
              </a:lvl7pPr>
              <a:lvl8pPr marL="3657600" indent="-457200" fontAlgn="base">
                <a:spcBef>
                  <a:spcPct val="0"/>
                </a:spcBef>
                <a:spcAft>
                  <a:spcPct val="0"/>
                </a:spcAft>
                <a:defRPr>
                  <a:solidFill>
                    <a:schemeClr val="tx1"/>
                  </a:solidFill>
                  <a:latin typeface="Arial" panose="020B0604020202020204" pitchFamily="34" charset="0"/>
                </a:defRPr>
              </a:lvl8pPr>
              <a:lvl9pPr marL="4114800" indent="-457200" fontAlgn="base">
                <a:spcBef>
                  <a:spcPct val="0"/>
                </a:spcBef>
                <a:spcAft>
                  <a:spcPct val="0"/>
                </a:spcAft>
                <a:defRPr>
                  <a:solidFill>
                    <a:schemeClr val="tx1"/>
                  </a:solidFill>
                  <a:latin typeface="Arial" panose="020B0604020202020204" pitchFamily="34" charset="0"/>
                </a:defRPr>
              </a:lvl9pPr>
            </a:lstStyle>
            <a:p>
              <a:pPr eaLnBrk="1" hangingPunct="1"/>
              <a:r>
                <a:rPr lang="en-US" altLang="en-US" sz="1400" b="1" dirty="0">
                  <a:solidFill>
                    <a:srgbClr val="0070C0"/>
                  </a:solidFill>
                </a:rPr>
                <a:t>9) Position of B- Distances of b &amp; b’ from XY</a:t>
              </a:r>
            </a:p>
          </p:txBody>
        </p:sp>
        <p:sp>
          <p:nvSpPr>
            <p:cNvPr id="195609" name="Text Box 25"/>
            <p:cNvSpPr txBox="1">
              <a:spLocks noChangeArrowheads="1"/>
            </p:cNvSpPr>
            <p:nvPr/>
          </p:nvSpPr>
          <p:spPr bwMode="auto">
            <a:xfrm>
              <a:off x="336" y="2112"/>
              <a:ext cx="2095" cy="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a:defRPr>
                  <a:solidFill>
                    <a:schemeClr val="tx1"/>
                  </a:solidFill>
                  <a:latin typeface="Arial" panose="020B0604020202020204" pitchFamily="34" charset="0"/>
                </a:defRPr>
              </a:lvl1pPr>
              <a:lvl2pPr marL="914400" indent="-457200">
                <a:defRPr>
                  <a:solidFill>
                    <a:schemeClr val="tx1"/>
                  </a:solidFill>
                  <a:latin typeface="Arial" panose="020B0604020202020204" pitchFamily="34" charset="0"/>
                </a:defRPr>
              </a:lvl2pPr>
              <a:lvl3pPr marL="1371600" indent="-457200">
                <a:defRPr>
                  <a:solidFill>
                    <a:schemeClr val="tx1"/>
                  </a:solidFill>
                  <a:latin typeface="Arial" panose="020B0604020202020204" pitchFamily="34" charset="0"/>
                </a:defRPr>
              </a:lvl3pPr>
              <a:lvl4pPr marL="1828800" indent="-457200">
                <a:defRPr>
                  <a:solidFill>
                    <a:schemeClr val="tx1"/>
                  </a:solidFill>
                  <a:latin typeface="Arial" panose="020B0604020202020204" pitchFamily="34" charset="0"/>
                </a:defRPr>
              </a:lvl4pPr>
              <a:lvl5pPr marL="2286000" indent="-457200">
                <a:defRPr>
                  <a:solidFill>
                    <a:schemeClr val="tx1"/>
                  </a:solidFill>
                  <a:latin typeface="Arial" panose="020B0604020202020204" pitchFamily="34" charset="0"/>
                </a:defRPr>
              </a:lvl5pPr>
              <a:lvl6pPr marL="2743200" indent="-457200" fontAlgn="base">
                <a:spcBef>
                  <a:spcPct val="0"/>
                </a:spcBef>
                <a:spcAft>
                  <a:spcPct val="0"/>
                </a:spcAft>
                <a:defRPr>
                  <a:solidFill>
                    <a:schemeClr val="tx1"/>
                  </a:solidFill>
                  <a:latin typeface="Arial" panose="020B0604020202020204" pitchFamily="34" charset="0"/>
                </a:defRPr>
              </a:lvl6pPr>
              <a:lvl7pPr marL="3200400" indent="-457200" fontAlgn="base">
                <a:spcBef>
                  <a:spcPct val="0"/>
                </a:spcBef>
                <a:spcAft>
                  <a:spcPct val="0"/>
                </a:spcAft>
                <a:defRPr>
                  <a:solidFill>
                    <a:schemeClr val="tx1"/>
                  </a:solidFill>
                  <a:latin typeface="Arial" panose="020B0604020202020204" pitchFamily="34" charset="0"/>
                </a:defRPr>
              </a:lvl7pPr>
              <a:lvl8pPr marL="3657600" indent="-457200" fontAlgn="base">
                <a:spcBef>
                  <a:spcPct val="0"/>
                </a:spcBef>
                <a:spcAft>
                  <a:spcPct val="0"/>
                </a:spcAft>
                <a:defRPr>
                  <a:solidFill>
                    <a:schemeClr val="tx1"/>
                  </a:solidFill>
                  <a:latin typeface="Arial" panose="020B0604020202020204" pitchFamily="34" charset="0"/>
                </a:defRPr>
              </a:lvl8pPr>
              <a:lvl9pPr marL="4114800" indent="-457200" fontAlgn="base">
                <a:spcBef>
                  <a:spcPct val="0"/>
                </a:spcBef>
                <a:spcAft>
                  <a:spcPct val="0"/>
                </a:spcAft>
                <a:defRPr>
                  <a:solidFill>
                    <a:schemeClr val="tx1"/>
                  </a:solidFill>
                  <a:latin typeface="Arial" panose="020B0604020202020204" pitchFamily="34" charset="0"/>
                </a:defRPr>
              </a:lvl9pPr>
            </a:lstStyle>
            <a:p>
              <a:pPr eaLnBrk="1" hangingPunct="1"/>
              <a:r>
                <a:rPr lang="en-US" altLang="en-US" sz="1400" b="1" dirty="0"/>
                <a:t>10) Distance between End Projectors</a:t>
              </a:r>
            </a:p>
          </p:txBody>
        </p:sp>
      </p:grpSp>
      <p:grpSp>
        <p:nvGrpSpPr>
          <p:cNvPr id="195610" name="Group 26"/>
          <p:cNvGrpSpPr>
            <a:grpSpLocks/>
          </p:cNvGrpSpPr>
          <p:nvPr/>
        </p:nvGrpSpPr>
        <p:grpSpPr bwMode="auto">
          <a:xfrm>
            <a:off x="304802" y="1143002"/>
            <a:ext cx="3757613" cy="4756151"/>
            <a:chOff x="0" y="720"/>
            <a:chExt cx="2367" cy="2996"/>
          </a:xfrm>
        </p:grpSpPr>
        <p:grpSp>
          <p:nvGrpSpPr>
            <p:cNvPr id="195611" name="Group 27"/>
            <p:cNvGrpSpPr>
              <a:grpSpLocks/>
            </p:cNvGrpSpPr>
            <p:nvPr/>
          </p:nvGrpSpPr>
          <p:grpSpPr bwMode="auto">
            <a:xfrm>
              <a:off x="0" y="720"/>
              <a:ext cx="2367" cy="2996"/>
              <a:chOff x="401" y="891"/>
              <a:chExt cx="2367" cy="2996"/>
            </a:xfrm>
          </p:grpSpPr>
          <p:sp>
            <p:nvSpPr>
              <p:cNvPr id="195612" name="Rectangle 28"/>
              <p:cNvSpPr>
                <a:spLocks noChangeArrowheads="1"/>
              </p:cNvSpPr>
              <p:nvPr/>
            </p:nvSpPr>
            <p:spPr bwMode="auto">
              <a:xfrm>
                <a:off x="669" y="912"/>
                <a:ext cx="1857" cy="1597"/>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95613" name="Rectangle 29"/>
              <p:cNvSpPr>
                <a:spLocks noChangeArrowheads="1"/>
              </p:cNvSpPr>
              <p:nvPr/>
            </p:nvSpPr>
            <p:spPr bwMode="auto">
              <a:xfrm>
                <a:off x="669" y="2398"/>
                <a:ext cx="1857" cy="1442"/>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95614" name="Line 30"/>
              <p:cNvSpPr>
                <a:spLocks noChangeShapeType="1"/>
              </p:cNvSpPr>
              <p:nvPr/>
            </p:nvSpPr>
            <p:spPr bwMode="auto">
              <a:xfrm>
                <a:off x="427" y="2395"/>
                <a:ext cx="234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95615" name="Text Box 31"/>
              <p:cNvSpPr txBox="1">
                <a:spLocks noChangeArrowheads="1"/>
              </p:cNvSpPr>
              <p:nvPr/>
            </p:nvSpPr>
            <p:spPr bwMode="auto">
              <a:xfrm>
                <a:off x="401" y="2380"/>
                <a:ext cx="19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rPr>
                  <a:t>X</a:t>
                </a:r>
              </a:p>
            </p:txBody>
          </p:sp>
          <p:sp>
            <p:nvSpPr>
              <p:cNvPr id="195616" name="Text Box 32"/>
              <p:cNvSpPr txBox="1">
                <a:spLocks noChangeArrowheads="1"/>
              </p:cNvSpPr>
              <p:nvPr/>
            </p:nvSpPr>
            <p:spPr bwMode="auto">
              <a:xfrm>
                <a:off x="2541" y="2380"/>
                <a:ext cx="19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rPr>
                  <a:t>Y</a:t>
                </a:r>
              </a:p>
            </p:txBody>
          </p:sp>
          <p:sp>
            <p:nvSpPr>
              <p:cNvPr id="195617" name="Text Box 33"/>
              <p:cNvSpPr txBox="1">
                <a:spLocks noChangeArrowheads="1"/>
              </p:cNvSpPr>
              <p:nvPr/>
            </p:nvSpPr>
            <p:spPr bwMode="auto">
              <a:xfrm>
                <a:off x="645" y="3654"/>
                <a:ext cx="35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a:latin typeface="Times New Roman" panose="02020603050405020304" pitchFamily="18" charset="0"/>
                  </a:rPr>
                  <a:t>H.P.</a:t>
                </a:r>
              </a:p>
            </p:txBody>
          </p:sp>
          <p:sp>
            <p:nvSpPr>
              <p:cNvPr id="195618" name="Text Box 34"/>
              <p:cNvSpPr txBox="1">
                <a:spLocks noChangeArrowheads="1"/>
              </p:cNvSpPr>
              <p:nvPr/>
            </p:nvSpPr>
            <p:spPr bwMode="auto">
              <a:xfrm>
                <a:off x="644" y="891"/>
                <a:ext cx="3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a:latin typeface="Times New Roman" panose="02020603050405020304" pitchFamily="18" charset="0"/>
                  </a:rPr>
                  <a:t>V.P.</a:t>
                </a:r>
              </a:p>
            </p:txBody>
          </p:sp>
          <p:sp>
            <p:nvSpPr>
              <p:cNvPr id="195619" name="Line 35"/>
              <p:cNvSpPr>
                <a:spLocks noChangeShapeType="1"/>
              </p:cNvSpPr>
              <p:nvPr/>
            </p:nvSpPr>
            <p:spPr bwMode="auto">
              <a:xfrm>
                <a:off x="1856" y="1104"/>
                <a:ext cx="1" cy="2702"/>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endParaRPr lang="en-IN"/>
              </a:p>
            </p:txBody>
          </p:sp>
          <p:sp>
            <p:nvSpPr>
              <p:cNvPr id="195620" name="Line 36"/>
              <p:cNvSpPr>
                <a:spLocks noChangeShapeType="1"/>
              </p:cNvSpPr>
              <p:nvPr/>
            </p:nvSpPr>
            <p:spPr bwMode="auto">
              <a:xfrm>
                <a:off x="1403" y="3662"/>
                <a:ext cx="911" cy="0"/>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endParaRPr lang="en-IN"/>
              </a:p>
            </p:txBody>
          </p:sp>
          <p:grpSp>
            <p:nvGrpSpPr>
              <p:cNvPr id="195621" name="Group 37"/>
              <p:cNvGrpSpPr>
                <a:grpSpLocks/>
              </p:cNvGrpSpPr>
              <p:nvPr/>
            </p:nvGrpSpPr>
            <p:grpSpPr bwMode="auto">
              <a:xfrm>
                <a:off x="2066" y="2687"/>
                <a:ext cx="4" cy="975"/>
                <a:chOff x="5038" y="2274"/>
                <a:chExt cx="2" cy="596"/>
              </a:xfrm>
            </p:grpSpPr>
            <p:sp>
              <p:nvSpPr>
                <p:cNvPr id="195622" name="Line 38"/>
                <p:cNvSpPr>
                  <a:spLocks noChangeShapeType="1"/>
                </p:cNvSpPr>
                <p:nvPr/>
              </p:nvSpPr>
              <p:spPr bwMode="auto">
                <a:xfrm>
                  <a:off x="5040" y="2304"/>
                  <a:ext cx="0" cy="566"/>
                </a:xfrm>
                <a:prstGeom prst="line">
                  <a:avLst/>
                </a:prstGeom>
                <a:noFill/>
                <a:ln w="63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95623" name="Line 39"/>
                <p:cNvSpPr>
                  <a:spLocks noChangeShapeType="1"/>
                </p:cNvSpPr>
                <p:nvPr/>
              </p:nvSpPr>
              <p:spPr bwMode="auto">
                <a:xfrm flipV="1">
                  <a:off x="5038" y="2274"/>
                  <a:ext cx="0" cy="147"/>
                </a:xfrm>
                <a:prstGeom prst="line">
                  <a:avLst/>
                </a:prstGeom>
                <a:noFill/>
                <a:ln w="317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195624" name="Line 40"/>
              <p:cNvSpPr>
                <a:spLocks noChangeShapeType="1"/>
              </p:cNvSpPr>
              <p:nvPr/>
            </p:nvSpPr>
            <p:spPr bwMode="auto">
              <a:xfrm flipH="1" flipV="1">
                <a:off x="2067" y="2064"/>
                <a:ext cx="3" cy="960"/>
              </a:xfrm>
              <a:prstGeom prst="line">
                <a:avLst/>
              </a:prstGeom>
              <a:noFill/>
              <a:ln w="952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95625" name="Text Box 41"/>
              <p:cNvSpPr txBox="1">
                <a:spLocks noChangeArrowheads="1"/>
              </p:cNvSpPr>
              <p:nvPr/>
            </p:nvSpPr>
            <p:spPr bwMode="auto">
              <a:xfrm>
                <a:off x="1949" y="2551"/>
                <a:ext cx="172" cy="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b="1" dirty="0">
                    <a:solidFill>
                      <a:srgbClr val="FF0000"/>
                    </a:solidFill>
                    <a:latin typeface="Times New Roman" panose="02020603050405020304" pitchFamily="18" charset="0"/>
                  </a:rPr>
                  <a:t>1</a:t>
                </a:r>
              </a:p>
            </p:txBody>
          </p:sp>
          <p:sp>
            <p:nvSpPr>
              <p:cNvPr id="195626" name="Line 42"/>
              <p:cNvSpPr>
                <a:spLocks noChangeShapeType="1"/>
              </p:cNvSpPr>
              <p:nvPr/>
            </p:nvSpPr>
            <p:spPr bwMode="auto">
              <a:xfrm>
                <a:off x="905" y="1056"/>
                <a:ext cx="0" cy="1855"/>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endParaRPr lang="en-IN"/>
              </a:p>
            </p:txBody>
          </p:sp>
          <p:sp>
            <p:nvSpPr>
              <p:cNvPr id="195627" name="Text Box 43"/>
              <p:cNvSpPr txBox="1">
                <a:spLocks noChangeArrowheads="1"/>
              </p:cNvSpPr>
              <p:nvPr/>
            </p:nvSpPr>
            <p:spPr bwMode="auto">
              <a:xfrm>
                <a:off x="765" y="2548"/>
                <a:ext cx="173"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b="1">
                    <a:solidFill>
                      <a:srgbClr val="FF0000"/>
                    </a:solidFill>
                    <a:latin typeface="Times New Roman" panose="02020603050405020304" pitchFamily="18" charset="0"/>
                  </a:rPr>
                  <a:t>a</a:t>
                </a:r>
              </a:p>
            </p:txBody>
          </p:sp>
          <p:sp>
            <p:nvSpPr>
              <p:cNvPr id="195628" name="Line 44"/>
              <p:cNvSpPr>
                <a:spLocks noChangeShapeType="1"/>
              </p:cNvSpPr>
              <p:nvPr/>
            </p:nvSpPr>
            <p:spPr bwMode="auto">
              <a:xfrm flipV="1">
                <a:off x="2173" y="1163"/>
                <a:ext cx="0" cy="1525"/>
              </a:xfrm>
              <a:prstGeom prst="line">
                <a:avLst/>
              </a:prstGeom>
              <a:noFill/>
              <a:ln w="6350">
                <a:solidFill>
                  <a:schemeClr val="accent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95629" name="Arc 45"/>
              <p:cNvSpPr>
                <a:spLocks/>
              </p:cNvSpPr>
              <p:nvPr/>
            </p:nvSpPr>
            <p:spPr bwMode="auto">
              <a:xfrm>
                <a:off x="1013" y="2694"/>
                <a:ext cx="1161" cy="953"/>
              </a:xfrm>
              <a:custGeom>
                <a:avLst/>
                <a:gdLst>
                  <a:gd name="G0" fmla="+- 0 0 0"/>
                  <a:gd name="G1" fmla="+- 799 0 0"/>
                  <a:gd name="G2" fmla="+- 21600 0 0"/>
                  <a:gd name="T0" fmla="*/ 21585 w 21600"/>
                  <a:gd name="T1" fmla="*/ 0 h 15460"/>
                  <a:gd name="T2" fmla="*/ 15863 w 21600"/>
                  <a:gd name="T3" fmla="*/ 15460 h 15460"/>
                  <a:gd name="T4" fmla="*/ 0 w 21600"/>
                  <a:gd name="T5" fmla="*/ 799 h 15460"/>
                </a:gdLst>
                <a:ahLst/>
                <a:cxnLst>
                  <a:cxn ang="0">
                    <a:pos x="T0" y="T1"/>
                  </a:cxn>
                  <a:cxn ang="0">
                    <a:pos x="T2" y="T3"/>
                  </a:cxn>
                  <a:cxn ang="0">
                    <a:pos x="T4" y="T5"/>
                  </a:cxn>
                </a:cxnLst>
                <a:rect l="0" t="0" r="r" b="b"/>
                <a:pathLst>
                  <a:path w="21600" h="15460" fill="none" extrusionOk="0">
                    <a:moveTo>
                      <a:pt x="21585" y="-1"/>
                    </a:moveTo>
                    <a:cubicBezTo>
                      <a:pt x="21595" y="266"/>
                      <a:pt x="21600" y="532"/>
                      <a:pt x="21600" y="799"/>
                    </a:cubicBezTo>
                    <a:cubicBezTo>
                      <a:pt x="21600" y="6233"/>
                      <a:pt x="19551" y="11468"/>
                      <a:pt x="15862" y="15459"/>
                    </a:cubicBezTo>
                  </a:path>
                  <a:path w="21600" h="15460" stroke="0" extrusionOk="0">
                    <a:moveTo>
                      <a:pt x="21585" y="-1"/>
                    </a:moveTo>
                    <a:cubicBezTo>
                      <a:pt x="21595" y="266"/>
                      <a:pt x="21600" y="532"/>
                      <a:pt x="21600" y="799"/>
                    </a:cubicBezTo>
                    <a:cubicBezTo>
                      <a:pt x="21600" y="6233"/>
                      <a:pt x="19551" y="11468"/>
                      <a:pt x="15862" y="15459"/>
                    </a:cubicBezTo>
                    <a:lnTo>
                      <a:pt x="0" y="799"/>
                    </a:lnTo>
                    <a:close/>
                  </a:path>
                </a:pathLst>
              </a:custGeom>
              <a:noFill/>
              <a:ln w="6350">
                <a:solidFill>
                  <a:schemeClr val="accent2"/>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95630" name="Text Box 46"/>
              <p:cNvSpPr txBox="1">
                <a:spLocks noChangeArrowheads="1"/>
              </p:cNvSpPr>
              <p:nvPr/>
            </p:nvSpPr>
            <p:spPr bwMode="auto">
              <a:xfrm>
                <a:off x="1697" y="3647"/>
                <a:ext cx="179"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b="1" dirty="0">
                    <a:latin typeface="Times New Roman" panose="02020603050405020304" pitchFamily="18" charset="0"/>
                  </a:rPr>
                  <a:t>b</a:t>
                </a:r>
              </a:p>
            </p:txBody>
          </p:sp>
          <p:sp>
            <p:nvSpPr>
              <p:cNvPr id="195631" name="Arc 47"/>
              <p:cNvSpPr>
                <a:spLocks/>
              </p:cNvSpPr>
              <p:nvPr/>
            </p:nvSpPr>
            <p:spPr bwMode="auto">
              <a:xfrm rot="3722031">
                <a:off x="1284" y="2736"/>
                <a:ext cx="380" cy="380"/>
              </a:xfrm>
              <a:custGeom>
                <a:avLst/>
                <a:gdLst>
                  <a:gd name="G0" fmla="+- 0 0 0"/>
                  <a:gd name="G1" fmla="+- 21570 0 0"/>
                  <a:gd name="G2" fmla="+- 21600 0 0"/>
                  <a:gd name="T0" fmla="*/ 1132 w 21600"/>
                  <a:gd name="T1" fmla="*/ 0 h 21570"/>
                  <a:gd name="T2" fmla="*/ 21600 w 21600"/>
                  <a:gd name="T3" fmla="*/ 21570 h 21570"/>
                  <a:gd name="T4" fmla="*/ 0 w 21600"/>
                  <a:gd name="T5" fmla="*/ 21570 h 21570"/>
                </a:gdLst>
                <a:ahLst/>
                <a:cxnLst>
                  <a:cxn ang="0">
                    <a:pos x="T0" y="T1"/>
                  </a:cxn>
                  <a:cxn ang="0">
                    <a:pos x="T2" y="T3"/>
                  </a:cxn>
                  <a:cxn ang="0">
                    <a:pos x="T4" y="T5"/>
                  </a:cxn>
                </a:cxnLst>
                <a:rect l="0" t="0" r="r" b="b"/>
                <a:pathLst>
                  <a:path w="21600" h="21570" fill="none" extrusionOk="0">
                    <a:moveTo>
                      <a:pt x="1132" y="-1"/>
                    </a:moveTo>
                    <a:cubicBezTo>
                      <a:pt x="12605" y="601"/>
                      <a:pt x="21600" y="10080"/>
                      <a:pt x="21600" y="21570"/>
                    </a:cubicBezTo>
                  </a:path>
                  <a:path w="21600" h="21570" stroke="0" extrusionOk="0">
                    <a:moveTo>
                      <a:pt x="1132" y="-1"/>
                    </a:moveTo>
                    <a:cubicBezTo>
                      <a:pt x="12605" y="601"/>
                      <a:pt x="21600" y="10080"/>
                      <a:pt x="21600" y="21570"/>
                    </a:cubicBezTo>
                    <a:lnTo>
                      <a:pt x="0" y="21570"/>
                    </a:lnTo>
                    <a:close/>
                  </a:path>
                </a:pathLst>
              </a:custGeom>
              <a:noFill/>
              <a:ln w="9525">
                <a:solidFill>
                  <a:srgbClr val="FFC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95632" name="Text Box 48"/>
              <p:cNvSpPr txBox="1">
                <a:spLocks noChangeArrowheads="1"/>
              </p:cNvSpPr>
              <p:nvPr/>
            </p:nvSpPr>
            <p:spPr bwMode="auto">
              <a:xfrm>
                <a:off x="1403" y="2821"/>
                <a:ext cx="178"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b="1">
                    <a:solidFill>
                      <a:srgbClr val="FFC000"/>
                    </a:solidFill>
                    <a:latin typeface="Times New Roman" panose="02020603050405020304" pitchFamily="18" charset="0"/>
                    <a:cs typeface="Times New Roman" panose="02020603050405020304" pitchFamily="18" charset="0"/>
                    <a:sym typeface="Symbol" panose="05050102010706020507" pitchFamily="18" charset="2"/>
                  </a:rPr>
                  <a:t></a:t>
                </a:r>
              </a:p>
            </p:txBody>
          </p:sp>
          <p:sp>
            <p:nvSpPr>
              <p:cNvPr id="195633" name="Line 49"/>
              <p:cNvSpPr>
                <a:spLocks noChangeShapeType="1"/>
              </p:cNvSpPr>
              <p:nvPr/>
            </p:nvSpPr>
            <p:spPr bwMode="auto">
              <a:xfrm>
                <a:off x="912" y="2682"/>
                <a:ext cx="1162" cy="969"/>
              </a:xfrm>
              <a:prstGeom prst="line">
                <a:avLst/>
              </a:prstGeom>
              <a:noFill/>
              <a:ln w="28575">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b="1">
                  <a:solidFill>
                    <a:srgbClr val="FF0000"/>
                  </a:solidFill>
                </a:endParaRPr>
              </a:p>
            </p:txBody>
          </p:sp>
          <p:sp>
            <p:nvSpPr>
              <p:cNvPr id="195634" name="Text Box 50"/>
              <p:cNvSpPr txBox="1">
                <a:spLocks noChangeArrowheads="1"/>
              </p:cNvSpPr>
              <p:nvPr/>
            </p:nvSpPr>
            <p:spPr bwMode="auto">
              <a:xfrm>
                <a:off x="2045" y="3635"/>
                <a:ext cx="216"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b="1" dirty="0">
                    <a:solidFill>
                      <a:srgbClr val="FF0000"/>
                    </a:solidFill>
                    <a:latin typeface="Times New Roman" panose="02020603050405020304" pitchFamily="18" charset="0"/>
                  </a:rPr>
                  <a:t>b</a:t>
                </a:r>
                <a:r>
                  <a:rPr lang="en-US" altLang="en-US" sz="1400" b="1" baseline="-25000" dirty="0">
                    <a:solidFill>
                      <a:srgbClr val="FF0000"/>
                    </a:solidFill>
                    <a:latin typeface="Times New Roman" panose="02020603050405020304" pitchFamily="18" charset="0"/>
                  </a:rPr>
                  <a:t>1</a:t>
                </a:r>
              </a:p>
            </p:txBody>
          </p:sp>
          <p:sp>
            <p:nvSpPr>
              <p:cNvPr id="195635" name="Text Box 51"/>
              <p:cNvSpPr txBox="1">
                <a:spLocks noChangeArrowheads="1"/>
              </p:cNvSpPr>
              <p:nvPr/>
            </p:nvSpPr>
            <p:spPr bwMode="auto">
              <a:xfrm>
                <a:off x="1145" y="2727"/>
                <a:ext cx="192"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200" b="1">
                    <a:solidFill>
                      <a:schemeClr val="accent6">
                        <a:lumMod val="75000"/>
                      </a:schemeClr>
                    </a:solidFill>
                    <a:latin typeface="Times New Roman" panose="02020603050405020304" pitchFamily="18" charset="0"/>
                    <a:sym typeface="Symbol" panose="05050102010706020507" pitchFamily="18" charset="2"/>
                  </a:rPr>
                  <a:t>Ø</a:t>
                </a:r>
              </a:p>
            </p:txBody>
          </p:sp>
          <p:sp>
            <p:nvSpPr>
              <p:cNvPr id="195636" name="Arc 52"/>
              <p:cNvSpPr>
                <a:spLocks/>
              </p:cNvSpPr>
              <p:nvPr/>
            </p:nvSpPr>
            <p:spPr bwMode="auto">
              <a:xfrm rot="3722031">
                <a:off x="1195" y="2725"/>
                <a:ext cx="223" cy="20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9525">
                <a:solidFill>
                  <a:schemeClr val="accent6">
                    <a:lumMod val="75000"/>
                  </a:scheme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b="1">
                  <a:solidFill>
                    <a:schemeClr val="accent6">
                      <a:lumMod val="75000"/>
                    </a:schemeClr>
                  </a:solidFill>
                </a:endParaRPr>
              </a:p>
            </p:txBody>
          </p:sp>
          <p:sp>
            <p:nvSpPr>
              <p:cNvPr id="195637" name="Text Box 53"/>
              <p:cNvSpPr txBox="1">
                <a:spLocks noChangeArrowheads="1"/>
              </p:cNvSpPr>
              <p:nvPr/>
            </p:nvSpPr>
            <p:spPr bwMode="auto">
              <a:xfrm rot="2448983">
                <a:off x="1560" y="3168"/>
                <a:ext cx="332"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altLang="en-US" sz="1400" b="1" dirty="0">
                    <a:solidFill>
                      <a:srgbClr val="FF0000"/>
                    </a:solidFill>
                    <a:latin typeface="Times New Roman" panose="02020603050405020304" pitchFamily="18" charset="0"/>
                  </a:rPr>
                  <a:t>TL</a:t>
                </a:r>
              </a:p>
            </p:txBody>
          </p:sp>
          <p:sp>
            <p:nvSpPr>
              <p:cNvPr id="195638" name="Line 54"/>
              <p:cNvSpPr>
                <a:spLocks noChangeShapeType="1"/>
              </p:cNvSpPr>
              <p:nvPr/>
            </p:nvSpPr>
            <p:spPr bwMode="auto">
              <a:xfrm>
                <a:off x="906" y="2694"/>
                <a:ext cx="951" cy="968"/>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95639" name="Text Box 55"/>
              <p:cNvSpPr txBox="1">
                <a:spLocks noChangeArrowheads="1"/>
              </p:cNvSpPr>
              <p:nvPr/>
            </p:nvSpPr>
            <p:spPr bwMode="auto">
              <a:xfrm rot="2786111">
                <a:off x="1265" y="3242"/>
                <a:ext cx="274"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b="1" dirty="0">
                    <a:solidFill>
                      <a:srgbClr val="FFC000"/>
                    </a:solidFill>
                    <a:latin typeface="Times New Roman" panose="02020603050405020304" pitchFamily="18" charset="0"/>
                  </a:rPr>
                  <a:t>TV</a:t>
                </a:r>
              </a:p>
            </p:txBody>
          </p:sp>
          <p:sp>
            <p:nvSpPr>
              <p:cNvPr id="195640" name="Text Box 56"/>
              <p:cNvSpPr txBox="1">
                <a:spLocks noChangeArrowheads="1"/>
              </p:cNvSpPr>
              <p:nvPr/>
            </p:nvSpPr>
            <p:spPr bwMode="auto">
              <a:xfrm>
                <a:off x="1439" y="2519"/>
                <a:ext cx="329"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b="1" dirty="0">
                    <a:solidFill>
                      <a:srgbClr val="FF0000"/>
                    </a:solidFill>
                    <a:latin typeface="Arial" panose="020B0604020202020204" pitchFamily="34" charset="0"/>
                  </a:rPr>
                  <a:t>LFV</a:t>
                </a:r>
              </a:p>
            </p:txBody>
          </p:sp>
          <p:sp>
            <p:nvSpPr>
              <p:cNvPr id="195641" name="Line 57"/>
              <p:cNvSpPr>
                <a:spLocks noChangeShapeType="1"/>
              </p:cNvSpPr>
              <p:nvPr/>
            </p:nvSpPr>
            <p:spPr bwMode="auto">
              <a:xfrm flipV="1">
                <a:off x="906" y="1355"/>
                <a:ext cx="951" cy="727"/>
              </a:xfrm>
              <a:prstGeom prst="line">
                <a:avLst/>
              </a:prstGeom>
              <a:noFill/>
              <a:ln w="28575">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95642" name="Line 58"/>
              <p:cNvSpPr>
                <a:spLocks noChangeShapeType="1"/>
              </p:cNvSpPr>
              <p:nvPr/>
            </p:nvSpPr>
            <p:spPr bwMode="auto">
              <a:xfrm>
                <a:off x="1327" y="1355"/>
                <a:ext cx="1118" cy="1"/>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endParaRPr lang="en-IN"/>
              </a:p>
            </p:txBody>
          </p:sp>
          <p:sp>
            <p:nvSpPr>
              <p:cNvPr id="195643" name="Arc 59"/>
              <p:cNvSpPr>
                <a:spLocks/>
              </p:cNvSpPr>
              <p:nvPr/>
            </p:nvSpPr>
            <p:spPr bwMode="auto">
              <a:xfrm>
                <a:off x="961" y="1353"/>
                <a:ext cx="1122" cy="775"/>
              </a:xfrm>
              <a:custGeom>
                <a:avLst/>
                <a:gdLst>
                  <a:gd name="G0" fmla="+- 0 0 0"/>
                  <a:gd name="G1" fmla="+- 12982 0 0"/>
                  <a:gd name="G2" fmla="+- 21600 0 0"/>
                  <a:gd name="T0" fmla="*/ 17263 w 21597"/>
                  <a:gd name="T1" fmla="*/ 0 h 12982"/>
                  <a:gd name="T2" fmla="*/ 21597 w 21597"/>
                  <a:gd name="T3" fmla="*/ 12599 h 12982"/>
                  <a:gd name="T4" fmla="*/ 0 w 21597"/>
                  <a:gd name="T5" fmla="*/ 12982 h 12982"/>
                </a:gdLst>
                <a:ahLst/>
                <a:cxnLst>
                  <a:cxn ang="0">
                    <a:pos x="T0" y="T1"/>
                  </a:cxn>
                  <a:cxn ang="0">
                    <a:pos x="T2" y="T3"/>
                  </a:cxn>
                  <a:cxn ang="0">
                    <a:pos x="T4" y="T5"/>
                  </a:cxn>
                </a:cxnLst>
                <a:rect l="0" t="0" r="r" b="b"/>
                <a:pathLst>
                  <a:path w="21597" h="12982" fill="none" extrusionOk="0">
                    <a:moveTo>
                      <a:pt x="17263" y="-1"/>
                    </a:moveTo>
                    <a:cubicBezTo>
                      <a:pt x="19999" y="3637"/>
                      <a:pt x="21515" y="8047"/>
                      <a:pt x="21596" y="12599"/>
                    </a:cubicBezTo>
                  </a:path>
                  <a:path w="21597" h="12982" stroke="0" extrusionOk="0">
                    <a:moveTo>
                      <a:pt x="17263" y="-1"/>
                    </a:moveTo>
                    <a:cubicBezTo>
                      <a:pt x="19999" y="3637"/>
                      <a:pt x="21515" y="8047"/>
                      <a:pt x="21596" y="12599"/>
                    </a:cubicBezTo>
                    <a:lnTo>
                      <a:pt x="0" y="12982"/>
                    </a:lnTo>
                    <a:close/>
                  </a:path>
                </a:pathLst>
              </a:custGeom>
              <a:noFill/>
              <a:ln w="3175">
                <a:solidFill>
                  <a:srgbClr val="FF3300"/>
                </a:solidFill>
                <a:round/>
                <a:headEnd type="triangle" w="med" len="me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95644" name="Text Box 60"/>
              <p:cNvSpPr txBox="1">
                <a:spLocks noChangeArrowheads="1"/>
              </p:cNvSpPr>
              <p:nvPr/>
            </p:nvSpPr>
            <p:spPr bwMode="auto">
              <a:xfrm>
                <a:off x="756" y="1980"/>
                <a:ext cx="210"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dirty="0">
                    <a:solidFill>
                      <a:schemeClr val="tx2"/>
                    </a:solidFill>
                    <a:latin typeface="Times New Roman" panose="02020603050405020304" pitchFamily="18" charset="0"/>
                  </a:rPr>
                  <a:t>a</a:t>
                </a:r>
                <a:r>
                  <a:rPr lang="en-US" altLang="en-US" sz="1400" b="1" dirty="0">
                    <a:solidFill>
                      <a:schemeClr val="tx2"/>
                    </a:solidFill>
                    <a:latin typeface="Arial" panose="020B0604020202020204" pitchFamily="34" charset="0"/>
                  </a:rPr>
                  <a:t>´</a:t>
                </a:r>
              </a:p>
              <a:p>
                <a:pPr eaLnBrk="1" hangingPunct="1"/>
                <a:endParaRPr lang="en-US" altLang="en-US" sz="1400" b="1" dirty="0">
                  <a:solidFill>
                    <a:srgbClr val="FF0000"/>
                  </a:solidFill>
                  <a:latin typeface="Times New Roman" panose="02020603050405020304" pitchFamily="18" charset="0"/>
                </a:endParaRPr>
              </a:p>
            </p:txBody>
          </p:sp>
          <p:sp>
            <p:nvSpPr>
              <p:cNvPr id="195645" name="Text Box 61"/>
              <p:cNvSpPr txBox="1">
                <a:spLocks noChangeArrowheads="1"/>
              </p:cNvSpPr>
              <p:nvPr/>
            </p:nvSpPr>
            <p:spPr bwMode="auto">
              <a:xfrm>
                <a:off x="1833" y="1171"/>
                <a:ext cx="216"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dirty="0">
                    <a:latin typeface="Times New Roman" panose="02020603050405020304" pitchFamily="18" charset="0"/>
                  </a:rPr>
                  <a:t>b</a:t>
                </a:r>
                <a:r>
                  <a:rPr lang="en-US" altLang="en-US" sz="1400" b="1" dirty="0">
                    <a:latin typeface="Arial" panose="020B0604020202020204" pitchFamily="34" charset="0"/>
                  </a:rPr>
                  <a:t>´</a:t>
                </a:r>
              </a:p>
              <a:p>
                <a:pPr eaLnBrk="1" hangingPunct="1"/>
                <a:endParaRPr lang="en-US" altLang="en-US" sz="1400" dirty="0">
                  <a:latin typeface="Times New Roman" panose="02020603050405020304" pitchFamily="18" charset="0"/>
                </a:endParaRPr>
              </a:p>
            </p:txBody>
          </p:sp>
          <p:sp>
            <p:nvSpPr>
              <p:cNvPr id="195646" name="Line 62"/>
              <p:cNvSpPr>
                <a:spLocks noChangeShapeType="1"/>
              </p:cNvSpPr>
              <p:nvPr/>
            </p:nvSpPr>
            <p:spPr bwMode="auto">
              <a:xfrm>
                <a:off x="2174" y="1935"/>
                <a:ext cx="1" cy="156"/>
              </a:xfrm>
              <a:prstGeom prst="line">
                <a:avLst/>
              </a:prstGeom>
              <a:noFill/>
              <a:ln w="952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95647" name="Text Box 63"/>
              <p:cNvSpPr txBox="1">
                <a:spLocks noChangeArrowheads="1"/>
              </p:cNvSpPr>
              <p:nvPr/>
            </p:nvSpPr>
            <p:spPr bwMode="auto">
              <a:xfrm>
                <a:off x="2220" y="1910"/>
                <a:ext cx="210"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dirty="0">
                    <a:solidFill>
                      <a:schemeClr val="tx2"/>
                    </a:solidFill>
                    <a:latin typeface="Times New Roman" panose="02020603050405020304" pitchFamily="18" charset="0"/>
                  </a:rPr>
                  <a:t>1</a:t>
                </a:r>
                <a:r>
                  <a:rPr lang="en-US" altLang="en-US" sz="1400" b="1" dirty="0">
                    <a:solidFill>
                      <a:schemeClr val="tx2"/>
                    </a:solidFill>
                    <a:latin typeface="Arial" panose="020B0604020202020204" pitchFamily="34" charset="0"/>
                  </a:rPr>
                  <a:t>´</a:t>
                </a:r>
              </a:p>
              <a:p>
                <a:pPr eaLnBrk="1" hangingPunct="1"/>
                <a:endParaRPr lang="en-US" altLang="en-US" sz="1400" dirty="0">
                  <a:latin typeface="Times New Roman" panose="02020603050405020304" pitchFamily="18" charset="0"/>
                </a:endParaRPr>
              </a:p>
            </p:txBody>
          </p:sp>
          <p:sp>
            <p:nvSpPr>
              <p:cNvPr id="195648" name="Line 64"/>
              <p:cNvSpPr>
                <a:spLocks noChangeShapeType="1"/>
              </p:cNvSpPr>
              <p:nvPr/>
            </p:nvSpPr>
            <p:spPr bwMode="auto">
              <a:xfrm flipV="1">
                <a:off x="906" y="1355"/>
                <a:ext cx="1267" cy="72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b="1">
                  <a:solidFill>
                    <a:srgbClr val="FF0000"/>
                  </a:solidFill>
                </a:endParaRPr>
              </a:p>
            </p:txBody>
          </p:sp>
          <p:sp>
            <p:nvSpPr>
              <p:cNvPr id="195649" name="Text Box 65"/>
              <p:cNvSpPr txBox="1">
                <a:spLocks noChangeArrowheads="1"/>
              </p:cNvSpPr>
              <p:nvPr/>
            </p:nvSpPr>
            <p:spPr bwMode="auto">
              <a:xfrm>
                <a:off x="2159" y="1171"/>
                <a:ext cx="254"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dirty="0">
                    <a:solidFill>
                      <a:srgbClr val="FF0000"/>
                    </a:solidFill>
                    <a:latin typeface="Times New Roman" panose="02020603050405020304" pitchFamily="18" charset="0"/>
                  </a:rPr>
                  <a:t>b</a:t>
                </a:r>
                <a:r>
                  <a:rPr lang="en-US" altLang="en-US" sz="1400" b="1" baseline="-25000" dirty="0">
                    <a:solidFill>
                      <a:srgbClr val="FF0000"/>
                    </a:solidFill>
                    <a:latin typeface="Times New Roman" panose="02020603050405020304" pitchFamily="18" charset="0"/>
                  </a:rPr>
                  <a:t>1</a:t>
                </a:r>
                <a:r>
                  <a:rPr lang="en-US" altLang="en-US" sz="1400" b="1" dirty="0">
                    <a:solidFill>
                      <a:srgbClr val="FF0000"/>
                    </a:solidFill>
                    <a:latin typeface="Arial" panose="020B0604020202020204" pitchFamily="34" charset="0"/>
                  </a:rPr>
                  <a:t>´</a:t>
                </a:r>
              </a:p>
              <a:p>
                <a:pPr eaLnBrk="1" hangingPunct="1"/>
                <a:endParaRPr lang="en-US" altLang="en-US" sz="1400" b="1" baseline="30000" dirty="0">
                  <a:solidFill>
                    <a:srgbClr val="FF0000"/>
                  </a:solidFill>
                  <a:latin typeface="Times New Roman" panose="02020603050405020304" pitchFamily="18" charset="0"/>
                </a:endParaRPr>
              </a:p>
            </p:txBody>
          </p:sp>
          <p:sp>
            <p:nvSpPr>
              <p:cNvPr id="195650" name="Arc 66"/>
              <p:cNvSpPr>
                <a:spLocks/>
              </p:cNvSpPr>
              <p:nvPr/>
            </p:nvSpPr>
            <p:spPr bwMode="auto">
              <a:xfrm rot="2761421">
                <a:off x="1126" y="1917"/>
                <a:ext cx="194" cy="235"/>
              </a:xfrm>
              <a:custGeom>
                <a:avLst/>
                <a:gdLst>
                  <a:gd name="G0" fmla="+- 0 0 0"/>
                  <a:gd name="G1" fmla="+- 21600 0 0"/>
                  <a:gd name="G2" fmla="+- 21600 0 0"/>
                  <a:gd name="T0" fmla="*/ 0 w 17855"/>
                  <a:gd name="T1" fmla="*/ 0 h 21600"/>
                  <a:gd name="T2" fmla="*/ 17855 w 17855"/>
                  <a:gd name="T3" fmla="*/ 9445 h 21600"/>
                  <a:gd name="T4" fmla="*/ 0 w 17855"/>
                  <a:gd name="T5" fmla="*/ 21600 h 21600"/>
                </a:gdLst>
                <a:ahLst/>
                <a:cxnLst>
                  <a:cxn ang="0">
                    <a:pos x="T0" y="T1"/>
                  </a:cxn>
                  <a:cxn ang="0">
                    <a:pos x="T2" y="T3"/>
                  </a:cxn>
                  <a:cxn ang="0">
                    <a:pos x="T4" y="T5"/>
                  </a:cxn>
                </a:cxnLst>
                <a:rect l="0" t="0" r="r" b="b"/>
                <a:pathLst>
                  <a:path w="17855" h="21600" fill="none" extrusionOk="0">
                    <a:moveTo>
                      <a:pt x="0" y="0"/>
                    </a:moveTo>
                    <a:cubicBezTo>
                      <a:pt x="7147" y="0"/>
                      <a:pt x="13832" y="3536"/>
                      <a:pt x="17855" y="9444"/>
                    </a:cubicBezTo>
                  </a:path>
                  <a:path w="17855" h="21600" stroke="0" extrusionOk="0">
                    <a:moveTo>
                      <a:pt x="0" y="0"/>
                    </a:moveTo>
                    <a:cubicBezTo>
                      <a:pt x="7147" y="0"/>
                      <a:pt x="13832" y="3536"/>
                      <a:pt x="17855" y="9444"/>
                    </a:cubicBezTo>
                    <a:lnTo>
                      <a:pt x="0" y="21600"/>
                    </a:ln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b="1"/>
              </a:p>
            </p:txBody>
          </p:sp>
          <p:sp>
            <p:nvSpPr>
              <p:cNvPr id="195651" name="Arc 67"/>
              <p:cNvSpPr>
                <a:spLocks/>
              </p:cNvSpPr>
              <p:nvPr/>
            </p:nvSpPr>
            <p:spPr bwMode="auto">
              <a:xfrm rot="2244294">
                <a:off x="1284" y="1762"/>
                <a:ext cx="354" cy="355"/>
              </a:xfrm>
              <a:custGeom>
                <a:avLst/>
                <a:gdLst>
                  <a:gd name="G0" fmla="+- 0 0 0"/>
                  <a:gd name="G1" fmla="+- 21600 0 0"/>
                  <a:gd name="G2" fmla="+- 21600 0 0"/>
                  <a:gd name="T0" fmla="*/ 0 w 20082"/>
                  <a:gd name="T1" fmla="*/ 0 h 21600"/>
                  <a:gd name="T2" fmla="*/ 20082 w 20082"/>
                  <a:gd name="T3" fmla="*/ 13646 h 21600"/>
                  <a:gd name="T4" fmla="*/ 0 w 20082"/>
                  <a:gd name="T5" fmla="*/ 21600 h 21600"/>
                </a:gdLst>
                <a:ahLst/>
                <a:cxnLst>
                  <a:cxn ang="0">
                    <a:pos x="T0" y="T1"/>
                  </a:cxn>
                  <a:cxn ang="0">
                    <a:pos x="T2" y="T3"/>
                  </a:cxn>
                  <a:cxn ang="0">
                    <a:pos x="T4" y="T5"/>
                  </a:cxn>
                </a:cxnLst>
                <a:rect l="0" t="0" r="r" b="b"/>
                <a:pathLst>
                  <a:path w="20082" h="21600" fill="none" extrusionOk="0">
                    <a:moveTo>
                      <a:pt x="0" y="0"/>
                    </a:moveTo>
                    <a:cubicBezTo>
                      <a:pt x="8859" y="0"/>
                      <a:pt x="16819" y="5409"/>
                      <a:pt x="20082" y="13645"/>
                    </a:cubicBezTo>
                  </a:path>
                  <a:path w="20082" h="21600" stroke="0" extrusionOk="0">
                    <a:moveTo>
                      <a:pt x="0" y="0"/>
                    </a:moveTo>
                    <a:cubicBezTo>
                      <a:pt x="8859" y="0"/>
                      <a:pt x="16819" y="5409"/>
                      <a:pt x="20082" y="13645"/>
                    </a:cubicBezTo>
                    <a:lnTo>
                      <a:pt x="0" y="21600"/>
                    </a:lnTo>
                    <a:close/>
                  </a:path>
                </a:pathLst>
              </a:custGeom>
              <a:noFill/>
              <a:ln w="9525">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95652" name="Text Box 68"/>
              <p:cNvSpPr txBox="1">
                <a:spLocks noChangeArrowheads="1"/>
              </p:cNvSpPr>
              <p:nvPr/>
            </p:nvSpPr>
            <p:spPr bwMode="auto">
              <a:xfrm>
                <a:off x="1392" y="1814"/>
                <a:ext cx="18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b="1">
                    <a:solidFill>
                      <a:srgbClr val="0070C0"/>
                    </a:solidFill>
                    <a:latin typeface="Times New Roman" panose="02020603050405020304" pitchFamily="18" charset="0"/>
                    <a:cs typeface="Times New Roman" panose="02020603050405020304" pitchFamily="18" charset="0"/>
                    <a:sym typeface="Symbol" panose="05050102010706020507" pitchFamily="18" charset="2"/>
                  </a:rPr>
                  <a:t></a:t>
                </a:r>
              </a:p>
            </p:txBody>
          </p:sp>
          <p:sp>
            <p:nvSpPr>
              <p:cNvPr id="195653" name="Text Box 69"/>
              <p:cNvSpPr txBox="1">
                <a:spLocks noChangeArrowheads="1"/>
              </p:cNvSpPr>
              <p:nvPr/>
            </p:nvSpPr>
            <p:spPr bwMode="auto">
              <a:xfrm rot="19599140">
                <a:off x="1549" y="1621"/>
                <a:ext cx="246"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200" b="1" dirty="0">
                    <a:solidFill>
                      <a:srgbClr val="FF0000"/>
                    </a:solidFill>
                    <a:latin typeface="Times New Roman" panose="02020603050405020304" pitchFamily="18" charset="0"/>
                  </a:rPr>
                  <a:t>TL</a:t>
                </a:r>
              </a:p>
            </p:txBody>
          </p:sp>
          <p:sp>
            <p:nvSpPr>
              <p:cNvPr id="195654" name="Text Box 70"/>
              <p:cNvSpPr txBox="1">
                <a:spLocks noChangeArrowheads="1"/>
              </p:cNvSpPr>
              <p:nvPr/>
            </p:nvSpPr>
            <p:spPr bwMode="auto">
              <a:xfrm rot="19073893">
                <a:off x="1275" y="1533"/>
                <a:ext cx="246"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200" b="1" dirty="0">
                    <a:solidFill>
                      <a:srgbClr val="0070C0"/>
                    </a:solidFill>
                    <a:latin typeface="Times New Roman" panose="02020603050405020304" pitchFamily="18" charset="0"/>
                  </a:rPr>
                  <a:t>FV</a:t>
                </a:r>
              </a:p>
            </p:txBody>
          </p:sp>
          <p:sp>
            <p:nvSpPr>
              <p:cNvPr id="195655" name="Text Box 71"/>
              <p:cNvSpPr txBox="1">
                <a:spLocks noChangeArrowheads="1"/>
              </p:cNvSpPr>
              <p:nvPr/>
            </p:nvSpPr>
            <p:spPr bwMode="auto">
              <a:xfrm>
                <a:off x="1113" y="1920"/>
                <a:ext cx="166"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200" b="1" dirty="0">
                    <a:latin typeface="Times New Roman" panose="02020603050405020304" pitchFamily="18" charset="0"/>
                    <a:sym typeface="Symbol" panose="05050102010706020507" pitchFamily="18" charset="2"/>
                  </a:rPr>
                  <a:t></a:t>
                </a:r>
              </a:p>
            </p:txBody>
          </p:sp>
          <p:sp>
            <p:nvSpPr>
              <p:cNvPr id="195656" name="Text Box 72"/>
              <p:cNvSpPr txBox="1">
                <a:spLocks noChangeArrowheads="1"/>
              </p:cNvSpPr>
              <p:nvPr/>
            </p:nvSpPr>
            <p:spPr bwMode="auto">
              <a:xfrm>
                <a:off x="1424" y="2064"/>
                <a:ext cx="321"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b="1" dirty="0">
                    <a:solidFill>
                      <a:schemeClr val="tx2"/>
                    </a:solidFill>
                    <a:latin typeface="Arial" panose="020B0604020202020204" pitchFamily="34" charset="0"/>
                  </a:rPr>
                  <a:t>LTV</a:t>
                </a:r>
              </a:p>
            </p:txBody>
          </p:sp>
          <p:sp>
            <p:nvSpPr>
              <p:cNvPr id="195657" name="Line 73"/>
              <p:cNvSpPr>
                <a:spLocks noChangeShapeType="1"/>
              </p:cNvSpPr>
              <p:nvPr/>
            </p:nvSpPr>
            <p:spPr bwMode="auto">
              <a:xfrm>
                <a:off x="896" y="1152"/>
                <a:ext cx="960" cy="1"/>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nvGrpSpPr>
              <p:cNvPr id="195658" name="Group 74"/>
              <p:cNvGrpSpPr>
                <a:grpSpLocks/>
              </p:cNvGrpSpPr>
              <p:nvPr/>
            </p:nvGrpSpPr>
            <p:grpSpPr bwMode="auto">
              <a:xfrm>
                <a:off x="799" y="2073"/>
                <a:ext cx="1585" cy="624"/>
                <a:chOff x="4263" y="1610"/>
                <a:chExt cx="969" cy="668"/>
              </a:xfrm>
            </p:grpSpPr>
            <p:sp>
              <p:nvSpPr>
                <p:cNvPr id="195659" name="Line 75"/>
                <p:cNvSpPr>
                  <a:spLocks noChangeShapeType="1"/>
                </p:cNvSpPr>
                <p:nvPr/>
              </p:nvSpPr>
              <p:spPr bwMode="auto">
                <a:xfrm>
                  <a:off x="4328" y="1610"/>
                  <a:ext cx="840" cy="0"/>
                </a:xfrm>
                <a:prstGeom prst="line">
                  <a:avLst/>
                </a:prstGeom>
                <a:ln>
                  <a:solidFill>
                    <a:schemeClr val="tx2"/>
                  </a:solidFill>
                  <a:headEnd/>
                  <a:tailEnd/>
                </a:ln>
              </p:spPr>
              <p:style>
                <a:lnRef idx="1">
                  <a:schemeClr val="accent1"/>
                </a:lnRef>
                <a:fillRef idx="0">
                  <a:schemeClr val="accent1"/>
                </a:fillRef>
                <a:effectRef idx="0">
                  <a:schemeClr val="accent1"/>
                </a:effectRef>
                <a:fontRef idx="minor">
                  <a:schemeClr val="tx1"/>
                </a:fontRef>
              </p:style>
              <p:txBody>
                <a:bodyPr/>
                <a:lstStyle/>
                <a:p>
                  <a:endParaRPr lang="en-IN"/>
                </a:p>
              </p:txBody>
            </p:sp>
            <p:sp>
              <p:nvSpPr>
                <p:cNvPr id="195660" name="Line 76"/>
                <p:cNvSpPr>
                  <a:spLocks noChangeShapeType="1"/>
                </p:cNvSpPr>
                <p:nvPr/>
              </p:nvSpPr>
              <p:spPr bwMode="auto">
                <a:xfrm>
                  <a:off x="4263" y="2278"/>
                  <a:ext cx="969" cy="0"/>
                </a:xfrm>
                <a:prstGeom prst="line">
                  <a:avLst/>
                </a:prstGeom>
                <a:ln>
                  <a:solidFill>
                    <a:srgbClr val="FF0000"/>
                  </a:solidFill>
                  <a:headEnd/>
                  <a:tailEnd/>
                </a:ln>
              </p:spPr>
              <p:style>
                <a:lnRef idx="1">
                  <a:schemeClr val="accent1"/>
                </a:lnRef>
                <a:fillRef idx="0">
                  <a:schemeClr val="accent1"/>
                </a:fillRef>
                <a:effectRef idx="0">
                  <a:schemeClr val="accent1"/>
                </a:effectRef>
                <a:fontRef idx="minor">
                  <a:schemeClr val="tx1"/>
                </a:fontRef>
              </p:style>
              <p:txBody>
                <a:bodyPr/>
                <a:lstStyle/>
                <a:p>
                  <a:endParaRPr lang="en-IN"/>
                </a:p>
              </p:txBody>
            </p:sp>
          </p:grpSp>
        </p:grpSp>
        <p:sp>
          <p:nvSpPr>
            <p:cNvPr id="195661" name="Text Box 77"/>
            <p:cNvSpPr txBox="1">
              <a:spLocks noChangeArrowheads="1"/>
            </p:cNvSpPr>
            <p:nvPr/>
          </p:nvSpPr>
          <p:spPr bwMode="auto">
            <a:xfrm>
              <a:off x="624" y="874"/>
              <a:ext cx="76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r>
                <a:rPr lang="en-US" altLang="en-US" sz="900">
                  <a:latin typeface="Arial" panose="020B0604020202020204" pitchFamily="34" charset="0"/>
                </a:rPr>
                <a:t>Distance between </a:t>
              </a:r>
            </a:p>
            <a:p>
              <a:pPr algn="ctr" eaLnBrk="1" hangingPunct="1"/>
              <a:r>
                <a:rPr lang="en-US" altLang="en-US" sz="900">
                  <a:latin typeface="Arial" panose="020B0604020202020204" pitchFamily="34" charset="0"/>
                </a:rPr>
                <a:t>End Projectors.</a:t>
              </a:r>
            </a:p>
          </p:txBody>
        </p:sp>
      </p:grpSp>
      <p:grpSp>
        <p:nvGrpSpPr>
          <p:cNvPr id="195662" name="Group 78"/>
          <p:cNvGrpSpPr>
            <a:grpSpLocks/>
          </p:cNvGrpSpPr>
          <p:nvPr/>
        </p:nvGrpSpPr>
        <p:grpSpPr bwMode="auto">
          <a:xfrm>
            <a:off x="4876800" y="2971800"/>
            <a:ext cx="3067050" cy="1995488"/>
            <a:chOff x="2835" y="1872"/>
            <a:chExt cx="1932" cy="1257"/>
          </a:xfrm>
        </p:grpSpPr>
        <p:sp>
          <p:nvSpPr>
            <p:cNvPr id="195663" name="AutoShape 79"/>
            <p:cNvSpPr>
              <a:spLocks noChangeArrowheads="1"/>
            </p:cNvSpPr>
            <p:nvPr/>
          </p:nvSpPr>
          <p:spPr bwMode="auto">
            <a:xfrm>
              <a:off x="2835" y="1872"/>
              <a:ext cx="1932" cy="1257"/>
            </a:xfrm>
            <a:prstGeom prst="cloudCallout">
              <a:avLst>
                <a:gd name="adj1" fmla="val -66509"/>
                <a:gd name="adj2" fmla="val 2903"/>
              </a:avLst>
            </a:prstGeom>
            <a:solidFill>
              <a:srgbClr val="CC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endParaRPr lang="en-US" altLang="en-US" sz="1400">
                <a:latin typeface="Arial" panose="020B0604020202020204" pitchFamily="34" charset="0"/>
              </a:endParaRPr>
            </a:p>
          </p:txBody>
        </p:sp>
        <p:grpSp>
          <p:nvGrpSpPr>
            <p:cNvPr id="195664" name="Group 80"/>
            <p:cNvGrpSpPr>
              <a:grpSpLocks/>
            </p:cNvGrpSpPr>
            <p:nvPr/>
          </p:nvGrpSpPr>
          <p:grpSpPr bwMode="auto">
            <a:xfrm>
              <a:off x="2918" y="2004"/>
              <a:ext cx="1627" cy="931"/>
              <a:chOff x="2918" y="2004"/>
              <a:chExt cx="1627" cy="931"/>
            </a:xfrm>
          </p:grpSpPr>
          <p:sp>
            <p:nvSpPr>
              <p:cNvPr id="195665" name="Text Box 81"/>
              <p:cNvSpPr txBox="1">
                <a:spLocks noChangeArrowheads="1"/>
              </p:cNvSpPr>
              <p:nvPr/>
            </p:nvSpPr>
            <p:spPr bwMode="auto">
              <a:xfrm>
                <a:off x="2918" y="2455"/>
                <a:ext cx="11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endParaRPr lang="en-US" altLang="en-US" sz="1400">
                  <a:latin typeface="Arial" panose="020B0604020202020204" pitchFamily="34" charset="0"/>
                </a:endParaRPr>
              </a:p>
            </p:txBody>
          </p:sp>
          <p:grpSp>
            <p:nvGrpSpPr>
              <p:cNvPr id="195666" name="Group 82"/>
              <p:cNvGrpSpPr>
                <a:grpSpLocks/>
              </p:cNvGrpSpPr>
              <p:nvPr/>
            </p:nvGrpSpPr>
            <p:grpSpPr bwMode="auto">
              <a:xfrm>
                <a:off x="3061" y="2103"/>
                <a:ext cx="1484" cy="322"/>
                <a:chOff x="3061" y="2103"/>
                <a:chExt cx="1484" cy="322"/>
              </a:xfrm>
            </p:grpSpPr>
            <p:grpSp>
              <p:nvGrpSpPr>
                <p:cNvPr id="195667" name="Group 83"/>
                <p:cNvGrpSpPr>
                  <a:grpSpLocks/>
                </p:cNvGrpSpPr>
                <p:nvPr/>
              </p:nvGrpSpPr>
              <p:grpSpPr bwMode="auto">
                <a:xfrm>
                  <a:off x="3061" y="2103"/>
                  <a:ext cx="512" cy="322"/>
                  <a:chOff x="3253" y="2067"/>
                  <a:chExt cx="512" cy="322"/>
                </a:xfrm>
              </p:grpSpPr>
              <p:sp>
                <p:nvSpPr>
                  <p:cNvPr id="195668" name="Text Box 84"/>
                  <p:cNvSpPr txBox="1">
                    <a:spLocks noChangeArrowheads="1"/>
                  </p:cNvSpPr>
                  <p:nvPr/>
                </p:nvSpPr>
                <p:spPr bwMode="auto">
                  <a:xfrm>
                    <a:off x="3528" y="2067"/>
                    <a:ext cx="23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400" dirty="0">
                        <a:solidFill>
                          <a:srgbClr val="CC3300"/>
                        </a:solidFill>
                        <a:latin typeface="Times New Roman" panose="02020603050405020304" pitchFamily="18" charset="0"/>
                        <a:cs typeface="Times New Roman" panose="02020603050405020304" pitchFamily="18" charset="0"/>
                        <a:sym typeface="Symbol" panose="05050102010706020507" pitchFamily="18" charset="2"/>
                      </a:rPr>
                      <a:t></a:t>
                    </a:r>
                  </a:p>
                </p:txBody>
              </p:sp>
              <p:sp>
                <p:nvSpPr>
                  <p:cNvPr id="195669" name="Rectangle 85"/>
                  <p:cNvSpPr>
                    <a:spLocks noChangeArrowheads="1"/>
                  </p:cNvSpPr>
                  <p:nvPr/>
                </p:nvSpPr>
                <p:spPr bwMode="auto">
                  <a:xfrm>
                    <a:off x="3253" y="2101"/>
                    <a:ext cx="21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400" dirty="0">
                        <a:solidFill>
                          <a:srgbClr val="A50021"/>
                        </a:solidFill>
                        <a:latin typeface="Times New Roman" panose="02020603050405020304" pitchFamily="18" charset="0"/>
                        <a:sym typeface="Symbol" panose="05050102010706020507" pitchFamily="18" charset="2"/>
                      </a:rPr>
                      <a:t></a:t>
                    </a:r>
                  </a:p>
                </p:txBody>
              </p:sp>
              <p:sp>
                <p:nvSpPr>
                  <p:cNvPr id="195670" name="Text Box 86"/>
                  <p:cNvSpPr txBox="1">
                    <a:spLocks noChangeArrowheads="1"/>
                  </p:cNvSpPr>
                  <p:nvPr/>
                </p:nvSpPr>
                <p:spPr bwMode="auto">
                  <a:xfrm>
                    <a:off x="3408" y="2160"/>
                    <a:ext cx="191"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Arial" panose="020B0604020202020204" pitchFamily="34" charset="0"/>
                      </a:rPr>
                      <a:t>&amp;</a:t>
                    </a:r>
                  </a:p>
                </p:txBody>
              </p:sp>
            </p:grpSp>
            <p:sp>
              <p:nvSpPr>
                <p:cNvPr id="195671" name="Text Box 87"/>
                <p:cNvSpPr txBox="1">
                  <a:spLocks noChangeArrowheads="1"/>
                </p:cNvSpPr>
                <p:nvPr/>
              </p:nvSpPr>
              <p:spPr bwMode="auto">
                <a:xfrm>
                  <a:off x="3566" y="2185"/>
                  <a:ext cx="979"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Arial" panose="020B0604020202020204" pitchFamily="34" charset="0"/>
                    </a:rPr>
                    <a:t>Construct with </a:t>
                  </a:r>
                  <a:r>
                    <a:rPr lang="en-US" altLang="en-US" sz="1400" i="1">
                      <a:latin typeface="Arial" panose="020B0604020202020204" pitchFamily="34" charset="0"/>
                    </a:rPr>
                    <a:t>a’ </a:t>
                  </a:r>
                </a:p>
              </p:txBody>
            </p:sp>
          </p:grpSp>
          <p:grpSp>
            <p:nvGrpSpPr>
              <p:cNvPr id="195672" name="Group 88"/>
              <p:cNvGrpSpPr>
                <a:grpSpLocks/>
              </p:cNvGrpSpPr>
              <p:nvPr/>
            </p:nvGrpSpPr>
            <p:grpSpPr bwMode="auto">
              <a:xfrm>
                <a:off x="3073" y="2352"/>
                <a:ext cx="1410" cy="257"/>
                <a:chOff x="3313" y="2832"/>
                <a:chExt cx="1410" cy="257"/>
              </a:xfrm>
            </p:grpSpPr>
            <p:grpSp>
              <p:nvGrpSpPr>
                <p:cNvPr id="195673" name="Group 89"/>
                <p:cNvGrpSpPr>
                  <a:grpSpLocks/>
                </p:cNvGrpSpPr>
                <p:nvPr/>
              </p:nvGrpSpPr>
              <p:grpSpPr bwMode="auto">
                <a:xfrm>
                  <a:off x="3313" y="2832"/>
                  <a:ext cx="491" cy="257"/>
                  <a:chOff x="3313" y="2832"/>
                  <a:chExt cx="491" cy="257"/>
                </a:xfrm>
              </p:grpSpPr>
              <p:sp>
                <p:nvSpPr>
                  <p:cNvPr id="195674" name="Text Box 90"/>
                  <p:cNvSpPr txBox="1">
                    <a:spLocks noChangeArrowheads="1"/>
                  </p:cNvSpPr>
                  <p:nvPr/>
                </p:nvSpPr>
                <p:spPr bwMode="auto">
                  <a:xfrm>
                    <a:off x="3313" y="2839"/>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000" dirty="0">
                        <a:solidFill>
                          <a:srgbClr val="A50021"/>
                        </a:solidFill>
                        <a:latin typeface="Times New Roman" panose="02020603050405020304" pitchFamily="18" charset="0"/>
                        <a:sym typeface="WP Greek Courier" pitchFamily="49" charset="2"/>
                      </a:rPr>
                      <a:t>Ø</a:t>
                    </a:r>
                  </a:p>
                </p:txBody>
              </p:sp>
              <p:grpSp>
                <p:nvGrpSpPr>
                  <p:cNvPr id="195675" name="Group 91"/>
                  <p:cNvGrpSpPr>
                    <a:grpSpLocks/>
                  </p:cNvGrpSpPr>
                  <p:nvPr/>
                </p:nvGrpSpPr>
                <p:grpSpPr bwMode="auto">
                  <a:xfrm>
                    <a:off x="3474" y="2832"/>
                    <a:ext cx="330" cy="250"/>
                    <a:chOff x="3474" y="2832"/>
                    <a:chExt cx="330" cy="250"/>
                  </a:xfrm>
                </p:grpSpPr>
                <p:sp>
                  <p:nvSpPr>
                    <p:cNvPr id="195676" name="Text Box 92"/>
                    <p:cNvSpPr txBox="1">
                      <a:spLocks noChangeArrowheads="1"/>
                    </p:cNvSpPr>
                    <p:nvPr/>
                  </p:nvSpPr>
                  <p:spPr bwMode="auto">
                    <a:xfrm>
                      <a:off x="3600" y="2832"/>
                      <a:ext cx="20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000">
                          <a:solidFill>
                            <a:srgbClr val="CC3300"/>
                          </a:solidFill>
                          <a:latin typeface="Times New Roman" panose="02020603050405020304" pitchFamily="18" charset="0"/>
                          <a:cs typeface="Times New Roman" panose="02020603050405020304" pitchFamily="18" charset="0"/>
                          <a:sym typeface="Symbol" panose="05050102010706020507" pitchFamily="18" charset="2"/>
                        </a:rPr>
                        <a:t></a:t>
                      </a:r>
                    </a:p>
                  </p:txBody>
                </p:sp>
                <p:sp>
                  <p:nvSpPr>
                    <p:cNvPr id="195677" name="Text Box 93"/>
                    <p:cNvSpPr txBox="1">
                      <a:spLocks noChangeArrowheads="1"/>
                    </p:cNvSpPr>
                    <p:nvPr/>
                  </p:nvSpPr>
                  <p:spPr bwMode="auto">
                    <a:xfrm>
                      <a:off x="3474" y="2859"/>
                      <a:ext cx="191"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Arial" panose="020B0604020202020204" pitchFamily="34" charset="0"/>
                        </a:rPr>
                        <a:t>&amp;</a:t>
                      </a:r>
                    </a:p>
                  </p:txBody>
                </p:sp>
              </p:grpSp>
            </p:grpSp>
            <p:sp>
              <p:nvSpPr>
                <p:cNvPr id="195678" name="Text Box 94"/>
                <p:cNvSpPr txBox="1">
                  <a:spLocks noChangeArrowheads="1"/>
                </p:cNvSpPr>
                <p:nvPr/>
              </p:nvSpPr>
              <p:spPr bwMode="auto">
                <a:xfrm>
                  <a:off x="3744" y="2862"/>
                  <a:ext cx="979"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Arial" panose="020B0604020202020204" pitchFamily="34" charset="0"/>
                    </a:rPr>
                    <a:t>  Construct with </a:t>
                  </a:r>
                  <a:r>
                    <a:rPr lang="en-US" altLang="en-US" sz="1400" i="1">
                      <a:latin typeface="Arial" panose="020B0604020202020204" pitchFamily="34" charset="0"/>
                    </a:rPr>
                    <a:t>a</a:t>
                  </a:r>
                </a:p>
              </p:txBody>
            </p:sp>
          </p:grpSp>
          <p:sp>
            <p:nvSpPr>
              <p:cNvPr id="195679" name="Text Box 95"/>
              <p:cNvSpPr txBox="1">
                <a:spLocks noChangeArrowheads="1"/>
              </p:cNvSpPr>
              <p:nvPr/>
            </p:nvSpPr>
            <p:spPr bwMode="auto">
              <a:xfrm>
                <a:off x="3111" y="2741"/>
                <a:ext cx="1275"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Arial" panose="020B0604020202020204" pitchFamily="34" charset="0"/>
                  </a:rPr>
                  <a:t>b  &amp;  b</a:t>
                </a:r>
                <a:r>
                  <a:rPr lang="en-US" altLang="en-US" sz="1400" baseline="-25000" dirty="0">
                    <a:latin typeface="Arial" panose="020B0604020202020204" pitchFamily="34" charset="0"/>
                  </a:rPr>
                  <a:t>1</a:t>
                </a:r>
                <a:r>
                  <a:rPr lang="en-US" altLang="en-US" sz="1400" dirty="0">
                    <a:latin typeface="Arial" panose="020B0604020202020204" pitchFamily="34" charset="0"/>
                  </a:rPr>
                  <a:t> on same locus.</a:t>
                </a:r>
              </a:p>
            </p:txBody>
          </p:sp>
          <p:sp>
            <p:nvSpPr>
              <p:cNvPr id="195680" name="Text Box 96"/>
              <p:cNvSpPr txBox="1">
                <a:spLocks noChangeArrowheads="1"/>
              </p:cNvSpPr>
              <p:nvPr/>
            </p:nvSpPr>
            <p:spPr bwMode="auto">
              <a:xfrm>
                <a:off x="3093" y="2592"/>
                <a:ext cx="1311"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Arial" panose="020B0604020202020204" pitchFamily="34" charset="0"/>
                  </a:rPr>
                  <a:t>b’  &amp;  b</a:t>
                </a:r>
                <a:r>
                  <a:rPr lang="en-US" altLang="en-US" sz="1400" baseline="-25000" dirty="0">
                    <a:latin typeface="Arial" panose="020B0604020202020204" pitchFamily="34" charset="0"/>
                  </a:rPr>
                  <a:t>1</a:t>
                </a:r>
                <a:r>
                  <a:rPr lang="en-US" altLang="en-US" sz="1400" dirty="0">
                    <a:latin typeface="Arial" panose="020B0604020202020204" pitchFamily="34" charset="0"/>
                  </a:rPr>
                  <a:t>’ on same locus.</a:t>
                </a:r>
              </a:p>
            </p:txBody>
          </p:sp>
          <p:sp>
            <p:nvSpPr>
              <p:cNvPr id="195681" name="Text Box 97"/>
              <p:cNvSpPr txBox="1">
                <a:spLocks noChangeArrowheads="1"/>
              </p:cNvSpPr>
              <p:nvPr/>
            </p:nvSpPr>
            <p:spPr bwMode="auto">
              <a:xfrm>
                <a:off x="3518" y="2004"/>
                <a:ext cx="72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spcBef>
                    <a:spcPct val="50000"/>
                  </a:spcBef>
                </a:pPr>
                <a:r>
                  <a:rPr lang="en-US" altLang="en-US" sz="1400" b="1" i="1" dirty="0">
                    <a:latin typeface="Arial" panose="020B0604020202020204" pitchFamily="34" charset="0"/>
                  </a:rPr>
                  <a:t>NOTE </a:t>
                </a:r>
              </a:p>
            </p:txBody>
          </p:sp>
        </p:grpSp>
      </p:grpSp>
      <p:sp>
        <p:nvSpPr>
          <p:cNvPr id="2" name="Slide Number Placeholder 1"/>
          <p:cNvSpPr>
            <a:spLocks noGrp="1"/>
          </p:cNvSpPr>
          <p:nvPr>
            <p:ph type="sldNum" sz="quarter" idx="12"/>
          </p:nvPr>
        </p:nvSpPr>
        <p:spPr>
          <a:xfrm>
            <a:off x="7115177" y="6551914"/>
            <a:ext cx="2057400" cy="365125"/>
          </a:xfrm>
        </p:spPr>
        <p:txBody>
          <a:bodyPr/>
          <a:lstStyle/>
          <a:p>
            <a:fld id="{EE8E09DC-0268-440F-8276-54ADABB93829}" type="slidenum">
              <a:rPr lang="en-IN" smtClean="0"/>
              <a:t>36</a:t>
            </a:fld>
            <a:endParaRPr lang="en-IN" dirty="0"/>
          </a:p>
        </p:txBody>
      </p:sp>
    </p:spTree>
    <p:extLst>
      <p:ext uri="{BB962C8B-B14F-4D97-AF65-F5344CB8AC3E}">
        <p14:creationId xmlns:p14="http://schemas.microsoft.com/office/powerpoint/2010/main" val="584657098"/>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7634" name="Group 2"/>
          <p:cNvGrpSpPr>
            <a:grpSpLocks/>
          </p:cNvGrpSpPr>
          <p:nvPr/>
        </p:nvGrpSpPr>
        <p:grpSpPr bwMode="auto">
          <a:xfrm rot="-815632">
            <a:off x="5266989" y="2591133"/>
            <a:ext cx="333748" cy="579438"/>
            <a:chOff x="768" y="2640"/>
            <a:chExt cx="414" cy="432"/>
          </a:xfrm>
        </p:grpSpPr>
        <p:sp>
          <p:nvSpPr>
            <p:cNvPr id="197635" name="Oval 3"/>
            <p:cNvSpPr>
              <a:spLocks noChangeArrowheads="1"/>
            </p:cNvSpPr>
            <p:nvPr/>
          </p:nvSpPr>
          <p:spPr bwMode="auto">
            <a:xfrm>
              <a:off x="894" y="2674"/>
              <a:ext cx="288" cy="288"/>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97636" name="Rectangle 4"/>
            <p:cNvSpPr>
              <a:spLocks noChangeArrowheads="1"/>
            </p:cNvSpPr>
            <p:nvPr/>
          </p:nvSpPr>
          <p:spPr bwMode="auto">
            <a:xfrm>
              <a:off x="768" y="2640"/>
              <a:ext cx="288" cy="432"/>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197637" name="Group 5"/>
          <p:cNvGrpSpPr>
            <a:grpSpLocks/>
          </p:cNvGrpSpPr>
          <p:nvPr/>
        </p:nvGrpSpPr>
        <p:grpSpPr bwMode="auto">
          <a:xfrm rot="1382953">
            <a:off x="4840288" y="3898900"/>
            <a:ext cx="309562" cy="579438"/>
            <a:chOff x="768" y="2640"/>
            <a:chExt cx="384" cy="432"/>
          </a:xfrm>
        </p:grpSpPr>
        <p:sp>
          <p:nvSpPr>
            <p:cNvPr id="197638" name="Oval 6"/>
            <p:cNvSpPr>
              <a:spLocks noChangeArrowheads="1"/>
            </p:cNvSpPr>
            <p:nvPr/>
          </p:nvSpPr>
          <p:spPr bwMode="auto">
            <a:xfrm>
              <a:off x="864" y="2688"/>
              <a:ext cx="288" cy="288"/>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97639" name="Rectangle 7"/>
            <p:cNvSpPr>
              <a:spLocks noChangeArrowheads="1"/>
            </p:cNvSpPr>
            <p:nvPr/>
          </p:nvSpPr>
          <p:spPr bwMode="auto">
            <a:xfrm>
              <a:off x="768" y="2640"/>
              <a:ext cx="288" cy="432"/>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
        <p:nvSpPr>
          <p:cNvPr id="197640" name="Line 8"/>
          <p:cNvSpPr>
            <a:spLocks noChangeShapeType="1"/>
          </p:cNvSpPr>
          <p:nvPr/>
        </p:nvSpPr>
        <p:spPr bwMode="auto">
          <a:xfrm>
            <a:off x="4114800" y="3565525"/>
            <a:ext cx="41910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97641" name="Line 9"/>
          <p:cNvSpPr>
            <a:spLocks noChangeShapeType="1"/>
          </p:cNvSpPr>
          <p:nvPr/>
        </p:nvSpPr>
        <p:spPr bwMode="auto">
          <a:xfrm>
            <a:off x="4495800" y="2000252"/>
            <a:ext cx="0" cy="2879725"/>
          </a:xfrm>
          <a:prstGeom prst="line">
            <a:avLst/>
          </a:prstGeom>
          <a:noFill/>
          <a:ln w="9525">
            <a:solidFill>
              <a:srgbClr val="FF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97643" name="Text Box 11"/>
          <p:cNvSpPr txBox="1">
            <a:spLocks noChangeArrowheads="1"/>
          </p:cNvSpPr>
          <p:nvPr/>
        </p:nvSpPr>
        <p:spPr bwMode="auto">
          <a:xfrm>
            <a:off x="4142886" y="2785763"/>
            <a:ext cx="423514"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dirty="0">
                <a:latin typeface="Times New Roman" panose="02020603050405020304" pitchFamily="18" charset="0"/>
              </a:rPr>
              <a:t>a</a:t>
            </a:r>
            <a:r>
              <a:rPr lang="en-US" altLang="en-US" sz="2400" dirty="0">
                <a:latin typeface="Arial" panose="020B0604020202020204" pitchFamily="34" charset="0"/>
              </a:rPr>
              <a:t>´</a:t>
            </a:r>
          </a:p>
          <a:p>
            <a:pPr eaLnBrk="1" hangingPunct="1"/>
            <a:endParaRPr lang="en-US" altLang="en-US" sz="2400" dirty="0">
              <a:latin typeface="Times New Roman" panose="02020603050405020304" pitchFamily="18" charset="0"/>
            </a:endParaRPr>
          </a:p>
        </p:txBody>
      </p:sp>
      <p:sp>
        <p:nvSpPr>
          <p:cNvPr id="197644" name="Line 12"/>
          <p:cNvSpPr>
            <a:spLocks noChangeShapeType="1"/>
          </p:cNvSpPr>
          <p:nvPr/>
        </p:nvSpPr>
        <p:spPr bwMode="auto">
          <a:xfrm flipV="1">
            <a:off x="4516472" y="2976565"/>
            <a:ext cx="3441615" cy="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97645" name="Line 13"/>
          <p:cNvSpPr>
            <a:spLocks noChangeShapeType="1"/>
          </p:cNvSpPr>
          <p:nvPr/>
        </p:nvSpPr>
        <p:spPr bwMode="auto">
          <a:xfrm flipV="1">
            <a:off x="4494663" y="1562100"/>
            <a:ext cx="2744336" cy="1434967"/>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97646" name="Text Box 14"/>
          <p:cNvSpPr txBox="1">
            <a:spLocks noChangeArrowheads="1"/>
          </p:cNvSpPr>
          <p:nvPr/>
        </p:nvSpPr>
        <p:spPr bwMode="auto">
          <a:xfrm>
            <a:off x="7010400" y="1069977"/>
            <a:ext cx="441146"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dirty="0">
                <a:latin typeface="Times New Roman" panose="02020603050405020304" pitchFamily="18" charset="0"/>
              </a:rPr>
              <a:t>b</a:t>
            </a:r>
            <a:r>
              <a:rPr lang="en-US" altLang="en-US" sz="2400" dirty="0">
                <a:latin typeface="Arial" panose="020B0604020202020204" pitchFamily="34" charset="0"/>
              </a:rPr>
              <a:t>´</a:t>
            </a:r>
          </a:p>
          <a:p>
            <a:pPr eaLnBrk="1" hangingPunct="1"/>
            <a:endParaRPr lang="en-US" altLang="en-US" sz="2400" dirty="0">
              <a:latin typeface="Times New Roman" panose="02020603050405020304" pitchFamily="18" charset="0"/>
            </a:endParaRPr>
          </a:p>
        </p:txBody>
      </p:sp>
      <p:sp>
        <p:nvSpPr>
          <p:cNvPr id="197647" name="Line 15"/>
          <p:cNvSpPr>
            <a:spLocks noChangeShapeType="1"/>
          </p:cNvSpPr>
          <p:nvPr/>
        </p:nvSpPr>
        <p:spPr bwMode="auto">
          <a:xfrm>
            <a:off x="7239000" y="1393825"/>
            <a:ext cx="0" cy="4629150"/>
          </a:xfrm>
          <a:prstGeom prst="line">
            <a:avLst/>
          </a:prstGeom>
          <a:noFill/>
          <a:ln w="9525">
            <a:solidFill>
              <a:srgbClr val="FF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97648" name="Text Box 16"/>
          <p:cNvSpPr txBox="1">
            <a:spLocks noChangeArrowheads="1"/>
          </p:cNvSpPr>
          <p:nvPr/>
        </p:nvSpPr>
        <p:spPr bwMode="auto">
          <a:xfrm>
            <a:off x="4153719" y="3788588"/>
            <a:ext cx="319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400" dirty="0">
                <a:latin typeface="Times New Roman" panose="02020603050405020304" pitchFamily="18" charset="0"/>
              </a:rPr>
              <a:t>a</a:t>
            </a:r>
          </a:p>
        </p:txBody>
      </p:sp>
      <p:sp>
        <p:nvSpPr>
          <p:cNvPr id="197649" name="Text Box 17"/>
          <p:cNvSpPr txBox="1">
            <a:spLocks noChangeArrowheads="1"/>
          </p:cNvSpPr>
          <p:nvPr/>
        </p:nvSpPr>
        <p:spPr bwMode="auto">
          <a:xfrm>
            <a:off x="7010400" y="5946775"/>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400" dirty="0">
                <a:latin typeface="Times New Roman" panose="02020603050405020304" pitchFamily="18" charset="0"/>
              </a:rPr>
              <a:t>b</a:t>
            </a:r>
          </a:p>
        </p:txBody>
      </p:sp>
      <p:sp>
        <p:nvSpPr>
          <p:cNvPr id="197650" name="Arc 18"/>
          <p:cNvSpPr>
            <a:spLocks/>
          </p:cNvSpPr>
          <p:nvPr/>
        </p:nvSpPr>
        <p:spPr bwMode="auto">
          <a:xfrm rot="377064">
            <a:off x="6769100" y="1595438"/>
            <a:ext cx="1219200" cy="1346200"/>
          </a:xfrm>
          <a:custGeom>
            <a:avLst/>
            <a:gdLst>
              <a:gd name="G0" fmla="+- 0 0 0"/>
              <a:gd name="G1" fmla="+- 20345 0 0"/>
              <a:gd name="G2" fmla="+- 21600 0 0"/>
              <a:gd name="T0" fmla="*/ 7256 w 21599"/>
              <a:gd name="T1" fmla="*/ 0 h 20345"/>
              <a:gd name="T2" fmla="*/ 21599 w 21599"/>
              <a:gd name="T3" fmla="*/ 20122 h 20345"/>
              <a:gd name="T4" fmla="*/ 0 w 21599"/>
              <a:gd name="T5" fmla="*/ 20345 h 20345"/>
            </a:gdLst>
            <a:ahLst/>
            <a:cxnLst>
              <a:cxn ang="0">
                <a:pos x="T0" y="T1"/>
              </a:cxn>
              <a:cxn ang="0">
                <a:pos x="T2" y="T3"/>
              </a:cxn>
              <a:cxn ang="0">
                <a:pos x="T4" y="T5"/>
              </a:cxn>
            </a:cxnLst>
            <a:rect l="0" t="0" r="r" b="b"/>
            <a:pathLst>
              <a:path w="21599" h="20345" fill="none" extrusionOk="0">
                <a:moveTo>
                  <a:pt x="7255" y="0"/>
                </a:moveTo>
                <a:cubicBezTo>
                  <a:pt x="15780" y="3040"/>
                  <a:pt x="21505" y="11072"/>
                  <a:pt x="21598" y="20122"/>
                </a:cubicBezTo>
              </a:path>
              <a:path w="21599" h="20345" stroke="0" extrusionOk="0">
                <a:moveTo>
                  <a:pt x="7255" y="0"/>
                </a:moveTo>
                <a:cubicBezTo>
                  <a:pt x="15780" y="3040"/>
                  <a:pt x="21505" y="11072"/>
                  <a:pt x="21598" y="20122"/>
                </a:cubicBezTo>
                <a:lnTo>
                  <a:pt x="0" y="20345"/>
                </a:lnTo>
                <a:close/>
              </a:path>
            </a:pathLst>
          </a:custGeom>
          <a:noFill/>
          <a:ln w="9525">
            <a:solidFill>
              <a:schemeClr val="tx1"/>
            </a:solidFill>
            <a:round/>
            <a:headEnd type="triangle" w="med" len="me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97651" name="Line 19"/>
          <p:cNvSpPr>
            <a:spLocks noChangeShapeType="1"/>
          </p:cNvSpPr>
          <p:nvPr/>
        </p:nvSpPr>
        <p:spPr bwMode="auto">
          <a:xfrm rot="4106982" flipV="1">
            <a:off x="4426744" y="4109244"/>
            <a:ext cx="2895600" cy="1839912"/>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97652" name="Line 20"/>
          <p:cNvSpPr>
            <a:spLocks noChangeShapeType="1"/>
          </p:cNvSpPr>
          <p:nvPr/>
        </p:nvSpPr>
        <p:spPr bwMode="auto">
          <a:xfrm>
            <a:off x="5715000" y="6022975"/>
            <a:ext cx="30480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97653" name="Line 21"/>
          <p:cNvSpPr>
            <a:spLocks noChangeShapeType="1"/>
          </p:cNvSpPr>
          <p:nvPr/>
        </p:nvSpPr>
        <p:spPr bwMode="auto">
          <a:xfrm>
            <a:off x="7911769" y="3998913"/>
            <a:ext cx="1" cy="2024061"/>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97654" name="Line 22"/>
          <p:cNvSpPr>
            <a:spLocks noChangeShapeType="1"/>
          </p:cNvSpPr>
          <p:nvPr/>
        </p:nvSpPr>
        <p:spPr bwMode="auto">
          <a:xfrm>
            <a:off x="4495800" y="4041775"/>
            <a:ext cx="34290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97655" name="Line 23"/>
          <p:cNvSpPr>
            <a:spLocks noChangeShapeType="1"/>
          </p:cNvSpPr>
          <p:nvPr/>
        </p:nvSpPr>
        <p:spPr bwMode="auto">
          <a:xfrm>
            <a:off x="4495800" y="4041775"/>
            <a:ext cx="3429000" cy="1981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97656" name="Line 24"/>
          <p:cNvSpPr>
            <a:spLocks noChangeShapeType="1"/>
          </p:cNvSpPr>
          <p:nvPr/>
        </p:nvSpPr>
        <p:spPr bwMode="auto">
          <a:xfrm rot="-3087692">
            <a:off x="4619135" y="1285716"/>
            <a:ext cx="3434057" cy="199259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97657" name="Line 25"/>
          <p:cNvSpPr>
            <a:spLocks noChangeShapeType="1"/>
          </p:cNvSpPr>
          <p:nvPr/>
        </p:nvSpPr>
        <p:spPr bwMode="auto">
          <a:xfrm>
            <a:off x="6400800" y="1565275"/>
            <a:ext cx="2438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97658" name="Text Box 26"/>
          <p:cNvSpPr txBox="1">
            <a:spLocks noChangeArrowheads="1"/>
          </p:cNvSpPr>
          <p:nvPr/>
        </p:nvSpPr>
        <p:spPr bwMode="auto">
          <a:xfrm>
            <a:off x="3810000" y="33528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lang="en-US" altLang="en-US" sz="2400" dirty="0">
                <a:latin typeface="Times New Roman" panose="02020603050405020304" pitchFamily="18" charset="0"/>
              </a:rPr>
              <a:t>X</a:t>
            </a:r>
          </a:p>
        </p:txBody>
      </p:sp>
      <p:sp>
        <p:nvSpPr>
          <p:cNvPr id="197659" name="Text Box 27"/>
          <p:cNvSpPr txBox="1">
            <a:spLocks noChangeArrowheads="1"/>
          </p:cNvSpPr>
          <p:nvPr/>
        </p:nvSpPr>
        <p:spPr bwMode="auto">
          <a:xfrm>
            <a:off x="8229602" y="3352800"/>
            <a:ext cx="4048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400" dirty="0">
                <a:latin typeface="Times New Roman" panose="02020603050405020304" pitchFamily="18" charset="0"/>
              </a:rPr>
              <a:t>Y</a:t>
            </a:r>
          </a:p>
        </p:txBody>
      </p:sp>
      <p:sp>
        <p:nvSpPr>
          <p:cNvPr id="197661" name="Text Box 29"/>
          <p:cNvSpPr txBox="1">
            <a:spLocks noChangeArrowheads="1"/>
          </p:cNvSpPr>
          <p:nvPr/>
        </p:nvSpPr>
        <p:spPr bwMode="auto">
          <a:xfrm>
            <a:off x="8077199" y="1146175"/>
            <a:ext cx="55403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2400" dirty="0">
                <a:latin typeface="Times New Roman" panose="02020603050405020304" pitchFamily="18" charset="0"/>
              </a:rPr>
              <a:t>b</a:t>
            </a:r>
            <a:r>
              <a:rPr lang="en-US" altLang="en-US" sz="2400" dirty="0">
                <a:latin typeface="Arial" panose="020B0604020202020204" pitchFamily="34" charset="0"/>
              </a:rPr>
              <a:t>´</a:t>
            </a:r>
            <a:r>
              <a:rPr lang="en-US" altLang="en-US" sz="2400" baseline="-25000" dirty="0">
                <a:latin typeface="Times New Roman" panose="02020603050405020304" pitchFamily="18" charset="0"/>
              </a:rPr>
              <a:t>1</a:t>
            </a:r>
          </a:p>
        </p:txBody>
      </p:sp>
      <p:sp>
        <p:nvSpPr>
          <p:cNvPr id="197662" name="Text Box 30"/>
          <p:cNvSpPr txBox="1">
            <a:spLocks noChangeArrowheads="1"/>
          </p:cNvSpPr>
          <p:nvPr/>
        </p:nvSpPr>
        <p:spPr bwMode="auto">
          <a:xfrm>
            <a:off x="7772400" y="5946775"/>
            <a:ext cx="438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400" dirty="0">
                <a:latin typeface="Times New Roman" panose="02020603050405020304" pitchFamily="18" charset="0"/>
              </a:rPr>
              <a:t>b</a:t>
            </a:r>
            <a:r>
              <a:rPr lang="en-US" altLang="en-US" sz="2400" baseline="-25000" dirty="0">
                <a:latin typeface="Times New Roman" panose="02020603050405020304" pitchFamily="18" charset="0"/>
              </a:rPr>
              <a:t>1</a:t>
            </a:r>
          </a:p>
        </p:txBody>
      </p:sp>
      <p:sp>
        <p:nvSpPr>
          <p:cNvPr id="197663" name="Text Box 31"/>
          <p:cNvSpPr txBox="1">
            <a:spLocks noChangeArrowheads="1"/>
          </p:cNvSpPr>
          <p:nvPr/>
        </p:nvSpPr>
        <p:spPr bwMode="auto">
          <a:xfrm>
            <a:off x="4800632" y="3950969"/>
            <a:ext cx="358909" cy="4074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altLang="en-US" sz="2000" dirty="0">
                <a:latin typeface="Times New Roman" panose="02020603050405020304" pitchFamily="18" charset="0"/>
                <a:sym typeface="WP Greek Courier" pitchFamily="49" charset="2"/>
              </a:rPr>
              <a:t>Ø</a:t>
            </a:r>
          </a:p>
        </p:txBody>
      </p:sp>
      <p:sp>
        <p:nvSpPr>
          <p:cNvPr id="197664" name="Text Box 32"/>
          <p:cNvSpPr txBox="1">
            <a:spLocks noChangeArrowheads="1"/>
          </p:cNvSpPr>
          <p:nvPr/>
        </p:nvSpPr>
        <p:spPr bwMode="auto">
          <a:xfrm>
            <a:off x="5143500" y="2606675"/>
            <a:ext cx="342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400" dirty="0">
                <a:latin typeface="Times New Roman" panose="02020603050405020304" pitchFamily="18" charset="0"/>
                <a:sym typeface="Symbol" panose="05050102010706020507" pitchFamily="18" charset="2"/>
              </a:rPr>
              <a:t></a:t>
            </a:r>
          </a:p>
        </p:txBody>
      </p:sp>
      <p:sp>
        <p:nvSpPr>
          <p:cNvPr id="197666" name="Text Box 34"/>
          <p:cNvSpPr txBox="1">
            <a:spLocks noChangeArrowheads="1"/>
          </p:cNvSpPr>
          <p:nvPr/>
        </p:nvSpPr>
        <p:spPr bwMode="auto">
          <a:xfrm>
            <a:off x="41131" y="282227"/>
            <a:ext cx="8721869"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altLang="en-US" sz="1600" b="1" dirty="0">
                <a:solidFill>
                  <a:schemeClr val="accent2"/>
                </a:solidFill>
                <a:latin typeface="Arial" panose="020B0604020202020204" pitchFamily="34" charset="0"/>
              </a:rPr>
              <a:t>PROBLEM 7:</a:t>
            </a:r>
          </a:p>
          <a:p>
            <a:pPr eaLnBrk="1" hangingPunct="1"/>
            <a:r>
              <a:rPr lang="en-US" altLang="en-US" sz="1600" b="1" dirty="0">
                <a:latin typeface="Arial" panose="020B0604020202020204" pitchFamily="34" charset="0"/>
              </a:rPr>
              <a:t>Line AB is 75 mm long and it is 30</a:t>
            </a:r>
            <a:r>
              <a:rPr lang="en-US" altLang="en-US" sz="1600" b="1" baseline="30000" dirty="0">
                <a:latin typeface="Arial" panose="020B0604020202020204" pitchFamily="34" charset="0"/>
              </a:rPr>
              <a:t>0</a:t>
            </a:r>
            <a:r>
              <a:rPr lang="en-US" altLang="en-US" sz="1600" b="1" dirty="0">
                <a:latin typeface="Arial" panose="020B0604020202020204" pitchFamily="34" charset="0"/>
              </a:rPr>
              <a:t> &amp; 40</a:t>
            </a:r>
            <a:r>
              <a:rPr lang="en-US" altLang="en-US" sz="1600" b="1" baseline="30000" dirty="0">
                <a:latin typeface="Arial" panose="020B0604020202020204" pitchFamily="34" charset="0"/>
              </a:rPr>
              <a:t>0 </a:t>
            </a:r>
            <a:r>
              <a:rPr lang="en-US" altLang="en-US" sz="1600" b="1" dirty="0">
                <a:latin typeface="Arial" panose="020B0604020202020204" pitchFamily="34" charset="0"/>
              </a:rPr>
              <a:t>inclined to HP &amp; VP respectively. End A is 12mm above HP and 10 mm in front of VP.  Draw projections. Line is in 1</a:t>
            </a:r>
            <a:r>
              <a:rPr lang="en-US" altLang="en-US" sz="1600" b="1" baseline="30000" dirty="0">
                <a:latin typeface="Arial" panose="020B0604020202020204" pitchFamily="34" charset="0"/>
              </a:rPr>
              <a:t>st</a:t>
            </a:r>
            <a:r>
              <a:rPr lang="en-US" altLang="en-US" sz="1600" b="1" dirty="0">
                <a:latin typeface="Arial" panose="020B0604020202020204" pitchFamily="34" charset="0"/>
              </a:rPr>
              <a:t> quadrant</a:t>
            </a:r>
            <a:r>
              <a:rPr lang="en-US" altLang="en-US" sz="1600" dirty="0">
                <a:solidFill>
                  <a:srgbClr val="FF0000"/>
                </a:solidFill>
                <a:latin typeface="Arial" panose="020B0604020202020204" pitchFamily="34" charset="0"/>
              </a:rPr>
              <a:t>.</a:t>
            </a:r>
          </a:p>
        </p:txBody>
      </p:sp>
      <p:sp>
        <p:nvSpPr>
          <p:cNvPr id="197667" name="Text Box 35"/>
          <p:cNvSpPr txBox="1">
            <a:spLocks noChangeArrowheads="1"/>
          </p:cNvSpPr>
          <p:nvPr/>
        </p:nvSpPr>
        <p:spPr bwMode="auto">
          <a:xfrm>
            <a:off x="203199" y="1441876"/>
            <a:ext cx="3366769"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a:solidFill>
                  <a:schemeClr val="tx1"/>
                </a:solidFill>
                <a:latin typeface="Arial" panose="020B0604020202020204" pitchFamily="34" charset="0"/>
              </a:defRPr>
            </a:lvl1pPr>
            <a:lvl2pPr marL="914400" indent="-457200">
              <a:defRPr>
                <a:solidFill>
                  <a:schemeClr val="tx1"/>
                </a:solidFill>
                <a:latin typeface="Arial" panose="020B0604020202020204" pitchFamily="34" charset="0"/>
              </a:defRPr>
            </a:lvl2pPr>
            <a:lvl3pPr marL="1371600" indent="-457200">
              <a:defRPr>
                <a:solidFill>
                  <a:schemeClr val="tx1"/>
                </a:solidFill>
                <a:latin typeface="Arial" panose="020B0604020202020204" pitchFamily="34" charset="0"/>
              </a:defRPr>
            </a:lvl3pPr>
            <a:lvl4pPr marL="1828800" indent="-457200">
              <a:defRPr>
                <a:solidFill>
                  <a:schemeClr val="tx1"/>
                </a:solidFill>
                <a:latin typeface="Arial" panose="020B0604020202020204" pitchFamily="34" charset="0"/>
              </a:defRPr>
            </a:lvl4pPr>
            <a:lvl5pPr marL="2286000" indent="-457200">
              <a:defRPr>
                <a:solidFill>
                  <a:schemeClr val="tx1"/>
                </a:solidFill>
                <a:latin typeface="Arial" panose="020B0604020202020204" pitchFamily="34" charset="0"/>
              </a:defRPr>
            </a:lvl5pPr>
            <a:lvl6pPr marL="2743200" indent="-457200" fontAlgn="base">
              <a:spcBef>
                <a:spcPct val="0"/>
              </a:spcBef>
              <a:spcAft>
                <a:spcPct val="0"/>
              </a:spcAft>
              <a:defRPr>
                <a:solidFill>
                  <a:schemeClr val="tx1"/>
                </a:solidFill>
                <a:latin typeface="Arial" panose="020B0604020202020204" pitchFamily="34" charset="0"/>
              </a:defRPr>
            </a:lvl6pPr>
            <a:lvl7pPr marL="3200400" indent="-457200" fontAlgn="base">
              <a:spcBef>
                <a:spcPct val="0"/>
              </a:spcBef>
              <a:spcAft>
                <a:spcPct val="0"/>
              </a:spcAft>
              <a:defRPr>
                <a:solidFill>
                  <a:schemeClr val="tx1"/>
                </a:solidFill>
                <a:latin typeface="Arial" panose="020B0604020202020204" pitchFamily="34" charset="0"/>
              </a:defRPr>
            </a:lvl7pPr>
            <a:lvl8pPr marL="3657600" indent="-457200" fontAlgn="base">
              <a:spcBef>
                <a:spcPct val="0"/>
              </a:spcBef>
              <a:spcAft>
                <a:spcPct val="0"/>
              </a:spcAft>
              <a:defRPr>
                <a:solidFill>
                  <a:schemeClr val="tx1"/>
                </a:solidFill>
                <a:latin typeface="Arial" panose="020B0604020202020204" pitchFamily="34" charset="0"/>
              </a:defRPr>
            </a:lvl8pPr>
            <a:lvl9pPr marL="4114800" indent="-457200" fontAlgn="base">
              <a:spcBef>
                <a:spcPct val="0"/>
              </a:spcBef>
              <a:spcAft>
                <a:spcPct val="0"/>
              </a:spcAft>
              <a:defRPr>
                <a:solidFill>
                  <a:schemeClr val="tx1"/>
                </a:solidFill>
                <a:latin typeface="Arial" panose="020B0604020202020204" pitchFamily="34" charset="0"/>
              </a:defRPr>
            </a:lvl9pPr>
          </a:lstStyle>
          <a:p>
            <a:pPr eaLnBrk="1" hangingPunct="1"/>
            <a:r>
              <a:rPr lang="en-US" altLang="en-US" sz="1600" b="1" u="sng" dirty="0">
                <a:solidFill>
                  <a:srgbClr val="FF0000"/>
                </a:solidFill>
              </a:rPr>
              <a:t>Solution steps:</a:t>
            </a:r>
          </a:p>
          <a:p>
            <a:pPr algn="just" eaLnBrk="1" hangingPunct="1"/>
            <a:r>
              <a:rPr lang="en-US" altLang="en-US" sz="1600" dirty="0"/>
              <a:t>1) Draw XY line and one projector.</a:t>
            </a:r>
          </a:p>
          <a:p>
            <a:pPr algn="just"/>
            <a:r>
              <a:rPr lang="en-US" altLang="en-US" sz="1600" dirty="0"/>
              <a:t>2) Locate a´ 12mm above XY line           </a:t>
            </a:r>
          </a:p>
          <a:p>
            <a:pPr algn="just"/>
            <a:r>
              <a:rPr lang="en-US" altLang="en-US" sz="1600" dirty="0"/>
              <a:t>    &amp; a 10mm below XY line.</a:t>
            </a:r>
          </a:p>
          <a:p>
            <a:pPr algn="just" eaLnBrk="1" hangingPunct="1"/>
            <a:r>
              <a:rPr lang="en-US" altLang="en-US" sz="1600" dirty="0"/>
              <a:t>3) Take 30</a:t>
            </a:r>
            <a:r>
              <a:rPr lang="en-US" altLang="en-US" sz="1600" baseline="30000" dirty="0"/>
              <a:t>0</a:t>
            </a:r>
            <a:r>
              <a:rPr lang="en-US" altLang="en-US" sz="1600" dirty="0"/>
              <a:t> angle from a´ &amp; 40</a:t>
            </a:r>
            <a:r>
              <a:rPr lang="en-US" altLang="en-US" sz="1600" baseline="30000" dirty="0"/>
              <a:t>0</a:t>
            </a:r>
            <a:r>
              <a:rPr lang="en-US" altLang="en-US" sz="1600" dirty="0"/>
              <a:t> from a and mark TL, i.e., 75mm on both lines. Name those points b</a:t>
            </a:r>
            <a:r>
              <a:rPr lang="en-US" altLang="en-US" sz="1600" baseline="-25000" dirty="0"/>
              <a:t>1</a:t>
            </a:r>
            <a:r>
              <a:rPr lang="en-US" altLang="en-US" sz="1600" dirty="0"/>
              <a:t>´ and b</a:t>
            </a:r>
            <a:r>
              <a:rPr lang="en-US" altLang="en-US" sz="1600" baseline="-25000" dirty="0"/>
              <a:t> </a:t>
            </a:r>
            <a:r>
              <a:rPr lang="en-US" altLang="en-US" sz="1600" dirty="0"/>
              <a:t>respectively. </a:t>
            </a:r>
          </a:p>
          <a:p>
            <a:pPr algn="just" eaLnBrk="1" hangingPunct="1"/>
            <a:r>
              <a:rPr lang="en-US" altLang="en-US" sz="1600" dirty="0"/>
              <a:t>4) Draw horizontal component of TL a b</a:t>
            </a:r>
            <a:r>
              <a:rPr lang="en-US" altLang="en-US" sz="1600" baseline="-25000" dirty="0"/>
              <a:t>1</a:t>
            </a:r>
            <a:r>
              <a:rPr lang="en-US" altLang="en-US" sz="1600" dirty="0"/>
              <a:t> from point b</a:t>
            </a:r>
            <a:r>
              <a:rPr lang="en-US" altLang="en-US" sz="1600" baseline="-25000" dirty="0"/>
              <a:t>1</a:t>
            </a:r>
            <a:r>
              <a:rPr lang="en-US" altLang="en-US" sz="1600" dirty="0"/>
              <a:t> and name it 1. (the length a-1 gives length of FV as we have seen already)</a:t>
            </a:r>
          </a:p>
          <a:p>
            <a:pPr algn="just" eaLnBrk="1" hangingPunct="1"/>
            <a:r>
              <a:rPr lang="en-US" altLang="en-US" sz="1600" dirty="0"/>
              <a:t>5) Extend it up to locus of a and rotating  a’ as center locate b´ as shown. Join a´ b´ as FV.</a:t>
            </a:r>
          </a:p>
          <a:p>
            <a:pPr algn="just" eaLnBrk="1" hangingPunct="1"/>
            <a:r>
              <a:rPr lang="en-US" altLang="en-US" sz="1600" dirty="0"/>
              <a:t>6) From b´ drop a projector downward  &amp; get point b. Join a &amp; b, i.e., TV.   </a:t>
            </a:r>
          </a:p>
        </p:txBody>
      </p:sp>
      <p:sp>
        <p:nvSpPr>
          <p:cNvPr id="197671" name="Text Box 39"/>
          <p:cNvSpPr txBox="1">
            <a:spLocks noChangeArrowheads="1"/>
          </p:cNvSpPr>
          <p:nvPr/>
        </p:nvSpPr>
        <p:spPr bwMode="auto">
          <a:xfrm>
            <a:off x="6553200" y="3776663"/>
            <a:ext cx="5095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Arial" panose="020B0604020202020204" pitchFamily="34" charset="0"/>
              </a:rPr>
              <a:t>LFV</a:t>
            </a:r>
          </a:p>
        </p:txBody>
      </p:sp>
      <p:sp>
        <p:nvSpPr>
          <p:cNvPr id="197672" name="Text Box 40"/>
          <p:cNvSpPr txBox="1">
            <a:spLocks noChangeArrowheads="1"/>
          </p:cNvSpPr>
          <p:nvPr/>
        </p:nvSpPr>
        <p:spPr bwMode="auto">
          <a:xfrm>
            <a:off x="6781802" y="2057400"/>
            <a:ext cx="3905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Arial" panose="020B0604020202020204" pitchFamily="34" charset="0"/>
              </a:rPr>
              <a:t>TL</a:t>
            </a:r>
          </a:p>
        </p:txBody>
      </p:sp>
      <p:sp>
        <p:nvSpPr>
          <p:cNvPr id="197673" name="Text Box 41"/>
          <p:cNvSpPr txBox="1">
            <a:spLocks noChangeArrowheads="1"/>
          </p:cNvSpPr>
          <p:nvPr/>
        </p:nvSpPr>
        <p:spPr bwMode="auto">
          <a:xfrm>
            <a:off x="6629402" y="5105400"/>
            <a:ext cx="3905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Arial" panose="020B0604020202020204" pitchFamily="34" charset="0"/>
              </a:rPr>
              <a:t>TL</a:t>
            </a:r>
          </a:p>
        </p:txBody>
      </p:sp>
      <p:sp>
        <p:nvSpPr>
          <p:cNvPr id="197674" name="Text Box 42"/>
          <p:cNvSpPr txBox="1">
            <a:spLocks noChangeArrowheads="1"/>
          </p:cNvSpPr>
          <p:nvPr/>
        </p:nvSpPr>
        <p:spPr bwMode="auto">
          <a:xfrm>
            <a:off x="5715002" y="1905000"/>
            <a:ext cx="41116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Arial" panose="020B0604020202020204" pitchFamily="34" charset="0"/>
              </a:rPr>
              <a:t>FV</a:t>
            </a:r>
          </a:p>
        </p:txBody>
      </p:sp>
      <p:sp>
        <p:nvSpPr>
          <p:cNvPr id="197675" name="Text Box 43"/>
          <p:cNvSpPr txBox="1">
            <a:spLocks noChangeArrowheads="1"/>
          </p:cNvSpPr>
          <p:nvPr/>
        </p:nvSpPr>
        <p:spPr bwMode="auto">
          <a:xfrm>
            <a:off x="5562602" y="5105400"/>
            <a:ext cx="41116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Arial" panose="020B0604020202020204" pitchFamily="34" charset="0"/>
              </a:rPr>
              <a:t>TV</a:t>
            </a:r>
          </a:p>
        </p:txBody>
      </p:sp>
      <p:sp>
        <p:nvSpPr>
          <p:cNvPr id="2" name="Slide Number Placeholder 1"/>
          <p:cNvSpPr>
            <a:spLocks noGrp="1"/>
          </p:cNvSpPr>
          <p:nvPr>
            <p:ph type="sldNum" sz="quarter" idx="12"/>
          </p:nvPr>
        </p:nvSpPr>
        <p:spPr>
          <a:xfrm>
            <a:off x="7086600" y="6499224"/>
            <a:ext cx="2057400" cy="365125"/>
          </a:xfrm>
        </p:spPr>
        <p:txBody>
          <a:bodyPr/>
          <a:lstStyle/>
          <a:p>
            <a:fld id="{EE8E09DC-0268-440F-8276-54ADABB93829}" type="slidenum">
              <a:rPr lang="en-IN" smtClean="0"/>
              <a:t>37</a:t>
            </a:fld>
            <a:endParaRPr lang="en-IN" dirty="0"/>
          </a:p>
        </p:txBody>
      </p:sp>
      <p:sp>
        <p:nvSpPr>
          <p:cNvPr id="44" name="Line 21"/>
          <p:cNvSpPr>
            <a:spLocks noChangeShapeType="1"/>
          </p:cNvSpPr>
          <p:nvPr/>
        </p:nvSpPr>
        <p:spPr bwMode="auto">
          <a:xfrm>
            <a:off x="7911768" y="2951215"/>
            <a:ext cx="2" cy="1130248"/>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46" name="Text Box 27"/>
          <p:cNvSpPr txBox="1">
            <a:spLocks noChangeArrowheads="1"/>
          </p:cNvSpPr>
          <p:nvPr/>
        </p:nvSpPr>
        <p:spPr bwMode="auto">
          <a:xfrm>
            <a:off x="7902740" y="3829048"/>
            <a:ext cx="33855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400" dirty="0">
                <a:latin typeface="Times New Roman" panose="02020603050405020304" pitchFamily="18" charset="0"/>
              </a:rPr>
              <a:t>1</a:t>
            </a:r>
          </a:p>
        </p:txBody>
      </p:sp>
      <p:sp>
        <p:nvSpPr>
          <p:cNvPr id="3" name="TextBox 2"/>
          <p:cNvSpPr txBox="1"/>
          <p:nvPr/>
        </p:nvSpPr>
        <p:spPr>
          <a:xfrm>
            <a:off x="3307468" y="26054"/>
            <a:ext cx="2418008" cy="369332"/>
          </a:xfrm>
          <a:prstGeom prst="rect">
            <a:avLst/>
          </a:prstGeom>
          <a:noFill/>
        </p:spPr>
        <p:txBody>
          <a:bodyPr wrap="square" rtlCol="0">
            <a:spAutoFit/>
          </a:bodyPr>
          <a:lstStyle/>
          <a:p>
            <a:r>
              <a:rPr lang="en-IN" b="1" u="sng" dirty="0">
                <a:solidFill>
                  <a:srgbClr val="FF0000"/>
                </a:solidFill>
                <a:effectLst>
                  <a:outerShdw blurRad="38100" dist="38100" dir="2700000" algn="tl">
                    <a:srgbClr val="000000">
                      <a:alpha val="43137"/>
                    </a:srgbClr>
                  </a:outerShdw>
                </a:effectLst>
              </a:rPr>
              <a:t>INCLINED TO HP &amp; VP</a:t>
            </a:r>
          </a:p>
        </p:txBody>
      </p:sp>
    </p:spTree>
    <p:extLst>
      <p:ext uri="{BB962C8B-B14F-4D97-AF65-F5344CB8AC3E}">
        <p14:creationId xmlns:p14="http://schemas.microsoft.com/office/powerpoint/2010/main" val="99077737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766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7667">
                                            <p:txEl>
                                              <p:pRg st="1" end="1"/>
                                            </p:txEl>
                                          </p:spTgt>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197640"/>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197658"/>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197659"/>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97641"/>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197667">
                                            <p:txEl>
                                              <p:pRg st="2" end="2"/>
                                            </p:txEl>
                                          </p:spTgt>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197667">
                                            <p:txEl>
                                              <p:pRg st="3" end="3"/>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197644"/>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197654"/>
                                        </p:tgtEl>
                                        <p:attrNameLst>
                                          <p:attrName>style.visibility</p:attrName>
                                        </p:attrNameLst>
                                      </p:cBhvr>
                                      <p:to>
                                        <p:strVal val="visible"/>
                                      </p:to>
                                    </p:set>
                                  </p:childTnLst>
                                </p:cTn>
                              </p:par>
                            </p:childTnLst>
                          </p:cTn>
                        </p:par>
                        <p:par>
                          <p:cTn id="34" fill="hold">
                            <p:stCondLst>
                              <p:cond delay="0"/>
                            </p:stCondLst>
                            <p:childTnLst>
                              <p:par>
                                <p:cTn id="35" presetID="1" presetClass="entr" presetSubtype="0" fill="hold" grpId="0" nodeType="afterEffect">
                                  <p:stCondLst>
                                    <p:cond delay="0"/>
                                  </p:stCondLst>
                                  <p:childTnLst>
                                    <p:set>
                                      <p:cBhvr>
                                        <p:cTn id="36" dur="1" fill="hold">
                                          <p:stCondLst>
                                            <p:cond delay="0"/>
                                          </p:stCondLst>
                                        </p:cTn>
                                        <p:tgtEl>
                                          <p:spTgt spid="197643"/>
                                        </p:tgtEl>
                                        <p:attrNameLst>
                                          <p:attrName>style.visibility</p:attrName>
                                        </p:attrNameLst>
                                      </p:cBhvr>
                                      <p:to>
                                        <p:strVal val="visible"/>
                                      </p:to>
                                    </p:set>
                                  </p:childTnLst>
                                </p:cTn>
                              </p:par>
                            </p:childTnLst>
                          </p:cTn>
                        </p:par>
                        <p:par>
                          <p:cTn id="37" fill="hold">
                            <p:stCondLst>
                              <p:cond delay="0"/>
                            </p:stCondLst>
                            <p:childTnLst>
                              <p:par>
                                <p:cTn id="38" presetID="1" presetClass="entr" presetSubtype="0" fill="hold" grpId="0" nodeType="afterEffect">
                                  <p:stCondLst>
                                    <p:cond delay="0"/>
                                  </p:stCondLst>
                                  <p:childTnLst>
                                    <p:set>
                                      <p:cBhvr>
                                        <p:cTn id="39" dur="1" fill="hold">
                                          <p:stCondLst>
                                            <p:cond delay="0"/>
                                          </p:stCondLst>
                                        </p:cTn>
                                        <p:tgtEl>
                                          <p:spTgt spid="197648"/>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197667">
                                            <p:txEl>
                                              <p:pRg st="4" end="4"/>
                                            </p:txEl>
                                          </p:spTgt>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197656"/>
                                        </p:tgtEl>
                                        <p:attrNameLst>
                                          <p:attrName>style.visibility</p:attrName>
                                        </p:attrNameLst>
                                      </p:cBhvr>
                                      <p:to>
                                        <p:strVal val="visible"/>
                                      </p:to>
                                    </p:set>
                                  </p:childTnLst>
                                </p:cTn>
                              </p:par>
                              <p:par>
                                <p:cTn id="48" presetID="1" presetClass="entr" presetSubtype="0" fill="hold" nodeType="withEffect">
                                  <p:stCondLst>
                                    <p:cond delay="0"/>
                                  </p:stCondLst>
                                  <p:childTnLst>
                                    <p:set>
                                      <p:cBhvr>
                                        <p:cTn id="49" dur="1" fill="hold">
                                          <p:stCondLst>
                                            <p:cond delay="0"/>
                                          </p:stCondLst>
                                        </p:cTn>
                                        <p:tgtEl>
                                          <p:spTgt spid="197634"/>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197664"/>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197655"/>
                                        </p:tgtEl>
                                        <p:attrNameLst>
                                          <p:attrName>style.visibility</p:attrName>
                                        </p:attrNameLst>
                                      </p:cBhvr>
                                      <p:to>
                                        <p:strVal val="visible"/>
                                      </p:to>
                                    </p:set>
                                  </p:childTnLst>
                                </p:cTn>
                              </p:par>
                              <p:par>
                                <p:cTn id="54" presetID="1" presetClass="entr" presetSubtype="0" fill="hold" nodeType="withEffect">
                                  <p:stCondLst>
                                    <p:cond delay="0"/>
                                  </p:stCondLst>
                                  <p:childTnLst>
                                    <p:set>
                                      <p:cBhvr>
                                        <p:cTn id="55" dur="1" fill="hold">
                                          <p:stCondLst>
                                            <p:cond delay="0"/>
                                          </p:stCondLst>
                                        </p:cTn>
                                        <p:tgtEl>
                                          <p:spTgt spid="197637"/>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197663"/>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197672"/>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197673"/>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197657"/>
                                        </p:tgtEl>
                                        <p:attrNameLst>
                                          <p:attrName>style.visibility</p:attrName>
                                        </p:attrNameLst>
                                      </p:cBhvr>
                                      <p:to>
                                        <p:strVal val="visible"/>
                                      </p:to>
                                    </p:set>
                                  </p:childTnLst>
                                </p:cTn>
                              </p:par>
                              <p:par>
                                <p:cTn id="66" presetID="1" presetClass="entr" presetSubtype="0" fill="hold" grpId="0" nodeType="withEffect">
                                  <p:stCondLst>
                                    <p:cond delay="0"/>
                                  </p:stCondLst>
                                  <p:childTnLst>
                                    <p:set>
                                      <p:cBhvr>
                                        <p:cTn id="67" dur="1" fill="hold">
                                          <p:stCondLst>
                                            <p:cond delay="0"/>
                                          </p:stCondLst>
                                        </p:cTn>
                                        <p:tgtEl>
                                          <p:spTgt spid="197652"/>
                                        </p:tgtEl>
                                        <p:attrNameLst>
                                          <p:attrName>style.visibility</p:attrName>
                                        </p:attrNameLst>
                                      </p:cBhvr>
                                      <p:to>
                                        <p:strVal val="visible"/>
                                      </p:to>
                                    </p:set>
                                  </p:childTnLst>
                                </p:cTn>
                              </p:par>
                              <p:par>
                                <p:cTn id="68" presetID="1" presetClass="entr" presetSubtype="0" fill="hold" grpId="0" nodeType="withEffect">
                                  <p:stCondLst>
                                    <p:cond delay="0"/>
                                  </p:stCondLst>
                                  <p:childTnLst>
                                    <p:set>
                                      <p:cBhvr>
                                        <p:cTn id="69" dur="1" fill="hold">
                                          <p:stCondLst>
                                            <p:cond delay="0"/>
                                          </p:stCondLst>
                                        </p:cTn>
                                        <p:tgtEl>
                                          <p:spTgt spid="197661"/>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197662"/>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nodeType="clickEffect">
                                  <p:stCondLst>
                                    <p:cond delay="0"/>
                                  </p:stCondLst>
                                  <p:childTnLst>
                                    <p:set>
                                      <p:cBhvr>
                                        <p:cTn id="75" dur="1" fill="hold">
                                          <p:stCondLst>
                                            <p:cond delay="0"/>
                                          </p:stCondLst>
                                        </p:cTn>
                                        <p:tgtEl>
                                          <p:spTgt spid="197667">
                                            <p:txEl>
                                              <p:pRg st="5" end="5"/>
                                            </p:txEl>
                                          </p:spTgt>
                                        </p:tgtEl>
                                        <p:attrNameLst>
                                          <p:attrName>style.visibility</p:attrName>
                                        </p:attrNameLst>
                                      </p:cBhvr>
                                      <p:to>
                                        <p:strVal val="visible"/>
                                      </p:to>
                                    </p:set>
                                  </p:childTnLst>
                                </p:cTn>
                              </p:par>
                            </p:childTnLst>
                          </p:cTn>
                        </p:par>
                        <p:par>
                          <p:cTn id="76" fill="hold">
                            <p:stCondLst>
                              <p:cond delay="0"/>
                            </p:stCondLst>
                            <p:childTnLst>
                              <p:par>
                                <p:cTn id="77" presetID="1" presetClass="entr" presetSubtype="0" fill="hold" grpId="0" nodeType="afterEffect">
                                  <p:stCondLst>
                                    <p:cond delay="0"/>
                                  </p:stCondLst>
                                  <p:childTnLst>
                                    <p:set>
                                      <p:cBhvr>
                                        <p:cTn id="78" dur="1" fill="hold">
                                          <p:stCondLst>
                                            <p:cond delay="0"/>
                                          </p:stCondLst>
                                        </p:cTn>
                                        <p:tgtEl>
                                          <p:spTgt spid="197653"/>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46"/>
                                        </p:tgtEl>
                                        <p:attrNameLst>
                                          <p:attrName>style.visibility</p:attrName>
                                        </p:attrNameLst>
                                      </p:cBhvr>
                                      <p:to>
                                        <p:strVal val="visible"/>
                                      </p:to>
                                    </p:set>
                                    <p:animEffect transition="in" filter="fade">
                                      <p:cBhvr>
                                        <p:cTn id="83" dur="500"/>
                                        <p:tgtEl>
                                          <p:spTgt spid="46"/>
                                        </p:tgtEl>
                                      </p:cBhvr>
                                    </p:animEffect>
                                  </p:childTnLst>
                                </p:cTn>
                              </p:par>
                            </p:childTnLst>
                          </p:cTn>
                        </p:par>
                      </p:childTnLst>
                    </p:cTn>
                  </p:par>
                  <p:par>
                    <p:cTn id="84" fill="hold">
                      <p:stCondLst>
                        <p:cond delay="indefinite"/>
                      </p:stCondLst>
                      <p:childTnLst>
                        <p:par>
                          <p:cTn id="85" fill="hold">
                            <p:stCondLst>
                              <p:cond delay="0"/>
                            </p:stCondLst>
                            <p:childTnLst>
                              <p:par>
                                <p:cTn id="86" presetID="1" presetClass="entr" presetSubtype="0" fill="hold" grpId="0" nodeType="clickEffect">
                                  <p:stCondLst>
                                    <p:cond delay="0"/>
                                  </p:stCondLst>
                                  <p:childTnLst>
                                    <p:set>
                                      <p:cBhvr>
                                        <p:cTn id="87" dur="1" fill="hold">
                                          <p:stCondLst>
                                            <p:cond delay="0"/>
                                          </p:stCondLst>
                                        </p:cTn>
                                        <p:tgtEl>
                                          <p:spTgt spid="197671"/>
                                        </p:tgtEl>
                                        <p:attrNameLst>
                                          <p:attrName>style.visibility</p:attrName>
                                        </p:attrNameLst>
                                      </p:cBhvr>
                                      <p:to>
                                        <p:strVal val="visible"/>
                                      </p:to>
                                    </p:set>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nodeType="clickEffect">
                                  <p:stCondLst>
                                    <p:cond delay="0"/>
                                  </p:stCondLst>
                                  <p:childTnLst>
                                    <p:set>
                                      <p:cBhvr>
                                        <p:cTn id="91" dur="1" fill="hold">
                                          <p:stCondLst>
                                            <p:cond delay="0"/>
                                          </p:stCondLst>
                                        </p:cTn>
                                        <p:tgtEl>
                                          <p:spTgt spid="197667">
                                            <p:txEl>
                                              <p:pRg st="6" end="6"/>
                                            </p:txEl>
                                          </p:spTgt>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1" presetClass="entr" presetSubtype="0" fill="hold" grpId="0" nodeType="clickEffect">
                                  <p:stCondLst>
                                    <p:cond delay="0"/>
                                  </p:stCondLst>
                                  <p:childTnLst>
                                    <p:set>
                                      <p:cBhvr>
                                        <p:cTn id="95" dur="1" fill="hold">
                                          <p:stCondLst>
                                            <p:cond delay="0"/>
                                          </p:stCondLst>
                                        </p:cTn>
                                        <p:tgtEl>
                                          <p:spTgt spid="44"/>
                                        </p:tgtEl>
                                        <p:attrNameLst>
                                          <p:attrName>style.visibility</p:attrName>
                                        </p:attrNameLst>
                                      </p:cBhvr>
                                      <p:to>
                                        <p:strVal val="visible"/>
                                      </p:to>
                                    </p:set>
                                  </p:childTnLst>
                                </p:cTn>
                              </p:par>
                            </p:childTnLst>
                          </p:cTn>
                        </p:par>
                      </p:childTnLst>
                    </p:cTn>
                  </p:par>
                  <p:par>
                    <p:cTn id="96" fill="hold">
                      <p:stCondLst>
                        <p:cond delay="indefinite"/>
                      </p:stCondLst>
                      <p:childTnLst>
                        <p:par>
                          <p:cTn id="97" fill="hold">
                            <p:stCondLst>
                              <p:cond delay="0"/>
                            </p:stCondLst>
                            <p:childTnLst>
                              <p:par>
                                <p:cTn id="98" presetID="1" presetClass="entr" presetSubtype="0" fill="hold" grpId="0" nodeType="clickEffect">
                                  <p:stCondLst>
                                    <p:cond delay="0"/>
                                  </p:stCondLst>
                                  <p:childTnLst>
                                    <p:set>
                                      <p:cBhvr>
                                        <p:cTn id="99" dur="1" fill="hold">
                                          <p:stCondLst>
                                            <p:cond delay="0"/>
                                          </p:stCondLst>
                                        </p:cTn>
                                        <p:tgtEl>
                                          <p:spTgt spid="197650"/>
                                        </p:tgtEl>
                                        <p:attrNameLst>
                                          <p:attrName>style.visibility</p:attrName>
                                        </p:attrNameLst>
                                      </p:cBhvr>
                                      <p:to>
                                        <p:strVal val="visible"/>
                                      </p:to>
                                    </p:se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grpId="0" nodeType="clickEffect">
                                  <p:stCondLst>
                                    <p:cond delay="0"/>
                                  </p:stCondLst>
                                  <p:childTnLst>
                                    <p:set>
                                      <p:cBhvr>
                                        <p:cTn id="103" dur="1" fill="hold">
                                          <p:stCondLst>
                                            <p:cond delay="0"/>
                                          </p:stCondLst>
                                        </p:cTn>
                                        <p:tgtEl>
                                          <p:spTgt spid="197646"/>
                                        </p:tgtEl>
                                        <p:attrNameLst>
                                          <p:attrName>style.visibility</p:attrName>
                                        </p:attrNameLst>
                                      </p:cBhvr>
                                      <p:to>
                                        <p:strVal val="visible"/>
                                      </p:to>
                                    </p:set>
                                  </p:childTnLst>
                                </p:cTn>
                              </p:par>
                            </p:childTnLst>
                          </p:cTn>
                        </p:par>
                      </p:childTnLst>
                    </p:cTn>
                  </p:par>
                  <p:par>
                    <p:cTn id="104" fill="hold">
                      <p:stCondLst>
                        <p:cond delay="indefinite"/>
                      </p:stCondLst>
                      <p:childTnLst>
                        <p:par>
                          <p:cTn id="105" fill="hold">
                            <p:stCondLst>
                              <p:cond delay="0"/>
                            </p:stCondLst>
                            <p:childTnLst>
                              <p:par>
                                <p:cTn id="106" presetID="1" presetClass="entr" presetSubtype="0" fill="hold" grpId="0" nodeType="clickEffect">
                                  <p:stCondLst>
                                    <p:cond delay="0"/>
                                  </p:stCondLst>
                                  <p:childTnLst>
                                    <p:set>
                                      <p:cBhvr>
                                        <p:cTn id="107" dur="1" fill="hold">
                                          <p:stCondLst>
                                            <p:cond delay="0"/>
                                          </p:stCondLst>
                                        </p:cTn>
                                        <p:tgtEl>
                                          <p:spTgt spid="197645"/>
                                        </p:tgtEl>
                                        <p:attrNameLst>
                                          <p:attrName>style.visibility</p:attrName>
                                        </p:attrNameLst>
                                      </p:cBhvr>
                                      <p:to>
                                        <p:strVal val="visible"/>
                                      </p:to>
                                    </p:set>
                                  </p:childTnLst>
                                </p:cTn>
                              </p:par>
                            </p:childTnLst>
                          </p:cTn>
                        </p:par>
                      </p:childTnLst>
                    </p:cTn>
                  </p:par>
                  <p:par>
                    <p:cTn id="108" fill="hold">
                      <p:stCondLst>
                        <p:cond delay="indefinite"/>
                      </p:stCondLst>
                      <p:childTnLst>
                        <p:par>
                          <p:cTn id="109" fill="hold">
                            <p:stCondLst>
                              <p:cond delay="0"/>
                            </p:stCondLst>
                            <p:childTnLst>
                              <p:par>
                                <p:cTn id="110" presetID="1" presetClass="entr" presetSubtype="0" fill="hold" grpId="0" nodeType="clickEffect">
                                  <p:stCondLst>
                                    <p:cond delay="0"/>
                                  </p:stCondLst>
                                  <p:childTnLst>
                                    <p:set>
                                      <p:cBhvr>
                                        <p:cTn id="111" dur="1" fill="hold">
                                          <p:stCondLst>
                                            <p:cond delay="0"/>
                                          </p:stCondLst>
                                        </p:cTn>
                                        <p:tgtEl>
                                          <p:spTgt spid="197674"/>
                                        </p:tgtEl>
                                        <p:attrNameLst>
                                          <p:attrName>style.visibility</p:attrName>
                                        </p:attrNameLst>
                                      </p:cBhvr>
                                      <p:to>
                                        <p:strVal val="visible"/>
                                      </p:to>
                                    </p:set>
                                  </p:childTnLst>
                                </p:cTn>
                              </p:par>
                            </p:childTnLst>
                          </p:cTn>
                        </p:par>
                      </p:childTnLst>
                    </p:cTn>
                  </p:par>
                  <p:par>
                    <p:cTn id="112" fill="hold">
                      <p:stCondLst>
                        <p:cond delay="indefinite"/>
                      </p:stCondLst>
                      <p:childTnLst>
                        <p:par>
                          <p:cTn id="113" fill="hold">
                            <p:stCondLst>
                              <p:cond delay="0"/>
                            </p:stCondLst>
                            <p:childTnLst>
                              <p:par>
                                <p:cTn id="114" presetID="1" presetClass="entr" presetSubtype="0" fill="hold" nodeType="clickEffect">
                                  <p:stCondLst>
                                    <p:cond delay="0"/>
                                  </p:stCondLst>
                                  <p:childTnLst>
                                    <p:set>
                                      <p:cBhvr>
                                        <p:cTn id="115" dur="1" fill="hold">
                                          <p:stCondLst>
                                            <p:cond delay="0"/>
                                          </p:stCondLst>
                                        </p:cTn>
                                        <p:tgtEl>
                                          <p:spTgt spid="197667">
                                            <p:txEl>
                                              <p:pRg st="7" end="7"/>
                                            </p:txEl>
                                          </p:spTgt>
                                        </p:tgtEl>
                                        <p:attrNameLst>
                                          <p:attrName>style.visibility</p:attrName>
                                        </p:attrNameLst>
                                      </p:cBhvr>
                                      <p:to>
                                        <p:strVal val="visible"/>
                                      </p:to>
                                    </p:set>
                                  </p:childTnLst>
                                </p:cTn>
                              </p:par>
                            </p:childTnLst>
                          </p:cTn>
                        </p:par>
                      </p:childTnLst>
                    </p:cTn>
                  </p:par>
                  <p:par>
                    <p:cTn id="116" fill="hold">
                      <p:stCondLst>
                        <p:cond delay="indefinite"/>
                      </p:stCondLst>
                      <p:childTnLst>
                        <p:par>
                          <p:cTn id="117" fill="hold">
                            <p:stCondLst>
                              <p:cond delay="0"/>
                            </p:stCondLst>
                            <p:childTnLst>
                              <p:par>
                                <p:cTn id="118" presetID="1" presetClass="entr" presetSubtype="0" fill="hold" grpId="0" nodeType="clickEffect">
                                  <p:stCondLst>
                                    <p:cond delay="0"/>
                                  </p:stCondLst>
                                  <p:childTnLst>
                                    <p:set>
                                      <p:cBhvr>
                                        <p:cTn id="119" dur="1" fill="hold">
                                          <p:stCondLst>
                                            <p:cond delay="0"/>
                                          </p:stCondLst>
                                        </p:cTn>
                                        <p:tgtEl>
                                          <p:spTgt spid="197647"/>
                                        </p:tgtEl>
                                        <p:attrNameLst>
                                          <p:attrName>style.visibility</p:attrName>
                                        </p:attrNameLst>
                                      </p:cBhvr>
                                      <p:to>
                                        <p:strVal val="visible"/>
                                      </p:to>
                                    </p:set>
                                  </p:childTnLst>
                                </p:cTn>
                              </p:par>
                            </p:childTnLst>
                          </p:cTn>
                        </p:par>
                      </p:childTnLst>
                    </p:cTn>
                  </p:par>
                  <p:par>
                    <p:cTn id="120" fill="hold">
                      <p:stCondLst>
                        <p:cond delay="indefinite"/>
                      </p:stCondLst>
                      <p:childTnLst>
                        <p:par>
                          <p:cTn id="121" fill="hold">
                            <p:stCondLst>
                              <p:cond delay="0"/>
                            </p:stCondLst>
                            <p:childTnLst>
                              <p:par>
                                <p:cTn id="122" presetID="1" presetClass="entr" presetSubtype="0" fill="hold" grpId="0" nodeType="clickEffect">
                                  <p:stCondLst>
                                    <p:cond delay="0"/>
                                  </p:stCondLst>
                                  <p:childTnLst>
                                    <p:set>
                                      <p:cBhvr>
                                        <p:cTn id="123" dur="1" fill="hold">
                                          <p:stCondLst>
                                            <p:cond delay="0"/>
                                          </p:stCondLst>
                                        </p:cTn>
                                        <p:tgtEl>
                                          <p:spTgt spid="197649"/>
                                        </p:tgtEl>
                                        <p:attrNameLst>
                                          <p:attrName>style.visibility</p:attrName>
                                        </p:attrNameLst>
                                      </p:cBhvr>
                                      <p:to>
                                        <p:strVal val="visible"/>
                                      </p:to>
                                    </p:set>
                                  </p:childTnLst>
                                </p:cTn>
                              </p:par>
                            </p:childTnLst>
                          </p:cTn>
                        </p:par>
                      </p:childTnLst>
                    </p:cTn>
                  </p:par>
                  <p:par>
                    <p:cTn id="124" fill="hold">
                      <p:stCondLst>
                        <p:cond delay="indefinite"/>
                      </p:stCondLst>
                      <p:childTnLst>
                        <p:par>
                          <p:cTn id="125" fill="hold">
                            <p:stCondLst>
                              <p:cond delay="0"/>
                            </p:stCondLst>
                            <p:childTnLst>
                              <p:par>
                                <p:cTn id="126" presetID="1" presetClass="entr" presetSubtype="0" fill="hold" grpId="0" nodeType="clickEffect">
                                  <p:stCondLst>
                                    <p:cond delay="0"/>
                                  </p:stCondLst>
                                  <p:childTnLst>
                                    <p:set>
                                      <p:cBhvr>
                                        <p:cTn id="127" dur="1" fill="hold">
                                          <p:stCondLst>
                                            <p:cond delay="0"/>
                                          </p:stCondLst>
                                        </p:cTn>
                                        <p:tgtEl>
                                          <p:spTgt spid="197651"/>
                                        </p:tgtEl>
                                        <p:attrNameLst>
                                          <p:attrName>style.visibility</p:attrName>
                                        </p:attrNameLst>
                                      </p:cBhvr>
                                      <p:to>
                                        <p:strVal val="visible"/>
                                      </p:to>
                                    </p:set>
                                  </p:childTnLst>
                                </p:cTn>
                              </p:par>
                            </p:childTnLst>
                          </p:cTn>
                        </p:par>
                      </p:childTnLst>
                    </p:cTn>
                  </p:par>
                  <p:par>
                    <p:cTn id="128" fill="hold">
                      <p:stCondLst>
                        <p:cond delay="indefinite"/>
                      </p:stCondLst>
                      <p:childTnLst>
                        <p:par>
                          <p:cTn id="129" fill="hold">
                            <p:stCondLst>
                              <p:cond delay="0"/>
                            </p:stCondLst>
                            <p:childTnLst>
                              <p:par>
                                <p:cTn id="130" presetID="1" presetClass="entr" presetSubtype="0" fill="hold" grpId="0" nodeType="clickEffect">
                                  <p:stCondLst>
                                    <p:cond delay="0"/>
                                  </p:stCondLst>
                                  <p:childTnLst>
                                    <p:set>
                                      <p:cBhvr>
                                        <p:cTn id="131" dur="1" fill="hold">
                                          <p:stCondLst>
                                            <p:cond delay="0"/>
                                          </p:stCondLst>
                                        </p:cTn>
                                        <p:tgtEl>
                                          <p:spTgt spid="1976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7640" grpId="0" animBg="1"/>
      <p:bldP spid="197641" grpId="0" animBg="1"/>
      <p:bldP spid="197643" grpId="0"/>
      <p:bldP spid="197644" grpId="0" animBg="1"/>
      <p:bldP spid="197645" grpId="0" animBg="1"/>
      <p:bldP spid="197646" grpId="0"/>
      <p:bldP spid="197647" grpId="0" animBg="1"/>
      <p:bldP spid="197648" grpId="0"/>
      <p:bldP spid="197649" grpId="0"/>
      <p:bldP spid="197650" grpId="0" animBg="1"/>
      <p:bldP spid="197651" grpId="0" animBg="1"/>
      <p:bldP spid="197652" grpId="0" animBg="1"/>
      <p:bldP spid="197653" grpId="0" animBg="1"/>
      <p:bldP spid="197654" grpId="0" animBg="1"/>
      <p:bldP spid="197655" grpId="0" animBg="1"/>
      <p:bldP spid="197656" grpId="0" animBg="1"/>
      <p:bldP spid="197657" grpId="0" animBg="1"/>
      <p:bldP spid="197658" grpId="0"/>
      <p:bldP spid="197659" grpId="0"/>
      <p:bldP spid="197661" grpId="0"/>
      <p:bldP spid="197662" grpId="0"/>
      <p:bldP spid="197663" grpId="0"/>
      <p:bldP spid="197664" grpId="0"/>
      <p:bldP spid="197671" grpId="0"/>
      <p:bldP spid="197672" grpId="0"/>
      <p:bldP spid="197673" grpId="0"/>
      <p:bldP spid="197674" grpId="0"/>
      <p:bldP spid="197675" grpId="0"/>
      <p:bldP spid="44" grpId="0" animBg="1"/>
      <p:bldP spid="46"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Text Box 2"/>
          <p:cNvSpPr txBox="1">
            <a:spLocks noChangeArrowheads="1"/>
          </p:cNvSpPr>
          <p:nvPr/>
        </p:nvSpPr>
        <p:spPr bwMode="auto">
          <a:xfrm>
            <a:off x="4471988" y="3200400"/>
            <a:ext cx="4048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400" dirty="0">
                <a:latin typeface="Times New Roman" panose="02020603050405020304" pitchFamily="18" charset="0"/>
              </a:rPr>
              <a:t>X</a:t>
            </a:r>
          </a:p>
        </p:txBody>
      </p:sp>
      <p:sp>
        <p:nvSpPr>
          <p:cNvPr id="199683" name="Line 3"/>
          <p:cNvSpPr>
            <a:spLocks noChangeShapeType="1"/>
          </p:cNvSpPr>
          <p:nvPr/>
        </p:nvSpPr>
        <p:spPr bwMode="auto">
          <a:xfrm>
            <a:off x="5197475" y="1831975"/>
            <a:ext cx="0" cy="3886200"/>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endParaRPr lang="en-IN"/>
          </a:p>
        </p:txBody>
      </p:sp>
      <p:sp>
        <p:nvSpPr>
          <p:cNvPr id="199684" name="Line 4"/>
          <p:cNvSpPr>
            <a:spLocks noChangeShapeType="1"/>
          </p:cNvSpPr>
          <p:nvPr/>
        </p:nvSpPr>
        <p:spPr bwMode="auto">
          <a:xfrm flipV="1">
            <a:off x="4724402" y="3429000"/>
            <a:ext cx="34448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99685" name="Text Box 5"/>
          <p:cNvSpPr txBox="1">
            <a:spLocks noChangeArrowheads="1"/>
          </p:cNvSpPr>
          <p:nvPr/>
        </p:nvSpPr>
        <p:spPr bwMode="auto">
          <a:xfrm>
            <a:off x="8077200" y="3166382"/>
            <a:ext cx="4074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400" dirty="0">
                <a:latin typeface="Times New Roman" panose="02020603050405020304" pitchFamily="18" charset="0"/>
              </a:rPr>
              <a:t>Y</a:t>
            </a:r>
          </a:p>
        </p:txBody>
      </p:sp>
      <p:sp>
        <p:nvSpPr>
          <p:cNvPr id="199687" name="Line 7"/>
          <p:cNvSpPr>
            <a:spLocks noChangeShapeType="1"/>
          </p:cNvSpPr>
          <p:nvPr/>
        </p:nvSpPr>
        <p:spPr bwMode="auto">
          <a:xfrm>
            <a:off x="5207905" y="3036666"/>
            <a:ext cx="2895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99689" name="Text Box 9"/>
          <p:cNvSpPr txBox="1">
            <a:spLocks noChangeArrowheads="1"/>
          </p:cNvSpPr>
          <p:nvPr/>
        </p:nvSpPr>
        <p:spPr bwMode="auto">
          <a:xfrm>
            <a:off x="4876802" y="3810000"/>
            <a:ext cx="2635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Times New Roman" panose="02020603050405020304" pitchFamily="18" charset="0"/>
              </a:rPr>
              <a:t>a</a:t>
            </a:r>
          </a:p>
        </p:txBody>
      </p:sp>
      <p:sp>
        <p:nvSpPr>
          <p:cNvPr id="199690" name="Line 10"/>
          <p:cNvSpPr>
            <a:spLocks noChangeShapeType="1"/>
          </p:cNvSpPr>
          <p:nvPr/>
        </p:nvSpPr>
        <p:spPr bwMode="auto">
          <a:xfrm>
            <a:off x="5197475" y="4019282"/>
            <a:ext cx="22860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99691" name="Text Box 11"/>
          <p:cNvSpPr txBox="1">
            <a:spLocks noChangeArrowheads="1"/>
          </p:cNvSpPr>
          <p:nvPr/>
        </p:nvSpPr>
        <p:spPr bwMode="auto">
          <a:xfrm>
            <a:off x="4860927" y="2982913"/>
            <a:ext cx="32412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a:latin typeface="Times New Roman" panose="02020603050405020304" pitchFamily="18" charset="0"/>
              </a:rPr>
              <a:t>a</a:t>
            </a:r>
            <a:r>
              <a:rPr lang="en-US" altLang="en-US" sz="1400" dirty="0">
                <a:latin typeface="Arial" panose="020B0604020202020204" pitchFamily="34" charset="0"/>
              </a:rPr>
              <a:t>´</a:t>
            </a:r>
            <a:endParaRPr lang="en-US" altLang="en-US" sz="1400" dirty="0">
              <a:latin typeface="Times New Roman" panose="02020603050405020304" pitchFamily="18" charset="0"/>
            </a:endParaRPr>
          </a:p>
        </p:txBody>
      </p:sp>
      <p:sp>
        <p:nvSpPr>
          <p:cNvPr id="199692" name="Text Box 12"/>
          <p:cNvSpPr txBox="1">
            <a:spLocks noChangeArrowheads="1"/>
          </p:cNvSpPr>
          <p:nvPr/>
        </p:nvSpPr>
        <p:spPr bwMode="auto">
          <a:xfrm>
            <a:off x="7424738" y="6346827"/>
            <a:ext cx="33374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Times New Roman" panose="02020603050405020304" pitchFamily="18" charset="0"/>
              </a:rPr>
              <a:t>b</a:t>
            </a:r>
            <a:r>
              <a:rPr lang="en-US" altLang="en-US" sz="1400" baseline="-25000" dirty="0">
                <a:latin typeface="Times New Roman" panose="02020603050405020304" pitchFamily="18" charset="0"/>
              </a:rPr>
              <a:t>1</a:t>
            </a:r>
          </a:p>
        </p:txBody>
      </p:sp>
      <p:sp>
        <p:nvSpPr>
          <p:cNvPr id="199693" name="Line 13"/>
          <p:cNvSpPr>
            <a:spLocks noChangeShapeType="1"/>
          </p:cNvSpPr>
          <p:nvPr/>
        </p:nvSpPr>
        <p:spPr bwMode="auto">
          <a:xfrm rot="4589744" flipV="1">
            <a:off x="4905375" y="4408488"/>
            <a:ext cx="2819400" cy="1600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99694" name="Text Box 14"/>
          <p:cNvSpPr txBox="1">
            <a:spLocks noChangeArrowheads="1"/>
          </p:cNvSpPr>
          <p:nvPr/>
        </p:nvSpPr>
        <p:spPr bwMode="auto">
          <a:xfrm rot="-2817022">
            <a:off x="5603336" y="4121663"/>
            <a:ext cx="55015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dirty="0">
                <a:latin typeface="Times New Roman" panose="02020603050405020304" pitchFamily="18" charset="0"/>
                <a:cs typeface="Times New Roman" panose="02020603050405020304" pitchFamily="18" charset="0"/>
                <a:sym typeface="Symbol" panose="05050102010706020507" pitchFamily="18" charset="2"/>
              </a:rPr>
              <a:t> 45</a:t>
            </a:r>
            <a:r>
              <a:rPr lang="en-US" altLang="en-US" baseline="30000" dirty="0">
                <a:latin typeface="Times New Roman" panose="02020603050405020304" pitchFamily="18" charset="0"/>
                <a:cs typeface="Times New Roman" panose="02020603050405020304" pitchFamily="18" charset="0"/>
                <a:sym typeface="Symbol" panose="05050102010706020507" pitchFamily="18" charset="2"/>
              </a:rPr>
              <a:t>0</a:t>
            </a:r>
          </a:p>
        </p:txBody>
      </p:sp>
      <p:sp>
        <p:nvSpPr>
          <p:cNvPr id="199695" name="Text Box 15"/>
          <p:cNvSpPr txBox="1">
            <a:spLocks noChangeArrowheads="1"/>
          </p:cNvSpPr>
          <p:nvPr/>
        </p:nvSpPr>
        <p:spPr bwMode="auto">
          <a:xfrm rot="3322370">
            <a:off x="6562725" y="5351463"/>
            <a:ext cx="4000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rPr>
              <a:t>TL</a:t>
            </a:r>
            <a:endParaRPr lang="en-US" altLang="en-US" sz="1400" baseline="-25000">
              <a:latin typeface="Times New Roman" panose="02020603050405020304" pitchFamily="18" charset="0"/>
            </a:endParaRPr>
          </a:p>
        </p:txBody>
      </p:sp>
      <p:sp>
        <p:nvSpPr>
          <p:cNvPr id="199696" name="Arc 16"/>
          <p:cNvSpPr>
            <a:spLocks/>
          </p:cNvSpPr>
          <p:nvPr/>
        </p:nvSpPr>
        <p:spPr bwMode="auto">
          <a:xfrm rot="2540338">
            <a:off x="5364163" y="3913188"/>
            <a:ext cx="304800" cy="374650"/>
          </a:xfrm>
          <a:custGeom>
            <a:avLst/>
            <a:gdLst>
              <a:gd name="G0" fmla="+- 0 0 0"/>
              <a:gd name="G1" fmla="+- 13506 0 0"/>
              <a:gd name="G2" fmla="+- 21600 0 0"/>
              <a:gd name="T0" fmla="*/ 16857 w 21600"/>
              <a:gd name="T1" fmla="*/ 0 h 26615"/>
              <a:gd name="T2" fmla="*/ 17168 w 21600"/>
              <a:gd name="T3" fmla="*/ 26615 h 26615"/>
              <a:gd name="T4" fmla="*/ 0 w 21600"/>
              <a:gd name="T5" fmla="*/ 13506 h 26615"/>
            </a:gdLst>
            <a:ahLst/>
            <a:cxnLst>
              <a:cxn ang="0">
                <a:pos x="T0" y="T1"/>
              </a:cxn>
              <a:cxn ang="0">
                <a:pos x="T2" y="T3"/>
              </a:cxn>
              <a:cxn ang="0">
                <a:pos x="T4" y="T5"/>
              </a:cxn>
            </a:cxnLst>
            <a:rect l="0" t="0" r="r" b="b"/>
            <a:pathLst>
              <a:path w="21600" h="26615" fill="none" extrusionOk="0">
                <a:moveTo>
                  <a:pt x="16856" y="0"/>
                </a:moveTo>
                <a:cubicBezTo>
                  <a:pt x="19927" y="3832"/>
                  <a:pt x="21600" y="8595"/>
                  <a:pt x="21600" y="13506"/>
                </a:cubicBezTo>
                <a:cubicBezTo>
                  <a:pt x="21600" y="18243"/>
                  <a:pt x="20042" y="22849"/>
                  <a:pt x="17167" y="26614"/>
                </a:cubicBezTo>
              </a:path>
              <a:path w="21600" h="26615" stroke="0" extrusionOk="0">
                <a:moveTo>
                  <a:pt x="16856" y="0"/>
                </a:moveTo>
                <a:cubicBezTo>
                  <a:pt x="19927" y="3832"/>
                  <a:pt x="21600" y="8595"/>
                  <a:pt x="21600" y="13506"/>
                </a:cubicBezTo>
                <a:cubicBezTo>
                  <a:pt x="21600" y="18243"/>
                  <a:pt x="20042" y="22849"/>
                  <a:pt x="17167" y="26614"/>
                </a:cubicBezTo>
                <a:lnTo>
                  <a:pt x="0" y="13506"/>
                </a:lnTo>
                <a:close/>
              </a:path>
            </a:pathLst>
          </a:custGeom>
          <a:noFill/>
          <a:ln w="9525">
            <a:solidFill>
              <a:schemeClr val="tx1"/>
            </a:solidFill>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99697" name="Text Box 17"/>
          <p:cNvSpPr txBox="1">
            <a:spLocks noChangeArrowheads="1"/>
          </p:cNvSpPr>
          <p:nvPr/>
        </p:nvSpPr>
        <p:spPr bwMode="auto">
          <a:xfrm>
            <a:off x="7467600" y="3903663"/>
            <a:ext cx="2730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Times New Roman" panose="02020603050405020304" pitchFamily="18" charset="0"/>
              </a:rPr>
              <a:t>1</a:t>
            </a:r>
          </a:p>
        </p:txBody>
      </p:sp>
      <p:sp>
        <p:nvSpPr>
          <p:cNvPr id="199698" name="Line 18"/>
          <p:cNvSpPr>
            <a:spLocks noChangeShapeType="1"/>
          </p:cNvSpPr>
          <p:nvPr/>
        </p:nvSpPr>
        <p:spPr bwMode="auto">
          <a:xfrm flipV="1">
            <a:off x="5203065" y="1455541"/>
            <a:ext cx="2848858" cy="158387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99699" name="Text Box 19"/>
          <p:cNvSpPr txBox="1">
            <a:spLocks noChangeArrowheads="1"/>
          </p:cNvSpPr>
          <p:nvPr/>
        </p:nvSpPr>
        <p:spPr bwMode="auto">
          <a:xfrm>
            <a:off x="7886700" y="1147765"/>
            <a:ext cx="44275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a:latin typeface="Times New Roman" panose="02020603050405020304" pitchFamily="18" charset="0"/>
              </a:rPr>
              <a:t>b</a:t>
            </a:r>
            <a:r>
              <a:rPr lang="en-US" altLang="en-US" sz="1400" dirty="0">
                <a:latin typeface="Arial" panose="020B0604020202020204" pitchFamily="34" charset="0"/>
              </a:rPr>
              <a:t>´ </a:t>
            </a:r>
            <a:r>
              <a:rPr lang="en-US" altLang="en-US" sz="1400" baseline="-25000" dirty="0">
                <a:latin typeface="Times New Roman" panose="02020603050405020304" pitchFamily="18" charset="0"/>
              </a:rPr>
              <a:t>1</a:t>
            </a:r>
          </a:p>
        </p:txBody>
      </p:sp>
      <p:sp>
        <p:nvSpPr>
          <p:cNvPr id="199700" name="Line 20"/>
          <p:cNvSpPr>
            <a:spLocks noChangeShapeType="1"/>
          </p:cNvSpPr>
          <p:nvPr/>
        </p:nvSpPr>
        <p:spPr bwMode="auto">
          <a:xfrm>
            <a:off x="7391400" y="4038600"/>
            <a:ext cx="0" cy="236220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99701" name="Line 21"/>
          <p:cNvSpPr>
            <a:spLocks noChangeShapeType="1"/>
          </p:cNvSpPr>
          <p:nvPr/>
        </p:nvSpPr>
        <p:spPr bwMode="auto">
          <a:xfrm flipV="1">
            <a:off x="5867400" y="1455542"/>
            <a:ext cx="3143250" cy="178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99702" name="Line 22"/>
          <p:cNvSpPr>
            <a:spLocks noChangeShapeType="1"/>
          </p:cNvSpPr>
          <p:nvPr/>
        </p:nvSpPr>
        <p:spPr bwMode="auto">
          <a:xfrm>
            <a:off x="6096000" y="6381750"/>
            <a:ext cx="2819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99703" name="Line 23"/>
          <p:cNvSpPr>
            <a:spLocks noChangeShapeType="1"/>
          </p:cNvSpPr>
          <p:nvPr/>
        </p:nvSpPr>
        <p:spPr bwMode="auto">
          <a:xfrm flipV="1">
            <a:off x="7391400" y="3048000"/>
            <a:ext cx="0" cy="1143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99704" name="Arc 24"/>
          <p:cNvSpPr>
            <a:spLocks/>
          </p:cNvSpPr>
          <p:nvPr/>
        </p:nvSpPr>
        <p:spPr bwMode="auto">
          <a:xfrm>
            <a:off x="6324600" y="1458915"/>
            <a:ext cx="1066800" cy="1616075"/>
          </a:xfrm>
          <a:custGeom>
            <a:avLst/>
            <a:gdLst>
              <a:gd name="G0" fmla="+- 0 0 0"/>
              <a:gd name="G1" fmla="+- 21466 0 0"/>
              <a:gd name="G2" fmla="+- 21600 0 0"/>
              <a:gd name="T0" fmla="*/ 2403 w 21600"/>
              <a:gd name="T1" fmla="*/ 0 h 22904"/>
              <a:gd name="T2" fmla="*/ 21552 w 21600"/>
              <a:gd name="T3" fmla="*/ 22904 h 22904"/>
              <a:gd name="T4" fmla="*/ 0 w 21600"/>
              <a:gd name="T5" fmla="*/ 21466 h 22904"/>
            </a:gdLst>
            <a:ahLst/>
            <a:cxnLst>
              <a:cxn ang="0">
                <a:pos x="T0" y="T1"/>
              </a:cxn>
              <a:cxn ang="0">
                <a:pos x="T2" y="T3"/>
              </a:cxn>
              <a:cxn ang="0">
                <a:pos x="T4" y="T5"/>
              </a:cxn>
            </a:cxnLst>
            <a:rect l="0" t="0" r="r" b="b"/>
            <a:pathLst>
              <a:path w="21600" h="22904" fill="none" extrusionOk="0">
                <a:moveTo>
                  <a:pt x="2402" y="0"/>
                </a:moveTo>
                <a:cubicBezTo>
                  <a:pt x="13334" y="1223"/>
                  <a:pt x="21600" y="10466"/>
                  <a:pt x="21600" y="21466"/>
                </a:cubicBezTo>
                <a:cubicBezTo>
                  <a:pt x="21600" y="21945"/>
                  <a:pt x="21584" y="22425"/>
                  <a:pt x="21552" y="22904"/>
                </a:cubicBezTo>
              </a:path>
              <a:path w="21600" h="22904" stroke="0" extrusionOk="0">
                <a:moveTo>
                  <a:pt x="2402" y="0"/>
                </a:moveTo>
                <a:cubicBezTo>
                  <a:pt x="13334" y="1223"/>
                  <a:pt x="21600" y="10466"/>
                  <a:pt x="21600" y="21466"/>
                </a:cubicBezTo>
                <a:cubicBezTo>
                  <a:pt x="21600" y="21945"/>
                  <a:pt x="21584" y="22425"/>
                  <a:pt x="21552" y="22904"/>
                </a:cubicBezTo>
                <a:lnTo>
                  <a:pt x="0" y="21466"/>
                </a:lnTo>
                <a:close/>
              </a:path>
            </a:pathLst>
          </a:custGeom>
          <a:noFill/>
          <a:ln w="9525">
            <a:solidFill>
              <a:schemeClr val="tx1"/>
            </a:solidFill>
            <a:round/>
            <a:headEnd type="triangle" w="med" len="me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99705" name="Line 25"/>
          <p:cNvSpPr>
            <a:spLocks noChangeShapeType="1"/>
          </p:cNvSpPr>
          <p:nvPr/>
        </p:nvSpPr>
        <p:spPr bwMode="auto">
          <a:xfrm flipV="1">
            <a:off x="5181600" y="1447800"/>
            <a:ext cx="1295400" cy="160020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99706" name="Text Box 26"/>
          <p:cNvSpPr txBox="1">
            <a:spLocks noChangeArrowheads="1"/>
          </p:cNvSpPr>
          <p:nvPr/>
        </p:nvSpPr>
        <p:spPr bwMode="auto">
          <a:xfrm>
            <a:off x="6391275" y="1171575"/>
            <a:ext cx="33374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a:latin typeface="Times New Roman" panose="02020603050405020304" pitchFamily="18" charset="0"/>
              </a:rPr>
              <a:t>b</a:t>
            </a:r>
            <a:r>
              <a:rPr lang="en-US" altLang="en-US" sz="1400" dirty="0">
                <a:latin typeface="Arial" panose="020B0604020202020204" pitchFamily="34" charset="0"/>
              </a:rPr>
              <a:t>´</a:t>
            </a:r>
            <a:endParaRPr lang="en-US" altLang="en-US" sz="1400" baseline="-25000" dirty="0">
              <a:latin typeface="Times New Roman" panose="02020603050405020304" pitchFamily="18" charset="0"/>
            </a:endParaRPr>
          </a:p>
        </p:txBody>
      </p:sp>
      <p:sp>
        <p:nvSpPr>
          <p:cNvPr id="199707" name="Text Box 27"/>
          <p:cNvSpPr txBox="1">
            <a:spLocks noChangeArrowheads="1"/>
          </p:cNvSpPr>
          <p:nvPr/>
        </p:nvSpPr>
        <p:spPr bwMode="auto">
          <a:xfrm>
            <a:off x="6684640" y="3771900"/>
            <a:ext cx="5191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Times New Roman" panose="02020603050405020304" pitchFamily="18" charset="0"/>
              </a:rPr>
              <a:t>LFV</a:t>
            </a:r>
            <a:endParaRPr lang="en-US" altLang="en-US" sz="1400" baseline="-25000" dirty="0">
              <a:latin typeface="Times New Roman" panose="02020603050405020304" pitchFamily="18" charset="0"/>
            </a:endParaRPr>
          </a:p>
        </p:txBody>
      </p:sp>
      <p:sp>
        <p:nvSpPr>
          <p:cNvPr id="199708" name="Text Box 28"/>
          <p:cNvSpPr txBox="1">
            <a:spLocks noChangeArrowheads="1"/>
          </p:cNvSpPr>
          <p:nvPr/>
        </p:nvSpPr>
        <p:spPr bwMode="auto">
          <a:xfrm rot="-2966121">
            <a:off x="5525295" y="1958182"/>
            <a:ext cx="41116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Times New Roman" panose="02020603050405020304" pitchFamily="18" charset="0"/>
              </a:rPr>
              <a:t>FV</a:t>
            </a:r>
            <a:endParaRPr lang="en-US" altLang="en-US" sz="1400" baseline="-25000" dirty="0">
              <a:latin typeface="Times New Roman" panose="02020603050405020304" pitchFamily="18" charset="0"/>
            </a:endParaRPr>
          </a:p>
        </p:txBody>
      </p:sp>
      <p:sp>
        <p:nvSpPr>
          <p:cNvPr id="199709" name="Text Box 29"/>
          <p:cNvSpPr txBox="1">
            <a:spLocks noChangeArrowheads="1"/>
          </p:cNvSpPr>
          <p:nvPr/>
        </p:nvSpPr>
        <p:spPr bwMode="auto">
          <a:xfrm rot="-1807669">
            <a:off x="6580188" y="2124075"/>
            <a:ext cx="4000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Times New Roman" panose="02020603050405020304" pitchFamily="18" charset="0"/>
              </a:rPr>
              <a:t>TL</a:t>
            </a:r>
            <a:endParaRPr lang="en-US" altLang="en-US" sz="1400" baseline="-25000" dirty="0">
              <a:latin typeface="Times New Roman" panose="02020603050405020304" pitchFamily="18" charset="0"/>
            </a:endParaRPr>
          </a:p>
        </p:txBody>
      </p:sp>
      <p:sp>
        <p:nvSpPr>
          <p:cNvPr id="199710" name="Text Box 30"/>
          <p:cNvSpPr txBox="1">
            <a:spLocks noChangeArrowheads="1"/>
          </p:cNvSpPr>
          <p:nvPr/>
        </p:nvSpPr>
        <p:spPr bwMode="auto">
          <a:xfrm>
            <a:off x="5649915" y="2347913"/>
            <a:ext cx="49244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dirty="0">
                <a:latin typeface="Times New Roman" panose="02020603050405020304" pitchFamily="18" charset="0"/>
                <a:cs typeface="Times New Roman" panose="02020603050405020304" pitchFamily="18" charset="0"/>
                <a:sym typeface="Symbol" panose="05050102010706020507" pitchFamily="18" charset="2"/>
              </a:rPr>
              <a:t>55</a:t>
            </a:r>
            <a:r>
              <a:rPr lang="en-US" altLang="en-US" baseline="30000" dirty="0">
                <a:latin typeface="Times New Roman" panose="02020603050405020304" pitchFamily="18" charset="0"/>
                <a:cs typeface="Times New Roman" panose="02020603050405020304" pitchFamily="18" charset="0"/>
                <a:sym typeface="Symbol" panose="05050102010706020507" pitchFamily="18" charset="2"/>
              </a:rPr>
              <a:t>0</a:t>
            </a:r>
          </a:p>
        </p:txBody>
      </p:sp>
      <p:sp>
        <p:nvSpPr>
          <p:cNvPr id="199711" name="Arc 31"/>
          <p:cNvSpPr>
            <a:spLocks/>
          </p:cNvSpPr>
          <p:nvPr/>
        </p:nvSpPr>
        <p:spPr bwMode="auto">
          <a:xfrm>
            <a:off x="4953000" y="2514602"/>
            <a:ext cx="914400" cy="531813"/>
          </a:xfrm>
          <a:custGeom>
            <a:avLst/>
            <a:gdLst>
              <a:gd name="G0" fmla="+- 0 0 0"/>
              <a:gd name="G1" fmla="+- 15080 0 0"/>
              <a:gd name="G2" fmla="+- 21600 0 0"/>
              <a:gd name="T0" fmla="*/ 15464 w 21600"/>
              <a:gd name="T1" fmla="*/ 0 h 15080"/>
              <a:gd name="T2" fmla="*/ 21600 w 21600"/>
              <a:gd name="T3" fmla="*/ 15080 h 15080"/>
              <a:gd name="T4" fmla="*/ 0 w 21600"/>
              <a:gd name="T5" fmla="*/ 15080 h 15080"/>
            </a:gdLst>
            <a:ahLst/>
            <a:cxnLst>
              <a:cxn ang="0">
                <a:pos x="T0" y="T1"/>
              </a:cxn>
              <a:cxn ang="0">
                <a:pos x="T2" y="T3"/>
              </a:cxn>
              <a:cxn ang="0">
                <a:pos x="T4" y="T5"/>
              </a:cxn>
            </a:cxnLst>
            <a:rect l="0" t="0" r="r" b="b"/>
            <a:pathLst>
              <a:path w="21600" h="15080" fill="none" extrusionOk="0">
                <a:moveTo>
                  <a:pt x="15464" y="-1"/>
                </a:moveTo>
                <a:cubicBezTo>
                  <a:pt x="19398" y="4033"/>
                  <a:pt x="21600" y="9445"/>
                  <a:pt x="21600" y="15080"/>
                </a:cubicBezTo>
              </a:path>
              <a:path w="21600" h="15080" stroke="0" extrusionOk="0">
                <a:moveTo>
                  <a:pt x="15464" y="-1"/>
                </a:moveTo>
                <a:cubicBezTo>
                  <a:pt x="19398" y="4033"/>
                  <a:pt x="21600" y="9445"/>
                  <a:pt x="21600" y="15080"/>
                </a:cubicBezTo>
                <a:lnTo>
                  <a:pt x="0" y="15080"/>
                </a:lnTo>
                <a:close/>
              </a:path>
            </a:pathLst>
          </a:custGeom>
          <a:noFill/>
          <a:ln w="9525">
            <a:solidFill>
              <a:schemeClr val="tx1"/>
            </a:solidFill>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99712" name="Line 32"/>
          <p:cNvSpPr>
            <a:spLocks noChangeShapeType="1"/>
          </p:cNvSpPr>
          <p:nvPr/>
        </p:nvSpPr>
        <p:spPr bwMode="auto">
          <a:xfrm>
            <a:off x="6477000" y="1447800"/>
            <a:ext cx="0" cy="4953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99713" name="Text Box 33"/>
          <p:cNvSpPr txBox="1">
            <a:spLocks noChangeArrowheads="1"/>
          </p:cNvSpPr>
          <p:nvPr/>
        </p:nvSpPr>
        <p:spPr bwMode="auto">
          <a:xfrm>
            <a:off x="6477000" y="6324600"/>
            <a:ext cx="2730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Times New Roman" panose="02020603050405020304" pitchFamily="18" charset="0"/>
              </a:rPr>
              <a:t>b</a:t>
            </a:r>
            <a:endParaRPr lang="en-US" altLang="en-US" sz="1400" baseline="-25000" dirty="0">
              <a:latin typeface="Times New Roman" panose="02020603050405020304" pitchFamily="18" charset="0"/>
            </a:endParaRPr>
          </a:p>
        </p:txBody>
      </p:sp>
      <p:sp>
        <p:nvSpPr>
          <p:cNvPr id="199714" name="Line 34"/>
          <p:cNvSpPr>
            <a:spLocks noChangeShapeType="1"/>
          </p:cNvSpPr>
          <p:nvPr/>
        </p:nvSpPr>
        <p:spPr bwMode="auto">
          <a:xfrm flipH="1" flipV="1">
            <a:off x="5211765" y="4019550"/>
            <a:ext cx="1255712" cy="236220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99715" name="Text Box 35"/>
          <p:cNvSpPr txBox="1">
            <a:spLocks noChangeArrowheads="1"/>
          </p:cNvSpPr>
          <p:nvPr/>
        </p:nvSpPr>
        <p:spPr bwMode="auto">
          <a:xfrm rot="3854757">
            <a:off x="5639594" y="5328444"/>
            <a:ext cx="4206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Times New Roman" panose="02020603050405020304" pitchFamily="18" charset="0"/>
              </a:rPr>
              <a:t>TV</a:t>
            </a:r>
            <a:endParaRPr lang="en-US" altLang="en-US" sz="1400" baseline="-25000" dirty="0">
              <a:latin typeface="Times New Roman" panose="02020603050405020304" pitchFamily="18" charset="0"/>
            </a:endParaRPr>
          </a:p>
        </p:txBody>
      </p:sp>
      <p:sp>
        <p:nvSpPr>
          <p:cNvPr id="199716" name="Text Box 36"/>
          <p:cNvSpPr txBox="1">
            <a:spLocks noChangeArrowheads="1"/>
          </p:cNvSpPr>
          <p:nvPr/>
        </p:nvSpPr>
        <p:spPr bwMode="auto">
          <a:xfrm>
            <a:off x="80962" y="282022"/>
            <a:ext cx="8782051" cy="800219"/>
          </a:xfrm>
          <a:prstGeom prst="rect">
            <a:avLst/>
          </a:prstGeom>
          <a:solidFill>
            <a:srgbClr val="92D050"/>
          </a:solidFill>
          <a:ln>
            <a:noFill/>
          </a:ln>
          <a:effectLst/>
        </p:spPr>
        <p:txBody>
          <a:bodyPr wrap="square">
            <a:spAutoFit/>
          </a:bodyPr>
          <a:lstStyle/>
          <a:p>
            <a:pPr eaLnBrk="1" hangingPunct="1"/>
            <a:r>
              <a:rPr lang="en-US" altLang="en-US" b="1" dirty="0">
                <a:solidFill>
                  <a:srgbClr val="0070C0"/>
                </a:solidFill>
                <a:latin typeface="Arial" panose="020B0604020202020204" pitchFamily="34" charset="0"/>
              </a:rPr>
              <a:t>PROBLEM 8:</a:t>
            </a:r>
          </a:p>
          <a:p>
            <a:pPr eaLnBrk="1" hangingPunct="1"/>
            <a:r>
              <a:rPr lang="en-US" altLang="en-US" sz="1400" b="1" dirty="0">
                <a:latin typeface="Arial" panose="020B0604020202020204" pitchFamily="34" charset="0"/>
              </a:rPr>
              <a:t>Line AB 75mm long makes 45</a:t>
            </a:r>
            <a:r>
              <a:rPr lang="en-US" altLang="en-US" sz="1400" b="1" baseline="30000" dirty="0">
                <a:latin typeface="Arial" panose="020B0604020202020204" pitchFamily="34" charset="0"/>
              </a:rPr>
              <a:t>0</a:t>
            </a:r>
            <a:r>
              <a:rPr lang="en-US" altLang="en-US" sz="1400" b="1" dirty="0">
                <a:latin typeface="Arial" panose="020B0604020202020204" pitchFamily="34" charset="0"/>
              </a:rPr>
              <a:t> inclination with VP while it’s FV makes 55</a:t>
            </a:r>
            <a:r>
              <a:rPr lang="en-US" altLang="en-US" sz="1400" b="1" baseline="30000" dirty="0">
                <a:latin typeface="Arial" panose="020B0604020202020204" pitchFamily="34" charset="0"/>
              </a:rPr>
              <a:t>0</a:t>
            </a:r>
            <a:r>
              <a:rPr lang="en-US" altLang="en-US" sz="1400" b="1" dirty="0">
                <a:latin typeface="Arial" panose="020B0604020202020204" pitchFamily="34" charset="0"/>
              </a:rPr>
              <a:t>. End A is 10 mm above HP and 15 mm in front of VP. If line is in 1</a:t>
            </a:r>
            <a:r>
              <a:rPr lang="en-US" altLang="en-US" sz="1400" b="1" baseline="30000" dirty="0">
                <a:latin typeface="Arial" panose="020B0604020202020204" pitchFamily="34" charset="0"/>
              </a:rPr>
              <a:t>st</a:t>
            </a:r>
            <a:r>
              <a:rPr lang="en-US" altLang="en-US" sz="1400" b="1" dirty="0">
                <a:latin typeface="Arial" panose="020B0604020202020204" pitchFamily="34" charset="0"/>
              </a:rPr>
              <a:t> quadrant draw it’s projections and find it’s inclination with HP.</a:t>
            </a:r>
          </a:p>
        </p:txBody>
      </p:sp>
      <p:sp>
        <p:nvSpPr>
          <p:cNvPr id="199717" name="Text Box 37"/>
          <p:cNvSpPr txBox="1">
            <a:spLocks noChangeArrowheads="1"/>
          </p:cNvSpPr>
          <p:nvPr/>
        </p:nvSpPr>
        <p:spPr bwMode="auto">
          <a:xfrm>
            <a:off x="8062912" y="6126163"/>
            <a:ext cx="108876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200" dirty="0">
                <a:latin typeface="Times New Roman" panose="02020603050405020304" pitchFamily="18" charset="0"/>
              </a:rPr>
              <a:t>LOCUS OF b</a:t>
            </a:r>
            <a:r>
              <a:rPr lang="en-US" altLang="en-US" sz="1200" baseline="-25000" dirty="0">
                <a:latin typeface="Times New Roman" panose="02020603050405020304" pitchFamily="18" charset="0"/>
              </a:rPr>
              <a:t>1</a:t>
            </a:r>
          </a:p>
          <a:p>
            <a:pPr eaLnBrk="1" hangingPunct="1"/>
            <a:endParaRPr lang="en-US" altLang="en-US" sz="1200" dirty="0">
              <a:latin typeface="Times New Roman" panose="02020603050405020304" pitchFamily="18" charset="0"/>
            </a:endParaRPr>
          </a:p>
        </p:txBody>
      </p:sp>
      <p:sp>
        <p:nvSpPr>
          <p:cNvPr id="199718" name="Text Box 38"/>
          <p:cNvSpPr txBox="1">
            <a:spLocks noChangeArrowheads="1"/>
          </p:cNvSpPr>
          <p:nvPr/>
        </p:nvSpPr>
        <p:spPr bwMode="auto">
          <a:xfrm>
            <a:off x="7947087" y="1456533"/>
            <a:ext cx="11684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200" dirty="0">
                <a:latin typeface="Times New Roman" panose="02020603050405020304" pitchFamily="18" charset="0"/>
              </a:rPr>
              <a:t>LOCUS OF  b</a:t>
            </a:r>
            <a:r>
              <a:rPr lang="en-US" altLang="en-US" sz="1200" baseline="-25000" dirty="0">
                <a:latin typeface="Times New Roman" panose="02020603050405020304" pitchFamily="18" charset="0"/>
              </a:rPr>
              <a:t>1</a:t>
            </a:r>
            <a:r>
              <a:rPr lang="en-US" altLang="en-US" sz="1200" dirty="0">
                <a:latin typeface="Times New Roman" panose="02020603050405020304" pitchFamily="18" charset="0"/>
              </a:rPr>
              <a:t>´</a:t>
            </a:r>
          </a:p>
        </p:txBody>
      </p:sp>
      <p:sp>
        <p:nvSpPr>
          <p:cNvPr id="199719" name="Text Box 39"/>
          <p:cNvSpPr txBox="1">
            <a:spLocks noChangeArrowheads="1"/>
          </p:cNvSpPr>
          <p:nvPr/>
        </p:nvSpPr>
        <p:spPr bwMode="auto">
          <a:xfrm>
            <a:off x="267155" y="1256784"/>
            <a:ext cx="4013649" cy="5047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altLang="en-US" sz="1400" b="1" u="sng" dirty="0">
                <a:solidFill>
                  <a:srgbClr val="FF3300"/>
                </a:solidFill>
                <a:latin typeface="Arial" panose="020B0604020202020204" pitchFamily="34" charset="0"/>
              </a:rPr>
              <a:t>Solution Steps:-</a:t>
            </a:r>
          </a:p>
          <a:p>
            <a:pPr eaLnBrk="1" hangingPunct="1"/>
            <a:endParaRPr lang="en-US" altLang="en-US" sz="1400" dirty="0">
              <a:solidFill>
                <a:srgbClr val="FF3300"/>
              </a:solidFill>
              <a:latin typeface="Arial" panose="020B0604020202020204" pitchFamily="34" charset="0"/>
            </a:endParaRPr>
          </a:p>
          <a:p>
            <a:pPr eaLnBrk="1" hangingPunct="1"/>
            <a:r>
              <a:rPr lang="en-US" altLang="en-US" sz="1400" dirty="0">
                <a:latin typeface="Arial" panose="020B0604020202020204" pitchFamily="34" charset="0"/>
              </a:rPr>
              <a:t>1.Draw </a:t>
            </a:r>
            <a:r>
              <a:rPr lang="en-US" altLang="en-US" sz="1400" dirty="0" err="1">
                <a:latin typeface="Arial" panose="020B0604020202020204" pitchFamily="34" charset="0"/>
              </a:rPr>
              <a:t>xy</a:t>
            </a:r>
            <a:r>
              <a:rPr lang="en-US" altLang="en-US" sz="1400" dirty="0">
                <a:latin typeface="Arial" panose="020B0604020202020204" pitchFamily="34" charset="0"/>
              </a:rPr>
              <a:t> line.</a:t>
            </a:r>
          </a:p>
          <a:p>
            <a:pPr eaLnBrk="1" hangingPunct="1"/>
            <a:r>
              <a:rPr lang="en-US" altLang="en-US" sz="1400" dirty="0">
                <a:latin typeface="Arial" panose="020B0604020202020204" pitchFamily="34" charset="0"/>
              </a:rPr>
              <a:t>2.Draw one projector for a’ &amp; a</a:t>
            </a:r>
          </a:p>
          <a:p>
            <a:pPr eaLnBrk="1" hangingPunct="1"/>
            <a:r>
              <a:rPr lang="en-US" altLang="en-US" sz="1400" dirty="0">
                <a:latin typeface="Arial" panose="020B0604020202020204" pitchFamily="34" charset="0"/>
              </a:rPr>
              <a:t>3.Locate </a:t>
            </a:r>
            <a:r>
              <a:rPr lang="en-US" altLang="en-US" sz="1400" i="1" dirty="0">
                <a:latin typeface="Arial" panose="020B0604020202020204" pitchFamily="34" charset="0"/>
              </a:rPr>
              <a:t>a</a:t>
            </a:r>
            <a:r>
              <a:rPr lang="en-US" altLang="en-US" sz="1400" dirty="0">
                <a:latin typeface="Arial" panose="020B0604020202020204" pitchFamily="34" charset="0"/>
              </a:rPr>
              <a:t>´ 10mm above XY &amp; </a:t>
            </a:r>
            <a:r>
              <a:rPr lang="en-US" altLang="en-US" sz="1400" i="1" dirty="0">
                <a:latin typeface="Arial" panose="020B0604020202020204" pitchFamily="34" charset="0"/>
              </a:rPr>
              <a:t>a</a:t>
            </a:r>
            <a:r>
              <a:rPr lang="en-US" altLang="en-US" sz="1400" dirty="0">
                <a:latin typeface="Arial" panose="020B0604020202020204" pitchFamily="34" charset="0"/>
              </a:rPr>
              <a:t> 15 mm below XY.</a:t>
            </a:r>
          </a:p>
          <a:p>
            <a:pPr eaLnBrk="1" hangingPunct="1"/>
            <a:r>
              <a:rPr lang="en-US" altLang="en-US" sz="1400" dirty="0">
                <a:latin typeface="Arial" panose="020B0604020202020204" pitchFamily="34" charset="0"/>
              </a:rPr>
              <a:t>4.Draw a line 45</a:t>
            </a:r>
            <a:r>
              <a:rPr lang="en-US" altLang="en-US" sz="1400" baseline="30000" dirty="0">
                <a:latin typeface="Arial" panose="020B0604020202020204" pitchFamily="34" charset="0"/>
              </a:rPr>
              <a:t>0</a:t>
            </a:r>
            <a:r>
              <a:rPr lang="en-US" altLang="en-US" sz="1400" dirty="0">
                <a:latin typeface="Arial" panose="020B0604020202020204" pitchFamily="34" charset="0"/>
              </a:rPr>
              <a:t> inclined to XY from point </a:t>
            </a:r>
            <a:r>
              <a:rPr lang="en-US" altLang="en-US" sz="1400" i="1" dirty="0">
                <a:latin typeface="Arial" panose="020B0604020202020204" pitchFamily="34" charset="0"/>
              </a:rPr>
              <a:t>a</a:t>
            </a:r>
            <a:r>
              <a:rPr lang="en-US" altLang="en-US" sz="1400" dirty="0">
                <a:latin typeface="Arial" panose="020B0604020202020204" pitchFamily="34" charset="0"/>
              </a:rPr>
              <a:t> and cut TL 75 mm on it and name that point </a:t>
            </a:r>
            <a:r>
              <a:rPr lang="en-US" altLang="en-US" sz="1400" i="1" dirty="0">
                <a:latin typeface="Arial" panose="020B0604020202020204" pitchFamily="34" charset="0"/>
              </a:rPr>
              <a:t>b</a:t>
            </a:r>
            <a:r>
              <a:rPr lang="en-US" altLang="en-US" sz="1400" i="1" baseline="-25000" dirty="0">
                <a:latin typeface="Arial" panose="020B0604020202020204" pitchFamily="34" charset="0"/>
              </a:rPr>
              <a:t>1.</a:t>
            </a:r>
          </a:p>
          <a:p>
            <a:pPr eaLnBrk="1" hangingPunct="1"/>
            <a:r>
              <a:rPr lang="en-US" altLang="en-US" sz="1400" dirty="0">
                <a:latin typeface="Arial" panose="020B0604020202020204" pitchFamily="34" charset="0"/>
              </a:rPr>
              <a:t>5</a:t>
            </a:r>
            <a:r>
              <a:rPr lang="en-US" altLang="en-US" sz="1400" i="1" dirty="0">
                <a:latin typeface="Arial" panose="020B0604020202020204" pitchFamily="34" charset="0"/>
              </a:rPr>
              <a:t>.</a:t>
            </a:r>
            <a:r>
              <a:rPr lang="en-US" altLang="en-US" sz="1400" dirty="0">
                <a:latin typeface="Arial" panose="020B0604020202020204" pitchFamily="34" charset="0"/>
              </a:rPr>
              <a:t>Draw locus from point </a:t>
            </a:r>
            <a:r>
              <a:rPr lang="en-US" altLang="en-US" sz="1400" i="1" dirty="0">
                <a:latin typeface="Arial" panose="020B0604020202020204" pitchFamily="34" charset="0"/>
              </a:rPr>
              <a:t>b</a:t>
            </a:r>
            <a:r>
              <a:rPr lang="en-US" altLang="en-US" sz="1400" i="1" baseline="-25000" dirty="0">
                <a:latin typeface="Arial" panose="020B0604020202020204" pitchFamily="34" charset="0"/>
              </a:rPr>
              <a:t>1.</a:t>
            </a:r>
          </a:p>
          <a:p>
            <a:r>
              <a:rPr lang="en-US" altLang="en-US" sz="1400" dirty="0">
                <a:latin typeface="Arial" panose="020B0604020202020204" pitchFamily="34" charset="0"/>
              </a:rPr>
              <a:t>6.Take 55</a:t>
            </a:r>
            <a:r>
              <a:rPr lang="en-US" altLang="en-US" sz="1400" baseline="30000" dirty="0">
                <a:latin typeface="Arial" panose="020B0604020202020204" pitchFamily="34" charset="0"/>
              </a:rPr>
              <a:t>0</a:t>
            </a:r>
            <a:r>
              <a:rPr lang="en-US" altLang="en-US" sz="1400" dirty="0">
                <a:latin typeface="Arial" panose="020B0604020202020204" pitchFamily="34" charset="0"/>
              </a:rPr>
              <a:t> angle from </a:t>
            </a:r>
            <a:r>
              <a:rPr lang="en-US" altLang="en-US" sz="1400" i="1" dirty="0">
                <a:latin typeface="Arial" panose="020B0604020202020204" pitchFamily="34" charset="0"/>
              </a:rPr>
              <a:t>a</a:t>
            </a:r>
            <a:r>
              <a:rPr lang="en-US" altLang="en-US" sz="1400" dirty="0">
                <a:latin typeface="Arial" panose="020B0604020202020204" pitchFamily="34" charset="0"/>
              </a:rPr>
              <a:t>´ for FV above XY line.</a:t>
            </a:r>
          </a:p>
          <a:p>
            <a:pPr eaLnBrk="1" hangingPunct="1"/>
            <a:r>
              <a:rPr lang="en-US" altLang="en-US" sz="1400" dirty="0">
                <a:latin typeface="Arial" panose="020B0604020202020204" pitchFamily="34" charset="0"/>
              </a:rPr>
              <a:t>7.Draw a vertical line from </a:t>
            </a:r>
            <a:r>
              <a:rPr lang="en-US" altLang="en-US" sz="1400" i="1" dirty="0">
                <a:latin typeface="Arial" panose="020B0604020202020204" pitchFamily="34" charset="0"/>
              </a:rPr>
              <a:t>b</a:t>
            </a:r>
            <a:r>
              <a:rPr lang="en-US" altLang="en-US" sz="1400" i="1" baseline="-25000" dirty="0">
                <a:latin typeface="Arial" panose="020B0604020202020204" pitchFamily="34" charset="0"/>
              </a:rPr>
              <a:t>1</a:t>
            </a:r>
            <a:r>
              <a:rPr lang="en-US" altLang="en-US" sz="1400" dirty="0">
                <a:latin typeface="Arial" panose="020B0604020202020204" pitchFamily="34" charset="0"/>
              </a:rPr>
              <a:t> up to locus of a and name it </a:t>
            </a:r>
            <a:r>
              <a:rPr lang="en-US" altLang="en-US" sz="1400" i="1" dirty="0">
                <a:latin typeface="Arial" panose="020B0604020202020204" pitchFamily="34" charset="0"/>
              </a:rPr>
              <a:t>1</a:t>
            </a:r>
            <a:r>
              <a:rPr lang="en-US" altLang="en-US" sz="1400" dirty="0">
                <a:latin typeface="Arial" panose="020B0604020202020204" pitchFamily="34" charset="0"/>
              </a:rPr>
              <a:t>. It is horizontal component of  </a:t>
            </a:r>
          </a:p>
          <a:p>
            <a:pPr eaLnBrk="1" hangingPunct="1"/>
            <a:r>
              <a:rPr lang="en-US" altLang="en-US" sz="1400" dirty="0">
                <a:latin typeface="Arial" panose="020B0604020202020204" pitchFamily="34" charset="0"/>
              </a:rPr>
              <a:t>TL &amp; is LFV.</a:t>
            </a:r>
          </a:p>
          <a:p>
            <a:r>
              <a:rPr lang="en-US" altLang="en-US" sz="1400" dirty="0">
                <a:latin typeface="Arial" panose="020B0604020202020204" pitchFamily="34" charset="0"/>
              </a:rPr>
              <a:t>8.Continue it to locus of </a:t>
            </a:r>
            <a:r>
              <a:rPr lang="en-US" altLang="en-US" sz="1400" i="1" dirty="0">
                <a:latin typeface="Arial" panose="020B0604020202020204" pitchFamily="34" charset="0"/>
              </a:rPr>
              <a:t>a</a:t>
            </a:r>
            <a:r>
              <a:rPr lang="en-US" altLang="en-US" sz="1400" dirty="0">
                <a:solidFill>
                  <a:prstClr val="black"/>
                </a:solidFill>
                <a:latin typeface="Arial" panose="020B0604020202020204" pitchFamily="34" charset="0"/>
              </a:rPr>
              <a:t>´</a:t>
            </a:r>
            <a:r>
              <a:rPr lang="en-US" altLang="en-US" sz="1400" dirty="0">
                <a:latin typeface="Arial" panose="020B0604020202020204" pitchFamily="34" charset="0"/>
              </a:rPr>
              <a:t> and rotate upward up to the line of FV and name it </a:t>
            </a:r>
            <a:r>
              <a:rPr lang="en-US" altLang="en-US" sz="1400" i="1" dirty="0">
                <a:latin typeface="Arial" panose="020B0604020202020204" pitchFamily="34" charset="0"/>
              </a:rPr>
              <a:t>b</a:t>
            </a:r>
            <a:r>
              <a:rPr lang="en-US" altLang="en-US" sz="1400" dirty="0">
                <a:latin typeface="Arial" panose="020B0604020202020204" pitchFamily="34" charset="0"/>
              </a:rPr>
              <a:t>´. This </a:t>
            </a:r>
            <a:r>
              <a:rPr lang="en-US" altLang="en-US" sz="1400" i="1" dirty="0">
                <a:latin typeface="Arial" panose="020B0604020202020204" pitchFamily="34" charset="0"/>
              </a:rPr>
              <a:t>a</a:t>
            </a:r>
            <a:r>
              <a:rPr lang="en-US" altLang="en-US" sz="1400" dirty="0">
                <a:latin typeface="Arial" panose="020B0604020202020204" pitchFamily="34" charset="0"/>
              </a:rPr>
              <a:t>´ </a:t>
            </a:r>
            <a:r>
              <a:rPr lang="en-US" altLang="en-US" sz="1400" i="1" dirty="0">
                <a:latin typeface="Arial" panose="020B0604020202020204" pitchFamily="34" charset="0"/>
              </a:rPr>
              <a:t>b</a:t>
            </a:r>
            <a:r>
              <a:rPr lang="en-US" altLang="en-US" sz="1400" dirty="0">
                <a:latin typeface="Arial" panose="020B0604020202020204" pitchFamily="34" charset="0"/>
              </a:rPr>
              <a:t>´ line is FV.</a:t>
            </a:r>
          </a:p>
          <a:p>
            <a:r>
              <a:rPr lang="en-US" altLang="en-US" sz="1400" dirty="0">
                <a:latin typeface="Arial" panose="020B0604020202020204" pitchFamily="34" charset="0"/>
              </a:rPr>
              <a:t>9. Drop a projector from b´ on locus from point </a:t>
            </a:r>
            <a:r>
              <a:rPr lang="en-US" altLang="en-US" sz="1400" i="1" dirty="0">
                <a:latin typeface="Arial" panose="020B0604020202020204" pitchFamily="34" charset="0"/>
              </a:rPr>
              <a:t>b</a:t>
            </a:r>
            <a:r>
              <a:rPr lang="en-US" altLang="en-US" sz="1400" i="1" baseline="-25000" dirty="0">
                <a:latin typeface="Arial" panose="020B0604020202020204" pitchFamily="34" charset="0"/>
              </a:rPr>
              <a:t>1</a:t>
            </a:r>
            <a:r>
              <a:rPr lang="en-US" altLang="en-US" sz="1400" dirty="0">
                <a:latin typeface="Arial" panose="020B0604020202020204" pitchFamily="34" charset="0"/>
              </a:rPr>
              <a:t> and name intersecting point </a:t>
            </a:r>
            <a:r>
              <a:rPr lang="en-US" altLang="en-US" sz="1400" i="1" dirty="0">
                <a:latin typeface="Arial" panose="020B0604020202020204" pitchFamily="34" charset="0"/>
              </a:rPr>
              <a:t>b</a:t>
            </a:r>
            <a:r>
              <a:rPr lang="en-US" altLang="en-US" sz="1400" dirty="0">
                <a:latin typeface="Arial" panose="020B0604020202020204" pitchFamily="34" charset="0"/>
              </a:rPr>
              <a:t>. Line </a:t>
            </a:r>
            <a:r>
              <a:rPr lang="en-US" altLang="en-US" sz="1400" i="1" dirty="0">
                <a:latin typeface="Arial" panose="020B0604020202020204" pitchFamily="34" charset="0"/>
              </a:rPr>
              <a:t>ab</a:t>
            </a:r>
            <a:r>
              <a:rPr lang="en-US" altLang="en-US" sz="1400" dirty="0">
                <a:latin typeface="Arial" panose="020B0604020202020204" pitchFamily="34" charset="0"/>
              </a:rPr>
              <a:t> is TV of line ab.</a:t>
            </a:r>
          </a:p>
          <a:p>
            <a:r>
              <a:rPr lang="en-US" altLang="en-US" sz="1400" dirty="0">
                <a:latin typeface="Arial" panose="020B0604020202020204" pitchFamily="34" charset="0"/>
              </a:rPr>
              <a:t>10.Draw locus from </a:t>
            </a:r>
            <a:r>
              <a:rPr lang="en-US" altLang="en-US" sz="1400" i="1" dirty="0">
                <a:latin typeface="Arial" panose="020B0604020202020204" pitchFamily="34" charset="0"/>
              </a:rPr>
              <a:t>b</a:t>
            </a:r>
            <a:r>
              <a:rPr lang="en-US" altLang="en-US" sz="1400" dirty="0">
                <a:latin typeface="Arial" panose="020B0604020202020204" pitchFamily="34" charset="0"/>
              </a:rPr>
              <a:t>´ and with TL distance cut point </a:t>
            </a:r>
            <a:r>
              <a:rPr lang="en-US" altLang="en-US" sz="1400" i="1" dirty="0">
                <a:latin typeface="Arial" panose="020B0604020202020204" pitchFamily="34" charset="0"/>
              </a:rPr>
              <a:t>b</a:t>
            </a:r>
            <a:r>
              <a:rPr lang="en-US" altLang="en-US" sz="1400" i="1" baseline="-25000" dirty="0">
                <a:latin typeface="Arial" panose="020B0604020202020204" pitchFamily="34" charset="0"/>
              </a:rPr>
              <a:t>1</a:t>
            </a:r>
            <a:r>
              <a:rPr lang="en-US" altLang="en-US" sz="1400" i="1" dirty="0">
                <a:latin typeface="Arial" panose="020B0604020202020204" pitchFamily="34" charset="0"/>
              </a:rPr>
              <a:t>´ </a:t>
            </a:r>
          </a:p>
          <a:p>
            <a:r>
              <a:rPr lang="en-US" altLang="en-US" sz="1400" dirty="0">
                <a:latin typeface="Arial" panose="020B0604020202020204" pitchFamily="34" charset="0"/>
              </a:rPr>
              <a:t>11.Join </a:t>
            </a:r>
            <a:r>
              <a:rPr lang="en-US" altLang="en-US" sz="1400" i="1" dirty="0">
                <a:latin typeface="Arial" panose="020B0604020202020204" pitchFamily="34" charset="0"/>
              </a:rPr>
              <a:t>a´ b</a:t>
            </a:r>
            <a:r>
              <a:rPr lang="en-US" altLang="en-US" sz="1400" i="1" baseline="-25000" dirty="0">
                <a:latin typeface="Arial" panose="020B0604020202020204" pitchFamily="34" charset="0"/>
              </a:rPr>
              <a:t>1</a:t>
            </a:r>
            <a:r>
              <a:rPr lang="en-US" altLang="en-US" sz="1400" i="1" dirty="0">
                <a:latin typeface="Arial" panose="020B0604020202020204" pitchFamily="34" charset="0"/>
              </a:rPr>
              <a:t>´</a:t>
            </a:r>
            <a:r>
              <a:rPr lang="en-US" altLang="en-US" sz="1400" dirty="0">
                <a:latin typeface="Arial" panose="020B0604020202020204" pitchFamily="34" charset="0"/>
              </a:rPr>
              <a:t> as TL and measure it’s angle </a:t>
            </a:r>
            <a:r>
              <a:rPr lang="el-GR" altLang="en-US" sz="1400" dirty="0">
                <a:latin typeface="Arial" panose="020B0604020202020204" pitchFamily="34" charset="0"/>
              </a:rPr>
              <a:t>α</a:t>
            </a:r>
            <a:r>
              <a:rPr lang="en-IN" altLang="en-US" sz="1400" dirty="0">
                <a:latin typeface="Arial" panose="020B0604020202020204" pitchFamily="34" charset="0"/>
              </a:rPr>
              <a:t> </a:t>
            </a:r>
            <a:r>
              <a:rPr lang="en-US" altLang="en-US" sz="1400" dirty="0">
                <a:latin typeface="Arial" panose="020B0604020202020204" pitchFamily="34" charset="0"/>
              </a:rPr>
              <a:t>at </a:t>
            </a:r>
            <a:r>
              <a:rPr lang="en-US" altLang="en-US" sz="1400" i="1" dirty="0">
                <a:latin typeface="Arial" panose="020B0604020202020204" pitchFamily="34" charset="0"/>
              </a:rPr>
              <a:t>a´.</a:t>
            </a:r>
            <a:r>
              <a:rPr lang="en-US" altLang="en-US" sz="1400" dirty="0">
                <a:latin typeface="Arial" panose="020B0604020202020204" pitchFamily="34" charset="0"/>
              </a:rPr>
              <a:t> It will be true angle of line with HP.</a:t>
            </a:r>
          </a:p>
        </p:txBody>
      </p:sp>
      <p:sp>
        <p:nvSpPr>
          <p:cNvPr id="2" name="Slide Number Placeholder 1"/>
          <p:cNvSpPr>
            <a:spLocks noGrp="1"/>
          </p:cNvSpPr>
          <p:nvPr>
            <p:ph type="sldNum" sz="quarter" idx="12"/>
          </p:nvPr>
        </p:nvSpPr>
        <p:spPr>
          <a:xfrm>
            <a:off x="7048500" y="6496050"/>
            <a:ext cx="2057400" cy="365125"/>
          </a:xfrm>
        </p:spPr>
        <p:txBody>
          <a:bodyPr/>
          <a:lstStyle/>
          <a:p>
            <a:fld id="{EE8E09DC-0268-440F-8276-54ADABB93829}" type="slidenum">
              <a:rPr lang="en-IN" smtClean="0"/>
              <a:t>38</a:t>
            </a:fld>
            <a:endParaRPr lang="en-IN" dirty="0"/>
          </a:p>
        </p:txBody>
      </p:sp>
      <p:sp>
        <p:nvSpPr>
          <p:cNvPr id="43" name="Arc 31"/>
          <p:cNvSpPr>
            <a:spLocks/>
          </p:cNvSpPr>
          <p:nvPr/>
        </p:nvSpPr>
        <p:spPr bwMode="auto">
          <a:xfrm rot="1624850">
            <a:off x="5141642" y="2508108"/>
            <a:ext cx="1081789" cy="337410"/>
          </a:xfrm>
          <a:custGeom>
            <a:avLst/>
            <a:gdLst>
              <a:gd name="G0" fmla="+- 0 0 0"/>
              <a:gd name="G1" fmla="+- 15080 0 0"/>
              <a:gd name="G2" fmla="+- 21600 0 0"/>
              <a:gd name="T0" fmla="*/ 15464 w 21600"/>
              <a:gd name="T1" fmla="*/ 0 h 15080"/>
              <a:gd name="T2" fmla="*/ 21600 w 21600"/>
              <a:gd name="T3" fmla="*/ 15080 h 15080"/>
              <a:gd name="T4" fmla="*/ 0 w 21600"/>
              <a:gd name="T5" fmla="*/ 15080 h 15080"/>
            </a:gdLst>
            <a:ahLst/>
            <a:cxnLst>
              <a:cxn ang="0">
                <a:pos x="T0" y="T1"/>
              </a:cxn>
              <a:cxn ang="0">
                <a:pos x="T2" y="T3"/>
              </a:cxn>
              <a:cxn ang="0">
                <a:pos x="T4" y="T5"/>
              </a:cxn>
            </a:cxnLst>
            <a:rect l="0" t="0" r="r" b="b"/>
            <a:pathLst>
              <a:path w="21600" h="15080" fill="none" extrusionOk="0">
                <a:moveTo>
                  <a:pt x="15464" y="-1"/>
                </a:moveTo>
                <a:cubicBezTo>
                  <a:pt x="19398" y="4033"/>
                  <a:pt x="21600" y="9445"/>
                  <a:pt x="21600" y="15080"/>
                </a:cubicBezTo>
              </a:path>
              <a:path w="21600" h="15080" stroke="0" extrusionOk="0">
                <a:moveTo>
                  <a:pt x="15464" y="-1"/>
                </a:moveTo>
                <a:cubicBezTo>
                  <a:pt x="19398" y="4033"/>
                  <a:pt x="21600" y="9445"/>
                  <a:pt x="21600" y="15080"/>
                </a:cubicBezTo>
                <a:lnTo>
                  <a:pt x="0" y="15080"/>
                </a:lnTo>
                <a:close/>
              </a:path>
            </a:pathLst>
          </a:custGeom>
          <a:noFill/>
          <a:ln w="9525">
            <a:solidFill>
              <a:srgbClr val="00B050"/>
            </a:solidFill>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4" name="Text Box 30"/>
          <p:cNvSpPr txBox="1">
            <a:spLocks noChangeArrowheads="1"/>
          </p:cNvSpPr>
          <p:nvPr/>
        </p:nvSpPr>
        <p:spPr bwMode="auto">
          <a:xfrm>
            <a:off x="6020503" y="2552289"/>
            <a:ext cx="30489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l-GR" altLang="en-US" dirty="0">
                <a:latin typeface="Times New Roman" panose="02020603050405020304" pitchFamily="18" charset="0"/>
                <a:cs typeface="Times New Roman" panose="02020603050405020304" pitchFamily="18" charset="0"/>
                <a:sym typeface="Symbol" panose="05050102010706020507" pitchFamily="18" charset="2"/>
              </a:rPr>
              <a:t>α</a:t>
            </a:r>
            <a:endParaRPr lang="en-US" altLang="en-US" baseline="30000" dirty="0">
              <a:latin typeface="Times New Roman" panose="02020603050405020304" pitchFamily="18" charset="0"/>
              <a:cs typeface="Times New Roman" panose="02020603050405020304" pitchFamily="18" charset="0"/>
              <a:sym typeface="Symbol" panose="05050102010706020507" pitchFamily="18" charset="2"/>
            </a:endParaRPr>
          </a:p>
        </p:txBody>
      </p:sp>
      <p:sp>
        <p:nvSpPr>
          <p:cNvPr id="41" name="TextBox 40"/>
          <p:cNvSpPr txBox="1"/>
          <p:nvPr/>
        </p:nvSpPr>
        <p:spPr>
          <a:xfrm>
            <a:off x="3090931" y="0"/>
            <a:ext cx="3659120" cy="369332"/>
          </a:xfrm>
          <a:prstGeom prst="rect">
            <a:avLst/>
          </a:prstGeom>
          <a:noFill/>
        </p:spPr>
        <p:txBody>
          <a:bodyPr wrap="square" rtlCol="0">
            <a:spAutoFit/>
          </a:bodyPr>
          <a:lstStyle/>
          <a:p>
            <a:r>
              <a:rPr lang="en-IN" b="1" u="sng" dirty="0">
                <a:solidFill>
                  <a:srgbClr val="FF0000"/>
                </a:solidFill>
                <a:effectLst>
                  <a:outerShdw blurRad="38100" dist="38100" dir="2700000" algn="tl">
                    <a:srgbClr val="000000">
                      <a:alpha val="43137"/>
                    </a:srgbClr>
                  </a:outerShdw>
                </a:effectLst>
              </a:rPr>
              <a:t>FINDING INCLINATION WITH HP</a:t>
            </a:r>
          </a:p>
        </p:txBody>
      </p:sp>
    </p:spTree>
    <p:extLst>
      <p:ext uri="{BB962C8B-B14F-4D97-AF65-F5344CB8AC3E}">
        <p14:creationId xmlns:p14="http://schemas.microsoft.com/office/powerpoint/2010/main" val="5574202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97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9719">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971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968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968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9968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9719">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99719">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9968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9969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9968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9968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9969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99719">
                                            <p:txEl>
                                              <p:pRg st="5" end="5"/>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9969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9969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9969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99695"/>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99692"/>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99702"/>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199719">
                                            <p:txEl>
                                              <p:pRg st="6" end="6"/>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199717"/>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199719">
                                            <p:txEl>
                                              <p:pRg st="7" end="7"/>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199711"/>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199710"/>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0" presetClass="entr" presetSubtype="0" fill="hold" grpId="0" nodeType="clickEffect">
                                  <p:stCondLst>
                                    <p:cond delay="0"/>
                                  </p:stCondLst>
                                  <p:childTnLst>
                                    <p:set>
                                      <p:cBhvr>
                                        <p:cTn id="94" dur="1" fill="hold">
                                          <p:stCondLst>
                                            <p:cond delay="0"/>
                                          </p:stCondLst>
                                        </p:cTn>
                                        <p:tgtEl>
                                          <p:spTgt spid="199705"/>
                                        </p:tgtEl>
                                        <p:attrNameLst>
                                          <p:attrName>style.visibility</p:attrName>
                                        </p:attrNameLst>
                                      </p:cBhvr>
                                      <p:to>
                                        <p:strVal val="visible"/>
                                      </p:to>
                                    </p:set>
                                    <p:animEffect transition="in" filter="fade">
                                      <p:cBhvr>
                                        <p:cTn id="95" dur="500"/>
                                        <p:tgtEl>
                                          <p:spTgt spid="199705"/>
                                        </p:tgtEl>
                                      </p:cBhvr>
                                    </p:animEffect>
                                  </p:childTnLst>
                                </p:cTn>
                              </p:par>
                            </p:childTnLst>
                          </p:cTn>
                        </p:par>
                      </p:childTnLst>
                    </p:cTn>
                  </p:par>
                  <p:par>
                    <p:cTn id="96" fill="hold">
                      <p:stCondLst>
                        <p:cond delay="indefinite"/>
                      </p:stCondLst>
                      <p:childTnLst>
                        <p:par>
                          <p:cTn id="97" fill="hold">
                            <p:stCondLst>
                              <p:cond delay="0"/>
                            </p:stCondLst>
                            <p:childTnLst>
                              <p:par>
                                <p:cTn id="98" presetID="1" presetClass="entr" presetSubtype="0" fill="hold" grpId="0" nodeType="clickEffect">
                                  <p:stCondLst>
                                    <p:cond delay="0"/>
                                  </p:stCondLst>
                                  <p:childTnLst>
                                    <p:set>
                                      <p:cBhvr>
                                        <p:cTn id="99" dur="1" fill="hold">
                                          <p:stCondLst>
                                            <p:cond delay="0"/>
                                          </p:stCondLst>
                                        </p:cTn>
                                        <p:tgtEl>
                                          <p:spTgt spid="199708"/>
                                        </p:tgtEl>
                                        <p:attrNameLst>
                                          <p:attrName>style.visibility</p:attrName>
                                        </p:attrNameLst>
                                      </p:cBhvr>
                                      <p:to>
                                        <p:strVal val="visible"/>
                                      </p:to>
                                    </p:se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nodeType="clickEffect">
                                  <p:stCondLst>
                                    <p:cond delay="0"/>
                                  </p:stCondLst>
                                  <p:childTnLst>
                                    <p:set>
                                      <p:cBhvr>
                                        <p:cTn id="103" dur="1" fill="hold">
                                          <p:stCondLst>
                                            <p:cond delay="0"/>
                                          </p:stCondLst>
                                        </p:cTn>
                                        <p:tgtEl>
                                          <p:spTgt spid="199719">
                                            <p:txEl>
                                              <p:pRg st="8" end="8"/>
                                            </p:txEl>
                                          </p:spTgt>
                                        </p:tgtEl>
                                        <p:attrNameLst>
                                          <p:attrName>style.visibility</p:attrName>
                                        </p:attrNameLst>
                                      </p:cBhvr>
                                      <p:to>
                                        <p:strVal val="visible"/>
                                      </p:to>
                                    </p:set>
                                  </p:childTnLst>
                                </p:cTn>
                              </p:par>
                              <p:par>
                                <p:cTn id="104" presetID="1" presetClass="entr" presetSubtype="0" fill="hold" nodeType="withEffect">
                                  <p:stCondLst>
                                    <p:cond delay="0"/>
                                  </p:stCondLst>
                                  <p:childTnLst>
                                    <p:set>
                                      <p:cBhvr>
                                        <p:cTn id="105" dur="1" fill="hold">
                                          <p:stCondLst>
                                            <p:cond delay="0"/>
                                          </p:stCondLst>
                                        </p:cTn>
                                        <p:tgtEl>
                                          <p:spTgt spid="199719">
                                            <p:txEl>
                                              <p:pRg st="9" end="9"/>
                                            </p:txEl>
                                          </p:spTgt>
                                        </p:tgtEl>
                                        <p:attrNameLst>
                                          <p:attrName>style.visibility</p:attrName>
                                        </p:attrNameLst>
                                      </p:cBhvr>
                                      <p:to>
                                        <p:strVal val="visible"/>
                                      </p:to>
                                    </p:set>
                                  </p:childTnLst>
                                </p:cTn>
                              </p:par>
                            </p:childTnLst>
                          </p:cTn>
                        </p:par>
                      </p:childTnLst>
                    </p:cTn>
                  </p:par>
                  <p:par>
                    <p:cTn id="106" fill="hold">
                      <p:stCondLst>
                        <p:cond delay="indefinite"/>
                      </p:stCondLst>
                      <p:childTnLst>
                        <p:par>
                          <p:cTn id="107" fill="hold">
                            <p:stCondLst>
                              <p:cond delay="0"/>
                            </p:stCondLst>
                            <p:childTnLst>
                              <p:par>
                                <p:cTn id="108" presetID="1" presetClass="entr" presetSubtype="0" fill="hold" grpId="0" nodeType="clickEffect">
                                  <p:stCondLst>
                                    <p:cond delay="0"/>
                                  </p:stCondLst>
                                  <p:childTnLst>
                                    <p:set>
                                      <p:cBhvr>
                                        <p:cTn id="109" dur="1" fill="hold">
                                          <p:stCondLst>
                                            <p:cond delay="0"/>
                                          </p:stCondLst>
                                        </p:cTn>
                                        <p:tgtEl>
                                          <p:spTgt spid="199700"/>
                                        </p:tgtEl>
                                        <p:attrNameLst>
                                          <p:attrName>style.visibility</p:attrName>
                                        </p:attrNameLst>
                                      </p:cBhvr>
                                      <p:to>
                                        <p:strVal val="visible"/>
                                      </p:to>
                                    </p:se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grpId="0" nodeType="clickEffect">
                                  <p:stCondLst>
                                    <p:cond delay="0"/>
                                  </p:stCondLst>
                                  <p:childTnLst>
                                    <p:set>
                                      <p:cBhvr>
                                        <p:cTn id="113" dur="1" fill="hold">
                                          <p:stCondLst>
                                            <p:cond delay="0"/>
                                          </p:stCondLst>
                                        </p:cTn>
                                        <p:tgtEl>
                                          <p:spTgt spid="199697"/>
                                        </p:tgtEl>
                                        <p:attrNameLst>
                                          <p:attrName>style.visibility</p:attrName>
                                        </p:attrNameLst>
                                      </p:cBhvr>
                                      <p:to>
                                        <p:strVal val="visible"/>
                                      </p:to>
                                    </p:set>
                                  </p:childTnLst>
                                </p:cTn>
                              </p:par>
                            </p:childTnLst>
                          </p:cTn>
                        </p:par>
                      </p:childTnLst>
                    </p:cTn>
                  </p:par>
                  <p:par>
                    <p:cTn id="114" fill="hold">
                      <p:stCondLst>
                        <p:cond delay="indefinite"/>
                      </p:stCondLst>
                      <p:childTnLst>
                        <p:par>
                          <p:cTn id="115" fill="hold">
                            <p:stCondLst>
                              <p:cond delay="0"/>
                            </p:stCondLst>
                            <p:childTnLst>
                              <p:par>
                                <p:cTn id="116" presetID="1" presetClass="entr" presetSubtype="0" fill="hold" grpId="0" nodeType="clickEffect">
                                  <p:stCondLst>
                                    <p:cond delay="0"/>
                                  </p:stCondLst>
                                  <p:childTnLst>
                                    <p:set>
                                      <p:cBhvr>
                                        <p:cTn id="117" dur="1" fill="hold">
                                          <p:stCondLst>
                                            <p:cond delay="0"/>
                                          </p:stCondLst>
                                        </p:cTn>
                                        <p:tgtEl>
                                          <p:spTgt spid="199707"/>
                                        </p:tgtEl>
                                        <p:attrNameLst>
                                          <p:attrName>style.visibility</p:attrName>
                                        </p:attrNameLst>
                                      </p:cBhvr>
                                      <p:to>
                                        <p:strVal val="visible"/>
                                      </p:to>
                                    </p:set>
                                  </p:childTnLst>
                                </p:cTn>
                              </p:par>
                            </p:childTnLst>
                          </p:cTn>
                        </p:par>
                      </p:childTnLst>
                    </p:cTn>
                  </p:par>
                  <p:par>
                    <p:cTn id="118" fill="hold">
                      <p:stCondLst>
                        <p:cond delay="indefinite"/>
                      </p:stCondLst>
                      <p:childTnLst>
                        <p:par>
                          <p:cTn id="119" fill="hold">
                            <p:stCondLst>
                              <p:cond delay="0"/>
                            </p:stCondLst>
                            <p:childTnLst>
                              <p:par>
                                <p:cTn id="120" presetID="1" presetClass="entr" presetSubtype="0" fill="hold" nodeType="clickEffect">
                                  <p:stCondLst>
                                    <p:cond delay="0"/>
                                  </p:stCondLst>
                                  <p:childTnLst>
                                    <p:set>
                                      <p:cBhvr>
                                        <p:cTn id="121" dur="1" fill="hold">
                                          <p:stCondLst>
                                            <p:cond delay="0"/>
                                          </p:stCondLst>
                                        </p:cTn>
                                        <p:tgtEl>
                                          <p:spTgt spid="199719">
                                            <p:txEl>
                                              <p:pRg st="10" end="10"/>
                                            </p:txEl>
                                          </p:spTgt>
                                        </p:tgtEl>
                                        <p:attrNameLst>
                                          <p:attrName>style.visibility</p:attrName>
                                        </p:attrNameLst>
                                      </p:cBhvr>
                                      <p:to>
                                        <p:strVal val="visible"/>
                                      </p:to>
                                    </p:set>
                                  </p:childTnLst>
                                </p:cTn>
                              </p:par>
                            </p:childTnLst>
                          </p:cTn>
                        </p:par>
                      </p:childTnLst>
                    </p:cTn>
                  </p:par>
                  <p:par>
                    <p:cTn id="122" fill="hold">
                      <p:stCondLst>
                        <p:cond delay="indefinite"/>
                      </p:stCondLst>
                      <p:childTnLst>
                        <p:par>
                          <p:cTn id="123" fill="hold">
                            <p:stCondLst>
                              <p:cond delay="0"/>
                            </p:stCondLst>
                            <p:childTnLst>
                              <p:par>
                                <p:cTn id="124" presetID="1" presetClass="entr" presetSubtype="0" fill="hold" grpId="0" nodeType="clickEffect">
                                  <p:stCondLst>
                                    <p:cond delay="0"/>
                                  </p:stCondLst>
                                  <p:childTnLst>
                                    <p:set>
                                      <p:cBhvr>
                                        <p:cTn id="125" dur="1" fill="hold">
                                          <p:stCondLst>
                                            <p:cond delay="0"/>
                                          </p:stCondLst>
                                        </p:cTn>
                                        <p:tgtEl>
                                          <p:spTgt spid="199703"/>
                                        </p:tgtEl>
                                        <p:attrNameLst>
                                          <p:attrName>style.visibility</p:attrName>
                                        </p:attrNameLst>
                                      </p:cBhvr>
                                      <p:to>
                                        <p:strVal val="visible"/>
                                      </p:to>
                                    </p:set>
                                  </p:childTnLst>
                                </p:cTn>
                              </p:par>
                            </p:childTnLst>
                          </p:cTn>
                        </p:par>
                      </p:childTnLst>
                    </p:cTn>
                  </p:par>
                  <p:par>
                    <p:cTn id="126" fill="hold">
                      <p:stCondLst>
                        <p:cond delay="indefinite"/>
                      </p:stCondLst>
                      <p:childTnLst>
                        <p:par>
                          <p:cTn id="127" fill="hold">
                            <p:stCondLst>
                              <p:cond delay="0"/>
                            </p:stCondLst>
                            <p:childTnLst>
                              <p:par>
                                <p:cTn id="128" presetID="1" presetClass="entr" presetSubtype="0" fill="hold" grpId="0" nodeType="clickEffect">
                                  <p:stCondLst>
                                    <p:cond delay="0"/>
                                  </p:stCondLst>
                                  <p:childTnLst>
                                    <p:set>
                                      <p:cBhvr>
                                        <p:cTn id="129" dur="1" fill="hold">
                                          <p:stCondLst>
                                            <p:cond delay="0"/>
                                          </p:stCondLst>
                                        </p:cTn>
                                        <p:tgtEl>
                                          <p:spTgt spid="199704"/>
                                        </p:tgtEl>
                                        <p:attrNameLst>
                                          <p:attrName>style.visibility</p:attrName>
                                        </p:attrNameLst>
                                      </p:cBhvr>
                                      <p:to>
                                        <p:strVal val="visible"/>
                                      </p:to>
                                    </p:set>
                                  </p:childTnLst>
                                </p:cTn>
                              </p:par>
                            </p:childTnLst>
                          </p:cTn>
                        </p:par>
                      </p:childTnLst>
                    </p:cTn>
                  </p:par>
                  <p:par>
                    <p:cTn id="130" fill="hold">
                      <p:stCondLst>
                        <p:cond delay="indefinite"/>
                      </p:stCondLst>
                      <p:childTnLst>
                        <p:par>
                          <p:cTn id="131" fill="hold">
                            <p:stCondLst>
                              <p:cond delay="0"/>
                            </p:stCondLst>
                            <p:childTnLst>
                              <p:par>
                                <p:cTn id="132" presetID="1" presetClass="entr" presetSubtype="0" fill="hold" grpId="0" nodeType="clickEffect">
                                  <p:stCondLst>
                                    <p:cond delay="0"/>
                                  </p:stCondLst>
                                  <p:childTnLst>
                                    <p:set>
                                      <p:cBhvr>
                                        <p:cTn id="133" dur="1" fill="hold">
                                          <p:stCondLst>
                                            <p:cond delay="0"/>
                                          </p:stCondLst>
                                        </p:cTn>
                                        <p:tgtEl>
                                          <p:spTgt spid="199706"/>
                                        </p:tgtEl>
                                        <p:attrNameLst>
                                          <p:attrName>style.visibility</p:attrName>
                                        </p:attrNameLst>
                                      </p:cBhvr>
                                      <p:to>
                                        <p:strVal val="visible"/>
                                      </p:to>
                                    </p:set>
                                  </p:childTnLst>
                                </p:cTn>
                              </p:par>
                            </p:childTnLst>
                          </p:cTn>
                        </p:par>
                      </p:childTnLst>
                    </p:cTn>
                  </p:par>
                  <p:par>
                    <p:cTn id="134" fill="hold">
                      <p:stCondLst>
                        <p:cond delay="indefinite"/>
                      </p:stCondLst>
                      <p:childTnLst>
                        <p:par>
                          <p:cTn id="135" fill="hold">
                            <p:stCondLst>
                              <p:cond delay="0"/>
                            </p:stCondLst>
                            <p:childTnLst>
                              <p:par>
                                <p:cTn id="136" presetID="1" presetClass="entr" presetSubtype="0" fill="hold" nodeType="clickEffect">
                                  <p:stCondLst>
                                    <p:cond delay="0"/>
                                  </p:stCondLst>
                                  <p:childTnLst>
                                    <p:set>
                                      <p:cBhvr>
                                        <p:cTn id="137" dur="1" fill="hold">
                                          <p:stCondLst>
                                            <p:cond delay="0"/>
                                          </p:stCondLst>
                                        </p:cTn>
                                        <p:tgtEl>
                                          <p:spTgt spid="199719">
                                            <p:txEl>
                                              <p:pRg st="11" end="11"/>
                                            </p:txEl>
                                          </p:spTgt>
                                        </p:tgtEl>
                                        <p:attrNameLst>
                                          <p:attrName>style.visibility</p:attrName>
                                        </p:attrNameLst>
                                      </p:cBhvr>
                                      <p:to>
                                        <p:strVal val="visible"/>
                                      </p:to>
                                    </p:set>
                                  </p:childTnLst>
                                </p:cTn>
                              </p:par>
                            </p:childTnLst>
                          </p:cTn>
                        </p:par>
                      </p:childTnLst>
                    </p:cTn>
                  </p:par>
                  <p:par>
                    <p:cTn id="138" fill="hold">
                      <p:stCondLst>
                        <p:cond delay="indefinite"/>
                      </p:stCondLst>
                      <p:childTnLst>
                        <p:par>
                          <p:cTn id="139" fill="hold">
                            <p:stCondLst>
                              <p:cond delay="0"/>
                            </p:stCondLst>
                            <p:childTnLst>
                              <p:par>
                                <p:cTn id="140" presetID="1" presetClass="entr" presetSubtype="0" fill="hold" grpId="0" nodeType="clickEffect">
                                  <p:stCondLst>
                                    <p:cond delay="0"/>
                                  </p:stCondLst>
                                  <p:childTnLst>
                                    <p:set>
                                      <p:cBhvr>
                                        <p:cTn id="141" dur="1" fill="hold">
                                          <p:stCondLst>
                                            <p:cond delay="0"/>
                                          </p:stCondLst>
                                        </p:cTn>
                                        <p:tgtEl>
                                          <p:spTgt spid="199712"/>
                                        </p:tgtEl>
                                        <p:attrNameLst>
                                          <p:attrName>style.visibility</p:attrName>
                                        </p:attrNameLst>
                                      </p:cBhvr>
                                      <p:to>
                                        <p:strVal val="visible"/>
                                      </p:to>
                                    </p:set>
                                  </p:childTnLst>
                                </p:cTn>
                              </p:par>
                            </p:childTnLst>
                          </p:cTn>
                        </p:par>
                      </p:childTnLst>
                    </p:cTn>
                  </p:par>
                  <p:par>
                    <p:cTn id="142" fill="hold">
                      <p:stCondLst>
                        <p:cond delay="indefinite"/>
                      </p:stCondLst>
                      <p:childTnLst>
                        <p:par>
                          <p:cTn id="143" fill="hold">
                            <p:stCondLst>
                              <p:cond delay="0"/>
                            </p:stCondLst>
                            <p:childTnLst>
                              <p:par>
                                <p:cTn id="144" presetID="1" presetClass="entr" presetSubtype="0" fill="hold" grpId="0" nodeType="clickEffect">
                                  <p:stCondLst>
                                    <p:cond delay="0"/>
                                  </p:stCondLst>
                                  <p:childTnLst>
                                    <p:set>
                                      <p:cBhvr>
                                        <p:cTn id="145" dur="1" fill="hold">
                                          <p:stCondLst>
                                            <p:cond delay="0"/>
                                          </p:stCondLst>
                                        </p:cTn>
                                        <p:tgtEl>
                                          <p:spTgt spid="199713"/>
                                        </p:tgtEl>
                                        <p:attrNameLst>
                                          <p:attrName>style.visibility</p:attrName>
                                        </p:attrNameLst>
                                      </p:cBhvr>
                                      <p:to>
                                        <p:strVal val="visible"/>
                                      </p:to>
                                    </p:set>
                                  </p:childTnLst>
                                </p:cTn>
                              </p:par>
                            </p:childTnLst>
                          </p:cTn>
                        </p:par>
                      </p:childTnLst>
                    </p:cTn>
                  </p:par>
                  <p:par>
                    <p:cTn id="146" fill="hold">
                      <p:stCondLst>
                        <p:cond delay="indefinite"/>
                      </p:stCondLst>
                      <p:childTnLst>
                        <p:par>
                          <p:cTn id="147" fill="hold">
                            <p:stCondLst>
                              <p:cond delay="0"/>
                            </p:stCondLst>
                            <p:childTnLst>
                              <p:par>
                                <p:cTn id="148" presetID="1" presetClass="entr" presetSubtype="0" fill="hold" grpId="0" nodeType="clickEffect">
                                  <p:stCondLst>
                                    <p:cond delay="0"/>
                                  </p:stCondLst>
                                  <p:childTnLst>
                                    <p:set>
                                      <p:cBhvr>
                                        <p:cTn id="149" dur="1" fill="hold">
                                          <p:stCondLst>
                                            <p:cond delay="0"/>
                                          </p:stCondLst>
                                        </p:cTn>
                                        <p:tgtEl>
                                          <p:spTgt spid="199714"/>
                                        </p:tgtEl>
                                        <p:attrNameLst>
                                          <p:attrName>style.visibility</p:attrName>
                                        </p:attrNameLst>
                                      </p:cBhvr>
                                      <p:to>
                                        <p:strVal val="visible"/>
                                      </p:to>
                                    </p:set>
                                  </p:childTnLst>
                                </p:cTn>
                              </p:par>
                            </p:childTnLst>
                          </p:cTn>
                        </p:par>
                      </p:childTnLst>
                    </p:cTn>
                  </p:par>
                  <p:par>
                    <p:cTn id="150" fill="hold">
                      <p:stCondLst>
                        <p:cond delay="indefinite"/>
                      </p:stCondLst>
                      <p:childTnLst>
                        <p:par>
                          <p:cTn id="151" fill="hold">
                            <p:stCondLst>
                              <p:cond delay="0"/>
                            </p:stCondLst>
                            <p:childTnLst>
                              <p:par>
                                <p:cTn id="152" presetID="1" presetClass="entr" presetSubtype="0" fill="hold" grpId="0" nodeType="clickEffect">
                                  <p:stCondLst>
                                    <p:cond delay="0"/>
                                  </p:stCondLst>
                                  <p:childTnLst>
                                    <p:set>
                                      <p:cBhvr>
                                        <p:cTn id="153" dur="1" fill="hold">
                                          <p:stCondLst>
                                            <p:cond delay="0"/>
                                          </p:stCondLst>
                                        </p:cTn>
                                        <p:tgtEl>
                                          <p:spTgt spid="199715"/>
                                        </p:tgtEl>
                                        <p:attrNameLst>
                                          <p:attrName>style.visibility</p:attrName>
                                        </p:attrNameLst>
                                      </p:cBhvr>
                                      <p:to>
                                        <p:strVal val="visible"/>
                                      </p:to>
                                    </p:set>
                                  </p:childTnLst>
                                </p:cTn>
                              </p:par>
                            </p:childTnLst>
                          </p:cTn>
                        </p:par>
                      </p:childTnLst>
                    </p:cTn>
                  </p:par>
                  <p:par>
                    <p:cTn id="154" fill="hold">
                      <p:stCondLst>
                        <p:cond delay="indefinite"/>
                      </p:stCondLst>
                      <p:childTnLst>
                        <p:par>
                          <p:cTn id="155" fill="hold">
                            <p:stCondLst>
                              <p:cond delay="0"/>
                            </p:stCondLst>
                            <p:childTnLst>
                              <p:par>
                                <p:cTn id="156" presetID="1" presetClass="entr" presetSubtype="0" fill="hold" nodeType="clickEffect">
                                  <p:stCondLst>
                                    <p:cond delay="0"/>
                                  </p:stCondLst>
                                  <p:childTnLst>
                                    <p:set>
                                      <p:cBhvr>
                                        <p:cTn id="157" dur="1" fill="hold">
                                          <p:stCondLst>
                                            <p:cond delay="0"/>
                                          </p:stCondLst>
                                        </p:cTn>
                                        <p:tgtEl>
                                          <p:spTgt spid="199719">
                                            <p:txEl>
                                              <p:pRg st="12" end="12"/>
                                            </p:txEl>
                                          </p:spTgt>
                                        </p:tgtEl>
                                        <p:attrNameLst>
                                          <p:attrName>style.visibility</p:attrName>
                                        </p:attrNameLst>
                                      </p:cBhvr>
                                      <p:to>
                                        <p:strVal val="visible"/>
                                      </p:to>
                                    </p:set>
                                  </p:childTnLst>
                                </p:cTn>
                              </p:par>
                            </p:childTnLst>
                          </p:cTn>
                        </p:par>
                      </p:childTnLst>
                    </p:cTn>
                  </p:par>
                  <p:par>
                    <p:cTn id="158" fill="hold">
                      <p:stCondLst>
                        <p:cond delay="indefinite"/>
                      </p:stCondLst>
                      <p:childTnLst>
                        <p:par>
                          <p:cTn id="159" fill="hold">
                            <p:stCondLst>
                              <p:cond delay="0"/>
                            </p:stCondLst>
                            <p:childTnLst>
                              <p:par>
                                <p:cTn id="160" presetID="1" presetClass="entr" presetSubtype="0" fill="hold" grpId="0" nodeType="clickEffect">
                                  <p:stCondLst>
                                    <p:cond delay="0"/>
                                  </p:stCondLst>
                                  <p:childTnLst>
                                    <p:set>
                                      <p:cBhvr>
                                        <p:cTn id="161" dur="1" fill="hold">
                                          <p:stCondLst>
                                            <p:cond delay="0"/>
                                          </p:stCondLst>
                                        </p:cTn>
                                        <p:tgtEl>
                                          <p:spTgt spid="199701"/>
                                        </p:tgtEl>
                                        <p:attrNameLst>
                                          <p:attrName>style.visibility</p:attrName>
                                        </p:attrNameLst>
                                      </p:cBhvr>
                                      <p:to>
                                        <p:strVal val="visible"/>
                                      </p:to>
                                    </p:set>
                                  </p:childTnLst>
                                </p:cTn>
                              </p:par>
                            </p:childTnLst>
                          </p:cTn>
                        </p:par>
                      </p:childTnLst>
                    </p:cTn>
                  </p:par>
                  <p:par>
                    <p:cTn id="162" fill="hold">
                      <p:stCondLst>
                        <p:cond delay="indefinite"/>
                      </p:stCondLst>
                      <p:childTnLst>
                        <p:par>
                          <p:cTn id="163" fill="hold">
                            <p:stCondLst>
                              <p:cond delay="0"/>
                            </p:stCondLst>
                            <p:childTnLst>
                              <p:par>
                                <p:cTn id="164" presetID="1" presetClass="entr" presetSubtype="0" fill="hold" grpId="0" nodeType="clickEffect">
                                  <p:stCondLst>
                                    <p:cond delay="0"/>
                                  </p:stCondLst>
                                  <p:childTnLst>
                                    <p:set>
                                      <p:cBhvr>
                                        <p:cTn id="165" dur="1" fill="hold">
                                          <p:stCondLst>
                                            <p:cond delay="0"/>
                                          </p:stCondLst>
                                        </p:cTn>
                                        <p:tgtEl>
                                          <p:spTgt spid="199718"/>
                                        </p:tgtEl>
                                        <p:attrNameLst>
                                          <p:attrName>style.visibility</p:attrName>
                                        </p:attrNameLst>
                                      </p:cBhvr>
                                      <p:to>
                                        <p:strVal val="visible"/>
                                      </p:to>
                                    </p:set>
                                  </p:childTnLst>
                                </p:cTn>
                              </p:par>
                            </p:childTnLst>
                          </p:cTn>
                        </p:par>
                      </p:childTnLst>
                    </p:cTn>
                  </p:par>
                  <p:par>
                    <p:cTn id="166" fill="hold">
                      <p:stCondLst>
                        <p:cond delay="indefinite"/>
                      </p:stCondLst>
                      <p:childTnLst>
                        <p:par>
                          <p:cTn id="167" fill="hold">
                            <p:stCondLst>
                              <p:cond delay="0"/>
                            </p:stCondLst>
                            <p:childTnLst>
                              <p:par>
                                <p:cTn id="168" presetID="1" presetClass="entr" presetSubtype="0" fill="hold" grpId="0" nodeType="clickEffect">
                                  <p:stCondLst>
                                    <p:cond delay="0"/>
                                  </p:stCondLst>
                                  <p:childTnLst>
                                    <p:set>
                                      <p:cBhvr>
                                        <p:cTn id="169" dur="1" fill="hold">
                                          <p:stCondLst>
                                            <p:cond delay="0"/>
                                          </p:stCondLst>
                                        </p:cTn>
                                        <p:tgtEl>
                                          <p:spTgt spid="199699"/>
                                        </p:tgtEl>
                                        <p:attrNameLst>
                                          <p:attrName>style.visibility</p:attrName>
                                        </p:attrNameLst>
                                      </p:cBhvr>
                                      <p:to>
                                        <p:strVal val="visible"/>
                                      </p:to>
                                    </p:set>
                                  </p:childTnLst>
                                </p:cTn>
                              </p:par>
                            </p:childTnLst>
                          </p:cTn>
                        </p:par>
                      </p:childTnLst>
                    </p:cTn>
                  </p:par>
                  <p:par>
                    <p:cTn id="170" fill="hold">
                      <p:stCondLst>
                        <p:cond delay="indefinite"/>
                      </p:stCondLst>
                      <p:childTnLst>
                        <p:par>
                          <p:cTn id="171" fill="hold">
                            <p:stCondLst>
                              <p:cond delay="0"/>
                            </p:stCondLst>
                            <p:childTnLst>
                              <p:par>
                                <p:cTn id="172" presetID="1" presetClass="entr" presetSubtype="0" fill="hold" nodeType="clickEffect">
                                  <p:stCondLst>
                                    <p:cond delay="0"/>
                                  </p:stCondLst>
                                  <p:childTnLst>
                                    <p:set>
                                      <p:cBhvr>
                                        <p:cTn id="173" dur="1" fill="hold">
                                          <p:stCondLst>
                                            <p:cond delay="0"/>
                                          </p:stCondLst>
                                        </p:cTn>
                                        <p:tgtEl>
                                          <p:spTgt spid="199719">
                                            <p:txEl>
                                              <p:pRg st="13" end="13"/>
                                            </p:txEl>
                                          </p:spTgt>
                                        </p:tgtEl>
                                        <p:attrNameLst>
                                          <p:attrName>style.visibility</p:attrName>
                                        </p:attrNameLst>
                                      </p:cBhvr>
                                      <p:to>
                                        <p:strVal val="visible"/>
                                      </p:to>
                                    </p:set>
                                  </p:childTnLst>
                                </p:cTn>
                              </p:par>
                            </p:childTnLst>
                          </p:cTn>
                        </p:par>
                      </p:childTnLst>
                    </p:cTn>
                  </p:par>
                  <p:par>
                    <p:cTn id="174" fill="hold">
                      <p:stCondLst>
                        <p:cond delay="indefinite"/>
                      </p:stCondLst>
                      <p:childTnLst>
                        <p:par>
                          <p:cTn id="175" fill="hold">
                            <p:stCondLst>
                              <p:cond delay="0"/>
                            </p:stCondLst>
                            <p:childTnLst>
                              <p:par>
                                <p:cTn id="176" presetID="1" presetClass="entr" presetSubtype="0" fill="hold" grpId="0" nodeType="clickEffect">
                                  <p:stCondLst>
                                    <p:cond delay="0"/>
                                  </p:stCondLst>
                                  <p:childTnLst>
                                    <p:set>
                                      <p:cBhvr>
                                        <p:cTn id="177" dur="1" fill="hold">
                                          <p:stCondLst>
                                            <p:cond delay="0"/>
                                          </p:stCondLst>
                                        </p:cTn>
                                        <p:tgtEl>
                                          <p:spTgt spid="199698"/>
                                        </p:tgtEl>
                                        <p:attrNameLst>
                                          <p:attrName>style.visibility</p:attrName>
                                        </p:attrNameLst>
                                      </p:cBhvr>
                                      <p:to>
                                        <p:strVal val="visible"/>
                                      </p:to>
                                    </p:set>
                                  </p:childTnLst>
                                </p:cTn>
                              </p:par>
                            </p:childTnLst>
                          </p:cTn>
                        </p:par>
                      </p:childTnLst>
                    </p:cTn>
                  </p:par>
                  <p:par>
                    <p:cTn id="178" fill="hold">
                      <p:stCondLst>
                        <p:cond delay="indefinite"/>
                      </p:stCondLst>
                      <p:childTnLst>
                        <p:par>
                          <p:cTn id="179" fill="hold">
                            <p:stCondLst>
                              <p:cond delay="0"/>
                            </p:stCondLst>
                            <p:childTnLst>
                              <p:par>
                                <p:cTn id="180" presetID="1" presetClass="entr" presetSubtype="0" fill="hold" grpId="0" nodeType="clickEffect">
                                  <p:stCondLst>
                                    <p:cond delay="0"/>
                                  </p:stCondLst>
                                  <p:childTnLst>
                                    <p:set>
                                      <p:cBhvr>
                                        <p:cTn id="181" dur="1" fill="hold">
                                          <p:stCondLst>
                                            <p:cond delay="0"/>
                                          </p:stCondLst>
                                        </p:cTn>
                                        <p:tgtEl>
                                          <p:spTgt spid="199709"/>
                                        </p:tgtEl>
                                        <p:attrNameLst>
                                          <p:attrName>style.visibility</p:attrName>
                                        </p:attrNameLst>
                                      </p:cBhvr>
                                      <p:to>
                                        <p:strVal val="visible"/>
                                      </p:to>
                                    </p:set>
                                  </p:childTnLst>
                                </p:cTn>
                              </p:par>
                            </p:childTnLst>
                          </p:cTn>
                        </p:par>
                      </p:childTnLst>
                    </p:cTn>
                  </p:par>
                  <p:par>
                    <p:cTn id="182" fill="hold">
                      <p:stCondLst>
                        <p:cond delay="indefinite"/>
                      </p:stCondLst>
                      <p:childTnLst>
                        <p:par>
                          <p:cTn id="183" fill="hold">
                            <p:stCondLst>
                              <p:cond delay="0"/>
                            </p:stCondLst>
                            <p:childTnLst>
                              <p:par>
                                <p:cTn id="184" presetID="1" presetClass="entr" presetSubtype="0" fill="hold" grpId="0" nodeType="clickEffect">
                                  <p:stCondLst>
                                    <p:cond delay="0"/>
                                  </p:stCondLst>
                                  <p:childTnLst>
                                    <p:set>
                                      <p:cBhvr>
                                        <p:cTn id="185" dur="1" fill="hold">
                                          <p:stCondLst>
                                            <p:cond delay="0"/>
                                          </p:stCondLst>
                                        </p:cTn>
                                        <p:tgtEl>
                                          <p:spTgt spid="43"/>
                                        </p:tgtEl>
                                        <p:attrNameLst>
                                          <p:attrName>style.visibility</p:attrName>
                                        </p:attrNameLst>
                                      </p:cBhvr>
                                      <p:to>
                                        <p:strVal val="visible"/>
                                      </p:to>
                                    </p:set>
                                  </p:childTnLst>
                                </p:cTn>
                              </p:par>
                            </p:childTnLst>
                          </p:cTn>
                        </p:par>
                      </p:childTnLst>
                    </p:cTn>
                  </p:par>
                  <p:par>
                    <p:cTn id="186" fill="hold">
                      <p:stCondLst>
                        <p:cond delay="indefinite"/>
                      </p:stCondLst>
                      <p:childTnLst>
                        <p:par>
                          <p:cTn id="187" fill="hold">
                            <p:stCondLst>
                              <p:cond delay="0"/>
                            </p:stCondLst>
                            <p:childTnLst>
                              <p:par>
                                <p:cTn id="188" presetID="1" presetClass="entr" presetSubtype="0" fill="hold" grpId="0" nodeType="clickEffect">
                                  <p:stCondLst>
                                    <p:cond delay="0"/>
                                  </p:stCondLst>
                                  <p:childTnLst>
                                    <p:set>
                                      <p:cBhvr>
                                        <p:cTn id="189"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9682" grpId="0"/>
      <p:bldP spid="199683" grpId="0" animBg="1"/>
      <p:bldP spid="199684" grpId="0" animBg="1"/>
      <p:bldP spid="199685" grpId="0"/>
      <p:bldP spid="199687" grpId="0" animBg="1"/>
      <p:bldP spid="199689" grpId="0"/>
      <p:bldP spid="199690" grpId="0" animBg="1"/>
      <p:bldP spid="199691" grpId="0"/>
      <p:bldP spid="199692" grpId="0"/>
      <p:bldP spid="199693" grpId="0" animBg="1"/>
      <p:bldP spid="199694" grpId="0"/>
      <p:bldP spid="199695" grpId="0"/>
      <p:bldP spid="199696" grpId="0" animBg="1"/>
      <p:bldP spid="199697" grpId="0"/>
      <p:bldP spid="199698" grpId="0" animBg="1"/>
      <p:bldP spid="199699" grpId="0"/>
      <p:bldP spid="199700" grpId="0" animBg="1"/>
      <p:bldP spid="199701" grpId="0" animBg="1"/>
      <p:bldP spid="199702" grpId="0" animBg="1"/>
      <p:bldP spid="199703" grpId="0" animBg="1"/>
      <p:bldP spid="199704" grpId="0" animBg="1"/>
      <p:bldP spid="199705" grpId="0" animBg="1"/>
      <p:bldP spid="199706" grpId="0"/>
      <p:bldP spid="199707" grpId="0"/>
      <p:bldP spid="199708" grpId="0"/>
      <p:bldP spid="199709" grpId="0"/>
      <p:bldP spid="199710" grpId="0"/>
      <p:bldP spid="199711" grpId="0" animBg="1"/>
      <p:bldP spid="199712" grpId="0" animBg="1"/>
      <p:bldP spid="199713" grpId="0"/>
      <p:bldP spid="199714" grpId="0" animBg="1"/>
      <p:bldP spid="199715" grpId="0"/>
      <p:bldP spid="199716" grpId="0" animBg="1"/>
      <p:bldP spid="199717" grpId="0"/>
      <p:bldP spid="199718" grpId="0"/>
      <p:bldP spid="43" grpId="0" animBg="1"/>
      <p:bldP spid="44"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Text Box 2"/>
          <p:cNvSpPr txBox="1">
            <a:spLocks noChangeArrowheads="1"/>
          </p:cNvSpPr>
          <p:nvPr/>
        </p:nvSpPr>
        <p:spPr bwMode="auto">
          <a:xfrm>
            <a:off x="3108327" y="3014663"/>
            <a:ext cx="4048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400">
                <a:latin typeface="Times New Roman" panose="02020603050405020304" pitchFamily="18" charset="0"/>
              </a:rPr>
              <a:t>X</a:t>
            </a:r>
          </a:p>
        </p:txBody>
      </p:sp>
      <p:sp>
        <p:nvSpPr>
          <p:cNvPr id="201731" name="Line 3"/>
          <p:cNvSpPr>
            <a:spLocks noChangeShapeType="1"/>
          </p:cNvSpPr>
          <p:nvPr/>
        </p:nvSpPr>
        <p:spPr bwMode="auto">
          <a:xfrm>
            <a:off x="4375150" y="1849553"/>
            <a:ext cx="0" cy="3886200"/>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endParaRPr lang="en-IN"/>
          </a:p>
        </p:txBody>
      </p:sp>
      <p:sp>
        <p:nvSpPr>
          <p:cNvPr id="201733" name="Text Box 5"/>
          <p:cNvSpPr txBox="1">
            <a:spLocks noChangeArrowheads="1"/>
          </p:cNvSpPr>
          <p:nvPr/>
        </p:nvSpPr>
        <p:spPr bwMode="auto">
          <a:xfrm>
            <a:off x="4032249" y="2784570"/>
            <a:ext cx="32226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Times New Roman" panose="02020603050405020304" pitchFamily="18" charset="0"/>
              </a:rPr>
              <a:t>a’</a:t>
            </a:r>
          </a:p>
        </p:txBody>
      </p:sp>
      <p:sp>
        <p:nvSpPr>
          <p:cNvPr id="201734" name="Line 6"/>
          <p:cNvSpPr>
            <a:spLocks noChangeShapeType="1"/>
          </p:cNvSpPr>
          <p:nvPr/>
        </p:nvSpPr>
        <p:spPr bwMode="auto">
          <a:xfrm>
            <a:off x="3184527" y="3429000"/>
            <a:ext cx="42830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01735" name="Text Box 7"/>
          <p:cNvSpPr txBox="1">
            <a:spLocks noChangeArrowheads="1"/>
          </p:cNvSpPr>
          <p:nvPr/>
        </p:nvSpPr>
        <p:spPr bwMode="auto">
          <a:xfrm>
            <a:off x="7336340" y="3010198"/>
            <a:ext cx="4074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400" dirty="0">
                <a:latin typeface="Times New Roman" panose="02020603050405020304" pitchFamily="18" charset="0"/>
              </a:rPr>
              <a:t>Y</a:t>
            </a:r>
          </a:p>
        </p:txBody>
      </p:sp>
      <p:sp>
        <p:nvSpPr>
          <p:cNvPr id="201737" name="Text Box 9"/>
          <p:cNvSpPr txBox="1">
            <a:spLocks noChangeArrowheads="1"/>
          </p:cNvSpPr>
          <p:nvPr/>
        </p:nvSpPr>
        <p:spPr bwMode="auto">
          <a:xfrm>
            <a:off x="4083942" y="3871913"/>
            <a:ext cx="2635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Times New Roman" panose="02020603050405020304" pitchFamily="18" charset="0"/>
              </a:rPr>
              <a:t>a</a:t>
            </a:r>
          </a:p>
        </p:txBody>
      </p:sp>
      <p:sp>
        <p:nvSpPr>
          <p:cNvPr id="201738" name="Line 10"/>
          <p:cNvSpPr>
            <a:spLocks noChangeShapeType="1"/>
          </p:cNvSpPr>
          <p:nvPr/>
        </p:nvSpPr>
        <p:spPr bwMode="auto">
          <a:xfrm>
            <a:off x="5060950" y="1457325"/>
            <a:ext cx="33528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01739" name="Line 11"/>
          <p:cNvSpPr>
            <a:spLocks noChangeShapeType="1"/>
          </p:cNvSpPr>
          <p:nvPr/>
        </p:nvSpPr>
        <p:spPr bwMode="auto">
          <a:xfrm flipV="1">
            <a:off x="4375149" y="1447800"/>
            <a:ext cx="1295401" cy="1513001"/>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01740" name="Text Box 12"/>
          <p:cNvSpPr txBox="1">
            <a:spLocks noChangeArrowheads="1"/>
          </p:cNvSpPr>
          <p:nvPr/>
        </p:nvSpPr>
        <p:spPr bwMode="auto">
          <a:xfrm>
            <a:off x="5584825" y="1171575"/>
            <a:ext cx="3317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Times New Roman" panose="02020603050405020304" pitchFamily="18" charset="0"/>
              </a:rPr>
              <a:t>b’</a:t>
            </a:r>
            <a:endParaRPr lang="en-US" altLang="en-US" sz="1400" baseline="-25000" dirty="0">
              <a:latin typeface="Times New Roman" panose="02020603050405020304" pitchFamily="18" charset="0"/>
            </a:endParaRPr>
          </a:p>
        </p:txBody>
      </p:sp>
      <p:sp>
        <p:nvSpPr>
          <p:cNvPr id="201741" name="Text Box 13"/>
          <p:cNvSpPr txBox="1">
            <a:spLocks noChangeArrowheads="1"/>
          </p:cNvSpPr>
          <p:nvPr/>
        </p:nvSpPr>
        <p:spPr bwMode="auto">
          <a:xfrm rot="-2966121">
            <a:off x="4756945" y="1980407"/>
            <a:ext cx="41116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Times New Roman" panose="02020603050405020304" pitchFamily="18" charset="0"/>
              </a:rPr>
              <a:t>FV</a:t>
            </a:r>
            <a:endParaRPr lang="en-US" altLang="en-US" sz="1400" baseline="-25000" dirty="0">
              <a:latin typeface="Times New Roman" panose="02020603050405020304" pitchFamily="18" charset="0"/>
            </a:endParaRPr>
          </a:p>
        </p:txBody>
      </p:sp>
      <p:sp>
        <p:nvSpPr>
          <p:cNvPr id="201742" name="Text Box 14"/>
          <p:cNvSpPr txBox="1">
            <a:spLocks noChangeArrowheads="1"/>
          </p:cNvSpPr>
          <p:nvPr/>
        </p:nvSpPr>
        <p:spPr bwMode="auto">
          <a:xfrm>
            <a:off x="4849281" y="2302973"/>
            <a:ext cx="42351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Times New Roman" panose="02020603050405020304" pitchFamily="18" charset="0"/>
                <a:cs typeface="Times New Roman" panose="02020603050405020304" pitchFamily="18" charset="0"/>
                <a:sym typeface="Symbol" panose="05050102010706020507" pitchFamily="18" charset="2"/>
              </a:rPr>
              <a:t>50</a:t>
            </a:r>
            <a:r>
              <a:rPr lang="en-US" altLang="en-US" sz="1400" baseline="30000" dirty="0">
                <a:latin typeface="Times New Roman" panose="02020603050405020304" pitchFamily="18" charset="0"/>
                <a:cs typeface="Times New Roman" panose="02020603050405020304" pitchFamily="18" charset="0"/>
                <a:sym typeface="Symbol" panose="05050102010706020507" pitchFamily="18" charset="2"/>
              </a:rPr>
              <a:t>0</a:t>
            </a:r>
          </a:p>
        </p:txBody>
      </p:sp>
      <p:sp>
        <p:nvSpPr>
          <p:cNvPr id="201744" name="Line 16"/>
          <p:cNvSpPr>
            <a:spLocks noChangeShapeType="1"/>
          </p:cNvSpPr>
          <p:nvPr/>
        </p:nvSpPr>
        <p:spPr bwMode="auto">
          <a:xfrm>
            <a:off x="4276465" y="2952862"/>
            <a:ext cx="2895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01745" name="Line 17"/>
          <p:cNvSpPr>
            <a:spLocks noChangeShapeType="1"/>
          </p:cNvSpPr>
          <p:nvPr/>
        </p:nvSpPr>
        <p:spPr bwMode="auto">
          <a:xfrm>
            <a:off x="4375149" y="4019551"/>
            <a:ext cx="2415527" cy="95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01746" name="Line 18"/>
          <p:cNvSpPr>
            <a:spLocks noChangeShapeType="1"/>
          </p:cNvSpPr>
          <p:nvPr/>
        </p:nvSpPr>
        <p:spPr bwMode="auto">
          <a:xfrm>
            <a:off x="5670550" y="1447800"/>
            <a:ext cx="0" cy="4953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01747" name="Text Box 19"/>
          <p:cNvSpPr txBox="1">
            <a:spLocks noChangeArrowheads="1"/>
          </p:cNvSpPr>
          <p:nvPr/>
        </p:nvSpPr>
        <p:spPr bwMode="auto">
          <a:xfrm>
            <a:off x="5587740" y="6426802"/>
            <a:ext cx="2730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Times New Roman" panose="02020603050405020304" pitchFamily="18" charset="0"/>
              </a:rPr>
              <a:t>b</a:t>
            </a:r>
            <a:endParaRPr lang="en-US" altLang="en-US" sz="1400" baseline="-25000" dirty="0">
              <a:latin typeface="Times New Roman" panose="02020603050405020304" pitchFamily="18" charset="0"/>
            </a:endParaRPr>
          </a:p>
        </p:txBody>
      </p:sp>
      <p:sp>
        <p:nvSpPr>
          <p:cNvPr id="201748" name="Line 20"/>
          <p:cNvSpPr>
            <a:spLocks noChangeShapeType="1"/>
          </p:cNvSpPr>
          <p:nvPr/>
        </p:nvSpPr>
        <p:spPr bwMode="auto">
          <a:xfrm flipH="1" flipV="1">
            <a:off x="4402690" y="4034390"/>
            <a:ext cx="1281785" cy="2377707"/>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01749" name="Text Box 21"/>
          <p:cNvSpPr txBox="1">
            <a:spLocks noChangeArrowheads="1"/>
          </p:cNvSpPr>
          <p:nvPr/>
        </p:nvSpPr>
        <p:spPr bwMode="auto">
          <a:xfrm>
            <a:off x="4775200" y="4148140"/>
            <a:ext cx="42351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Times New Roman" panose="02020603050405020304" pitchFamily="18" charset="0"/>
                <a:cs typeface="Times New Roman" panose="02020603050405020304" pitchFamily="18" charset="0"/>
                <a:sym typeface="Symbol" panose="05050102010706020507" pitchFamily="18" charset="2"/>
              </a:rPr>
              <a:t>60</a:t>
            </a:r>
            <a:r>
              <a:rPr lang="en-US" altLang="en-US" sz="1400" baseline="30000" dirty="0">
                <a:latin typeface="Times New Roman" panose="02020603050405020304" pitchFamily="18" charset="0"/>
                <a:cs typeface="Times New Roman" panose="02020603050405020304" pitchFamily="18" charset="0"/>
                <a:sym typeface="Symbol" panose="05050102010706020507" pitchFamily="18" charset="2"/>
              </a:rPr>
              <a:t>0</a:t>
            </a:r>
          </a:p>
        </p:txBody>
      </p:sp>
      <p:sp>
        <p:nvSpPr>
          <p:cNvPr id="201750" name="Arc 22"/>
          <p:cNvSpPr>
            <a:spLocks/>
          </p:cNvSpPr>
          <p:nvPr/>
        </p:nvSpPr>
        <p:spPr bwMode="auto">
          <a:xfrm rot="-18867052">
            <a:off x="4289425" y="3743325"/>
            <a:ext cx="914400" cy="742950"/>
          </a:xfrm>
          <a:custGeom>
            <a:avLst/>
            <a:gdLst>
              <a:gd name="G0" fmla="+- 0 0 0"/>
              <a:gd name="G1" fmla="+- 13772 0 0"/>
              <a:gd name="G2" fmla="+- 21600 0 0"/>
              <a:gd name="T0" fmla="*/ 16640 w 21600"/>
              <a:gd name="T1" fmla="*/ 0 h 19935"/>
              <a:gd name="T2" fmla="*/ 20702 w 21600"/>
              <a:gd name="T3" fmla="*/ 19935 h 19935"/>
              <a:gd name="T4" fmla="*/ 0 w 21600"/>
              <a:gd name="T5" fmla="*/ 13772 h 19935"/>
            </a:gdLst>
            <a:ahLst/>
            <a:cxnLst>
              <a:cxn ang="0">
                <a:pos x="T0" y="T1"/>
              </a:cxn>
              <a:cxn ang="0">
                <a:pos x="T2" y="T3"/>
              </a:cxn>
              <a:cxn ang="0">
                <a:pos x="T4" y="T5"/>
              </a:cxn>
            </a:cxnLst>
            <a:rect l="0" t="0" r="r" b="b"/>
            <a:pathLst>
              <a:path w="21600" h="19935" fill="none" extrusionOk="0">
                <a:moveTo>
                  <a:pt x="16640" y="-1"/>
                </a:moveTo>
                <a:cubicBezTo>
                  <a:pt x="19845" y="3873"/>
                  <a:pt x="21600" y="8743"/>
                  <a:pt x="21600" y="13772"/>
                </a:cubicBezTo>
                <a:cubicBezTo>
                  <a:pt x="21600" y="15858"/>
                  <a:pt x="21297" y="17934"/>
                  <a:pt x="20702" y="19935"/>
                </a:cubicBezTo>
              </a:path>
              <a:path w="21600" h="19935" stroke="0" extrusionOk="0">
                <a:moveTo>
                  <a:pt x="16640" y="-1"/>
                </a:moveTo>
                <a:cubicBezTo>
                  <a:pt x="19845" y="3873"/>
                  <a:pt x="21600" y="8743"/>
                  <a:pt x="21600" y="13772"/>
                </a:cubicBezTo>
                <a:cubicBezTo>
                  <a:pt x="21600" y="15858"/>
                  <a:pt x="21297" y="17934"/>
                  <a:pt x="20702" y="19935"/>
                </a:cubicBezTo>
                <a:lnTo>
                  <a:pt x="0" y="13772"/>
                </a:lnTo>
                <a:close/>
              </a:path>
            </a:pathLst>
          </a:custGeom>
          <a:noFill/>
          <a:ln w="9525">
            <a:solidFill>
              <a:schemeClr val="tx1"/>
            </a:solidFill>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01751" name="Text Box 23"/>
          <p:cNvSpPr txBox="1">
            <a:spLocks noChangeArrowheads="1"/>
          </p:cNvSpPr>
          <p:nvPr/>
        </p:nvSpPr>
        <p:spPr bwMode="auto">
          <a:xfrm>
            <a:off x="6479974" y="6400800"/>
            <a:ext cx="33374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Times New Roman" panose="02020603050405020304" pitchFamily="18" charset="0"/>
              </a:rPr>
              <a:t>b</a:t>
            </a:r>
            <a:r>
              <a:rPr lang="en-US" altLang="en-US" sz="1400" baseline="-25000" dirty="0">
                <a:latin typeface="Times New Roman" panose="02020603050405020304" pitchFamily="18" charset="0"/>
              </a:rPr>
              <a:t>1</a:t>
            </a:r>
          </a:p>
        </p:txBody>
      </p:sp>
      <p:sp>
        <p:nvSpPr>
          <p:cNvPr id="201752" name="Line 24"/>
          <p:cNvSpPr>
            <a:spLocks noChangeShapeType="1"/>
          </p:cNvSpPr>
          <p:nvPr/>
        </p:nvSpPr>
        <p:spPr bwMode="auto">
          <a:xfrm>
            <a:off x="6584950" y="4014236"/>
            <a:ext cx="0" cy="238656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01753" name="Line 25"/>
          <p:cNvSpPr>
            <a:spLocks noChangeShapeType="1"/>
          </p:cNvSpPr>
          <p:nvPr/>
        </p:nvSpPr>
        <p:spPr bwMode="auto">
          <a:xfrm>
            <a:off x="5289550" y="6381750"/>
            <a:ext cx="2819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01754" name="Line 26"/>
          <p:cNvSpPr>
            <a:spLocks noChangeShapeType="1"/>
          </p:cNvSpPr>
          <p:nvPr/>
        </p:nvSpPr>
        <p:spPr bwMode="auto">
          <a:xfrm flipV="1">
            <a:off x="6584950" y="2968476"/>
            <a:ext cx="0" cy="1070124"/>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01755" name="Arc 27"/>
          <p:cNvSpPr>
            <a:spLocks/>
          </p:cNvSpPr>
          <p:nvPr/>
        </p:nvSpPr>
        <p:spPr bwMode="auto">
          <a:xfrm>
            <a:off x="5518150" y="1455738"/>
            <a:ext cx="1066800" cy="1562100"/>
          </a:xfrm>
          <a:custGeom>
            <a:avLst/>
            <a:gdLst>
              <a:gd name="G0" fmla="+- 0 0 0"/>
              <a:gd name="G1" fmla="+- 21527 0 0"/>
              <a:gd name="G2" fmla="+- 21600 0 0"/>
              <a:gd name="T0" fmla="*/ 1779 w 21600"/>
              <a:gd name="T1" fmla="*/ 0 h 22135"/>
              <a:gd name="T2" fmla="*/ 21591 w 21600"/>
              <a:gd name="T3" fmla="*/ 22135 h 22135"/>
              <a:gd name="T4" fmla="*/ 0 w 21600"/>
              <a:gd name="T5" fmla="*/ 21527 h 22135"/>
            </a:gdLst>
            <a:ahLst/>
            <a:cxnLst>
              <a:cxn ang="0">
                <a:pos x="T0" y="T1"/>
              </a:cxn>
              <a:cxn ang="0">
                <a:pos x="T2" y="T3"/>
              </a:cxn>
              <a:cxn ang="0">
                <a:pos x="T4" y="T5"/>
              </a:cxn>
            </a:cxnLst>
            <a:rect l="0" t="0" r="r" b="b"/>
            <a:pathLst>
              <a:path w="21600" h="22135" fill="none" extrusionOk="0">
                <a:moveTo>
                  <a:pt x="1778" y="0"/>
                </a:moveTo>
                <a:cubicBezTo>
                  <a:pt x="12980" y="926"/>
                  <a:pt x="21600" y="10287"/>
                  <a:pt x="21600" y="21527"/>
                </a:cubicBezTo>
                <a:cubicBezTo>
                  <a:pt x="21600" y="21729"/>
                  <a:pt x="21597" y="21932"/>
                  <a:pt x="21591" y="22135"/>
                </a:cubicBezTo>
              </a:path>
              <a:path w="21600" h="22135" stroke="0" extrusionOk="0">
                <a:moveTo>
                  <a:pt x="1778" y="0"/>
                </a:moveTo>
                <a:cubicBezTo>
                  <a:pt x="12980" y="926"/>
                  <a:pt x="21600" y="10287"/>
                  <a:pt x="21600" y="21527"/>
                </a:cubicBezTo>
                <a:cubicBezTo>
                  <a:pt x="21600" y="21729"/>
                  <a:pt x="21597" y="21932"/>
                  <a:pt x="21591" y="22135"/>
                </a:cubicBezTo>
                <a:lnTo>
                  <a:pt x="0" y="21527"/>
                </a:lnTo>
                <a:close/>
              </a:path>
            </a:pathLst>
          </a:custGeom>
          <a:noFill/>
          <a:ln w="9525">
            <a:solidFill>
              <a:schemeClr val="tx1"/>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01756" name="Line 28"/>
          <p:cNvSpPr>
            <a:spLocks noChangeShapeType="1"/>
          </p:cNvSpPr>
          <p:nvPr/>
        </p:nvSpPr>
        <p:spPr bwMode="auto">
          <a:xfrm rot="4589744" flipV="1">
            <a:off x="4131766" y="4394892"/>
            <a:ext cx="2758466" cy="160994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01757" name="Text Box 29"/>
          <p:cNvSpPr txBox="1">
            <a:spLocks noChangeArrowheads="1"/>
          </p:cNvSpPr>
          <p:nvPr/>
        </p:nvSpPr>
        <p:spPr bwMode="auto">
          <a:xfrm rot="3322370">
            <a:off x="5756275" y="5334000"/>
            <a:ext cx="4000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Times New Roman" panose="02020603050405020304" pitchFamily="18" charset="0"/>
              </a:rPr>
              <a:t>TL</a:t>
            </a:r>
            <a:endParaRPr lang="en-US" altLang="en-US" sz="1400" baseline="-25000" dirty="0">
              <a:latin typeface="Times New Roman" panose="02020603050405020304" pitchFamily="18" charset="0"/>
            </a:endParaRPr>
          </a:p>
        </p:txBody>
      </p:sp>
      <p:sp>
        <p:nvSpPr>
          <p:cNvPr id="201758" name="Line 30"/>
          <p:cNvSpPr>
            <a:spLocks noChangeShapeType="1"/>
          </p:cNvSpPr>
          <p:nvPr/>
        </p:nvSpPr>
        <p:spPr bwMode="auto">
          <a:xfrm flipV="1">
            <a:off x="4375150" y="1447800"/>
            <a:ext cx="2819400" cy="151397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01759" name="Text Box 31"/>
          <p:cNvSpPr txBox="1">
            <a:spLocks noChangeArrowheads="1"/>
          </p:cNvSpPr>
          <p:nvPr/>
        </p:nvSpPr>
        <p:spPr bwMode="auto">
          <a:xfrm>
            <a:off x="7064697" y="1168598"/>
            <a:ext cx="39305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Times New Roman" panose="02020603050405020304" pitchFamily="18" charset="0"/>
              </a:rPr>
              <a:t>b’</a:t>
            </a:r>
            <a:r>
              <a:rPr lang="en-US" altLang="en-US" sz="1400" baseline="-25000" dirty="0">
                <a:latin typeface="Times New Roman" panose="02020603050405020304" pitchFamily="18" charset="0"/>
              </a:rPr>
              <a:t>1</a:t>
            </a:r>
          </a:p>
        </p:txBody>
      </p:sp>
      <p:sp>
        <p:nvSpPr>
          <p:cNvPr id="201760" name="Text Box 32"/>
          <p:cNvSpPr txBox="1">
            <a:spLocks noChangeArrowheads="1"/>
          </p:cNvSpPr>
          <p:nvPr/>
        </p:nvSpPr>
        <p:spPr bwMode="auto">
          <a:xfrm rot="-1807669">
            <a:off x="5773738" y="2124075"/>
            <a:ext cx="4000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Times New Roman" panose="02020603050405020304" pitchFamily="18" charset="0"/>
              </a:rPr>
              <a:t>TL</a:t>
            </a:r>
            <a:endParaRPr lang="en-US" altLang="en-US" sz="1400" baseline="-25000" dirty="0">
              <a:latin typeface="Times New Roman" panose="02020603050405020304" pitchFamily="18" charset="0"/>
            </a:endParaRPr>
          </a:p>
        </p:txBody>
      </p:sp>
      <p:sp>
        <p:nvSpPr>
          <p:cNvPr id="201761" name="Arc 33"/>
          <p:cNvSpPr>
            <a:spLocks/>
          </p:cNvSpPr>
          <p:nvPr/>
        </p:nvSpPr>
        <p:spPr bwMode="auto">
          <a:xfrm>
            <a:off x="4119781" y="2436664"/>
            <a:ext cx="914400" cy="531812"/>
          </a:xfrm>
          <a:custGeom>
            <a:avLst/>
            <a:gdLst>
              <a:gd name="G0" fmla="+- 0 0 0"/>
              <a:gd name="G1" fmla="+- 15080 0 0"/>
              <a:gd name="G2" fmla="+- 21600 0 0"/>
              <a:gd name="T0" fmla="*/ 15464 w 21600"/>
              <a:gd name="T1" fmla="*/ 0 h 15080"/>
              <a:gd name="T2" fmla="*/ 21600 w 21600"/>
              <a:gd name="T3" fmla="*/ 15080 h 15080"/>
              <a:gd name="T4" fmla="*/ 0 w 21600"/>
              <a:gd name="T5" fmla="*/ 15080 h 15080"/>
            </a:gdLst>
            <a:ahLst/>
            <a:cxnLst>
              <a:cxn ang="0">
                <a:pos x="T0" y="T1"/>
              </a:cxn>
              <a:cxn ang="0">
                <a:pos x="T2" y="T3"/>
              </a:cxn>
              <a:cxn ang="0">
                <a:pos x="T4" y="T5"/>
              </a:cxn>
            </a:cxnLst>
            <a:rect l="0" t="0" r="r" b="b"/>
            <a:pathLst>
              <a:path w="21600" h="15080" fill="none" extrusionOk="0">
                <a:moveTo>
                  <a:pt x="15464" y="-1"/>
                </a:moveTo>
                <a:cubicBezTo>
                  <a:pt x="19398" y="4033"/>
                  <a:pt x="21600" y="9445"/>
                  <a:pt x="21600" y="15080"/>
                </a:cubicBezTo>
              </a:path>
              <a:path w="21600" h="15080" stroke="0" extrusionOk="0">
                <a:moveTo>
                  <a:pt x="15464" y="-1"/>
                </a:moveTo>
                <a:cubicBezTo>
                  <a:pt x="19398" y="4033"/>
                  <a:pt x="21600" y="9445"/>
                  <a:pt x="21600" y="15080"/>
                </a:cubicBezTo>
                <a:lnTo>
                  <a:pt x="0" y="15080"/>
                </a:lnTo>
                <a:close/>
              </a:path>
            </a:pathLst>
          </a:custGeom>
          <a:noFill/>
          <a:ln w="9525">
            <a:solidFill>
              <a:schemeClr val="tx1"/>
            </a:solidFill>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01766" name="Text Box 38"/>
          <p:cNvSpPr txBox="1">
            <a:spLocks noChangeArrowheads="1"/>
          </p:cNvSpPr>
          <p:nvPr/>
        </p:nvSpPr>
        <p:spPr bwMode="auto">
          <a:xfrm>
            <a:off x="27205" y="363378"/>
            <a:ext cx="8185151"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en-US" sz="1600" b="1" dirty="0">
                <a:solidFill>
                  <a:srgbClr val="0070C0"/>
                </a:solidFill>
                <a:latin typeface="Arial" panose="020B0604020202020204" pitchFamily="34" charset="0"/>
              </a:rPr>
              <a:t>PROBLEM 9: </a:t>
            </a:r>
            <a:r>
              <a:rPr lang="en-US" altLang="en-US" sz="1400" b="1" dirty="0">
                <a:latin typeface="Arial" panose="020B0604020202020204" pitchFamily="34" charset="0"/>
              </a:rPr>
              <a:t>FV of line AB is 50</a:t>
            </a:r>
            <a:r>
              <a:rPr lang="en-US" altLang="en-US" sz="1400" b="1" baseline="30000" dirty="0">
                <a:latin typeface="Arial" panose="020B0604020202020204" pitchFamily="34" charset="0"/>
              </a:rPr>
              <a:t>0</a:t>
            </a:r>
            <a:r>
              <a:rPr lang="en-US" altLang="en-US" sz="1400" b="1" dirty="0">
                <a:latin typeface="Arial" panose="020B0604020202020204" pitchFamily="34" charset="0"/>
              </a:rPr>
              <a:t> inclined to </a:t>
            </a:r>
            <a:r>
              <a:rPr lang="en-US" altLang="en-US" sz="1400" b="1" dirty="0"/>
              <a:t>XY</a:t>
            </a:r>
            <a:r>
              <a:rPr lang="en-US" altLang="en-US" sz="1400" b="1" dirty="0">
                <a:latin typeface="Arial" panose="020B0604020202020204" pitchFamily="34" charset="0"/>
              </a:rPr>
              <a:t> and measures 55 mm long while it’s TV is 60</a:t>
            </a:r>
            <a:r>
              <a:rPr lang="en-US" altLang="en-US" sz="1400" b="1" baseline="30000" dirty="0">
                <a:latin typeface="Arial" panose="020B0604020202020204" pitchFamily="34" charset="0"/>
              </a:rPr>
              <a:t>0</a:t>
            </a:r>
            <a:r>
              <a:rPr lang="en-US" altLang="en-US" sz="1400" b="1" dirty="0">
                <a:latin typeface="Arial" panose="020B0604020202020204" pitchFamily="34" charset="0"/>
              </a:rPr>
              <a:t> inclined to </a:t>
            </a:r>
            <a:r>
              <a:rPr lang="en-US" altLang="en-US" sz="1400" b="1" dirty="0"/>
              <a:t>XY</a:t>
            </a:r>
            <a:r>
              <a:rPr lang="en-US" altLang="en-US" sz="1400" b="1" dirty="0">
                <a:latin typeface="Arial" panose="020B0604020202020204" pitchFamily="34" charset="0"/>
              </a:rPr>
              <a:t> line. If end A is 10 mm above HP and 15 mm in front of VP, draw it’s projections, find TL, inclinations of line with HP &amp; VP.</a:t>
            </a:r>
          </a:p>
        </p:txBody>
      </p:sp>
      <p:sp>
        <p:nvSpPr>
          <p:cNvPr id="201767" name="Text Box 39"/>
          <p:cNvSpPr txBox="1">
            <a:spLocks noChangeArrowheads="1"/>
          </p:cNvSpPr>
          <p:nvPr/>
        </p:nvSpPr>
        <p:spPr bwMode="auto">
          <a:xfrm>
            <a:off x="156614" y="1592773"/>
            <a:ext cx="2675491" cy="3754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altLang="en-US" sz="1400" b="1" u="sng" dirty="0">
                <a:solidFill>
                  <a:srgbClr val="FF0000"/>
                </a:solidFill>
                <a:latin typeface="Arial" panose="020B0604020202020204" pitchFamily="34" charset="0"/>
              </a:rPr>
              <a:t>Solution steps:</a:t>
            </a:r>
          </a:p>
          <a:p>
            <a:pPr eaLnBrk="1" hangingPunct="1"/>
            <a:endParaRPr lang="en-US" altLang="en-US" sz="1400" dirty="0">
              <a:solidFill>
                <a:srgbClr val="FF0000"/>
              </a:solidFill>
              <a:latin typeface="Arial" panose="020B0604020202020204" pitchFamily="34" charset="0"/>
            </a:endParaRPr>
          </a:p>
          <a:p>
            <a:r>
              <a:rPr lang="en-US" altLang="en-US" sz="1400" dirty="0">
                <a:latin typeface="Arial" panose="020B0604020202020204" pitchFamily="34" charset="0"/>
              </a:rPr>
              <a:t>1.Draw </a:t>
            </a:r>
            <a:r>
              <a:rPr lang="en-US" altLang="en-US" sz="1400" dirty="0"/>
              <a:t>XY</a:t>
            </a:r>
            <a:r>
              <a:rPr lang="en-US" altLang="en-US" sz="1400" dirty="0">
                <a:latin typeface="Arial" panose="020B0604020202020204" pitchFamily="34" charset="0"/>
              </a:rPr>
              <a:t> line and one projector.</a:t>
            </a:r>
          </a:p>
          <a:p>
            <a:r>
              <a:rPr lang="en-US" altLang="en-US" sz="1400" dirty="0">
                <a:latin typeface="Arial" panose="020B0604020202020204" pitchFamily="34" charset="0"/>
              </a:rPr>
              <a:t>2.Locate a’ 10 mm above</a:t>
            </a:r>
            <a:r>
              <a:rPr lang="en-US" altLang="en-US" sz="1400" dirty="0"/>
              <a:t> XY </a:t>
            </a:r>
            <a:r>
              <a:rPr lang="en-US" altLang="en-US" sz="1400" dirty="0">
                <a:latin typeface="Arial" panose="020B0604020202020204" pitchFamily="34" charset="0"/>
              </a:rPr>
              <a:t>and a 15 mm below </a:t>
            </a:r>
            <a:r>
              <a:rPr lang="en-US" altLang="en-US" sz="1400" dirty="0"/>
              <a:t>XY</a:t>
            </a:r>
            <a:r>
              <a:rPr lang="en-US" altLang="en-US" sz="1400" dirty="0">
                <a:latin typeface="Arial" panose="020B0604020202020204" pitchFamily="34" charset="0"/>
              </a:rPr>
              <a:t> line.</a:t>
            </a:r>
          </a:p>
          <a:p>
            <a:pPr eaLnBrk="1" hangingPunct="1"/>
            <a:r>
              <a:rPr lang="en-US" altLang="en-US" sz="1400" dirty="0">
                <a:latin typeface="Arial" panose="020B0604020202020204" pitchFamily="34" charset="0"/>
              </a:rPr>
              <a:t>3.Draw locus from these points.</a:t>
            </a:r>
          </a:p>
          <a:p>
            <a:r>
              <a:rPr lang="en-US" altLang="en-US" sz="1400" dirty="0">
                <a:latin typeface="Arial" panose="020B0604020202020204" pitchFamily="34" charset="0"/>
              </a:rPr>
              <a:t>4.Draw FV 50</a:t>
            </a:r>
            <a:r>
              <a:rPr lang="en-US" altLang="en-US" sz="1400" baseline="30000" dirty="0">
                <a:latin typeface="Arial" panose="020B0604020202020204" pitchFamily="34" charset="0"/>
              </a:rPr>
              <a:t>0</a:t>
            </a:r>
            <a:r>
              <a:rPr lang="en-US" altLang="en-US" sz="1400" dirty="0">
                <a:latin typeface="Arial" panose="020B0604020202020204" pitchFamily="34" charset="0"/>
              </a:rPr>
              <a:t> from a’ and </a:t>
            </a:r>
          </a:p>
          <a:p>
            <a:pPr eaLnBrk="1" hangingPunct="1"/>
            <a:r>
              <a:rPr lang="en-US" altLang="en-US" sz="1400" dirty="0">
                <a:latin typeface="Arial" panose="020B0604020202020204" pitchFamily="34" charset="0"/>
              </a:rPr>
              <a:t> mark b’ cutting 55mm on it.</a:t>
            </a:r>
          </a:p>
          <a:p>
            <a:r>
              <a:rPr lang="en-US" altLang="en-US" sz="1400" dirty="0">
                <a:latin typeface="Arial" panose="020B0604020202020204" pitchFamily="34" charset="0"/>
              </a:rPr>
              <a:t>5.Similarly draw TV 60</a:t>
            </a:r>
            <a:r>
              <a:rPr lang="en-US" altLang="en-US" sz="1400" baseline="30000" dirty="0">
                <a:latin typeface="Arial" panose="020B0604020202020204" pitchFamily="34" charset="0"/>
              </a:rPr>
              <a:t>0</a:t>
            </a:r>
            <a:r>
              <a:rPr lang="en-US" altLang="en-US" sz="1400" dirty="0">
                <a:latin typeface="Arial" panose="020B0604020202020204" pitchFamily="34" charset="0"/>
              </a:rPr>
              <a:t> from a &amp; drawing projector from b’</a:t>
            </a:r>
          </a:p>
          <a:p>
            <a:pPr eaLnBrk="1" hangingPunct="1"/>
            <a:r>
              <a:rPr lang="en-US" altLang="en-US" sz="1400" dirty="0">
                <a:latin typeface="Arial" panose="020B0604020202020204" pitchFamily="34" charset="0"/>
              </a:rPr>
              <a:t> locate point b and join a b.</a:t>
            </a:r>
          </a:p>
          <a:p>
            <a:pPr eaLnBrk="1" hangingPunct="1"/>
            <a:r>
              <a:rPr lang="en-US" altLang="en-US" sz="1400" dirty="0">
                <a:latin typeface="Arial" panose="020B0604020202020204" pitchFamily="34" charset="0"/>
              </a:rPr>
              <a:t>6.Then rotating views as shown, locate True Lengths ab</a:t>
            </a:r>
            <a:r>
              <a:rPr lang="en-US" altLang="en-US" sz="1400" baseline="-25000" dirty="0">
                <a:latin typeface="Arial" panose="020B0604020202020204" pitchFamily="34" charset="0"/>
              </a:rPr>
              <a:t>1  </a:t>
            </a:r>
            <a:r>
              <a:rPr lang="en-US" altLang="en-US" sz="1400" dirty="0">
                <a:latin typeface="Arial" panose="020B0604020202020204" pitchFamily="34" charset="0"/>
              </a:rPr>
              <a:t>&amp;  a’b</a:t>
            </a:r>
            <a:r>
              <a:rPr lang="en-US" altLang="en-US" sz="1400" baseline="-25000" dirty="0">
                <a:latin typeface="Arial" panose="020B0604020202020204" pitchFamily="34" charset="0"/>
              </a:rPr>
              <a:t>1</a:t>
            </a:r>
            <a:r>
              <a:rPr lang="en-US" altLang="en-US" sz="1400" dirty="0">
                <a:latin typeface="Arial" panose="020B0604020202020204" pitchFamily="34" charset="0"/>
              </a:rPr>
              <a:t>’  and their angles with HP and VP.</a:t>
            </a:r>
          </a:p>
          <a:p>
            <a:pPr eaLnBrk="1" hangingPunct="1"/>
            <a:endParaRPr lang="en-US" altLang="en-US" sz="1400" dirty="0">
              <a:solidFill>
                <a:schemeClr val="accent2"/>
              </a:solidFill>
              <a:latin typeface="Arial" panose="020B0604020202020204" pitchFamily="34" charset="0"/>
            </a:endParaRPr>
          </a:p>
        </p:txBody>
      </p:sp>
      <p:sp>
        <p:nvSpPr>
          <p:cNvPr id="2" name="Slide Number Placeholder 1"/>
          <p:cNvSpPr>
            <a:spLocks noGrp="1"/>
          </p:cNvSpPr>
          <p:nvPr>
            <p:ph type="sldNum" sz="quarter" idx="12"/>
          </p:nvPr>
        </p:nvSpPr>
        <p:spPr>
          <a:xfrm>
            <a:off x="7086600" y="6493948"/>
            <a:ext cx="2057400" cy="365125"/>
          </a:xfrm>
        </p:spPr>
        <p:txBody>
          <a:bodyPr/>
          <a:lstStyle/>
          <a:p>
            <a:fld id="{EE8E09DC-0268-440F-8276-54ADABB93829}" type="slidenum">
              <a:rPr lang="en-IN" smtClean="0"/>
              <a:t>39</a:t>
            </a:fld>
            <a:endParaRPr lang="en-IN" dirty="0"/>
          </a:p>
        </p:txBody>
      </p:sp>
      <p:sp>
        <p:nvSpPr>
          <p:cNvPr id="42" name="Text Box 29"/>
          <p:cNvSpPr txBox="1">
            <a:spLocks noChangeArrowheads="1"/>
          </p:cNvSpPr>
          <p:nvPr/>
        </p:nvSpPr>
        <p:spPr bwMode="auto">
          <a:xfrm rot="3322370">
            <a:off x="4750769" y="5209852"/>
            <a:ext cx="42351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Times New Roman" panose="02020603050405020304" pitchFamily="18" charset="0"/>
              </a:rPr>
              <a:t>TV</a:t>
            </a:r>
            <a:endParaRPr lang="en-US" altLang="en-US" sz="1400" baseline="-25000" dirty="0">
              <a:latin typeface="Times New Roman" panose="02020603050405020304" pitchFamily="18" charset="0"/>
            </a:endParaRPr>
          </a:p>
        </p:txBody>
      </p:sp>
      <p:sp>
        <p:nvSpPr>
          <p:cNvPr id="43" name="Arc 33"/>
          <p:cNvSpPr>
            <a:spLocks/>
          </p:cNvSpPr>
          <p:nvPr/>
        </p:nvSpPr>
        <p:spPr bwMode="auto">
          <a:xfrm>
            <a:off x="4595421" y="2514176"/>
            <a:ext cx="767155" cy="459615"/>
          </a:xfrm>
          <a:custGeom>
            <a:avLst/>
            <a:gdLst>
              <a:gd name="G0" fmla="+- 0 0 0"/>
              <a:gd name="G1" fmla="+- 15080 0 0"/>
              <a:gd name="G2" fmla="+- 21600 0 0"/>
              <a:gd name="T0" fmla="*/ 15464 w 21600"/>
              <a:gd name="T1" fmla="*/ 0 h 15080"/>
              <a:gd name="T2" fmla="*/ 21600 w 21600"/>
              <a:gd name="T3" fmla="*/ 15080 h 15080"/>
              <a:gd name="T4" fmla="*/ 0 w 21600"/>
              <a:gd name="T5" fmla="*/ 15080 h 15080"/>
            </a:gdLst>
            <a:ahLst/>
            <a:cxnLst>
              <a:cxn ang="0">
                <a:pos x="T0" y="T1"/>
              </a:cxn>
              <a:cxn ang="0">
                <a:pos x="T2" y="T3"/>
              </a:cxn>
              <a:cxn ang="0">
                <a:pos x="T4" y="T5"/>
              </a:cxn>
            </a:cxnLst>
            <a:rect l="0" t="0" r="r" b="b"/>
            <a:pathLst>
              <a:path w="21600" h="15080" fill="none" extrusionOk="0">
                <a:moveTo>
                  <a:pt x="15464" y="-1"/>
                </a:moveTo>
                <a:cubicBezTo>
                  <a:pt x="19398" y="4033"/>
                  <a:pt x="21600" y="9445"/>
                  <a:pt x="21600" y="15080"/>
                </a:cubicBezTo>
              </a:path>
              <a:path w="21600" h="15080" stroke="0" extrusionOk="0">
                <a:moveTo>
                  <a:pt x="15464" y="-1"/>
                </a:moveTo>
                <a:cubicBezTo>
                  <a:pt x="19398" y="4033"/>
                  <a:pt x="21600" y="9445"/>
                  <a:pt x="21600" y="15080"/>
                </a:cubicBezTo>
                <a:lnTo>
                  <a:pt x="0" y="15080"/>
                </a:lnTo>
                <a:close/>
              </a:path>
            </a:pathLst>
          </a:custGeom>
          <a:noFill/>
          <a:ln w="9525">
            <a:solidFill>
              <a:srgbClr val="00B050"/>
            </a:solidFill>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4" name="Arc 33"/>
          <p:cNvSpPr>
            <a:spLocks/>
          </p:cNvSpPr>
          <p:nvPr/>
        </p:nvSpPr>
        <p:spPr bwMode="auto">
          <a:xfrm rot="3127459">
            <a:off x="4356212" y="3712085"/>
            <a:ext cx="1159296" cy="682327"/>
          </a:xfrm>
          <a:custGeom>
            <a:avLst/>
            <a:gdLst>
              <a:gd name="G0" fmla="+- 0 0 0"/>
              <a:gd name="G1" fmla="+- 15080 0 0"/>
              <a:gd name="G2" fmla="+- 21600 0 0"/>
              <a:gd name="T0" fmla="*/ 15464 w 21600"/>
              <a:gd name="T1" fmla="*/ 0 h 15080"/>
              <a:gd name="T2" fmla="*/ 21600 w 21600"/>
              <a:gd name="T3" fmla="*/ 15080 h 15080"/>
              <a:gd name="T4" fmla="*/ 0 w 21600"/>
              <a:gd name="T5" fmla="*/ 15080 h 15080"/>
            </a:gdLst>
            <a:ahLst/>
            <a:cxnLst>
              <a:cxn ang="0">
                <a:pos x="T0" y="T1"/>
              </a:cxn>
              <a:cxn ang="0">
                <a:pos x="T2" y="T3"/>
              </a:cxn>
              <a:cxn ang="0">
                <a:pos x="T4" y="T5"/>
              </a:cxn>
            </a:cxnLst>
            <a:rect l="0" t="0" r="r" b="b"/>
            <a:pathLst>
              <a:path w="21600" h="15080" fill="none" extrusionOk="0">
                <a:moveTo>
                  <a:pt x="15464" y="-1"/>
                </a:moveTo>
                <a:cubicBezTo>
                  <a:pt x="19398" y="4033"/>
                  <a:pt x="21600" y="9445"/>
                  <a:pt x="21600" y="15080"/>
                </a:cubicBezTo>
              </a:path>
              <a:path w="21600" h="15080" stroke="0" extrusionOk="0">
                <a:moveTo>
                  <a:pt x="15464" y="-1"/>
                </a:moveTo>
                <a:cubicBezTo>
                  <a:pt x="19398" y="4033"/>
                  <a:pt x="21600" y="9445"/>
                  <a:pt x="21600" y="15080"/>
                </a:cubicBezTo>
                <a:lnTo>
                  <a:pt x="0" y="15080"/>
                </a:lnTo>
                <a:close/>
              </a:path>
            </a:pathLst>
          </a:custGeom>
          <a:noFill/>
          <a:ln w="9525">
            <a:solidFill>
              <a:srgbClr val="00B050"/>
            </a:solidFill>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7" name="TextBox 36"/>
          <p:cNvSpPr txBox="1"/>
          <p:nvPr/>
        </p:nvSpPr>
        <p:spPr>
          <a:xfrm>
            <a:off x="27205" y="26054"/>
            <a:ext cx="9116795" cy="369332"/>
          </a:xfrm>
          <a:prstGeom prst="rect">
            <a:avLst/>
          </a:prstGeom>
          <a:noFill/>
        </p:spPr>
        <p:txBody>
          <a:bodyPr wrap="square" rtlCol="0">
            <a:spAutoFit/>
          </a:bodyPr>
          <a:lstStyle/>
          <a:p>
            <a:pPr algn="ctr"/>
            <a:r>
              <a:rPr lang="en-IN" b="1" u="sng" dirty="0">
                <a:solidFill>
                  <a:srgbClr val="FF0000"/>
                </a:solidFill>
                <a:effectLst>
                  <a:outerShdw blurRad="38100" dist="38100" dir="2700000" algn="tl">
                    <a:srgbClr val="000000">
                      <a:alpha val="43137"/>
                    </a:srgbClr>
                  </a:outerShdw>
                </a:effectLst>
              </a:rPr>
              <a:t>FINDING TL AND INCLINATIONS</a:t>
            </a:r>
          </a:p>
        </p:txBody>
      </p:sp>
    </p:spTree>
    <p:extLst>
      <p:ext uri="{BB962C8B-B14F-4D97-AF65-F5344CB8AC3E}">
        <p14:creationId xmlns:p14="http://schemas.microsoft.com/office/powerpoint/2010/main" val="13693039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176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176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176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173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173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173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1767">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0173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0173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0173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01767">
                                            <p:txEl>
                                              <p:pRg st="4" end="4"/>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0174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0174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01767">
                                            <p:txEl>
                                              <p:pRg st="5" end="5"/>
                                            </p:txEl>
                                          </p:spTgt>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201767">
                                            <p:txEl>
                                              <p:pRg st="6" end="6"/>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201761"/>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201742"/>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201739"/>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201741"/>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201740"/>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201738"/>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201767">
                                            <p:txEl>
                                              <p:pRg st="7" end="7"/>
                                            </p:txEl>
                                          </p:spTgt>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201767">
                                            <p:txEl>
                                              <p:pRg st="8" end="8"/>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201750"/>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201749"/>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42"/>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201746"/>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201747"/>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201748"/>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201753"/>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201767">
                                            <p:txEl>
                                              <p:pRg st="9" end="9"/>
                                            </p:txEl>
                                          </p:spTgt>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201755"/>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grpId="0" nodeType="clickEffect">
                                  <p:stCondLst>
                                    <p:cond delay="0"/>
                                  </p:stCondLst>
                                  <p:childTnLst>
                                    <p:set>
                                      <p:cBhvr>
                                        <p:cTn id="126" dur="1" fill="hold">
                                          <p:stCondLst>
                                            <p:cond delay="0"/>
                                          </p:stCondLst>
                                        </p:cTn>
                                        <p:tgtEl>
                                          <p:spTgt spid="201754"/>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201752"/>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201756"/>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201751"/>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grpId="0" nodeType="clickEffect">
                                  <p:stCondLst>
                                    <p:cond delay="0"/>
                                  </p:stCondLst>
                                  <p:childTnLst>
                                    <p:set>
                                      <p:cBhvr>
                                        <p:cTn id="142" dur="1" fill="hold">
                                          <p:stCondLst>
                                            <p:cond delay="0"/>
                                          </p:stCondLst>
                                        </p:cTn>
                                        <p:tgtEl>
                                          <p:spTgt spid="201757"/>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grpId="0" nodeType="clickEffect">
                                  <p:stCondLst>
                                    <p:cond delay="0"/>
                                  </p:stCondLst>
                                  <p:childTnLst>
                                    <p:set>
                                      <p:cBhvr>
                                        <p:cTn id="146" dur="1" fill="hold">
                                          <p:stCondLst>
                                            <p:cond delay="0"/>
                                          </p:stCondLst>
                                        </p:cTn>
                                        <p:tgtEl>
                                          <p:spTgt spid="201758"/>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grpId="0" nodeType="clickEffect">
                                  <p:stCondLst>
                                    <p:cond delay="0"/>
                                  </p:stCondLst>
                                  <p:childTnLst>
                                    <p:set>
                                      <p:cBhvr>
                                        <p:cTn id="150" dur="1" fill="hold">
                                          <p:stCondLst>
                                            <p:cond delay="0"/>
                                          </p:stCondLst>
                                        </p:cTn>
                                        <p:tgtEl>
                                          <p:spTgt spid="201759"/>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nodeType="clickEffect">
                                  <p:stCondLst>
                                    <p:cond delay="0"/>
                                  </p:stCondLst>
                                  <p:childTnLst>
                                    <p:set>
                                      <p:cBhvr>
                                        <p:cTn id="154" dur="1" fill="hold">
                                          <p:stCondLst>
                                            <p:cond delay="0"/>
                                          </p:stCondLst>
                                        </p:cTn>
                                        <p:tgtEl>
                                          <p:spTgt spid="201760">
                                            <p:txEl>
                                              <p:pRg st="0" end="0"/>
                                            </p:txEl>
                                          </p:spTgt>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grpId="0" nodeType="clickEffect">
                                  <p:stCondLst>
                                    <p:cond delay="0"/>
                                  </p:stCondLst>
                                  <p:childTnLst>
                                    <p:set>
                                      <p:cBhvr>
                                        <p:cTn id="158" dur="1" fill="hold">
                                          <p:stCondLst>
                                            <p:cond delay="0"/>
                                          </p:stCondLst>
                                        </p:cTn>
                                        <p:tgtEl>
                                          <p:spTgt spid="44"/>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grpId="0" nodeType="clickEffect">
                                  <p:stCondLst>
                                    <p:cond delay="0"/>
                                  </p:stCondLst>
                                  <p:childTnLst>
                                    <p:set>
                                      <p:cBhvr>
                                        <p:cTn id="162"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1730" grpId="0"/>
      <p:bldP spid="201731" grpId="0" animBg="1"/>
      <p:bldP spid="201733" grpId="0"/>
      <p:bldP spid="201734" grpId="0" animBg="1"/>
      <p:bldP spid="201735" grpId="0"/>
      <p:bldP spid="201737" grpId="0"/>
      <p:bldP spid="201738" grpId="0" animBg="1"/>
      <p:bldP spid="201739" grpId="0" animBg="1"/>
      <p:bldP spid="201740" grpId="0"/>
      <p:bldP spid="201741" grpId="0"/>
      <p:bldP spid="201742" grpId="0"/>
      <p:bldP spid="201744" grpId="0" animBg="1"/>
      <p:bldP spid="201745" grpId="0" animBg="1"/>
      <p:bldP spid="201746" grpId="0" animBg="1"/>
      <p:bldP spid="201747" grpId="0"/>
      <p:bldP spid="201748" grpId="0" animBg="1"/>
      <p:bldP spid="201749" grpId="0"/>
      <p:bldP spid="201750" grpId="0" animBg="1"/>
      <p:bldP spid="201751" grpId="0"/>
      <p:bldP spid="201752" grpId="0" animBg="1"/>
      <p:bldP spid="201753" grpId="0" animBg="1"/>
      <p:bldP spid="201754" grpId="0" animBg="1"/>
      <p:bldP spid="201755" grpId="0" animBg="1"/>
      <p:bldP spid="201756" grpId="0" animBg="1"/>
      <p:bldP spid="201757" grpId="0"/>
      <p:bldP spid="201758" grpId="0" animBg="1"/>
      <p:bldP spid="201759" grpId="0"/>
      <p:bldP spid="201761" grpId="0" animBg="1"/>
      <p:bldP spid="42" grpId="0"/>
      <p:bldP spid="43" grpId="0" animBg="1"/>
      <p:bldP spid="44"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Line 2"/>
          <p:cNvSpPr>
            <a:spLocks noChangeShapeType="1"/>
          </p:cNvSpPr>
          <p:nvPr/>
        </p:nvSpPr>
        <p:spPr bwMode="auto">
          <a:xfrm>
            <a:off x="4030665" y="3430588"/>
            <a:ext cx="404653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03779" name="Text Box 3"/>
          <p:cNvSpPr txBox="1">
            <a:spLocks noChangeArrowheads="1"/>
          </p:cNvSpPr>
          <p:nvPr/>
        </p:nvSpPr>
        <p:spPr bwMode="auto">
          <a:xfrm>
            <a:off x="3719513" y="3181350"/>
            <a:ext cx="4048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400" dirty="0">
                <a:latin typeface="Times New Roman" panose="02020603050405020304" pitchFamily="18" charset="0"/>
              </a:rPr>
              <a:t>X</a:t>
            </a:r>
          </a:p>
        </p:txBody>
      </p:sp>
      <p:sp>
        <p:nvSpPr>
          <p:cNvPr id="203780" name="Text Box 4"/>
          <p:cNvSpPr txBox="1">
            <a:spLocks noChangeArrowheads="1"/>
          </p:cNvSpPr>
          <p:nvPr/>
        </p:nvSpPr>
        <p:spPr bwMode="auto">
          <a:xfrm>
            <a:off x="8001002" y="3186113"/>
            <a:ext cx="4048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400" dirty="0">
                <a:latin typeface="Times New Roman" panose="02020603050405020304" pitchFamily="18" charset="0"/>
              </a:rPr>
              <a:t>Y</a:t>
            </a:r>
          </a:p>
        </p:txBody>
      </p:sp>
      <p:sp>
        <p:nvSpPr>
          <p:cNvPr id="203781" name="Line 5"/>
          <p:cNvSpPr>
            <a:spLocks noChangeShapeType="1"/>
          </p:cNvSpPr>
          <p:nvPr/>
        </p:nvSpPr>
        <p:spPr bwMode="auto">
          <a:xfrm>
            <a:off x="4624388" y="1785519"/>
            <a:ext cx="0" cy="3886200"/>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endParaRPr lang="en-IN"/>
          </a:p>
        </p:txBody>
      </p:sp>
      <p:sp>
        <p:nvSpPr>
          <p:cNvPr id="203783" name="Text Box 7"/>
          <p:cNvSpPr txBox="1">
            <a:spLocks noChangeArrowheads="1"/>
          </p:cNvSpPr>
          <p:nvPr/>
        </p:nvSpPr>
        <p:spPr bwMode="auto">
          <a:xfrm>
            <a:off x="4303713" y="2982913"/>
            <a:ext cx="32226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Times New Roman" panose="02020603050405020304" pitchFamily="18" charset="0"/>
              </a:rPr>
              <a:t>a’</a:t>
            </a:r>
          </a:p>
        </p:txBody>
      </p:sp>
      <p:sp>
        <p:nvSpPr>
          <p:cNvPr id="203784" name="Line 8"/>
          <p:cNvSpPr>
            <a:spLocks noChangeShapeType="1"/>
          </p:cNvSpPr>
          <p:nvPr/>
        </p:nvSpPr>
        <p:spPr bwMode="auto">
          <a:xfrm flipV="1">
            <a:off x="4622802" y="3035065"/>
            <a:ext cx="3257482" cy="2586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03785" name="Text Box 9"/>
          <p:cNvSpPr txBox="1">
            <a:spLocks noChangeArrowheads="1"/>
          </p:cNvSpPr>
          <p:nvPr/>
        </p:nvSpPr>
        <p:spPr bwMode="auto">
          <a:xfrm>
            <a:off x="7443718" y="2769916"/>
            <a:ext cx="33178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Times New Roman" panose="02020603050405020304" pitchFamily="18" charset="0"/>
              </a:rPr>
              <a:t>1’</a:t>
            </a:r>
          </a:p>
        </p:txBody>
      </p:sp>
      <p:sp>
        <p:nvSpPr>
          <p:cNvPr id="203787" name="Text Box 11"/>
          <p:cNvSpPr txBox="1">
            <a:spLocks noChangeArrowheads="1"/>
          </p:cNvSpPr>
          <p:nvPr/>
        </p:nvSpPr>
        <p:spPr bwMode="auto">
          <a:xfrm>
            <a:off x="4319590" y="3810000"/>
            <a:ext cx="2635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Times New Roman" panose="02020603050405020304" pitchFamily="18" charset="0"/>
              </a:rPr>
              <a:t>a</a:t>
            </a:r>
          </a:p>
        </p:txBody>
      </p:sp>
      <p:sp>
        <p:nvSpPr>
          <p:cNvPr id="203788" name="Line 12"/>
          <p:cNvSpPr>
            <a:spLocks noChangeShapeType="1"/>
          </p:cNvSpPr>
          <p:nvPr/>
        </p:nvSpPr>
        <p:spPr bwMode="auto">
          <a:xfrm flipH="1" flipV="1">
            <a:off x="7443786" y="1428748"/>
            <a:ext cx="14290" cy="161925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03789" name="Line 13"/>
          <p:cNvSpPr>
            <a:spLocks noChangeShapeType="1"/>
          </p:cNvSpPr>
          <p:nvPr/>
        </p:nvSpPr>
        <p:spPr bwMode="auto">
          <a:xfrm flipV="1">
            <a:off x="4624388" y="1447800"/>
            <a:ext cx="2819400" cy="1600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03790" name="Text Box 14"/>
          <p:cNvSpPr txBox="1">
            <a:spLocks noChangeArrowheads="1"/>
          </p:cNvSpPr>
          <p:nvPr/>
        </p:nvSpPr>
        <p:spPr bwMode="auto">
          <a:xfrm>
            <a:off x="7375668" y="1135456"/>
            <a:ext cx="39305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tabLst>
                <a:tab pos="180975" algn="l"/>
              </a:tabLst>
            </a:pPr>
            <a:r>
              <a:rPr lang="en-US" altLang="en-US" sz="1400" dirty="0">
                <a:latin typeface="Times New Roman" panose="02020603050405020304" pitchFamily="18" charset="0"/>
              </a:rPr>
              <a:t>b’</a:t>
            </a:r>
            <a:r>
              <a:rPr lang="en-US" altLang="en-US" sz="1400" baseline="-25000" dirty="0">
                <a:latin typeface="Times New Roman" panose="02020603050405020304" pitchFamily="18" charset="0"/>
              </a:rPr>
              <a:t>1</a:t>
            </a:r>
          </a:p>
        </p:txBody>
      </p:sp>
      <p:sp>
        <p:nvSpPr>
          <p:cNvPr id="203792" name="Text Box 16"/>
          <p:cNvSpPr txBox="1">
            <a:spLocks noChangeArrowheads="1"/>
          </p:cNvSpPr>
          <p:nvPr/>
        </p:nvSpPr>
        <p:spPr bwMode="auto">
          <a:xfrm>
            <a:off x="6072190" y="2800350"/>
            <a:ext cx="52863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Times New Roman" panose="02020603050405020304" pitchFamily="18" charset="0"/>
              </a:rPr>
              <a:t>LTV</a:t>
            </a:r>
            <a:endParaRPr lang="en-US" altLang="en-US" sz="1400" baseline="-25000" dirty="0">
              <a:latin typeface="Times New Roman" panose="02020603050405020304" pitchFamily="18" charset="0"/>
            </a:endParaRPr>
          </a:p>
        </p:txBody>
      </p:sp>
      <p:sp>
        <p:nvSpPr>
          <p:cNvPr id="203793" name="Text Box 17"/>
          <p:cNvSpPr txBox="1">
            <a:spLocks noChangeArrowheads="1"/>
          </p:cNvSpPr>
          <p:nvPr/>
        </p:nvSpPr>
        <p:spPr bwMode="auto">
          <a:xfrm rot="-1807669">
            <a:off x="6022975" y="2124075"/>
            <a:ext cx="4000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Times New Roman" panose="02020603050405020304" pitchFamily="18" charset="0"/>
              </a:rPr>
              <a:t>TL</a:t>
            </a:r>
            <a:endParaRPr lang="en-US" altLang="en-US" sz="1400" baseline="-25000" dirty="0">
              <a:latin typeface="Times New Roman" panose="02020603050405020304" pitchFamily="18" charset="0"/>
            </a:endParaRPr>
          </a:p>
        </p:txBody>
      </p:sp>
      <p:sp>
        <p:nvSpPr>
          <p:cNvPr id="203794" name="Line 18"/>
          <p:cNvSpPr>
            <a:spLocks noChangeShapeType="1"/>
          </p:cNvSpPr>
          <p:nvPr/>
        </p:nvSpPr>
        <p:spPr bwMode="auto">
          <a:xfrm flipV="1">
            <a:off x="4636404" y="3996241"/>
            <a:ext cx="3440797" cy="4259"/>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03795" name="Text Box 19"/>
          <p:cNvSpPr txBox="1">
            <a:spLocks noChangeArrowheads="1"/>
          </p:cNvSpPr>
          <p:nvPr/>
        </p:nvSpPr>
        <p:spPr bwMode="auto">
          <a:xfrm>
            <a:off x="6716304" y="6379553"/>
            <a:ext cx="33374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Times New Roman" panose="02020603050405020304" pitchFamily="18" charset="0"/>
              </a:rPr>
              <a:t>b</a:t>
            </a:r>
            <a:r>
              <a:rPr lang="en-US" altLang="en-US" sz="1400" baseline="-25000" dirty="0">
                <a:latin typeface="Times New Roman" panose="02020603050405020304" pitchFamily="18" charset="0"/>
              </a:rPr>
              <a:t>1</a:t>
            </a:r>
          </a:p>
        </p:txBody>
      </p:sp>
      <p:sp>
        <p:nvSpPr>
          <p:cNvPr id="203797" name="Text Box 21"/>
          <p:cNvSpPr txBox="1">
            <a:spLocks noChangeArrowheads="1"/>
          </p:cNvSpPr>
          <p:nvPr/>
        </p:nvSpPr>
        <p:spPr bwMode="auto">
          <a:xfrm>
            <a:off x="6797675" y="4004274"/>
            <a:ext cx="2730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Times New Roman" panose="02020603050405020304" pitchFamily="18" charset="0"/>
              </a:rPr>
              <a:t>1</a:t>
            </a:r>
          </a:p>
        </p:txBody>
      </p:sp>
      <p:sp>
        <p:nvSpPr>
          <p:cNvPr id="203798" name="Line 22"/>
          <p:cNvSpPr>
            <a:spLocks noChangeShapeType="1"/>
          </p:cNvSpPr>
          <p:nvPr/>
        </p:nvSpPr>
        <p:spPr bwMode="auto">
          <a:xfrm>
            <a:off x="6827044" y="3991681"/>
            <a:ext cx="13059" cy="2409119"/>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03799" name="Line 23"/>
          <p:cNvSpPr>
            <a:spLocks noChangeShapeType="1"/>
          </p:cNvSpPr>
          <p:nvPr/>
        </p:nvSpPr>
        <p:spPr bwMode="auto">
          <a:xfrm rot="4589744" flipV="1">
            <a:off x="4333875" y="4391025"/>
            <a:ext cx="2819400" cy="1600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03800" name="Line 24"/>
          <p:cNvSpPr>
            <a:spLocks noChangeShapeType="1"/>
          </p:cNvSpPr>
          <p:nvPr/>
        </p:nvSpPr>
        <p:spPr bwMode="auto">
          <a:xfrm>
            <a:off x="5524500" y="6381750"/>
            <a:ext cx="2819400" cy="0"/>
          </a:xfrm>
          <a:prstGeom prst="line">
            <a:avLst/>
          </a:prstGeom>
          <a:ln>
            <a:solidFill>
              <a:schemeClr val="accent6"/>
            </a:solidFill>
            <a:headEnd/>
            <a:tailEnd/>
          </a:ln>
        </p:spPr>
        <p:style>
          <a:lnRef idx="1">
            <a:schemeClr val="accent1"/>
          </a:lnRef>
          <a:fillRef idx="0">
            <a:schemeClr val="accent1"/>
          </a:fillRef>
          <a:effectRef idx="0">
            <a:schemeClr val="accent1"/>
          </a:effectRef>
          <a:fontRef idx="minor">
            <a:schemeClr val="tx1"/>
          </a:fontRef>
        </p:style>
        <p:txBody>
          <a:bodyPr/>
          <a:lstStyle/>
          <a:p>
            <a:endParaRPr lang="en-IN"/>
          </a:p>
        </p:txBody>
      </p:sp>
      <p:sp>
        <p:nvSpPr>
          <p:cNvPr id="203801" name="Line 25"/>
          <p:cNvSpPr>
            <a:spLocks noChangeShapeType="1"/>
          </p:cNvSpPr>
          <p:nvPr/>
        </p:nvSpPr>
        <p:spPr bwMode="auto">
          <a:xfrm flipV="1">
            <a:off x="6819900" y="3048000"/>
            <a:ext cx="0" cy="914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03802" name="Arc 26"/>
          <p:cNvSpPr>
            <a:spLocks/>
          </p:cNvSpPr>
          <p:nvPr/>
        </p:nvSpPr>
        <p:spPr bwMode="auto">
          <a:xfrm>
            <a:off x="5743575" y="1443038"/>
            <a:ext cx="1076325" cy="1631950"/>
          </a:xfrm>
          <a:custGeom>
            <a:avLst/>
            <a:gdLst>
              <a:gd name="G0" fmla="+- 0 0 0"/>
              <a:gd name="G1" fmla="+- 21269 0 0"/>
              <a:gd name="G2" fmla="+- 21600 0 0"/>
              <a:gd name="T0" fmla="*/ 3766 w 21600"/>
              <a:gd name="T1" fmla="*/ 0 h 22687"/>
              <a:gd name="T2" fmla="*/ 21553 w 21600"/>
              <a:gd name="T3" fmla="*/ 22687 h 22687"/>
              <a:gd name="T4" fmla="*/ 0 w 21600"/>
              <a:gd name="T5" fmla="*/ 21269 h 22687"/>
            </a:gdLst>
            <a:ahLst/>
            <a:cxnLst>
              <a:cxn ang="0">
                <a:pos x="T0" y="T1"/>
              </a:cxn>
              <a:cxn ang="0">
                <a:pos x="T2" y="T3"/>
              </a:cxn>
              <a:cxn ang="0">
                <a:pos x="T4" y="T5"/>
              </a:cxn>
            </a:cxnLst>
            <a:rect l="0" t="0" r="r" b="b"/>
            <a:pathLst>
              <a:path w="21600" h="22687" fill="none" extrusionOk="0">
                <a:moveTo>
                  <a:pt x="3766" y="-1"/>
                </a:moveTo>
                <a:cubicBezTo>
                  <a:pt x="14082" y="1826"/>
                  <a:pt x="21600" y="10792"/>
                  <a:pt x="21600" y="21269"/>
                </a:cubicBezTo>
                <a:cubicBezTo>
                  <a:pt x="21600" y="21742"/>
                  <a:pt x="21584" y="22214"/>
                  <a:pt x="21553" y="22687"/>
                </a:cubicBezTo>
              </a:path>
              <a:path w="21600" h="22687" stroke="0" extrusionOk="0">
                <a:moveTo>
                  <a:pt x="3766" y="-1"/>
                </a:moveTo>
                <a:cubicBezTo>
                  <a:pt x="14082" y="1826"/>
                  <a:pt x="21600" y="10792"/>
                  <a:pt x="21600" y="21269"/>
                </a:cubicBezTo>
                <a:cubicBezTo>
                  <a:pt x="21600" y="21742"/>
                  <a:pt x="21584" y="22214"/>
                  <a:pt x="21553" y="22687"/>
                </a:cubicBezTo>
                <a:lnTo>
                  <a:pt x="0" y="21269"/>
                </a:lnTo>
                <a:close/>
              </a:path>
            </a:pathLst>
          </a:custGeom>
          <a:noFill/>
          <a:ln w="9525">
            <a:solidFill>
              <a:schemeClr val="tx1"/>
            </a:solidFill>
            <a:round/>
            <a:headEnd type="triangle" w="med" len="me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altLang="en-US" sz="1400">
              <a:latin typeface="Times New Roman" panose="02020603050405020304" pitchFamily="18" charset="0"/>
            </a:endParaRPr>
          </a:p>
        </p:txBody>
      </p:sp>
      <p:sp>
        <p:nvSpPr>
          <p:cNvPr id="203803" name="Line 27"/>
          <p:cNvSpPr>
            <a:spLocks noChangeShapeType="1"/>
          </p:cNvSpPr>
          <p:nvPr/>
        </p:nvSpPr>
        <p:spPr bwMode="auto">
          <a:xfrm flipV="1">
            <a:off x="4624388" y="1443038"/>
            <a:ext cx="1334826" cy="160496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03804" name="Text Box 28"/>
          <p:cNvSpPr txBox="1">
            <a:spLocks noChangeArrowheads="1"/>
          </p:cNvSpPr>
          <p:nvPr/>
        </p:nvSpPr>
        <p:spPr bwMode="auto">
          <a:xfrm>
            <a:off x="5861438" y="1182945"/>
            <a:ext cx="33178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Times New Roman" panose="02020603050405020304" pitchFamily="18" charset="0"/>
              </a:rPr>
              <a:t>b’</a:t>
            </a:r>
            <a:endParaRPr lang="en-US" altLang="en-US" sz="1400" baseline="-25000" dirty="0">
              <a:latin typeface="Times New Roman" panose="02020603050405020304" pitchFamily="18" charset="0"/>
            </a:endParaRPr>
          </a:p>
        </p:txBody>
      </p:sp>
      <p:sp>
        <p:nvSpPr>
          <p:cNvPr id="203805" name="Text Box 29"/>
          <p:cNvSpPr txBox="1">
            <a:spLocks noChangeArrowheads="1"/>
          </p:cNvSpPr>
          <p:nvPr/>
        </p:nvSpPr>
        <p:spPr bwMode="auto">
          <a:xfrm>
            <a:off x="5785536" y="6389415"/>
            <a:ext cx="2730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Times New Roman" panose="02020603050405020304" pitchFamily="18" charset="0"/>
              </a:rPr>
              <a:t>b</a:t>
            </a:r>
            <a:endParaRPr lang="en-US" altLang="en-US" sz="1400" baseline="-25000" dirty="0">
              <a:latin typeface="Times New Roman" panose="02020603050405020304" pitchFamily="18" charset="0"/>
            </a:endParaRPr>
          </a:p>
        </p:txBody>
      </p:sp>
      <p:sp>
        <p:nvSpPr>
          <p:cNvPr id="203806" name="Line 30"/>
          <p:cNvSpPr>
            <a:spLocks noChangeShapeType="1"/>
          </p:cNvSpPr>
          <p:nvPr/>
        </p:nvSpPr>
        <p:spPr bwMode="auto">
          <a:xfrm flipH="1" flipV="1">
            <a:off x="4640896" y="4001662"/>
            <a:ext cx="1306301" cy="237242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03807" name="Text Box 31"/>
          <p:cNvSpPr txBox="1">
            <a:spLocks noChangeArrowheads="1"/>
          </p:cNvSpPr>
          <p:nvPr/>
        </p:nvSpPr>
        <p:spPr bwMode="auto">
          <a:xfrm>
            <a:off x="6042670" y="3721569"/>
            <a:ext cx="5191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Times New Roman" panose="02020603050405020304" pitchFamily="18" charset="0"/>
              </a:rPr>
              <a:t>LFV</a:t>
            </a:r>
            <a:endParaRPr lang="en-US" altLang="en-US" sz="1400" baseline="-25000" dirty="0">
              <a:latin typeface="Times New Roman" panose="02020603050405020304" pitchFamily="18" charset="0"/>
            </a:endParaRPr>
          </a:p>
        </p:txBody>
      </p:sp>
      <p:sp>
        <p:nvSpPr>
          <p:cNvPr id="203808" name="Text Box 32"/>
          <p:cNvSpPr txBox="1">
            <a:spLocks noChangeArrowheads="1"/>
          </p:cNvSpPr>
          <p:nvPr/>
        </p:nvSpPr>
        <p:spPr bwMode="auto">
          <a:xfrm rot="3854757">
            <a:off x="5068094" y="5328444"/>
            <a:ext cx="4206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Times New Roman" panose="02020603050405020304" pitchFamily="18" charset="0"/>
              </a:rPr>
              <a:t>TV</a:t>
            </a:r>
            <a:endParaRPr lang="en-US" altLang="en-US" sz="1400" baseline="-25000" dirty="0">
              <a:latin typeface="Times New Roman" panose="02020603050405020304" pitchFamily="18" charset="0"/>
            </a:endParaRPr>
          </a:p>
        </p:txBody>
      </p:sp>
      <p:sp>
        <p:nvSpPr>
          <p:cNvPr id="203809" name="Text Box 33"/>
          <p:cNvSpPr txBox="1">
            <a:spLocks noChangeArrowheads="1"/>
          </p:cNvSpPr>
          <p:nvPr/>
        </p:nvSpPr>
        <p:spPr bwMode="auto">
          <a:xfrm rot="-2966121">
            <a:off x="5006183" y="1980407"/>
            <a:ext cx="41116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Times New Roman" panose="02020603050405020304" pitchFamily="18" charset="0"/>
              </a:rPr>
              <a:t>FV</a:t>
            </a:r>
            <a:endParaRPr lang="en-US" altLang="en-US" sz="1400" baseline="-25000" dirty="0">
              <a:latin typeface="Times New Roman" panose="02020603050405020304" pitchFamily="18" charset="0"/>
            </a:endParaRPr>
          </a:p>
        </p:txBody>
      </p:sp>
      <p:sp>
        <p:nvSpPr>
          <p:cNvPr id="203810" name="Text Box 34"/>
          <p:cNvSpPr txBox="1">
            <a:spLocks noChangeArrowheads="1"/>
          </p:cNvSpPr>
          <p:nvPr/>
        </p:nvSpPr>
        <p:spPr bwMode="auto">
          <a:xfrm>
            <a:off x="4868550" y="3975716"/>
            <a:ext cx="36099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dirty="0">
                <a:latin typeface="Times New Roman" panose="02020603050405020304" pitchFamily="18" charset="0"/>
                <a:cs typeface="Times New Roman" panose="02020603050405020304" pitchFamily="18" charset="0"/>
                <a:sym typeface="Symbol" panose="05050102010706020507" pitchFamily="18" charset="2"/>
              </a:rPr>
              <a:t></a:t>
            </a:r>
          </a:p>
        </p:txBody>
      </p:sp>
      <p:sp>
        <p:nvSpPr>
          <p:cNvPr id="203811" name="Text Box 35"/>
          <p:cNvSpPr txBox="1">
            <a:spLocks noChangeArrowheads="1"/>
          </p:cNvSpPr>
          <p:nvPr/>
        </p:nvSpPr>
        <p:spPr bwMode="auto">
          <a:xfrm rot="3322370">
            <a:off x="5991225" y="5334000"/>
            <a:ext cx="4000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Times New Roman" panose="02020603050405020304" pitchFamily="18" charset="0"/>
              </a:rPr>
              <a:t>TL</a:t>
            </a:r>
            <a:endParaRPr lang="en-US" altLang="en-US" sz="1400" baseline="-25000" dirty="0">
              <a:latin typeface="Times New Roman" panose="02020603050405020304" pitchFamily="18" charset="0"/>
            </a:endParaRPr>
          </a:p>
        </p:txBody>
      </p:sp>
      <p:sp>
        <p:nvSpPr>
          <p:cNvPr id="203812" name="Line 36"/>
          <p:cNvSpPr>
            <a:spLocks noChangeShapeType="1"/>
          </p:cNvSpPr>
          <p:nvPr/>
        </p:nvSpPr>
        <p:spPr bwMode="auto">
          <a:xfrm>
            <a:off x="5959214" y="1452693"/>
            <a:ext cx="6385" cy="4921394"/>
          </a:xfrm>
          <a:prstGeom prst="line">
            <a:avLst/>
          </a:prstGeom>
          <a:noFill/>
          <a:ln w="9525">
            <a:solidFill>
              <a:schemeClr val="fo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03813" name="Text Box 37"/>
          <p:cNvSpPr txBox="1">
            <a:spLocks noChangeArrowheads="1"/>
          </p:cNvSpPr>
          <p:nvPr/>
        </p:nvSpPr>
        <p:spPr bwMode="auto">
          <a:xfrm>
            <a:off x="5128035" y="2726258"/>
            <a:ext cx="30489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dirty="0">
                <a:latin typeface="Times New Roman" panose="02020603050405020304" pitchFamily="18" charset="0"/>
                <a:cs typeface="Times New Roman" panose="02020603050405020304" pitchFamily="18" charset="0"/>
                <a:sym typeface="Symbol" panose="05050102010706020507" pitchFamily="18" charset="2"/>
              </a:rPr>
              <a:t></a:t>
            </a:r>
          </a:p>
        </p:txBody>
      </p:sp>
      <p:sp>
        <p:nvSpPr>
          <p:cNvPr id="203814" name="Text Box 38"/>
          <p:cNvSpPr txBox="1">
            <a:spLocks noChangeArrowheads="1"/>
          </p:cNvSpPr>
          <p:nvPr/>
        </p:nvSpPr>
        <p:spPr bwMode="auto">
          <a:xfrm>
            <a:off x="69851" y="227381"/>
            <a:ext cx="9043989" cy="984885"/>
          </a:xfrm>
          <a:prstGeom prst="rect">
            <a:avLst/>
          </a:prstGeom>
          <a:solidFill>
            <a:srgbClr val="92D050"/>
          </a:solidFill>
          <a:ln>
            <a:noFill/>
          </a:ln>
          <a:effectLst/>
        </p:spPr>
        <p:txBody>
          <a:bodyPr wrap="square">
            <a:spAutoFit/>
          </a:bodyPr>
          <a:lstStyle/>
          <a:p>
            <a:pPr eaLnBrk="1" hangingPunct="1"/>
            <a:r>
              <a:rPr lang="en-US" altLang="en-US" sz="1600" b="1" dirty="0">
                <a:solidFill>
                  <a:schemeClr val="accent2"/>
                </a:solidFill>
                <a:latin typeface="Arial" panose="020B0604020202020204" pitchFamily="34" charset="0"/>
              </a:rPr>
              <a:t>PROBLEM 10:-</a:t>
            </a:r>
          </a:p>
          <a:p>
            <a:pPr eaLnBrk="1" hangingPunct="1"/>
            <a:r>
              <a:rPr lang="en-US" altLang="en-US" sz="1400" b="1" dirty="0">
                <a:latin typeface="Arial" panose="020B0604020202020204" pitchFamily="34" charset="0"/>
              </a:rPr>
              <a:t>Line AB is 75 mm long. It’s FV and TV measure 50 mm &amp; 60 mm long respectively. An end is 10 mm above HP and 15 mm in front of VP. Draw projections of line AB if end B is in first quadrant. Find angle with HP and VP.</a:t>
            </a:r>
          </a:p>
        </p:txBody>
      </p:sp>
      <p:sp>
        <p:nvSpPr>
          <p:cNvPr id="2" name="Slide Number Placeholder 1"/>
          <p:cNvSpPr>
            <a:spLocks noGrp="1"/>
          </p:cNvSpPr>
          <p:nvPr>
            <p:ph type="sldNum" sz="quarter" idx="12"/>
          </p:nvPr>
        </p:nvSpPr>
        <p:spPr>
          <a:xfrm>
            <a:off x="7070725" y="6481892"/>
            <a:ext cx="2057400" cy="365125"/>
          </a:xfrm>
        </p:spPr>
        <p:txBody>
          <a:bodyPr/>
          <a:lstStyle/>
          <a:p>
            <a:fld id="{EE8E09DC-0268-440F-8276-54ADABB93829}" type="slidenum">
              <a:rPr lang="en-IN" smtClean="0"/>
              <a:t>40</a:t>
            </a:fld>
            <a:endParaRPr lang="en-IN" dirty="0"/>
          </a:p>
        </p:txBody>
      </p:sp>
      <p:sp>
        <p:nvSpPr>
          <p:cNvPr id="4" name="Rectangle 3"/>
          <p:cNvSpPr/>
          <p:nvPr/>
        </p:nvSpPr>
        <p:spPr>
          <a:xfrm>
            <a:off x="0" y="1323975"/>
            <a:ext cx="2274982" cy="369332"/>
          </a:xfrm>
          <a:prstGeom prst="rect">
            <a:avLst/>
          </a:prstGeom>
        </p:spPr>
        <p:txBody>
          <a:bodyPr wrap="none">
            <a:spAutoFit/>
          </a:bodyPr>
          <a:lstStyle/>
          <a:p>
            <a:r>
              <a:rPr lang="en-US" altLang="en-US" b="1" u="sng" dirty="0">
                <a:solidFill>
                  <a:srgbClr val="FF0000"/>
                </a:solidFill>
                <a:latin typeface="Arial" panose="020B0604020202020204" pitchFamily="34" charset="0"/>
              </a:rPr>
              <a:t>SOLUTION STEPS:</a:t>
            </a:r>
          </a:p>
        </p:txBody>
      </p:sp>
      <p:sp>
        <p:nvSpPr>
          <p:cNvPr id="5" name="Rectangle 4"/>
          <p:cNvSpPr/>
          <p:nvPr/>
        </p:nvSpPr>
        <p:spPr>
          <a:xfrm>
            <a:off x="107954" y="1822436"/>
            <a:ext cx="4572000" cy="4401205"/>
          </a:xfrm>
          <a:prstGeom prst="rect">
            <a:avLst/>
          </a:prstGeom>
        </p:spPr>
        <p:txBody>
          <a:bodyPr>
            <a:spAutoFit/>
          </a:bodyPr>
          <a:lstStyle/>
          <a:p>
            <a:r>
              <a:rPr lang="en-US" altLang="en-US" sz="1400" dirty="0">
                <a:latin typeface="Arial" panose="020B0604020202020204" pitchFamily="34" charset="0"/>
              </a:rPr>
              <a:t>1.Draw </a:t>
            </a:r>
            <a:r>
              <a:rPr lang="en-US" altLang="en-US" sz="1400" dirty="0"/>
              <a:t>XY</a:t>
            </a:r>
            <a:r>
              <a:rPr lang="en-US" altLang="en-US" sz="1400" dirty="0">
                <a:latin typeface="Arial" panose="020B0604020202020204" pitchFamily="34" charset="0"/>
              </a:rPr>
              <a:t> line and one projector.</a:t>
            </a:r>
          </a:p>
          <a:p>
            <a:r>
              <a:rPr lang="en-US" altLang="en-US" sz="1400" dirty="0">
                <a:latin typeface="Arial" panose="020B0604020202020204" pitchFamily="34" charset="0"/>
              </a:rPr>
              <a:t>2.Locate a’ 10 mm above </a:t>
            </a:r>
            <a:r>
              <a:rPr lang="en-US" altLang="en-US" sz="1400" dirty="0"/>
              <a:t>XY</a:t>
            </a:r>
            <a:r>
              <a:rPr lang="en-US" altLang="en-US" sz="1400" dirty="0">
                <a:latin typeface="Arial" panose="020B0604020202020204" pitchFamily="34" charset="0"/>
              </a:rPr>
              <a:t> and </a:t>
            </a:r>
          </a:p>
          <a:p>
            <a:r>
              <a:rPr lang="en-US" altLang="en-US" sz="1400" dirty="0">
                <a:latin typeface="Arial" panose="020B0604020202020204" pitchFamily="34" charset="0"/>
              </a:rPr>
              <a:t>  a 15 mm below </a:t>
            </a:r>
            <a:r>
              <a:rPr lang="en-US" altLang="en-US" sz="1400" dirty="0"/>
              <a:t>XY</a:t>
            </a:r>
            <a:r>
              <a:rPr lang="en-US" altLang="en-US" sz="1400" dirty="0">
                <a:latin typeface="Arial" panose="020B0604020202020204" pitchFamily="34" charset="0"/>
              </a:rPr>
              <a:t> line.</a:t>
            </a:r>
          </a:p>
          <a:p>
            <a:r>
              <a:rPr lang="en-US" altLang="en-US" sz="1400" dirty="0">
                <a:latin typeface="Arial" panose="020B0604020202020204" pitchFamily="34" charset="0"/>
              </a:rPr>
              <a:t>3.Draw locus from these points.</a:t>
            </a:r>
          </a:p>
          <a:p>
            <a:r>
              <a:rPr lang="en-US" altLang="en-US" sz="1400" dirty="0">
                <a:latin typeface="Arial" panose="020B0604020202020204" pitchFamily="34" charset="0"/>
              </a:rPr>
              <a:t>4.Cut 60mm distance on locus of a’</a:t>
            </a:r>
          </a:p>
          <a:p>
            <a:r>
              <a:rPr lang="en-US" altLang="en-US" sz="1400" dirty="0">
                <a:latin typeface="Arial" panose="020B0604020202020204" pitchFamily="34" charset="0"/>
              </a:rPr>
              <a:t>   &amp; mark 1’ on it as it is LTV.</a:t>
            </a:r>
          </a:p>
          <a:p>
            <a:r>
              <a:rPr lang="en-US" altLang="en-US" sz="1400" dirty="0">
                <a:latin typeface="Arial" panose="020B0604020202020204" pitchFamily="34" charset="0"/>
              </a:rPr>
              <a:t>5.Similarly cut 50mm on locus of a</a:t>
            </a:r>
          </a:p>
          <a:p>
            <a:r>
              <a:rPr lang="en-US" altLang="en-US" sz="1400" dirty="0">
                <a:latin typeface="Arial" panose="020B0604020202020204" pitchFamily="34" charset="0"/>
              </a:rPr>
              <a:t> and mark point 1 as it is LFV.</a:t>
            </a:r>
          </a:p>
          <a:p>
            <a:r>
              <a:rPr lang="en-US" altLang="en-US" sz="1400" dirty="0">
                <a:latin typeface="Arial" panose="020B0604020202020204" pitchFamily="34" charset="0"/>
              </a:rPr>
              <a:t>6.From 1’ draw a vertical line upward</a:t>
            </a:r>
          </a:p>
          <a:p>
            <a:r>
              <a:rPr lang="en-US" altLang="en-US" sz="1400" dirty="0">
                <a:latin typeface="Arial" panose="020B0604020202020204" pitchFamily="34" charset="0"/>
              </a:rPr>
              <a:t>   and from a’ taking TL (75mm ) in </a:t>
            </a:r>
          </a:p>
          <a:p>
            <a:r>
              <a:rPr lang="en-US" altLang="en-US" sz="1400" dirty="0">
                <a:latin typeface="Arial" panose="020B0604020202020204" pitchFamily="34" charset="0"/>
              </a:rPr>
              <a:t>   compass, mark b’</a:t>
            </a:r>
            <a:r>
              <a:rPr lang="en-US" altLang="en-US" sz="1400" baseline="-25000" dirty="0">
                <a:latin typeface="Arial" panose="020B0604020202020204" pitchFamily="34" charset="0"/>
              </a:rPr>
              <a:t>1</a:t>
            </a:r>
            <a:r>
              <a:rPr lang="en-US" altLang="en-US" sz="1400" dirty="0">
                <a:latin typeface="Arial" panose="020B0604020202020204" pitchFamily="34" charset="0"/>
              </a:rPr>
              <a:t> point on it.</a:t>
            </a:r>
          </a:p>
          <a:p>
            <a:r>
              <a:rPr lang="en-US" altLang="en-US" sz="1400" dirty="0">
                <a:latin typeface="Arial" panose="020B0604020202020204" pitchFamily="34" charset="0"/>
              </a:rPr>
              <a:t>   Join a’ b’</a:t>
            </a:r>
            <a:r>
              <a:rPr lang="en-US" altLang="en-US" sz="1400" baseline="-25000" dirty="0">
                <a:latin typeface="Arial" panose="020B0604020202020204" pitchFamily="34" charset="0"/>
              </a:rPr>
              <a:t>1</a:t>
            </a:r>
            <a:r>
              <a:rPr lang="en-US" altLang="en-US" sz="1400" dirty="0">
                <a:latin typeface="Arial" panose="020B0604020202020204" pitchFamily="34" charset="0"/>
              </a:rPr>
              <a:t> points.</a:t>
            </a:r>
          </a:p>
          <a:p>
            <a:r>
              <a:rPr lang="en-US" altLang="en-US" sz="1400" dirty="0">
                <a:latin typeface="Arial" panose="020B0604020202020204" pitchFamily="34" charset="0"/>
              </a:rPr>
              <a:t>7. Draw locus from b’</a:t>
            </a:r>
            <a:r>
              <a:rPr lang="en-US" altLang="en-US" sz="1400" baseline="-25000" dirty="0">
                <a:latin typeface="Arial" panose="020B0604020202020204" pitchFamily="34" charset="0"/>
              </a:rPr>
              <a:t>1</a:t>
            </a:r>
            <a:r>
              <a:rPr lang="en-US" altLang="en-US" sz="1400" dirty="0">
                <a:latin typeface="Arial" panose="020B0604020202020204" pitchFamily="34" charset="0"/>
              </a:rPr>
              <a:t> </a:t>
            </a:r>
          </a:p>
          <a:p>
            <a:r>
              <a:rPr lang="en-US" altLang="en-US" sz="1400" dirty="0">
                <a:latin typeface="Arial" panose="020B0604020202020204" pitchFamily="34" charset="0"/>
              </a:rPr>
              <a:t>8. With same steps below get b</a:t>
            </a:r>
            <a:r>
              <a:rPr lang="en-US" altLang="en-US" sz="1400" baseline="-25000" dirty="0">
                <a:latin typeface="Arial" panose="020B0604020202020204" pitchFamily="34" charset="0"/>
              </a:rPr>
              <a:t>1 </a:t>
            </a:r>
            <a:r>
              <a:rPr lang="en-US" altLang="en-US" sz="1400" dirty="0">
                <a:latin typeface="Arial" panose="020B0604020202020204" pitchFamily="34" charset="0"/>
              </a:rPr>
              <a:t>point</a:t>
            </a:r>
          </a:p>
          <a:p>
            <a:r>
              <a:rPr lang="en-US" altLang="en-US" sz="1400" dirty="0">
                <a:latin typeface="Arial" panose="020B0604020202020204" pitchFamily="34" charset="0"/>
              </a:rPr>
              <a:t>    and draw also locus from it.</a:t>
            </a:r>
          </a:p>
          <a:p>
            <a:r>
              <a:rPr lang="en-US" altLang="en-US" sz="1400" dirty="0">
                <a:latin typeface="Arial" panose="020B0604020202020204" pitchFamily="34" charset="0"/>
              </a:rPr>
              <a:t>9. Now rotating one of the components</a:t>
            </a:r>
          </a:p>
          <a:p>
            <a:r>
              <a:rPr lang="en-US" altLang="en-US" sz="1400" dirty="0">
                <a:latin typeface="Arial" panose="020B0604020202020204" pitchFamily="34" charset="0"/>
              </a:rPr>
              <a:t>   i.e., a-1  locate b’ and join a’ with it </a:t>
            </a:r>
          </a:p>
          <a:p>
            <a:r>
              <a:rPr lang="en-US" altLang="en-US" sz="1400" dirty="0">
                <a:latin typeface="Arial" panose="020B0604020202020204" pitchFamily="34" charset="0"/>
              </a:rPr>
              <a:t>    to get FV.</a:t>
            </a:r>
          </a:p>
          <a:p>
            <a:r>
              <a:rPr lang="en-US" altLang="en-US" sz="1400" dirty="0">
                <a:latin typeface="Arial" panose="020B0604020202020204" pitchFamily="34" charset="0"/>
              </a:rPr>
              <a:t>10. Locate TV similarly and measure</a:t>
            </a:r>
          </a:p>
          <a:p>
            <a:r>
              <a:rPr lang="en-US" altLang="en-US" sz="1400" dirty="0">
                <a:latin typeface="Arial" panose="020B0604020202020204" pitchFamily="34" charset="0"/>
              </a:rPr>
              <a:t>      angles </a:t>
            </a:r>
          </a:p>
        </p:txBody>
      </p:sp>
      <p:sp>
        <p:nvSpPr>
          <p:cNvPr id="49" name="Text Box 37"/>
          <p:cNvSpPr txBox="1">
            <a:spLocks noChangeArrowheads="1"/>
          </p:cNvSpPr>
          <p:nvPr/>
        </p:nvSpPr>
        <p:spPr bwMode="auto">
          <a:xfrm>
            <a:off x="997924" y="5854309"/>
            <a:ext cx="93006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latin typeface="Times New Roman" panose="02020603050405020304" pitchFamily="18" charset="0"/>
                <a:cs typeface="Times New Roman" panose="02020603050405020304" pitchFamily="18" charset="0"/>
                <a:sym typeface="Symbol" panose="05050102010706020507" pitchFamily="18" charset="2"/>
              </a:rPr>
              <a:t> and </a:t>
            </a:r>
          </a:p>
          <a:p>
            <a:pPr eaLnBrk="1" hangingPunct="1"/>
            <a:r>
              <a:rPr lang="en-US" altLang="en-US" dirty="0">
                <a:latin typeface="Times New Roman" panose="02020603050405020304" pitchFamily="18" charset="0"/>
                <a:cs typeface="Times New Roman" panose="02020603050405020304" pitchFamily="18" charset="0"/>
                <a:sym typeface="Symbol" panose="05050102010706020507" pitchFamily="18" charset="2"/>
              </a:rPr>
              <a:t> </a:t>
            </a:r>
          </a:p>
        </p:txBody>
      </p:sp>
      <p:sp>
        <p:nvSpPr>
          <p:cNvPr id="50" name="Line 15"/>
          <p:cNvSpPr>
            <a:spLocks noChangeShapeType="1"/>
          </p:cNvSpPr>
          <p:nvPr/>
        </p:nvSpPr>
        <p:spPr bwMode="auto">
          <a:xfrm flipV="1">
            <a:off x="4630774" y="3039308"/>
            <a:ext cx="2854770" cy="24331"/>
          </a:xfrm>
          <a:prstGeom prst="line">
            <a:avLst/>
          </a:prstGeom>
          <a:ln>
            <a:headEnd/>
            <a:tailEnd/>
          </a:ln>
        </p:spPr>
        <p:style>
          <a:lnRef idx="3">
            <a:schemeClr val="accent2"/>
          </a:lnRef>
          <a:fillRef idx="0">
            <a:schemeClr val="accent2"/>
          </a:fillRef>
          <a:effectRef idx="2">
            <a:schemeClr val="accent2"/>
          </a:effectRef>
          <a:fontRef idx="minor">
            <a:schemeClr val="tx1"/>
          </a:fontRef>
        </p:style>
        <p:txBody>
          <a:bodyPr/>
          <a:lstStyle/>
          <a:p>
            <a:endParaRPr lang="en-IN"/>
          </a:p>
        </p:txBody>
      </p:sp>
      <p:sp>
        <p:nvSpPr>
          <p:cNvPr id="51" name="Line 15"/>
          <p:cNvSpPr>
            <a:spLocks noChangeShapeType="1"/>
          </p:cNvSpPr>
          <p:nvPr/>
        </p:nvSpPr>
        <p:spPr bwMode="auto">
          <a:xfrm flipV="1">
            <a:off x="4630774" y="3990458"/>
            <a:ext cx="2166900" cy="11205"/>
          </a:xfrm>
          <a:prstGeom prst="line">
            <a:avLst/>
          </a:prstGeom>
          <a:ln>
            <a:headEnd/>
            <a:tailEnd/>
          </a:ln>
        </p:spPr>
        <p:style>
          <a:lnRef idx="3">
            <a:schemeClr val="accent2"/>
          </a:lnRef>
          <a:fillRef idx="0">
            <a:schemeClr val="accent2"/>
          </a:fillRef>
          <a:effectRef idx="2">
            <a:schemeClr val="accent2"/>
          </a:effectRef>
          <a:fontRef idx="minor">
            <a:schemeClr val="tx1"/>
          </a:fontRef>
        </p:style>
        <p:txBody>
          <a:bodyPr/>
          <a:lstStyle/>
          <a:p>
            <a:endParaRPr lang="en-IN"/>
          </a:p>
        </p:txBody>
      </p:sp>
      <p:sp>
        <p:nvSpPr>
          <p:cNvPr id="52" name="Line 15"/>
          <p:cNvSpPr>
            <a:spLocks noChangeShapeType="1"/>
          </p:cNvSpPr>
          <p:nvPr/>
        </p:nvSpPr>
        <p:spPr bwMode="auto">
          <a:xfrm>
            <a:off x="5266417" y="1441873"/>
            <a:ext cx="3372758" cy="10049"/>
          </a:xfrm>
          <a:prstGeom prst="line">
            <a:avLst/>
          </a:prstGeom>
          <a:noFill/>
          <a:ln w="9525">
            <a:solidFill>
              <a:schemeClr val="accent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42" name="TextBox 41"/>
          <p:cNvSpPr txBox="1"/>
          <p:nvPr/>
        </p:nvSpPr>
        <p:spPr>
          <a:xfrm>
            <a:off x="494073" y="-59149"/>
            <a:ext cx="8178083" cy="369332"/>
          </a:xfrm>
          <a:prstGeom prst="rect">
            <a:avLst/>
          </a:prstGeom>
          <a:noFill/>
        </p:spPr>
        <p:txBody>
          <a:bodyPr wrap="square" rtlCol="0">
            <a:spAutoFit/>
          </a:bodyPr>
          <a:lstStyle/>
          <a:p>
            <a:pPr algn="ctr"/>
            <a:r>
              <a:rPr lang="en-IN" b="1" u="sng" dirty="0">
                <a:solidFill>
                  <a:srgbClr val="FF0000"/>
                </a:solidFill>
                <a:effectLst>
                  <a:outerShdw blurRad="38100" dist="38100" dir="2700000" algn="tl">
                    <a:srgbClr val="000000">
                      <a:alpha val="43137"/>
                    </a:srgbClr>
                  </a:outerShdw>
                </a:effectLst>
              </a:rPr>
              <a:t>FINDING ANGLE WITH HP &amp; VP</a:t>
            </a:r>
          </a:p>
        </p:txBody>
      </p:sp>
    </p:spTree>
    <p:extLst>
      <p:ext uri="{BB962C8B-B14F-4D97-AF65-F5344CB8AC3E}">
        <p14:creationId xmlns:p14="http://schemas.microsoft.com/office/powerpoint/2010/main" val="391432399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38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377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377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378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0378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1" end="1"/>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0378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0378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03784"/>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03794"/>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5">
                                            <p:txEl>
                                              <p:pRg st="4" end="4"/>
                                            </p:txEl>
                                          </p:spTgt>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50"/>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03785"/>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20379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5">
                                            <p:txEl>
                                              <p:pRg st="6" end="6"/>
                                            </p:txEl>
                                          </p:spTgt>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51"/>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203797"/>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203807"/>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nodeType="clickEffect">
                                  <p:stCondLst>
                                    <p:cond delay="0"/>
                                  </p:stCondLst>
                                  <p:childTnLst>
                                    <p:set>
                                      <p:cBhvr>
                                        <p:cTn id="96" dur="1" fill="hold">
                                          <p:stCondLst>
                                            <p:cond delay="0"/>
                                          </p:stCondLst>
                                        </p:cTn>
                                        <p:tgtEl>
                                          <p:spTgt spid="5">
                                            <p:txEl>
                                              <p:pRg st="8" end="8"/>
                                            </p:txEl>
                                          </p:spTgt>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5">
                                            <p:txEl>
                                              <p:pRg st="9" end="9"/>
                                            </p:txEl>
                                          </p:spTgt>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5">
                                            <p:txEl>
                                              <p:pRg st="10" end="10"/>
                                            </p:txEl>
                                          </p:spTgt>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203788"/>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203790"/>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203789"/>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203793"/>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grpId="0" nodeType="clickEffect">
                                  <p:stCondLst>
                                    <p:cond delay="0"/>
                                  </p:stCondLst>
                                  <p:childTnLst>
                                    <p:set>
                                      <p:cBhvr>
                                        <p:cTn id="126" dur="1" fill="hold">
                                          <p:stCondLst>
                                            <p:cond delay="0"/>
                                          </p:stCondLst>
                                        </p:cTn>
                                        <p:tgtEl>
                                          <p:spTgt spid="52"/>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nodeType="clickEffect">
                                  <p:stCondLst>
                                    <p:cond delay="0"/>
                                  </p:stCondLst>
                                  <p:childTnLst>
                                    <p:set>
                                      <p:cBhvr>
                                        <p:cTn id="130" dur="1" fill="hold">
                                          <p:stCondLst>
                                            <p:cond delay="0"/>
                                          </p:stCondLst>
                                        </p:cTn>
                                        <p:tgtEl>
                                          <p:spTgt spid="5">
                                            <p:txEl>
                                              <p:pRg st="13" end="13"/>
                                            </p:txEl>
                                          </p:spTgt>
                                        </p:tgtEl>
                                        <p:attrNameLst>
                                          <p:attrName>style.visibility</p:attrName>
                                        </p:attrNameLst>
                                      </p:cBhvr>
                                      <p:to>
                                        <p:strVal val="visible"/>
                                      </p:to>
                                    </p:set>
                                  </p:childTnLst>
                                </p:cTn>
                              </p:par>
                              <p:par>
                                <p:cTn id="131" presetID="1" presetClass="entr" presetSubtype="0" fill="hold" nodeType="withEffect">
                                  <p:stCondLst>
                                    <p:cond delay="0"/>
                                  </p:stCondLst>
                                  <p:childTnLst>
                                    <p:set>
                                      <p:cBhvr>
                                        <p:cTn id="132" dur="1" fill="hold">
                                          <p:stCondLst>
                                            <p:cond delay="0"/>
                                          </p:stCondLst>
                                        </p:cTn>
                                        <p:tgtEl>
                                          <p:spTgt spid="5">
                                            <p:txEl>
                                              <p:pRg st="14" end="14"/>
                                            </p:txEl>
                                          </p:spTgt>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1" presetClass="entr" presetSubtype="0" fill="hold" grpId="0" nodeType="clickEffect">
                                  <p:stCondLst>
                                    <p:cond delay="0"/>
                                  </p:stCondLst>
                                  <p:childTnLst>
                                    <p:set>
                                      <p:cBhvr>
                                        <p:cTn id="136" dur="1" fill="hold">
                                          <p:stCondLst>
                                            <p:cond delay="0"/>
                                          </p:stCondLst>
                                        </p:cTn>
                                        <p:tgtEl>
                                          <p:spTgt spid="203798"/>
                                        </p:tgtEl>
                                        <p:attrNameLst>
                                          <p:attrName>style.visibility</p:attrName>
                                        </p:attrNameLst>
                                      </p:cBhvr>
                                      <p:to>
                                        <p:strVal val="visible"/>
                                      </p:to>
                                    </p:set>
                                  </p:childTnLst>
                                </p:cTn>
                              </p:par>
                            </p:childTnLst>
                          </p:cTn>
                        </p:par>
                      </p:childTnLst>
                    </p:cTn>
                  </p:par>
                  <p:par>
                    <p:cTn id="137" fill="hold">
                      <p:stCondLst>
                        <p:cond delay="indefinite"/>
                      </p:stCondLst>
                      <p:childTnLst>
                        <p:par>
                          <p:cTn id="138" fill="hold">
                            <p:stCondLst>
                              <p:cond delay="0"/>
                            </p:stCondLst>
                            <p:childTnLst>
                              <p:par>
                                <p:cTn id="139" presetID="1" presetClass="entr" presetSubtype="0" fill="hold" grpId="0" nodeType="clickEffect">
                                  <p:stCondLst>
                                    <p:cond delay="0"/>
                                  </p:stCondLst>
                                  <p:childTnLst>
                                    <p:set>
                                      <p:cBhvr>
                                        <p:cTn id="140" dur="1" fill="hold">
                                          <p:stCondLst>
                                            <p:cond delay="0"/>
                                          </p:stCondLst>
                                        </p:cTn>
                                        <p:tgtEl>
                                          <p:spTgt spid="203799"/>
                                        </p:tgtEl>
                                        <p:attrNameLst>
                                          <p:attrName>style.visibility</p:attrName>
                                        </p:attrNameLst>
                                      </p:cBhvr>
                                      <p:to>
                                        <p:strVal val="visible"/>
                                      </p:to>
                                    </p:set>
                                  </p:childTnLst>
                                </p:cTn>
                              </p:par>
                            </p:childTnLst>
                          </p:cTn>
                        </p:par>
                      </p:childTnLst>
                    </p:cTn>
                  </p:par>
                  <p:par>
                    <p:cTn id="141" fill="hold">
                      <p:stCondLst>
                        <p:cond delay="indefinite"/>
                      </p:stCondLst>
                      <p:childTnLst>
                        <p:par>
                          <p:cTn id="142" fill="hold">
                            <p:stCondLst>
                              <p:cond delay="0"/>
                            </p:stCondLst>
                            <p:childTnLst>
                              <p:par>
                                <p:cTn id="143" presetID="1" presetClass="entr" presetSubtype="0" fill="hold" grpId="0" nodeType="clickEffect">
                                  <p:stCondLst>
                                    <p:cond delay="0"/>
                                  </p:stCondLst>
                                  <p:childTnLst>
                                    <p:set>
                                      <p:cBhvr>
                                        <p:cTn id="144" dur="1" fill="hold">
                                          <p:stCondLst>
                                            <p:cond delay="0"/>
                                          </p:stCondLst>
                                        </p:cTn>
                                        <p:tgtEl>
                                          <p:spTgt spid="203795"/>
                                        </p:tgtEl>
                                        <p:attrNameLst>
                                          <p:attrName>style.visibility</p:attrName>
                                        </p:attrNameLst>
                                      </p:cBhvr>
                                      <p:to>
                                        <p:strVal val="visible"/>
                                      </p:to>
                                    </p:set>
                                  </p:childTnLst>
                                </p:cTn>
                              </p:par>
                            </p:childTnLst>
                          </p:cTn>
                        </p:par>
                      </p:childTnLst>
                    </p:cTn>
                  </p:par>
                  <p:par>
                    <p:cTn id="145" fill="hold">
                      <p:stCondLst>
                        <p:cond delay="indefinite"/>
                      </p:stCondLst>
                      <p:childTnLst>
                        <p:par>
                          <p:cTn id="146" fill="hold">
                            <p:stCondLst>
                              <p:cond delay="0"/>
                            </p:stCondLst>
                            <p:childTnLst>
                              <p:par>
                                <p:cTn id="147" presetID="1" presetClass="entr" presetSubtype="0" fill="hold" grpId="0" nodeType="clickEffect">
                                  <p:stCondLst>
                                    <p:cond delay="0"/>
                                  </p:stCondLst>
                                  <p:childTnLst>
                                    <p:set>
                                      <p:cBhvr>
                                        <p:cTn id="148" dur="1" fill="hold">
                                          <p:stCondLst>
                                            <p:cond delay="0"/>
                                          </p:stCondLst>
                                        </p:cTn>
                                        <p:tgtEl>
                                          <p:spTgt spid="203800"/>
                                        </p:tgtEl>
                                        <p:attrNameLst>
                                          <p:attrName>style.visibility</p:attrName>
                                        </p:attrNameLst>
                                      </p:cBhvr>
                                      <p:to>
                                        <p:strVal val="visible"/>
                                      </p:to>
                                    </p:set>
                                  </p:childTnLst>
                                </p:cTn>
                              </p:par>
                            </p:childTnLst>
                          </p:cTn>
                        </p:par>
                      </p:childTnLst>
                    </p:cTn>
                  </p:par>
                  <p:par>
                    <p:cTn id="149" fill="hold">
                      <p:stCondLst>
                        <p:cond delay="indefinite"/>
                      </p:stCondLst>
                      <p:childTnLst>
                        <p:par>
                          <p:cTn id="150" fill="hold">
                            <p:stCondLst>
                              <p:cond delay="0"/>
                            </p:stCondLst>
                            <p:childTnLst>
                              <p:par>
                                <p:cTn id="151" presetID="1" presetClass="entr" presetSubtype="0" fill="hold" grpId="0" nodeType="clickEffect">
                                  <p:stCondLst>
                                    <p:cond delay="0"/>
                                  </p:stCondLst>
                                  <p:childTnLst>
                                    <p:set>
                                      <p:cBhvr>
                                        <p:cTn id="152" dur="1" fill="hold">
                                          <p:stCondLst>
                                            <p:cond delay="0"/>
                                          </p:stCondLst>
                                        </p:cTn>
                                        <p:tgtEl>
                                          <p:spTgt spid="203811"/>
                                        </p:tgtEl>
                                        <p:attrNameLst>
                                          <p:attrName>style.visibility</p:attrName>
                                        </p:attrNameLst>
                                      </p:cBhvr>
                                      <p:to>
                                        <p:strVal val="visible"/>
                                      </p:to>
                                    </p:set>
                                  </p:childTnLst>
                                </p:cTn>
                              </p:par>
                            </p:childTnLst>
                          </p:cTn>
                        </p:par>
                      </p:childTnLst>
                    </p:cTn>
                  </p:par>
                  <p:par>
                    <p:cTn id="153" fill="hold">
                      <p:stCondLst>
                        <p:cond delay="indefinite"/>
                      </p:stCondLst>
                      <p:childTnLst>
                        <p:par>
                          <p:cTn id="154" fill="hold">
                            <p:stCondLst>
                              <p:cond delay="0"/>
                            </p:stCondLst>
                            <p:childTnLst>
                              <p:par>
                                <p:cTn id="155" presetID="1" presetClass="entr" presetSubtype="0" fill="hold" nodeType="clickEffect">
                                  <p:stCondLst>
                                    <p:cond delay="0"/>
                                  </p:stCondLst>
                                  <p:childTnLst>
                                    <p:set>
                                      <p:cBhvr>
                                        <p:cTn id="156" dur="1" fill="hold">
                                          <p:stCondLst>
                                            <p:cond delay="0"/>
                                          </p:stCondLst>
                                        </p:cTn>
                                        <p:tgtEl>
                                          <p:spTgt spid="5">
                                            <p:txEl>
                                              <p:pRg st="15" end="15"/>
                                            </p:txEl>
                                          </p:spTgt>
                                        </p:tgtEl>
                                        <p:attrNameLst>
                                          <p:attrName>style.visibility</p:attrName>
                                        </p:attrNameLst>
                                      </p:cBhvr>
                                      <p:to>
                                        <p:strVal val="visible"/>
                                      </p:to>
                                    </p:set>
                                  </p:childTnLst>
                                </p:cTn>
                              </p:par>
                              <p:par>
                                <p:cTn id="157" presetID="1" presetClass="entr" presetSubtype="0" fill="hold" nodeType="withEffect">
                                  <p:stCondLst>
                                    <p:cond delay="0"/>
                                  </p:stCondLst>
                                  <p:childTnLst>
                                    <p:set>
                                      <p:cBhvr>
                                        <p:cTn id="158" dur="1" fill="hold">
                                          <p:stCondLst>
                                            <p:cond delay="0"/>
                                          </p:stCondLst>
                                        </p:cTn>
                                        <p:tgtEl>
                                          <p:spTgt spid="5">
                                            <p:txEl>
                                              <p:pRg st="16" end="16"/>
                                            </p:txEl>
                                          </p:spTgt>
                                        </p:tgtEl>
                                        <p:attrNameLst>
                                          <p:attrName>style.visibility</p:attrName>
                                        </p:attrNameLst>
                                      </p:cBhvr>
                                      <p:to>
                                        <p:strVal val="visible"/>
                                      </p:to>
                                    </p:set>
                                  </p:childTnLst>
                                </p:cTn>
                              </p:par>
                              <p:par>
                                <p:cTn id="159" presetID="1" presetClass="entr" presetSubtype="0" fill="hold" nodeType="withEffect">
                                  <p:stCondLst>
                                    <p:cond delay="0"/>
                                  </p:stCondLst>
                                  <p:childTnLst>
                                    <p:set>
                                      <p:cBhvr>
                                        <p:cTn id="160" dur="1" fill="hold">
                                          <p:stCondLst>
                                            <p:cond delay="0"/>
                                          </p:stCondLst>
                                        </p:cTn>
                                        <p:tgtEl>
                                          <p:spTgt spid="5">
                                            <p:txEl>
                                              <p:pRg st="17" end="17"/>
                                            </p:txEl>
                                          </p:spTgt>
                                        </p:tgtEl>
                                        <p:attrNameLst>
                                          <p:attrName>style.visibility</p:attrName>
                                        </p:attrNameLst>
                                      </p:cBhvr>
                                      <p:to>
                                        <p:strVal val="visible"/>
                                      </p:to>
                                    </p:set>
                                  </p:childTnLst>
                                </p:cTn>
                              </p:par>
                            </p:childTnLst>
                          </p:cTn>
                        </p:par>
                      </p:childTnLst>
                    </p:cTn>
                  </p:par>
                  <p:par>
                    <p:cTn id="161" fill="hold">
                      <p:stCondLst>
                        <p:cond delay="indefinite"/>
                      </p:stCondLst>
                      <p:childTnLst>
                        <p:par>
                          <p:cTn id="162" fill="hold">
                            <p:stCondLst>
                              <p:cond delay="0"/>
                            </p:stCondLst>
                            <p:childTnLst>
                              <p:par>
                                <p:cTn id="163" presetID="1" presetClass="entr" presetSubtype="0" fill="hold" grpId="0" nodeType="clickEffect">
                                  <p:stCondLst>
                                    <p:cond delay="0"/>
                                  </p:stCondLst>
                                  <p:childTnLst>
                                    <p:set>
                                      <p:cBhvr>
                                        <p:cTn id="164" dur="1" fill="hold">
                                          <p:stCondLst>
                                            <p:cond delay="0"/>
                                          </p:stCondLst>
                                        </p:cTn>
                                        <p:tgtEl>
                                          <p:spTgt spid="203801"/>
                                        </p:tgtEl>
                                        <p:attrNameLst>
                                          <p:attrName>style.visibility</p:attrName>
                                        </p:attrNameLst>
                                      </p:cBhvr>
                                      <p:to>
                                        <p:strVal val="visible"/>
                                      </p:to>
                                    </p:set>
                                  </p:childTnLst>
                                </p:cTn>
                              </p:par>
                            </p:childTnLst>
                          </p:cTn>
                        </p:par>
                      </p:childTnLst>
                    </p:cTn>
                  </p:par>
                  <p:par>
                    <p:cTn id="165" fill="hold">
                      <p:stCondLst>
                        <p:cond delay="indefinite"/>
                      </p:stCondLst>
                      <p:childTnLst>
                        <p:par>
                          <p:cTn id="166" fill="hold">
                            <p:stCondLst>
                              <p:cond delay="0"/>
                            </p:stCondLst>
                            <p:childTnLst>
                              <p:par>
                                <p:cTn id="167" presetID="1" presetClass="entr" presetSubtype="0" fill="hold" grpId="0" nodeType="clickEffect">
                                  <p:stCondLst>
                                    <p:cond delay="0"/>
                                  </p:stCondLst>
                                  <p:childTnLst>
                                    <p:set>
                                      <p:cBhvr>
                                        <p:cTn id="168" dur="1" fill="hold">
                                          <p:stCondLst>
                                            <p:cond delay="0"/>
                                          </p:stCondLst>
                                        </p:cTn>
                                        <p:tgtEl>
                                          <p:spTgt spid="203802"/>
                                        </p:tgtEl>
                                        <p:attrNameLst>
                                          <p:attrName>style.visibility</p:attrName>
                                        </p:attrNameLst>
                                      </p:cBhvr>
                                      <p:to>
                                        <p:strVal val="visible"/>
                                      </p:to>
                                    </p:set>
                                  </p:childTnLst>
                                </p:cTn>
                              </p:par>
                            </p:childTnLst>
                          </p:cTn>
                        </p:par>
                      </p:childTnLst>
                    </p:cTn>
                  </p:par>
                  <p:par>
                    <p:cTn id="169" fill="hold">
                      <p:stCondLst>
                        <p:cond delay="indefinite"/>
                      </p:stCondLst>
                      <p:childTnLst>
                        <p:par>
                          <p:cTn id="170" fill="hold">
                            <p:stCondLst>
                              <p:cond delay="0"/>
                            </p:stCondLst>
                            <p:childTnLst>
                              <p:par>
                                <p:cTn id="171" presetID="1" presetClass="entr" presetSubtype="0" fill="hold" grpId="0" nodeType="clickEffect">
                                  <p:stCondLst>
                                    <p:cond delay="0"/>
                                  </p:stCondLst>
                                  <p:childTnLst>
                                    <p:set>
                                      <p:cBhvr>
                                        <p:cTn id="172" dur="1" fill="hold">
                                          <p:stCondLst>
                                            <p:cond delay="0"/>
                                          </p:stCondLst>
                                        </p:cTn>
                                        <p:tgtEl>
                                          <p:spTgt spid="203804"/>
                                        </p:tgtEl>
                                        <p:attrNameLst>
                                          <p:attrName>style.visibility</p:attrName>
                                        </p:attrNameLst>
                                      </p:cBhvr>
                                      <p:to>
                                        <p:strVal val="visible"/>
                                      </p:to>
                                    </p:set>
                                  </p:childTnLst>
                                </p:cTn>
                              </p:par>
                            </p:childTnLst>
                          </p:cTn>
                        </p:par>
                      </p:childTnLst>
                    </p:cTn>
                  </p:par>
                  <p:par>
                    <p:cTn id="173" fill="hold">
                      <p:stCondLst>
                        <p:cond delay="indefinite"/>
                      </p:stCondLst>
                      <p:childTnLst>
                        <p:par>
                          <p:cTn id="174" fill="hold">
                            <p:stCondLst>
                              <p:cond delay="0"/>
                            </p:stCondLst>
                            <p:childTnLst>
                              <p:par>
                                <p:cTn id="175" presetID="1" presetClass="entr" presetSubtype="0" fill="hold" grpId="0" nodeType="clickEffect">
                                  <p:stCondLst>
                                    <p:cond delay="0"/>
                                  </p:stCondLst>
                                  <p:childTnLst>
                                    <p:set>
                                      <p:cBhvr>
                                        <p:cTn id="176" dur="1" fill="hold">
                                          <p:stCondLst>
                                            <p:cond delay="0"/>
                                          </p:stCondLst>
                                        </p:cTn>
                                        <p:tgtEl>
                                          <p:spTgt spid="203803"/>
                                        </p:tgtEl>
                                        <p:attrNameLst>
                                          <p:attrName>style.visibility</p:attrName>
                                        </p:attrNameLst>
                                      </p:cBhvr>
                                      <p:to>
                                        <p:strVal val="visible"/>
                                      </p:to>
                                    </p:set>
                                  </p:childTnLst>
                                </p:cTn>
                              </p:par>
                            </p:childTnLst>
                          </p:cTn>
                        </p:par>
                      </p:childTnLst>
                    </p:cTn>
                  </p:par>
                  <p:par>
                    <p:cTn id="177" fill="hold">
                      <p:stCondLst>
                        <p:cond delay="indefinite"/>
                      </p:stCondLst>
                      <p:childTnLst>
                        <p:par>
                          <p:cTn id="178" fill="hold">
                            <p:stCondLst>
                              <p:cond delay="0"/>
                            </p:stCondLst>
                            <p:childTnLst>
                              <p:par>
                                <p:cTn id="179" presetID="1" presetClass="entr" presetSubtype="0" fill="hold" nodeType="clickEffect">
                                  <p:stCondLst>
                                    <p:cond delay="0"/>
                                  </p:stCondLst>
                                  <p:childTnLst>
                                    <p:set>
                                      <p:cBhvr>
                                        <p:cTn id="180" dur="1" fill="hold">
                                          <p:stCondLst>
                                            <p:cond delay="0"/>
                                          </p:stCondLst>
                                        </p:cTn>
                                        <p:tgtEl>
                                          <p:spTgt spid="203809">
                                            <p:txEl>
                                              <p:pRg st="0" end="0"/>
                                            </p:txEl>
                                          </p:spTgt>
                                        </p:tgtEl>
                                        <p:attrNameLst>
                                          <p:attrName>style.visibility</p:attrName>
                                        </p:attrNameLst>
                                      </p:cBhvr>
                                      <p:to>
                                        <p:strVal val="visible"/>
                                      </p:to>
                                    </p:set>
                                  </p:childTnLst>
                                </p:cTn>
                              </p:par>
                            </p:childTnLst>
                          </p:cTn>
                        </p:par>
                      </p:childTnLst>
                    </p:cTn>
                  </p:par>
                  <p:par>
                    <p:cTn id="181" fill="hold">
                      <p:stCondLst>
                        <p:cond delay="indefinite"/>
                      </p:stCondLst>
                      <p:childTnLst>
                        <p:par>
                          <p:cTn id="182" fill="hold">
                            <p:stCondLst>
                              <p:cond delay="0"/>
                            </p:stCondLst>
                            <p:childTnLst>
                              <p:par>
                                <p:cTn id="183" presetID="1" presetClass="entr" presetSubtype="0" fill="hold" nodeType="clickEffect">
                                  <p:stCondLst>
                                    <p:cond delay="0"/>
                                  </p:stCondLst>
                                  <p:childTnLst>
                                    <p:set>
                                      <p:cBhvr>
                                        <p:cTn id="184" dur="1" fill="hold">
                                          <p:stCondLst>
                                            <p:cond delay="0"/>
                                          </p:stCondLst>
                                        </p:cTn>
                                        <p:tgtEl>
                                          <p:spTgt spid="5">
                                            <p:txEl>
                                              <p:pRg st="18" end="18"/>
                                            </p:txEl>
                                          </p:spTgt>
                                        </p:tgtEl>
                                        <p:attrNameLst>
                                          <p:attrName>style.visibility</p:attrName>
                                        </p:attrNameLst>
                                      </p:cBhvr>
                                      <p:to>
                                        <p:strVal val="visible"/>
                                      </p:to>
                                    </p:set>
                                  </p:childTnLst>
                                </p:cTn>
                              </p:par>
                              <p:par>
                                <p:cTn id="185" presetID="1" presetClass="entr" presetSubtype="0" fill="hold" nodeType="withEffect">
                                  <p:stCondLst>
                                    <p:cond delay="0"/>
                                  </p:stCondLst>
                                  <p:childTnLst>
                                    <p:set>
                                      <p:cBhvr>
                                        <p:cTn id="186" dur="1" fill="hold">
                                          <p:stCondLst>
                                            <p:cond delay="0"/>
                                          </p:stCondLst>
                                        </p:cTn>
                                        <p:tgtEl>
                                          <p:spTgt spid="5">
                                            <p:txEl>
                                              <p:pRg st="19" end="19"/>
                                            </p:txEl>
                                          </p:spTgt>
                                        </p:tgtEl>
                                        <p:attrNameLst>
                                          <p:attrName>style.visibility</p:attrName>
                                        </p:attrNameLst>
                                      </p:cBhvr>
                                      <p:to>
                                        <p:strVal val="visible"/>
                                      </p:to>
                                    </p:set>
                                  </p:childTnLst>
                                </p:cTn>
                              </p:par>
                            </p:childTnLst>
                          </p:cTn>
                        </p:par>
                      </p:childTnLst>
                    </p:cTn>
                  </p:par>
                  <p:par>
                    <p:cTn id="187" fill="hold">
                      <p:stCondLst>
                        <p:cond delay="indefinite"/>
                      </p:stCondLst>
                      <p:childTnLst>
                        <p:par>
                          <p:cTn id="188" fill="hold">
                            <p:stCondLst>
                              <p:cond delay="0"/>
                            </p:stCondLst>
                            <p:childTnLst>
                              <p:par>
                                <p:cTn id="189" presetID="1" presetClass="entr" presetSubtype="0" fill="hold" grpId="0" nodeType="clickEffect">
                                  <p:stCondLst>
                                    <p:cond delay="0"/>
                                  </p:stCondLst>
                                  <p:childTnLst>
                                    <p:set>
                                      <p:cBhvr>
                                        <p:cTn id="190" dur="1" fill="hold">
                                          <p:stCondLst>
                                            <p:cond delay="0"/>
                                          </p:stCondLst>
                                        </p:cTn>
                                        <p:tgtEl>
                                          <p:spTgt spid="203812"/>
                                        </p:tgtEl>
                                        <p:attrNameLst>
                                          <p:attrName>style.visibility</p:attrName>
                                        </p:attrNameLst>
                                      </p:cBhvr>
                                      <p:to>
                                        <p:strVal val="visible"/>
                                      </p:to>
                                    </p:set>
                                  </p:childTnLst>
                                </p:cTn>
                              </p:par>
                            </p:childTnLst>
                          </p:cTn>
                        </p:par>
                      </p:childTnLst>
                    </p:cTn>
                  </p:par>
                  <p:par>
                    <p:cTn id="191" fill="hold">
                      <p:stCondLst>
                        <p:cond delay="indefinite"/>
                      </p:stCondLst>
                      <p:childTnLst>
                        <p:par>
                          <p:cTn id="192" fill="hold">
                            <p:stCondLst>
                              <p:cond delay="0"/>
                            </p:stCondLst>
                            <p:childTnLst>
                              <p:par>
                                <p:cTn id="193" presetID="1" presetClass="entr" presetSubtype="0" fill="hold" grpId="0" nodeType="clickEffect">
                                  <p:stCondLst>
                                    <p:cond delay="0"/>
                                  </p:stCondLst>
                                  <p:childTnLst>
                                    <p:set>
                                      <p:cBhvr>
                                        <p:cTn id="194" dur="1" fill="hold">
                                          <p:stCondLst>
                                            <p:cond delay="0"/>
                                          </p:stCondLst>
                                        </p:cTn>
                                        <p:tgtEl>
                                          <p:spTgt spid="203805"/>
                                        </p:tgtEl>
                                        <p:attrNameLst>
                                          <p:attrName>style.visibility</p:attrName>
                                        </p:attrNameLst>
                                      </p:cBhvr>
                                      <p:to>
                                        <p:strVal val="visible"/>
                                      </p:to>
                                    </p:set>
                                  </p:childTnLst>
                                </p:cTn>
                              </p:par>
                              <p:par>
                                <p:cTn id="195" presetID="1" presetClass="entr" presetSubtype="0" fill="hold" grpId="0" nodeType="withEffect">
                                  <p:stCondLst>
                                    <p:cond delay="0"/>
                                  </p:stCondLst>
                                  <p:childTnLst>
                                    <p:set>
                                      <p:cBhvr>
                                        <p:cTn id="196" dur="1" fill="hold">
                                          <p:stCondLst>
                                            <p:cond delay="0"/>
                                          </p:stCondLst>
                                        </p:cTn>
                                        <p:tgtEl>
                                          <p:spTgt spid="49"/>
                                        </p:tgtEl>
                                        <p:attrNameLst>
                                          <p:attrName>style.visibility</p:attrName>
                                        </p:attrNameLst>
                                      </p:cBhvr>
                                      <p:to>
                                        <p:strVal val="visible"/>
                                      </p:to>
                                    </p:set>
                                  </p:childTnLst>
                                </p:cTn>
                              </p:par>
                            </p:childTnLst>
                          </p:cTn>
                        </p:par>
                      </p:childTnLst>
                    </p:cTn>
                  </p:par>
                  <p:par>
                    <p:cTn id="197" fill="hold">
                      <p:stCondLst>
                        <p:cond delay="indefinite"/>
                      </p:stCondLst>
                      <p:childTnLst>
                        <p:par>
                          <p:cTn id="198" fill="hold">
                            <p:stCondLst>
                              <p:cond delay="0"/>
                            </p:stCondLst>
                            <p:childTnLst>
                              <p:par>
                                <p:cTn id="199" presetID="1" presetClass="entr" presetSubtype="0" fill="hold" grpId="0" nodeType="clickEffect">
                                  <p:stCondLst>
                                    <p:cond delay="0"/>
                                  </p:stCondLst>
                                  <p:childTnLst>
                                    <p:set>
                                      <p:cBhvr>
                                        <p:cTn id="200" dur="1" fill="hold">
                                          <p:stCondLst>
                                            <p:cond delay="0"/>
                                          </p:stCondLst>
                                        </p:cTn>
                                        <p:tgtEl>
                                          <p:spTgt spid="203806"/>
                                        </p:tgtEl>
                                        <p:attrNameLst>
                                          <p:attrName>style.visibility</p:attrName>
                                        </p:attrNameLst>
                                      </p:cBhvr>
                                      <p:to>
                                        <p:strVal val="visible"/>
                                      </p:to>
                                    </p:set>
                                  </p:childTnLst>
                                </p:cTn>
                              </p:par>
                            </p:childTnLst>
                          </p:cTn>
                        </p:par>
                      </p:childTnLst>
                    </p:cTn>
                  </p:par>
                  <p:par>
                    <p:cTn id="201" fill="hold">
                      <p:stCondLst>
                        <p:cond delay="indefinite"/>
                      </p:stCondLst>
                      <p:childTnLst>
                        <p:par>
                          <p:cTn id="202" fill="hold">
                            <p:stCondLst>
                              <p:cond delay="0"/>
                            </p:stCondLst>
                            <p:childTnLst>
                              <p:par>
                                <p:cTn id="203" presetID="1" presetClass="entr" presetSubtype="0" fill="hold" grpId="0" nodeType="clickEffect">
                                  <p:stCondLst>
                                    <p:cond delay="0"/>
                                  </p:stCondLst>
                                  <p:childTnLst>
                                    <p:set>
                                      <p:cBhvr>
                                        <p:cTn id="204" dur="1" fill="hold">
                                          <p:stCondLst>
                                            <p:cond delay="0"/>
                                          </p:stCondLst>
                                        </p:cTn>
                                        <p:tgtEl>
                                          <p:spTgt spid="203808"/>
                                        </p:tgtEl>
                                        <p:attrNameLst>
                                          <p:attrName>style.visibility</p:attrName>
                                        </p:attrNameLst>
                                      </p:cBhvr>
                                      <p:to>
                                        <p:strVal val="visible"/>
                                      </p:to>
                                    </p:set>
                                  </p:childTnLst>
                                </p:cTn>
                              </p:par>
                            </p:childTnLst>
                          </p:cTn>
                        </p:par>
                      </p:childTnLst>
                    </p:cTn>
                  </p:par>
                  <p:par>
                    <p:cTn id="205" fill="hold">
                      <p:stCondLst>
                        <p:cond delay="indefinite"/>
                      </p:stCondLst>
                      <p:childTnLst>
                        <p:par>
                          <p:cTn id="206" fill="hold">
                            <p:stCondLst>
                              <p:cond delay="0"/>
                            </p:stCondLst>
                            <p:childTnLst>
                              <p:par>
                                <p:cTn id="207" presetID="1" presetClass="entr" presetSubtype="0" fill="hold" grpId="0" nodeType="clickEffect">
                                  <p:stCondLst>
                                    <p:cond delay="0"/>
                                  </p:stCondLst>
                                  <p:childTnLst>
                                    <p:set>
                                      <p:cBhvr>
                                        <p:cTn id="208" dur="1" fill="hold">
                                          <p:stCondLst>
                                            <p:cond delay="0"/>
                                          </p:stCondLst>
                                        </p:cTn>
                                        <p:tgtEl>
                                          <p:spTgt spid="203813"/>
                                        </p:tgtEl>
                                        <p:attrNameLst>
                                          <p:attrName>style.visibility</p:attrName>
                                        </p:attrNameLst>
                                      </p:cBhvr>
                                      <p:to>
                                        <p:strVal val="visible"/>
                                      </p:to>
                                    </p:set>
                                  </p:childTnLst>
                                </p:cTn>
                              </p:par>
                            </p:childTnLst>
                          </p:cTn>
                        </p:par>
                      </p:childTnLst>
                    </p:cTn>
                  </p:par>
                  <p:par>
                    <p:cTn id="209" fill="hold">
                      <p:stCondLst>
                        <p:cond delay="indefinite"/>
                      </p:stCondLst>
                      <p:childTnLst>
                        <p:par>
                          <p:cTn id="210" fill="hold">
                            <p:stCondLst>
                              <p:cond delay="0"/>
                            </p:stCondLst>
                            <p:childTnLst>
                              <p:par>
                                <p:cTn id="211" presetID="1" presetClass="entr" presetSubtype="0" fill="hold" grpId="0" nodeType="clickEffect">
                                  <p:stCondLst>
                                    <p:cond delay="0"/>
                                  </p:stCondLst>
                                  <p:childTnLst>
                                    <p:set>
                                      <p:cBhvr>
                                        <p:cTn id="212" dur="1" fill="hold">
                                          <p:stCondLst>
                                            <p:cond delay="0"/>
                                          </p:stCondLst>
                                        </p:cTn>
                                        <p:tgtEl>
                                          <p:spTgt spid="2038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778" grpId="0" animBg="1"/>
      <p:bldP spid="203779" grpId="0"/>
      <p:bldP spid="203780" grpId="0"/>
      <p:bldP spid="203781" grpId="0" animBg="1"/>
      <p:bldP spid="203783" grpId="0"/>
      <p:bldP spid="203784" grpId="0" animBg="1"/>
      <p:bldP spid="203785" grpId="0"/>
      <p:bldP spid="203787" grpId="0"/>
      <p:bldP spid="203788" grpId="0" animBg="1"/>
      <p:bldP spid="203789" grpId="0" animBg="1"/>
      <p:bldP spid="203790" grpId="0"/>
      <p:bldP spid="203792" grpId="0"/>
      <p:bldP spid="203793" grpId="0"/>
      <p:bldP spid="203794" grpId="0" animBg="1"/>
      <p:bldP spid="203795" grpId="0"/>
      <p:bldP spid="203797" grpId="0"/>
      <p:bldP spid="203798" grpId="0" animBg="1"/>
      <p:bldP spid="203799" grpId="0" animBg="1"/>
      <p:bldP spid="203800" grpId="0" animBg="1"/>
      <p:bldP spid="203801" grpId="0" animBg="1"/>
      <p:bldP spid="203802" grpId="0" animBg="1"/>
      <p:bldP spid="203803" grpId="0" animBg="1"/>
      <p:bldP spid="203804" grpId="0"/>
      <p:bldP spid="203805" grpId="0"/>
      <p:bldP spid="203806" grpId="0" animBg="1"/>
      <p:bldP spid="203807" grpId="0"/>
      <p:bldP spid="203808" grpId="0"/>
      <p:bldP spid="203810" grpId="0"/>
      <p:bldP spid="203811" grpId="0"/>
      <p:bldP spid="203812" grpId="0" animBg="1"/>
      <p:bldP spid="203813" grpId="0"/>
      <p:bldP spid="203814" grpId="0" animBg="1"/>
      <p:bldP spid="4" grpId="0"/>
      <p:bldP spid="49" grpId="0"/>
      <p:bldP spid="50" grpId="0" animBg="1"/>
      <p:bldP spid="51" grpId="0" animBg="1"/>
      <p:bldP spid="52"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Line 2"/>
          <p:cNvSpPr>
            <a:spLocks noChangeShapeType="1"/>
          </p:cNvSpPr>
          <p:nvPr/>
        </p:nvSpPr>
        <p:spPr bwMode="auto">
          <a:xfrm>
            <a:off x="3754438" y="3414713"/>
            <a:ext cx="47244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05827" name="Text Box 3"/>
          <p:cNvSpPr txBox="1">
            <a:spLocks noChangeArrowheads="1"/>
          </p:cNvSpPr>
          <p:nvPr/>
        </p:nvSpPr>
        <p:spPr bwMode="auto">
          <a:xfrm>
            <a:off x="3259166" y="3316288"/>
            <a:ext cx="4048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400" dirty="0">
                <a:latin typeface="Times New Roman" panose="02020603050405020304" pitchFamily="18" charset="0"/>
              </a:rPr>
              <a:t>X</a:t>
            </a:r>
          </a:p>
        </p:txBody>
      </p:sp>
      <p:sp>
        <p:nvSpPr>
          <p:cNvPr id="205828" name="Text Box 4"/>
          <p:cNvSpPr txBox="1">
            <a:spLocks noChangeArrowheads="1"/>
          </p:cNvSpPr>
          <p:nvPr/>
        </p:nvSpPr>
        <p:spPr bwMode="auto">
          <a:xfrm>
            <a:off x="8426511" y="3294997"/>
            <a:ext cx="4048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400" dirty="0">
                <a:latin typeface="Times New Roman" panose="02020603050405020304" pitchFamily="18" charset="0"/>
              </a:rPr>
              <a:t>Y</a:t>
            </a:r>
          </a:p>
        </p:txBody>
      </p:sp>
      <p:sp>
        <p:nvSpPr>
          <p:cNvPr id="205829" name="Line 5"/>
          <p:cNvSpPr>
            <a:spLocks noChangeShapeType="1"/>
          </p:cNvSpPr>
          <p:nvPr/>
        </p:nvSpPr>
        <p:spPr bwMode="auto">
          <a:xfrm>
            <a:off x="3744913" y="1830388"/>
            <a:ext cx="0" cy="3886200"/>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endParaRPr lang="en-IN"/>
          </a:p>
        </p:txBody>
      </p:sp>
      <p:sp>
        <p:nvSpPr>
          <p:cNvPr id="205832" name="Text Box 8"/>
          <p:cNvSpPr txBox="1">
            <a:spLocks noChangeArrowheads="1"/>
          </p:cNvSpPr>
          <p:nvPr/>
        </p:nvSpPr>
        <p:spPr bwMode="auto">
          <a:xfrm>
            <a:off x="3455169" y="3094446"/>
            <a:ext cx="36420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dirty="0">
                <a:latin typeface="Times New Roman" panose="02020603050405020304" pitchFamily="18" charset="0"/>
              </a:rPr>
              <a:t>c’</a:t>
            </a:r>
          </a:p>
        </p:txBody>
      </p:sp>
      <p:sp>
        <p:nvSpPr>
          <p:cNvPr id="205833" name="Text Box 9"/>
          <p:cNvSpPr txBox="1">
            <a:spLocks noChangeArrowheads="1"/>
          </p:cNvSpPr>
          <p:nvPr/>
        </p:nvSpPr>
        <p:spPr bwMode="auto">
          <a:xfrm>
            <a:off x="3452813" y="5454650"/>
            <a:ext cx="28725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dirty="0">
                <a:latin typeface="Times New Roman" panose="02020603050405020304" pitchFamily="18" charset="0"/>
              </a:rPr>
              <a:t>c</a:t>
            </a:r>
          </a:p>
        </p:txBody>
      </p:sp>
      <p:sp>
        <p:nvSpPr>
          <p:cNvPr id="205834" name="Line 10"/>
          <p:cNvSpPr>
            <a:spLocks noChangeShapeType="1"/>
          </p:cNvSpPr>
          <p:nvPr/>
        </p:nvSpPr>
        <p:spPr bwMode="auto">
          <a:xfrm>
            <a:off x="3744913" y="3887788"/>
            <a:ext cx="4648200" cy="0"/>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endParaRPr lang="en-IN"/>
          </a:p>
        </p:txBody>
      </p:sp>
      <p:sp>
        <p:nvSpPr>
          <p:cNvPr id="205835" name="Text Box 11"/>
          <p:cNvSpPr txBox="1">
            <a:spLocks noChangeArrowheads="1"/>
          </p:cNvSpPr>
          <p:nvPr/>
        </p:nvSpPr>
        <p:spPr bwMode="auto">
          <a:xfrm>
            <a:off x="7980212" y="3512441"/>
            <a:ext cx="108876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200" dirty="0">
                <a:latin typeface="Times New Roman" panose="02020603050405020304" pitchFamily="18" charset="0"/>
              </a:rPr>
              <a:t>LOCUS OF</a:t>
            </a:r>
            <a:r>
              <a:rPr lang="en-US" altLang="en-US" sz="2400" dirty="0">
                <a:latin typeface="Times New Roman" panose="02020603050405020304" pitchFamily="18" charset="0"/>
              </a:rPr>
              <a:t> </a:t>
            </a:r>
            <a:r>
              <a:rPr lang="en-US" altLang="en-US" sz="1400" dirty="0">
                <a:latin typeface="Times New Roman" panose="02020603050405020304" pitchFamily="18" charset="0"/>
              </a:rPr>
              <a:t>d</a:t>
            </a:r>
            <a:endParaRPr lang="en-US" altLang="en-US" sz="1400" baseline="-25000" dirty="0">
              <a:latin typeface="Times New Roman" panose="02020603050405020304" pitchFamily="18" charset="0"/>
            </a:endParaRPr>
          </a:p>
        </p:txBody>
      </p:sp>
      <p:sp>
        <p:nvSpPr>
          <p:cNvPr id="205836" name="Line 12"/>
          <p:cNvSpPr>
            <a:spLocks noChangeShapeType="1"/>
          </p:cNvSpPr>
          <p:nvPr/>
        </p:nvSpPr>
        <p:spPr bwMode="auto">
          <a:xfrm flipV="1">
            <a:off x="3778169" y="3887787"/>
            <a:ext cx="1947944" cy="181395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05837" name="Oval 13"/>
          <p:cNvSpPr>
            <a:spLocks noChangeArrowheads="1"/>
          </p:cNvSpPr>
          <p:nvPr/>
        </p:nvSpPr>
        <p:spPr bwMode="auto">
          <a:xfrm>
            <a:off x="5678488" y="3859213"/>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05838" name="Line 14"/>
          <p:cNvSpPr>
            <a:spLocks noChangeShapeType="1"/>
          </p:cNvSpPr>
          <p:nvPr/>
        </p:nvSpPr>
        <p:spPr bwMode="auto">
          <a:xfrm flipV="1">
            <a:off x="3754438" y="3915938"/>
            <a:ext cx="3470273" cy="1800994"/>
          </a:xfrm>
          <a:prstGeom prst="line">
            <a:avLst/>
          </a:prstGeom>
          <a:ln>
            <a:headEnd/>
            <a:tailEnd/>
          </a:ln>
        </p:spPr>
        <p:style>
          <a:lnRef idx="1">
            <a:schemeClr val="dk1"/>
          </a:lnRef>
          <a:fillRef idx="0">
            <a:schemeClr val="dk1"/>
          </a:fillRef>
          <a:effectRef idx="0">
            <a:schemeClr val="dk1"/>
          </a:effectRef>
          <a:fontRef idx="minor">
            <a:schemeClr val="tx1"/>
          </a:fontRef>
        </p:style>
        <p:txBody>
          <a:bodyPr/>
          <a:lstStyle/>
          <a:p>
            <a:endParaRPr lang="en-IN"/>
          </a:p>
        </p:txBody>
      </p:sp>
      <p:sp>
        <p:nvSpPr>
          <p:cNvPr id="205839" name="Oval 15"/>
          <p:cNvSpPr>
            <a:spLocks noChangeArrowheads="1"/>
          </p:cNvSpPr>
          <p:nvPr/>
        </p:nvSpPr>
        <p:spPr bwMode="auto">
          <a:xfrm>
            <a:off x="7192963" y="3840163"/>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05840" name="Text Box 16"/>
          <p:cNvSpPr txBox="1">
            <a:spLocks noChangeArrowheads="1"/>
          </p:cNvSpPr>
          <p:nvPr/>
        </p:nvSpPr>
        <p:spPr bwMode="auto">
          <a:xfrm>
            <a:off x="5699847" y="3518031"/>
            <a:ext cx="30008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a:latin typeface="Times New Roman" panose="02020603050405020304" pitchFamily="18" charset="0"/>
              </a:rPr>
              <a:t>d</a:t>
            </a:r>
          </a:p>
        </p:txBody>
      </p:sp>
      <p:sp>
        <p:nvSpPr>
          <p:cNvPr id="205841" name="Text Box 17"/>
          <p:cNvSpPr txBox="1">
            <a:spLocks noChangeArrowheads="1"/>
          </p:cNvSpPr>
          <p:nvPr/>
        </p:nvSpPr>
        <p:spPr bwMode="auto">
          <a:xfrm>
            <a:off x="7234238" y="3505200"/>
            <a:ext cx="37702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dirty="0">
                <a:latin typeface="Times New Roman" panose="02020603050405020304" pitchFamily="18" charset="0"/>
              </a:rPr>
              <a:t>d</a:t>
            </a:r>
            <a:r>
              <a:rPr lang="en-US" altLang="en-US" baseline="-25000" dirty="0">
                <a:latin typeface="Times New Roman" panose="02020603050405020304" pitchFamily="18" charset="0"/>
              </a:rPr>
              <a:t>1</a:t>
            </a:r>
          </a:p>
        </p:txBody>
      </p:sp>
      <p:sp>
        <p:nvSpPr>
          <p:cNvPr id="205842" name="Line 18"/>
          <p:cNvSpPr>
            <a:spLocks noChangeShapeType="1"/>
          </p:cNvSpPr>
          <p:nvPr/>
        </p:nvSpPr>
        <p:spPr bwMode="auto">
          <a:xfrm flipV="1">
            <a:off x="5716588" y="1266825"/>
            <a:ext cx="0" cy="2592388"/>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endParaRPr lang="en-IN"/>
          </a:p>
        </p:txBody>
      </p:sp>
      <p:sp>
        <p:nvSpPr>
          <p:cNvPr id="205845" name="Line 21"/>
          <p:cNvSpPr>
            <a:spLocks noChangeShapeType="1"/>
          </p:cNvSpPr>
          <p:nvPr/>
        </p:nvSpPr>
        <p:spPr bwMode="auto">
          <a:xfrm flipH="1">
            <a:off x="3754438" y="1268318"/>
            <a:ext cx="1981200" cy="21336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nvGrpSpPr>
          <p:cNvPr id="205846" name="Group 22"/>
          <p:cNvGrpSpPr>
            <a:grpSpLocks/>
          </p:cNvGrpSpPr>
          <p:nvPr/>
        </p:nvGrpSpPr>
        <p:grpSpPr bwMode="auto">
          <a:xfrm>
            <a:off x="5014911" y="1283217"/>
            <a:ext cx="2209800" cy="2133600"/>
            <a:chOff x="2705" y="992"/>
            <a:chExt cx="1351" cy="1411"/>
          </a:xfrm>
        </p:grpSpPr>
        <p:sp>
          <p:nvSpPr>
            <p:cNvPr id="205847" name="Arc 23"/>
            <p:cNvSpPr>
              <a:spLocks/>
            </p:cNvSpPr>
            <p:nvPr/>
          </p:nvSpPr>
          <p:spPr bwMode="auto">
            <a:xfrm>
              <a:off x="2705" y="992"/>
              <a:ext cx="1351" cy="1411"/>
            </a:xfrm>
            <a:custGeom>
              <a:avLst/>
              <a:gdLst>
                <a:gd name="G0" fmla="+- 0 0 0"/>
                <a:gd name="G1" fmla="+- 20464 0 0"/>
                <a:gd name="G2" fmla="+- 21600 0 0"/>
                <a:gd name="T0" fmla="*/ 6912 w 21600"/>
                <a:gd name="T1" fmla="*/ 0 h 20464"/>
                <a:gd name="T2" fmla="*/ 21600 w 21600"/>
                <a:gd name="T3" fmla="*/ 20464 h 20464"/>
                <a:gd name="T4" fmla="*/ 0 w 21600"/>
                <a:gd name="T5" fmla="*/ 20464 h 20464"/>
              </a:gdLst>
              <a:ahLst/>
              <a:cxnLst>
                <a:cxn ang="0">
                  <a:pos x="T0" y="T1"/>
                </a:cxn>
                <a:cxn ang="0">
                  <a:pos x="T2" y="T3"/>
                </a:cxn>
                <a:cxn ang="0">
                  <a:pos x="T4" y="T5"/>
                </a:cxn>
              </a:cxnLst>
              <a:rect l="0" t="0" r="r" b="b"/>
              <a:pathLst>
                <a:path w="21600" h="20464" fill="none" extrusionOk="0">
                  <a:moveTo>
                    <a:pt x="6912" y="-1"/>
                  </a:moveTo>
                  <a:cubicBezTo>
                    <a:pt x="15690" y="2964"/>
                    <a:pt x="21600" y="11198"/>
                    <a:pt x="21600" y="20464"/>
                  </a:cubicBezTo>
                </a:path>
                <a:path w="21600" h="20464" stroke="0" extrusionOk="0">
                  <a:moveTo>
                    <a:pt x="6912" y="-1"/>
                  </a:moveTo>
                  <a:cubicBezTo>
                    <a:pt x="15690" y="2964"/>
                    <a:pt x="21600" y="11198"/>
                    <a:pt x="21600" y="20464"/>
                  </a:cubicBezTo>
                  <a:lnTo>
                    <a:pt x="0" y="20464"/>
                  </a:lnTo>
                  <a:close/>
                </a:path>
              </a:pathLst>
            </a:custGeom>
            <a:noFill/>
            <a:ln w="9525">
              <a:solidFill>
                <a:schemeClr val="accent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05848" name="Line 24"/>
            <p:cNvSpPr>
              <a:spLocks noChangeShapeType="1"/>
            </p:cNvSpPr>
            <p:nvPr/>
          </p:nvSpPr>
          <p:spPr bwMode="auto">
            <a:xfrm flipH="1" flipV="1">
              <a:off x="3886" y="1669"/>
              <a:ext cx="110" cy="259"/>
            </a:xfrm>
            <a:prstGeom prst="line">
              <a:avLst/>
            </a:prstGeom>
            <a:ln>
              <a:headEnd/>
              <a:tailEnd type="triangle" w="med" len="med"/>
            </a:ln>
          </p:spPr>
          <p:style>
            <a:lnRef idx="1">
              <a:schemeClr val="accent1"/>
            </a:lnRef>
            <a:fillRef idx="0">
              <a:schemeClr val="accent1"/>
            </a:fillRef>
            <a:effectRef idx="0">
              <a:schemeClr val="accent1"/>
            </a:effectRef>
            <a:fontRef idx="minor">
              <a:schemeClr val="tx1"/>
            </a:fontRef>
          </p:style>
          <p:txBody>
            <a:bodyPr/>
            <a:lstStyle/>
            <a:p>
              <a:endParaRPr lang="en-IN"/>
            </a:p>
          </p:txBody>
        </p:sp>
      </p:grpSp>
      <p:sp>
        <p:nvSpPr>
          <p:cNvPr id="205849" name="Line 25"/>
          <p:cNvSpPr>
            <a:spLocks noChangeShapeType="1"/>
          </p:cNvSpPr>
          <p:nvPr/>
        </p:nvSpPr>
        <p:spPr bwMode="auto">
          <a:xfrm>
            <a:off x="5754688" y="1266825"/>
            <a:ext cx="2743200" cy="0"/>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endParaRPr lang="en-IN"/>
          </a:p>
        </p:txBody>
      </p:sp>
      <p:sp>
        <p:nvSpPr>
          <p:cNvPr id="205850" name="Line 26"/>
          <p:cNvSpPr>
            <a:spLocks noChangeShapeType="1"/>
          </p:cNvSpPr>
          <p:nvPr/>
        </p:nvSpPr>
        <p:spPr bwMode="auto">
          <a:xfrm flipV="1">
            <a:off x="3729038" y="1295400"/>
            <a:ext cx="3276600" cy="2133600"/>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endParaRPr lang="en-IN"/>
          </a:p>
        </p:txBody>
      </p:sp>
      <p:sp>
        <p:nvSpPr>
          <p:cNvPr id="205851" name="Text Box 27"/>
          <p:cNvSpPr txBox="1">
            <a:spLocks noChangeArrowheads="1"/>
          </p:cNvSpPr>
          <p:nvPr/>
        </p:nvSpPr>
        <p:spPr bwMode="auto">
          <a:xfrm>
            <a:off x="6822718" y="940453"/>
            <a:ext cx="45397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dirty="0">
                <a:latin typeface="Times New Roman" panose="02020603050405020304" pitchFamily="18" charset="0"/>
              </a:rPr>
              <a:t>d’</a:t>
            </a:r>
            <a:r>
              <a:rPr lang="en-US" altLang="en-US" baseline="-25000" dirty="0">
                <a:latin typeface="Times New Roman" panose="02020603050405020304" pitchFamily="18" charset="0"/>
              </a:rPr>
              <a:t>1</a:t>
            </a:r>
          </a:p>
        </p:txBody>
      </p:sp>
      <p:sp>
        <p:nvSpPr>
          <p:cNvPr id="205852" name="Line 28"/>
          <p:cNvSpPr>
            <a:spLocks noChangeShapeType="1"/>
          </p:cNvSpPr>
          <p:nvPr/>
        </p:nvSpPr>
        <p:spPr bwMode="auto">
          <a:xfrm>
            <a:off x="3725064" y="5716588"/>
            <a:ext cx="3886200" cy="0"/>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endParaRPr lang="en-IN"/>
          </a:p>
        </p:txBody>
      </p:sp>
      <p:sp>
        <p:nvSpPr>
          <p:cNvPr id="205853" name="Text Box 29"/>
          <p:cNvSpPr txBox="1">
            <a:spLocks noChangeArrowheads="1"/>
          </p:cNvSpPr>
          <p:nvPr/>
        </p:nvSpPr>
        <p:spPr bwMode="auto">
          <a:xfrm rot="-2206479">
            <a:off x="4262440" y="4479409"/>
            <a:ext cx="6254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lang="en-US" altLang="en-US" dirty="0">
                <a:latin typeface="Times New Roman" panose="02020603050405020304" pitchFamily="18" charset="0"/>
              </a:rPr>
              <a:t>TV</a:t>
            </a:r>
          </a:p>
        </p:txBody>
      </p:sp>
      <p:sp>
        <p:nvSpPr>
          <p:cNvPr id="205854" name="Text Box 30"/>
          <p:cNvSpPr txBox="1">
            <a:spLocks noChangeArrowheads="1"/>
          </p:cNvSpPr>
          <p:nvPr/>
        </p:nvSpPr>
        <p:spPr bwMode="auto">
          <a:xfrm rot="-3101359">
            <a:off x="4546602" y="1785422"/>
            <a:ext cx="6254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lang="en-US" altLang="en-US" dirty="0">
                <a:latin typeface="Times New Roman" panose="02020603050405020304" pitchFamily="18" charset="0"/>
              </a:rPr>
              <a:t>FV</a:t>
            </a:r>
          </a:p>
        </p:txBody>
      </p:sp>
      <p:sp>
        <p:nvSpPr>
          <p:cNvPr id="205855" name="Text Box 31"/>
          <p:cNvSpPr txBox="1">
            <a:spLocks noChangeArrowheads="1"/>
          </p:cNvSpPr>
          <p:nvPr/>
        </p:nvSpPr>
        <p:spPr bwMode="auto">
          <a:xfrm rot="-1607487">
            <a:off x="5786440" y="4098409"/>
            <a:ext cx="6254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lang="en-US" altLang="en-US" dirty="0">
                <a:latin typeface="Times New Roman" panose="02020603050405020304" pitchFamily="18" charset="0"/>
              </a:rPr>
              <a:t>TL</a:t>
            </a:r>
          </a:p>
        </p:txBody>
      </p:sp>
      <p:sp>
        <p:nvSpPr>
          <p:cNvPr id="205856" name="Text Box 32"/>
          <p:cNvSpPr txBox="1">
            <a:spLocks noChangeArrowheads="1"/>
          </p:cNvSpPr>
          <p:nvPr/>
        </p:nvSpPr>
        <p:spPr bwMode="auto">
          <a:xfrm rot="-1792448">
            <a:off x="5776915" y="1860034"/>
            <a:ext cx="6254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lang="en-US" altLang="en-US" dirty="0">
                <a:latin typeface="Times New Roman" panose="02020603050405020304" pitchFamily="18" charset="0"/>
              </a:rPr>
              <a:t>TL</a:t>
            </a:r>
          </a:p>
        </p:txBody>
      </p:sp>
      <p:sp>
        <p:nvSpPr>
          <p:cNvPr id="205857" name="Text Box 33"/>
          <p:cNvSpPr txBox="1">
            <a:spLocks noChangeArrowheads="1"/>
          </p:cNvSpPr>
          <p:nvPr/>
        </p:nvSpPr>
        <p:spPr bwMode="auto">
          <a:xfrm>
            <a:off x="4271965" y="3032798"/>
            <a:ext cx="39046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altLang="en-US" dirty="0">
                <a:latin typeface="Times New Roman" panose="02020603050405020304" pitchFamily="18" charset="0"/>
                <a:cs typeface="Times New Roman" panose="02020603050405020304" pitchFamily="18" charset="0"/>
                <a:sym typeface="Symbol" panose="05050102010706020507" pitchFamily="18" charset="2"/>
              </a:rPr>
              <a:t></a:t>
            </a:r>
          </a:p>
        </p:txBody>
      </p:sp>
      <p:sp>
        <p:nvSpPr>
          <p:cNvPr id="205858" name="Text Box 34"/>
          <p:cNvSpPr txBox="1">
            <a:spLocks noChangeArrowheads="1"/>
          </p:cNvSpPr>
          <p:nvPr/>
        </p:nvSpPr>
        <p:spPr bwMode="auto">
          <a:xfrm>
            <a:off x="4632186" y="5277251"/>
            <a:ext cx="45430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altLang="en-US" dirty="0">
                <a:latin typeface="Times New Roman" panose="02020603050405020304" pitchFamily="18" charset="0"/>
                <a:cs typeface="Times New Roman" panose="02020603050405020304" pitchFamily="18" charset="0"/>
                <a:sym typeface="Symbol" panose="05050102010706020507" pitchFamily="18" charset="2"/>
              </a:rPr>
              <a:t></a:t>
            </a:r>
          </a:p>
        </p:txBody>
      </p:sp>
      <p:sp>
        <p:nvSpPr>
          <p:cNvPr id="205859" name="Arc 35"/>
          <p:cNvSpPr>
            <a:spLocks/>
          </p:cNvSpPr>
          <p:nvPr/>
        </p:nvSpPr>
        <p:spPr bwMode="auto">
          <a:xfrm>
            <a:off x="3957638" y="3138490"/>
            <a:ext cx="304800" cy="320675"/>
          </a:xfrm>
          <a:custGeom>
            <a:avLst/>
            <a:gdLst>
              <a:gd name="G0" fmla="+- 0 0 0"/>
              <a:gd name="G1" fmla="+- 13506 0 0"/>
              <a:gd name="G2" fmla="+- 21600 0 0"/>
              <a:gd name="T0" fmla="*/ 16857 w 21600"/>
              <a:gd name="T1" fmla="*/ 0 h 22819"/>
              <a:gd name="T2" fmla="*/ 19489 w 21600"/>
              <a:gd name="T3" fmla="*/ 22819 h 22819"/>
              <a:gd name="T4" fmla="*/ 0 w 21600"/>
              <a:gd name="T5" fmla="*/ 13506 h 22819"/>
            </a:gdLst>
            <a:ahLst/>
            <a:cxnLst>
              <a:cxn ang="0">
                <a:pos x="T0" y="T1"/>
              </a:cxn>
              <a:cxn ang="0">
                <a:pos x="T2" y="T3"/>
              </a:cxn>
              <a:cxn ang="0">
                <a:pos x="T4" y="T5"/>
              </a:cxn>
            </a:cxnLst>
            <a:rect l="0" t="0" r="r" b="b"/>
            <a:pathLst>
              <a:path w="21600" h="22819" fill="none" extrusionOk="0">
                <a:moveTo>
                  <a:pt x="16856" y="0"/>
                </a:moveTo>
                <a:cubicBezTo>
                  <a:pt x="19927" y="3832"/>
                  <a:pt x="21600" y="8595"/>
                  <a:pt x="21600" y="13506"/>
                </a:cubicBezTo>
                <a:cubicBezTo>
                  <a:pt x="21600" y="16728"/>
                  <a:pt x="20878" y="19911"/>
                  <a:pt x="19489" y="22819"/>
                </a:cubicBezTo>
              </a:path>
              <a:path w="21600" h="22819" stroke="0" extrusionOk="0">
                <a:moveTo>
                  <a:pt x="16856" y="0"/>
                </a:moveTo>
                <a:cubicBezTo>
                  <a:pt x="19927" y="3832"/>
                  <a:pt x="21600" y="8595"/>
                  <a:pt x="21600" y="13506"/>
                </a:cubicBezTo>
                <a:cubicBezTo>
                  <a:pt x="21600" y="16728"/>
                  <a:pt x="20878" y="19911"/>
                  <a:pt x="19489" y="22819"/>
                </a:cubicBezTo>
                <a:lnTo>
                  <a:pt x="0" y="13506"/>
                </a:ln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05860" name="Arc 36"/>
          <p:cNvSpPr>
            <a:spLocks/>
          </p:cNvSpPr>
          <p:nvPr/>
        </p:nvSpPr>
        <p:spPr bwMode="auto">
          <a:xfrm>
            <a:off x="4140300" y="5412212"/>
            <a:ext cx="350738" cy="317681"/>
          </a:xfrm>
          <a:custGeom>
            <a:avLst/>
            <a:gdLst>
              <a:gd name="G0" fmla="+- 0 0 0"/>
              <a:gd name="G1" fmla="+- 13506 0 0"/>
              <a:gd name="G2" fmla="+- 21600 0 0"/>
              <a:gd name="T0" fmla="*/ 16857 w 21600"/>
              <a:gd name="T1" fmla="*/ 0 h 22819"/>
              <a:gd name="T2" fmla="*/ 19489 w 21600"/>
              <a:gd name="T3" fmla="*/ 22819 h 22819"/>
              <a:gd name="T4" fmla="*/ 0 w 21600"/>
              <a:gd name="T5" fmla="*/ 13506 h 22819"/>
            </a:gdLst>
            <a:ahLst/>
            <a:cxnLst>
              <a:cxn ang="0">
                <a:pos x="T0" y="T1"/>
              </a:cxn>
              <a:cxn ang="0">
                <a:pos x="T2" y="T3"/>
              </a:cxn>
              <a:cxn ang="0">
                <a:pos x="T4" y="T5"/>
              </a:cxn>
            </a:cxnLst>
            <a:rect l="0" t="0" r="r" b="b"/>
            <a:pathLst>
              <a:path w="21600" h="22819" fill="none" extrusionOk="0">
                <a:moveTo>
                  <a:pt x="16856" y="0"/>
                </a:moveTo>
                <a:cubicBezTo>
                  <a:pt x="19927" y="3832"/>
                  <a:pt x="21600" y="8595"/>
                  <a:pt x="21600" y="13506"/>
                </a:cubicBezTo>
                <a:cubicBezTo>
                  <a:pt x="21600" y="16728"/>
                  <a:pt x="20878" y="19911"/>
                  <a:pt x="19489" y="22819"/>
                </a:cubicBezTo>
              </a:path>
              <a:path w="21600" h="22819" stroke="0" extrusionOk="0">
                <a:moveTo>
                  <a:pt x="16856" y="0"/>
                </a:moveTo>
                <a:cubicBezTo>
                  <a:pt x="19927" y="3832"/>
                  <a:pt x="21600" y="8595"/>
                  <a:pt x="21600" y="13506"/>
                </a:cubicBezTo>
                <a:cubicBezTo>
                  <a:pt x="21600" y="16728"/>
                  <a:pt x="20878" y="19911"/>
                  <a:pt x="19489" y="22819"/>
                </a:cubicBezTo>
                <a:lnTo>
                  <a:pt x="0" y="13506"/>
                </a:ln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05861" name="Text Box 37"/>
          <p:cNvSpPr txBox="1">
            <a:spLocks noChangeArrowheads="1"/>
          </p:cNvSpPr>
          <p:nvPr/>
        </p:nvSpPr>
        <p:spPr bwMode="auto">
          <a:xfrm>
            <a:off x="7876194" y="900380"/>
            <a:ext cx="117961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200" dirty="0">
                <a:latin typeface="Times New Roman" panose="02020603050405020304" pitchFamily="18" charset="0"/>
              </a:rPr>
              <a:t>LOCUS OF</a:t>
            </a:r>
            <a:r>
              <a:rPr lang="en-US" altLang="en-US" sz="2400" dirty="0">
                <a:latin typeface="Times New Roman" panose="02020603050405020304" pitchFamily="18" charset="0"/>
              </a:rPr>
              <a:t> </a:t>
            </a:r>
            <a:r>
              <a:rPr lang="en-US" altLang="en-US" sz="1400" dirty="0">
                <a:latin typeface="Times New Roman" panose="02020603050405020304" pitchFamily="18" charset="0"/>
              </a:rPr>
              <a:t>d’</a:t>
            </a:r>
            <a:endParaRPr lang="en-US" altLang="en-US" sz="1400" baseline="-25000" dirty="0">
              <a:latin typeface="Times New Roman" panose="02020603050405020304" pitchFamily="18" charset="0"/>
            </a:endParaRPr>
          </a:p>
        </p:txBody>
      </p:sp>
      <p:sp>
        <p:nvSpPr>
          <p:cNvPr id="205862" name="Text Box 38"/>
          <p:cNvSpPr txBox="1">
            <a:spLocks noChangeArrowheads="1"/>
          </p:cNvSpPr>
          <p:nvPr/>
        </p:nvSpPr>
        <p:spPr bwMode="auto">
          <a:xfrm>
            <a:off x="-27782" y="316704"/>
            <a:ext cx="9037640"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altLang="en-US" sz="1600" b="1" dirty="0">
                <a:solidFill>
                  <a:schemeClr val="accent2"/>
                </a:solidFill>
                <a:latin typeface="Arial" panose="020B0604020202020204" pitchFamily="34" charset="0"/>
              </a:rPr>
              <a:t>PROBLEM  10:-</a:t>
            </a:r>
            <a:r>
              <a:rPr lang="en-US" altLang="en-US" sz="1600" b="1" dirty="0">
                <a:latin typeface="Times New Roman" panose="02020603050405020304" pitchFamily="18" charset="0"/>
              </a:rPr>
              <a:t> </a:t>
            </a:r>
            <a:r>
              <a:rPr lang="en-US" altLang="en-US" sz="1400" b="1" dirty="0">
                <a:latin typeface="Arial" panose="020B0604020202020204" pitchFamily="34" charset="0"/>
              </a:rPr>
              <a:t>TV of a 75 mm long line CD, measures 50 mm. End C is in HP and 50 mm in front of VP. End D is 15 mm in front of VP and it is above HP. Draw projections of CD and find angles with HP and VP.</a:t>
            </a:r>
          </a:p>
        </p:txBody>
      </p:sp>
      <p:sp>
        <p:nvSpPr>
          <p:cNvPr id="205863" name="Line 39"/>
          <p:cNvSpPr>
            <a:spLocks noChangeShapeType="1"/>
          </p:cNvSpPr>
          <p:nvPr/>
        </p:nvSpPr>
        <p:spPr bwMode="auto">
          <a:xfrm flipH="1" flipV="1">
            <a:off x="7231061" y="3382962"/>
            <a:ext cx="8549" cy="54558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05865" name="Text Box 41"/>
          <p:cNvSpPr txBox="1">
            <a:spLocks noChangeArrowheads="1"/>
          </p:cNvSpPr>
          <p:nvPr/>
        </p:nvSpPr>
        <p:spPr bwMode="auto">
          <a:xfrm>
            <a:off x="10320" y="1402555"/>
            <a:ext cx="18415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endParaRPr lang="en-US" altLang="en-US" sz="1400" dirty="0">
              <a:latin typeface="Arial" panose="020B0604020202020204" pitchFamily="34" charset="0"/>
            </a:endParaRPr>
          </a:p>
        </p:txBody>
      </p:sp>
      <p:sp>
        <p:nvSpPr>
          <p:cNvPr id="2" name="Slide Number Placeholder 1"/>
          <p:cNvSpPr>
            <a:spLocks noGrp="1"/>
          </p:cNvSpPr>
          <p:nvPr>
            <p:ph type="sldNum" sz="quarter" idx="12"/>
          </p:nvPr>
        </p:nvSpPr>
        <p:spPr>
          <a:xfrm>
            <a:off x="7019288" y="6486366"/>
            <a:ext cx="2057400" cy="365125"/>
          </a:xfrm>
        </p:spPr>
        <p:txBody>
          <a:bodyPr/>
          <a:lstStyle/>
          <a:p>
            <a:fld id="{EE8E09DC-0268-440F-8276-54ADABB93829}" type="slidenum">
              <a:rPr lang="en-IN" smtClean="0"/>
              <a:t>41</a:t>
            </a:fld>
            <a:endParaRPr lang="en-IN" dirty="0"/>
          </a:p>
        </p:txBody>
      </p:sp>
      <p:sp>
        <p:nvSpPr>
          <p:cNvPr id="3" name="Rectangle 2"/>
          <p:cNvSpPr/>
          <p:nvPr/>
        </p:nvSpPr>
        <p:spPr>
          <a:xfrm>
            <a:off x="-6309" y="965756"/>
            <a:ext cx="2274982" cy="369332"/>
          </a:xfrm>
          <a:prstGeom prst="rect">
            <a:avLst/>
          </a:prstGeom>
        </p:spPr>
        <p:txBody>
          <a:bodyPr wrap="none">
            <a:spAutoFit/>
          </a:bodyPr>
          <a:lstStyle/>
          <a:p>
            <a:r>
              <a:rPr lang="en-US" altLang="en-US" b="1" u="sng" dirty="0">
                <a:solidFill>
                  <a:srgbClr val="FF0000"/>
                </a:solidFill>
                <a:latin typeface="Arial" panose="020B0604020202020204" pitchFamily="34" charset="0"/>
              </a:rPr>
              <a:t>SOLUTION STEPS:</a:t>
            </a:r>
          </a:p>
        </p:txBody>
      </p:sp>
      <p:sp>
        <p:nvSpPr>
          <p:cNvPr id="4" name="Rectangle 3"/>
          <p:cNvSpPr/>
          <p:nvPr/>
        </p:nvSpPr>
        <p:spPr>
          <a:xfrm>
            <a:off x="82985" y="1546344"/>
            <a:ext cx="2969599" cy="3970318"/>
          </a:xfrm>
          <a:prstGeom prst="rect">
            <a:avLst/>
          </a:prstGeom>
        </p:spPr>
        <p:txBody>
          <a:bodyPr wrap="square">
            <a:spAutoFit/>
          </a:bodyPr>
          <a:lstStyle/>
          <a:p>
            <a:r>
              <a:rPr lang="en-US" altLang="en-US" sz="1400" dirty="0">
                <a:latin typeface="Arial" panose="020B0604020202020204" pitchFamily="34" charset="0"/>
              </a:rPr>
              <a:t>1.Draw </a:t>
            </a:r>
            <a:r>
              <a:rPr lang="en-US" altLang="en-US" sz="1400" dirty="0"/>
              <a:t>XY</a:t>
            </a:r>
            <a:r>
              <a:rPr lang="en-US" altLang="en-US" sz="1400" dirty="0">
                <a:latin typeface="Arial" panose="020B0604020202020204" pitchFamily="34" charset="0"/>
              </a:rPr>
              <a:t> line and one projector.</a:t>
            </a:r>
          </a:p>
          <a:p>
            <a:r>
              <a:rPr lang="en-US" altLang="en-US" sz="1400" dirty="0">
                <a:latin typeface="Arial" panose="020B0604020202020204" pitchFamily="34" charset="0"/>
              </a:rPr>
              <a:t>2.Locate c’ on </a:t>
            </a:r>
            <a:r>
              <a:rPr lang="en-US" altLang="en-US" sz="1400" dirty="0"/>
              <a:t>XY</a:t>
            </a:r>
            <a:r>
              <a:rPr lang="en-US" altLang="en-US" sz="1400" dirty="0">
                <a:latin typeface="Arial" panose="020B0604020202020204" pitchFamily="34" charset="0"/>
              </a:rPr>
              <a:t> and c 50mm below </a:t>
            </a:r>
            <a:r>
              <a:rPr lang="en-US" altLang="en-US" sz="1400" dirty="0"/>
              <a:t>XY </a:t>
            </a:r>
            <a:r>
              <a:rPr lang="en-US" altLang="en-US" sz="1400" dirty="0">
                <a:latin typeface="Arial" panose="020B0604020202020204" pitchFamily="34" charset="0"/>
              </a:rPr>
              <a:t>line.</a:t>
            </a:r>
          </a:p>
          <a:p>
            <a:r>
              <a:rPr lang="en-US" altLang="en-US" sz="1400" dirty="0">
                <a:latin typeface="Arial" panose="020B0604020202020204" pitchFamily="34" charset="0"/>
              </a:rPr>
              <a:t>3.Draw locus from these points.</a:t>
            </a:r>
          </a:p>
          <a:p>
            <a:r>
              <a:rPr lang="en-US" altLang="en-US" sz="1400" dirty="0">
                <a:latin typeface="Arial" panose="020B0604020202020204" pitchFamily="34" charset="0"/>
              </a:rPr>
              <a:t>4.Draw locus of d 15 mm below </a:t>
            </a:r>
            <a:r>
              <a:rPr lang="en-US" altLang="en-US" sz="1400" dirty="0"/>
              <a:t>XY. </a:t>
            </a:r>
          </a:p>
          <a:p>
            <a:r>
              <a:rPr lang="en-US" altLang="en-US" sz="1400" dirty="0">
                <a:latin typeface="Arial" panose="020B0604020202020204" pitchFamily="34" charset="0"/>
              </a:rPr>
              <a:t>5.Cut 50mm &amp; 75 mm distances on </a:t>
            </a:r>
          </a:p>
          <a:p>
            <a:r>
              <a:rPr lang="en-US" altLang="en-US" sz="1400" dirty="0">
                <a:latin typeface="Arial" panose="020B0604020202020204" pitchFamily="34" charset="0"/>
              </a:rPr>
              <a:t>   locus of d from c and mark points </a:t>
            </a:r>
          </a:p>
          <a:p>
            <a:r>
              <a:rPr lang="en-US" altLang="en-US" sz="1400" dirty="0">
                <a:latin typeface="Arial" panose="020B0604020202020204" pitchFamily="34" charset="0"/>
              </a:rPr>
              <a:t>   d &amp; d</a:t>
            </a:r>
            <a:r>
              <a:rPr lang="en-US" altLang="en-US" sz="1400" baseline="-25000" dirty="0">
                <a:latin typeface="Arial" panose="020B0604020202020204" pitchFamily="34" charset="0"/>
              </a:rPr>
              <a:t>1</a:t>
            </a:r>
            <a:r>
              <a:rPr lang="en-US" altLang="en-US" sz="1400" dirty="0">
                <a:latin typeface="Arial" panose="020B0604020202020204" pitchFamily="34" charset="0"/>
              </a:rPr>
              <a:t> as these are TV and TL. Join both with c.</a:t>
            </a:r>
          </a:p>
          <a:p>
            <a:r>
              <a:rPr lang="en-US" altLang="en-US" sz="1400" dirty="0">
                <a:latin typeface="Arial" panose="020B0604020202020204" pitchFamily="34" charset="0"/>
              </a:rPr>
              <a:t>6.From d</a:t>
            </a:r>
            <a:r>
              <a:rPr lang="en-US" altLang="en-US" sz="1400" baseline="-25000" dirty="0">
                <a:latin typeface="Arial" panose="020B0604020202020204" pitchFamily="34" charset="0"/>
              </a:rPr>
              <a:t>1</a:t>
            </a:r>
            <a:r>
              <a:rPr lang="en-US" altLang="en-US" sz="1400" dirty="0">
                <a:latin typeface="Arial" panose="020B0604020202020204" pitchFamily="34" charset="0"/>
              </a:rPr>
              <a:t> draw a vertical line upward up to </a:t>
            </a:r>
            <a:r>
              <a:rPr lang="en-US" altLang="en-US" sz="1400" dirty="0"/>
              <a:t>XY</a:t>
            </a:r>
            <a:r>
              <a:rPr lang="en-US" altLang="en-US" sz="1400" dirty="0">
                <a:latin typeface="Arial" panose="020B0604020202020204" pitchFamily="34" charset="0"/>
              </a:rPr>
              <a:t> i.e., up to locus of c’ and draw an arc as shown.</a:t>
            </a:r>
          </a:p>
          <a:p>
            <a:r>
              <a:rPr lang="en-US" altLang="en-US" sz="1400" dirty="0">
                <a:latin typeface="Arial" panose="020B0604020202020204" pitchFamily="34" charset="0"/>
              </a:rPr>
              <a:t>7 Then draw one projector from d to meet this arc in d’ point &amp; join  c’ d’</a:t>
            </a:r>
          </a:p>
          <a:p>
            <a:r>
              <a:rPr lang="en-US" altLang="en-US" sz="1400" dirty="0">
                <a:latin typeface="Arial" panose="020B0604020202020204" pitchFamily="34" charset="0"/>
              </a:rPr>
              <a:t>8. Draw locus of d’ and cut 75 mm </a:t>
            </a:r>
          </a:p>
          <a:p>
            <a:r>
              <a:rPr lang="en-US" altLang="en-US" sz="1400" dirty="0">
                <a:latin typeface="Arial" panose="020B0604020202020204" pitchFamily="34" charset="0"/>
              </a:rPr>
              <a:t>    on it from c’ as TL</a:t>
            </a:r>
          </a:p>
          <a:p>
            <a:r>
              <a:rPr lang="en-US" altLang="en-US" sz="1400" dirty="0">
                <a:latin typeface="Arial" panose="020B0604020202020204" pitchFamily="34" charset="0"/>
              </a:rPr>
              <a:t>9.Measure angles  </a:t>
            </a:r>
          </a:p>
        </p:txBody>
      </p:sp>
      <p:sp>
        <p:nvSpPr>
          <p:cNvPr id="49" name="Text Box 37"/>
          <p:cNvSpPr txBox="1">
            <a:spLocks noChangeArrowheads="1"/>
          </p:cNvSpPr>
          <p:nvPr/>
        </p:nvSpPr>
        <p:spPr bwMode="auto">
          <a:xfrm>
            <a:off x="1519239" y="5138752"/>
            <a:ext cx="93006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latin typeface="Times New Roman" panose="02020603050405020304" pitchFamily="18" charset="0"/>
                <a:cs typeface="Times New Roman" panose="02020603050405020304" pitchFamily="18" charset="0"/>
                <a:sym typeface="Symbol" panose="05050102010706020507" pitchFamily="18" charset="2"/>
              </a:rPr>
              <a:t> and </a:t>
            </a:r>
          </a:p>
          <a:p>
            <a:pPr eaLnBrk="1" hangingPunct="1"/>
            <a:r>
              <a:rPr lang="en-US" altLang="en-US" dirty="0">
                <a:latin typeface="Times New Roman" panose="02020603050405020304" pitchFamily="18" charset="0"/>
                <a:cs typeface="Times New Roman" panose="02020603050405020304" pitchFamily="18" charset="0"/>
                <a:sym typeface="Symbol" panose="05050102010706020507" pitchFamily="18" charset="2"/>
              </a:rPr>
              <a:t> </a:t>
            </a:r>
          </a:p>
        </p:txBody>
      </p:sp>
      <p:sp>
        <p:nvSpPr>
          <p:cNvPr id="46" name="TextBox 45"/>
          <p:cNvSpPr txBox="1"/>
          <p:nvPr/>
        </p:nvSpPr>
        <p:spPr>
          <a:xfrm>
            <a:off x="334851" y="26054"/>
            <a:ext cx="8178083" cy="369332"/>
          </a:xfrm>
          <a:prstGeom prst="rect">
            <a:avLst/>
          </a:prstGeom>
          <a:noFill/>
        </p:spPr>
        <p:txBody>
          <a:bodyPr wrap="square" rtlCol="0">
            <a:spAutoFit/>
          </a:bodyPr>
          <a:lstStyle/>
          <a:p>
            <a:pPr algn="ctr"/>
            <a:r>
              <a:rPr lang="en-IN" b="1" u="sng" dirty="0">
                <a:solidFill>
                  <a:srgbClr val="FF0000"/>
                </a:solidFill>
                <a:effectLst>
                  <a:outerShdw blurRad="38100" dist="38100" dir="2700000" algn="tl">
                    <a:srgbClr val="000000">
                      <a:alpha val="43137"/>
                    </a:srgbClr>
                  </a:outerShdw>
                </a:effectLst>
              </a:rPr>
              <a:t>FINDING ANGLE WITH HP &amp; VP</a:t>
            </a:r>
          </a:p>
        </p:txBody>
      </p:sp>
      <p:sp>
        <p:nvSpPr>
          <p:cNvPr id="47" name="Text Box 27"/>
          <p:cNvSpPr txBox="1">
            <a:spLocks noChangeArrowheads="1"/>
          </p:cNvSpPr>
          <p:nvPr/>
        </p:nvSpPr>
        <p:spPr bwMode="auto">
          <a:xfrm>
            <a:off x="5349087" y="990418"/>
            <a:ext cx="37702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dirty="0">
                <a:latin typeface="Times New Roman" panose="02020603050405020304" pitchFamily="18" charset="0"/>
              </a:rPr>
              <a:t>d’</a:t>
            </a:r>
            <a:endParaRPr lang="en-US" altLang="en-US" baseline="-25000" dirty="0">
              <a:latin typeface="Times New Roman" panose="02020603050405020304" pitchFamily="18" charset="0"/>
            </a:endParaRPr>
          </a:p>
        </p:txBody>
      </p:sp>
    </p:spTree>
    <p:extLst>
      <p:ext uri="{BB962C8B-B14F-4D97-AF65-F5344CB8AC3E}">
        <p14:creationId xmlns:p14="http://schemas.microsoft.com/office/powerpoint/2010/main" val="294637652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586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58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582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582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0582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0583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583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0585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0583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05835"/>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4">
                                            <p:txEl>
                                              <p:pRg st="4" end="4"/>
                                            </p:txEl>
                                          </p:spTgt>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4">
                                            <p:txEl>
                                              <p:pRg st="5" end="5"/>
                                            </p:txEl>
                                          </p:spTgt>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205837"/>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05839"/>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205840"/>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205841"/>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205836"/>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205853"/>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205838"/>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205855"/>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205863"/>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205846"/>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205842"/>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grpId="0" nodeType="clickEffect">
                                  <p:stCondLst>
                                    <p:cond delay="0"/>
                                  </p:stCondLst>
                                  <p:childTnLst>
                                    <p:set>
                                      <p:cBhvr>
                                        <p:cTn id="126" dur="1" fill="hold">
                                          <p:stCondLst>
                                            <p:cond delay="0"/>
                                          </p:stCondLst>
                                        </p:cTn>
                                        <p:tgtEl>
                                          <p:spTgt spid="205845"/>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47"/>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205854"/>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nodeType="clickEffect">
                                  <p:stCondLst>
                                    <p:cond delay="0"/>
                                  </p:stCondLst>
                                  <p:childTnLst>
                                    <p:set>
                                      <p:cBhvr>
                                        <p:cTn id="138" dur="1" fill="hold">
                                          <p:stCondLst>
                                            <p:cond delay="0"/>
                                          </p:stCondLst>
                                        </p:cTn>
                                        <p:tgtEl>
                                          <p:spTgt spid="4">
                                            <p:txEl>
                                              <p:pRg st="9" end="9"/>
                                            </p:txEl>
                                          </p:spTgt>
                                        </p:tgtEl>
                                        <p:attrNameLst>
                                          <p:attrName>style.visibility</p:attrName>
                                        </p:attrNameLst>
                                      </p:cBhvr>
                                      <p:to>
                                        <p:strVal val="visible"/>
                                      </p:to>
                                    </p:set>
                                  </p:childTnLst>
                                </p:cTn>
                              </p:par>
                              <p:par>
                                <p:cTn id="139" presetID="1" presetClass="entr" presetSubtype="0" fill="hold" nodeType="withEffect">
                                  <p:stCondLst>
                                    <p:cond delay="0"/>
                                  </p:stCondLst>
                                  <p:childTnLst>
                                    <p:set>
                                      <p:cBhvr>
                                        <p:cTn id="140"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141" fill="hold">
                      <p:stCondLst>
                        <p:cond delay="indefinite"/>
                      </p:stCondLst>
                      <p:childTnLst>
                        <p:par>
                          <p:cTn id="142" fill="hold">
                            <p:stCondLst>
                              <p:cond delay="0"/>
                            </p:stCondLst>
                            <p:childTnLst>
                              <p:par>
                                <p:cTn id="143" presetID="1" presetClass="entr" presetSubtype="0" fill="hold" grpId="0" nodeType="clickEffect">
                                  <p:stCondLst>
                                    <p:cond delay="0"/>
                                  </p:stCondLst>
                                  <p:childTnLst>
                                    <p:set>
                                      <p:cBhvr>
                                        <p:cTn id="144" dur="1" fill="hold">
                                          <p:stCondLst>
                                            <p:cond delay="0"/>
                                          </p:stCondLst>
                                        </p:cTn>
                                        <p:tgtEl>
                                          <p:spTgt spid="205849"/>
                                        </p:tgtEl>
                                        <p:attrNameLst>
                                          <p:attrName>style.visibility</p:attrName>
                                        </p:attrNameLst>
                                      </p:cBhvr>
                                      <p:to>
                                        <p:strVal val="visible"/>
                                      </p:to>
                                    </p:set>
                                  </p:childTnLst>
                                </p:cTn>
                              </p:par>
                            </p:childTnLst>
                          </p:cTn>
                        </p:par>
                      </p:childTnLst>
                    </p:cTn>
                  </p:par>
                  <p:par>
                    <p:cTn id="145" fill="hold">
                      <p:stCondLst>
                        <p:cond delay="indefinite"/>
                      </p:stCondLst>
                      <p:childTnLst>
                        <p:par>
                          <p:cTn id="146" fill="hold">
                            <p:stCondLst>
                              <p:cond delay="0"/>
                            </p:stCondLst>
                            <p:childTnLst>
                              <p:par>
                                <p:cTn id="147" presetID="1" presetClass="entr" presetSubtype="0" fill="hold" grpId="0" nodeType="clickEffect">
                                  <p:stCondLst>
                                    <p:cond delay="0"/>
                                  </p:stCondLst>
                                  <p:childTnLst>
                                    <p:set>
                                      <p:cBhvr>
                                        <p:cTn id="148" dur="1" fill="hold">
                                          <p:stCondLst>
                                            <p:cond delay="0"/>
                                          </p:stCondLst>
                                        </p:cTn>
                                        <p:tgtEl>
                                          <p:spTgt spid="205850"/>
                                        </p:tgtEl>
                                        <p:attrNameLst>
                                          <p:attrName>style.visibility</p:attrName>
                                        </p:attrNameLst>
                                      </p:cBhvr>
                                      <p:to>
                                        <p:strVal val="visible"/>
                                      </p:to>
                                    </p:set>
                                  </p:childTnLst>
                                </p:cTn>
                              </p:par>
                            </p:childTnLst>
                          </p:cTn>
                        </p:par>
                      </p:childTnLst>
                    </p:cTn>
                  </p:par>
                  <p:par>
                    <p:cTn id="149" fill="hold">
                      <p:stCondLst>
                        <p:cond delay="indefinite"/>
                      </p:stCondLst>
                      <p:childTnLst>
                        <p:par>
                          <p:cTn id="150" fill="hold">
                            <p:stCondLst>
                              <p:cond delay="0"/>
                            </p:stCondLst>
                            <p:childTnLst>
                              <p:par>
                                <p:cTn id="151" presetID="1" presetClass="entr" presetSubtype="0" fill="hold" grpId="0" nodeType="clickEffect">
                                  <p:stCondLst>
                                    <p:cond delay="0"/>
                                  </p:stCondLst>
                                  <p:childTnLst>
                                    <p:set>
                                      <p:cBhvr>
                                        <p:cTn id="152" dur="1" fill="hold">
                                          <p:stCondLst>
                                            <p:cond delay="0"/>
                                          </p:stCondLst>
                                        </p:cTn>
                                        <p:tgtEl>
                                          <p:spTgt spid="205856"/>
                                        </p:tgtEl>
                                        <p:attrNameLst>
                                          <p:attrName>style.visibility</p:attrName>
                                        </p:attrNameLst>
                                      </p:cBhvr>
                                      <p:to>
                                        <p:strVal val="visible"/>
                                      </p:to>
                                    </p:set>
                                  </p:childTnLst>
                                </p:cTn>
                              </p:par>
                            </p:childTnLst>
                          </p:cTn>
                        </p:par>
                      </p:childTnLst>
                    </p:cTn>
                  </p:par>
                  <p:par>
                    <p:cTn id="153" fill="hold">
                      <p:stCondLst>
                        <p:cond delay="indefinite"/>
                      </p:stCondLst>
                      <p:childTnLst>
                        <p:par>
                          <p:cTn id="154" fill="hold">
                            <p:stCondLst>
                              <p:cond delay="0"/>
                            </p:stCondLst>
                            <p:childTnLst>
                              <p:par>
                                <p:cTn id="155" presetID="1" presetClass="entr" presetSubtype="0" fill="hold" grpId="0" nodeType="clickEffect">
                                  <p:stCondLst>
                                    <p:cond delay="0"/>
                                  </p:stCondLst>
                                  <p:childTnLst>
                                    <p:set>
                                      <p:cBhvr>
                                        <p:cTn id="156" dur="1" fill="hold">
                                          <p:stCondLst>
                                            <p:cond delay="0"/>
                                          </p:stCondLst>
                                        </p:cTn>
                                        <p:tgtEl>
                                          <p:spTgt spid="205851"/>
                                        </p:tgtEl>
                                        <p:attrNameLst>
                                          <p:attrName>style.visibility</p:attrName>
                                        </p:attrNameLst>
                                      </p:cBhvr>
                                      <p:to>
                                        <p:strVal val="visible"/>
                                      </p:to>
                                    </p:set>
                                  </p:childTnLst>
                                </p:cTn>
                              </p:par>
                            </p:childTnLst>
                          </p:cTn>
                        </p:par>
                      </p:childTnLst>
                    </p:cTn>
                  </p:par>
                  <p:par>
                    <p:cTn id="157" fill="hold">
                      <p:stCondLst>
                        <p:cond delay="indefinite"/>
                      </p:stCondLst>
                      <p:childTnLst>
                        <p:par>
                          <p:cTn id="158" fill="hold">
                            <p:stCondLst>
                              <p:cond delay="0"/>
                            </p:stCondLst>
                            <p:childTnLst>
                              <p:par>
                                <p:cTn id="159" presetID="1" presetClass="entr" presetSubtype="0" fill="hold" grpId="0" nodeType="clickEffect">
                                  <p:stCondLst>
                                    <p:cond delay="0"/>
                                  </p:stCondLst>
                                  <p:childTnLst>
                                    <p:set>
                                      <p:cBhvr>
                                        <p:cTn id="160" dur="1" fill="hold">
                                          <p:stCondLst>
                                            <p:cond delay="0"/>
                                          </p:stCondLst>
                                        </p:cTn>
                                        <p:tgtEl>
                                          <p:spTgt spid="205861"/>
                                        </p:tgtEl>
                                        <p:attrNameLst>
                                          <p:attrName>style.visibility</p:attrName>
                                        </p:attrNameLst>
                                      </p:cBhvr>
                                      <p:to>
                                        <p:strVal val="visible"/>
                                      </p:to>
                                    </p:set>
                                  </p:childTnLst>
                                </p:cTn>
                              </p:par>
                            </p:childTnLst>
                          </p:cTn>
                        </p:par>
                      </p:childTnLst>
                    </p:cTn>
                  </p:par>
                  <p:par>
                    <p:cTn id="161" fill="hold">
                      <p:stCondLst>
                        <p:cond delay="indefinite"/>
                      </p:stCondLst>
                      <p:childTnLst>
                        <p:par>
                          <p:cTn id="162" fill="hold">
                            <p:stCondLst>
                              <p:cond delay="0"/>
                            </p:stCondLst>
                            <p:childTnLst>
                              <p:par>
                                <p:cTn id="163" presetID="1" presetClass="entr" presetSubtype="0" fill="hold" nodeType="clickEffect">
                                  <p:stCondLst>
                                    <p:cond delay="0"/>
                                  </p:stCondLst>
                                  <p:childTnLst>
                                    <p:set>
                                      <p:cBhvr>
                                        <p:cTn id="164" dur="1" fill="hold">
                                          <p:stCondLst>
                                            <p:cond delay="0"/>
                                          </p:stCondLst>
                                        </p:cTn>
                                        <p:tgtEl>
                                          <p:spTgt spid="4">
                                            <p:txEl>
                                              <p:pRg st="11" end="11"/>
                                            </p:txEl>
                                          </p:spTgt>
                                        </p:tgtEl>
                                        <p:attrNameLst>
                                          <p:attrName>style.visibility</p:attrName>
                                        </p:attrNameLst>
                                      </p:cBhvr>
                                      <p:to>
                                        <p:strVal val="visible"/>
                                      </p:to>
                                    </p:set>
                                  </p:childTnLst>
                                </p:cTn>
                              </p:par>
                              <p:par>
                                <p:cTn id="165" presetID="1" presetClass="entr" presetSubtype="0" fill="hold" nodeType="withEffect">
                                  <p:stCondLst>
                                    <p:cond delay="0"/>
                                  </p:stCondLst>
                                  <p:childTnLst>
                                    <p:set>
                                      <p:cBhvr>
                                        <p:cTn id="166" dur="1" fill="hold">
                                          <p:stCondLst>
                                            <p:cond delay="0"/>
                                          </p:stCondLst>
                                        </p:cTn>
                                        <p:tgtEl>
                                          <p:spTgt spid="49">
                                            <p:txEl>
                                              <p:pRg st="0" end="0"/>
                                            </p:txEl>
                                          </p:spTgt>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grpId="0" nodeType="clickEffect">
                                  <p:stCondLst>
                                    <p:cond delay="0"/>
                                  </p:stCondLst>
                                  <p:childTnLst>
                                    <p:set>
                                      <p:cBhvr>
                                        <p:cTn id="170" dur="1" fill="hold">
                                          <p:stCondLst>
                                            <p:cond delay="0"/>
                                          </p:stCondLst>
                                        </p:cTn>
                                        <p:tgtEl>
                                          <p:spTgt spid="205859"/>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grpId="0" nodeType="clickEffect">
                                  <p:stCondLst>
                                    <p:cond delay="0"/>
                                  </p:stCondLst>
                                  <p:childTnLst>
                                    <p:set>
                                      <p:cBhvr>
                                        <p:cTn id="174" dur="1" fill="hold">
                                          <p:stCondLst>
                                            <p:cond delay="0"/>
                                          </p:stCondLst>
                                        </p:cTn>
                                        <p:tgtEl>
                                          <p:spTgt spid="205857"/>
                                        </p:tgtEl>
                                        <p:attrNameLst>
                                          <p:attrName>style.visibility</p:attrName>
                                        </p:attrNameLst>
                                      </p:cBhvr>
                                      <p:to>
                                        <p:strVal val="visible"/>
                                      </p:to>
                                    </p:set>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grpId="0" nodeType="clickEffect">
                                  <p:stCondLst>
                                    <p:cond delay="0"/>
                                  </p:stCondLst>
                                  <p:childTnLst>
                                    <p:set>
                                      <p:cBhvr>
                                        <p:cTn id="178" dur="1" fill="hold">
                                          <p:stCondLst>
                                            <p:cond delay="0"/>
                                          </p:stCondLst>
                                        </p:cTn>
                                        <p:tgtEl>
                                          <p:spTgt spid="205860"/>
                                        </p:tgtEl>
                                        <p:attrNameLst>
                                          <p:attrName>style.visibility</p:attrName>
                                        </p:attrNameLst>
                                      </p:cBhvr>
                                      <p:to>
                                        <p:strVal val="visible"/>
                                      </p:to>
                                    </p:set>
                                  </p:childTnLst>
                                </p:cTn>
                              </p:par>
                            </p:childTnLst>
                          </p:cTn>
                        </p:par>
                      </p:childTnLst>
                    </p:cTn>
                  </p:par>
                  <p:par>
                    <p:cTn id="179" fill="hold">
                      <p:stCondLst>
                        <p:cond delay="indefinite"/>
                      </p:stCondLst>
                      <p:childTnLst>
                        <p:par>
                          <p:cTn id="180" fill="hold">
                            <p:stCondLst>
                              <p:cond delay="0"/>
                            </p:stCondLst>
                            <p:childTnLst>
                              <p:par>
                                <p:cTn id="181" presetID="1" presetClass="entr" presetSubtype="0" fill="hold" grpId="0" nodeType="clickEffect">
                                  <p:stCondLst>
                                    <p:cond delay="0"/>
                                  </p:stCondLst>
                                  <p:childTnLst>
                                    <p:set>
                                      <p:cBhvr>
                                        <p:cTn id="182" dur="1" fill="hold">
                                          <p:stCondLst>
                                            <p:cond delay="0"/>
                                          </p:stCondLst>
                                        </p:cTn>
                                        <p:tgtEl>
                                          <p:spTgt spid="2058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826" grpId="0" animBg="1"/>
      <p:bldP spid="205827" grpId="0"/>
      <p:bldP spid="205828" grpId="0"/>
      <p:bldP spid="205829" grpId="0" animBg="1"/>
      <p:bldP spid="205832" grpId="0"/>
      <p:bldP spid="205833" grpId="0"/>
      <p:bldP spid="205834" grpId="0" animBg="1"/>
      <p:bldP spid="205835" grpId="0"/>
      <p:bldP spid="205836" grpId="0" animBg="1"/>
      <p:bldP spid="205837" grpId="0" animBg="1"/>
      <p:bldP spid="205838" grpId="0" animBg="1"/>
      <p:bldP spid="205839" grpId="0" animBg="1"/>
      <p:bldP spid="205840" grpId="0"/>
      <p:bldP spid="205841" grpId="0"/>
      <p:bldP spid="205842" grpId="0" animBg="1"/>
      <p:bldP spid="205845" grpId="0" animBg="1"/>
      <p:bldP spid="205849" grpId="0" animBg="1"/>
      <p:bldP spid="205850" grpId="0" animBg="1"/>
      <p:bldP spid="205851" grpId="0"/>
      <p:bldP spid="205852" grpId="0" animBg="1"/>
      <p:bldP spid="205853" grpId="0"/>
      <p:bldP spid="205854" grpId="0"/>
      <p:bldP spid="205855" grpId="0"/>
      <p:bldP spid="205856" grpId="0"/>
      <p:bldP spid="205857" grpId="0"/>
      <p:bldP spid="205858" grpId="0"/>
      <p:bldP spid="205859" grpId="0" animBg="1"/>
      <p:bldP spid="205860" grpId="0" animBg="1"/>
      <p:bldP spid="205861" grpId="0"/>
      <p:bldP spid="205862" grpId="0"/>
      <p:bldP spid="205863" grpId="0" animBg="1"/>
      <p:bldP spid="3" grpId="0"/>
      <p:bldP spid="47"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Projection of Traces</a:t>
            </a:r>
          </a:p>
        </p:txBody>
      </p:sp>
      <p:sp>
        <p:nvSpPr>
          <p:cNvPr id="4" name="Subtitle 3"/>
          <p:cNvSpPr>
            <a:spLocks noGrp="1"/>
          </p:cNvSpPr>
          <p:nvPr>
            <p:ph type="subTitle" idx="1"/>
          </p:nvPr>
        </p:nvSpPr>
        <p:spPr/>
        <p:txBody>
          <a:bodyPr/>
          <a:lstStyle/>
          <a:p>
            <a:endParaRPr lang="en-IN"/>
          </a:p>
        </p:txBody>
      </p:sp>
    </p:spTree>
    <p:extLst>
      <p:ext uri="{BB962C8B-B14F-4D97-AF65-F5344CB8AC3E}">
        <p14:creationId xmlns:p14="http://schemas.microsoft.com/office/powerpoint/2010/main" val="400313816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lgn="just">
              <a:lnSpc>
                <a:spcPct val="150000"/>
              </a:lnSpc>
            </a:pPr>
            <a:r>
              <a:rPr lang="en-US" sz="2400" dirty="0">
                <a:latin typeface="Garamond" pitchFamily="18" charset="0"/>
              </a:rPr>
              <a:t>A trace is a point at which the line or its extension meets the HP or the VP. </a:t>
            </a:r>
          </a:p>
          <a:p>
            <a:pPr algn="just">
              <a:lnSpc>
                <a:spcPct val="150000"/>
              </a:lnSpc>
            </a:pPr>
            <a:r>
              <a:rPr lang="en-US" sz="2400" b="1" dirty="0">
                <a:latin typeface="Garamond" pitchFamily="18" charset="0"/>
              </a:rPr>
              <a:t>Horizontal Trace (HT) </a:t>
            </a:r>
            <a:r>
              <a:rPr lang="en-US" sz="2400" dirty="0">
                <a:latin typeface="Garamond" pitchFamily="18" charset="0"/>
              </a:rPr>
              <a:t>The point of intersection of the line (or its extension) with the HP is called the </a:t>
            </a:r>
            <a:r>
              <a:rPr lang="en-US" sz="2400" i="1" dirty="0">
                <a:latin typeface="Garamond" pitchFamily="18" charset="0"/>
              </a:rPr>
              <a:t>horizontal trace </a:t>
            </a:r>
            <a:r>
              <a:rPr lang="en-US" sz="2400" dirty="0">
                <a:latin typeface="Garamond" pitchFamily="18" charset="0"/>
              </a:rPr>
              <a:t>of the line. The HT is always seen on TV or extension of TV, the projection of the HT on the </a:t>
            </a:r>
            <a:r>
              <a:rPr lang="en-US" sz="2400" i="1" dirty="0">
                <a:latin typeface="Garamond" pitchFamily="18" charset="0"/>
              </a:rPr>
              <a:t>XY </a:t>
            </a:r>
            <a:r>
              <a:rPr lang="en-US" sz="2400" dirty="0">
                <a:latin typeface="Garamond" pitchFamily="18" charset="0"/>
              </a:rPr>
              <a:t>line is indicated by </a:t>
            </a:r>
            <a:r>
              <a:rPr lang="en-US" sz="2400" i="1" dirty="0">
                <a:latin typeface="Garamond" pitchFamily="18" charset="0"/>
              </a:rPr>
              <a:t>h</a:t>
            </a:r>
            <a:r>
              <a:rPr lang="en-US" sz="2400" dirty="0">
                <a:latin typeface="Garamond" pitchFamily="18" charset="0"/>
              </a:rPr>
              <a:t>. </a:t>
            </a:r>
          </a:p>
          <a:p>
            <a:pPr marL="519113" indent="-409575" algn="just">
              <a:lnSpc>
                <a:spcPct val="150000"/>
              </a:lnSpc>
              <a:buFont typeface="Arial" pitchFamily="34" charset="0"/>
              <a:buChar char="•"/>
            </a:pPr>
            <a:r>
              <a:rPr lang="en-US" sz="2400" dirty="0">
                <a:latin typeface="Garamond" pitchFamily="18" charset="0"/>
              </a:rPr>
              <a:t>A line will show an HT if it is inclined to the HP. </a:t>
            </a:r>
          </a:p>
        </p:txBody>
      </p:sp>
      <p:sp>
        <p:nvSpPr>
          <p:cNvPr id="3" name="Title 2"/>
          <p:cNvSpPr>
            <a:spLocks noGrp="1"/>
          </p:cNvSpPr>
          <p:nvPr>
            <p:ph type="title"/>
          </p:nvPr>
        </p:nvSpPr>
        <p:spPr/>
        <p:txBody>
          <a:bodyPr/>
          <a:lstStyle/>
          <a:p>
            <a:r>
              <a:rPr lang="en-US" b="1" dirty="0">
                <a:latin typeface="Garamond" pitchFamily="18" charset="0"/>
              </a:rPr>
              <a:t>TRACES OF A LINE</a:t>
            </a:r>
            <a:endParaRPr lang="en-US" dirty="0"/>
          </a:p>
        </p:txBody>
      </p:sp>
      <p:sp>
        <p:nvSpPr>
          <p:cNvPr id="4" name="Slide Number Placeholder 3"/>
          <p:cNvSpPr>
            <a:spLocks noGrp="1"/>
          </p:cNvSpPr>
          <p:nvPr>
            <p:ph type="sldNum" sz="quarter" idx="12"/>
          </p:nvPr>
        </p:nvSpPr>
        <p:spPr/>
        <p:txBody>
          <a:bodyPr/>
          <a:lstStyle/>
          <a:p>
            <a:fld id="{EE8E09DC-0268-440F-8276-54ADABB93829}" type="slidenum">
              <a:rPr lang="en-IN" smtClean="0"/>
              <a:t>43</a:t>
            </a:fld>
            <a:endParaRPr lang="en-IN"/>
          </a:p>
        </p:txBody>
      </p:sp>
    </p:spTree>
    <p:extLst>
      <p:ext uri="{BB962C8B-B14F-4D97-AF65-F5344CB8AC3E}">
        <p14:creationId xmlns:p14="http://schemas.microsoft.com/office/powerpoint/2010/main" val="23647444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Autofit/>
          </a:bodyPr>
          <a:lstStyle/>
          <a:p>
            <a:pPr algn="just">
              <a:lnSpc>
                <a:spcPct val="150000"/>
              </a:lnSpc>
            </a:pPr>
            <a:r>
              <a:rPr lang="en-US" sz="2400" b="1" dirty="0">
                <a:latin typeface="Garamond" pitchFamily="18" charset="0"/>
              </a:rPr>
              <a:t>Vertical Trace (VT) </a:t>
            </a:r>
            <a:r>
              <a:rPr lang="en-US" sz="2400" dirty="0">
                <a:latin typeface="Garamond" pitchFamily="18" charset="0"/>
              </a:rPr>
              <a:t>The point of intersection of the line (or its extension) with the VP is called the </a:t>
            </a:r>
            <a:r>
              <a:rPr lang="en-US" sz="2400" i="1" dirty="0">
                <a:latin typeface="Garamond" pitchFamily="18" charset="0"/>
              </a:rPr>
              <a:t>vertical trace </a:t>
            </a:r>
            <a:r>
              <a:rPr lang="en-US" sz="2400" dirty="0">
                <a:latin typeface="Garamond" pitchFamily="18" charset="0"/>
              </a:rPr>
              <a:t>of the line. VT is always seen on FV or extension of FV., the projection of the VT on the </a:t>
            </a:r>
            <a:r>
              <a:rPr lang="en-US" sz="2400" i="1" dirty="0">
                <a:latin typeface="Garamond" pitchFamily="18" charset="0"/>
              </a:rPr>
              <a:t>XY </a:t>
            </a:r>
            <a:r>
              <a:rPr lang="en-US" sz="2400" dirty="0">
                <a:latin typeface="Garamond" pitchFamily="18" charset="0"/>
              </a:rPr>
              <a:t>line is indicated by </a:t>
            </a:r>
            <a:r>
              <a:rPr lang="en-US" sz="2400" i="1" dirty="0">
                <a:latin typeface="Garamond" pitchFamily="18" charset="0"/>
              </a:rPr>
              <a:t>v</a:t>
            </a:r>
            <a:r>
              <a:rPr lang="en-US" sz="2400" dirty="0">
                <a:latin typeface="Garamond" pitchFamily="18" charset="0"/>
              </a:rPr>
              <a:t>. </a:t>
            </a:r>
          </a:p>
          <a:p>
            <a:pPr marL="573088" indent="-463550" algn="just">
              <a:lnSpc>
                <a:spcPct val="150000"/>
              </a:lnSpc>
              <a:buFont typeface="Arial" pitchFamily="34" charset="0"/>
              <a:buChar char="•"/>
            </a:pPr>
            <a:r>
              <a:rPr lang="en-US" sz="2400" dirty="0">
                <a:latin typeface="Garamond" pitchFamily="18" charset="0"/>
              </a:rPr>
              <a:t>A line will show a VT if it is inclined to the VP. </a:t>
            </a:r>
          </a:p>
          <a:p>
            <a:pPr marL="573088" indent="-463550" algn="just">
              <a:lnSpc>
                <a:spcPct val="150000"/>
              </a:lnSpc>
            </a:pPr>
            <a:r>
              <a:rPr lang="en-US" sz="2400" b="1" dirty="0">
                <a:latin typeface="Garamond" pitchFamily="18" charset="0"/>
              </a:rPr>
              <a:t>A line parallel to both the RPs will have no trace.</a:t>
            </a:r>
          </a:p>
          <a:p>
            <a:pPr algn="just">
              <a:lnSpc>
                <a:spcPct val="150000"/>
              </a:lnSpc>
            </a:pPr>
            <a:r>
              <a:rPr lang="en-US" sz="2400" dirty="0">
                <a:latin typeface="Garamond" pitchFamily="18" charset="0"/>
              </a:rPr>
              <a:t>The terms </a:t>
            </a:r>
            <a:r>
              <a:rPr lang="en-US" sz="2400" i="1" dirty="0">
                <a:latin typeface="Garamond" pitchFamily="18" charset="0"/>
              </a:rPr>
              <a:t>h</a:t>
            </a:r>
            <a:r>
              <a:rPr lang="en-US" sz="2400" dirty="0">
                <a:latin typeface="Garamond" pitchFamily="18" charset="0"/>
              </a:rPr>
              <a:t>-HT and </a:t>
            </a:r>
            <a:r>
              <a:rPr lang="en-US" sz="2400" i="1" dirty="0">
                <a:latin typeface="Garamond" pitchFamily="18" charset="0"/>
              </a:rPr>
              <a:t>v</a:t>
            </a:r>
            <a:r>
              <a:rPr lang="en-US" sz="2400" dirty="0">
                <a:latin typeface="Garamond" pitchFamily="18" charset="0"/>
              </a:rPr>
              <a:t>-VT may be used to indicate the distances of the HT and the VT respectively from the RPs.</a:t>
            </a:r>
          </a:p>
        </p:txBody>
      </p:sp>
      <p:sp>
        <p:nvSpPr>
          <p:cNvPr id="3" name="Title 2"/>
          <p:cNvSpPr>
            <a:spLocks noGrp="1"/>
          </p:cNvSpPr>
          <p:nvPr>
            <p:ph type="title"/>
          </p:nvPr>
        </p:nvSpPr>
        <p:spPr/>
        <p:txBody>
          <a:bodyPr/>
          <a:lstStyle/>
          <a:p>
            <a:endParaRPr lang="en-US"/>
          </a:p>
        </p:txBody>
      </p:sp>
      <p:sp>
        <p:nvSpPr>
          <p:cNvPr id="4" name="Slide Number Placeholder 3"/>
          <p:cNvSpPr>
            <a:spLocks noGrp="1"/>
          </p:cNvSpPr>
          <p:nvPr>
            <p:ph type="sldNum" sz="quarter" idx="12"/>
          </p:nvPr>
        </p:nvSpPr>
        <p:spPr/>
        <p:txBody>
          <a:bodyPr/>
          <a:lstStyle/>
          <a:p>
            <a:fld id="{EE8E09DC-0268-440F-8276-54ADABB93829}" type="slidenum">
              <a:rPr lang="en-IN" smtClean="0"/>
              <a:t>44</a:t>
            </a:fld>
            <a:endParaRPr lang="en-IN"/>
          </a:p>
        </p:txBody>
      </p:sp>
    </p:spTree>
    <p:extLst>
      <p:ext uri="{BB962C8B-B14F-4D97-AF65-F5344CB8AC3E}">
        <p14:creationId xmlns:p14="http://schemas.microsoft.com/office/powerpoint/2010/main" val="250869683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Text Box 2"/>
          <p:cNvSpPr txBox="1">
            <a:spLocks noChangeArrowheads="1"/>
          </p:cNvSpPr>
          <p:nvPr/>
        </p:nvSpPr>
        <p:spPr bwMode="auto">
          <a:xfrm>
            <a:off x="157378" y="768231"/>
            <a:ext cx="8688320" cy="57246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altLang="en-US" b="1" i="1" u="sng" dirty="0">
                <a:latin typeface="Arial" panose="020B0604020202020204" pitchFamily="34" charset="0"/>
              </a:rPr>
              <a:t>TRACES OF THE LINE:-</a:t>
            </a:r>
          </a:p>
          <a:p>
            <a:pPr eaLnBrk="1" hangingPunct="1"/>
            <a:endParaRPr lang="en-US" altLang="en-US" dirty="0">
              <a:solidFill>
                <a:srgbClr val="FFCCFF"/>
              </a:solidFill>
              <a:latin typeface="Arial" panose="020B0604020202020204" pitchFamily="34" charset="0"/>
            </a:endParaRPr>
          </a:p>
          <a:p>
            <a:pPr eaLnBrk="1" hangingPunct="1"/>
            <a:r>
              <a:rPr lang="en-US" altLang="en-US" dirty="0">
                <a:solidFill>
                  <a:srgbClr val="00B050"/>
                </a:solidFill>
                <a:latin typeface="Arial" panose="020B0604020202020204" pitchFamily="34" charset="0"/>
              </a:rPr>
              <a:t>These are the points of intersections of a line ( or it’s extension )  with respect to reference planes.</a:t>
            </a:r>
          </a:p>
          <a:p>
            <a:pPr eaLnBrk="1" hangingPunct="1"/>
            <a:endParaRPr lang="en-US" altLang="en-US" dirty="0">
              <a:solidFill>
                <a:srgbClr val="CCFF33"/>
              </a:solidFill>
              <a:latin typeface="Arial" panose="020B0604020202020204" pitchFamily="34" charset="0"/>
            </a:endParaRPr>
          </a:p>
          <a:p>
            <a:pPr eaLnBrk="1" hangingPunct="1"/>
            <a:r>
              <a:rPr lang="en-US" altLang="en-US" i="1" dirty="0">
                <a:solidFill>
                  <a:schemeClr val="accent2"/>
                </a:solidFill>
                <a:latin typeface="Arial" panose="020B0604020202020204" pitchFamily="34" charset="0"/>
              </a:rPr>
              <a:t>A line itself or its  extension, where ever touches H.P., that point is called </a:t>
            </a:r>
            <a:r>
              <a:rPr lang="en-US" altLang="en-US" b="1" dirty="0">
                <a:solidFill>
                  <a:schemeClr val="accent2"/>
                </a:solidFill>
                <a:latin typeface="Arial" panose="020B0604020202020204" pitchFamily="34" charset="0"/>
              </a:rPr>
              <a:t>TRACE OF THE LINE ON H.P. </a:t>
            </a:r>
            <a:r>
              <a:rPr lang="en-US" altLang="en-US" i="1" dirty="0">
                <a:solidFill>
                  <a:schemeClr val="accent2"/>
                </a:solidFill>
                <a:latin typeface="Arial" panose="020B0604020202020204" pitchFamily="34" charset="0"/>
              </a:rPr>
              <a:t>(It is called H.T.) </a:t>
            </a:r>
          </a:p>
          <a:p>
            <a:pPr eaLnBrk="1" hangingPunct="1"/>
            <a:endParaRPr lang="en-US" altLang="en-US" i="1" dirty="0">
              <a:solidFill>
                <a:srgbClr val="00B050"/>
              </a:solidFill>
              <a:latin typeface="Arial" panose="020B0604020202020204" pitchFamily="34" charset="0"/>
            </a:endParaRPr>
          </a:p>
          <a:p>
            <a:pPr eaLnBrk="1" hangingPunct="1"/>
            <a:r>
              <a:rPr lang="en-US" altLang="en-US" dirty="0">
                <a:solidFill>
                  <a:srgbClr val="00B050"/>
                </a:solidFill>
                <a:latin typeface="Arial" panose="020B0604020202020204" pitchFamily="34" charset="0"/>
              </a:rPr>
              <a:t>Similarly, a line itself or it’s  extension, where ever touches V.P., that point is called </a:t>
            </a:r>
            <a:r>
              <a:rPr lang="en-US" altLang="en-US" b="1" dirty="0">
                <a:solidFill>
                  <a:srgbClr val="00B050"/>
                </a:solidFill>
                <a:latin typeface="Arial" panose="020B0604020202020204" pitchFamily="34" charset="0"/>
              </a:rPr>
              <a:t>TRACE OF THE LINE ON V.P. </a:t>
            </a:r>
            <a:r>
              <a:rPr lang="en-US" altLang="en-US" dirty="0">
                <a:solidFill>
                  <a:srgbClr val="00B050"/>
                </a:solidFill>
                <a:latin typeface="Arial" panose="020B0604020202020204" pitchFamily="34" charset="0"/>
              </a:rPr>
              <a:t>(it is called V.T.) </a:t>
            </a:r>
          </a:p>
          <a:p>
            <a:pPr eaLnBrk="1" hangingPunct="1"/>
            <a:endParaRPr lang="en-US" altLang="en-US" dirty="0">
              <a:solidFill>
                <a:srgbClr val="FFFF99"/>
              </a:solidFill>
              <a:latin typeface="Arial" panose="020B0604020202020204" pitchFamily="34" charset="0"/>
            </a:endParaRPr>
          </a:p>
          <a:p>
            <a:pPr eaLnBrk="1" hangingPunct="1"/>
            <a:r>
              <a:rPr lang="en-US" altLang="en-US" sz="2400" i="1" dirty="0">
                <a:solidFill>
                  <a:srgbClr val="0070C0"/>
                </a:solidFill>
                <a:latin typeface="Arial" panose="020B0604020202020204" pitchFamily="34" charset="0"/>
              </a:rPr>
              <a:t>V.T</a:t>
            </a:r>
            <a:r>
              <a:rPr lang="en-US" altLang="en-US" dirty="0">
                <a:solidFill>
                  <a:srgbClr val="0070C0"/>
                </a:solidFill>
                <a:latin typeface="Arial" panose="020B0604020202020204" pitchFamily="34" charset="0"/>
              </a:rPr>
              <a:t>.:- 	It is a point on VP. </a:t>
            </a:r>
          </a:p>
          <a:p>
            <a:pPr eaLnBrk="1" hangingPunct="1"/>
            <a:r>
              <a:rPr lang="en-US" altLang="en-US" dirty="0">
                <a:solidFill>
                  <a:srgbClr val="0070C0"/>
                </a:solidFill>
                <a:latin typeface="Arial" panose="020B0604020202020204" pitchFamily="34" charset="0"/>
              </a:rPr>
              <a:t>	Hence it is called</a:t>
            </a:r>
            <a:r>
              <a:rPr lang="en-US" altLang="en-US" i="1" dirty="0">
                <a:solidFill>
                  <a:srgbClr val="0070C0"/>
                </a:solidFill>
                <a:latin typeface="Arial" panose="020B0604020202020204" pitchFamily="34" charset="0"/>
              </a:rPr>
              <a:t> FV </a:t>
            </a:r>
            <a:r>
              <a:rPr lang="en-US" altLang="en-US" dirty="0">
                <a:solidFill>
                  <a:srgbClr val="0070C0"/>
                </a:solidFill>
                <a:latin typeface="Arial" panose="020B0604020202020204" pitchFamily="34" charset="0"/>
              </a:rPr>
              <a:t>of a point in VP. </a:t>
            </a:r>
          </a:p>
          <a:p>
            <a:pPr eaLnBrk="1" hangingPunct="1"/>
            <a:r>
              <a:rPr lang="en-US" altLang="en-US" dirty="0">
                <a:solidFill>
                  <a:srgbClr val="0070C0"/>
                </a:solidFill>
                <a:latin typeface="Arial" panose="020B0604020202020204" pitchFamily="34" charset="0"/>
              </a:rPr>
              <a:t>	Hence it’s </a:t>
            </a:r>
            <a:r>
              <a:rPr lang="en-US" altLang="en-US" i="1" dirty="0">
                <a:solidFill>
                  <a:srgbClr val="0070C0"/>
                </a:solidFill>
                <a:latin typeface="Arial" panose="020B0604020202020204" pitchFamily="34" charset="0"/>
              </a:rPr>
              <a:t>TV</a:t>
            </a:r>
            <a:r>
              <a:rPr lang="en-US" altLang="en-US" dirty="0">
                <a:solidFill>
                  <a:srgbClr val="0070C0"/>
                </a:solidFill>
                <a:latin typeface="Arial" panose="020B0604020202020204" pitchFamily="34" charset="0"/>
              </a:rPr>
              <a:t> comes on XY line.( Here onward denoted as ‘</a:t>
            </a:r>
            <a:r>
              <a:rPr lang="en-US" altLang="en-US" sz="2400" dirty="0">
                <a:solidFill>
                  <a:srgbClr val="0070C0"/>
                </a:solidFill>
                <a:latin typeface="Arial" panose="020B0604020202020204" pitchFamily="34" charset="0"/>
              </a:rPr>
              <a:t>v’)</a:t>
            </a:r>
            <a:r>
              <a:rPr lang="en-US" altLang="en-US" dirty="0">
                <a:solidFill>
                  <a:srgbClr val="0070C0"/>
                </a:solidFill>
                <a:latin typeface="Arial" panose="020B0604020202020204" pitchFamily="34" charset="0"/>
              </a:rPr>
              <a:t> </a:t>
            </a:r>
          </a:p>
          <a:p>
            <a:pPr eaLnBrk="1" hangingPunct="1"/>
            <a:r>
              <a:rPr lang="en-US" altLang="en-US" sz="2400" i="1" dirty="0">
                <a:solidFill>
                  <a:srgbClr val="C00000"/>
                </a:solidFill>
                <a:latin typeface="Arial" panose="020B0604020202020204" pitchFamily="34" charset="0"/>
              </a:rPr>
              <a:t>H.T</a:t>
            </a:r>
            <a:r>
              <a:rPr lang="en-US" altLang="en-US" dirty="0">
                <a:solidFill>
                  <a:srgbClr val="C00000"/>
                </a:solidFill>
                <a:latin typeface="Arial" panose="020B0604020202020204" pitchFamily="34" charset="0"/>
              </a:rPr>
              <a:t>.:- 	It is a point on HP. </a:t>
            </a:r>
          </a:p>
          <a:p>
            <a:pPr eaLnBrk="1" hangingPunct="1"/>
            <a:r>
              <a:rPr lang="en-US" altLang="en-US" dirty="0">
                <a:solidFill>
                  <a:srgbClr val="C00000"/>
                </a:solidFill>
                <a:latin typeface="Arial" panose="020B0604020202020204" pitchFamily="34" charset="0"/>
              </a:rPr>
              <a:t>	Hence it is called </a:t>
            </a:r>
            <a:r>
              <a:rPr lang="en-US" altLang="en-US" i="1" dirty="0">
                <a:solidFill>
                  <a:srgbClr val="C00000"/>
                </a:solidFill>
                <a:latin typeface="Arial" panose="020B0604020202020204" pitchFamily="34" charset="0"/>
              </a:rPr>
              <a:t>TV</a:t>
            </a:r>
            <a:r>
              <a:rPr lang="en-US" altLang="en-US" dirty="0">
                <a:solidFill>
                  <a:srgbClr val="C00000"/>
                </a:solidFill>
                <a:latin typeface="Arial" panose="020B0604020202020204" pitchFamily="34" charset="0"/>
              </a:rPr>
              <a:t> of a point in HP. </a:t>
            </a:r>
          </a:p>
          <a:p>
            <a:pPr eaLnBrk="1" hangingPunct="1"/>
            <a:r>
              <a:rPr lang="en-US" altLang="en-US" dirty="0">
                <a:solidFill>
                  <a:srgbClr val="C00000"/>
                </a:solidFill>
                <a:latin typeface="Arial" panose="020B0604020202020204" pitchFamily="34" charset="0"/>
              </a:rPr>
              <a:t>	Hence it’s </a:t>
            </a:r>
            <a:r>
              <a:rPr lang="en-US" altLang="en-US" i="1" dirty="0">
                <a:solidFill>
                  <a:srgbClr val="C00000"/>
                </a:solidFill>
                <a:latin typeface="Arial" panose="020B0604020202020204" pitchFamily="34" charset="0"/>
              </a:rPr>
              <a:t>FV</a:t>
            </a:r>
            <a:r>
              <a:rPr lang="en-US" altLang="en-US" dirty="0">
                <a:solidFill>
                  <a:srgbClr val="C00000"/>
                </a:solidFill>
                <a:latin typeface="Arial" panose="020B0604020202020204" pitchFamily="34" charset="0"/>
              </a:rPr>
              <a:t> comes on XY line.( Here onward denoted as </a:t>
            </a:r>
            <a:r>
              <a:rPr lang="en-US" altLang="en-US" sz="2400" dirty="0">
                <a:solidFill>
                  <a:srgbClr val="C00000"/>
                </a:solidFill>
                <a:latin typeface="Arial" panose="020B0604020202020204" pitchFamily="34" charset="0"/>
              </a:rPr>
              <a:t>‘h’ )</a:t>
            </a:r>
            <a:r>
              <a:rPr lang="en-US" altLang="en-US" dirty="0">
                <a:solidFill>
                  <a:srgbClr val="C00000"/>
                </a:solidFill>
                <a:latin typeface="Arial" panose="020B0604020202020204" pitchFamily="34" charset="0"/>
              </a:rPr>
              <a:t> </a:t>
            </a:r>
          </a:p>
          <a:p>
            <a:pPr eaLnBrk="1" hangingPunct="1"/>
            <a:endParaRPr lang="en-US" altLang="en-US" dirty="0">
              <a:solidFill>
                <a:srgbClr val="CCFF33"/>
              </a:solidFill>
              <a:latin typeface="Arial" panose="020B0604020202020204" pitchFamily="34" charset="0"/>
            </a:endParaRPr>
          </a:p>
          <a:p>
            <a:pPr eaLnBrk="1" hangingPunct="1"/>
            <a:endParaRPr lang="en-US" altLang="en-US" dirty="0">
              <a:solidFill>
                <a:schemeClr val="accent2"/>
              </a:solidFill>
              <a:latin typeface="Arial" panose="020B0604020202020204" pitchFamily="34" charset="0"/>
            </a:endParaRPr>
          </a:p>
        </p:txBody>
      </p:sp>
      <p:sp>
        <p:nvSpPr>
          <p:cNvPr id="2" name="Slide Number Placeholder 1"/>
          <p:cNvSpPr>
            <a:spLocks noGrp="1"/>
          </p:cNvSpPr>
          <p:nvPr>
            <p:ph type="sldNum" sz="quarter" idx="12"/>
          </p:nvPr>
        </p:nvSpPr>
        <p:spPr>
          <a:xfrm>
            <a:off x="7086600" y="6492875"/>
            <a:ext cx="2057400" cy="365125"/>
          </a:xfrm>
        </p:spPr>
        <p:txBody>
          <a:bodyPr/>
          <a:lstStyle/>
          <a:p>
            <a:fld id="{EE8E09DC-0268-440F-8276-54ADABB93829}" type="slidenum">
              <a:rPr lang="en-IN" smtClean="0"/>
              <a:t>45</a:t>
            </a:fld>
            <a:endParaRPr lang="en-IN" dirty="0"/>
          </a:p>
        </p:txBody>
      </p:sp>
    </p:spTree>
    <p:extLst>
      <p:ext uri="{BB962C8B-B14F-4D97-AF65-F5344CB8AC3E}">
        <p14:creationId xmlns:p14="http://schemas.microsoft.com/office/powerpoint/2010/main" val="342292652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8" fill="hold" grpId="0" nodeType="clickEffect">
                                  <p:stCondLst>
                                    <p:cond delay="0"/>
                                  </p:stCondLst>
                                  <p:iterate type="wd">
                                    <p:tmPct val="100000"/>
                                  </p:iterate>
                                  <p:childTnLst>
                                    <p:set>
                                      <p:cBhvr>
                                        <p:cTn id="6" dur="1" fill="hold">
                                          <p:stCondLst>
                                            <p:cond delay="0"/>
                                          </p:stCondLst>
                                        </p:cTn>
                                        <p:tgtEl>
                                          <p:spTgt spid="207874"/>
                                        </p:tgtEl>
                                        <p:attrNameLst>
                                          <p:attrName>style.visibility</p:attrName>
                                        </p:attrNameLst>
                                      </p:cBhvr>
                                      <p:to>
                                        <p:strVal val="visible"/>
                                      </p:to>
                                    </p:set>
                                    <p:anim calcmode="lin" valueType="num">
                                      <p:cBhvr>
                                        <p:cTn id="7" dur="300" fill="hold"/>
                                        <p:tgtEl>
                                          <p:spTgt spid="207874"/>
                                        </p:tgtEl>
                                        <p:attrNameLst>
                                          <p:attrName>ppt_x</p:attrName>
                                        </p:attrNameLst>
                                      </p:cBhvr>
                                      <p:tavLst>
                                        <p:tav tm="0">
                                          <p:val>
                                            <p:strVal val="#ppt_x-#ppt_w/2"/>
                                          </p:val>
                                        </p:tav>
                                        <p:tav tm="100000">
                                          <p:val>
                                            <p:strVal val="#ppt_x"/>
                                          </p:val>
                                        </p:tav>
                                      </p:tavLst>
                                    </p:anim>
                                    <p:anim calcmode="lin" valueType="num">
                                      <p:cBhvr>
                                        <p:cTn id="8" dur="300" fill="hold"/>
                                        <p:tgtEl>
                                          <p:spTgt spid="207874"/>
                                        </p:tgtEl>
                                        <p:attrNameLst>
                                          <p:attrName>ppt_y</p:attrName>
                                        </p:attrNameLst>
                                      </p:cBhvr>
                                      <p:tavLst>
                                        <p:tav tm="0">
                                          <p:val>
                                            <p:strVal val="#ppt_y"/>
                                          </p:val>
                                        </p:tav>
                                        <p:tav tm="100000">
                                          <p:val>
                                            <p:strVal val="#ppt_y"/>
                                          </p:val>
                                        </p:tav>
                                      </p:tavLst>
                                    </p:anim>
                                    <p:anim calcmode="lin" valueType="num">
                                      <p:cBhvr>
                                        <p:cTn id="9" dur="300" fill="hold"/>
                                        <p:tgtEl>
                                          <p:spTgt spid="207874"/>
                                        </p:tgtEl>
                                        <p:attrNameLst>
                                          <p:attrName>ppt_w</p:attrName>
                                        </p:attrNameLst>
                                      </p:cBhvr>
                                      <p:tavLst>
                                        <p:tav tm="0">
                                          <p:val>
                                            <p:fltVal val="0"/>
                                          </p:val>
                                        </p:tav>
                                        <p:tav tm="100000">
                                          <p:val>
                                            <p:strVal val="#ppt_w"/>
                                          </p:val>
                                        </p:tav>
                                      </p:tavLst>
                                    </p:anim>
                                    <p:anim calcmode="lin" valueType="num">
                                      <p:cBhvr>
                                        <p:cTn id="10" dur="300" fill="hold"/>
                                        <p:tgtEl>
                                          <p:spTgt spid="20787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7874" grpId="0"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srcRect/>
          <a:stretch>
            <a:fillRect/>
          </a:stretch>
        </p:blipFill>
        <p:spPr bwMode="auto">
          <a:xfrm>
            <a:off x="381000" y="1524000"/>
            <a:ext cx="8229600" cy="4325652"/>
          </a:xfrm>
          <a:prstGeom prst="rect">
            <a:avLst/>
          </a:prstGeom>
          <a:noFill/>
          <a:ln w="9525">
            <a:noFill/>
            <a:miter lim="800000"/>
            <a:headEnd/>
            <a:tailEnd/>
          </a:ln>
          <a:effectLst/>
        </p:spPr>
      </p:pic>
      <p:sp>
        <p:nvSpPr>
          <p:cNvPr id="3" name="TextBox 2"/>
          <p:cNvSpPr txBox="1"/>
          <p:nvPr/>
        </p:nvSpPr>
        <p:spPr>
          <a:xfrm>
            <a:off x="1981200" y="304800"/>
            <a:ext cx="5410200" cy="369332"/>
          </a:xfrm>
          <a:prstGeom prst="rect">
            <a:avLst/>
          </a:prstGeom>
          <a:noFill/>
        </p:spPr>
        <p:txBody>
          <a:bodyPr wrap="square" rtlCol="0">
            <a:spAutoFit/>
          </a:bodyPr>
          <a:lstStyle/>
          <a:p>
            <a:r>
              <a:rPr lang="en-US" b="1" dirty="0"/>
              <a:t>Line Parallel to both HP and VP and its traces</a:t>
            </a:r>
          </a:p>
        </p:txBody>
      </p:sp>
    </p:spTree>
    <p:extLst>
      <p:ext uri="{BB962C8B-B14F-4D97-AF65-F5344CB8AC3E}">
        <p14:creationId xmlns:p14="http://schemas.microsoft.com/office/powerpoint/2010/main" val="174222907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cstate="print"/>
          <a:srcRect/>
          <a:stretch>
            <a:fillRect/>
          </a:stretch>
        </p:blipFill>
        <p:spPr bwMode="auto">
          <a:xfrm>
            <a:off x="1524000" y="914400"/>
            <a:ext cx="6048375" cy="4481805"/>
          </a:xfrm>
          <a:prstGeom prst="rect">
            <a:avLst/>
          </a:prstGeom>
          <a:noFill/>
          <a:ln w="9525">
            <a:noFill/>
            <a:miter lim="800000"/>
            <a:headEnd/>
            <a:tailEnd/>
          </a:ln>
          <a:effectLst/>
        </p:spPr>
      </p:pic>
      <p:sp>
        <p:nvSpPr>
          <p:cNvPr id="3" name="TextBox 2"/>
          <p:cNvSpPr txBox="1"/>
          <p:nvPr/>
        </p:nvSpPr>
        <p:spPr>
          <a:xfrm>
            <a:off x="1981200" y="304801"/>
            <a:ext cx="6705600" cy="369332"/>
          </a:xfrm>
          <a:prstGeom prst="rect">
            <a:avLst/>
          </a:prstGeom>
          <a:noFill/>
        </p:spPr>
        <p:txBody>
          <a:bodyPr wrap="square" rtlCol="0">
            <a:spAutoFit/>
          </a:bodyPr>
          <a:lstStyle/>
          <a:p>
            <a:r>
              <a:rPr lang="en-US" b="1" dirty="0"/>
              <a:t>Line Parallel to VP and Perpendicular to HP and its traces</a:t>
            </a:r>
          </a:p>
        </p:txBody>
      </p:sp>
    </p:spTree>
    <p:extLst>
      <p:ext uri="{BB962C8B-B14F-4D97-AF65-F5344CB8AC3E}">
        <p14:creationId xmlns:p14="http://schemas.microsoft.com/office/powerpoint/2010/main" val="75307949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cstate="print"/>
          <a:srcRect/>
          <a:stretch>
            <a:fillRect/>
          </a:stretch>
        </p:blipFill>
        <p:spPr bwMode="auto">
          <a:xfrm>
            <a:off x="533400" y="1219200"/>
            <a:ext cx="8229600" cy="5191608"/>
          </a:xfrm>
          <a:prstGeom prst="rect">
            <a:avLst/>
          </a:prstGeom>
          <a:noFill/>
          <a:ln w="9525">
            <a:noFill/>
            <a:miter lim="800000"/>
            <a:headEnd/>
            <a:tailEnd/>
          </a:ln>
          <a:effectLst/>
        </p:spPr>
      </p:pic>
      <p:sp>
        <p:nvSpPr>
          <p:cNvPr id="3" name="TextBox 2"/>
          <p:cNvSpPr txBox="1"/>
          <p:nvPr/>
        </p:nvSpPr>
        <p:spPr>
          <a:xfrm>
            <a:off x="1981200" y="304801"/>
            <a:ext cx="6705600" cy="369332"/>
          </a:xfrm>
          <a:prstGeom prst="rect">
            <a:avLst/>
          </a:prstGeom>
          <a:noFill/>
        </p:spPr>
        <p:txBody>
          <a:bodyPr wrap="square" rtlCol="0">
            <a:spAutoFit/>
          </a:bodyPr>
          <a:lstStyle/>
          <a:p>
            <a:r>
              <a:rPr lang="en-US" b="1" dirty="0"/>
              <a:t>Line Parallel to HP and Perpendicular to VP and its traces</a:t>
            </a:r>
          </a:p>
        </p:txBody>
      </p:sp>
    </p:spTree>
    <p:extLst>
      <p:ext uri="{BB962C8B-B14F-4D97-AF65-F5344CB8AC3E}">
        <p14:creationId xmlns:p14="http://schemas.microsoft.com/office/powerpoint/2010/main" val="151339332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cstate="print"/>
          <a:srcRect/>
          <a:stretch>
            <a:fillRect/>
          </a:stretch>
        </p:blipFill>
        <p:spPr bwMode="auto">
          <a:xfrm>
            <a:off x="609600" y="762000"/>
            <a:ext cx="8229600" cy="3668082"/>
          </a:xfrm>
          <a:prstGeom prst="rect">
            <a:avLst/>
          </a:prstGeom>
          <a:noFill/>
          <a:ln w="9525">
            <a:noFill/>
            <a:miter lim="800000"/>
            <a:headEnd/>
            <a:tailEnd/>
          </a:ln>
          <a:effectLst/>
        </p:spPr>
      </p:pic>
      <p:sp>
        <p:nvSpPr>
          <p:cNvPr id="3" name="TextBox 2"/>
          <p:cNvSpPr txBox="1"/>
          <p:nvPr/>
        </p:nvSpPr>
        <p:spPr>
          <a:xfrm>
            <a:off x="1981200" y="304801"/>
            <a:ext cx="6705600" cy="369332"/>
          </a:xfrm>
          <a:prstGeom prst="rect">
            <a:avLst/>
          </a:prstGeom>
          <a:noFill/>
        </p:spPr>
        <p:txBody>
          <a:bodyPr wrap="square" rtlCol="0">
            <a:spAutoFit/>
          </a:bodyPr>
          <a:lstStyle/>
          <a:p>
            <a:r>
              <a:rPr lang="en-US" b="1" dirty="0"/>
              <a:t>Line Parallel to VP and Inclined to HP and its traces</a:t>
            </a:r>
          </a:p>
        </p:txBody>
      </p:sp>
    </p:spTree>
    <p:extLst>
      <p:ext uri="{BB962C8B-B14F-4D97-AF65-F5344CB8AC3E}">
        <p14:creationId xmlns:p14="http://schemas.microsoft.com/office/powerpoint/2010/main" val="388719928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cstate="print"/>
          <a:srcRect/>
          <a:stretch>
            <a:fillRect/>
          </a:stretch>
        </p:blipFill>
        <p:spPr bwMode="auto">
          <a:xfrm>
            <a:off x="0" y="1295400"/>
            <a:ext cx="9144000" cy="3777155"/>
          </a:xfrm>
          <a:prstGeom prst="rect">
            <a:avLst/>
          </a:prstGeom>
          <a:noFill/>
          <a:ln w="9525">
            <a:noFill/>
            <a:miter lim="800000"/>
            <a:headEnd/>
            <a:tailEnd/>
          </a:ln>
          <a:effectLst/>
        </p:spPr>
      </p:pic>
      <p:sp>
        <p:nvSpPr>
          <p:cNvPr id="3" name="TextBox 2"/>
          <p:cNvSpPr txBox="1"/>
          <p:nvPr/>
        </p:nvSpPr>
        <p:spPr>
          <a:xfrm>
            <a:off x="1981200" y="304801"/>
            <a:ext cx="6705600" cy="369332"/>
          </a:xfrm>
          <a:prstGeom prst="rect">
            <a:avLst/>
          </a:prstGeom>
          <a:noFill/>
        </p:spPr>
        <p:txBody>
          <a:bodyPr wrap="square" rtlCol="0">
            <a:spAutoFit/>
          </a:bodyPr>
          <a:lstStyle/>
          <a:p>
            <a:r>
              <a:rPr lang="en-US" b="1" dirty="0"/>
              <a:t>Line Parallel to HP and Inclined to VP and its traces</a:t>
            </a:r>
          </a:p>
        </p:txBody>
      </p:sp>
      <p:sp>
        <p:nvSpPr>
          <p:cNvPr id="4" name="TextBox 3"/>
          <p:cNvSpPr txBox="1"/>
          <p:nvPr/>
        </p:nvSpPr>
        <p:spPr>
          <a:xfrm>
            <a:off x="7772400" y="3505200"/>
            <a:ext cx="1143000" cy="369332"/>
          </a:xfrm>
          <a:prstGeom prst="rect">
            <a:avLst/>
          </a:prstGeom>
          <a:solidFill>
            <a:schemeClr val="bg1"/>
          </a:solidFill>
        </p:spPr>
        <p:txBody>
          <a:bodyPr wrap="square" rtlCol="0">
            <a:spAutoFit/>
          </a:bodyPr>
          <a:lstStyle/>
          <a:p>
            <a:r>
              <a:rPr lang="en-US" dirty="0"/>
              <a:t>No HT</a:t>
            </a:r>
          </a:p>
        </p:txBody>
      </p:sp>
    </p:spTree>
    <p:extLst>
      <p:ext uri="{BB962C8B-B14F-4D97-AF65-F5344CB8AC3E}">
        <p14:creationId xmlns:p14="http://schemas.microsoft.com/office/powerpoint/2010/main" val="184739331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cstate="print"/>
          <a:srcRect/>
          <a:stretch>
            <a:fillRect/>
          </a:stretch>
        </p:blipFill>
        <p:spPr bwMode="auto">
          <a:xfrm>
            <a:off x="0" y="1447800"/>
            <a:ext cx="8915400" cy="3431120"/>
          </a:xfrm>
          <a:prstGeom prst="rect">
            <a:avLst/>
          </a:prstGeom>
          <a:noFill/>
          <a:ln w="9525">
            <a:noFill/>
            <a:miter lim="800000"/>
            <a:headEnd/>
            <a:tailEnd/>
          </a:ln>
          <a:effectLst/>
        </p:spPr>
      </p:pic>
      <p:sp>
        <p:nvSpPr>
          <p:cNvPr id="3" name="TextBox 2"/>
          <p:cNvSpPr txBox="1"/>
          <p:nvPr/>
        </p:nvSpPr>
        <p:spPr>
          <a:xfrm>
            <a:off x="1981200" y="304801"/>
            <a:ext cx="6705600" cy="369332"/>
          </a:xfrm>
          <a:prstGeom prst="rect">
            <a:avLst/>
          </a:prstGeom>
          <a:noFill/>
        </p:spPr>
        <p:txBody>
          <a:bodyPr wrap="square" rtlCol="0">
            <a:spAutoFit/>
          </a:bodyPr>
          <a:lstStyle/>
          <a:p>
            <a:r>
              <a:rPr lang="en-US" b="1" dirty="0"/>
              <a:t>Line Lies on HP and Inclined to VP and its traces</a:t>
            </a:r>
          </a:p>
        </p:txBody>
      </p:sp>
    </p:spTree>
    <p:extLst>
      <p:ext uri="{BB962C8B-B14F-4D97-AF65-F5344CB8AC3E}">
        <p14:creationId xmlns:p14="http://schemas.microsoft.com/office/powerpoint/2010/main" val="383035274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cstate="print"/>
          <a:srcRect/>
          <a:stretch>
            <a:fillRect/>
          </a:stretch>
        </p:blipFill>
        <p:spPr bwMode="auto">
          <a:xfrm>
            <a:off x="152400" y="457200"/>
            <a:ext cx="8763000" cy="4214218"/>
          </a:xfrm>
          <a:prstGeom prst="rect">
            <a:avLst/>
          </a:prstGeom>
          <a:noFill/>
          <a:ln w="9525">
            <a:noFill/>
            <a:miter lim="800000"/>
            <a:headEnd/>
            <a:tailEnd/>
          </a:ln>
          <a:effectLst/>
        </p:spPr>
      </p:pic>
      <p:sp>
        <p:nvSpPr>
          <p:cNvPr id="3" name="TextBox 2"/>
          <p:cNvSpPr txBox="1"/>
          <p:nvPr/>
        </p:nvSpPr>
        <p:spPr>
          <a:xfrm>
            <a:off x="1981200" y="304801"/>
            <a:ext cx="6705600" cy="369332"/>
          </a:xfrm>
          <a:prstGeom prst="rect">
            <a:avLst/>
          </a:prstGeom>
          <a:noFill/>
        </p:spPr>
        <p:txBody>
          <a:bodyPr wrap="square" rtlCol="0">
            <a:spAutoFit/>
          </a:bodyPr>
          <a:lstStyle/>
          <a:p>
            <a:r>
              <a:rPr lang="en-US" b="1" dirty="0"/>
              <a:t>Line Lies on VP and Inclined to HP and its traces</a:t>
            </a:r>
          </a:p>
        </p:txBody>
      </p:sp>
    </p:spTree>
    <p:extLst>
      <p:ext uri="{BB962C8B-B14F-4D97-AF65-F5344CB8AC3E}">
        <p14:creationId xmlns:p14="http://schemas.microsoft.com/office/powerpoint/2010/main" val="127073842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3" name="Text Box 3"/>
          <p:cNvSpPr txBox="1">
            <a:spLocks noChangeArrowheads="1"/>
          </p:cNvSpPr>
          <p:nvPr/>
        </p:nvSpPr>
        <p:spPr bwMode="auto">
          <a:xfrm>
            <a:off x="192088" y="1028700"/>
            <a:ext cx="4641850" cy="2317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a:defRPr>
                <a:solidFill>
                  <a:schemeClr val="tx1"/>
                </a:solidFill>
                <a:latin typeface="Arial" panose="020B0604020202020204" pitchFamily="34" charset="0"/>
              </a:defRPr>
            </a:lvl1pPr>
            <a:lvl2pPr marL="914400" indent="-457200">
              <a:defRPr>
                <a:solidFill>
                  <a:schemeClr val="tx1"/>
                </a:solidFill>
                <a:latin typeface="Arial" panose="020B0604020202020204" pitchFamily="34" charset="0"/>
              </a:defRPr>
            </a:lvl2pPr>
            <a:lvl3pPr marL="1371600" indent="-457200">
              <a:defRPr>
                <a:solidFill>
                  <a:schemeClr val="tx1"/>
                </a:solidFill>
                <a:latin typeface="Arial" panose="020B0604020202020204" pitchFamily="34" charset="0"/>
              </a:defRPr>
            </a:lvl3pPr>
            <a:lvl4pPr marL="1828800" indent="-457200">
              <a:defRPr>
                <a:solidFill>
                  <a:schemeClr val="tx1"/>
                </a:solidFill>
                <a:latin typeface="Arial" panose="020B0604020202020204" pitchFamily="34" charset="0"/>
              </a:defRPr>
            </a:lvl4pPr>
            <a:lvl5pPr marL="2286000" indent="-457200">
              <a:defRPr>
                <a:solidFill>
                  <a:schemeClr val="tx1"/>
                </a:solidFill>
                <a:latin typeface="Arial" panose="020B0604020202020204" pitchFamily="34" charset="0"/>
              </a:defRPr>
            </a:lvl5pPr>
            <a:lvl6pPr marL="2743200" indent="-457200" fontAlgn="base">
              <a:spcBef>
                <a:spcPct val="0"/>
              </a:spcBef>
              <a:spcAft>
                <a:spcPct val="0"/>
              </a:spcAft>
              <a:defRPr>
                <a:solidFill>
                  <a:schemeClr val="tx1"/>
                </a:solidFill>
                <a:latin typeface="Arial" panose="020B0604020202020204" pitchFamily="34" charset="0"/>
              </a:defRPr>
            </a:lvl6pPr>
            <a:lvl7pPr marL="3200400" indent="-457200" fontAlgn="base">
              <a:spcBef>
                <a:spcPct val="0"/>
              </a:spcBef>
              <a:spcAft>
                <a:spcPct val="0"/>
              </a:spcAft>
              <a:defRPr>
                <a:solidFill>
                  <a:schemeClr val="tx1"/>
                </a:solidFill>
                <a:latin typeface="Arial" panose="020B0604020202020204" pitchFamily="34" charset="0"/>
              </a:defRPr>
            </a:lvl7pPr>
            <a:lvl8pPr marL="3657600" indent="-457200" fontAlgn="base">
              <a:spcBef>
                <a:spcPct val="0"/>
              </a:spcBef>
              <a:spcAft>
                <a:spcPct val="0"/>
              </a:spcAft>
              <a:defRPr>
                <a:solidFill>
                  <a:schemeClr val="tx1"/>
                </a:solidFill>
                <a:latin typeface="Arial" panose="020B0604020202020204" pitchFamily="34" charset="0"/>
              </a:defRPr>
            </a:lvl8pPr>
            <a:lvl9pPr marL="4114800" indent="-457200" fontAlgn="base">
              <a:spcBef>
                <a:spcPct val="0"/>
              </a:spcBef>
              <a:spcAft>
                <a:spcPct val="0"/>
              </a:spcAft>
              <a:defRPr>
                <a:solidFill>
                  <a:schemeClr val="tx1"/>
                </a:solidFill>
                <a:latin typeface="Arial" panose="020B0604020202020204" pitchFamily="34" charset="0"/>
              </a:defRPr>
            </a:lvl9pPr>
          </a:lstStyle>
          <a:p>
            <a:pPr eaLnBrk="1" hangingPunct="1"/>
            <a:endParaRPr lang="en-US" altLang="en-US" dirty="0">
              <a:solidFill>
                <a:srgbClr val="FF3300"/>
              </a:solidFill>
              <a:latin typeface="Times New Roman" panose="02020603050405020304" pitchFamily="18" charset="0"/>
            </a:endParaRPr>
          </a:p>
          <a:p>
            <a:pPr eaLnBrk="1" hangingPunct="1">
              <a:buFontTx/>
              <a:buAutoNum type="arabicPeriod"/>
            </a:pPr>
            <a:r>
              <a:rPr lang="en-US" altLang="en-US" dirty="0">
                <a:solidFill>
                  <a:srgbClr val="FF3300"/>
                </a:solidFill>
                <a:latin typeface="Times New Roman" panose="02020603050405020304" pitchFamily="18" charset="0"/>
              </a:rPr>
              <a:t>Begin with FV. Extend FV up to XY line.</a:t>
            </a:r>
          </a:p>
          <a:p>
            <a:pPr eaLnBrk="1" hangingPunct="1">
              <a:buFontTx/>
              <a:buAutoNum type="arabicPeriod"/>
            </a:pPr>
            <a:r>
              <a:rPr lang="en-US" altLang="en-US" dirty="0">
                <a:solidFill>
                  <a:srgbClr val="FF3300"/>
                </a:solidFill>
                <a:latin typeface="Times New Roman" panose="02020603050405020304" pitchFamily="18" charset="0"/>
              </a:rPr>
              <a:t>Name this point  </a:t>
            </a:r>
            <a:r>
              <a:rPr lang="en-US" altLang="en-US" sz="2400" dirty="0">
                <a:latin typeface="Times New Roman" panose="02020603050405020304" pitchFamily="18" charset="0"/>
              </a:rPr>
              <a:t>h’</a:t>
            </a:r>
          </a:p>
          <a:p>
            <a:pPr eaLnBrk="1" hangingPunct="1"/>
            <a:r>
              <a:rPr lang="en-US" altLang="en-US" dirty="0">
                <a:latin typeface="Times New Roman" panose="02020603050405020304" pitchFamily="18" charset="0"/>
              </a:rPr>
              <a:t>	(as it is a FV of a point in HP)</a:t>
            </a:r>
          </a:p>
          <a:p>
            <a:pPr eaLnBrk="1" hangingPunct="1"/>
            <a:r>
              <a:rPr lang="en-US" altLang="en-US" dirty="0">
                <a:solidFill>
                  <a:srgbClr val="FF3300"/>
                </a:solidFill>
                <a:latin typeface="Times New Roman" panose="02020603050405020304" pitchFamily="18" charset="0"/>
              </a:rPr>
              <a:t>3.	Draw one projector from</a:t>
            </a:r>
            <a:r>
              <a:rPr lang="en-US" altLang="en-US" dirty="0">
                <a:latin typeface="Times New Roman" panose="02020603050405020304" pitchFamily="18" charset="0"/>
              </a:rPr>
              <a:t> h’.</a:t>
            </a:r>
          </a:p>
          <a:p>
            <a:pPr eaLnBrk="1" hangingPunct="1"/>
            <a:r>
              <a:rPr lang="en-US" altLang="en-US" dirty="0">
                <a:solidFill>
                  <a:srgbClr val="FF3300"/>
                </a:solidFill>
                <a:latin typeface="Times New Roman" panose="02020603050405020304" pitchFamily="18" charset="0"/>
              </a:rPr>
              <a:t>4.	Now extend TV to meet this projector</a:t>
            </a:r>
            <a:r>
              <a:rPr lang="en-US" altLang="en-US" dirty="0">
                <a:latin typeface="Times New Roman" panose="02020603050405020304" pitchFamily="18" charset="0"/>
              </a:rPr>
              <a:t>.</a:t>
            </a:r>
          </a:p>
          <a:p>
            <a:pPr eaLnBrk="1" hangingPunct="1"/>
            <a:r>
              <a:rPr lang="en-US" altLang="en-US" dirty="0">
                <a:latin typeface="Times New Roman" panose="02020603050405020304" pitchFamily="18" charset="0"/>
              </a:rPr>
              <a:t>	This point is HT</a:t>
            </a:r>
          </a:p>
          <a:p>
            <a:pPr eaLnBrk="1" hangingPunct="1"/>
            <a:endParaRPr lang="en-US" altLang="en-US" sz="1400" dirty="0">
              <a:latin typeface="Times New Roman" panose="02020603050405020304" pitchFamily="18" charset="0"/>
            </a:endParaRPr>
          </a:p>
        </p:txBody>
      </p:sp>
      <p:sp>
        <p:nvSpPr>
          <p:cNvPr id="209924" name="Text Box 4"/>
          <p:cNvSpPr txBox="1">
            <a:spLocks noChangeArrowheads="1"/>
          </p:cNvSpPr>
          <p:nvPr/>
        </p:nvSpPr>
        <p:spPr bwMode="auto">
          <a:xfrm>
            <a:off x="152402" y="609602"/>
            <a:ext cx="394216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b="1" i="1" u="sng" dirty="0">
                <a:solidFill>
                  <a:srgbClr val="C00000"/>
                </a:solidFill>
                <a:latin typeface="Times New Roman" panose="02020603050405020304" pitchFamily="18" charset="0"/>
              </a:rPr>
              <a:t>STEPS TO LOCATE HT </a:t>
            </a:r>
          </a:p>
          <a:p>
            <a:pPr eaLnBrk="1" hangingPunct="1"/>
            <a:r>
              <a:rPr lang="en-US" altLang="en-US" dirty="0">
                <a:solidFill>
                  <a:srgbClr val="C00000"/>
                </a:solidFill>
                <a:latin typeface="Times New Roman" panose="02020603050405020304" pitchFamily="18" charset="0"/>
              </a:rPr>
              <a:t>(WHEN PROJECTIONS ARE GIVEN)</a:t>
            </a:r>
            <a:endParaRPr lang="en-US" altLang="en-US" sz="1400" dirty="0">
              <a:solidFill>
                <a:srgbClr val="C00000"/>
              </a:solidFill>
              <a:latin typeface="Times New Roman" panose="02020603050405020304" pitchFamily="18" charset="0"/>
            </a:endParaRPr>
          </a:p>
        </p:txBody>
      </p:sp>
      <p:sp>
        <p:nvSpPr>
          <p:cNvPr id="209925" name="Text Box 5"/>
          <p:cNvSpPr txBox="1">
            <a:spLocks noChangeArrowheads="1"/>
          </p:cNvSpPr>
          <p:nvPr/>
        </p:nvSpPr>
        <p:spPr bwMode="auto">
          <a:xfrm>
            <a:off x="223838" y="3700463"/>
            <a:ext cx="4667250" cy="2317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a:defRPr>
                <a:solidFill>
                  <a:schemeClr val="tx1"/>
                </a:solidFill>
                <a:latin typeface="Arial" panose="020B0604020202020204" pitchFamily="34" charset="0"/>
              </a:defRPr>
            </a:lvl1pPr>
            <a:lvl2pPr marL="914400" indent="-457200">
              <a:defRPr>
                <a:solidFill>
                  <a:schemeClr val="tx1"/>
                </a:solidFill>
                <a:latin typeface="Arial" panose="020B0604020202020204" pitchFamily="34" charset="0"/>
              </a:defRPr>
            </a:lvl2pPr>
            <a:lvl3pPr marL="1371600" indent="-457200">
              <a:defRPr>
                <a:solidFill>
                  <a:schemeClr val="tx1"/>
                </a:solidFill>
                <a:latin typeface="Arial" panose="020B0604020202020204" pitchFamily="34" charset="0"/>
              </a:defRPr>
            </a:lvl3pPr>
            <a:lvl4pPr marL="1828800" indent="-457200">
              <a:defRPr>
                <a:solidFill>
                  <a:schemeClr val="tx1"/>
                </a:solidFill>
                <a:latin typeface="Arial" panose="020B0604020202020204" pitchFamily="34" charset="0"/>
              </a:defRPr>
            </a:lvl4pPr>
            <a:lvl5pPr marL="2286000" indent="-457200">
              <a:defRPr>
                <a:solidFill>
                  <a:schemeClr val="tx1"/>
                </a:solidFill>
                <a:latin typeface="Arial" panose="020B0604020202020204" pitchFamily="34" charset="0"/>
              </a:defRPr>
            </a:lvl5pPr>
            <a:lvl6pPr marL="2743200" indent="-457200" fontAlgn="base">
              <a:spcBef>
                <a:spcPct val="0"/>
              </a:spcBef>
              <a:spcAft>
                <a:spcPct val="0"/>
              </a:spcAft>
              <a:defRPr>
                <a:solidFill>
                  <a:schemeClr val="tx1"/>
                </a:solidFill>
                <a:latin typeface="Arial" panose="020B0604020202020204" pitchFamily="34" charset="0"/>
              </a:defRPr>
            </a:lvl6pPr>
            <a:lvl7pPr marL="3200400" indent="-457200" fontAlgn="base">
              <a:spcBef>
                <a:spcPct val="0"/>
              </a:spcBef>
              <a:spcAft>
                <a:spcPct val="0"/>
              </a:spcAft>
              <a:defRPr>
                <a:solidFill>
                  <a:schemeClr val="tx1"/>
                </a:solidFill>
                <a:latin typeface="Arial" panose="020B0604020202020204" pitchFamily="34" charset="0"/>
              </a:defRPr>
            </a:lvl7pPr>
            <a:lvl8pPr marL="3657600" indent="-457200" fontAlgn="base">
              <a:spcBef>
                <a:spcPct val="0"/>
              </a:spcBef>
              <a:spcAft>
                <a:spcPct val="0"/>
              </a:spcAft>
              <a:defRPr>
                <a:solidFill>
                  <a:schemeClr val="tx1"/>
                </a:solidFill>
                <a:latin typeface="Arial" panose="020B0604020202020204" pitchFamily="34" charset="0"/>
              </a:defRPr>
            </a:lvl8pPr>
            <a:lvl9pPr marL="4114800" indent="-457200" fontAlgn="base">
              <a:spcBef>
                <a:spcPct val="0"/>
              </a:spcBef>
              <a:spcAft>
                <a:spcPct val="0"/>
              </a:spcAft>
              <a:defRPr>
                <a:solidFill>
                  <a:schemeClr val="tx1"/>
                </a:solidFill>
                <a:latin typeface="Arial" panose="020B0604020202020204" pitchFamily="34" charset="0"/>
              </a:defRPr>
            </a:lvl9pPr>
          </a:lstStyle>
          <a:p>
            <a:pPr eaLnBrk="1" hangingPunct="1"/>
            <a:endParaRPr lang="en-US" altLang="en-US" dirty="0">
              <a:solidFill>
                <a:srgbClr val="FF3300"/>
              </a:solidFill>
              <a:latin typeface="Times New Roman" panose="02020603050405020304" pitchFamily="18" charset="0"/>
            </a:endParaRPr>
          </a:p>
          <a:p>
            <a:pPr eaLnBrk="1" hangingPunct="1">
              <a:buFontTx/>
              <a:buAutoNum type="arabicPeriod"/>
            </a:pPr>
            <a:r>
              <a:rPr lang="en-US" altLang="en-US" dirty="0">
                <a:solidFill>
                  <a:srgbClr val="FF3300"/>
                </a:solidFill>
                <a:latin typeface="Times New Roman" panose="02020603050405020304" pitchFamily="18" charset="0"/>
              </a:rPr>
              <a:t>Begin with TV. Extend TV up to XY line.</a:t>
            </a:r>
          </a:p>
          <a:p>
            <a:pPr eaLnBrk="1" hangingPunct="1">
              <a:buFontTx/>
              <a:buAutoNum type="arabicPeriod"/>
            </a:pPr>
            <a:r>
              <a:rPr lang="en-US" altLang="en-US" dirty="0">
                <a:solidFill>
                  <a:srgbClr val="FF3300"/>
                </a:solidFill>
                <a:latin typeface="Times New Roman" panose="02020603050405020304" pitchFamily="18" charset="0"/>
              </a:rPr>
              <a:t>Name this point </a:t>
            </a:r>
            <a:r>
              <a:rPr lang="en-US" altLang="en-US" sz="2400" dirty="0">
                <a:latin typeface="Times New Roman" panose="02020603050405020304" pitchFamily="18" charset="0"/>
              </a:rPr>
              <a:t>v </a:t>
            </a:r>
          </a:p>
          <a:p>
            <a:pPr eaLnBrk="1" hangingPunct="1"/>
            <a:r>
              <a:rPr lang="en-US" altLang="en-US" dirty="0">
                <a:latin typeface="Times New Roman" panose="02020603050405020304" pitchFamily="18" charset="0"/>
              </a:rPr>
              <a:t>	(as it is a TV of a point in VP)</a:t>
            </a:r>
          </a:p>
          <a:p>
            <a:pPr eaLnBrk="1" hangingPunct="1"/>
            <a:r>
              <a:rPr lang="en-US" altLang="en-US" dirty="0">
                <a:solidFill>
                  <a:srgbClr val="FF3300"/>
                </a:solidFill>
                <a:latin typeface="Times New Roman" panose="02020603050405020304" pitchFamily="18" charset="0"/>
              </a:rPr>
              <a:t>3.	Draw one projector from</a:t>
            </a:r>
            <a:r>
              <a:rPr lang="en-US" altLang="en-US" dirty="0">
                <a:latin typeface="Times New Roman" panose="02020603050405020304" pitchFamily="18" charset="0"/>
              </a:rPr>
              <a:t> v.</a:t>
            </a:r>
          </a:p>
          <a:p>
            <a:pPr eaLnBrk="1" hangingPunct="1"/>
            <a:r>
              <a:rPr lang="en-US" altLang="en-US" dirty="0">
                <a:solidFill>
                  <a:srgbClr val="FF3300"/>
                </a:solidFill>
                <a:latin typeface="Times New Roman" panose="02020603050405020304" pitchFamily="18" charset="0"/>
              </a:rPr>
              <a:t>4.	Now extend FV to meet this projector</a:t>
            </a:r>
            <a:r>
              <a:rPr lang="en-US" altLang="en-US" dirty="0">
                <a:latin typeface="Times New Roman" panose="02020603050405020304" pitchFamily="18" charset="0"/>
              </a:rPr>
              <a:t>.</a:t>
            </a:r>
          </a:p>
          <a:p>
            <a:pPr eaLnBrk="1" hangingPunct="1"/>
            <a:r>
              <a:rPr lang="en-US" altLang="en-US" dirty="0">
                <a:latin typeface="Times New Roman" panose="02020603050405020304" pitchFamily="18" charset="0"/>
              </a:rPr>
              <a:t>	This point is VT</a:t>
            </a:r>
          </a:p>
          <a:p>
            <a:pPr eaLnBrk="1" hangingPunct="1"/>
            <a:endParaRPr lang="en-US" altLang="en-US" sz="1400" dirty="0">
              <a:latin typeface="Times New Roman" panose="02020603050405020304" pitchFamily="18" charset="0"/>
            </a:endParaRPr>
          </a:p>
        </p:txBody>
      </p:sp>
      <p:sp>
        <p:nvSpPr>
          <p:cNvPr id="209926" name="Text Box 6"/>
          <p:cNvSpPr txBox="1">
            <a:spLocks noChangeArrowheads="1"/>
          </p:cNvSpPr>
          <p:nvPr/>
        </p:nvSpPr>
        <p:spPr bwMode="auto">
          <a:xfrm>
            <a:off x="184152" y="3281365"/>
            <a:ext cx="388446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b="1" i="1" u="sng" dirty="0">
                <a:solidFill>
                  <a:srgbClr val="C00000"/>
                </a:solidFill>
                <a:latin typeface="Times New Roman" panose="02020603050405020304" pitchFamily="18" charset="0"/>
              </a:rPr>
              <a:t>STEPS TO LOCATE VT</a:t>
            </a:r>
          </a:p>
          <a:p>
            <a:pPr eaLnBrk="1" hangingPunct="1"/>
            <a:r>
              <a:rPr lang="en-US" altLang="en-US" dirty="0">
                <a:solidFill>
                  <a:srgbClr val="C00000"/>
                </a:solidFill>
                <a:latin typeface="Times New Roman" panose="02020603050405020304" pitchFamily="18" charset="0"/>
              </a:rPr>
              <a:t>(WHEN PROJECTIONS ARE GIVEN)</a:t>
            </a:r>
            <a:endParaRPr lang="en-US" altLang="en-US" sz="1400" dirty="0">
              <a:solidFill>
                <a:srgbClr val="C00000"/>
              </a:solidFill>
              <a:latin typeface="Times New Roman" panose="02020603050405020304" pitchFamily="18" charset="0"/>
            </a:endParaRPr>
          </a:p>
        </p:txBody>
      </p:sp>
      <p:sp>
        <p:nvSpPr>
          <p:cNvPr id="209927" name="Oval 7"/>
          <p:cNvSpPr>
            <a:spLocks noChangeArrowheads="1"/>
          </p:cNvSpPr>
          <p:nvPr/>
        </p:nvSpPr>
        <p:spPr bwMode="auto">
          <a:xfrm>
            <a:off x="6524625" y="206692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09928" name="Line 8"/>
          <p:cNvSpPr>
            <a:spLocks noChangeShapeType="1"/>
          </p:cNvSpPr>
          <p:nvPr/>
        </p:nvSpPr>
        <p:spPr bwMode="auto">
          <a:xfrm flipH="1">
            <a:off x="6553200" y="1571625"/>
            <a:ext cx="457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09929" name="Text Box 9"/>
          <p:cNvSpPr txBox="1">
            <a:spLocks noChangeArrowheads="1"/>
          </p:cNvSpPr>
          <p:nvPr/>
        </p:nvSpPr>
        <p:spPr bwMode="auto">
          <a:xfrm>
            <a:off x="6384925" y="1811338"/>
            <a:ext cx="3317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rPr>
              <a:t>h’</a:t>
            </a:r>
          </a:p>
        </p:txBody>
      </p:sp>
      <p:sp>
        <p:nvSpPr>
          <p:cNvPr id="209930" name="Line 10"/>
          <p:cNvSpPr>
            <a:spLocks noChangeShapeType="1"/>
          </p:cNvSpPr>
          <p:nvPr/>
        </p:nvSpPr>
        <p:spPr bwMode="auto">
          <a:xfrm>
            <a:off x="6553200" y="2028825"/>
            <a:ext cx="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09931" name="Line 11"/>
          <p:cNvSpPr>
            <a:spLocks noChangeShapeType="1"/>
          </p:cNvSpPr>
          <p:nvPr/>
        </p:nvSpPr>
        <p:spPr bwMode="auto">
          <a:xfrm flipH="1" flipV="1">
            <a:off x="5867400" y="2105025"/>
            <a:ext cx="11430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09932" name="Oval 12"/>
          <p:cNvSpPr>
            <a:spLocks noChangeArrowheads="1"/>
          </p:cNvSpPr>
          <p:nvPr/>
        </p:nvSpPr>
        <p:spPr bwMode="auto">
          <a:xfrm>
            <a:off x="6510338" y="253365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09933" name="Oval 13"/>
          <p:cNvSpPr>
            <a:spLocks noChangeArrowheads="1"/>
          </p:cNvSpPr>
          <p:nvPr/>
        </p:nvSpPr>
        <p:spPr bwMode="auto">
          <a:xfrm>
            <a:off x="5853113" y="20574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09934" name="Text Box 14"/>
          <p:cNvSpPr txBox="1">
            <a:spLocks noChangeArrowheads="1"/>
          </p:cNvSpPr>
          <p:nvPr/>
        </p:nvSpPr>
        <p:spPr bwMode="auto">
          <a:xfrm>
            <a:off x="6324600" y="2590800"/>
            <a:ext cx="4206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rPr>
              <a:t>HT</a:t>
            </a:r>
          </a:p>
        </p:txBody>
      </p:sp>
      <p:sp>
        <p:nvSpPr>
          <p:cNvPr id="209935" name="Text Box 15"/>
          <p:cNvSpPr txBox="1">
            <a:spLocks noChangeArrowheads="1"/>
          </p:cNvSpPr>
          <p:nvPr/>
        </p:nvSpPr>
        <p:spPr bwMode="auto">
          <a:xfrm>
            <a:off x="5472115" y="2643188"/>
            <a:ext cx="42351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Times New Roman" panose="02020603050405020304" pitchFamily="18" charset="0"/>
              </a:rPr>
              <a:t>VT</a:t>
            </a:r>
          </a:p>
        </p:txBody>
      </p:sp>
      <p:sp>
        <p:nvSpPr>
          <p:cNvPr id="209936" name="Text Box 16"/>
          <p:cNvSpPr txBox="1">
            <a:spLocks noChangeArrowheads="1"/>
          </p:cNvSpPr>
          <p:nvPr/>
        </p:nvSpPr>
        <p:spPr bwMode="auto">
          <a:xfrm>
            <a:off x="5715000" y="1800225"/>
            <a:ext cx="2730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rPr>
              <a:t>v</a:t>
            </a:r>
          </a:p>
        </p:txBody>
      </p:sp>
      <p:sp>
        <p:nvSpPr>
          <p:cNvPr id="209937" name="Line 17"/>
          <p:cNvSpPr>
            <a:spLocks noChangeShapeType="1"/>
          </p:cNvSpPr>
          <p:nvPr/>
        </p:nvSpPr>
        <p:spPr bwMode="auto">
          <a:xfrm>
            <a:off x="5867400" y="2028825"/>
            <a:ext cx="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09938" name="Line 18"/>
          <p:cNvSpPr>
            <a:spLocks noChangeShapeType="1"/>
          </p:cNvSpPr>
          <p:nvPr/>
        </p:nvSpPr>
        <p:spPr bwMode="auto">
          <a:xfrm flipH="1">
            <a:off x="5819775" y="1966913"/>
            <a:ext cx="838200" cy="914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09939" name="Oval 19"/>
          <p:cNvSpPr>
            <a:spLocks noChangeArrowheads="1"/>
          </p:cNvSpPr>
          <p:nvPr/>
        </p:nvSpPr>
        <p:spPr bwMode="auto">
          <a:xfrm>
            <a:off x="5819775" y="279082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nvGrpSpPr>
          <p:cNvPr id="209940" name="Group 20"/>
          <p:cNvGrpSpPr>
            <a:grpSpLocks/>
          </p:cNvGrpSpPr>
          <p:nvPr/>
        </p:nvGrpSpPr>
        <p:grpSpPr bwMode="auto">
          <a:xfrm>
            <a:off x="5372100" y="-152400"/>
            <a:ext cx="3314700" cy="4100513"/>
            <a:chOff x="3384" y="192"/>
            <a:chExt cx="2088" cy="2583"/>
          </a:xfrm>
        </p:grpSpPr>
        <p:sp>
          <p:nvSpPr>
            <p:cNvPr id="209941" name="Text Box 21"/>
            <p:cNvSpPr txBox="1">
              <a:spLocks noChangeArrowheads="1"/>
            </p:cNvSpPr>
            <p:nvPr/>
          </p:nvSpPr>
          <p:spPr bwMode="auto">
            <a:xfrm>
              <a:off x="4176" y="1182"/>
              <a:ext cx="20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rPr>
                <a:t>a’</a:t>
              </a:r>
            </a:p>
          </p:txBody>
        </p:sp>
        <p:grpSp>
          <p:nvGrpSpPr>
            <p:cNvPr id="209942" name="Group 22"/>
            <p:cNvGrpSpPr>
              <a:grpSpLocks/>
            </p:cNvGrpSpPr>
            <p:nvPr/>
          </p:nvGrpSpPr>
          <p:grpSpPr bwMode="auto">
            <a:xfrm>
              <a:off x="3384" y="192"/>
              <a:ext cx="2088" cy="2583"/>
              <a:chOff x="3384" y="192"/>
              <a:chExt cx="2088" cy="2583"/>
            </a:xfrm>
          </p:grpSpPr>
          <p:sp>
            <p:nvSpPr>
              <p:cNvPr id="209943" name="Text Box 23"/>
              <p:cNvSpPr txBox="1">
                <a:spLocks noChangeArrowheads="1"/>
              </p:cNvSpPr>
              <p:nvPr/>
            </p:nvSpPr>
            <p:spPr bwMode="auto">
              <a:xfrm>
                <a:off x="3384" y="1434"/>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400">
                    <a:latin typeface="Times New Roman" panose="02020603050405020304" pitchFamily="18" charset="0"/>
                  </a:rPr>
                  <a:t>x</a:t>
                </a:r>
              </a:p>
            </p:txBody>
          </p:sp>
          <p:sp>
            <p:nvSpPr>
              <p:cNvPr id="209944" name="Line 24"/>
              <p:cNvSpPr>
                <a:spLocks noChangeShapeType="1"/>
              </p:cNvSpPr>
              <p:nvPr/>
            </p:nvSpPr>
            <p:spPr bwMode="auto">
              <a:xfrm>
                <a:off x="4341" y="1086"/>
                <a:ext cx="0" cy="1200"/>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endParaRPr lang="en-IN"/>
              </a:p>
            </p:txBody>
          </p:sp>
          <p:sp>
            <p:nvSpPr>
              <p:cNvPr id="209945" name="Line 25"/>
              <p:cNvSpPr>
                <a:spLocks noChangeShapeType="1"/>
              </p:cNvSpPr>
              <p:nvPr/>
            </p:nvSpPr>
            <p:spPr bwMode="auto">
              <a:xfrm>
                <a:off x="3590" y="1614"/>
                <a:ext cx="164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09946" name="Text Box 26"/>
              <p:cNvSpPr txBox="1">
                <a:spLocks noChangeArrowheads="1"/>
              </p:cNvSpPr>
              <p:nvPr/>
            </p:nvSpPr>
            <p:spPr bwMode="auto">
              <a:xfrm>
                <a:off x="5208" y="1428"/>
                <a:ext cx="25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400" dirty="0">
                    <a:latin typeface="Times New Roman" panose="02020603050405020304" pitchFamily="18" charset="0"/>
                  </a:rPr>
                  <a:t>Y</a:t>
                </a:r>
              </a:p>
            </p:txBody>
          </p:sp>
          <p:sp>
            <p:nvSpPr>
              <p:cNvPr id="209947" name="Oval 27"/>
              <p:cNvSpPr>
                <a:spLocks noChangeArrowheads="1"/>
              </p:cNvSpPr>
              <p:nvPr/>
            </p:nvSpPr>
            <p:spPr bwMode="auto">
              <a:xfrm>
                <a:off x="4340" y="2046"/>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09948" name="Text Box 28"/>
              <p:cNvSpPr txBox="1">
                <a:spLocks noChangeArrowheads="1"/>
              </p:cNvSpPr>
              <p:nvPr/>
            </p:nvSpPr>
            <p:spPr bwMode="auto">
              <a:xfrm>
                <a:off x="4224" y="2046"/>
                <a:ext cx="16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rPr>
                  <a:t>a</a:t>
                </a:r>
              </a:p>
            </p:txBody>
          </p:sp>
          <p:sp>
            <p:nvSpPr>
              <p:cNvPr id="209949" name="Line 29"/>
              <p:cNvSpPr>
                <a:spLocks noChangeShapeType="1"/>
              </p:cNvSpPr>
              <p:nvPr/>
            </p:nvSpPr>
            <p:spPr bwMode="auto">
              <a:xfrm flipV="1">
                <a:off x="4340" y="366"/>
                <a:ext cx="816" cy="1008"/>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09950" name="Text Box 30"/>
              <p:cNvSpPr txBox="1">
                <a:spLocks noChangeArrowheads="1"/>
              </p:cNvSpPr>
              <p:nvPr/>
            </p:nvSpPr>
            <p:spPr bwMode="auto">
              <a:xfrm>
                <a:off x="5102" y="192"/>
                <a:ext cx="209"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rPr>
                  <a:t>b’</a:t>
                </a:r>
                <a:endParaRPr lang="en-US" altLang="en-US" sz="1400" baseline="-25000">
                  <a:latin typeface="Times New Roman" panose="02020603050405020304" pitchFamily="18" charset="0"/>
                </a:endParaRPr>
              </a:p>
            </p:txBody>
          </p:sp>
          <p:sp>
            <p:nvSpPr>
              <p:cNvPr id="209951" name="Text Box 31"/>
              <p:cNvSpPr txBox="1">
                <a:spLocks noChangeArrowheads="1"/>
              </p:cNvSpPr>
              <p:nvPr/>
            </p:nvSpPr>
            <p:spPr bwMode="auto">
              <a:xfrm rot="-2966121">
                <a:off x="4580" y="702"/>
                <a:ext cx="259"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rPr>
                  <a:t>FV</a:t>
                </a:r>
                <a:endParaRPr lang="en-US" altLang="en-US" sz="1400" baseline="-25000">
                  <a:latin typeface="Times New Roman" panose="02020603050405020304" pitchFamily="18" charset="0"/>
                </a:endParaRPr>
              </a:p>
            </p:txBody>
          </p:sp>
          <p:sp>
            <p:nvSpPr>
              <p:cNvPr id="209952" name="Line 32"/>
              <p:cNvSpPr>
                <a:spLocks noChangeShapeType="1"/>
              </p:cNvSpPr>
              <p:nvPr/>
            </p:nvSpPr>
            <p:spPr bwMode="auto">
              <a:xfrm>
                <a:off x="4340" y="1356"/>
                <a:ext cx="103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09953" name="Line 33"/>
              <p:cNvSpPr>
                <a:spLocks noChangeShapeType="1"/>
              </p:cNvSpPr>
              <p:nvPr/>
            </p:nvSpPr>
            <p:spPr bwMode="auto">
              <a:xfrm>
                <a:off x="4340" y="2058"/>
                <a:ext cx="11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09954" name="Line 34"/>
              <p:cNvSpPr>
                <a:spLocks noChangeShapeType="1"/>
              </p:cNvSpPr>
              <p:nvPr/>
            </p:nvSpPr>
            <p:spPr bwMode="auto">
              <a:xfrm>
                <a:off x="5156" y="366"/>
                <a:ext cx="0" cy="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09955" name="Text Box 35"/>
              <p:cNvSpPr txBox="1">
                <a:spLocks noChangeArrowheads="1"/>
              </p:cNvSpPr>
              <p:nvPr/>
            </p:nvSpPr>
            <p:spPr bwMode="auto">
              <a:xfrm>
                <a:off x="5145" y="2583"/>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rPr>
                  <a:t>b</a:t>
                </a:r>
                <a:endParaRPr lang="en-US" altLang="en-US" sz="1400" baseline="-25000">
                  <a:latin typeface="Times New Roman" panose="02020603050405020304" pitchFamily="18" charset="0"/>
                </a:endParaRPr>
              </a:p>
            </p:txBody>
          </p:sp>
          <p:sp>
            <p:nvSpPr>
              <p:cNvPr id="209956" name="Line 36"/>
              <p:cNvSpPr>
                <a:spLocks noChangeShapeType="1"/>
              </p:cNvSpPr>
              <p:nvPr/>
            </p:nvSpPr>
            <p:spPr bwMode="auto">
              <a:xfrm flipH="1" flipV="1">
                <a:off x="4340" y="2046"/>
                <a:ext cx="844" cy="56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09957" name="Text Box 37"/>
              <p:cNvSpPr txBox="1">
                <a:spLocks noChangeArrowheads="1"/>
              </p:cNvSpPr>
              <p:nvPr/>
            </p:nvSpPr>
            <p:spPr bwMode="auto">
              <a:xfrm rot="2032160">
                <a:off x="4629" y="2334"/>
                <a:ext cx="265"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rPr>
                  <a:t>TV</a:t>
                </a:r>
              </a:p>
            </p:txBody>
          </p:sp>
        </p:grpSp>
      </p:grpSp>
      <p:grpSp>
        <p:nvGrpSpPr>
          <p:cNvPr id="209958" name="Group 38"/>
          <p:cNvGrpSpPr>
            <a:grpSpLocks/>
          </p:cNvGrpSpPr>
          <p:nvPr/>
        </p:nvGrpSpPr>
        <p:grpSpPr bwMode="auto">
          <a:xfrm>
            <a:off x="4452938" y="304800"/>
            <a:ext cx="838200" cy="6019800"/>
            <a:chOff x="2850" y="192"/>
            <a:chExt cx="528" cy="3888"/>
          </a:xfrm>
        </p:grpSpPr>
        <p:grpSp>
          <p:nvGrpSpPr>
            <p:cNvPr id="209959" name="Group 39"/>
            <p:cNvGrpSpPr>
              <a:grpSpLocks/>
            </p:cNvGrpSpPr>
            <p:nvPr/>
          </p:nvGrpSpPr>
          <p:grpSpPr bwMode="auto">
            <a:xfrm>
              <a:off x="2850" y="192"/>
              <a:ext cx="528" cy="3888"/>
              <a:chOff x="2850" y="192"/>
              <a:chExt cx="528" cy="3888"/>
            </a:xfrm>
          </p:grpSpPr>
          <p:sp>
            <p:nvSpPr>
              <p:cNvPr id="209960" name="Line 40"/>
              <p:cNvSpPr>
                <a:spLocks noChangeShapeType="1"/>
              </p:cNvSpPr>
              <p:nvPr/>
            </p:nvSpPr>
            <p:spPr bwMode="auto">
              <a:xfrm flipH="1">
                <a:off x="2850" y="192"/>
                <a:ext cx="528" cy="0"/>
              </a:xfrm>
              <a:prstGeom prst="line">
                <a:avLst/>
              </a:prstGeom>
              <a:noFill/>
              <a:ln w="28575">
                <a:solidFill>
                  <a:schemeClr val="tx1"/>
                </a:solidFill>
                <a:prstDash val="lgDash"/>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09961" name="Line 41"/>
              <p:cNvSpPr>
                <a:spLocks noChangeShapeType="1"/>
              </p:cNvSpPr>
              <p:nvPr/>
            </p:nvSpPr>
            <p:spPr bwMode="auto">
              <a:xfrm>
                <a:off x="3120" y="192"/>
                <a:ext cx="0" cy="3888"/>
              </a:xfrm>
              <a:prstGeom prst="line">
                <a:avLst/>
              </a:prstGeom>
              <a:noFill/>
              <a:ln w="28575">
                <a:solidFill>
                  <a:schemeClr val="tx1"/>
                </a:solidFill>
                <a:prstDash val="lgDash"/>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209962" name="Line 42"/>
            <p:cNvSpPr>
              <a:spLocks noChangeShapeType="1"/>
            </p:cNvSpPr>
            <p:nvPr/>
          </p:nvSpPr>
          <p:spPr bwMode="auto">
            <a:xfrm>
              <a:off x="2877" y="4080"/>
              <a:ext cx="480" cy="0"/>
            </a:xfrm>
            <a:prstGeom prst="line">
              <a:avLst/>
            </a:prstGeom>
            <a:noFill/>
            <a:ln w="28575">
              <a:solidFill>
                <a:schemeClr val="tx1"/>
              </a:solidFill>
              <a:prstDash val="lgDash"/>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09963" name="Group 43"/>
          <p:cNvGrpSpPr>
            <a:grpSpLocks/>
          </p:cNvGrpSpPr>
          <p:nvPr/>
        </p:nvGrpSpPr>
        <p:grpSpPr bwMode="auto">
          <a:xfrm>
            <a:off x="5041902" y="3452815"/>
            <a:ext cx="2811463" cy="2524125"/>
            <a:chOff x="3302" y="2640"/>
            <a:chExt cx="1771" cy="1590"/>
          </a:xfrm>
        </p:grpSpPr>
        <p:sp>
          <p:nvSpPr>
            <p:cNvPr id="209964" name="Rectangle 44"/>
            <p:cNvSpPr>
              <a:spLocks noChangeArrowheads="1"/>
            </p:cNvSpPr>
            <p:nvPr/>
          </p:nvSpPr>
          <p:spPr bwMode="auto">
            <a:xfrm>
              <a:off x="3456" y="3888"/>
              <a:ext cx="576" cy="14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09965" name="Rectangle 45"/>
            <p:cNvSpPr>
              <a:spLocks noChangeArrowheads="1"/>
            </p:cNvSpPr>
            <p:nvPr/>
          </p:nvSpPr>
          <p:spPr bwMode="auto">
            <a:xfrm>
              <a:off x="3456" y="3630"/>
              <a:ext cx="576" cy="14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09966" name="Text Box 46"/>
            <p:cNvSpPr txBox="1">
              <a:spLocks noChangeArrowheads="1"/>
            </p:cNvSpPr>
            <p:nvPr/>
          </p:nvSpPr>
          <p:spPr bwMode="auto">
            <a:xfrm>
              <a:off x="3302" y="2640"/>
              <a:ext cx="1771" cy="15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b="1" i="1" u="sng" dirty="0">
                  <a:latin typeface="Times New Roman" panose="02020603050405020304" pitchFamily="18" charset="0"/>
                </a:rPr>
                <a:t>Observe &amp; note</a:t>
              </a:r>
              <a:r>
                <a:rPr lang="en-US" altLang="en-US" sz="1400" b="1" u="sng" dirty="0">
                  <a:latin typeface="Times New Roman" panose="02020603050405020304" pitchFamily="18" charset="0"/>
                </a:rPr>
                <a:t> :-</a:t>
              </a:r>
            </a:p>
            <a:p>
              <a:pPr eaLnBrk="1" hangingPunct="1"/>
              <a:r>
                <a:rPr lang="en-US" altLang="en-US" sz="1400" dirty="0">
                  <a:solidFill>
                    <a:srgbClr val="C00000"/>
                  </a:solidFill>
                  <a:latin typeface="Times New Roman" panose="02020603050405020304" pitchFamily="18" charset="0"/>
                </a:rPr>
                <a:t>1. Points h’ &amp;  v always on x-y line.</a:t>
              </a:r>
            </a:p>
            <a:p>
              <a:pPr eaLnBrk="1" hangingPunct="1"/>
              <a:endParaRPr lang="en-US" altLang="en-US" sz="1400" dirty="0">
                <a:solidFill>
                  <a:srgbClr val="C00000"/>
                </a:solidFill>
                <a:latin typeface="Times New Roman" panose="02020603050405020304" pitchFamily="18" charset="0"/>
              </a:endParaRPr>
            </a:p>
            <a:p>
              <a:pPr eaLnBrk="1" hangingPunct="1"/>
              <a:r>
                <a:rPr lang="en-US" altLang="en-US" sz="1400" dirty="0">
                  <a:solidFill>
                    <a:srgbClr val="C00000"/>
                  </a:solidFill>
                  <a:latin typeface="Times New Roman" panose="02020603050405020304" pitchFamily="18" charset="0"/>
                </a:rPr>
                <a:t>2. VT &amp; v always on one projector.</a:t>
              </a:r>
            </a:p>
            <a:p>
              <a:pPr eaLnBrk="1" hangingPunct="1"/>
              <a:endParaRPr lang="en-US" altLang="en-US" sz="1400" dirty="0">
                <a:solidFill>
                  <a:srgbClr val="C00000"/>
                </a:solidFill>
                <a:latin typeface="Times New Roman" panose="02020603050405020304" pitchFamily="18" charset="0"/>
              </a:endParaRPr>
            </a:p>
            <a:p>
              <a:pPr eaLnBrk="1" hangingPunct="1"/>
              <a:r>
                <a:rPr lang="en-US" altLang="en-US" sz="1400" dirty="0">
                  <a:solidFill>
                    <a:srgbClr val="C00000"/>
                  </a:solidFill>
                  <a:latin typeface="Times New Roman" panose="02020603050405020304" pitchFamily="18" charset="0"/>
                </a:rPr>
                <a:t>3. HT &amp; h’  always on one projector.</a:t>
              </a:r>
            </a:p>
            <a:p>
              <a:pPr eaLnBrk="1" hangingPunct="1"/>
              <a:endParaRPr lang="en-US" altLang="en-US" sz="1400" dirty="0">
                <a:solidFill>
                  <a:srgbClr val="C00000"/>
                </a:solidFill>
                <a:latin typeface="Times New Roman" panose="02020603050405020304" pitchFamily="18" charset="0"/>
              </a:endParaRPr>
            </a:p>
            <a:p>
              <a:pPr eaLnBrk="1" hangingPunct="1"/>
              <a:r>
                <a:rPr lang="en-US" altLang="en-US" sz="1400" dirty="0">
                  <a:solidFill>
                    <a:srgbClr val="C00000"/>
                  </a:solidFill>
                  <a:latin typeface="Times New Roman" panose="02020603050405020304" pitchFamily="18" charset="0"/>
                </a:rPr>
                <a:t>4. FV - h’- VT  always co-linear. </a:t>
              </a:r>
            </a:p>
            <a:p>
              <a:pPr eaLnBrk="1" hangingPunct="1"/>
              <a:endParaRPr lang="en-US" altLang="en-US" sz="1400" dirty="0">
                <a:solidFill>
                  <a:srgbClr val="C00000"/>
                </a:solidFill>
                <a:latin typeface="Times New Roman" panose="02020603050405020304" pitchFamily="18" charset="0"/>
              </a:endParaRPr>
            </a:p>
            <a:p>
              <a:pPr eaLnBrk="1" hangingPunct="1"/>
              <a:r>
                <a:rPr lang="en-US" altLang="en-US" sz="1400" dirty="0">
                  <a:solidFill>
                    <a:srgbClr val="C00000"/>
                  </a:solidFill>
                  <a:latin typeface="Times New Roman" panose="02020603050405020304" pitchFamily="18" charset="0"/>
                </a:rPr>
                <a:t>5. TV - v - HT    always co-linear.</a:t>
              </a:r>
            </a:p>
            <a:p>
              <a:pPr eaLnBrk="1" hangingPunct="1"/>
              <a:r>
                <a:rPr lang="en-US" altLang="en-US" sz="1400" dirty="0">
                  <a:latin typeface="Times New Roman" panose="02020603050405020304" pitchFamily="18" charset="0"/>
                </a:rPr>
                <a:t> </a:t>
              </a:r>
            </a:p>
          </p:txBody>
        </p:sp>
      </p:grpSp>
      <p:sp>
        <p:nvSpPr>
          <p:cNvPr id="2" name="Slide Number Placeholder 1"/>
          <p:cNvSpPr>
            <a:spLocks noGrp="1"/>
          </p:cNvSpPr>
          <p:nvPr>
            <p:ph type="sldNum" sz="quarter" idx="12"/>
          </p:nvPr>
        </p:nvSpPr>
        <p:spPr/>
        <p:txBody>
          <a:bodyPr/>
          <a:lstStyle/>
          <a:p>
            <a:fld id="{EE8E09DC-0268-440F-8276-54ADABB93829}" type="slidenum">
              <a:rPr lang="en-IN" smtClean="0"/>
              <a:t>53</a:t>
            </a:fld>
            <a:endParaRPr lang="en-IN" dirty="0"/>
          </a:p>
        </p:txBody>
      </p:sp>
    </p:spTree>
    <p:extLst>
      <p:ext uri="{BB962C8B-B14F-4D97-AF65-F5344CB8AC3E}">
        <p14:creationId xmlns:p14="http://schemas.microsoft.com/office/powerpoint/2010/main" val="266904975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209924"/>
                                        </p:tgtEl>
                                        <p:attrNameLst>
                                          <p:attrName>style.visibility</p:attrName>
                                        </p:attrNameLst>
                                      </p:cBhvr>
                                      <p:to>
                                        <p:strVal val="visible"/>
                                      </p:to>
                                    </p:set>
                                    <p:anim calcmode="lin" valueType="num">
                                      <p:cBhvr>
                                        <p:cTn id="7" dur="500" fill="hold"/>
                                        <p:tgtEl>
                                          <p:spTgt spid="209924"/>
                                        </p:tgtEl>
                                        <p:attrNameLst>
                                          <p:attrName>ppt_x</p:attrName>
                                        </p:attrNameLst>
                                      </p:cBhvr>
                                      <p:tavLst>
                                        <p:tav tm="0">
                                          <p:val>
                                            <p:strVal val="#ppt_x-#ppt_w/2"/>
                                          </p:val>
                                        </p:tav>
                                        <p:tav tm="100000">
                                          <p:val>
                                            <p:strVal val="#ppt_x"/>
                                          </p:val>
                                        </p:tav>
                                      </p:tavLst>
                                    </p:anim>
                                    <p:anim calcmode="lin" valueType="num">
                                      <p:cBhvr>
                                        <p:cTn id="8" dur="500" fill="hold"/>
                                        <p:tgtEl>
                                          <p:spTgt spid="209924"/>
                                        </p:tgtEl>
                                        <p:attrNameLst>
                                          <p:attrName>ppt_y</p:attrName>
                                        </p:attrNameLst>
                                      </p:cBhvr>
                                      <p:tavLst>
                                        <p:tav tm="0">
                                          <p:val>
                                            <p:strVal val="#ppt_y"/>
                                          </p:val>
                                        </p:tav>
                                        <p:tav tm="100000">
                                          <p:val>
                                            <p:strVal val="#ppt_y"/>
                                          </p:val>
                                        </p:tav>
                                      </p:tavLst>
                                    </p:anim>
                                    <p:anim calcmode="lin" valueType="num">
                                      <p:cBhvr>
                                        <p:cTn id="9" dur="500" fill="hold"/>
                                        <p:tgtEl>
                                          <p:spTgt spid="209924"/>
                                        </p:tgtEl>
                                        <p:attrNameLst>
                                          <p:attrName>ppt_w</p:attrName>
                                        </p:attrNameLst>
                                      </p:cBhvr>
                                      <p:tavLst>
                                        <p:tav tm="0">
                                          <p:val>
                                            <p:fltVal val="0"/>
                                          </p:val>
                                        </p:tav>
                                        <p:tav tm="100000">
                                          <p:val>
                                            <p:strVal val="#ppt_w"/>
                                          </p:val>
                                        </p:tav>
                                      </p:tavLst>
                                    </p:anim>
                                    <p:anim calcmode="lin" valueType="num">
                                      <p:cBhvr>
                                        <p:cTn id="10" dur="500" fill="hold"/>
                                        <p:tgtEl>
                                          <p:spTgt spid="209924"/>
                                        </p:tgtEl>
                                        <p:attrNameLst>
                                          <p:attrName>ppt_h</p:attrName>
                                        </p:attrNameLst>
                                      </p:cBhvr>
                                      <p:tavLst>
                                        <p:tav tm="0">
                                          <p:val>
                                            <p:strVal val="#ppt_h"/>
                                          </p:val>
                                        </p:tav>
                                        <p:tav tm="100000">
                                          <p:val>
                                            <p:strVal val="#ppt_h"/>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17" presetClass="entr" presetSubtype="8" fill="hold" grpId="0" nodeType="clickEffect">
                                  <p:stCondLst>
                                    <p:cond delay="0"/>
                                  </p:stCondLst>
                                  <p:childTnLst>
                                    <p:set>
                                      <p:cBhvr>
                                        <p:cTn id="14" dur="1" fill="hold">
                                          <p:stCondLst>
                                            <p:cond delay="0"/>
                                          </p:stCondLst>
                                        </p:cTn>
                                        <p:tgtEl>
                                          <p:spTgt spid="209923"/>
                                        </p:tgtEl>
                                        <p:attrNameLst>
                                          <p:attrName>style.visibility</p:attrName>
                                        </p:attrNameLst>
                                      </p:cBhvr>
                                      <p:to>
                                        <p:strVal val="visible"/>
                                      </p:to>
                                    </p:set>
                                    <p:anim calcmode="lin" valueType="num">
                                      <p:cBhvr>
                                        <p:cTn id="15" dur="500" fill="hold"/>
                                        <p:tgtEl>
                                          <p:spTgt spid="209923"/>
                                        </p:tgtEl>
                                        <p:attrNameLst>
                                          <p:attrName>ppt_x</p:attrName>
                                        </p:attrNameLst>
                                      </p:cBhvr>
                                      <p:tavLst>
                                        <p:tav tm="0">
                                          <p:val>
                                            <p:strVal val="#ppt_x-#ppt_w/2"/>
                                          </p:val>
                                        </p:tav>
                                        <p:tav tm="100000">
                                          <p:val>
                                            <p:strVal val="#ppt_x"/>
                                          </p:val>
                                        </p:tav>
                                      </p:tavLst>
                                    </p:anim>
                                    <p:anim calcmode="lin" valueType="num">
                                      <p:cBhvr>
                                        <p:cTn id="16" dur="500" fill="hold"/>
                                        <p:tgtEl>
                                          <p:spTgt spid="209923"/>
                                        </p:tgtEl>
                                        <p:attrNameLst>
                                          <p:attrName>ppt_y</p:attrName>
                                        </p:attrNameLst>
                                      </p:cBhvr>
                                      <p:tavLst>
                                        <p:tav tm="0">
                                          <p:val>
                                            <p:strVal val="#ppt_y"/>
                                          </p:val>
                                        </p:tav>
                                        <p:tav tm="100000">
                                          <p:val>
                                            <p:strVal val="#ppt_y"/>
                                          </p:val>
                                        </p:tav>
                                      </p:tavLst>
                                    </p:anim>
                                    <p:anim calcmode="lin" valueType="num">
                                      <p:cBhvr>
                                        <p:cTn id="17" dur="500" fill="hold"/>
                                        <p:tgtEl>
                                          <p:spTgt spid="209923"/>
                                        </p:tgtEl>
                                        <p:attrNameLst>
                                          <p:attrName>ppt_w</p:attrName>
                                        </p:attrNameLst>
                                      </p:cBhvr>
                                      <p:tavLst>
                                        <p:tav tm="0">
                                          <p:val>
                                            <p:fltVal val="0"/>
                                          </p:val>
                                        </p:tav>
                                        <p:tav tm="100000">
                                          <p:val>
                                            <p:strVal val="#ppt_w"/>
                                          </p:val>
                                        </p:tav>
                                      </p:tavLst>
                                    </p:anim>
                                    <p:anim calcmode="lin" valueType="num">
                                      <p:cBhvr>
                                        <p:cTn id="18" dur="500" fill="hold"/>
                                        <p:tgtEl>
                                          <p:spTgt spid="209923"/>
                                        </p:tgtEl>
                                        <p:attrNameLst>
                                          <p:attrName>ppt_h</p:attrName>
                                        </p:attrNameLst>
                                      </p:cBhvr>
                                      <p:tavLst>
                                        <p:tav tm="0">
                                          <p:val>
                                            <p:strVal val="#ppt_h"/>
                                          </p:val>
                                        </p:tav>
                                        <p:tav tm="100000">
                                          <p:val>
                                            <p:strVal val="#ppt_h"/>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17" presetClass="entr" presetSubtype="8" fill="hold" grpId="0" nodeType="clickEffect">
                                  <p:stCondLst>
                                    <p:cond delay="0"/>
                                  </p:stCondLst>
                                  <p:childTnLst>
                                    <p:set>
                                      <p:cBhvr>
                                        <p:cTn id="22" dur="1" fill="hold">
                                          <p:stCondLst>
                                            <p:cond delay="0"/>
                                          </p:stCondLst>
                                        </p:cTn>
                                        <p:tgtEl>
                                          <p:spTgt spid="209926"/>
                                        </p:tgtEl>
                                        <p:attrNameLst>
                                          <p:attrName>style.visibility</p:attrName>
                                        </p:attrNameLst>
                                      </p:cBhvr>
                                      <p:to>
                                        <p:strVal val="visible"/>
                                      </p:to>
                                    </p:set>
                                    <p:anim calcmode="lin" valueType="num">
                                      <p:cBhvr>
                                        <p:cTn id="23" dur="500" fill="hold"/>
                                        <p:tgtEl>
                                          <p:spTgt spid="209926"/>
                                        </p:tgtEl>
                                        <p:attrNameLst>
                                          <p:attrName>ppt_x</p:attrName>
                                        </p:attrNameLst>
                                      </p:cBhvr>
                                      <p:tavLst>
                                        <p:tav tm="0">
                                          <p:val>
                                            <p:strVal val="#ppt_x-#ppt_w/2"/>
                                          </p:val>
                                        </p:tav>
                                        <p:tav tm="100000">
                                          <p:val>
                                            <p:strVal val="#ppt_x"/>
                                          </p:val>
                                        </p:tav>
                                      </p:tavLst>
                                    </p:anim>
                                    <p:anim calcmode="lin" valueType="num">
                                      <p:cBhvr>
                                        <p:cTn id="24" dur="500" fill="hold"/>
                                        <p:tgtEl>
                                          <p:spTgt spid="209926"/>
                                        </p:tgtEl>
                                        <p:attrNameLst>
                                          <p:attrName>ppt_y</p:attrName>
                                        </p:attrNameLst>
                                      </p:cBhvr>
                                      <p:tavLst>
                                        <p:tav tm="0">
                                          <p:val>
                                            <p:strVal val="#ppt_y"/>
                                          </p:val>
                                        </p:tav>
                                        <p:tav tm="100000">
                                          <p:val>
                                            <p:strVal val="#ppt_y"/>
                                          </p:val>
                                        </p:tav>
                                      </p:tavLst>
                                    </p:anim>
                                    <p:anim calcmode="lin" valueType="num">
                                      <p:cBhvr>
                                        <p:cTn id="25" dur="500" fill="hold"/>
                                        <p:tgtEl>
                                          <p:spTgt spid="209926"/>
                                        </p:tgtEl>
                                        <p:attrNameLst>
                                          <p:attrName>ppt_w</p:attrName>
                                        </p:attrNameLst>
                                      </p:cBhvr>
                                      <p:tavLst>
                                        <p:tav tm="0">
                                          <p:val>
                                            <p:fltVal val="0"/>
                                          </p:val>
                                        </p:tav>
                                        <p:tav tm="100000">
                                          <p:val>
                                            <p:strVal val="#ppt_w"/>
                                          </p:val>
                                        </p:tav>
                                      </p:tavLst>
                                    </p:anim>
                                    <p:anim calcmode="lin" valueType="num">
                                      <p:cBhvr>
                                        <p:cTn id="26" dur="500" fill="hold"/>
                                        <p:tgtEl>
                                          <p:spTgt spid="209926"/>
                                        </p:tgtEl>
                                        <p:attrNameLst>
                                          <p:attrName>ppt_h</p:attrName>
                                        </p:attrNameLst>
                                      </p:cBhvr>
                                      <p:tavLst>
                                        <p:tav tm="0">
                                          <p:val>
                                            <p:strVal val="#ppt_h"/>
                                          </p:val>
                                        </p:tav>
                                        <p:tav tm="100000">
                                          <p:val>
                                            <p:strVal val="#ppt_h"/>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17" presetClass="entr" presetSubtype="8" fill="hold" grpId="0" nodeType="clickEffect">
                                  <p:stCondLst>
                                    <p:cond delay="0"/>
                                  </p:stCondLst>
                                  <p:childTnLst>
                                    <p:set>
                                      <p:cBhvr>
                                        <p:cTn id="30" dur="1" fill="hold">
                                          <p:stCondLst>
                                            <p:cond delay="0"/>
                                          </p:stCondLst>
                                        </p:cTn>
                                        <p:tgtEl>
                                          <p:spTgt spid="209925"/>
                                        </p:tgtEl>
                                        <p:attrNameLst>
                                          <p:attrName>style.visibility</p:attrName>
                                        </p:attrNameLst>
                                      </p:cBhvr>
                                      <p:to>
                                        <p:strVal val="visible"/>
                                      </p:to>
                                    </p:set>
                                    <p:anim calcmode="lin" valueType="num">
                                      <p:cBhvr>
                                        <p:cTn id="31" dur="500" fill="hold"/>
                                        <p:tgtEl>
                                          <p:spTgt spid="209925"/>
                                        </p:tgtEl>
                                        <p:attrNameLst>
                                          <p:attrName>ppt_x</p:attrName>
                                        </p:attrNameLst>
                                      </p:cBhvr>
                                      <p:tavLst>
                                        <p:tav tm="0">
                                          <p:val>
                                            <p:strVal val="#ppt_x-#ppt_w/2"/>
                                          </p:val>
                                        </p:tav>
                                        <p:tav tm="100000">
                                          <p:val>
                                            <p:strVal val="#ppt_x"/>
                                          </p:val>
                                        </p:tav>
                                      </p:tavLst>
                                    </p:anim>
                                    <p:anim calcmode="lin" valueType="num">
                                      <p:cBhvr>
                                        <p:cTn id="32" dur="500" fill="hold"/>
                                        <p:tgtEl>
                                          <p:spTgt spid="209925"/>
                                        </p:tgtEl>
                                        <p:attrNameLst>
                                          <p:attrName>ppt_y</p:attrName>
                                        </p:attrNameLst>
                                      </p:cBhvr>
                                      <p:tavLst>
                                        <p:tav tm="0">
                                          <p:val>
                                            <p:strVal val="#ppt_y"/>
                                          </p:val>
                                        </p:tav>
                                        <p:tav tm="100000">
                                          <p:val>
                                            <p:strVal val="#ppt_y"/>
                                          </p:val>
                                        </p:tav>
                                      </p:tavLst>
                                    </p:anim>
                                    <p:anim calcmode="lin" valueType="num">
                                      <p:cBhvr>
                                        <p:cTn id="33" dur="500" fill="hold"/>
                                        <p:tgtEl>
                                          <p:spTgt spid="209925"/>
                                        </p:tgtEl>
                                        <p:attrNameLst>
                                          <p:attrName>ppt_w</p:attrName>
                                        </p:attrNameLst>
                                      </p:cBhvr>
                                      <p:tavLst>
                                        <p:tav tm="0">
                                          <p:val>
                                            <p:fltVal val="0"/>
                                          </p:val>
                                        </p:tav>
                                        <p:tav tm="100000">
                                          <p:val>
                                            <p:strVal val="#ppt_w"/>
                                          </p:val>
                                        </p:tav>
                                      </p:tavLst>
                                    </p:anim>
                                    <p:anim calcmode="lin" valueType="num">
                                      <p:cBhvr>
                                        <p:cTn id="34" dur="500" fill="hold"/>
                                        <p:tgtEl>
                                          <p:spTgt spid="209925"/>
                                        </p:tgtEl>
                                        <p:attrNameLst>
                                          <p:attrName>ppt_h</p:attrName>
                                        </p:attrNameLst>
                                      </p:cBhvr>
                                      <p:tavLst>
                                        <p:tav tm="0">
                                          <p:val>
                                            <p:strVal val="#ppt_h"/>
                                          </p:val>
                                        </p:tav>
                                        <p:tav tm="100000">
                                          <p:val>
                                            <p:strVal val="#ppt_h"/>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17" presetClass="entr" presetSubtype="10" fill="hold" nodeType="clickEffect">
                                  <p:stCondLst>
                                    <p:cond delay="0"/>
                                  </p:stCondLst>
                                  <p:childTnLst>
                                    <p:set>
                                      <p:cBhvr>
                                        <p:cTn id="38" dur="1" fill="hold">
                                          <p:stCondLst>
                                            <p:cond delay="0"/>
                                          </p:stCondLst>
                                        </p:cTn>
                                        <p:tgtEl>
                                          <p:spTgt spid="209958"/>
                                        </p:tgtEl>
                                        <p:attrNameLst>
                                          <p:attrName>style.visibility</p:attrName>
                                        </p:attrNameLst>
                                      </p:cBhvr>
                                      <p:to>
                                        <p:strVal val="visible"/>
                                      </p:to>
                                    </p:set>
                                    <p:anim calcmode="lin" valueType="num">
                                      <p:cBhvr>
                                        <p:cTn id="39" dur="500" fill="hold"/>
                                        <p:tgtEl>
                                          <p:spTgt spid="209958"/>
                                        </p:tgtEl>
                                        <p:attrNameLst>
                                          <p:attrName>ppt_w</p:attrName>
                                        </p:attrNameLst>
                                      </p:cBhvr>
                                      <p:tavLst>
                                        <p:tav tm="0">
                                          <p:val>
                                            <p:fltVal val="0"/>
                                          </p:val>
                                        </p:tav>
                                        <p:tav tm="100000">
                                          <p:val>
                                            <p:strVal val="#ppt_w"/>
                                          </p:val>
                                        </p:tav>
                                      </p:tavLst>
                                    </p:anim>
                                    <p:anim calcmode="lin" valueType="num">
                                      <p:cBhvr>
                                        <p:cTn id="40" dur="500" fill="hold"/>
                                        <p:tgtEl>
                                          <p:spTgt spid="209958"/>
                                        </p:tgtEl>
                                        <p:attrNameLst>
                                          <p:attrName>ppt_h</p:attrName>
                                        </p:attrNameLst>
                                      </p:cBhvr>
                                      <p:tavLst>
                                        <p:tav tm="0">
                                          <p:val>
                                            <p:strVal val="#ppt_h"/>
                                          </p:val>
                                        </p:tav>
                                        <p:tav tm="100000">
                                          <p:val>
                                            <p:strVal val="#ppt_h"/>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17" presetClass="entr" presetSubtype="10" fill="hold" nodeType="clickEffect">
                                  <p:stCondLst>
                                    <p:cond delay="0"/>
                                  </p:stCondLst>
                                  <p:childTnLst>
                                    <p:set>
                                      <p:cBhvr>
                                        <p:cTn id="44" dur="1" fill="hold">
                                          <p:stCondLst>
                                            <p:cond delay="0"/>
                                          </p:stCondLst>
                                        </p:cTn>
                                        <p:tgtEl>
                                          <p:spTgt spid="209940"/>
                                        </p:tgtEl>
                                        <p:attrNameLst>
                                          <p:attrName>style.visibility</p:attrName>
                                        </p:attrNameLst>
                                      </p:cBhvr>
                                      <p:to>
                                        <p:strVal val="visible"/>
                                      </p:to>
                                    </p:set>
                                    <p:anim calcmode="lin" valueType="num">
                                      <p:cBhvr>
                                        <p:cTn id="45" dur="500" fill="hold"/>
                                        <p:tgtEl>
                                          <p:spTgt spid="209940"/>
                                        </p:tgtEl>
                                        <p:attrNameLst>
                                          <p:attrName>ppt_w</p:attrName>
                                        </p:attrNameLst>
                                      </p:cBhvr>
                                      <p:tavLst>
                                        <p:tav tm="0">
                                          <p:val>
                                            <p:fltVal val="0"/>
                                          </p:val>
                                        </p:tav>
                                        <p:tav tm="100000">
                                          <p:val>
                                            <p:strVal val="#ppt_w"/>
                                          </p:val>
                                        </p:tav>
                                      </p:tavLst>
                                    </p:anim>
                                    <p:anim calcmode="lin" valueType="num">
                                      <p:cBhvr>
                                        <p:cTn id="46" dur="500" fill="hold"/>
                                        <p:tgtEl>
                                          <p:spTgt spid="209940"/>
                                        </p:tgtEl>
                                        <p:attrNameLst>
                                          <p:attrName>ppt_h</p:attrName>
                                        </p:attrNameLst>
                                      </p:cBhvr>
                                      <p:tavLst>
                                        <p:tav tm="0">
                                          <p:val>
                                            <p:strVal val="#ppt_h"/>
                                          </p:val>
                                        </p:tav>
                                        <p:tav tm="100000">
                                          <p:val>
                                            <p:strVal val="#ppt_h"/>
                                          </p:val>
                                        </p:tav>
                                      </p:tavLst>
                                    </p:anim>
                                  </p:childTnLst>
                                </p:cTn>
                              </p:par>
                            </p:childTnLst>
                          </p:cTn>
                        </p:par>
                      </p:childTnLst>
                    </p:cTn>
                  </p:par>
                  <p:par>
                    <p:cTn id="47" fill="hold" nodeType="clickPar">
                      <p:stCondLst>
                        <p:cond delay="indefinite"/>
                      </p:stCondLst>
                      <p:childTnLst>
                        <p:par>
                          <p:cTn id="48" fill="hold" nodeType="withGroup">
                            <p:stCondLst>
                              <p:cond delay="0"/>
                            </p:stCondLst>
                            <p:childTnLst>
                              <p:par>
                                <p:cTn id="49" presetID="18" presetClass="entr" presetSubtype="12" fill="hold" grpId="0" nodeType="clickEffect">
                                  <p:stCondLst>
                                    <p:cond delay="0"/>
                                  </p:stCondLst>
                                  <p:childTnLst>
                                    <p:set>
                                      <p:cBhvr>
                                        <p:cTn id="50" dur="1" fill="hold">
                                          <p:stCondLst>
                                            <p:cond delay="0"/>
                                          </p:stCondLst>
                                        </p:cTn>
                                        <p:tgtEl>
                                          <p:spTgt spid="209928"/>
                                        </p:tgtEl>
                                        <p:attrNameLst>
                                          <p:attrName>style.visibility</p:attrName>
                                        </p:attrNameLst>
                                      </p:cBhvr>
                                      <p:to>
                                        <p:strVal val="visible"/>
                                      </p:to>
                                    </p:set>
                                    <p:animEffect transition="in" filter="strips(downLeft)">
                                      <p:cBhvr>
                                        <p:cTn id="51" dur="500"/>
                                        <p:tgtEl>
                                          <p:spTgt spid="209928"/>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1" presetClass="entr" presetSubtype="0" fill="hold" grpId="0" nodeType="clickEffect">
                                  <p:stCondLst>
                                    <p:cond delay="0"/>
                                  </p:stCondLst>
                                  <p:childTnLst>
                                    <p:set>
                                      <p:cBhvr>
                                        <p:cTn id="55" dur="1" fill="hold">
                                          <p:stCondLst>
                                            <p:cond delay="499"/>
                                          </p:stCondLst>
                                        </p:cTn>
                                        <p:tgtEl>
                                          <p:spTgt spid="209927"/>
                                        </p:tgtEl>
                                        <p:attrNameLst>
                                          <p:attrName>style.visibility</p:attrName>
                                        </p:attrNameLst>
                                      </p:cBhvr>
                                      <p:to>
                                        <p:strVal val="visible"/>
                                      </p:to>
                                    </p:set>
                                  </p:childTnLst>
                                </p:cTn>
                              </p:par>
                            </p:childTnLst>
                          </p:cTn>
                        </p:par>
                      </p:childTnLst>
                    </p:cTn>
                  </p:par>
                  <p:par>
                    <p:cTn id="56" fill="hold" nodeType="clickPar">
                      <p:stCondLst>
                        <p:cond delay="indefinite"/>
                      </p:stCondLst>
                      <p:childTnLst>
                        <p:par>
                          <p:cTn id="57" fill="hold" nodeType="withGroup">
                            <p:stCondLst>
                              <p:cond delay="0"/>
                            </p:stCondLst>
                            <p:childTnLst>
                              <p:par>
                                <p:cTn id="58" presetID="2" presetClass="entr" presetSubtype="1" fill="hold" grpId="0" nodeType="clickEffect">
                                  <p:stCondLst>
                                    <p:cond delay="0"/>
                                  </p:stCondLst>
                                  <p:childTnLst>
                                    <p:set>
                                      <p:cBhvr>
                                        <p:cTn id="59" dur="1" fill="hold">
                                          <p:stCondLst>
                                            <p:cond delay="0"/>
                                          </p:stCondLst>
                                        </p:cTn>
                                        <p:tgtEl>
                                          <p:spTgt spid="209929"/>
                                        </p:tgtEl>
                                        <p:attrNameLst>
                                          <p:attrName>style.visibility</p:attrName>
                                        </p:attrNameLst>
                                      </p:cBhvr>
                                      <p:to>
                                        <p:strVal val="visible"/>
                                      </p:to>
                                    </p:set>
                                    <p:anim calcmode="lin" valueType="num">
                                      <p:cBhvr additive="base">
                                        <p:cTn id="60" dur="500" fill="hold"/>
                                        <p:tgtEl>
                                          <p:spTgt spid="209929"/>
                                        </p:tgtEl>
                                        <p:attrNameLst>
                                          <p:attrName>ppt_x</p:attrName>
                                        </p:attrNameLst>
                                      </p:cBhvr>
                                      <p:tavLst>
                                        <p:tav tm="0">
                                          <p:val>
                                            <p:strVal val="#ppt_x"/>
                                          </p:val>
                                        </p:tav>
                                        <p:tav tm="100000">
                                          <p:val>
                                            <p:strVal val="#ppt_x"/>
                                          </p:val>
                                        </p:tav>
                                      </p:tavLst>
                                    </p:anim>
                                    <p:anim calcmode="lin" valueType="num">
                                      <p:cBhvr additive="base">
                                        <p:cTn id="61" dur="500" fill="hold"/>
                                        <p:tgtEl>
                                          <p:spTgt spid="209929"/>
                                        </p:tgtEl>
                                        <p:attrNameLst>
                                          <p:attrName>ppt_y</p:attrName>
                                        </p:attrNameLst>
                                      </p:cBhvr>
                                      <p:tavLst>
                                        <p:tav tm="0">
                                          <p:val>
                                            <p:strVal val="0-#ppt_h/2"/>
                                          </p:val>
                                        </p:tav>
                                        <p:tav tm="100000">
                                          <p:val>
                                            <p:strVal val="#ppt_y"/>
                                          </p:val>
                                        </p:tav>
                                      </p:tavLst>
                                    </p:anim>
                                  </p:childTnLst>
                                </p:cTn>
                              </p:par>
                            </p:childTnLst>
                          </p:cTn>
                        </p:par>
                      </p:childTnLst>
                    </p:cTn>
                  </p:par>
                  <p:par>
                    <p:cTn id="62" fill="hold" nodeType="clickPar">
                      <p:stCondLst>
                        <p:cond delay="indefinite"/>
                      </p:stCondLst>
                      <p:childTnLst>
                        <p:par>
                          <p:cTn id="63" fill="hold" nodeType="withGroup">
                            <p:stCondLst>
                              <p:cond delay="0"/>
                            </p:stCondLst>
                            <p:childTnLst>
                              <p:par>
                                <p:cTn id="64" presetID="17" presetClass="entr" presetSubtype="1" fill="hold" grpId="0" nodeType="clickEffect">
                                  <p:stCondLst>
                                    <p:cond delay="0"/>
                                  </p:stCondLst>
                                  <p:childTnLst>
                                    <p:set>
                                      <p:cBhvr>
                                        <p:cTn id="65" dur="1" fill="hold">
                                          <p:stCondLst>
                                            <p:cond delay="0"/>
                                          </p:stCondLst>
                                        </p:cTn>
                                        <p:tgtEl>
                                          <p:spTgt spid="209930"/>
                                        </p:tgtEl>
                                        <p:attrNameLst>
                                          <p:attrName>style.visibility</p:attrName>
                                        </p:attrNameLst>
                                      </p:cBhvr>
                                      <p:to>
                                        <p:strVal val="visible"/>
                                      </p:to>
                                    </p:set>
                                    <p:anim calcmode="lin" valueType="num">
                                      <p:cBhvr>
                                        <p:cTn id="66" dur="500" fill="hold"/>
                                        <p:tgtEl>
                                          <p:spTgt spid="209930"/>
                                        </p:tgtEl>
                                        <p:attrNameLst>
                                          <p:attrName>ppt_x</p:attrName>
                                        </p:attrNameLst>
                                      </p:cBhvr>
                                      <p:tavLst>
                                        <p:tav tm="0">
                                          <p:val>
                                            <p:strVal val="#ppt_x"/>
                                          </p:val>
                                        </p:tav>
                                        <p:tav tm="100000">
                                          <p:val>
                                            <p:strVal val="#ppt_x"/>
                                          </p:val>
                                        </p:tav>
                                      </p:tavLst>
                                    </p:anim>
                                    <p:anim calcmode="lin" valueType="num">
                                      <p:cBhvr>
                                        <p:cTn id="67" dur="500" fill="hold"/>
                                        <p:tgtEl>
                                          <p:spTgt spid="209930"/>
                                        </p:tgtEl>
                                        <p:attrNameLst>
                                          <p:attrName>ppt_y</p:attrName>
                                        </p:attrNameLst>
                                      </p:cBhvr>
                                      <p:tavLst>
                                        <p:tav tm="0">
                                          <p:val>
                                            <p:strVal val="#ppt_y-#ppt_h/2"/>
                                          </p:val>
                                        </p:tav>
                                        <p:tav tm="100000">
                                          <p:val>
                                            <p:strVal val="#ppt_y"/>
                                          </p:val>
                                        </p:tav>
                                      </p:tavLst>
                                    </p:anim>
                                    <p:anim calcmode="lin" valueType="num">
                                      <p:cBhvr>
                                        <p:cTn id="68" dur="500" fill="hold"/>
                                        <p:tgtEl>
                                          <p:spTgt spid="209930"/>
                                        </p:tgtEl>
                                        <p:attrNameLst>
                                          <p:attrName>ppt_w</p:attrName>
                                        </p:attrNameLst>
                                      </p:cBhvr>
                                      <p:tavLst>
                                        <p:tav tm="0">
                                          <p:val>
                                            <p:strVal val="#ppt_w"/>
                                          </p:val>
                                        </p:tav>
                                        <p:tav tm="100000">
                                          <p:val>
                                            <p:strVal val="#ppt_w"/>
                                          </p:val>
                                        </p:tav>
                                      </p:tavLst>
                                    </p:anim>
                                    <p:anim calcmode="lin" valueType="num">
                                      <p:cBhvr>
                                        <p:cTn id="69" dur="500" fill="hold"/>
                                        <p:tgtEl>
                                          <p:spTgt spid="209930"/>
                                        </p:tgtEl>
                                        <p:attrNameLst>
                                          <p:attrName>ppt_h</p:attrName>
                                        </p:attrNameLst>
                                      </p:cBhvr>
                                      <p:tavLst>
                                        <p:tav tm="0">
                                          <p:val>
                                            <p:fltVal val="0"/>
                                          </p:val>
                                        </p:tav>
                                        <p:tav tm="100000">
                                          <p:val>
                                            <p:strVal val="#ppt_h"/>
                                          </p:val>
                                        </p:tav>
                                      </p:tavLst>
                                    </p:anim>
                                  </p:childTnLst>
                                </p:cTn>
                              </p:par>
                            </p:childTnLst>
                          </p:cTn>
                        </p:par>
                      </p:childTnLst>
                    </p:cTn>
                  </p:par>
                  <p:par>
                    <p:cTn id="70" fill="hold" nodeType="clickPar">
                      <p:stCondLst>
                        <p:cond delay="indefinite"/>
                      </p:stCondLst>
                      <p:childTnLst>
                        <p:par>
                          <p:cTn id="71" fill="hold" nodeType="withGroup">
                            <p:stCondLst>
                              <p:cond delay="0"/>
                            </p:stCondLst>
                            <p:childTnLst>
                              <p:par>
                                <p:cTn id="72" presetID="18" presetClass="entr" presetSubtype="9" fill="hold" grpId="0" nodeType="clickEffect">
                                  <p:stCondLst>
                                    <p:cond delay="0"/>
                                  </p:stCondLst>
                                  <p:childTnLst>
                                    <p:set>
                                      <p:cBhvr>
                                        <p:cTn id="73" dur="1" fill="hold">
                                          <p:stCondLst>
                                            <p:cond delay="0"/>
                                          </p:stCondLst>
                                        </p:cTn>
                                        <p:tgtEl>
                                          <p:spTgt spid="209931"/>
                                        </p:tgtEl>
                                        <p:attrNameLst>
                                          <p:attrName>style.visibility</p:attrName>
                                        </p:attrNameLst>
                                      </p:cBhvr>
                                      <p:to>
                                        <p:strVal val="visible"/>
                                      </p:to>
                                    </p:set>
                                    <p:animEffect transition="in" filter="strips(upLeft)">
                                      <p:cBhvr>
                                        <p:cTn id="74" dur="500"/>
                                        <p:tgtEl>
                                          <p:spTgt spid="209931"/>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1" presetClass="entr" presetSubtype="0" fill="hold" grpId="0" nodeType="clickEffect">
                                  <p:stCondLst>
                                    <p:cond delay="0"/>
                                  </p:stCondLst>
                                  <p:childTnLst>
                                    <p:set>
                                      <p:cBhvr>
                                        <p:cTn id="78" dur="1" fill="hold">
                                          <p:stCondLst>
                                            <p:cond delay="499"/>
                                          </p:stCondLst>
                                        </p:cTn>
                                        <p:tgtEl>
                                          <p:spTgt spid="209932"/>
                                        </p:tgtEl>
                                        <p:attrNameLst>
                                          <p:attrName>style.visibility</p:attrName>
                                        </p:attrNameLst>
                                      </p:cBhvr>
                                      <p:to>
                                        <p:strVal val="visible"/>
                                      </p:to>
                                    </p:set>
                                  </p:childTnLst>
                                </p:cTn>
                              </p:par>
                            </p:childTnLst>
                          </p:cTn>
                        </p:par>
                      </p:childTnLst>
                    </p:cTn>
                  </p:par>
                  <p:par>
                    <p:cTn id="79" fill="hold" nodeType="clickPar">
                      <p:stCondLst>
                        <p:cond delay="indefinite"/>
                      </p:stCondLst>
                      <p:childTnLst>
                        <p:par>
                          <p:cTn id="80" fill="hold" nodeType="withGroup">
                            <p:stCondLst>
                              <p:cond delay="0"/>
                            </p:stCondLst>
                            <p:childTnLst>
                              <p:par>
                                <p:cTn id="81" presetID="1" presetClass="entr" presetSubtype="0" fill="hold" grpId="0" nodeType="clickEffect">
                                  <p:stCondLst>
                                    <p:cond delay="0"/>
                                  </p:stCondLst>
                                  <p:childTnLst>
                                    <p:set>
                                      <p:cBhvr>
                                        <p:cTn id="82" dur="1" fill="hold">
                                          <p:stCondLst>
                                            <p:cond delay="499"/>
                                          </p:stCondLst>
                                        </p:cTn>
                                        <p:tgtEl>
                                          <p:spTgt spid="209933"/>
                                        </p:tgtEl>
                                        <p:attrNameLst>
                                          <p:attrName>style.visibility</p:attrName>
                                        </p:attrNameLst>
                                      </p:cBhvr>
                                      <p:to>
                                        <p:strVal val="visible"/>
                                      </p:to>
                                    </p:set>
                                  </p:childTnLst>
                                </p:cTn>
                              </p:par>
                            </p:childTnLst>
                          </p:cTn>
                        </p:par>
                      </p:childTnLst>
                    </p:cTn>
                  </p:par>
                  <p:par>
                    <p:cTn id="83" fill="hold" nodeType="clickPar">
                      <p:stCondLst>
                        <p:cond delay="indefinite"/>
                      </p:stCondLst>
                      <p:childTnLst>
                        <p:par>
                          <p:cTn id="84" fill="hold" nodeType="withGroup">
                            <p:stCondLst>
                              <p:cond delay="0"/>
                            </p:stCondLst>
                            <p:childTnLst>
                              <p:par>
                                <p:cTn id="85" presetID="2" presetClass="entr" presetSubtype="4" fill="hold" grpId="0" nodeType="clickEffect">
                                  <p:stCondLst>
                                    <p:cond delay="0"/>
                                  </p:stCondLst>
                                  <p:childTnLst>
                                    <p:set>
                                      <p:cBhvr>
                                        <p:cTn id="86" dur="1" fill="hold">
                                          <p:stCondLst>
                                            <p:cond delay="0"/>
                                          </p:stCondLst>
                                        </p:cTn>
                                        <p:tgtEl>
                                          <p:spTgt spid="209934"/>
                                        </p:tgtEl>
                                        <p:attrNameLst>
                                          <p:attrName>style.visibility</p:attrName>
                                        </p:attrNameLst>
                                      </p:cBhvr>
                                      <p:to>
                                        <p:strVal val="visible"/>
                                      </p:to>
                                    </p:set>
                                    <p:anim calcmode="lin" valueType="num">
                                      <p:cBhvr additive="base">
                                        <p:cTn id="87" dur="500" fill="hold"/>
                                        <p:tgtEl>
                                          <p:spTgt spid="209934"/>
                                        </p:tgtEl>
                                        <p:attrNameLst>
                                          <p:attrName>ppt_x</p:attrName>
                                        </p:attrNameLst>
                                      </p:cBhvr>
                                      <p:tavLst>
                                        <p:tav tm="0">
                                          <p:val>
                                            <p:strVal val="#ppt_x"/>
                                          </p:val>
                                        </p:tav>
                                        <p:tav tm="100000">
                                          <p:val>
                                            <p:strVal val="#ppt_x"/>
                                          </p:val>
                                        </p:tav>
                                      </p:tavLst>
                                    </p:anim>
                                    <p:anim calcmode="lin" valueType="num">
                                      <p:cBhvr additive="base">
                                        <p:cTn id="88" dur="500" fill="hold"/>
                                        <p:tgtEl>
                                          <p:spTgt spid="209934"/>
                                        </p:tgtEl>
                                        <p:attrNameLst>
                                          <p:attrName>ppt_y</p:attrName>
                                        </p:attrNameLst>
                                      </p:cBhvr>
                                      <p:tavLst>
                                        <p:tav tm="0">
                                          <p:val>
                                            <p:strVal val="1+#ppt_h/2"/>
                                          </p:val>
                                        </p:tav>
                                        <p:tav tm="100000">
                                          <p:val>
                                            <p:strVal val="#ppt_y"/>
                                          </p:val>
                                        </p:tav>
                                      </p:tavLst>
                                    </p:anim>
                                  </p:childTnLst>
                                </p:cTn>
                              </p:par>
                            </p:childTnLst>
                          </p:cTn>
                        </p:par>
                      </p:childTnLst>
                    </p:cTn>
                  </p:par>
                  <p:par>
                    <p:cTn id="89" fill="hold" nodeType="clickPar">
                      <p:stCondLst>
                        <p:cond delay="indefinite"/>
                      </p:stCondLst>
                      <p:childTnLst>
                        <p:par>
                          <p:cTn id="90" fill="hold" nodeType="withGroup">
                            <p:stCondLst>
                              <p:cond delay="0"/>
                            </p:stCondLst>
                            <p:childTnLst>
                              <p:par>
                                <p:cTn id="91" presetID="2" presetClass="entr" presetSubtype="1" fill="hold" grpId="0" nodeType="clickEffect">
                                  <p:stCondLst>
                                    <p:cond delay="0"/>
                                  </p:stCondLst>
                                  <p:childTnLst>
                                    <p:set>
                                      <p:cBhvr>
                                        <p:cTn id="92" dur="1" fill="hold">
                                          <p:stCondLst>
                                            <p:cond delay="0"/>
                                          </p:stCondLst>
                                        </p:cTn>
                                        <p:tgtEl>
                                          <p:spTgt spid="209936"/>
                                        </p:tgtEl>
                                        <p:attrNameLst>
                                          <p:attrName>style.visibility</p:attrName>
                                        </p:attrNameLst>
                                      </p:cBhvr>
                                      <p:to>
                                        <p:strVal val="visible"/>
                                      </p:to>
                                    </p:set>
                                    <p:anim calcmode="lin" valueType="num">
                                      <p:cBhvr additive="base">
                                        <p:cTn id="93" dur="500" fill="hold"/>
                                        <p:tgtEl>
                                          <p:spTgt spid="209936"/>
                                        </p:tgtEl>
                                        <p:attrNameLst>
                                          <p:attrName>ppt_x</p:attrName>
                                        </p:attrNameLst>
                                      </p:cBhvr>
                                      <p:tavLst>
                                        <p:tav tm="0">
                                          <p:val>
                                            <p:strVal val="#ppt_x"/>
                                          </p:val>
                                        </p:tav>
                                        <p:tav tm="100000">
                                          <p:val>
                                            <p:strVal val="#ppt_x"/>
                                          </p:val>
                                        </p:tav>
                                      </p:tavLst>
                                    </p:anim>
                                    <p:anim calcmode="lin" valueType="num">
                                      <p:cBhvr additive="base">
                                        <p:cTn id="94" dur="500" fill="hold"/>
                                        <p:tgtEl>
                                          <p:spTgt spid="209936"/>
                                        </p:tgtEl>
                                        <p:attrNameLst>
                                          <p:attrName>ppt_y</p:attrName>
                                        </p:attrNameLst>
                                      </p:cBhvr>
                                      <p:tavLst>
                                        <p:tav tm="0">
                                          <p:val>
                                            <p:strVal val="0-#ppt_h/2"/>
                                          </p:val>
                                        </p:tav>
                                        <p:tav tm="100000">
                                          <p:val>
                                            <p:strVal val="#ppt_y"/>
                                          </p:val>
                                        </p:tav>
                                      </p:tavLst>
                                    </p:anim>
                                  </p:childTnLst>
                                </p:cTn>
                              </p:par>
                            </p:childTnLst>
                          </p:cTn>
                        </p:par>
                      </p:childTnLst>
                    </p:cTn>
                  </p:par>
                  <p:par>
                    <p:cTn id="95" fill="hold" nodeType="clickPar">
                      <p:stCondLst>
                        <p:cond delay="indefinite"/>
                      </p:stCondLst>
                      <p:childTnLst>
                        <p:par>
                          <p:cTn id="96" fill="hold" nodeType="withGroup">
                            <p:stCondLst>
                              <p:cond delay="0"/>
                            </p:stCondLst>
                            <p:childTnLst>
                              <p:par>
                                <p:cTn id="97" presetID="17" presetClass="entr" presetSubtype="1" fill="hold" grpId="0" nodeType="clickEffect">
                                  <p:stCondLst>
                                    <p:cond delay="0"/>
                                  </p:stCondLst>
                                  <p:childTnLst>
                                    <p:set>
                                      <p:cBhvr>
                                        <p:cTn id="98" dur="1" fill="hold">
                                          <p:stCondLst>
                                            <p:cond delay="0"/>
                                          </p:stCondLst>
                                        </p:cTn>
                                        <p:tgtEl>
                                          <p:spTgt spid="209937"/>
                                        </p:tgtEl>
                                        <p:attrNameLst>
                                          <p:attrName>style.visibility</p:attrName>
                                        </p:attrNameLst>
                                      </p:cBhvr>
                                      <p:to>
                                        <p:strVal val="visible"/>
                                      </p:to>
                                    </p:set>
                                    <p:anim calcmode="lin" valueType="num">
                                      <p:cBhvr>
                                        <p:cTn id="99" dur="500" fill="hold"/>
                                        <p:tgtEl>
                                          <p:spTgt spid="209937"/>
                                        </p:tgtEl>
                                        <p:attrNameLst>
                                          <p:attrName>ppt_x</p:attrName>
                                        </p:attrNameLst>
                                      </p:cBhvr>
                                      <p:tavLst>
                                        <p:tav tm="0">
                                          <p:val>
                                            <p:strVal val="#ppt_x"/>
                                          </p:val>
                                        </p:tav>
                                        <p:tav tm="100000">
                                          <p:val>
                                            <p:strVal val="#ppt_x"/>
                                          </p:val>
                                        </p:tav>
                                      </p:tavLst>
                                    </p:anim>
                                    <p:anim calcmode="lin" valueType="num">
                                      <p:cBhvr>
                                        <p:cTn id="100" dur="500" fill="hold"/>
                                        <p:tgtEl>
                                          <p:spTgt spid="209937"/>
                                        </p:tgtEl>
                                        <p:attrNameLst>
                                          <p:attrName>ppt_y</p:attrName>
                                        </p:attrNameLst>
                                      </p:cBhvr>
                                      <p:tavLst>
                                        <p:tav tm="0">
                                          <p:val>
                                            <p:strVal val="#ppt_y-#ppt_h/2"/>
                                          </p:val>
                                        </p:tav>
                                        <p:tav tm="100000">
                                          <p:val>
                                            <p:strVal val="#ppt_y"/>
                                          </p:val>
                                        </p:tav>
                                      </p:tavLst>
                                    </p:anim>
                                    <p:anim calcmode="lin" valueType="num">
                                      <p:cBhvr>
                                        <p:cTn id="101" dur="500" fill="hold"/>
                                        <p:tgtEl>
                                          <p:spTgt spid="209937"/>
                                        </p:tgtEl>
                                        <p:attrNameLst>
                                          <p:attrName>ppt_w</p:attrName>
                                        </p:attrNameLst>
                                      </p:cBhvr>
                                      <p:tavLst>
                                        <p:tav tm="0">
                                          <p:val>
                                            <p:strVal val="#ppt_w"/>
                                          </p:val>
                                        </p:tav>
                                        <p:tav tm="100000">
                                          <p:val>
                                            <p:strVal val="#ppt_w"/>
                                          </p:val>
                                        </p:tav>
                                      </p:tavLst>
                                    </p:anim>
                                    <p:anim calcmode="lin" valueType="num">
                                      <p:cBhvr>
                                        <p:cTn id="102" dur="500" fill="hold"/>
                                        <p:tgtEl>
                                          <p:spTgt spid="209937"/>
                                        </p:tgtEl>
                                        <p:attrNameLst>
                                          <p:attrName>ppt_h</p:attrName>
                                        </p:attrNameLst>
                                      </p:cBhvr>
                                      <p:tavLst>
                                        <p:tav tm="0">
                                          <p:val>
                                            <p:fltVal val="0"/>
                                          </p:val>
                                        </p:tav>
                                        <p:tav tm="100000">
                                          <p:val>
                                            <p:strVal val="#ppt_h"/>
                                          </p:val>
                                        </p:tav>
                                      </p:tavLst>
                                    </p:anim>
                                  </p:childTnLst>
                                </p:cTn>
                              </p:par>
                            </p:childTnLst>
                          </p:cTn>
                        </p:par>
                      </p:childTnLst>
                    </p:cTn>
                  </p:par>
                  <p:par>
                    <p:cTn id="103" fill="hold" nodeType="clickPar">
                      <p:stCondLst>
                        <p:cond delay="indefinite"/>
                      </p:stCondLst>
                      <p:childTnLst>
                        <p:par>
                          <p:cTn id="104" fill="hold" nodeType="withGroup">
                            <p:stCondLst>
                              <p:cond delay="0"/>
                            </p:stCondLst>
                            <p:childTnLst>
                              <p:par>
                                <p:cTn id="105" presetID="18" presetClass="entr" presetSubtype="12" fill="hold" grpId="0" nodeType="clickEffect">
                                  <p:stCondLst>
                                    <p:cond delay="0"/>
                                  </p:stCondLst>
                                  <p:childTnLst>
                                    <p:set>
                                      <p:cBhvr>
                                        <p:cTn id="106" dur="1" fill="hold">
                                          <p:stCondLst>
                                            <p:cond delay="0"/>
                                          </p:stCondLst>
                                        </p:cTn>
                                        <p:tgtEl>
                                          <p:spTgt spid="209938"/>
                                        </p:tgtEl>
                                        <p:attrNameLst>
                                          <p:attrName>style.visibility</p:attrName>
                                        </p:attrNameLst>
                                      </p:cBhvr>
                                      <p:to>
                                        <p:strVal val="visible"/>
                                      </p:to>
                                    </p:set>
                                    <p:animEffect transition="in" filter="strips(downLeft)">
                                      <p:cBhvr>
                                        <p:cTn id="107" dur="500"/>
                                        <p:tgtEl>
                                          <p:spTgt spid="209938"/>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1" presetClass="entr" presetSubtype="0" fill="hold" grpId="0" nodeType="clickEffect">
                                  <p:stCondLst>
                                    <p:cond delay="0"/>
                                  </p:stCondLst>
                                  <p:childTnLst>
                                    <p:set>
                                      <p:cBhvr>
                                        <p:cTn id="111" dur="1" fill="hold">
                                          <p:stCondLst>
                                            <p:cond delay="499"/>
                                          </p:stCondLst>
                                        </p:cTn>
                                        <p:tgtEl>
                                          <p:spTgt spid="209939"/>
                                        </p:tgtEl>
                                        <p:attrNameLst>
                                          <p:attrName>style.visibility</p:attrName>
                                        </p:attrNameLst>
                                      </p:cBhvr>
                                      <p:to>
                                        <p:strVal val="visible"/>
                                      </p:to>
                                    </p:set>
                                  </p:childTnLst>
                                </p:cTn>
                              </p:par>
                            </p:childTnLst>
                          </p:cTn>
                        </p:par>
                      </p:childTnLst>
                    </p:cTn>
                  </p:par>
                  <p:par>
                    <p:cTn id="112" fill="hold" nodeType="clickPar">
                      <p:stCondLst>
                        <p:cond delay="indefinite"/>
                      </p:stCondLst>
                      <p:childTnLst>
                        <p:par>
                          <p:cTn id="113" fill="hold" nodeType="withGroup">
                            <p:stCondLst>
                              <p:cond delay="0"/>
                            </p:stCondLst>
                            <p:childTnLst>
                              <p:par>
                                <p:cTn id="114" presetID="2" presetClass="entr" presetSubtype="4" fill="hold" grpId="0" nodeType="clickEffect">
                                  <p:stCondLst>
                                    <p:cond delay="0"/>
                                  </p:stCondLst>
                                  <p:childTnLst>
                                    <p:set>
                                      <p:cBhvr>
                                        <p:cTn id="115" dur="1" fill="hold">
                                          <p:stCondLst>
                                            <p:cond delay="0"/>
                                          </p:stCondLst>
                                        </p:cTn>
                                        <p:tgtEl>
                                          <p:spTgt spid="209935"/>
                                        </p:tgtEl>
                                        <p:attrNameLst>
                                          <p:attrName>style.visibility</p:attrName>
                                        </p:attrNameLst>
                                      </p:cBhvr>
                                      <p:to>
                                        <p:strVal val="visible"/>
                                      </p:to>
                                    </p:set>
                                    <p:anim calcmode="lin" valueType="num">
                                      <p:cBhvr additive="base">
                                        <p:cTn id="116" dur="500" fill="hold"/>
                                        <p:tgtEl>
                                          <p:spTgt spid="209935"/>
                                        </p:tgtEl>
                                        <p:attrNameLst>
                                          <p:attrName>ppt_x</p:attrName>
                                        </p:attrNameLst>
                                      </p:cBhvr>
                                      <p:tavLst>
                                        <p:tav tm="0">
                                          <p:val>
                                            <p:strVal val="#ppt_x"/>
                                          </p:val>
                                        </p:tav>
                                        <p:tav tm="100000">
                                          <p:val>
                                            <p:strVal val="#ppt_x"/>
                                          </p:val>
                                        </p:tav>
                                      </p:tavLst>
                                    </p:anim>
                                    <p:anim calcmode="lin" valueType="num">
                                      <p:cBhvr additive="base">
                                        <p:cTn id="117" dur="500" fill="hold"/>
                                        <p:tgtEl>
                                          <p:spTgt spid="209935"/>
                                        </p:tgtEl>
                                        <p:attrNameLst>
                                          <p:attrName>ppt_y</p:attrName>
                                        </p:attrNameLst>
                                      </p:cBhvr>
                                      <p:tavLst>
                                        <p:tav tm="0">
                                          <p:val>
                                            <p:strVal val="1+#ppt_h/2"/>
                                          </p:val>
                                        </p:tav>
                                        <p:tav tm="100000">
                                          <p:val>
                                            <p:strVal val="#ppt_y"/>
                                          </p:val>
                                        </p:tav>
                                      </p:tavLst>
                                    </p:anim>
                                  </p:childTnLst>
                                </p:cTn>
                              </p:par>
                            </p:childTnLst>
                          </p:cTn>
                        </p:par>
                      </p:childTnLst>
                    </p:cTn>
                  </p:par>
                  <p:par>
                    <p:cTn id="118" fill="hold" nodeType="clickPar">
                      <p:stCondLst>
                        <p:cond delay="indefinite"/>
                      </p:stCondLst>
                      <p:childTnLst>
                        <p:par>
                          <p:cTn id="119" fill="hold" nodeType="withGroup">
                            <p:stCondLst>
                              <p:cond delay="0"/>
                            </p:stCondLst>
                            <p:childTnLst>
                              <p:par>
                                <p:cTn id="120" presetID="17" presetClass="entr" presetSubtype="8" fill="hold" nodeType="clickEffect">
                                  <p:stCondLst>
                                    <p:cond delay="0"/>
                                  </p:stCondLst>
                                  <p:childTnLst>
                                    <p:set>
                                      <p:cBhvr>
                                        <p:cTn id="121" dur="1" fill="hold">
                                          <p:stCondLst>
                                            <p:cond delay="0"/>
                                          </p:stCondLst>
                                        </p:cTn>
                                        <p:tgtEl>
                                          <p:spTgt spid="209963"/>
                                        </p:tgtEl>
                                        <p:attrNameLst>
                                          <p:attrName>style.visibility</p:attrName>
                                        </p:attrNameLst>
                                      </p:cBhvr>
                                      <p:to>
                                        <p:strVal val="visible"/>
                                      </p:to>
                                    </p:set>
                                    <p:anim calcmode="lin" valueType="num">
                                      <p:cBhvr>
                                        <p:cTn id="122" dur="500" fill="hold"/>
                                        <p:tgtEl>
                                          <p:spTgt spid="209963"/>
                                        </p:tgtEl>
                                        <p:attrNameLst>
                                          <p:attrName>ppt_x</p:attrName>
                                        </p:attrNameLst>
                                      </p:cBhvr>
                                      <p:tavLst>
                                        <p:tav tm="0">
                                          <p:val>
                                            <p:strVal val="#ppt_x-#ppt_w/2"/>
                                          </p:val>
                                        </p:tav>
                                        <p:tav tm="100000">
                                          <p:val>
                                            <p:strVal val="#ppt_x"/>
                                          </p:val>
                                        </p:tav>
                                      </p:tavLst>
                                    </p:anim>
                                    <p:anim calcmode="lin" valueType="num">
                                      <p:cBhvr>
                                        <p:cTn id="123" dur="500" fill="hold"/>
                                        <p:tgtEl>
                                          <p:spTgt spid="209963"/>
                                        </p:tgtEl>
                                        <p:attrNameLst>
                                          <p:attrName>ppt_y</p:attrName>
                                        </p:attrNameLst>
                                      </p:cBhvr>
                                      <p:tavLst>
                                        <p:tav tm="0">
                                          <p:val>
                                            <p:strVal val="#ppt_y"/>
                                          </p:val>
                                        </p:tav>
                                        <p:tav tm="100000">
                                          <p:val>
                                            <p:strVal val="#ppt_y"/>
                                          </p:val>
                                        </p:tav>
                                      </p:tavLst>
                                    </p:anim>
                                    <p:anim calcmode="lin" valueType="num">
                                      <p:cBhvr>
                                        <p:cTn id="124" dur="500" fill="hold"/>
                                        <p:tgtEl>
                                          <p:spTgt spid="209963"/>
                                        </p:tgtEl>
                                        <p:attrNameLst>
                                          <p:attrName>ppt_w</p:attrName>
                                        </p:attrNameLst>
                                      </p:cBhvr>
                                      <p:tavLst>
                                        <p:tav tm="0">
                                          <p:val>
                                            <p:fltVal val="0"/>
                                          </p:val>
                                        </p:tav>
                                        <p:tav tm="100000">
                                          <p:val>
                                            <p:strVal val="#ppt_w"/>
                                          </p:val>
                                        </p:tav>
                                      </p:tavLst>
                                    </p:anim>
                                    <p:anim calcmode="lin" valueType="num">
                                      <p:cBhvr>
                                        <p:cTn id="125" dur="500" fill="hold"/>
                                        <p:tgtEl>
                                          <p:spTgt spid="20996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9923" grpId="0" autoUpdateAnimBg="0"/>
      <p:bldP spid="209924" grpId="0" autoUpdateAnimBg="0"/>
      <p:bldP spid="209925" grpId="0" autoUpdateAnimBg="0"/>
      <p:bldP spid="209926" grpId="0" autoUpdateAnimBg="0"/>
      <p:bldP spid="209927" grpId="0" animBg="1"/>
      <p:bldP spid="209928" grpId="0" animBg="1"/>
      <p:bldP spid="209929" grpId="0" autoUpdateAnimBg="0"/>
      <p:bldP spid="209930" grpId="0" animBg="1"/>
      <p:bldP spid="209931" grpId="0" animBg="1"/>
      <p:bldP spid="209932" grpId="0" animBg="1"/>
      <p:bldP spid="209933" grpId="0" animBg="1"/>
      <p:bldP spid="209934" grpId="0" autoUpdateAnimBg="0"/>
      <p:bldP spid="209935" grpId="0" autoUpdateAnimBg="0"/>
      <p:bldP spid="209936" grpId="0" autoUpdateAnimBg="0"/>
      <p:bldP spid="209937" grpId="0" animBg="1"/>
      <p:bldP spid="209938" grpId="0" animBg="1"/>
      <p:bldP spid="209939"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062" y="-178359"/>
            <a:ext cx="9144000" cy="737937"/>
          </a:xfrm>
        </p:spPr>
        <p:txBody>
          <a:bodyPr>
            <a:normAutofit/>
          </a:bodyPr>
          <a:lstStyle/>
          <a:p>
            <a:r>
              <a:rPr lang="en-IN" sz="2800" b="1" u="sng" dirty="0">
                <a:solidFill>
                  <a:srgbClr val="002060"/>
                </a:solidFill>
                <a:effectLst>
                  <a:outerShdw blurRad="38100" dist="38100" dir="2700000" algn="tl">
                    <a:srgbClr val="000000">
                      <a:alpha val="43137"/>
                    </a:srgbClr>
                  </a:outerShdw>
                </a:effectLst>
              </a:rPr>
              <a:t>VARIOUS ORIENTATIONS OF THE STRAIGHT LINES </a:t>
            </a:r>
          </a:p>
        </p:txBody>
      </p:sp>
      <p:sp>
        <p:nvSpPr>
          <p:cNvPr id="3" name="Subtitle 2"/>
          <p:cNvSpPr>
            <a:spLocks noGrp="1"/>
          </p:cNvSpPr>
          <p:nvPr>
            <p:ph type="subTitle" idx="1"/>
          </p:nvPr>
        </p:nvSpPr>
        <p:spPr>
          <a:xfrm>
            <a:off x="160421" y="850232"/>
            <a:ext cx="8871284" cy="6007768"/>
          </a:xfrm>
        </p:spPr>
        <p:txBody>
          <a:bodyPr/>
          <a:lstStyle/>
          <a:p>
            <a:endParaRPr lang="en-IN" dirty="0"/>
          </a:p>
        </p:txBody>
      </p:sp>
      <p:graphicFrame>
        <p:nvGraphicFramePr>
          <p:cNvPr id="4" name="Table 3"/>
          <p:cNvGraphicFramePr>
            <a:graphicFrameLocks noGrp="1"/>
          </p:cNvGraphicFramePr>
          <p:nvPr/>
        </p:nvGraphicFramePr>
        <p:xfrm>
          <a:off x="160421" y="476451"/>
          <a:ext cx="8871282" cy="6415442"/>
        </p:xfrm>
        <a:graphic>
          <a:graphicData uri="http://schemas.openxmlformats.org/drawingml/2006/table">
            <a:tbl>
              <a:tblPr firstRow="1" bandRow="1">
                <a:tableStyleId>{5940675A-B579-460E-94D1-54222C63F5DA}</a:tableStyleId>
              </a:tblPr>
              <a:tblGrid>
                <a:gridCol w="529389">
                  <a:extLst>
                    <a:ext uri="{9D8B030D-6E8A-4147-A177-3AD203B41FA5}">
                      <a16:colId xmlns:a16="http://schemas.microsoft.com/office/drawing/2014/main" val="20000"/>
                    </a:ext>
                  </a:extLst>
                </a:gridCol>
                <a:gridCol w="1860884">
                  <a:extLst>
                    <a:ext uri="{9D8B030D-6E8A-4147-A177-3AD203B41FA5}">
                      <a16:colId xmlns:a16="http://schemas.microsoft.com/office/drawing/2014/main" val="20001"/>
                    </a:ext>
                  </a:extLst>
                </a:gridCol>
                <a:gridCol w="1844842">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331495">
                  <a:extLst>
                    <a:ext uri="{9D8B030D-6E8A-4147-A177-3AD203B41FA5}">
                      <a16:colId xmlns:a16="http://schemas.microsoft.com/office/drawing/2014/main" val="20004"/>
                    </a:ext>
                  </a:extLst>
                </a:gridCol>
                <a:gridCol w="1475872">
                  <a:extLst>
                    <a:ext uri="{9D8B030D-6E8A-4147-A177-3AD203B41FA5}">
                      <a16:colId xmlns:a16="http://schemas.microsoft.com/office/drawing/2014/main" val="20005"/>
                    </a:ext>
                  </a:extLst>
                </a:gridCol>
              </a:tblGrid>
              <a:tr h="615169">
                <a:tc>
                  <a:txBody>
                    <a:bodyPr/>
                    <a:lstStyle/>
                    <a:p>
                      <a:pPr algn="ctr"/>
                      <a:r>
                        <a:rPr lang="en-IN" b="1" dirty="0"/>
                        <a:t>Sl.</a:t>
                      </a:r>
                      <a:r>
                        <a:rPr lang="en-IN" b="1" baseline="0" dirty="0"/>
                        <a:t> No.</a:t>
                      </a:r>
                      <a:endParaRPr lang="en-IN" b="1" dirty="0"/>
                    </a:p>
                  </a:txBody>
                  <a:tcPr/>
                </a:tc>
                <a:tc>
                  <a:txBody>
                    <a:bodyPr/>
                    <a:lstStyle/>
                    <a:p>
                      <a:pPr algn="ctr"/>
                      <a:r>
                        <a:rPr lang="en-IN" b="1" dirty="0"/>
                        <a:t>Orientation/ Position of line</a:t>
                      </a:r>
                    </a:p>
                  </a:txBody>
                  <a:tcPr/>
                </a:tc>
                <a:tc>
                  <a:txBody>
                    <a:bodyPr/>
                    <a:lstStyle/>
                    <a:p>
                      <a:pPr algn="ctr"/>
                      <a:r>
                        <a:rPr lang="en-IN" b="1" dirty="0"/>
                        <a:t>Front view/ Elevation</a:t>
                      </a:r>
                    </a:p>
                  </a:txBody>
                  <a:tcPr/>
                </a:tc>
                <a:tc>
                  <a:txBody>
                    <a:bodyPr/>
                    <a:lstStyle/>
                    <a:p>
                      <a:pPr algn="ctr"/>
                      <a:r>
                        <a:rPr lang="en-IN" b="1" dirty="0"/>
                        <a:t>Top view/</a:t>
                      </a:r>
                      <a:r>
                        <a:rPr lang="en-IN" b="1" baseline="0" dirty="0"/>
                        <a:t> plan</a:t>
                      </a:r>
                      <a:endParaRPr lang="en-IN" b="1" dirty="0"/>
                    </a:p>
                  </a:txBody>
                  <a:tcPr/>
                </a:tc>
                <a:tc>
                  <a:txBody>
                    <a:bodyPr/>
                    <a:lstStyle/>
                    <a:p>
                      <a:pPr algn="ctr"/>
                      <a:r>
                        <a:rPr lang="en-IN" b="1" dirty="0"/>
                        <a:t>Horizontal trace</a:t>
                      </a:r>
                    </a:p>
                  </a:txBody>
                  <a:tcPr/>
                </a:tc>
                <a:tc>
                  <a:txBody>
                    <a:bodyPr/>
                    <a:lstStyle/>
                    <a:p>
                      <a:pPr algn="ctr"/>
                      <a:r>
                        <a:rPr lang="en-IN" b="1" dirty="0"/>
                        <a:t>Vertical trace</a:t>
                      </a:r>
                    </a:p>
                  </a:txBody>
                  <a:tcPr/>
                </a:tc>
                <a:extLst>
                  <a:ext uri="{0D108BD9-81ED-4DB2-BD59-A6C34878D82A}">
                    <a16:rowId xmlns:a16="http://schemas.microsoft.com/office/drawing/2014/main" val="10000"/>
                  </a:ext>
                </a:extLst>
              </a:tr>
              <a:tr h="556582">
                <a:tc>
                  <a:txBody>
                    <a:bodyPr/>
                    <a:lstStyle/>
                    <a:p>
                      <a:r>
                        <a:rPr lang="en-IN" sz="1600" dirty="0"/>
                        <a:t>1</a:t>
                      </a:r>
                    </a:p>
                  </a:txBody>
                  <a:tcPr>
                    <a:solidFill>
                      <a:schemeClr val="accent1">
                        <a:lumMod val="20000"/>
                        <a:lumOff val="80000"/>
                      </a:schemeClr>
                    </a:solidFill>
                  </a:tcPr>
                </a:tc>
                <a:tc>
                  <a:txBody>
                    <a:bodyPr/>
                    <a:lstStyle/>
                    <a:p>
                      <a:r>
                        <a:rPr lang="en-IN" sz="1600" dirty="0"/>
                        <a:t>Line parallel </a:t>
                      </a:r>
                      <a:r>
                        <a:rPr lang="en-IN" sz="1600" baseline="0" dirty="0"/>
                        <a:t>to both HP and VP</a:t>
                      </a:r>
                      <a:endParaRPr lang="en-IN" sz="1600" dirty="0"/>
                    </a:p>
                  </a:txBody>
                  <a:tcPr>
                    <a:solidFill>
                      <a:schemeClr val="accent1">
                        <a:lumMod val="20000"/>
                        <a:lumOff val="80000"/>
                      </a:schemeClr>
                    </a:solidFill>
                  </a:tcPr>
                </a:tc>
                <a:tc>
                  <a:txBody>
                    <a:bodyPr/>
                    <a:lstStyle/>
                    <a:p>
                      <a:r>
                        <a:rPr lang="en-IN" sz="1600" dirty="0"/>
                        <a:t>True length,</a:t>
                      </a:r>
                      <a:r>
                        <a:rPr lang="en-IN" sz="1600" baseline="0" dirty="0"/>
                        <a:t> parallel to </a:t>
                      </a:r>
                      <a:r>
                        <a:rPr lang="en-IN" sz="1600" baseline="0" dirty="0" err="1"/>
                        <a:t>xy</a:t>
                      </a:r>
                      <a:endParaRPr lang="en-IN" sz="1600" dirty="0"/>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a:t>True length,</a:t>
                      </a:r>
                      <a:r>
                        <a:rPr lang="en-IN" sz="1600" baseline="0" dirty="0"/>
                        <a:t> parallel to </a:t>
                      </a:r>
                      <a:r>
                        <a:rPr lang="en-IN" sz="1600" baseline="0" dirty="0" err="1"/>
                        <a:t>xy</a:t>
                      </a:r>
                      <a:endParaRPr lang="en-IN" sz="1600" dirty="0"/>
                    </a:p>
                  </a:txBody>
                  <a:tcPr>
                    <a:solidFill>
                      <a:schemeClr val="accent1">
                        <a:lumMod val="20000"/>
                        <a:lumOff val="80000"/>
                      </a:schemeClr>
                    </a:solidFill>
                  </a:tcPr>
                </a:tc>
                <a:tc>
                  <a:txBody>
                    <a:bodyPr/>
                    <a:lstStyle/>
                    <a:p>
                      <a:r>
                        <a:rPr lang="en-IN" sz="1600" dirty="0"/>
                        <a:t>Does not exist</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a:t>Does not exist</a:t>
                      </a:r>
                    </a:p>
                  </a:txBody>
                  <a:tcPr>
                    <a:solidFill>
                      <a:schemeClr val="accent1">
                        <a:lumMod val="20000"/>
                        <a:lumOff val="80000"/>
                      </a:schemeClr>
                    </a:solidFill>
                  </a:tcPr>
                </a:tc>
                <a:extLst>
                  <a:ext uri="{0D108BD9-81ED-4DB2-BD59-A6C34878D82A}">
                    <a16:rowId xmlns:a16="http://schemas.microsoft.com/office/drawing/2014/main" val="10001"/>
                  </a:ext>
                </a:extLst>
              </a:tr>
              <a:tr h="556582">
                <a:tc>
                  <a:txBody>
                    <a:bodyPr/>
                    <a:lstStyle/>
                    <a:p>
                      <a:r>
                        <a:rPr lang="en-IN" sz="1600" dirty="0"/>
                        <a:t>2</a:t>
                      </a:r>
                    </a:p>
                  </a:txBody>
                  <a:tcPr/>
                </a:tc>
                <a:tc>
                  <a:txBody>
                    <a:bodyPr/>
                    <a:lstStyle/>
                    <a:p>
                      <a:r>
                        <a:rPr lang="en-IN" sz="1600" dirty="0"/>
                        <a:t>Line</a:t>
                      </a:r>
                      <a:r>
                        <a:rPr lang="en-IN" sz="1600" baseline="0" dirty="0"/>
                        <a:t> p</a:t>
                      </a:r>
                      <a:r>
                        <a:rPr lang="en-IN" sz="1600" dirty="0"/>
                        <a:t>erpendicular</a:t>
                      </a:r>
                      <a:r>
                        <a:rPr lang="en-IN" sz="1600" baseline="0" dirty="0"/>
                        <a:t> to HP</a:t>
                      </a:r>
                      <a:endParaRPr lang="en-IN"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a:t>True length,</a:t>
                      </a:r>
                      <a:r>
                        <a:rPr lang="en-IN" sz="1600" baseline="0" dirty="0"/>
                        <a:t> perpendicular to </a:t>
                      </a:r>
                      <a:r>
                        <a:rPr lang="en-IN" sz="1600" baseline="0" dirty="0" err="1"/>
                        <a:t>xy</a:t>
                      </a:r>
                      <a:endParaRPr lang="en-IN" sz="1600" dirty="0"/>
                    </a:p>
                  </a:txBody>
                  <a:tcPr/>
                </a:tc>
                <a:tc>
                  <a:txBody>
                    <a:bodyPr/>
                    <a:lstStyle/>
                    <a:p>
                      <a:r>
                        <a:rPr lang="en-IN" sz="1600" dirty="0"/>
                        <a:t>Point</a:t>
                      </a:r>
                    </a:p>
                  </a:txBody>
                  <a:tcPr/>
                </a:tc>
                <a:tc>
                  <a:txBody>
                    <a:bodyPr/>
                    <a:lstStyle/>
                    <a:p>
                      <a:r>
                        <a:rPr lang="en-IN" sz="1600" dirty="0"/>
                        <a:t>Coincides</a:t>
                      </a:r>
                      <a:r>
                        <a:rPr lang="en-IN" sz="1600" baseline="0" dirty="0"/>
                        <a:t> with top view</a:t>
                      </a:r>
                      <a:endParaRPr lang="en-IN"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a:t>Does not exist</a:t>
                      </a:r>
                    </a:p>
                    <a:p>
                      <a:endParaRPr lang="en-IN" sz="1600" dirty="0"/>
                    </a:p>
                  </a:txBody>
                  <a:tcPr/>
                </a:tc>
                <a:extLst>
                  <a:ext uri="{0D108BD9-81ED-4DB2-BD59-A6C34878D82A}">
                    <a16:rowId xmlns:a16="http://schemas.microsoft.com/office/drawing/2014/main" val="10002"/>
                  </a:ext>
                </a:extLst>
              </a:tr>
              <a:tr h="556582">
                <a:tc>
                  <a:txBody>
                    <a:bodyPr/>
                    <a:lstStyle/>
                    <a:p>
                      <a:r>
                        <a:rPr lang="en-IN" sz="1600" dirty="0"/>
                        <a:t>3</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a:t>Line</a:t>
                      </a:r>
                      <a:r>
                        <a:rPr lang="en-IN" sz="1600" baseline="0" dirty="0"/>
                        <a:t> p</a:t>
                      </a:r>
                      <a:r>
                        <a:rPr lang="en-IN" sz="1600" dirty="0"/>
                        <a:t>erpendicular</a:t>
                      </a:r>
                      <a:r>
                        <a:rPr lang="en-IN" sz="1600" baseline="0" dirty="0"/>
                        <a:t> to VP</a:t>
                      </a:r>
                      <a:endParaRPr lang="en-IN" sz="1600" dirty="0"/>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a:t>Point</a:t>
                      </a:r>
                    </a:p>
                    <a:p>
                      <a:endParaRPr lang="en-IN" sz="1600" dirty="0"/>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a:t>True length,</a:t>
                      </a:r>
                      <a:r>
                        <a:rPr lang="en-IN" sz="1600" baseline="0" dirty="0"/>
                        <a:t> perpendicular to </a:t>
                      </a:r>
                      <a:r>
                        <a:rPr lang="en-IN" sz="1600" baseline="0" dirty="0" err="1"/>
                        <a:t>xy</a:t>
                      </a:r>
                      <a:endParaRPr lang="en-IN" sz="1600" dirty="0"/>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a:t>Does not exist</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a:t>Coincides</a:t>
                      </a:r>
                      <a:r>
                        <a:rPr lang="en-IN" sz="1600" baseline="0" dirty="0"/>
                        <a:t> with front view</a:t>
                      </a:r>
                      <a:endParaRPr lang="en-IN" sz="1600" dirty="0"/>
                    </a:p>
                  </a:txBody>
                  <a:tcPr>
                    <a:solidFill>
                      <a:schemeClr val="accent1">
                        <a:lumMod val="20000"/>
                        <a:lumOff val="80000"/>
                      </a:schemeClr>
                    </a:solidFill>
                  </a:tcPr>
                </a:tc>
                <a:extLst>
                  <a:ext uri="{0D108BD9-81ED-4DB2-BD59-A6C34878D82A}">
                    <a16:rowId xmlns:a16="http://schemas.microsoft.com/office/drawing/2014/main" val="10003"/>
                  </a:ext>
                </a:extLst>
              </a:tr>
              <a:tr h="790932">
                <a:tc>
                  <a:txBody>
                    <a:bodyPr/>
                    <a:lstStyle/>
                    <a:p>
                      <a:r>
                        <a:rPr lang="en-IN" sz="1600" dirty="0"/>
                        <a:t>4</a:t>
                      </a:r>
                    </a:p>
                  </a:txBody>
                  <a:tcPr/>
                </a:tc>
                <a:tc>
                  <a:txBody>
                    <a:bodyPr/>
                    <a:lstStyle/>
                    <a:p>
                      <a:r>
                        <a:rPr lang="en-IN" sz="1600" dirty="0"/>
                        <a:t>Line inclined at Ɵ to HP and parallel to VP</a:t>
                      </a:r>
                    </a:p>
                  </a:txBody>
                  <a:tcPr/>
                </a:tc>
                <a:tc>
                  <a:txBody>
                    <a:bodyPr/>
                    <a:lstStyle/>
                    <a:p>
                      <a:r>
                        <a:rPr lang="en-IN" sz="1600" dirty="0"/>
                        <a:t>True length inclined at Ɵ to </a:t>
                      </a:r>
                      <a:r>
                        <a:rPr lang="en-IN" sz="1600" dirty="0" err="1"/>
                        <a:t>xy</a:t>
                      </a:r>
                      <a:endParaRPr lang="en-IN" sz="1600" dirty="0"/>
                    </a:p>
                  </a:txBody>
                  <a:tcPr/>
                </a:tc>
                <a:tc>
                  <a:txBody>
                    <a:bodyPr/>
                    <a:lstStyle/>
                    <a:p>
                      <a:r>
                        <a:rPr lang="en-IN" sz="1600" dirty="0"/>
                        <a:t>Shorter than the true</a:t>
                      </a:r>
                      <a:r>
                        <a:rPr lang="en-IN" sz="1600" baseline="0" dirty="0"/>
                        <a:t> length, parallel to </a:t>
                      </a:r>
                      <a:r>
                        <a:rPr lang="en-IN" sz="1600" baseline="0" dirty="0" err="1"/>
                        <a:t>xy</a:t>
                      </a:r>
                      <a:endParaRPr lang="en-IN" sz="1600" dirty="0"/>
                    </a:p>
                  </a:txBody>
                  <a:tcPr/>
                </a:tc>
                <a:tc>
                  <a:txBody>
                    <a:bodyPr/>
                    <a:lstStyle/>
                    <a:p>
                      <a:r>
                        <a:rPr lang="en-IN" sz="1600" dirty="0"/>
                        <a:t>Exists</a:t>
                      </a:r>
                    </a:p>
                  </a:txBody>
                  <a:tcPr/>
                </a:tc>
                <a:tc>
                  <a:txBody>
                    <a:bodyPr/>
                    <a:lstStyle/>
                    <a:p>
                      <a:r>
                        <a:rPr lang="en-IN" sz="1600" dirty="0"/>
                        <a:t>Does not exist</a:t>
                      </a:r>
                    </a:p>
                  </a:txBody>
                  <a:tcPr/>
                </a:tc>
                <a:extLst>
                  <a:ext uri="{0D108BD9-81ED-4DB2-BD59-A6C34878D82A}">
                    <a16:rowId xmlns:a16="http://schemas.microsoft.com/office/drawing/2014/main" val="10004"/>
                  </a:ext>
                </a:extLst>
              </a:tr>
              <a:tr h="790932">
                <a:tc>
                  <a:txBody>
                    <a:bodyPr/>
                    <a:lstStyle/>
                    <a:p>
                      <a:r>
                        <a:rPr lang="en-IN" sz="1600" dirty="0"/>
                        <a:t>5</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a:t>Line inclined at </a:t>
                      </a:r>
                      <a:r>
                        <a:rPr lang="el-GR" sz="1600" dirty="0"/>
                        <a:t>Φ</a:t>
                      </a:r>
                      <a:r>
                        <a:rPr lang="en-IN" sz="1600" dirty="0"/>
                        <a:t> to VP and parallel to HP</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a:t>Shorter than the true</a:t>
                      </a:r>
                      <a:r>
                        <a:rPr lang="en-IN" sz="1600" baseline="0" dirty="0"/>
                        <a:t> length, parallel to </a:t>
                      </a:r>
                      <a:r>
                        <a:rPr lang="en-IN" sz="1600" baseline="0" dirty="0" err="1"/>
                        <a:t>xy</a:t>
                      </a:r>
                      <a:endParaRPr lang="en-IN" sz="1600" dirty="0"/>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a:t>True length inclined at </a:t>
                      </a:r>
                      <a:r>
                        <a:rPr lang="el-GR" sz="1600" dirty="0"/>
                        <a:t>Φ</a:t>
                      </a:r>
                      <a:r>
                        <a:rPr lang="en-IN" sz="1600" dirty="0"/>
                        <a:t> to </a:t>
                      </a:r>
                      <a:r>
                        <a:rPr lang="en-IN" sz="1600" dirty="0" err="1"/>
                        <a:t>xy</a:t>
                      </a:r>
                      <a:endParaRPr lang="en-IN" sz="1600" dirty="0"/>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a:t>Does not exist</a:t>
                      </a:r>
                    </a:p>
                    <a:p>
                      <a:endParaRPr lang="en-IN" sz="1600" dirty="0"/>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a:t>Exists</a:t>
                      </a:r>
                    </a:p>
                    <a:p>
                      <a:endParaRPr lang="en-IN" sz="1600" dirty="0"/>
                    </a:p>
                  </a:txBody>
                  <a:tcPr>
                    <a:solidFill>
                      <a:schemeClr val="accent1">
                        <a:lumMod val="20000"/>
                        <a:lumOff val="80000"/>
                      </a:schemeClr>
                    </a:solidFill>
                  </a:tcPr>
                </a:tc>
                <a:extLst>
                  <a:ext uri="{0D108BD9-81ED-4DB2-BD59-A6C34878D82A}">
                    <a16:rowId xmlns:a16="http://schemas.microsoft.com/office/drawing/2014/main" val="10005"/>
                  </a:ext>
                </a:extLst>
              </a:tr>
              <a:tr h="790932">
                <a:tc>
                  <a:txBody>
                    <a:bodyPr/>
                    <a:lstStyle/>
                    <a:p>
                      <a:r>
                        <a:rPr lang="en-IN" sz="1600" dirty="0"/>
                        <a:t>6</a:t>
                      </a:r>
                    </a:p>
                  </a:txBody>
                  <a:tcPr/>
                </a:tc>
                <a:tc>
                  <a:txBody>
                    <a:bodyPr/>
                    <a:lstStyle/>
                    <a:p>
                      <a:r>
                        <a:rPr lang="en-IN" sz="1600" dirty="0"/>
                        <a:t>Line situated in HP and inclined at </a:t>
                      </a:r>
                      <a:r>
                        <a:rPr lang="el-GR" sz="1600" dirty="0"/>
                        <a:t>Φ</a:t>
                      </a:r>
                      <a:r>
                        <a:rPr lang="en-IN" sz="1600" dirty="0"/>
                        <a:t> to VP</a:t>
                      </a:r>
                    </a:p>
                  </a:txBody>
                  <a:tcPr/>
                </a:tc>
                <a:tc>
                  <a:txBody>
                    <a:bodyPr/>
                    <a:lstStyle/>
                    <a:p>
                      <a:r>
                        <a:rPr lang="en-IN" sz="1600" dirty="0"/>
                        <a:t>Shorter than the</a:t>
                      </a:r>
                      <a:r>
                        <a:rPr lang="en-IN" sz="1600" baseline="0" dirty="0"/>
                        <a:t> true length, lying on </a:t>
                      </a:r>
                      <a:r>
                        <a:rPr lang="en-IN" sz="1600" baseline="0" dirty="0" err="1"/>
                        <a:t>xy</a:t>
                      </a:r>
                      <a:endParaRPr lang="en-IN"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a:t>True length inclined at </a:t>
                      </a:r>
                      <a:r>
                        <a:rPr lang="el-GR" sz="1600" dirty="0"/>
                        <a:t>Φ</a:t>
                      </a:r>
                      <a:r>
                        <a:rPr lang="en-IN" sz="1600" dirty="0"/>
                        <a:t> to </a:t>
                      </a:r>
                      <a:r>
                        <a:rPr lang="en-IN" sz="1600" dirty="0" err="1"/>
                        <a:t>xy</a:t>
                      </a:r>
                      <a:endParaRPr lang="en-IN"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a:t>Does not exist</a:t>
                      </a:r>
                    </a:p>
                    <a:p>
                      <a:endParaRPr lang="en-IN" sz="1600" dirty="0"/>
                    </a:p>
                  </a:txBody>
                  <a:tcPr/>
                </a:tc>
                <a:tc>
                  <a:txBody>
                    <a:bodyPr/>
                    <a:lstStyle/>
                    <a:p>
                      <a:r>
                        <a:rPr lang="en-IN" sz="1600" dirty="0"/>
                        <a:t>Exists on </a:t>
                      </a:r>
                      <a:r>
                        <a:rPr lang="en-IN" sz="1600" dirty="0" err="1"/>
                        <a:t>xy</a:t>
                      </a:r>
                      <a:endParaRPr lang="en-IN" sz="1600" dirty="0"/>
                    </a:p>
                  </a:txBody>
                  <a:tcPr/>
                </a:tc>
                <a:extLst>
                  <a:ext uri="{0D108BD9-81ED-4DB2-BD59-A6C34878D82A}">
                    <a16:rowId xmlns:a16="http://schemas.microsoft.com/office/drawing/2014/main" val="10006"/>
                  </a:ext>
                </a:extLst>
              </a:tr>
              <a:tr h="790932">
                <a:tc>
                  <a:txBody>
                    <a:bodyPr/>
                    <a:lstStyle/>
                    <a:p>
                      <a:r>
                        <a:rPr lang="en-IN" sz="1600" dirty="0"/>
                        <a:t>7</a:t>
                      </a:r>
                    </a:p>
                  </a:txBody>
                  <a:tcPr>
                    <a:solidFill>
                      <a:schemeClr val="accent1">
                        <a:lumMod val="20000"/>
                        <a:lumOff val="80000"/>
                      </a:schemeClr>
                    </a:solidFill>
                  </a:tcPr>
                </a:tc>
                <a:tc>
                  <a:txBody>
                    <a:bodyPr/>
                    <a:lstStyle/>
                    <a:p>
                      <a:r>
                        <a:rPr lang="en-IN" sz="1600" dirty="0"/>
                        <a:t>Line situated in VP and inclined at Ɵ</a:t>
                      </a:r>
                      <a:r>
                        <a:rPr lang="en-IN" sz="1600" baseline="0" dirty="0"/>
                        <a:t> </a:t>
                      </a:r>
                      <a:endParaRPr lang="en-IN" sz="1600" dirty="0"/>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a:t>True length inclined at Ɵ to </a:t>
                      </a:r>
                      <a:r>
                        <a:rPr lang="en-IN" sz="1600" dirty="0" err="1"/>
                        <a:t>xy</a:t>
                      </a:r>
                      <a:endParaRPr lang="en-IN" sz="1600" dirty="0"/>
                    </a:p>
                    <a:p>
                      <a:endParaRPr lang="en-IN" sz="1600" dirty="0"/>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a:t>Shorter than the</a:t>
                      </a:r>
                      <a:r>
                        <a:rPr lang="en-IN" sz="1600" baseline="0" dirty="0"/>
                        <a:t> true length, lying on </a:t>
                      </a:r>
                      <a:r>
                        <a:rPr lang="en-IN" sz="1600" baseline="0" dirty="0" err="1"/>
                        <a:t>xy</a:t>
                      </a:r>
                      <a:endParaRPr lang="en-IN" sz="1600" dirty="0"/>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a:t>Exists on </a:t>
                      </a:r>
                      <a:r>
                        <a:rPr lang="en-IN" sz="1600" dirty="0" err="1"/>
                        <a:t>xy</a:t>
                      </a:r>
                      <a:endParaRPr lang="en-IN" sz="1600" dirty="0"/>
                    </a:p>
                    <a:p>
                      <a:endParaRPr lang="en-IN" sz="1600" dirty="0"/>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a:t>Does not exist</a:t>
                      </a:r>
                    </a:p>
                    <a:p>
                      <a:endParaRPr lang="en-IN" sz="1600" dirty="0"/>
                    </a:p>
                  </a:txBody>
                  <a:tcPr>
                    <a:solidFill>
                      <a:schemeClr val="accent1">
                        <a:lumMod val="20000"/>
                        <a:lumOff val="80000"/>
                      </a:schemeClr>
                    </a:solidFill>
                  </a:tcPr>
                </a:tc>
                <a:extLst>
                  <a:ext uri="{0D108BD9-81ED-4DB2-BD59-A6C34878D82A}">
                    <a16:rowId xmlns:a16="http://schemas.microsoft.com/office/drawing/2014/main" val="10007"/>
                  </a:ext>
                </a:extLst>
              </a:tr>
              <a:tr h="746162">
                <a:tc>
                  <a:txBody>
                    <a:bodyPr/>
                    <a:lstStyle/>
                    <a:p>
                      <a:r>
                        <a:rPr lang="en-IN" sz="1600" dirty="0"/>
                        <a:t>8</a:t>
                      </a:r>
                    </a:p>
                  </a:txBody>
                  <a:tcPr/>
                </a:tc>
                <a:tc>
                  <a:txBody>
                    <a:bodyPr/>
                    <a:lstStyle/>
                    <a:p>
                      <a:r>
                        <a:rPr lang="en-IN" sz="1600" dirty="0"/>
                        <a:t>Line</a:t>
                      </a:r>
                      <a:r>
                        <a:rPr lang="en-IN" sz="1600" baseline="0" dirty="0"/>
                        <a:t> situated both in HP and VP</a:t>
                      </a:r>
                      <a:endParaRPr lang="en-IN" sz="1600" dirty="0"/>
                    </a:p>
                  </a:txBody>
                  <a:tcPr/>
                </a:tc>
                <a:tc gridSpan="2">
                  <a:txBody>
                    <a:bodyPr/>
                    <a:lstStyle/>
                    <a:p>
                      <a:r>
                        <a:rPr lang="en-IN" sz="1600" dirty="0"/>
                        <a:t>Both</a:t>
                      </a:r>
                      <a:r>
                        <a:rPr lang="en-IN" sz="1600" baseline="0" dirty="0"/>
                        <a:t> front and top views are true length and coincide on </a:t>
                      </a:r>
                      <a:r>
                        <a:rPr lang="en-IN" sz="1600" baseline="0" dirty="0" err="1"/>
                        <a:t>xy</a:t>
                      </a:r>
                      <a:endParaRPr lang="en-IN" sz="1600" dirty="0"/>
                    </a:p>
                  </a:txBody>
                  <a:tcPr/>
                </a:tc>
                <a:tc hMerge="1">
                  <a:txBody>
                    <a:bodyPr/>
                    <a:lstStyle/>
                    <a:p>
                      <a:endParaRPr lang="en-IN"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a:t>Does not exist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a:t>Does not exist</a:t>
                      </a:r>
                    </a:p>
                    <a:p>
                      <a:endParaRPr lang="en-IN" sz="1600" b="1" dirty="0"/>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95020599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AutoShape 2"/>
          <p:cNvSpPr>
            <a:spLocks noChangeArrowheads="1"/>
          </p:cNvSpPr>
          <p:nvPr/>
        </p:nvSpPr>
        <p:spPr bwMode="auto">
          <a:xfrm>
            <a:off x="4524375" y="4724400"/>
            <a:ext cx="4495800" cy="838200"/>
          </a:xfrm>
          <a:prstGeom prst="wedgeRoundRectCallout">
            <a:avLst>
              <a:gd name="adj1" fmla="val 41773"/>
              <a:gd name="adj2" fmla="val 127653"/>
              <a:gd name="adj3"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endParaRPr lang="en-US" altLang="en-US" sz="1400">
              <a:latin typeface="Times New Roman" panose="02020603050405020304" pitchFamily="18" charset="0"/>
            </a:endParaRPr>
          </a:p>
        </p:txBody>
      </p:sp>
      <p:sp>
        <p:nvSpPr>
          <p:cNvPr id="218115" name="Arc 3"/>
          <p:cNvSpPr>
            <a:spLocks/>
          </p:cNvSpPr>
          <p:nvPr/>
        </p:nvSpPr>
        <p:spPr bwMode="auto">
          <a:xfrm>
            <a:off x="904875" y="1958978"/>
            <a:ext cx="3346450" cy="2397122"/>
          </a:xfrm>
          <a:custGeom>
            <a:avLst/>
            <a:gdLst>
              <a:gd name="G0" fmla="+- 0 0 0"/>
              <a:gd name="G1" fmla="+- 15791 0 0"/>
              <a:gd name="G2" fmla="+- 21600 0 0"/>
              <a:gd name="T0" fmla="*/ 14738 w 21555"/>
              <a:gd name="T1" fmla="*/ 0 h 15791"/>
              <a:gd name="T2" fmla="*/ 21555 w 21555"/>
              <a:gd name="T3" fmla="*/ 14393 h 15791"/>
              <a:gd name="T4" fmla="*/ 0 w 21555"/>
              <a:gd name="T5" fmla="*/ 15791 h 15791"/>
            </a:gdLst>
            <a:ahLst/>
            <a:cxnLst>
              <a:cxn ang="0">
                <a:pos x="T0" y="T1"/>
              </a:cxn>
              <a:cxn ang="0">
                <a:pos x="T2" y="T3"/>
              </a:cxn>
              <a:cxn ang="0">
                <a:pos x="T4" y="T5"/>
              </a:cxn>
            </a:cxnLst>
            <a:rect l="0" t="0" r="r" b="b"/>
            <a:pathLst>
              <a:path w="21555" h="15791" fill="none" extrusionOk="0">
                <a:moveTo>
                  <a:pt x="14737" y="0"/>
                </a:moveTo>
                <a:cubicBezTo>
                  <a:pt x="18760" y="3754"/>
                  <a:pt x="21198" y="8902"/>
                  <a:pt x="21554" y="14393"/>
                </a:cubicBezTo>
              </a:path>
              <a:path w="21555" h="15791" stroke="0" extrusionOk="0">
                <a:moveTo>
                  <a:pt x="14737" y="0"/>
                </a:moveTo>
                <a:cubicBezTo>
                  <a:pt x="18760" y="3754"/>
                  <a:pt x="21198" y="8902"/>
                  <a:pt x="21554" y="14393"/>
                </a:cubicBezTo>
                <a:lnTo>
                  <a:pt x="0" y="15791"/>
                </a:lnTo>
                <a:close/>
              </a:path>
            </a:pathLst>
          </a:custGeom>
          <a:noFill/>
          <a:ln w="9525">
            <a:solidFill>
              <a:schemeClr val="tx1"/>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18116" name="Line 4"/>
          <p:cNvSpPr>
            <a:spLocks noChangeShapeType="1"/>
          </p:cNvSpPr>
          <p:nvPr/>
        </p:nvSpPr>
        <p:spPr bwMode="auto">
          <a:xfrm>
            <a:off x="4257675" y="4129088"/>
            <a:ext cx="0" cy="2362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18117" name="Line 5"/>
          <p:cNvSpPr>
            <a:spLocks noChangeShapeType="1"/>
          </p:cNvSpPr>
          <p:nvPr/>
        </p:nvSpPr>
        <p:spPr bwMode="auto">
          <a:xfrm>
            <a:off x="676275" y="3429000"/>
            <a:ext cx="3581400" cy="3048000"/>
          </a:xfrm>
          <a:prstGeom prst="line">
            <a:avLst/>
          </a:prstGeom>
          <a:noFill/>
          <a:ln w="190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18118" name="Text Box 6"/>
          <p:cNvSpPr txBox="1">
            <a:spLocks noChangeArrowheads="1"/>
          </p:cNvSpPr>
          <p:nvPr/>
        </p:nvSpPr>
        <p:spPr bwMode="auto">
          <a:xfrm>
            <a:off x="4152535" y="6479559"/>
            <a:ext cx="33374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Times New Roman" panose="02020603050405020304" pitchFamily="18" charset="0"/>
              </a:rPr>
              <a:t>b</a:t>
            </a:r>
            <a:r>
              <a:rPr lang="en-US" altLang="en-US" sz="1400" baseline="-25000" dirty="0">
                <a:latin typeface="Times New Roman" panose="02020603050405020304" pitchFamily="18" charset="0"/>
              </a:rPr>
              <a:t>1</a:t>
            </a:r>
          </a:p>
        </p:txBody>
      </p:sp>
      <p:grpSp>
        <p:nvGrpSpPr>
          <p:cNvPr id="218119" name="Group 7"/>
          <p:cNvGrpSpPr>
            <a:grpSpLocks/>
          </p:cNvGrpSpPr>
          <p:nvPr/>
        </p:nvGrpSpPr>
        <p:grpSpPr bwMode="auto">
          <a:xfrm>
            <a:off x="122240" y="1558927"/>
            <a:ext cx="5659438" cy="5233986"/>
            <a:chOff x="77" y="982"/>
            <a:chExt cx="3565" cy="3297"/>
          </a:xfrm>
        </p:grpSpPr>
        <p:sp>
          <p:nvSpPr>
            <p:cNvPr id="218120" name="Line 8"/>
            <p:cNvSpPr>
              <a:spLocks noChangeShapeType="1"/>
            </p:cNvSpPr>
            <p:nvPr/>
          </p:nvSpPr>
          <p:spPr bwMode="auto">
            <a:xfrm>
              <a:off x="1722" y="4092"/>
              <a:ext cx="192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nvGrpSpPr>
            <p:cNvPr id="218121" name="Group 9"/>
            <p:cNvGrpSpPr>
              <a:grpSpLocks/>
            </p:cNvGrpSpPr>
            <p:nvPr/>
          </p:nvGrpSpPr>
          <p:grpSpPr bwMode="auto">
            <a:xfrm>
              <a:off x="77" y="982"/>
              <a:ext cx="3325" cy="3297"/>
              <a:chOff x="77" y="982"/>
              <a:chExt cx="3325" cy="3297"/>
            </a:xfrm>
          </p:grpSpPr>
          <p:sp>
            <p:nvSpPr>
              <p:cNvPr id="218122" name="Line 10"/>
              <p:cNvSpPr>
                <a:spLocks noChangeShapeType="1"/>
              </p:cNvSpPr>
              <p:nvPr/>
            </p:nvSpPr>
            <p:spPr bwMode="auto">
              <a:xfrm>
                <a:off x="282" y="2592"/>
                <a:ext cx="28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18123" name="Line 11"/>
              <p:cNvSpPr>
                <a:spLocks noChangeShapeType="1"/>
              </p:cNvSpPr>
              <p:nvPr/>
            </p:nvSpPr>
            <p:spPr bwMode="auto">
              <a:xfrm>
                <a:off x="1242" y="1776"/>
                <a:ext cx="0" cy="14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18124" name="Line 12"/>
              <p:cNvSpPr>
                <a:spLocks noChangeShapeType="1"/>
              </p:cNvSpPr>
              <p:nvPr/>
            </p:nvSpPr>
            <p:spPr bwMode="auto">
              <a:xfrm>
                <a:off x="1242" y="3168"/>
                <a:ext cx="768" cy="912"/>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18125" name="Line 13"/>
              <p:cNvSpPr>
                <a:spLocks noChangeShapeType="1"/>
              </p:cNvSpPr>
              <p:nvPr/>
            </p:nvSpPr>
            <p:spPr bwMode="auto">
              <a:xfrm flipV="1">
                <a:off x="2010" y="1152"/>
                <a:ext cx="0" cy="29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18126" name="Line 14"/>
              <p:cNvSpPr>
                <a:spLocks noChangeShapeType="1"/>
              </p:cNvSpPr>
              <p:nvPr/>
            </p:nvSpPr>
            <p:spPr bwMode="auto">
              <a:xfrm>
                <a:off x="1242" y="1872"/>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nvGrpSpPr>
              <p:cNvPr id="218127" name="Group 15"/>
              <p:cNvGrpSpPr>
                <a:grpSpLocks/>
              </p:cNvGrpSpPr>
              <p:nvPr/>
            </p:nvGrpSpPr>
            <p:grpSpPr bwMode="auto">
              <a:xfrm>
                <a:off x="77" y="982"/>
                <a:ext cx="3325" cy="3297"/>
                <a:chOff x="77" y="982"/>
                <a:chExt cx="3325" cy="3297"/>
              </a:xfrm>
            </p:grpSpPr>
            <p:sp>
              <p:nvSpPr>
                <p:cNvPr id="218128" name="Line 16"/>
                <p:cNvSpPr>
                  <a:spLocks noChangeShapeType="1"/>
                </p:cNvSpPr>
                <p:nvPr/>
              </p:nvSpPr>
              <p:spPr bwMode="auto">
                <a:xfrm flipH="1">
                  <a:off x="1242" y="1238"/>
                  <a:ext cx="768" cy="634"/>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18129" name="Text Box 17"/>
                <p:cNvSpPr txBox="1">
                  <a:spLocks noChangeArrowheads="1"/>
                </p:cNvSpPr>
                <p:nvPr/>
              </p:nvSpPr>
              <p:spPr bwMode="auto">
                <a:xfrm>
                  <a:off x="1098" y="1680"/>
                  <a:ext cx="20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rPr>
                    <a:t>a’</a:t>
                  </a:r>
                </a:p>
              </p:txBody>
            </p:sp>
            <p:sp>
              <p:nvSpPr>
                <p:cNvPr id="218130" name="Text Box 18"/>
                <p:cNvSpPr txBox="1">
                  <a:spLocks noChangeArrowheads="1"/>
                </p:cNvSpPr>
                <p:nvPr/>
              </p:nvSpPr>
              <p:spPr bwMode="auto">
                <a:xfrm rot="18930587">
                  <a:off x="1400" y="1324"/>
                  <a:ext cx="48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a:latin typeface="Times New Roman" panose="02020603050405020304" pitchFamily="18" charset="0"/>
                    </a:rPr>
                    <a:t>FV</a:t>
                  </a:r>
                </a:p>
              </p:txBody>
            </p:sp>
            <p:sp>
              <p:nvSpPr>
                <p:cNvPr id="218131" name="Line 19"/>
                <p:cNvSpPr>
                  <a:spLocks noChangeShapeType="1"/>
                </p:cNvSpPr>
                <p:nvPr/>
              </p:nvSpPr>
              <p:spPr bwMode="auto">
                <a:xfrm flipH="1">
                  <a:off x="426" y="1872"/>
                  <a:ext cx="816" cy="72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18132" name="Text Box 20"/>
                <p:cNvSpPr txBox="1">
                  <a:spLocks noChangeArrowheads="1"/>
                </p:cNvSpPr>
                <p:nvPr/>
              </p:nvSpPr>
              <p:spPr bwMode="auto">
                <a:xfrm>
                  <a:off x="282" y="2640"/>
                  <a:ext cx="267"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Times New Roman" panose="02020603050405020304" pitchFamily="18" charset="0"/>
                    </a:rPr>
                    <a:t>VT</a:t>
                  </a:r>
                </a:p>
              </p:txBody>
            </p:sp>
            <p:sp>
              <p:nvSpPr>
                <p:cNvPr id="218133" name="Text Box 21"/>
                <p:cNvSpPr txBox="1">
                  <a:spLocks noChangeArrowheads="1"/>
                </p:cNvSpPr>
                <p:nvPr/>
              </p:nvSpPr>
              <p:spPr bwMode="auto">
                <a:xfrm>
                  <a:off x="330" y="1968"/>
                  <a:ext cx="198"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Times New Roman" panose="02020603050405020304" pitchFamily="18" charset="0"/>
                    </a:rPr>
                    <a:t>V</a:t>
                  </a:r>
                </a:p>
              </p:txBody>
            </p:sp>
            <p:sp>
              <p:nvSpPr>
                <p:cNvPr id="218134" name="Line 22"/>
                <p:cNvSpPr>
                  <a:spLocks noChangeShapeType="1"/>
                </p:cNvSpPr>
                <p:nvPr/>
              </p:nvSpPr>
              <p:spPr bwMode="auto">
                <a:xfrm>
                  <a:off x="426" y="2160"/>
                  <a:ext cx="816" cy="100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18135" name="Text Box 23"/>
                <p:cNvSpPr txBox="1">
                  <a:spLocks noChangeArrowheads="1"/>
                </p:cNvSpPr>
                <p:nvPr/>
              </p:nvSpPr>
              <p:spPr bwMode="auto">
                <a:xfrm rot="2937542">
                  <a:off x="1348" y="3580"/>
                  <a:ext cx="48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a:latin typeface="Times New Roman" panose="02020603050405020304" pitchFamily="18" charset="0"/>
                    </a:rPr>
                    <a:t>TV</a:t>
                  </a:r>
                </a:p>
              </p:txBody>
            </p:sp>
            <p:sp>
              <p:nvSpPr>
                <p:cNvPr id="218136" name="Line 24"/>
                <p:cNvSpPr>
                  <a:spLocks noChangeShapeType="1"/>
                </p:cNvSpPr>
                <p:nvPr/>
              </p:nvSpPr>
              <p:spPr bwMode="auto">
                <a:xfrm>
                  <a:off x="1194" y="3168"/>
                  <a:ext cx="57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18137" name="Line 25"/>
                <p:cNvSpPr>
                  <a:spLocks noChangeShapeType="1"/>
                </p:cNvSpPr>
                <p:nvPr/>
              </p:nvSpPr>
              <p:spPr bwMode="auto">
                <a:xfrm>
                  <a:off x="234" y="2160"/>
                  <a:ext cx="288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18138" name="Line 26"/>
                <p:cNvSpPr>
                  <a:spLocks noChangeShapeType="1"/>
                </p:cNvSpPr>
                <p:nvPr/>
              </p:nvSpPr>
              <p:spPr bwMode="auto">
                <a:xfrm>
                  <a:off x="1674" y="1227"/>
                  <a:ext cx="172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18139" name="Text Box 27"/>
                <p:cNvSpPr txBox="1">
                  <a:spLocks noChangeArrowheads="1"/>
                </p:cNvSpPr>
                <p:nvPr/>
              </p:nvSpPr>
              <p:spPr bwMode="auto">
                <a:xfrm>
                  <a:off x="77" y="2060"/>
                  <a:ext cx="19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Times New Roman" panose="02020603050405020304" pitchFamily="18" charset="0"/>
                    </a:rPr>
                    <a:t>X</a:t>
                  </a:r>
                </a:p>
              </p:txBody>
            </p:sp>
            <p:sp>
              <p:nvSpPr>
                <p:cNvPr id="218140" name="Text Box 28"/>
                <p:cNvSpPr txBox="1">
                  <a:spLocks noChangeArrowheads="1"/>
                </p:cNvSpPr>
                <p:nvPr/>
              </p:nvSpPr>
              <p:spPr bwMode="auto">
                <a:xfrm>
                  <a:off x="3072" y="2064"/>
                  <a:ext cx="19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rPr>
                    <a:t>Y</a:t>
                  </a:r>
                </a:p>
              </p:txBody>
            </p:sp>
            <p:sp>
              <p:nvSpPr>
                <p:cNvPr id="218141" name="Text Box 29"/>
                <p:cNvSpPr txBox="1">
                  <a:spLocks noChangeArrowheads="1"/>
                </p:cNvSpPr>
                <p:nvPr/>
              </p:nvSpPr>
              <p:spPr bwMode="auto">
                <a:xfrm>
                  <a:off x="1931" y="982"/>
                  <a:ext cx="209"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Times New Roman" panose="02020603050405020304" pitchFamily="18" charset="0"/>
                    </a:rPr>
                    <a:t>b’</a:t>
                  </a:r>
                </a:p>
              </p:txBody>
            </p:sp>
            <p:sp>
              <p:nvSpPr>
                <p:cNvPr id="218142" name="Text Box 30"/>
                <p:cNvSpPr txBox="1">
                  <a:spLocks noChangeArrowheads="1"/>
                </p:cNvSpPr>
                <p:nvPr/>
              </p:nvSpPr>
              <p:spPr bwMode="auto">
                <a:xfrm>
                  <a:off x="1136" y="3175"/>
                  <a:ext cx="16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rPr>
                    <a:t>a</a:t>
                  </a:r>
                </a:p>
              </p:txBody>
            </p:sp>
            <p:sp>
              <p:nvSpPr>
                <p:cNvPr id="218143" name="Text Box 31"/>
                <p:cNvSpPr txBox="1">
                  <a:spLocks noChangeArrowheads="1"/>
                </p:cNvSpPr>
                <p:nvPr/>
              </p:nvSpPr>
              <p:spPr bwMode="auto">
                <a:xfrm>
                  <a:off x="1950" y="4087"/>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Times New Roman" panose="02020603050405020304" pitchFamily="18" charset="0"/>
                    </a:rPr>
                    <a:t>b</a:t>
                  </a:r>
                </a:p>
              </p:txBody>
            </p:sp>
            <p:sp>
              <p:nvSpPr>
                <p:cNvPr id="218144" name="Line 32"/>
                <p:cNvSpPr>
                  <a:spLocks noChangeShapeType="1"/>
                </p:cNvSpPr>
                <p:nvPr/>
              </p:nvSpPr>
              <p:spPr bwMode="auto">
                <a:xfrm>
                  <a:off x="426" y="2112"/>
                  <a:ext cx="0" cy="48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grpSp>
      <p:grpSp>
        <p:nvGrpSpPr>
          <p:cNvPr id="218145" name="Group 33"/>
          <p:cNvGrpSpPr>
            <a:grpSpLocks/>
          </p:cNvGrpSpPr>
          <p:nvPr/>
        </p:nvGrpSpPr>
        <p:grpSpPr bwMode="auto">
          <a:xfrm>
            <a:off x="1130300" y="3541713"/>
            <a:ext cx="742950" cy="766762"/>
            <a:chOff x="712" y="2231"/>
            <a:chExt cx="468" cy="483"/>
          </a:xfrm>
        </p:grpSpPr>
        <p:sp>
          <p:nvSpPr>
            <p:cNvPr id="218146" name="Text Box 34"/>
            <p:cNvSpPr txBox="1">
              <a:spLocks noChangeArrowheads="1"/>
            </p:cNvSpPr>
            <p:nvPr/>
          </p:nvSpPr>
          <p:spPr bwMode="auto">
            <a:xfrm>
              <a:off x="906" y="2352"/>
              <a:ext cx="19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a:latin typeface="Times New Roman" panose="02020603050405020304" pitchFamily="18" charset="0"/>
                  <a:cs typeface="Times New Roman" panose="02020603050405020304" pitchFamily="18" charset="0"/>
                  <a:sym typeface="Symbol" panose="05050102010706020507" pitchFamily="18" charset="2"/>
                </a:rPr>
                <a:t></a:t>
              </a:r>
            </a:p>
          </p:txBody>
        </p:sp>
        <p:sp>
          <p:nvSpPr>
            <p:cNvPr id="218147" name="Arc 35"/>
            <p:cNvSpPr>
              <a:spLocks/>
            </p:cNvSpPr>
            <p:nvPr/>
          </p:nvSpPr>
          <p:spPr bwMode="auto">
            <a:xfrm rot="2137023">
              <a:off x="712" y="2231"/>
              <a:ext cx="468" cy="483"/>
            </a:xfrm>
            <a:custGeom>
              <a:avLst/>
              <a:gdLst>
                <a:gd name="G0" fmla="+- 0 0 0"/>
                <a:gd name="G1" fmla="+- 19757 0 0"/>
                <a:gd name="G2" fmla="+- 21600 0 0"/>
                <a:gd name="T0" fmla="*/ 8730 w 19140"/>
                <a:gd name="T1" fmla="*/ 0 h 19757"/>
                <a:gd name="T2" fmla="*/ 19140 w 19140"/>
                <a:gd name="T3" fmla="*/ 9747 h 19757"/>
                <a:gd name="T4" fmla="*/ 0 w 19140"/>
                <a:gd name="T5" fmla="*/ 19757 h 19757"/>
              </a:gdLst>
              <a:ahLst/>
              <a:cxnLst>
                <a:cxn ang="0">
                  <a:pos x="T0" y="T1"/>
                </a:cxn>
                <a:cxn ang="0">
                  <a:pos x="T2" y="T3"/>
                </a:cxn>
                <a:cxn ang="0">
                  <a:pos x="T4" y="T5"/>
                </a:cxn>
              </a:cxnLst>
              <a:rect l="0" t="0" r="r" b="b"/>
              <a:pathLst>
                <a:path w="19140" h="19757" fill="none" extrusionOk="0">
                  <a:moveTo>
                    <a:pt x="8730" y="-1"/>
                  </a:moveTo>
                  <a:cubicBezTo>
                    <a:pt x="13203" y="1976"/>
                    <a:pt x="16873" y="5412"/>
                    <a:pt x="19140" y="9746"/>
                  </a:cubicBezTo>
                </a:path>
                <a:path w="19140" h="19757" stroke="0" extrusionOk="0">
                  <a:moveTo>
                    <a:pt x="8730" y="-1"/>
                  </a:moveTo>
                  <a:cubicBezTo>
                    <a:pt x="13203" y="1976"/>
                    <a:pt x="16873" y="5412"/>
                    <a:pt x="19140" y="9746"/>
                  </a:cubicBezTo>
                  <a:lnTo>
                    <a:pt x="0" y="19757"/>
                  </a:lnTo>
                  <a:close/>
                </a:path>
              </a:pathLst>
            </a:custGeom>
            <a:noFill/>
            <a:ln w="9525">
              <a:solidFill>
                <a:schemeClr val="tx1"/>
              </a:solidFill>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218148" name="Group 36"/>
          <p:cNvGrpSpPr>
            <a:grpSpLocks/>
          </p:cNvGrpSpPr>
          <p:nvPr/>
        </p:nvGrpSpPr>
        <p:grpSpPr bwMode="auto">
          <a:xfrm>
            <a:off x="828677" y="3344865"/>
            <a:ext cx="358775" cy="377825"/>
            <a:chOff x="522" y="2107"/>
            <a:chExt cx="226" cy="238"/>
          </a:xfrm>
        </p:grpSpPr>
        <p:sp>
          <p:nvSpPr>
            <p:cNvPr id="218149" name="Text Box 37"/>
            <p:cNvSpPr txBox="1">
              <a:spLocks noChangeArrowheads="1"/>
            </p:cNvSpPr>
            <p:nvPr/>
          </p:nvSpPr>
          <p:spPr bwMode="auto">
            <a:xfrm>
              <a:off x="522" y="2107"/>
              <a:ext cx="22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a:latin typeface="Times New Roman" panose="02020603050405020304" pitchFamily="18" charset="0"/>
                  <a:sym typeface="Symbol" panose="05050102010706020507" pitchFamily="18" charset="2"/>
                </a:rPr>
                <a:t></a:t>
              </a:r>
            </a:p>
          </p:txBody>
        </p:sp>
        <p:sp>
          <p:nvSpPr>
            <p:cNvPr id="218150" name="Arc 38"/>
            <p:cNvSpPr>
              <a:spLocks/>
            </p:cNvSpPr>
            <p:nvPr/>
          </p:nvSpPr>
          <p:spPr bwMode="auto">
            <a:xfrm>
              <a:off x="525" y="2159"/>
              <a:ext cx="192" cy="186"/>
            </a:xfrm>
            <a:custGeom>
              <a:avLst/>
              <a:gdLst>
                <a:gd name="G0" fmla="+- 0 0 0"/>
                <a:gd name="G1" fmla="+- 2634 0 0"/>
                <a:gd name="G2" fmla="+- 21600 0 0"/>
                <a:gd name="T0" fmla="*/ 21439 w 21600"/>
                <a:gd name="T1" fmla="*/ 0 h 20882"/>
                <a:gd name="T2" fmla="*/ 11557 w 21600"/>
                <a:gd name="T3" fmla="*/ 20882 h 20882"/>
                <a:gd name="T4" fmla="*/ 0 w 21600"/>
                <a:gd name="T5" fmla="*/ 2634 h 20882"/>
              </a:gdLst>
              <a:ahLst/>
              <a:cxnLst>
                <a:cxn ang="0">
                  <a:pos x="T0" y="T1"/>
                </a:cxn>
                <a:cxn ang="0">
                  <a:pos x="T2" y="T3"/>
                </a:cxn>
                <a:cxn ang="0">
                  <a:pos x="T4" y="T5"/>
                </a:cxn>
              </a:cxnLst>
              <a:rect l="0" t="0" r="r" b="b"/>
              <a:pathLst>
                <a:path w="21600" h="20882" fill="none" extrusionOk="0">
                  <a:moveTo>
                    <a:pt x="21438" y="0"/>
                  </a:moveTo>
                  <a:cubicBezTo>
                    <a:pt x="21546" y="873"/>
                    <a:pt x="21600" y="1753"/>
                    <a:pt x="21600" y="2634"/>
                  </a:cubicBezTo>
                  <a:cubicBezTo>
                    <a:pt x="21600" y="10035"/>
                    <a:pt x="17810" y="16921"/>
                    <a:pt x="11557" y="20882"/>
                  </a:cubicBezTo>
                </a:path>
                <a:path w="21600" h="20882" stroke="0" extrusionOk="0">
                  <a:moveTo>
                    <a:pt x="21438" y="0"/>
                  </a:moveTo>
                  <a:cubicBezTo>
                    <a:pt x="21546" y="873"/>
                    <a:pt x="21600" y="1753"/>
                    <a:pt x="21600" y="2634"/>
                  </a:cubicBezTo>
                  <a:cubicBezTo>
                    <a:pt x="21600" y="10035"/>
                    <a:pt x="17810" y="16921"/>
                    <a:pt x="11557" y="20882"/>
                  </a:cubicBezTo>
                  <a:lnTo>
                    <a:pt x="0" y="2634"/>
                  </a:lnTo>
                  <a:close/>
                </a:path>
              </a:pathLst>
            </a:custGeom>
            <a:noFill/>
            <a:ln w="9525">
              <a:solidFill>
                <a:schemeClr val="tx1"/>
              </a:solidFill>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218151" name="Group 39"/>
          <p:cNvGrpSpPr>
            <a:grpSpLocks/>
          </p:cNvGrpSpPr>
          <p:nvPr/>
        </p:nvGrpSpPr>
        <p:grpSpPr bwMode="auto">
          <a:xfrm>
            <a:off x="1238250" y="1238251"/>
            <a:ext cx="3841751" cy="3597276"/>
            <a:chOff x="780" y="780"/>
            <a:chExt cx="2420" cy="2266"/>
          </a:xfrm>
        </p:grpSpPr>
        <p:sp>
          <p:nvSpPr>
            <p:cNvPr id="218152" name="Text Box 40"/>
            <p:cNvSpPr txBox="1">
              <a:spLocks noChangeArrowheads="1"/>
            </p:cNvSpPr>
            <p:nvPr/>
          </p:nvSpPr>
          <p:spPr bwMode="auto">
            <a:xfrm>
              <a:off x="2952" y="1056"/>
              <a:ext cx="248"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Times New Roman" panose="02020603050405020304" pitchFamily="18" charset="0"/>
                </a:rPr>
                <a:t>b</a:t>
              </a:r>
              <a:r>
                <a:rPr lang="en-US" altLang="en-US" sz="1400" baseline="-25000" dirty="0">
                  <a:latin typeface="Times New Roman" panose="02020603050405020304" pitchFamily="18" charset="0"/>
                </a:rPr>
                <a:t>1</a:t>
              </a:r>
              <a:r>
                <a:rPr lang="en-US" altLang="en-US" sz="1400" dirty="0">
                  <a:latin typeface="Times New Roman" panose="02020603050405020304" pitchFamily="18" charset="0"/>
                </a:rPr>
                <a:t>’</a:t>
              </a:r>
              <a:endParaRPr lang="en-US" altLang="en-US" sz="1400" baseline="-25000" dirty="0">
                <a:latin typeface="Times New Roman" panose="02020603050405020304" pitchFamily="18" charset="0"/>
              </a:endParaRPr>
            </a:p>
          </p:txBody>
        </p:sp>
        <p:grpSp>
          <p:nvGrpSpPr>
            <p:cNvPr id="218153" name="Group 41"/>
            <p:cNvGrpSpPr>
              <a:grpSpLocks/>
            </p:cNvGrpSpPr>
            <p:nvPr/>
          </p:nvGrpSpPr>
          <p:grpSpPr bwMode="auto">
            <a:xfrm>
              <a:off x="780" y="780"/>
              <a:ext cx="1972" cy="2266"/>
              <a:chOff x="804" y="780"/>
              <a:chExt cx="1972" cy="2266"/>
            </a:xfrm>
          </p:grpSpPr>
          <p:sp>
            <p:nvSpPr>
              <p:cNvPr id="218154" name="Line 42"/>
              <p:cNvSpPr>
                <a:spLocks noChangeShapeType="1"/>
              </p:cNvSpPr>
              <p:nvPr/>
            </p:nvSpPr>
            <p:spPr bwMode="auto">
              <a:xfrm rot="17559261">
                <a:off x="623" y="961"/>
                <a:ext cx="2266" cy="1904"/>
              </a:xfrm>
              <a:prstGeom prst="line">
                <a:avLst/>
              </a:prstGeom>
              <a:noFill/>
              <a:ln w="190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18155" name="Text Box 43"/>
              <p:cNvSpPr txBox="1">
                <a:spLocks noChangeArrowheads="1"/>
              </p:cNvSpPr>
              <p:nvPr/>
            </p:nvSpPr>
            <p:spPr bwMode="auto">
              <a:xfrm rot="20139231">
                <a:off x="2482" y="1444"/>
                <a:ext cx="29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a:latin typeface="Times New Roman" panose="02020603050405020304" pitchFamily="18" charset="0"/>
                  </a:rPr>
                  <a:t>TL</a:t>
                </a:r>
              </a:p>
            </p:txBody>
          </p:sp>
        </p:grpSp>
      </p:grpSp>
      <p:sp>
        <p:nvSpPr>
          <p:cNvPr id="218156" name="Text Box 44"/>
          <p:cNvSpPr txBox="1">
            <a:spLocks noChangeArrowheads="1"/>
          </p:cNvSpPr>
          <p:nvPr/>
        </p:nvSpPr>
        <p:spPr bwMode="auto">
          <a:xfrm rot="2461868">
            <a:off x="3336891" y="5539859"/>
            <a:ext cx="46679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a:latin typeface="Times New Roman" panose="02020603050405020304" pitchFamily="18" charset="0"/>
              </a:rPr>
              <a:t>TL</a:t>
            </a:r>
          </a:p>
        </p:txBody>
      </p:sp>
      <p:sp>
        <p:nvSpPr>
          <p:cNvPr id="218158" name="Oval 46"/>
          <p:cNvSpPr>
            <a:spLocks noChangeArrowheads="1"/>
          </p:cNvSpPr>
          <p:nvPr/>
        </p:nvSpPr>
        <p:spPr bwMode="auto">
          <a:xfrm>
            <a:off x="5181600" y="2147888"/>
            <a:ext cx="3773488" cy="2424112"/>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18159" name="Text Box 47"/>
          <p:cNvSpPr txBox="1">
            <a:spLocks noChangeArrowheads="1"/>
          </p:cNvSpPr>
          <p:nvPr/>
        </p:nvSpPr>
        <p:spPr bwMode="auto">
          <a:xfrm>
            <a:off x="5340352" y="2465388"/>
            <a:ext cx="3533775" cy="1465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altLang="en-US" dirty="0">
                <a:solidFill>
                  <a:schemeClr val="accent2"/>
                </a:solidFill>
                <a:latin typeface="Arial" panose="020B0604020202020204" pitchFamily="34" charset="0"/>
              </a:rPr>
              <a:t>Then from point  v &amp; HT </a:t>
            </a:r>
          </a:p>
          <a:p>
            <a:pPr algn="ctr" eaLnBrk="1" hangingPunct="1"/>
            <a:r>
              <a:rPr lang="en-US" altLang="en-US" dirty="0">
                <a:solidFill>
                  <a:schemeClr val="accent2"/>
                </a:solidFill>
                <a:latin typeface="Arial" panose="020B0604020202020204" pitchFamily="34" charset="0"/>
              </a:rPr>
              <a:t>angles             can be drawn.</a:t>
            </a:r>
          </a:p>
          <a:p>
            <a:pPr algn="ctr" eaLnBrk="1" hangingPunct="1"/>
            <a:r>
              <a:rPr lang="en-US" altLang="en-US" dirty="0">
                <a:solidFill>
                  <a:schemeClr val="accent2"/>
                </a:solidFill>
                <a:latin typeface="Arial" panose="020B0604020202020204" pitchFamily="34" charset="0"/>
              </a:rPr>
              <a:t>&amp;</a:t>
            </a:r>
          </a:p>
          <a:p>
            <a:pPr algn="ctr" eaLnBrk="1" hangingPunct="1"/>
            <a:r>
              <a:rPr lang="en-US" altLang="en-US" dirty="0">
                <a:solidFill>
                  <a:schemeClr val="accent2"/>
                </a:solidFill>
                <a:latin typeface="Arial" panose="020B0604020202020204" pitchFamily="34" charset="0"/>
              </a:rPr>
              <a:t>From point VT &amp; h’</a:t>
            </a:r>
          </a:p>
          <a:p>
            <a:pPr algn="ctr" eaLnBrk="1" hangingPunct="1"/>
            <a:r>
              <a:rPr lang="en-US" altLang="en-US" dirty="0">
                <a:solidFill>
                  <a:schemeClr val="accent2"/>
                </a:solidFill>
                <a:latin typeface="Arial" panose="020B0604020202020204" pitchFamily="34" charset="0"/>
              </a:rPr>
              <a:t>angles                 can be drawn</a:t>
            </a:r>
            <a:r>
              <a:rPr lang="en-US" altLang="en-US" sz="1200" dirty="0">
                <a:solidFill>
                  <a:schemeClr val="accent2"/>
                </a:solidFill>
                <a:latin typeface="Arial" panose="020B0604020202020204" pitchFamily="34" charset="0"/>
              </a:rPr>
              <a:t>. </a:t>
            </a:r>
          </a:p>
        </p:txBody>
      </p:sp>
      <p:grpSp>
        <p:nvGrpSpPr>
          <p:cNvPr id="218160" name="Group 48"/>
          <p:cNvGrpSpPr>
            <a:grpSpLocks/>
          </p:cNvGrpSpPr>
          <p:nvPr/>
        </p:nvGrpSpPr>
        <p:grpSpPr bwMode="auto">
          <a:xfrm>
            <a:off x="6213475" y="3581400"/>
            <a:ext cx="946150" cy="396875"/>
            <a:chOff x="1230" y="1872"/>
            <a:chExt cx="590" cy="250"/>
          </a:xfrm>
        </p:grpSpPr>
        <p:sp>
          <p:nvSpPr>
            <p:cNvPr id="218161" name="Text Box 49"/>
            <p:cNvSpPr txBox="1">
              <a:spLocks noChangeArrowheads="1"/>
            </p:cNvSpPr>
            <p:nvPr/>
          </p:nvSpPr>
          <p:spPr bwMode="auto">
            <a:xfrm>
              <a:off x="1623" y="1872"/>
              <a:ext cx="19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000" dirty="0">
                  <a:solidFill>
                    <a:srgbClr val="FF0000"/>
                  </a:solidFill>
                  <a:latin typeface="Times New Roman" panose="02020603050405020304" pitchFamily="18" charset="0"/>
                  <a:sym typeface="Symbol" panose="05050102010706020507" pitchFamily="18" charset="2"/>
                </a:rPr>
                <a:t></a:t>
              </a:r>
            </a:p>
          </p:txBody>
        </p:sp>
        <p:sp>
          <p:nvSpPr>
            <p:cNvPr id="218162" name="Text Box 50"/>
            <p:cNvSpPr txBox="1">
              <a:spLocks noChangeArrowheads="1"/>
            </p:cNvSpPr>
            <p:nvPr/>
          </p:nvSpPr>
          <p:spPr bwMode="auto">
            <a:xfrm>
              <a:off x="1230" y="1872"/>
              <a:ext cx="20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dirty="0">
                  <a:solidFill>
                    <a:srgbClr val="FF3300"/>
                  </a:solidFill>
                  <a:latin typeface="Times New Roman" panose="02020603050405020304" pitchFamily="18" charset="0"/>
                  <a:cs typeface="Times New Roman" panose="02020603050405020304" pitchFamily="18" charset="0"/>
                  <a:sym typeface="Symbol" panose="05050102010706020507" pitchFamily="18" charset="2"/>
                </a:rPr>
                <a:t></a:t>
              </a:r>
            </a:p>
          </p:txBody>
        </p:sp>
        <p:sp>
          <p:nvSpPr>
            <p:cNvPr id="218163" name="Text Box 51"/>
            <p:cNvSpPr txBox="1">
              <a:spLocks noChangeArrowheads="1"/>
            </p:cNvSpPr>
            <p:nvPr/>
          </p:nvSpPr>
          <p:spPr bwMode="auto">
            <a:xfrm>
              <a:off x="1414" y="1877"/>
              <a:ext cx="22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dirty="0">
                  <a:solidFill>
                    <a:srgbClr val="FF0066"/>
                  </a:solidFill>
                  <a:latin typeface="Times New Roman" panose="02020603050405020304" pitchFamily="18" charset="0"/>
                </a:rPr>
                <a:t>&amp;</a:t>
              </a:r>
            </a:p>
          </p:txBody>
        </p:sp>
      </p:grpSp>
      <p:grpSp>
        <p:nvGrpSpPr>
          <p:cNvPr id="218164" name="Group 52"/>
          <p:cNvGrpSpPr>
            <a:grpSpLocks/>
          </p:cNvGrpSpPr>
          <p:nvPr/>
        </p:nvGrpSpPr>
        <p:grpSpPr bwMode="auto">
          <a:xfrm>
            <a:off x="6323176" y="2741996"/>
            <a:ext cx="784063" cy="385763"/>
            <a:chOff x="573" y="2499"/>
            <a:chExt cx="489" cy="243"/>
          </a:xfrm>
        </p:grpSpPr>
        <p:sp>
          <p:nvSpPr>
            <p:cNvPr id="218165" name="Text Box 53"/>
            <p:cNvSpPr txBox="1">
              <a:spLocks noChangeArrowheads="1"/>
            </p:cNvSpPr>
            <p:nvPr/>
          </p:nvSpPr>
          <p:spPr bwMode="auto">
            <a:xfrm>
              <a:off x="837" y="2504"/>
              <a:ext cx="225"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dirty="0">
                  <a:solidFill>
                    <a:srgbClr val="009999"/>
                  </a:solidFill>
                  <a:latin typeface="Arial" panose="020B0604020202020204" pitchFamily="34" charset="0"/>
                  <a:sym typeface="Symbol" panose="05050102010706020507" pitchFamily="18" charset="2"/>
                </a:rPr>
                <a:t></a:t>
              </a:r>
            </a:p>
          </p:txBody>
        </p:sp>
        <p:sp>
          <p:nvSpPr>
            <p:cNvPr id="218166" name="Text Box 54"/>
            <p:cNvSpPr txBox="1">
              <a:spLocks noChangeArrowheads="1"/>
            </p:cNvSpPr>
            <p:nvPr/>
          </p:nvSpPr>
          <p:spPr bwMode="auto">
            <a:xfrm>
              <a:off x="573" y="2499"/>
              <a:ext cx="19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dirty="0">
                  <a:solidFill>
                    <a:srgbClr val="009999"/>
                  </a:solidFill>
                  <a:latin typeface="Times New Roman" panose="02020603050405020304" pitchFamily="18" charset="0"/>
                  <a:cs typeface="Times New Roman" panose="02020603050405020304" pitchFamily="18" charset="0"/>
                  <a:sym typeface="Symbol" panose="05050102010706020507" pitchFamily="18" charset="2"/>
                </a:rPr>
                <a:t></a:t>
              </a:r>
            </a:p>
          </p:txBody>
        </p:sp>
        <p:sp>
          <p:nvSpPr>
            <p:cNvPr id="218167" name="Text Box 55"/>
            <p:cNvSpPr txBox="1">
              <a:spLocks noChangeArrowheads="1"/>
            </p:cNvSpPr>
            <p:nvPr/>
          </p:nvSpPr>
          <p:spPr bwMode="auto">
            <a:xfrm>
              <a:off x="692" y="2509"/>
              <a:ext cx="22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dirty="0">
                  <a:solidFill>
                    <a:srgbClr val="009999"/>
                  </a:solidFill>
                  <a:latin typeface="Times New Roman" panose="02020603050405020304" pitchFamily="18" charset="0"/>
                </a:rPr>
                <a:t>&amp;</a:t>
              </a:r>
            </a:p>
          </p:txBody>
        </p:sp>
      </p:grpSp>
      <p:sp>
        <p:nvSpPr>
          <p:cNvPr id="218169" name="AutoShape 57"/>
          <p:cNvSpPr>
            <a:spLocks noChangeArrowheads="1"/>
          </p:cNvSpPr>
          <p:nvPr/>
        </p:nvSpPr>
        <p:spPr bwMode="auto">
          <a:xfrm>
            <a:off x="228600" y="228600"/>
            <a:ext cx="8763000" cy="1143000"/>
          </a:xfrm>
          <a:prstGeom prst="wedgeRoundRectCallout">
            <a:avLst>
              <a:gd name="adj1" fmla="val 28081"/>
              <a:gd name="adj2" fmla="val 50556"/>
              <a:gd name="adj3" fmla="val 16667"/>
            </a:avLst>
          </a:prstGeom>
          <a:solidFill>
            <a:schemeClr val="accent2">
              <a:lumMod val="20000"/>
              <a:lumOff val="80000"/>
            </a:schemeClr>
          </a:solidFill>
          <a:ln w="9525">
            <a:solidFill>
              <a:schemeClr val="tx1"/>
            </a:solidFill>
            <a:miter lim="800000"/>
            <a:headEnd/>
            <a:tailEnd/>
          </a:ln>
          <a:effectLst/>
        </p:spPr>
        <p:txBody>
          <a:bodyPr/>
          <a:lstStyle/>
          <a:p>
            <a:pPr algn="ctr" eaLnBrk="1" hangingPunct="1"/>
            <a:endParaRPr lang="en-US" altLang="en-US" sz="1400">
              <a:latin typeface="Times New Roman" panose="02020603050405020304" pitchFamily="18" charset="0"/>
            </a:endParaRPr>
          </a:p>
        </p:txBody>
      </p:sp>
      <p:sp>
        <p:nvSpPr>
          <p:cNvPr id="218170" name="Text Box 58"/>
          <p:cNvSpPr txBox="1">
            <a:spLocks noChangeArrowheads="1"/>
          </p:cNvSpPr>
          <p:nvPr/>
        </p:nvSpPr>
        <p:spPr bwMode="auto">
          <a:xfrm>
            <a:off x="531815" y="381000"/>
            <a:ext cx="8307387"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lang="en-US" altLang="en-US" i="1" dirty="0"/>
              <a:t>Instead of considering a &amp; a’ as projections of first point, if  V &amp; VT are considered as first point , then true inclinations of line with HP &amp; VP i.e. angles </a:t>
            </a:r>
            <a:r>
              <a:rPr lang="en-US" altLang="en-US" dirty="0">
                <a:latin typeface="Times New Roman" panose="02020603050405020304" pitchFamily="18" charset="0"/>
                <a:sym typeface="Symbol" panose="05050102010706020507" pitchFamily="18" charset="2"/>
              </a:rPr>
              <a:t></a:t>
            </a:r>
            <a:r>
              <a:rPr lang="en-US" altLang="en-US" dirty="0">
                <a:latin typeface="Times New Roman" panose="02020603050405020304" pitchFamily="18" charset="0"/>
              </a:rPr>
              <a:t>  &amp; </a:t>
            </a:r>
            <a:r>
              <a:rPr lang="en-US" altLang="en-US" dirty="0">
                <a:latin typeface="Times New Roman" panose="02020603050405020304" pitchFamily="18" charset="0"/>
                <a:sym typeface="Symbol" panose="05050102010706020507" pitchFamily="18" charset="2"/>
              </a:rPr>
              <a:t></a:t>
            </a:r>
            <a:r>
              <a:rPr lang="en-US" altLang="en-US" i="1" dirty="0"/>
              <a:t> can be constructed with points VT &amp; V respectively.              </a:t>
            </a:r>
          </a:p>
        </p:txBody>
      </p:sp>
      <p:sp>
        <p:nvSpPr>
          <p:cNvPr id="218175" name="Text Box 63"/>
          <p:cNvSpPr txBox="1">
            <a:spLocks noChangeArrowheads="1"/>
          </p:cNvSpPr>
          <p:nvPr/>
        </p:nvSpPr>
        <p:spPr bwMode="auto">
          <a:xfrm>
            <a:off x="4951062" y="4806950"/>
            <a:ext cx="3671005"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altLang="en-US" sz="2000" dirty="0"/>
              <a:t>THIS CONCEPT IS USED TO SOLVE</a:t>
            </a:r>
          </a:p>
          <a:p>
            <a:pPr algn="ctr" eaLnBrk="1" hangingPunct="1"/>
            <a:r>
              <a:rPr lang="en-US" altLang="en-US" sz="2000" dirty="0"/>
              <a:t> NEXT </a:t>
            </a:r>
            <a:r>
              <a:rPr lang="en-US" altLang="en-US" sz="2000" i="1" dirty="0"/>
              <a:t>THREE</a:t>
            </a:r>
            <a:r>
              <a:rPr lang="en-US" altLang="en-US" sz="2000" dirty="0"/>
              <a:t> PROBLEMS.</a:t>
            </a:r>
          </a:p>
        </p:txBody>
      </p:sp>
      <p:sp>
        <p:nvSpPr>
          <p:cNvPr id="218176" name="Text Box 64"/>
          <p:cNvSpPr txBox="1">
            <a:spLocks noChangeArrowheads="1"/>
          </p:cNvSpPr>
          <p:nvPr/>
        </p:nvSpPr>
        <p:spPr bwMode="auto">
          <a:xfrm>
            <a:off x="1279525" y="5903913"/>
            <a:ext cx="311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a:solidFill>
                  <a:schemeClr val="accent2"/>
                </a:solidFill>
                <a:latin typeface="Arial" panose="020B0604020202020204" pitchFamily="34" charset="0"/>
              </a:rPr>
              <a:t>  </a:t>
            </a:r>
          </a:p>
        </p:txBody>
      </p:sp>
      <p:sp>
        <p:nvSpPr>
          <p:cNvPr id="2" name="Slide Number Placeholder 1"/>
          <p:cNvSpPr>
            <a:spLocks noGrp="1"/>
          </p:cNvSpPr>
          <p:nvPr>
            <p:ph type="sldNum" sz="quarter" idx="12"/>
          </p:nvPr>
        </p:nvSpPr>
        <p:spPr/>
        <p:txBody>
          <a:bodyPr/>
          <a:lstStyle/>
          <a:p>
            <a:fld id="{EE8E09DC-0268-440F-8276-54ADABB93829}" type="slidenum">
              <a:rPr lang="en-IN" smtClean="0"/>
              <a:t>55</a:t>
            </a:fld>
            <a:endParaRPr lang="en-IN"/>
          </a:p>
        </p:txBody>
      </p:sp>
      <p:sp>
        <p:nvSpPr>
          <p:cNvPr id="86" name="Line 11"/>
          <p:cNvSpPr>
            <a:spLocks noChangeShapeType="1"/>
          </p:cNvSpPr>
          <p:nvPr/>
        </p:nvSpPr>
        <p:spPr bwMode="auto">
          <a:xfrm flipH="1">
            <a:off x="1430131" y="3429003"/>
            <a:ext cx="4969" cy="9793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7" name="Text Box 20"/>
          <p:cNvSpPr txBox="1">
            <a:spLocks noChangeArrowheads="1"/>
          </p:cNvSpPr>
          <p:nvPr/>
        </p:nvSpPr>
        <p:spPr bwMode="auto">
          <a:xfrm>
            <a:off x="1082218" y="4392033"/>
            <a:ext cx="42351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Times New Roman" panose="02020603050405020304" pitchFamily="18" charset="0"/>
              </a:rPr>
              <a:t>HT</a:t>
            </a:r>
          </a:p>
        </p:txBody>
      </p:sp>
      <p:sp>
        <p:nvSpPr>
          <p:cNvPr id="88" name="Text Box 21"/>
          <p:cNvSpPr txBox="1">
            <a:spLocks noChangeArrowheads="1"/>
          </p:cNvSpPr>
          <p:nvPr/>
        </p:nvSpPr>
        <p:spPr bwMode="auto">
          <a:xfrm>
            <a:off x="1254127" y="3119822"/>
            <a:ext cx="33374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Times New Roman" panose="02020603050405020304" pitchFamily="18" charset="0"/>
              </a:rPr>
              <a:t>h’</a:t>
            </a:r>
          </a:p>
        </p:txBody>
      </p:sp>
    </p:spTree>
    <p:extLst>
      <p:ext uri="{BB962C8B-B14F-4D97-AF65-F5344CB8AC3E}">
        <p14:creationId xmlns:p14="http://schemas.microsoft.com/office/powerpoint/2010/main" val="244699205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8" fill="hold" nodeType="clickEffect">
                                  <p:stCondLst>
                                    <p:cond delay="0"/>
                                  </p:stCondLst>
                                  <p:childTnLst>
                                    <p:set>
                                      <p:cBhvr>
                                        <p:cTn id="6" dur="1" fill="hold">
                                          <p:stCondLst>
                                            <p:cond delay="0"/>
                                          </p:stCondLst>
                                        </p:cTn>
                                        <p:tgtEl>
                                          <p:spTgt spid="218119"/>
                                        </p:tgtEl>
                                        <p:attrNameLst>
                                          <p:attrName>style.visibility</p:attrName>
                                        </p:attrNameLst>
                                      </p:cBhvr>
                                      <p:to>
                                        <p:strVal val="visible"/>
                                      </p:to>
                                    </p:set>
                                    <p:anim calcmode="lin" valueType="num">
                                      <p:cBhvr>
                                        <p:cTn id="7" dur="500" fill="hold"/>
                                        <p:tgtEl>
                                          <p:spTgt spid="218119"/>
                                        </p:tgtEl>
                                        <p:attrNameLst>
                                          <p:attrName>ppt_x</p:attrName>
                                        </p:attrNameLst>
                                      </p:cBhvr>
                                      <p:tavLst>
                                        <p:tav tm="0">
                                          <p:val>
                                            <p:strVal val="#ppt_x-#ppt_w/2"/>
                                          </p:val>
                                        </p:tav>
                                        <p:tav tm="100000">
                                          <p:val>
                                            <p:strVal val="#ppt_x"/>
                                          </p:val>
                                        </p:tav>
                                      </p:tavLst>
                                    </p:anim>
                                    <p:anim calcmode="lin" valueType="num">
                                      <p:cBhvr>
                                        <p:cTn id="8" dur="500" fill="hold"/>
                                        <p:tgtEl>
                                          <p:spTgt spid="218119"/>
                                        </p:tgtEl>
                                        <p:attrNameLst>
                                          <p:attrName>ppt_y</p:attrName>
                                        </p:attrNameLst>
                                      </p:cBhvr>
                                      <p:tavLst>
                                        <p:tav tm="0">
                                          <p:val>
                                            <p:strVal val="#ppt_y"/>
                                          </p:val>
                                        </p:tav>
                                        <p:tav tm="100000">
                                          <p:val>
                                            <p:strVal val="#ppt_y"/>
                                          </p:val>
                                        </p:tav>
                                      </p:tavLst>
                                    </p:anim>
                                    <p:anim calcmode="lin" valueType="num">
                                      <p:cBhvr>
                                        <p:cTn id="9" dur="500" fill="hold"/>
                                        <p:tgtEl>
                                          <p:spTgt spid="218119"/>
                                        </p:tgtEl>
                                        <p:attrNameLst>
                                          <p:attrName>ppt_w</p:attrName>
                                        </p:attrNameLst>
                                      </p:cBhvr>
                                      <p:tavLst>
                                        <p:tav tm="0">
                                          <p:val>
                                            <p:fltVal val="0"/>
                                          </p:val>
                                        </p:tav>
                                        <p:tav tm="100000">
                                          <p:val>
                                            <p:strVal val="#ppt_w"/>
                                          </p:val>
                                        </p:tav>
                                      </p:tavLst>
                                    </p:anim>
                                    <p:anim calcmode="lin" valueType="num">
                                      <p:cBhvr>
                                        <p:cTn id="10" dur="500" fill="hold"/>
                                        <p:tgtEl>
                                          <p:spTgt spid="218119"/>
                                        </p:tgtEl>
                                        <p:attrNameLst>
                                          <p:attrName>ppt_h</p:attrName>
                                        </p:attrNameLst>
                                      </p:cBhvr>
                                      <p:tavLst>
                                        <p:tav tm="0">
                                          <p:val>
                                            <p:strVal val="#ppt_h"/>
                                          </p:val>
                                        </p:tav>
                                        <p:tav tm="100000">
                                          <p:val>
                                            <p:strVal val="#ppt_h"/>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18" presetClass="entr" presetSubtype="6" fill="hold" grpId="0" nodeType="clickEffect">
                                  <p:stCondLst>
                                    <p:cond delay="0"/>
                                  </p:stCondLst>
                                  <p:childTnLst>
                                    <p:set>
                                      <p:cBhvr>
                                        <p:cTn id="14" dur="1" fill="hold">
                                          <p:stCondLst>
                                            <p:cond delay="0"/>
                                          </p:stCondLst>
                                        </p:cTn>
                                        <p:tgtEl>
                                          <p:spTgt spid="218115"/>
                                        </p:tgtEl>
                                        <p:attrNameLst>
                                          <p:attrName>style.visibility</p:attrName>
                                        </p:attrNameLst>
                                      </p:cBhvr>
                                      <p:to>
                                        <p:strVal val="visible"/>
                                      </p:to>
                                    </p:set>
                                    <p:animEffect transition="in" filter="strips(downRight)">
                                      <p:cBhvr>
                                        <p:cTn id="15" dur="500"/>
                                        <p:tgtEl>
                                          <p:spTgt spid="218115"/>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7" presetClass="entr" presetSubtype="1" fill="hold" grpId="0" nodeType="clickEffect">
                                  <p:stCondLst>
                                    <p:cond delay="0"/>
                                  </p:stCondLst>
                                  <p:childTnLst>
                                    <p:set>
                                      <p:cBhvr>
                                        <p:cTn id="19" dur="1" fill="hold">
                                          <p:stCondLst>
                                            <p:cond delay="0"/>
                                          </p:stCondLst>
                                        </p:cTn>
                                        <p:tgtEl>
                                          <p:spTgt spid="218116"/>
                                        </p:tgtEl>
                                        <p:attrNameLst>
                                          <p:attrName>style.visibility</p:attrName>
                                        </p:attrNameLst>
                                      </p:cBhvr>
                                      <p:to>
                                        <p:strVal val="visible"/>
                                      </p:to>
                                    </p:set>
                                    <p:anim calcmode="lin" valueType="num">
                                      <p:cBhvr>
                                        <p:cTn id="20" dur="500" fill="hold"/>
                                        <p:tgtEl>
                                          <p:spTgt spid="218116"/>
                                        </p:tgtEl>
                                        <p:attrNameLst>
                                          <p:attrName>ppt_x</p:attrName>
                                        </p:attrNameLst>
                                      </p:cBhvr>
                                      <p:tavLst>
                                        <p:tav tm="0">
                                          <p:val>
                                            <p:strVal val="#ppt_x"/>
                                          </p:val>
                                        </p:tav>
                                        <p:tav tm="100000">
                                          <p:val>
                                            <p:strVal val="#ppt_x"/>
                                          </p:val>
                                        </p:tav>
                                      </p:tavLst>
                                    </p:anim>
                                    <p:anim calcmode="lin" valueType="num">
                                      <p:cBhvr>
                                        <p:cTn id="21" dur="500" fill="hold"/>
                                        <p:tgtEl>
                                          <p:spTgt spid="218116"/>
                                        </p:tgtEl>
                                        <p:attrNameLst>
                                          <p:attrName>ppt_y</p:attrName>
                                        </p:attrNameLst>
                                      </p:cBhvr>
                                      <p:tavLst>
                                        <p:tav tm="0">
                                          <p:val>
                                            <p:strVal val="#ppt_y-#ppt_h/2"/>
                                          </p:val>
                                        </p:tav>
                                        <p:tav tm="100000">
                                          <p:val>
                                            <p:strVal val="#ppt_y"/>
                                          </p:val>
                                        </p:tav>
                                      </p:tavLst>
                                    </p:anim>
                                    <p:anim calcmode="lin" valueType="num">
                                      <p:cBhvr>
                                        <p:cTn id="22" dur="500" fill="hold"/>
                                        <p:tgtEl>
                                          <p:spTgt spid="218116"/>
                                        </p:tgtEl>
                                        <p:attrNameLst>
                                          <p:attrName>ppt_w</p:attrName>
                                        </p:attrNameLst>
                                      </p:cBhvr>
                                      <p:tavLst>
                                        <p:tav tm="0">
                                          <p:val>
                                            <p:strVal val="#ppt_w"/>
                                          </p:val>
                                        </p:tav>
                                        <p:tav tm="100000">
                                          <p:val>
                                            <p:strVal val="#ppt_w"/>
                                          </p:val>
                                        </p:tav>
                                      </p:tavLst>
                                    </p:anim>
                                    <p:anim calcmode="lin" valueType="num">
                                      <p:cBhvr>
                                        <p:cTn id="23" dur="500" fill="hold"/>
                                        <p:tgtEl>
                                          <p:spTgt spid="218116"/>
                                        </p:tgtEl>
                                        <p:attrNameLst>
                                          <p:attrName>ppt_h</p:attrName>
                                        </p:attrNameLst>
                                      </p:cBhvr>
                                      <p:tavLst>
                                        <p:tav tm="0">
                                          <p:val>
                                            <p:fltVal val="0"/>
                                          </p:val>
                                        </p:tav>
                                        <p:tav tm="100000">
                                          <p:val>
                                            <p:strVal val="#ppt_h"/>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grpId="0" nodeType="clickEffect">
                                  <p:stCondLst>
                                    <p:cond delay="0"/>
                                  </p:stCondLst>
                                  <p:childTnLst>
                                    <p:set>
                                      <p:cBhvr>
                                        <p:cTn id="27" dur="1" fill="hold">
                                          <p:stCondLst>
                                            <p:cond delay="499"/>
                                          </p:stCondLst>
                                        </p:cTn>
                                        <p:tgtEl>
                                          <p:spTgt spid="218118"/>
                                        </p:tgtEl>
                                        <p:attrNameLst>
                                          <p:attrName>style.visibility</p:attrName>
                                        </p:attrNameLst>
                                      </p:cBhvr>
                                      <p:to>
                                        <p:strVal val="visible"/>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18" presetClass="entr" presetSubtype="9" fill="hold" grpId="0" nodeType="clickEffect">
                                  <p:stCondLst>
                                    <p:cond delay="0"/>
                                  </p:stCondLst>
                                  <p:childTnLst>
                                    <p:set>
                                      <p:cBhvr>
                                        <p:cTn id="31" dur="1" fill="hold">
                                          <p:stCondLst>
                                            <p:cond delay="0"/>
                                          </p:stCondLst>
                                        </p:cTn>
                                        <p:tgtEl>
                                          <p:spTgt spid="218117"/>
                                        </p:tgtEl>
                                        <p:attrNameLst>
                                          <p:attrName>style.visibility</p:attrName>
                                        </p:attrNameLst>
                                      </p:cBhvr>
                                      <p:to>
                                        <p:strVal val="visible"/>
                                      </p:to>
                                    </p:set>
                                    <p:animEffect transition="in" filter="strips(upLeft)">
                                      <p:cBhvr>
                                        <p:cTn id="32" dur="500"/>
                                        <p:tgtEl>
                                          <p:spTgt spid="21811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18156"/>
                                        </p:tgtEl>
                                        <p:attrNameLst>
                                          <p:attrName>style.visibility</p:attrName>
                                        </p:attrNameLst>
                                      </p:cBhvr>
                                      <p:to>
                                        <p:strVal val="visible"/>
                                      </p:to>
                                    </p:set>
                                    <p:anim calcmode="lin" valueType="num">
                                      <p:cBhvr additive="base">
                                        <p:cTn id="37" dur="500" fill="hold"/>
                                        <p:tgtEl>
                                          <p:spTgt spid="218156"/>
                                        </p:tgtEl>
                                        <p:attrNameLst>
                                          <p:attrName>ppt_x</p:attrName>
                                        </p:attrNameLst>
                                      </p:cBhvr>
                                      <p:tavLst>
                                        <p:tav tm="0">
                                          <p:val>
                                            <p:strVal val="#ppt_x"/>
                                          </p:val>
                                        </p:tav>
                                        <p:tav tm="100000">
                                          <p:val>
                                            <p:strVal val="#ppt_x"/>
                                          </p:val>
                                        </p:tav>
                                      </p:tavLst>
                                    </p:anim>
                                    <p:anim calcmode="lin" valueType="num">
                                      <p:cBhvr additive="base">
                                        <p:cTn id="38" dur="500" fill="hold"/>
                                        <p:tgtEl>
                                          <p:spTgt spid="218156"/>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17" presetClass="entr" presetSubtype="10" fill="hold" nodeType="clickEffect">
                                  <p:stCondLst>
                                    <p:cond delay="0"/>
                                  </p:stCondLst>
                                  <p:childTnLst>
                                    <p:set>
                                      <p:cBhvr>
                                        <p:cTn id="42" dur="1" fill="hold">
                                          <p:stCondLst>
                                            <p:cond delay="0"/>
                                          </p:stCondLst>
                                        </p:cTn>
                                        <p:tgtEl>
                                          <p:spTgt spid="218148"/>
                                        </p:tgtEl>
                                        <p:attrNameLst>
                                          <p:attrName>style.visibility</p:attrName>
                                        </p:attrNameLst>
                                      </p:cBhvr>
                                      <p:to>
                                        <p:strVal val="visible"/>
                                      </p:to>
                                    </p:set>
                                    <p:anim calcmode="lin" valueType="num">
                                      <p:cBhvr>
                                        <p:cTn id="43" dur="500" fill="hold"/>
                                        <p:tgtEl>
                                          <p:spTgt spid="218148"/>
                                        </p:tgtEl>
                                        <p:attrNameLst>
                                          <p:attrName>ppt_w</p:attrName>
                                        </p:attrNameLst>
                                      </p:cBhvr>
                                      <p:tavLst>
                                        <p:tav tm="0">
                                          <p:val>
                                            <p:fltVal val="0"/>
                                          </p:val>
                                        </p:tav>
                                        <p:tav tm="100000">
                                          <p:val>
                                            <p:strVal val="#ppt_w"/>
                                          </p:val>
                                        </p:tav>
                                      </p:tavLst>
                                    </p:anim>
                                    <p:anim calcmode="lin" valueType="num">
                                      <p:cBhvr>
                                        <p:cTn id="44" dur="500" fill="hold"/>
                                        <p:tgtEl>
                                          <p:spTgt spid="218148"/>
                                        </p:tgtEl>
                                        <p:attrNameLst>
                                          <p:attrName>ppt_h</p:attrName>
                                        </p:attrNameLst>
                                      </p:cBhvr>
                                      <p:tavLst>
                                        <p:tav tm="0">
                                          <p:val>
                                            <p:strVal val="#ppt_h"/>
                                          </p:val>
                                        </p:tav>
                                        <p:tav tm="100000">
                                          <p:val>
                                            <p:strVal val="#ppt_h"/>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18" presetClass="entr" presetSubtype="3" fill="hold" nodeType="clickEffect">
                                  <p:stCondLst>
                                    <p:cond delay="0"/>
                                  </p:stCondLst>
                                  <p:childTnLst>
                                    <p:set>
                                      <p:cBhvr>
                                        <p:cTn id="48" dur="1" fill="hold">
                                          <p:stCondLst>
                                            <p:cond delay="0"/>
                                          </p:stCondLst>
                                        </p:cTn>
                                        <p:tgtEl>
                                          <p:spTgt spid="218151"/>
                                        </p:tgtEl>
                                        <p:attrNameLst>
                                          <p:attrName>style.visibility</p:attrName>
                                        </p:attrNameLst>
                                      </p:cBhvr>
                                      <p:to>
                                        <p:strVal val="visible"/>
                                      </p:to>
                                    </p:set>
                                    <p:animEffect transition="in" filter="strips(upRight)">
                                      <p:cBhvr>
                                        <p:cTn id="49" dur="500"/>
                                        <p:tgtEl>
                                          <p:spTgt spid="218151"/>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17" presetClass="entr" presetSubtype="10" fill="hold" nodeType="clickEffect">
                                  <p:stCondLst>
                                    <p:cond delay="0"/>
                                  </p:stCondLst>
                                  <p:childTnLst>
                                    <p:set>
                                      <p:cBhvr>
                                        <p:cTn id="53" dur="1" fill="hold">
                                          <p:stCondLst>
                                            <p:cond delay="0"/>
                                          </p:stCondLst>
                                        </p:cTn>
                                        <p:tgtEl>
                                          <p:spTgt spid="218145"/>
                                        </p:tgtEl>
                                        <p:attrNameLst>
                                          <p:attrName>style.visibility</p:attrName>
                                        </p:attrNameLst>
                                      </p:cBhvr>
                                      <p:to>
                                        <p:strVal val="visible"/>
                                      </p:to>
                                    </p:set>
                                    <p:anim calcmode="lin" valueType="num">
                                      <p:cBhvr>
                                        <p:cTn id="54" dur="500" fill="hold"/>
                                        <p:tgtEl>
                                          <p:spTgt spid="218145"/>
                                        </p:tgtEl>
                                        <p:attrNameLst>
                                          <p:attrName>ppt_w</p:attrName>
                                        </p:attrNameLst>
                                      </p:cBhvr>
                                      <p:tavLst>
                                        <p:tav tm="0">
                                          <p:val>
                                            <p:fltVal val="0"/>
                                          </p:val>
                                        </p:tav>
                                        <p:tav tm="100000">
                                          <p:val>
                                            <p:strVal val="#ppt_w"/>
                                          </p:val>
                                        </p:tav>
                                      </p:tavLst>
                                    </p:anim>
                                    <p:anim calcmode="lin" valueType="num">
                                      <p:cBhvr>
                                        <p:cTn id="55" dur="500" fill="hold"/>
                                        <p:tgtEl>
                                          <p:spTgt spid="218145"/>
                                        </p:tgtEl>
                                        <p:attrNameLst>
                                          <p:attrName>ppt_h</p:attrName>
                                        </p:attrNameLst>
                                      </p:cBhvr>
                                      <p:tavLst>
                                        <p:tav tm="0">
                                          <p:val>
                                            <p:strVal val="#ppt_h"/>
                                          </p:val>
                                        </p:tav>
                                        <p:tav tm="100000">
                                          <p:val>
                                            <p:strVal val="#ppt_h"/>
                                          </p:val>
                                        </p:tav>
                                      </p:tavLst>
                                    </p:anim>
                                  </p:childTnLst>
                                </p:cTn>
                              </p:par>
                            </p:childTnLst>
                          </p:cTn>
                        </p:par>
                      </p:childTnLst>
                    </p:cTn>
                  </p:par>
                  <p:par>
                    <p:cTn id="56" fill="hold" nodeType="clickPar">
                      <p:stCondLst>
                        <p:cond delay="indefinite"/>
                      </p:stCondLst>
                      <p:childTnLst>
                        <p:par>
                          <p:cTn id="57" fill="hold" nodeType="withGroup">
                            <p:stCondLst>
                              <p:cond delay="0"/>
                            </p:stCondLst>
                            <p:childTnLst>
                              <p:par>
                                <p:cTn id="58" presetID="18" presetClass="entr" presetSubtype="6" fill="hold" grpId="0" nodeType="clickEffect">
                                  <p:stCondLst>
                                    <p:cond delay="0"/>
                                  </p:stCondLst>
                                  <p:childTnLst>
                                    <p:set>
                                      <p:cBhvr>
                                        <p:cTn id="59" dur="1" fill="hold">
                                          <p:stCondLst>
                                            <p:cond delay="0"/>
                                          </p:stCondLst>
                                        </p:cTn>
                                        <p:tgtEl>
                                          <p:spTgt spid="218114"/>
                                        </p:tgtEl>
                                        <p:attrNameLst>
                                          <p:attrName>style.visibility</p:attrName>
                                        </p:attrNameLst>
                                      </p:cBhvr>
                                      <p:to>
                                        <p:strVal val="visible"/>
                                      </p:to>
                                    </p:set>
                                    <p:animEffect transition="in" filter="strips(downRight)">
                                      <p:cBhvr>
                                        <p:cTn id="60" dur="500"/>
                                        <p:tgtEl>
                                          <p:spTgt spid="218114"/>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17" presetClass="entr" presetSubtype="8" fill="hold" grpId="0" nodeType="clickEffect">
                                  <p:stCondLst>
                                    <p:cond delay="0"/>
                                  </p:stCondLst>
                                  <p:childTnLst>
                                    <p:set>
                                      <p:cBhvr>
                                        <p:cTn id="64" dur="1" fill="hold">
                                          <p:stCondLst>
                                            <p:cond delay="0"/>
                                          </p:stCondLst>
                                        </p:cTn>
                                        <p:tgtEl>
                                          <p:spTgt spid="218175"/>
                                        </p:tgtEl>
                                        <p:attrNameLst>
                                          <p:attrName>style.visibility</p:attrName>
                                        </p:attrNameLst>
                                      </p:cBhvr>
                                      <p:to>
                                        <p:strVal val="visible"/>
                                      </p:to>
                                    </p:set>
                                    <p:anim calcmode="lin" valueType="num">
                                      <p:cBhvr>
                                        <p:cTn id="65" dur="500" fill="hold"/>
                                        <p:tgtEl>
                                          <p:spTgt spid="218175"/>
                                        </p:tgtEl>
                                        <p:attrNameLst>
                                          <p:attrName>ppt_x</p:attrName>
                                        </p:attrNameLst>
                                      </p:cBhvr>
                                      <p:tavLst>
                                        <p:tav tm="0">
                                          <p:val>
                                            <p:strVal val="#ppt_x-#ppt_w/2"/>
                                          </p:val>
                                        </p:tav>
                                        <p:tav tm="100000">
                                          <p:val>
                                            <p:strVal val="#ppt_x"/>
                                          </p:val>
                                        </p:tav>
                                      </p:tavLst>
                                    </p:anim>
                                    <p:anim calcmode="lin" valueType="num">
                                      <p:cBhvr>
                                        <p:cTn id="66" dur="500" fill="hold"/>
                                        <p:tgtEl>
                                          <p:spTgt spid="218175"/>
                                        </p:tgtEl>
                                        <p:attrNameLst>
                                          <p:attrName>ppt_y</p:attrName>
                                        </p:attrNameLst>
                                      </p:cBhvr>
                                      <p:tavLst>
                                        <p:tav tm="0">
                                          <p:val>
                                            <p:strVal val="#ppt_y"/>
                                          </p:val>
                                        </p:tav>
                                        <p:tav tm="100000">
                                          <p:val>
                                            <p:strVal val="#ppt_y"/>
                                          </p:val>
                                        </p:tav>
                                      </p:tavLst>
                                    </p:anim>
                                    <p:anim calcmode="lin" valueType="num">
                                      <p:cBhvr>
                                        <p:cTn id="67" dur="500" fill="hold"/>
                                        <p:tgtEl>
                                          <p:spTgt spid="218175"/>
                                        </p:tgtEl>
                                        <p:attrNameLst>
                                          <p:attrName>ppt_w</p:attrName>
                                        </p:attrNameLst>
                                      </p:cBhvr>
                                      <p:tavLst>
                                        <p:tav tm="0">
                                          <p:val>
                                            <p:fltVal val="0"/>
                                          </p:val>
                                        </p:tav>
                                        <p:tav tm="100000">
                                          <p:val>
                                            <p:strVal val="#ppt_w"/>
                                          </p:val>
                                        </p:tav>
                                      </p:tavLst>
                                    </p:anim>
                                    <p:anim calcmode="lin" valueType="num">
                                      <p:cBhvr>
                                        <p:cTn id="68" dur="500" fill="hold"/>
                                        <p:tgtEl>
                                          <p:spTgt spid="218175"/>
                                        </p:tgtEl>
                                        <p:attrNameLst>
                                          <p:attrName>ppt_h</p:attrName>
                                        </p:attrNameLst>
                                      </p:cBhvr>
                                      <p:tavLst>
                                        <p:tav tm="0">
                                          <p:val>
                                            <p:strVal val="#ppt_h"/>
                                          </p:val>
                                        </p:tav>
                                        <p:tav tm="100000">
                                          <p:val>
                                            <p:strVal val="#ppt_h"/>
                                          </p:val>
                                        </p:tav>
                                      </p:tavLst>
                                    </p:anim>
                                  </p:childTnLst>
                                </p:cTn>
                              </p:par>
                              <p:par>
                                <p:cTn id="69" presetID="1" presetClass="entr" presetSubtype="0" fill="hold" grpId="0" nodeType="withEffect">
                                  <p:stCondLst>
                                    <p:cond delay="0"/>
                                  </p:stCondLst>
                                  <p:childTnLst>
                                    <p:set>
                                      <p:cBhvr>
                                        <p:cTn id="70" dur="1" fill="hold">
                                          <p:stCondLst>
                                            <p:cond delay="0"/>
                                          </p:stCondLst>
                                        </p:cTn>
                                        <p:tgtEl>
                                          <p:spTgt spid="86"/>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87"/>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8114" grpId="0" animBg="1" autoUpdateAnimBg="0"/>
      <p:bldP spid="218115" grpId="0" animBg="1"/>
      <p:bldP spid="218116" grpId="0" animBg="1"/>
      <p:bldP spid="218117" grpId="0" animBg="1"/>
      <p:bldP spid="218118" grpId="0" autoUpdateAnimBg="0"/>
      <p:bldP spid="218156" grpId="0" autoUpdateAnimBg="0"/>
      <p:bldP spid="218175" grpId="0" autoUpdateAnimBg="0"/>
      <p:bldP spid="86" grpId="0" animBg="1"/>
      <p:bldP spid="87" grpId="0"/>
      <p:bldP spid="88"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Line 2"/>
          <p:cNvSpPr>
            <a:spLocks noChangeShapeType="1"/>
          </p:cNvSpPr>
          <p:nvPr/>
        </p:nvSpPr>
        <p:spPr bwMode="auto">
          <a:xfrm>
            <a:off x="3200400" y="3505200"/>
            <a:ext cx="53340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11971" name="Text Box 3"/>
          <p:cNvSpPr txBox="1">
            <a:spLocks noChangeArrowheads="1"/>
          </p:cNvSpPr>
          <p:nvPr/>
        </p:nvSpPr>
        <p:spPr bwMode="auto">
          <a:xfrm>
            <a:off x="2879725" y="3165475"/>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400">
                <a:latin typeface="Times New Roman" panose="02020603050405020304" pitchFamily="18" charset="0"/>
              </a:rPr>
              <a:t>x</a:t>
            </a:r>
          </a:p>
        </p:txBody>
      </p:sp>
      <p:sp>
        <p:nvSpPr>
          <p:cNvPr id="211972" name="Text Box 4"/>
          <p:cNvSpPr txBox="1">
            <a:spLocks noChangeArrowheads="1"/>
          </p:cNvSpPr>
          <p:nvPr/>
        </p:nvSpPr>
        <p:spPr bwMode="auto">
          <a:xfrm>
            <a:off x="8458200" y="3219450"/>
            <a:ext cx="4074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400" dirty="0">
                <a:latin typeface="Times New Roman" panose="02020603050405020304" pitchFamily="18" charset="0"/>
              </a:rPr>
              <a:t>Y</a:t>
            </a:r>
          </a:p>
        </p:txBody>
      </p:sp>
      <p:sp>
        <p:nvSpPr>
          <p:cNvPr id="211973" name="Line 5"/>
          <p:cNvSpPr>
            <a:spLocks noChangeShapeType="1"/>
          </p:cNvSpPr>
          <p:nvPr/>
        </p:nvSpPr>
        <p:spPr bwMode="auto">
          <a:xfrm>
            <a:off x="5226050" y="2667000"/>
            <a:ext cx="0" cy="1828800"/>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endParaRPr lang="en-IN"/>
          </a:p>
        </p:txBody>
      </p:sp>
      <p:sp>
        <p:nvSpPr>
          <p:cNvPr id="211974" name="Oval 6"/>
          <p:cNvSpPr>
            <a:spLocks noChangeArrowheads="1"/>
          </p:cNvSpPr>
          <p:nvPr/>
        </p:nvSpPr>
        <p:spPr bwMode="auto">
          <a:xfrm>
            <a:off x="5226050" y="28956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11975" name="Line 7"/>
          <p:cNvSpPr>
            <a:spLocks noChangeShapeType="1"/>
          </p:cNvSpPr>
          <p:nvPr/>
        </p:nvSpPr>
        <p:spPr bwMode="auto">
          <a:xfrm flipV="1">
            <a:off x="3276599" y="2933698"/>
            <a:ext cx="5051426" cy="1"/>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endParaRPr lang="en-IN"/>
          </a:p>
        </p:txBody>
      </p:sp>
      <p:sp>
        <p:nvSpPr>
          <p:cNvPr id="211976" name="Line 8"/>
          <p:cNvSpPr>
            <a:spLocks noChangeShapeType="1"/>
          </p:cNvSpPr>
          <p:nvPr/>
        </p:nvSpPr>
        <p:spPr bwMode="auto">
          <a:xfrm flipV="1">
            <a:off x="5226050" y="1447800"/>
            <a:ext cx="2057400" cy="15240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11977" name="Text Box 9"/>
          <p:cNvSpPr txBox="1">
            <a:spLocks noChangeArrowheads="1"/>
          </p:cNvSpPr>
          <p:nvPr/>
        </p:nvSpPr>
        <p:spPr bwMode="auto">
          <a:xfrm>
            <a:off x="7162800" y="990599"/>
            <a:ext cx="438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400" dirty="0">
                <a:latin typeface="Times New Roman" panose="02020603050405020304" pitchFamily="18" charset="0"/>
              </a:rPr>
              <a:t>b’</a:t>
            </a:r>
          </a:p>
        </p:txBody>
      </p:sp>
      <p:sp>
        <p:nvSpPr>
          <p:cNvPr id="211978" name="Text Box 10"/>
          <p:cNvSpPr txBox="1">
            <a:spLocks noChangeArrowheads="1"/>
          </p:cNvSpPr>
          <p:nvPr/>
        </p:nvSpPr>
        <p:spPr bwMode="auto">
          <a:xfrm>
            <a:off x="7788275" y="984250"/>
            <a:ext cx="539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400" dirty="0">
                <a:latin typeface="Times New Roman" panose="02020603050405020304" pitchFamily="18" charset="0"/>
              </a:rPr>
              <a:t>b’</a:t>
            </a:r>
            <a:r>
              <a:rPr lang="en-US" altLang="en-US" sz="2400" baseline="-25000" dirty="0">
                <a:latin typeface="Times New Roman" panose="02020603050405020304" pitchFamily="18" charset="0"/>
              </a:rPr>
              <a:t>1</a:t>
            </a:r>
          </a:p>
        </p:txBody>
      </p:sp>
      <p:sp>
        <p:nvSpPr>
          <p:cNvPr id="211979" name="Text Box 11"/>
          <p:cNvSpPr txBox="1">
            <a:spLocks noChangeArrowheads="1"/>
          </p:cNvSpPr>
          <p:nvPr/>
        </p:nvSpPr>
        <p:spPr bwMode="auto">
          <a:xfrm>
            <a:off x="4921250" y="3962400"/>
            <a:ext cx="319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400" dirty="0">
                <a:latin typeface="Times New Roman" panose="02020603050405020304" pitchFamily="18" charset="0"/>
              </a:rPr>
              <a:t>a</a:t>
            </a:r>
          </a:p>
        </p:txBody>
      </p:sp>
      <p:sp>
        <p:nvSpPr>
          <p:cNvPr id="211980" name="Text Box 12"/>
          <p:cNvSpPr txBox="1">
            <a:spLocks noChangeArrowheads="1"/>
          </p:cNvSpPr>
          <p:nvPr/>
        </p:nvSpPr>
        <p:spPr bwMode="auto">
          <a:xfrm>
            <a:off x="3759200" y="308610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400">
                <a:latin typeface="Times New Roman" panose="02020603050405020304" pitchFamily="18" charset="0"/>
              </a:rPr>
              <a:t>v</a:t>
            </a:r>
          </a:p>
        </p:txBody>
      </p:sp>
      <p:sp>
        <p:nvSpPr>
          <p:cNvPr id="211981" name="Text Box 13"/>
          <p:cNvSpPr txBox="1">
            <a:spLocks noChangeArrowheads="1"/>
          </p:cNvSpPr>
          <p:nvPr/>
        </p:nvSpPr>
        <p:spPr bwMode="auto">
          <a:xfrm>
            <a:off x="3702052" y="3951288"/>
            <a:ext cx="42351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Times New Roman" panose="02020603050405020304" pitchFamily="18" charset="0"/>
              </a:rPr>
              <a:t>VT</a:t>
            </a:r>
          </a:p>
        </p:txBody>
      </p:sp>
      <p:sp>
        <p:nvSpPr>
          <p:cNvPr id="211982" name="Text Box 14"/>
          <p:cNvSpPr txBox="1">
            <a:spLocks noChangeArrowheads="1"/>
          </p:cNvSpPr>
          <p:nvPr/>
        </p:nvSpPr>
        <p:spPr bwMode="auto">
          <a:xfrm>
            <a:off x="4891707" y="2514370"/>
            <a:ext cx="4206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400" dirty="0">
                <a:latin typeface="Times New Roman" panose="02020603050405020304" pitchFamily="18" charset="0"/>
              </a:rPr>
              <a:t>a’</a:t>
            </a:r>
          </a:p>
        </p:txBody>
      </p:sp>
      <p:sp>
        <p:nvSpPr>
          <p:cNvPr id="211983" name="Line 15"/>
          <p:cNvSpPr>
            <a:spLocks noChangeShapeType="1"/>
          </p:cNvSpPr>
          <p:nvPr/>
        </p:nvSpPr>
        <p:spPr bwMode="auto">
          <a:xfrm>
            <a:off x="3276600" y="3962400"/>
            <a:ext cx="3397250" cy="0"/>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endParaRPr lang="en-IN"/>
          </a:p>
        </p:txBody>
      </p:sp>
      <p:sp>
        <p:nvSpPr>
          <p:cNvPr id="211984" name="Line 16"/>
          <p:cNvSpPr>
            <a:spLocks noChangeShapeType="1"/>
          </p:cNvSpPr>
          <p:nvPr/>
        </p:nvSpPr>
        <p:spPr bwMode="auto">
          <a:xfrm flipH="1">
            <a:off x="3930650" y="2667000"/>
            <a:ext cx="1676400" cy="1295400"/>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endParaRPr lang="en-IN"/>
          </a:p>
        </p:txBody>
      </p:sp>
      <p:sp>
        <p:nvSpPr>
          <p:cNvPr id="211985" name="Line 17"/>
          <p:cNvSpPr>
            <a:spLocks noChangeShapeType="1"/>
          </p:cNvSpPr>
          <p:nvPr/>
        </p:nvSpPr>
        <p:spPr bwMode="auto">
          <a:xfrm flipV="1">
            <a:off x="3930650" y="3505200"/>
            <a:ext cx="0" cy="457200"/>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endParaRPr lang="en-IN"/>
          </a:p>
        </p:txBody>
      </p:sp>
      <p:sp>
        <p:nvSpPr>
          <p:cNvPr id="211986" name="Line 18"/>
          <p:cNvSpPr>
            <a:spLocks noChangeShapeType="1"/>
          </p:cNvSpPr>
          <p:nvPr/>
        </p:nvSpPr>
        <p:spPr bwMode="auto">
          <a:xfrm>
            <a:off x="3930650" y="3505200"/>
            <a:ext cx="3733800" cy="1905000"/>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endParaRPr lang="en-IN"/>
          </a:p>
        </p:txBody>
      </p:sp>
      <p:sp>
        <p:nvSpPr>
          <p:cNvPr id="211987" name="Oval 19"/>
          <p:cNvSpPr>
            <a:spLocks noChangeArrowheads="1"/>
          </p:cNvSpPr>
          <p:nvPr/>
        </p:nvSpPr>
        <p:spPr bwMode="auto">
          <a:xfrm>
            <a:off x="7207250" y="14478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11988" name="Oval 20"/>
          <p:cNvSpPr>
            <a:spLocks noChangeArrowheads="1"/>
          </p:cNvSpPr>
          <p:nvPr/>
        </p:nvSpPr>
        <p:spPr bwMode="auto">
          <a:xfrm>
            <a:off x="5226050" y="41148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11989" name="Line 21"/>
          <p:cNvSpPr>
            <a:spLocks noChangeShapeType="1"/>
          </p:cNvSpPr>
          <p:nvPr/>
        </p:nvSpPr>
        <p:spPr bwMode="auto">
          <a:xfrm>
            <a:off x="7242175" y="1295400"/>
            <a:ext cx="0" cy="4267200"/>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endParaRPr lang="en-IN"/>
          </a:p>
        </p:txBody>
      </p:sp>
      <p:sp>
        <p:nvSpPr>
          <p:cNvPr id="211990" name="Oval 22"/>
          <p:cNvSpPr>
            <a:spLocks noChangeArrowheads="1"/>
          </p:cNvSpPr>
          <p:nvPr/>
        </p:nvSpPr>
        <p:spPr bwMode="auto">
          <a:xfrm>
            <a:off x="7207250" y="51054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11991" name="Line 23"/>
          <p:cNvSpPr>
            <a:spLocks noChangeShapeType="1"/>
          </p:cNvSpPr>
          <p:nvPr/>
        </p:nvSpPr>
        <p:spPr bwMode="auto">
          <a:xfrm flipV="1">
            <a:off x="4464050" y="3505200"/>
            <a:ext cx="0" cy="457200"/>
          </a:xfrm>
          <a:prstGeom prst="line">
            <a:avLst/>
          </a:prstGeom>
          <a:ln>
            <a:headEnd/>
            <a:tailEnd/>
          </a:ln>
        </p:spPr>
        <p:style>
          <a:lnRef idx="1">
            <a:schemeClr val="accent1"/>
          </a:lnRef>
          <a:fillRef idx="0">
            <a:schemeClr val="accent1"/>
          </a:fillRef>
          <a:effectRef idx="0">
            <a:schemeClr val="accent1"/>
          </a:effectRef>
          <a:fontRef idx="minor">
            <a:schemeClr val="tx1"/>
          </a:fontRef>
        </p:style>
        <p:txBody>
          <a:bodyPr/>
          <a:lstStyle/>
          <a:p>
            <a:endParaRPr lang="en-IN"/>
          </a:p>
        </p:txBody>
      </p:sp>
      <p:sp>
        <p:nvSpPr>
          <p:cNvPr id="211992" name="Text Box 24"/>
          <p:cNvSpPr txBox="1">
            <a:spLocks noChangeArrowheads="1"/>
          </p:cNvSpPr>
          <p:nvPr/>
        </p:nvSpPr>
        <p:spPr bwMode="auto">
          <a:xfrm rot="1729670">
            <a:off x="4113421" y="3694920"/>
            <a:ext cx="4206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Times New Roman" panose="02020603050405020304" pitchFamily="18" charset="0"/>
              </a:rPr>
              <a:t>HT</a:t>
            </a:r>
          </a:p>
        </p:txBody>
      </p:sp>
      <p:sp>
        <p:nvSpPr>
          <p:cNvPr id="211993" name="Text Box 25"/>
          <p:cNvSpPr txBox="1">
            <a:spLocks noChangeArrowheads="1"/>
          </p:cNvSpPr>
          <p:nvPr/>
        </p:nvSpPr>
        <p:spPr bwMode="auto">
          <a:xfrm>
            <a:off x="6845300" y="510540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400" dirty="0">
                <a:latin typeface="Times New Roman" panose="02020603050405020304" pitchFamily="18" charset="0"/>
              </a:rPr>
              <a:t>b</a:t>
            </a:r>
          </a:p>
        </p:txBody>
      </p:sp>
      <p:sp>
        <p:nvSpPr>
          <p:cNvPr id="211994" name="Text Box 26"/>
          <p:cNvSpPr txBox="1">
            <a:spLocks noChangeArrowheads="1"/>
          </p:cNvSpPr>
          <p:nvPr/>
        </p:nvSpPr>
        <p:spPr bwMode="auto">
          <a:xfrm>
            <a:off x="4311650" y="3248025"/>
            <a:ext cx="3317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rPr>
              <a:t>h’</a:t>
            </a:r>
          </a:p>
        </p:txBody>
      </p:sp>
      <p:sp>
        <p:nvSpPr>
          <p:cNvPr id="211995" name="Line 27"/>
          <p:cNvSpPr>
            <a:spLocks noChangeShapeType="1"/>
          </p:cNvSpPr>
          <p:nvPr/>
        </p:nvSpPr>
        <p:spPr bwMode="auto">
          <a:xfrm>
            <a:off x="5226049" y="4157663"/>
            <a:ext cx="2051669" cy="105251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11996" name="Line 28"/>
          <p:cNvSpPr>
            <a:spLocks noChangeShapeType="1"/>
          </p:cNvSpPr>
          <p:nvPr/>
        </p:nvSpPr>
        <p:spPr bwMode="auto">
          <a:xfrm>
            <a:off x="6521450" y="5181600"/>
            <a:ext cx="22415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11997" name="Line 29"/>
          <p:cNvSpPr>
            <a:spLocks noChangeShapeType="1"/>
          </p:cNvSpPr>
          <p:nvPr/>
        </p:nvSpPr>
        <p:spPr bwMode="auto">
          <a:xfrm>
            <a:off x="6826250" y="1447800"/>
            <a:ext cx="16319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11998" name="Line 30"/>
          <p:cNvSpPr>
            <a:spLocks noChangeShapeType="1"/>
          </p:cNvSpPr>
          <p:nvPr/>
        </p:nvSpPr>
        <p:spPr bwMode="auto">
          <a:xfrm>
            <a:off x="5226050" y="4191000"/>
            <a:ext cx="3581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11999" name="Arc 31"/>
          <p:cNvSpPr>
            <a:spLocks/>
          </p:cNvSpPr>
          <p:nvPr/>
        </p:nvSpPr>
        <p:spPr bwMode="auto">
          <a:xfrm rot="20770475" flipV="1">
            <a:off x="7161909" y="4286446"/>
            <a:ext cx="838200" cy="8382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12000" name="Line 32"/>
          <p:cNvSpPr>
            <a:spLocks noChangeShapeType="1"/>
          </p:cNvSpPr>
          <p:nvPr/>
        </p:nvSpPr>
        <p:spPr bwMode="auto">
          <a:xfrm flipV="1">
            <a:off x="7893050" y="1447800"/>
            <a:ext cx="0" cy="2819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12001" name="Line 33"/>
          <p:cNvSpPr>
            <a:spLocks noChangeShapeType="1"/>
          </p:cNvSpPr>
          <p:nvPr/>
        </p:nvSpPr>
        <p:spPr bwMode="auto">
          <a:xfrm flipV="1">
            <a:off x="7673202" y="4742974"/>
            <a:ext cx="15240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12002" name="Line 34"/>
          <p:cNvSpPr>
            <a:spLocks noChangeShapeType="1"/>
          </p:cNvSpPr>
          <p:nvPr/>
        </p:nvSpPr>
        <p:spPr bwMode="auto">
          <a:xfrm flipV="1">
            <a:off x="7893050" y="3200400"/>
            <a:ext cx="0" cy="762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12003" name="Line 35"/>
          <p:cNvSpPr>
            <a:spLocks noChangeShapeType="1"/>
          </p:cNvSpPr>
          <p:nvPr/>
        </p:nvSpPr>
        <p:spPr bwMode="auto">
          <a:xfrm flipV="1">
            <a:off x="7893050" y="205740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12004" name="Text Box 36"/>
          <p:cNvSpPr txBox="1">
            <a:spLocks noChangeArrowheads="1"/>
          </p:cNvSpPr>
          <p:nvPr/>
        </p:nvSpPr>
        <p:spPr bwMode="auto">
          <a:xfrm>
            <a:off x="8045450" y="5105400"/>
            <a:ext cx="438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400">
                <a:latin typeface="Times New Roman" panose="02020603050405020304" pitchFamily="18" charset="0"/>
              </a:rPr>
              <a:t>b</a:t>
            </a:r>
            <a:r>
              <a:rPr lang="en-US" altLang="en-US" sz="2400" baseline="-25000">
                <a:latin typeface="Times New Roman" panose="02020603050405020304" pitchFamily="18" charset="0"/>
              </a:rPr>
              <a:t>1</a:t>
            </a:r>
          </a:p>
        </p:txBody>
      </p:sp>
      <p:sp>
        <p:nvSpPr>
          <p:cNvPr id="212005" name="Line 37"/>
          <p:cNvSpPr>
            <a:spLocks noChangeShapeType="1"/>
          </p:cNvSpPr>
          <p:nvPr/>
        </p:nvSpPr>
        <p:spPr bwMode="auto">
          <a:xfrm flipH="1">
            <a:off x="5300320" y="1447800"/>
            <a:ext cx="2592730" cy="148589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12006" name="Line 38"/>
          <p:cNvSpPr>
            <a:spLocks noChangeShapeType="1"/>
          </p:cNvSpPr>
          <p:nvPr/>
        </p:nvSpPr>
        <p:spPr bwMode="auto">
          <a:xfrm flipH="1" flipV="1">
            <a:off x="5226050" y="4191000"/>
            <a:ext cx="2971800" cy="990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12007" name="Oval 39"/>
          <p:cNvSpPr>
            <a:spLocks noChangeArrowheads="1"/>
          </p:cNvSpPr>
          <p:nvPr/>
        </p:nvSpPr>
        <p:spPr bwMode="auto">
          <a:xfrm>
            <a:off x="7816850" y="13716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12008" name="Oval 40"/>
          <p:cNvSpPr>
            <a:spLocks noChangeArrowheads="1"/>
          </p:cNvSpPr>
          <p:nvPr/>
        </p:nvSpPr>
        <p:spPr bwMode="auto">
          <a:xfrm>
            <a:off x="8121650" y="51054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12009" name="Text Box 41"/>
          <p:cNvSpPr txBox="1">
            <a:spLocks noChangeArrowheads="1"/>
          </p:cNvSpPr>
          <p:nvPr/>
        </p:nvSpPr>
        <p:spPr bwMode="auto">
          <a:xfrm>
            <a:off x="6062663" y="4187825"/>
            <a:ext cx="375424"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dirty="0">
                <a:latin typeface="Times New Roman" panose="02020603050405020304" pitchFamily="18" charset="0"/>
                <a:cs typeface="Times New Roman" panose="02020603050405020304" pitchFamily="18" charset="0"/>
                <a:sym typeface="Symbol" panose="05050102010706020507" pitchFamily="18" charset="2"/>
              </a:rPr>
              <a:t></a:t>
            </a:r>
            <a:endParaRPr lang="en-US" altLang="en-US" dirty="0">
              <a:latin typeface="Times New Roman" panose="02020603050405020304" pitchFamily="18" charset="0"/>
              <a:cs typeface="Times New Roman" panose="02020603050405020304" pitchFamily="18" charset="0"/>
            </a:endParaRPr>
          </a:p>
          <a:p>
            <a:pPr eaLnBrk="1" hangingPunct="1"/>
            <a:endParaRPr lang="en-US" altLang="en-US" sz="2400" dirty="0">
              <a:latin typeface="Times New Roman" panose="02020603050405020304" pitchFamily="18" charset="0"/>
            </a:endParaRPr>
          </a:p>
        </p:txBody>
      </p:sp>
      <p:sp>
        <p:nvSpPr>
          <p:cNvPr id="212010" name="Text Box 42"/>
          <p:cNvSpPr txBox="1">
            <a:spLocks noChangeArrowheads="1"/>
          </p:cNvSpPr>
          <p:nvPr/>
        </p:nvSpPr>
        <p:spPr bwMode="auto">
          <a:xfrm>
            <a:off x="4460875" y="3525840"/>
            <a:ext cx="42351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cs typeface="Times New Roman" panose="02020603050405020304" pitchFamily="18" charset="0"/>
                <a:sym typeface="Symbol" panose="05050102010706020507" pitchFamily="18" charset="2"/>
              </a:rPr>
              <a:t>30</a:t>
            </a:r>
            <a:r>
              <a:rPr lang="en-US" altLang="en-US" sz="1400" baseline="30000">
                <a:latin typeface="Times New Roman" panose="02020603050405020304" pitchFamily="18" charset="0"/>
                <a:cs typeface="Times New Roman" panose="02020603050405020304" pitchFamily="18" charset="0"/>
                <a:sym typeface="Symbol" panose="05050102010706020507" pitchFamily="18" charset="2"/>
              </a:rPr>
              <a:t>0</a:t>
            </a:r>
            <a:endParaRPr lang="en-US" altLang="en-US" sz="1400">
              <a:latin typeface="Times New Roman" panose="02020603050405020304" pitchFamily="18" charset="0"/>
              <a:cs typeface="Times New Roman" panose="02020603050405020304" pitchFamily="18" charset="0"/>
              <a:sym typeface="Symbol" panose="05050102010706020507" pitchFamily="18" charset="2"/>
            </a:endParaRPr>
          </a:p>
        </p:txBody>
      </p:sp>
      <p:sp>
        <p:nvSpPr>
          <p:cNvPr id="212011" name="Text Box 43"/>
          <p:cNvSpPr txBox="1">
            <a:spLocks noChangeArrowheads="1"/>
          </p:cNvSpPr>
          <p:nvPr/>
        </p:nvSpPr>
        <p:spPr bwMode="auto">
          <a:xfrm>
            <a:off x="5559425" y="2695575"/>
            <a:ext cx="30489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dirty="0">
                <a:latin typeface="Times New Roman" panose="02020603050405020304" pitchFamily="18" charset="0"/>
                <a:cs typeface="Times New Roman" panose="02020603050405020304" pitchFamily="18" charset="0"/>
                <a:sym typeface="Symbol" panose="05050102010706020507" pitchFamily="18" charset="2"/>
              </a:rPr>
              <a:t></a:t>
            </a:r>
          </a:p>
        </p:txBody>
      </p:sp>
      <p:sp>
        <p:nvSpPr>
          <p:cNvPr id="212012" name="Arc 44"/>
          <p:cNvSpPr>
            <a:spLocks/>
          </p:cNvSpPr>
          <p:nvPr/>
        </p:nvSpPr>
        <p:spPr bwMode="auto">
          <a:xfrm>
            <a:off x="5835650" y="2509840"/>
            <a:ext cx="304800" cy="454025"/>
          </a:xfrm>
          <a:custGeom>
            <a:avLst/>
            <a:gdLst>
              <a:gd name="G0" fmla="+- 0 0 0"/>
              <a:gd name="G1" fmla="+- 21546 0 0"/>
              <a:gd name="G2" fmla="+- 21600 0 0"/>
              <a:gd name="T0" fmla="*/ 1524 w 21600"/>
              <a:gd name="T1" fmla="*/ 0 h 25716"/>
              <a:gd name="T2" fmla="*/ 21194 w 21600"/>
              <a:gd name="T3" fmla="*/ 25716 h 25716"/>
              <a:gd name="T4" fmla="*/ 0 w 21600"/>
              <a:gd name="T5" fmla="*/ 21546 h 25716"/>
            </a:gdLst>
            <a:ahLst/>
            <a:cxnLst>
              <a:cxn ang="0">
                <a:pos x="T0" y="T1"/>
              </a:cxn>
              <a:cxn ang="0">
                <a:pos x="T2" y="T3"/>
              </a:cxn>
              <a:cxn ang="0">
                <a:pos x="T4" y="T5"/>
              </a:cxn>
            </a:cxnLst>
            <a:rect l="0" t="0" r="r" b="b"/>
            <a:pathLst>
              <a:path w="21600" h="25716" fill="none" extrusionOk="0">
                <a:moveTo>
                  <a:pt x="1524" y="-1"/>
                </a:moveTo>
                <a:cubicBezTo>
                  <a:pt x="12833" y="799"/>
                  <a:pt x="21600" y="10208"/>
                  <a:pt x="21600" y="21546"/>
                </a:cubicBezTo>
                <a:cubicBezTo>
                  <a:pt x="21600" y="22945"/>
                  <a:pt x="21463" y="24342"/>
                  <a:pt x="21193" y="25715"/>
                </a:cubicBezTo>
              </a:path>
              <a:path w="21600" h="25716" stroke="0" extrusionOk="0">
                <a:moveTo>
                  <a:pt x="1524" y="-1"/>
                </a:moveTo>
                <a:cubicBezTo>
                  <a:pt x="12833" y="799"/>
                  <a:pt x="21600" y="10208"/>
                  <a:pt x="21600" y="21546"/>
                </a:cubicBezTo>
                <a:cubicBezTo>
                  <a:pt x="21600" y="22945"/>
                  <a:pt x="21463" y="24342"/>
                  <a:pt x="21193" y="25715"/>
                </a:cubicBezTo>
                <a:lnTo>
                  <a:pt x="0" y="21546"/>
                </a:lnTo>
                <a:close/>
              </a:path>
            </a:pathLst>
          </a:custGeom>
          <a:noFill/>
          <a:ln w="9525">
            <a:solidFill>
              <a:schemeClr val="tx1"/>
            </a:solidFill>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12013" name="Arc 45"/>
          <p:cNvSpPr>
            <a:spLocks/>
          </p:cNvSpPr>
          <p:nvPr/>
        </p:nvSpPr>
        <p:spPr bwMode="auto">
          <a:xfrm>
            <a:off x="5540375" y="2705100"/>
            <a:ext cx="305420" cy="235781"/>
          </a:xfrm>
          <a:custGeom>
            <a:avLst/>
            <a:gdLst>
              <a:gd name="G0" fmla="+- 0 0 0"/>
              <a:gd name="G1" fmla="+- 15905 0 0"/>
              <a:gd name="G2" fmla="+- 21600 0 0"/>
              <a:gd name="T0" fmla="*/ 14615 w 21589"/>
              <a:gd name="T1" fmla="*/ 0 h 15905"/>
              <a:gd name="T2" fmla="*/ 21589 w 21589"/>
              <a:gd name="T3" fmla="*/ 15221 h 15905"/>
              <a:gd name="T4" fmla="*/ 0 w 21589"/>
              <a:gd name="T5" fmla="*/ 15905 h 15905"/>
            </a:gdLst>
            <a:ahLst/>
            <a:cxnLst>
              <a:cxn ang="0">
                <a:pos x="T0" y="T1"/>
              </a:cxn>
              <a:cxn ang="0">
                <a:pos x="T2" y="T3"/>
              </a:cxn>
              <a:cxn ang="0">
                <a:pos x="T4" y="T5"/>
              </a:cxn>
            </a:cxnLst>
            <a:rect l="0" t="0" r="r" b="b"/>
            <a:pathLst>
              <a:path w="21589" h="15905" fill="none" extrusionOk="0">
                <a:moveTo>
                  <a:pt x="14614" y="0"/>
                </a:moveTo>
                <a:cubicBezTo>
                  <a:pt x="18891" y="3929"/>
                  <a:pt x="21405" y="9416"/>
                  <a:pt x="21589" y="15220"/>
                </a:cubicBezTo>
              </a:path>
              <a:path w="21589" h="15905" stroke="0" extrusionOk="0">
                <a:moveTo>
                  <a:pt x="14614" y="0"/>
                </a:moveTo>
                <a:cubicBezTo>
                  <a:pt x="18891" y="3929"/>
                  <a:pt x="21405" y="9416"/>
                  <a:pt x="21589" y="15220"/>
                </a:cubicBezTo>
                <a:lnTo>
                  <a:pt x="0" y="15905"/>
                </a:ln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12014" name="Arc 46"/>
          <p:cNvSpPr>
            <a:spLocks/>
          </p:cNvSpPr>
          <p:nvPr/>
        </p:nvSpPr>
        <p:spPr bwMode="auto">
          <a:xfrm rot="2289783">
            <a:off x="6162677" y="4197352"/>
            <a:ext cx="301625" cy="373063"/>
          </a:xfrm>
          <a:custGeom>
            <a:avLst/>
            <a:gdLst>
              <a:gd name="G0" fmla="+- 0 0 0"/>
              <a:gd name="G1" fmla="+- 21122 0 0"/>
              <a:gd name="G2" fmla="+- 21600 0 0"/>
              <a:gd name="T0" fmla="*/ 4520 w 21336"/>
              <a:gd name="T1" fmla="*/ 0 h 21122"/>
              <a:gd name="T2" fmla="*/ 21336 w 21336"/>
              <a:gd name="T3" fmla="*/ 17754 h 21122"/>
              <a:gd name="T4" fmla="*/ 0 w 21336"/>
              <a:gd name="T5" fmla="*/ 21122 h 21122"/>
            </a:gdLst>
            <a:ahLst/>
            <a:cxnLst>
              <a:cxn ang="0">
                <a:pos x="T0" y="T1"/>
              </a:cxn>
              <a:cxn ang="0">
                <a:pos x="T2" y="T3"/>
              </a:cxn>
              <a:cxn ang="0">
                <a:pos x="T4" y="T5"/>
              </a:cxn>
            </a:cxnLst>
            <a:rect l="0" t="0" r="r" b="b"/>
            <a:pathLst>
              <a:path w="21336" h="21122" fill="none" extrusionOk="0">
                <a:moveTo>
                  <a:pt x="4519" y="0"/>
                </a:moveTo>
                <a:cubicBezTo>
                  <a:pt x="13257" y="1870"/>
                  <a:pt x="19942" y="8927"/>
                  <a:pt x="21335" y="17754"/>
                </a:cubicBezTo>
              </a:path>
              <a:path w="21336" h="21122" stroke="0" extrusionOk="0">
                <a:moveTo>
                  <a:pt x="4519" y="0"/>
                </a:moveTo>
                <a:cubicBezTo>
                  <a:pt x="13257" y="1870"/>
                  <a:pt x="19942" y="8927"/>
                  <a:pt x="21335" y="17754"/>
                </a:cubicBezTo>
                <a:lnTo>
                  <a:pt x="0" y="21122"/>
                </a:lnTo>
                <a:close/>
              </a:path>
            </a:pathLst>
          </a:custGeom>
          <a:noFill/>
          <a:ln w="9525">
            <a:solidFill>
              <a:schemeClr val="tx1"/>
            </a:solidFill>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12015" name="Text Box 47"/>
          <p:cNvSpPr txBox="1">
            <a:spLocks noChangeArrowheads="1"/>
          </p:cNvSpPr>
          <p:nvPr/>
        </p:nvSpPr>
        <p:spPr bwMode="auto">
          <a:xfrm>
            <a:off x="5772150" y="2608265"/>
            <a:ext cx="42351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Times New Roman" panose="02020603050405020304" pitchFamily="18" charset="0"/>
                <a:cs typeface="Times New Roman" panose="02020603050405020304" pitchFamily="18" charset="0"/>
                <a:sym typeface="Symbol" panose="05050102010706020507" pitchFamily="18" charset="2"/>
              </a:rPr>
              <a:t>45</a:t>
            </a:r>
            <a:r>
              <a:rPr lang="en-US" altLang="en-US" sz="1400" baseline="30000" dirty="0">
                <a:latin typeface="Times New Roman" panose="02020603050405020304" pitchFamily="18" charset="0"/>
                <a:cs typeface="Times New Roman" panose="02020603050405020304" pitchFamily="18" charset="0"/>
                <a:sym typeface="Symbol" panose="05050102010706020507" pitchFamily="18" charset="2"/>
              </a:rPr>
              <a:t>0</a:t>
            </a:r>
            <a:endParaRPr lang="en-US" altLang="en-US" sz="1400" dirty="0">
              <a:latin typeface="Times New Roman" panose="02020603050405020304" pitchFamily="18" charset="0"/>
              <a:cs typeface="Times New Roman" panose="02020603050405020304" pitchFamily="18" charset="0"/>
              <a:sym typeface="Symbol" panose="05050102010706020507" pitchFamily="18" charset="2"/>
            </a:endParaRPr>
          </a:p>
        </p:txBody>
      </p:sp>
      <p:sp>
        <p:nvSpPr>
          <p:cNvPr id="212016" name="Oval 48"/>
          <p:cNvSpPr>
            <a:spLocks noChangeArrowheads="1"/>
          </p:cNvSpPr>
          <p:nvPr/>
        </p:nvSpPr>
        <p:spPr bwMode="auto">
          <a:xfrm>
            <a:off x="3930650" y="38862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12017" name="Oval 49"/>
          <p:cNvSpPr>
            <a:spLocks noChangeArrowheads="1"/>
          </p:cNvSpPr>
          <p:nvPr/>
        </p:nvSpPr>
        <p:spPr bwMode="auto">
          <a:xfrm>
            <a:off x="4435475" y="375285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12018" name="Arc 50"/>
          <p:cNvSpPr>
            <a:spLocks/>
          </p:cNvSpPr>
          <p:nvPr/>
        </p:nvSpPr>
        <p:spPr bwMode="auto">
          <a:xfrm rot="20557389" flipV="1">
            <a:off x="4660900" y="3506788"/>
            <a:ext cx="234950" cy="379412"/>
          </a:xfrm>
          <a:custGeom>
            <a:avLst/>
            <a:gdLst>
              <a:gd name="G0" fmla="+- 654 0 0"/>
              <a:gd name="G1" fmla="+- 21600 0 0"/>
              <a:gd name="G2" fmla="+- 21600 0 0"/>
              <a:gd name="T0" fmla="*/ 0 w 22254"/>
              <a:gd name="T1" fmla="*/ 10 h 26928"/>
              <a:gd name="T2" fmla="*/ 21587 w 22254"/>
              <a:gd name="T3" fmla="*/ 26928 h 26928"/>
              <a:gd name="T4" fmla="*/ 654 w 22254"/>
              <a:gd name="T5" fmla="*/ 21600 h 26928"/>
            </a:gdLst>
            <a:ahLst/>
            <a:cxnLst>
              <a:cxn ang="0">
                <a:pos x="T0" y="T1"/>
              </a:cxn>
              <a:cxn ang="0">
                <a:pos x="T2" y="T3"/>
              </a:cxn>
              <a:cxn ang="0">
                <a:pos x="T4" y="T5"/>
              </a:cxn>
            </a:cxnLst>
            <a:rect l="0" t="0" r="r" b="b"/>
            <a:pathLst>
              <a:path w="22254" h="26928" fill="none" extrusionOk="0">
                <a:moveTo>
                  <a:pt x="-1" y="9"/>
                </a:moveTo>
                <a:cubicBezTo>
                  <a:pt x="217" y="3"/>
                  <a:pt x="435" y="-1"/>
                  <a:pt x="654" y="0"/>
                </a:cubicBezTo>
                <a:cubicBezTo>
                  <a:pt x="12583" y="0"/>
                  <a:pt x="22254" y="9670"/>
                  <a:pt x="22254" y="21600"/>
                </a:cubicBezTo>
                <a:cubicBezTo>
                  <a:pt x="22254" y="23396"/>
                  <a:pt x="22029" y="25186"/>
                  <a:pt x="21586" y="26927"/>
                </a:cubicBezTo>
              </a:path>
              <a:path w="22254" h="26928" stroke="0" extrusionOk="0">
                <a:moveTo>
                  <a:pt x="-1" y="9"/>
                </a:moveTo>
                <a:cubicBezTo>
                  <a:pt x="217" y="3"/>
                  <a:pt x="435" y="-1"/>
                  <a:pt x="654" y="0"/>
                </a:cubicBezTo>
                <a:cubicBezTo>
                  <a:pt x="12583" y="0"/>
                  <a:pt x="22254" y="9670"/>
                  <a:pt x="22254" y="21600"/>
                </a:cubicBezTo>
                <a:cubicBezTo>
                  <a:pt x="22254" y="23396"/>
                  <a:pt x="22029" y="25186"/>
                  <a:pt x="21586" y="26927"/>
                </a:cubicBezTo>
                <a:lnTo>
                  <a:pt x="654" y="21600"/>
                </a:lnTo>
                <a:close/>
              </a:path>
            </a:pathLst>
          </a:custGeom>
          <a:noFill/>
          <a:ln w="9525">
            <a:solidFill>
              <a:schemeClr val="tx1"/>
            </a:solidFill>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12019" name="Text Box 51"/>
          <p:cNvSpPr txBox="1">
            <a:spLocks noChangeArrowheads="1"/>
          </p:cNvSpPr>
          <p:nvPr/>
        </p:nvSpPr>
        <p:spPr bwMode="auto">
          <a:xfrm>
            <a:off x="60370" y="268752"/>
            <a:ext cx="8442326"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altLang="en-US" sz="1600" b="1" dirty="0">
                <a:solidFill>
                  <a:schemeClr val="accent2"/>
                </a:solidFill>
                <a:latin typeface="Arial" panose="020B0604020202020204" pitchFamily="34" charset="0"/>
                <a:cs typeface="Arial" panose="020B0604020202020204" pitchFamily="34" charset="0"/>
              </a:rPr>
              <a:t>PROBLEM  12 :-</a:t>
            </a:r>
            <a:r>
              <a:rPr lang="en-US" altLang="en-US" sz="1600" b="1" dirty="0">
                <a:latin typeface="Arial" panose="020B0604020202020204" pitchFamily="34" charset="0"/>
                <a:cs typeface="Arial" panose="020B0604020202020204" pitchFamily="34" charset="0"/>
              </a:rPr>
              <a:t> </a:t>
            </a:r>
            <a:r>
              <a:rPr lang="en-US" altLang="en-US" sz="1400" b="1" dirty="0">
                <a:latin typeface="Arial" panose="020B0604020202020204" pitchFamily="34" charset="0"/>
                <a:cs typeface="Arial" panose="020B0604020202020204" pitchFamily="34" charset="0"/>
              </a:rPr>
              <a:t>FV of line AB makes 45</a:t>
            </a:r>
            <a:r>
              <a:rPr lang="en-US" altLang="en-US" sz="1400" b="1" baseline="30000" dirty="0">
                <a:latin typeface="Arial" panose="020B0604020202020204" pitchFamily="34" charset="0"/>
                <a:cs typeface="Arial" panose="020B0604020202020204" pitchFamily="34" charset="0"/>
              </a:rPr>
              <a:t>0</a:t>
            </a:r>
            <a:r>
              <a:rPr lang="en-US" altLang="en-US" sz="1400" b="1" dirty="0">
                <a:latin typeface="Arial" panose="020B0604020202020204" pitchFamily="34" charset="0"/>
                <a:cs typeface="Arial" panose="020B0604020202020204" pitchFamily="34" charset="0"/>
              </a:rPr>
              <a:t> angle with XY line and measures 60 mm. </a:t>
            </a:r>
          </a:p>
          <a:p>
            <a:pPr eaLnBrk="1" hangingPunct="1"/>
            <a:r>
              <a:rPr lang="en-US" altLang="en-US" sz="1400" b="1" dirty="0">
                <a:latin typeface="Arial" panose="020B0604020202020204" pitchFamily="34" charset="0"/>
                <a:cs typeface="Arial" panose="020B0604020202020204" pitchFamily="34" charset="0"/>
              </a:rPr>
              <a:t>Line’s TV makes 30</a:t>
            </a:r>
            <a:r>
              <a:rPr lang="en-US" altLang="en-US" sz="1400" b="1" baseline="30000" dirty="0">
                <a:latin typeface="Arial" panose="020B0604020202020204" pitchFamily="34" charset="0"/>
                <a:cs typeface="Arial" panose="020B0604020202020204" pitchFamily="34" charset="0"/>
              </a:rPr>
              <a:t>0</a:t>
            </a:r>
            <a:r>
              <a:rPr lang="en-US" altLang="en-US" sz="1400" b="1" dirty="0">
                <a:latin typeface="Arial" panose="020B0604020202020204" pitchFamily="34" charset="0"/>
                <a:cs typeface="Arial" panose="020B0604020202020204" pitchFamily="34" charset="0"/>
              </a:rPr>
              <a:t> with XY line. End A is 15 mm above HP and it’s VT is 10 mm </a:t>
            </a:r>
          </a:p>
          <a:p>
            <a:pPr eaLnBrk="1" hangingPunct="1"/>
            <a:r>
              <a:rPr lang="en-US" altLang="en-US" sz="1400" b="1" dirty="0">
                <a:latin typeface="Arial" panose="020B0604020202020204" pitchFamily="34" charset="0"/>
                <a:cs typeface="Arial" panose="020B0604020202020204" pitchFamily="34" charset="0"/>
              </a:rPr>
              <a:t>below HP. Draw projections of line AB, determine inclinations with HP &amp; VP and locate HT, VT. </a:t>
            </a:r>
          </a:p>
        </p:txBody>
      </p:sp>
      <p:sp>
        <p:nvSpPr>
          <p:cNvPr id="212020" name="Line 52"/>
          <p:cNvSpPr>
            <a:spLocks noChangeShapeType="1"/>
          </p:cNvSpPr>
          <p:nvPr/>
        </p:nvSpPr>
        <p:spPr bwMode="auto">
          <a:xfrm>
            <a:off x="3505200" y="2895600"/>
            <a:ext cx="0" cy="60960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12021" name="Line 53"/>
          <p:cNvSpPr>
            <a:spLocks noChangeShapeType="1"/>
          </p:cNvSpPr>
          <p:nvPr/>
        </p:nvSpPr>
        <p:spPr bwMode="auto">
          <a:xfrm>
            <a:off x="3505200" y="3505200"/>
            <a:ext cx="0" cy="45720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12022" name="Text Box 54"/>
          <p:cNvSpPr txBox="1">
            <a:spLocks noChangeArrowheads="1"/>
          </p:cNvSpPr>
          <p:nvPr/>
        </p:nvSpPr>
        <p:spPr bwMode="auto">
          <a:xfrm>
            <a:off x="3124200" y="3048000"/>
            <a:ext cx="3619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rPr>
              <a:t>15</a:t>
            </a:r>
          </a:p>
        </p:txBody>
      </p:sp>
      <p:sp>
        <p:nvSpPr>
          <p:cNvPr id="212023" name="Text Box 55"/>
          <p:cNvSpPr txBox="1">
            <a:spLocks noChangeArrowheads="1"/>
          </p:cNvSpPr>
          <p:nvPr/>
        </p:nvSpPr>
        <p:spPr bwMode="auto">
          <a:xfrm>
            <a:off x="3124200" y="3581400"/>
            <a:ext cx="3619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rPr>
              <a:t>10</a:t>
            </a:r>
          </a:p>
        </p:txBody>
      </p:sp>
      <p:sp>
        <p:nvSpPr>
          <p:cNvPr id="212024" name="Text Box 56"/>
          <p:cNvSpPr txBox="1">
            <a:spLocks noChangeArrowheads="1"/>
          </p:cNvSpPr>
          <p:nvPr/>
        </p:nvSpPr>
        <p:spPr bwMode="auto">
          <a:xfrm>
            <a:off x="37252" y="1038193"/>
            <a:ext cx="2933832" cy="5693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altLang="en-US" sz="1400" b="1" u="sng" dirty="0">
                <a:solidFill>
                  <a:schemeClr val="accent2"/>
                </a:solidFill>
                <a:latin typeface="Arial" panose="020B0604020202020204" pitchFamily="34" charset="0"/>
              </a:rPr>
              <a:t>SOLUTION STEPS:-</a:t>
            </a:r>
          </a:p>
          <a:p>
            <a:r>
              <a:rPr lang="en-US" altLang="en-US" sz="1400" dirty="0">
                <a:latin typeface="Arial" panose="020B0604020202020204" pitchFamily="34" charset="0"/>
              </a:rPr>
              <a:t>1. Draw </a:t>
            </a:r>
            <a:r>
              <a:rPr lang="en-US" altLang="en-US" sz="1400" dirty="0"/>
              <a:t>XY</a:t>
            </a:r>
            <a:r>
              <a:rPr lang="en-US" altLang="en-US" sz="1400" dirty="0">
                <a:latin typeface="Arial" panose="020B0604020202020204" pitchFamily="34" charset="0"/>
              </a:rPr>
              <a:t> line, one projector and </a:t>
            </a:r>
          </a:p>
          <a:p>
            <a:r>
              <a:rPr lang="en-US" altLang="en-US" sz="1400" dirty="0">
                <a:latin typeface="Arial" panose="020B0604020202020204" pitchFamily="34" charset="0"/>
              </a:rPr>
              <a:t>locate FV (</a:t>
            </a:r>
            <a:r>
              <a:rPr lang="en-US" altLang="en-US" sz="1400" dirty="0">
                <a:solidFill>
                  <a:srgbClr val="FF0066"/>
                </a:solidFill>
                <a:latin typeface="Arial" panose="020B0604020202020204" pitchFamily="34" charset="0"/>
              </a:rPr>
              <a:t>a’</a:t>
            </a:r>
            <a:r>
              <a:rPr lang="en-US" altLang="en-US" sz="1400" dirty="0">
                <a:latin typeface="Arial" panose="020B0604020202020204" pitchFamily="34" charset="0"/>
              </a:rPr>
              <a:t>) 15 mm above </a:t>
            </a:r>
            <a:r>
              <a:rPr lang="en-US" altLang="en-US" sz="1400" dirty="0"/>
              <a:t>XY</a:t>
            </a:r>
            <a:r>
              <a:rPr lang="en-US" altLang="en-US" sz="1400" dirty="0">
                <a:latin typeface="Arial" panose="020B0604020202020204" pitchFamily="34" charset="0"/>
              </a:rPr>
              <a:t>.</a:t>
            </a:r>
          </a:p>
          <a:p>
            <a:pPr eaLnBrk="1" hangingPunct="1"/>
            <a:r>
              <a:rPr lang="en-US" altLang="en-US" sz="1400" dirty="0">
                <a:latin typeface="Arial" panose="020B0604020202020204" pitchFamily="34" charset="0"/>
              </a:rPr>
              <a:t>2. Take 45</a:t>
            </a:r>
            <a:r>
              <a:rPr lang="en-US" altLang="en-US" sz="1400" baseline="30000" dirty="0">
                <a:latin typeface="Arial" panose="020B0604020202020204" pitchFamily="34" charset="0"/>
              </a:rPr>
              <a:t>0</a:t>
            </a:r>
            <a:r>
              <a:rPr lang="en-US" altLang="en-US" sz="1400" dirty="0">
                <a:latin typeface="Arial" panose="020B0604020202020204" pitchFamily="34" charset="0"/>
              </a:rPr>
              <a:t> angle from </a:t>
            </a:r>
            <a:r>
              <a:rPr lang="en-US" altLang="en-US" sz="1400" dirty="0">
                <a:solidFill>
                  <a:srgbClr val="FF0066"/>
                </a:solidFill>
                <a:latin typeface="Arial" panose="020B0604020202020204" pitchFamily="34" charset="0"/>
              </a:rPr>
              <a:t>a’</a:t>
            </a:r>
            <a:r>
              <a:rPr lang="en-US" altLang="en-US" sz="1400" dirty="0">
                <a:latin typeface="Arial" panose="020B0604020202020204" pitchFamily="34" charset="0"/>
              </a:rPr>
              <a:t> and </a:t>
            </a:r>
          </a:p>
          <a:p>
            <a:pPr eaLnBrk="1" hangingPunct="1"/>
            <a:r>
              <a:rPr lang="en-US" altLang="en-US" sz="1400" dirty="0">
                <a:latin typeface="Arial" panose="020B0604020202020204" pitchFamily="34" charset="0"/>
              </a:rPr>
              <a:t>marking 60 mm on it locate point </a:t>
            </a:r>
            <a:r>
              <a:rPr lang="en-US" altLang="en-US" sz="1400" dirty="0">
                <a:solidFill>
                  <a:srgbClr val="FF0066"/>
                </a:solidFill>
                <a:latin typeface="Arial" panose="020B0604020202020204" pitchFamily="34" charset="0"/>
              </a:rPr>
              <a:t>b’.</a:t>
            </a:r>
          </a:p>
          <a:p>
            <a:r>
              <a:rPr lang="en-US" altLang="en-US" sz="1400" dirty="0">
                <a:latin typeface="Arial" panose="020B0604020202020204" pitchFamily="34" charset="0"/>
              </a:rPr>
              <a:t>3. Draw locus of </a:t>
            </a:r>
            <a:r>
              <a:rPr lang="en-US" altLang="en-US" sz="1400" dirty="0">
                <a:solidFill>
                  <a:srgbClr val="FF0066"/>
                </a:solidFill>
                <a:latin typeface="Arial" panose="020B0604020202020204" pitchFamily="34" charset="0"/>
              </a:rPr>
              <a:t>VT</a:t>
            </a:r>
            <a:r>
              <a:rPr lang="en-US" altLang="en-US" sz="1400" dirty="0">
                <a:latin typeface="Arial" panose="020B0604020202020204" pitchFamily="34" charset="0"/>
              </a:rPr>
              <a:t>, 10 mm below </a:t>
            </a:r>
            <a:r>
              <a:rPr lang="en-US" altLang="en-US" sz="1400" dirty="0"/>
              <a:t>XY</a:t>
            </a:r>
            <a:r>
              <a:rPr lang="en-US" altLang="en-US" sz="1400" dirty="0">
                <a:latin typeface="Arial" panose="020B0604020202020204" pitchFamily="34" charset="0"/>
              </a:rPr>
              <a:t> &amp; extending FV to this locus locate </a:t>
            </a:r>
            <a:r>
              <a:rPr lang="en-US" altLang="en-US" sz="1400" dirty="0">
                <a:solidFill>
                  <a:srgbClr val="FF0066"/>
                </a:solidFill>
                <a:latin typeface="Arial" panose="020B0604020202020204" pitchFamily="34" charset="0"/>
              </a:rPr>
              <a:t>VT, </a:t>
            </a:r>
            <a:r>
              <a:rPr lang="en-US" altLang="en-US" sz="1400" dirty="0">
                <a:latin typeface="Arial" panose="020B0604020202020204" pitchFamily="34" charset="0"/>
              </a:rPr>
              <a:t>as </a:t>
            </a:r>
            <a:r>
              <a:rPr lang="en-US" altLang="en-US" sz="1400" dirty="0">
                <a:solidFill>
                  <a:srgbClr val="FF0066"/>
                </a:solidFill>
                <a:latin typeface="Arial" panose="020B0604020202020204" pitchFamily="34" charset="0"/>
              </a:rPr>
              <a:t>FV-h’-VT’</a:t>
            </a:r>
            <a:r>
              <a:rPr lang="en-US" altLang="en-US" sz="1400" dirty="0">
                <a:latin typeface="Arial" panose="020B0604020202020204" pitchFamily="34" charset="0"/>
              </a:rPr>
              <a:t> lie on one straight line.</a:t>
            </a:r>
          </a:p>
          <a:p>
            <a:r>
              <a:rPr lang="en-US" altLang="en-US" sz="1400" dirty="0">
                <a:latin typeface="Arial" panose="020B0604020202020204" pitchFamily="34" charset="0"/>
              </a:rPr>
              <a:t>4. Draw projector from </a:t>
            </a:r>
            <a:r>
              <a:rPr lang="en-US" altLang="en-US" sz="1400" dirty="0">
                <a:solidFill>
                  <a:srgbClr val="FF0066"/>
                </a:solidFill>
                <a:latin typeface="Arial" panose="020B0604020202020204" pitchFamily="34" charset="0"/>
              </a:rPr>
              <a:t>VT’</a:t>
            </a:r>
            <a:r>
              <a:rPr lang="en-US" altLang="en-US" sz="1400" dirty="0">
                <a:latin typeface="Arial" panose="020B0604020202020204" pitchFamily="34" charset="0"/>
              </a:rPr>
              <a:t>, locate</a:t>
            </a:r>
            <a:r>
              <a:rPr lang="en-US" altLang="en-US" sz="1400" dirty="0">
                <a:solidFill>
                  <a:srgbClr val="FF0066"/>
                </a:solidFill>
                <a:latin typeface="Arial" panose="020B0604020202020204" pitchFamily="34" charset="0"/>
              </a:rPr>
              <a:t> </a:t>
            </a:r>
          </a:p>
          <a:p>
            <a:r>
              <a:rPr lang="en-US" altLang="en-US" sz="1400" dirty="0">
                <a:solidFill>
                  <a:srgbClr val="FF0066"/>
                </a:solidFill>
                <a:latin typeface="Arial" panose="020B0604020202020204" pitchFamily="34" charset="0"/>
              </a:rPr>
              <a:t>V</a:t>
            </a:r>
            <a:r>
              <a:rPr lang="en-US" altLang="en-US" sz="1400" dirty="0">
                <a:latin typeface="Arial" panose="020B0604020202020204" pitchFamily="34" charset="0"/>
              </a:rPr>
              <a:t> on </a:t>
            </a:r>
            <a:r>
              <a:rPr lang="en-US" altLang="en-US" sz="1400" dirty="0"/>
              <a:t>XY</a:t>
            </a:r>
            <a:r>
              <a:rPr lang="en-US" altLang="en-US" sz="1400" dirty="0">
                <a:latin typeface="Arial" panose="020B0604020202020204" pitchFamily="34" charset="0"/>
              </a:rPr>
              <a:t>.</a:t>
            </a:r>
          </a:p>
          <a:p>
            <a:pPr eaLnBrk="1" hangingPunct="1"/>
            <a:r>
              <a:rPr lang="en-US" altLang="en-US" sz="1400" dirty="0">
                <a:latin typeface="Arial" panose="020B0604020202020204" pitchFamily="34" charset="0"/>
              </a:rPr>
              <a:t>5. From </a:t>
            </a:r>
            <a:r>
              <a:rPr lang="en-US" altLang="en-US" sz="1400" dirty="0">
                <a:solidFill>
                  <a:srgbClr val="FF0066"/>
                </a:solidFill>
                <a:latin typeface="Arial" panose="020B0604020202020204" pitchFamily="34" charset="0"/>
              </a:rPr>
              <a:t>V </a:t>
            </a:r>
            <a:r>
              <a:rPr lang="en-US" altLang="en-US" sz="1400" dirty="0">
                <a:latin typeface="Arial" panose="020B0604020202020204" pitchFamily="34" charset="0"/>
              </a:rPr>
              <a:t>take 30</a:t>
            </a:r>
            <a:r>
              <a:rPr lang="en-US" altLang="en-US" sz="1400" baseline="30000" dirty="0">
                <a:latin typeface="Arial" panose="020B0604020202020204" pitchFamily="34" charset="0"/>
              </a:rPr>
              <a:t>0</a:t>
            </a:r>
            <a:r>
              <a:rPr lang="en-US" altLang="en-US" sz="1400" dirty="0">
                <a:latin typeface="Arial" panose="020B0604020202020204" pitchFamily="34" charset="0"/>
              </a:rPr>
              <a:t> angle downward as </a:t>
            </a:r>
            <a:r>
              <a:rPr lang="en-US" altLang="en-US" sz="1400" dirty="0">
                <a:solidFill>
                  <a:srgbClr val="FF0066"/>
                </a:solidFill>
                <a:latin typeface="Arial" panose="020B0604020202020204" pitchFamily="34" charset="0"/>
              </a:rPr>
              <a:t>TV and it’s inclination can begin</a:t>
            </a:r>
            <a:r>
              <a:rPr lang="en-US" altLang="en-US" sz="1400" dirty="0">
                <a:latin typeface="Arial" panose="020B0604020202020204" pitchFamily="34" charset="0"/>
              </a:rPr>
              <a:t> with </a:t>
            </a:r>
            <a:r>
              <a:rPr lang="en-US" altLang="en-US" sz="1400" dirty="0">
                <a:solidFill>
                  <a:srgbClr val="FF0066"/>
                </a:solidFill>
                <a:latin typeface="Arial" panose="020B0604020202020204" pitchFamily="34" charset="0"/>
              </a:rPr>
              <a:t>v. </a:t>
            </a:r>
            <a:r>
              <a:rPr lang="en-US" altLang="en-US" sz="1400" dirty="0">
                <a:latin typeface="Arial" panose="020B0604020202020204" pitchFamily="34" charset="0"/>
              </a:rPr>
              <a:t>We get point a.</a:t>
            </a:r>
          </a:p>
          <a:p>
            <a:pPr eaLnBrk="1" hangingPunct="1"/>
            <a:r>
              <a:rPr lang="en-US" altLang="en-US" sz="1400" dirty="0">
                <a:latin typeface="Arial" panose="020B0604020202020204" pitchFamily="34" charset="0"/>
              </a:rPr>
              <a:t>6. Draw projector from b’ and locate </a:t>
            </a:r>
            <a:r>
              <a:rPr lang="en-US" altLang="en-US" sz="1400" dirty="0">
                <a:solidFill>
                  <a:srgbClr val="FF0066"/>
                </a:solidFill>
                <a:latin typeface="Arial" panose="020B0604020202020204" pitchFamily="34" charset="0"/>
              </a:rPr>
              <a:t>b, </a:t>
            </a:r>
            <a:r>
              <a:rPr lang="en-US" altLang="en-US" sz="1400" dirty="0">
                <a:latin typeface="Arial" panose="020B0604020202020204" pitchFamily="34" charset="0"/>
              </a:rPr>
              <a:t>i.e., TV point.</a:t>
            </a:r>
          </a:p>
          <a:p>
            <a:r>
              <a:rPr lang="en-US" altLang="en-US" sz="1400" dirty="0">
                <a:latin typeface="Arial" panose="020B0604020202020204" pitchFamily="34" charset="0"/>
              </a:rPr>
              <a:t>7. Draw a projector from </a:t>
            </a:r>
            <a:r>
              <a:rPr lang="en-US" altLang="en-US" sz="1400" dirty="0">
                <a:solidFill>
                  <a:srgbClr val="FF0066"/>
                </a:solidFill>
                <a:latin typeface="Arial" panose="020B0604020202020204" pitchFamily="34" charset="0"/>
              </a:rPr>
              <a:t>h’</a:t>
            </a:r>
            <a:r>
              <a:rPr lang="en-US" altLang="en-US" sz="1400" dirty="0">
                <a:latin typeface="Arial" panose="020B0604020202020204" pitchFamily="34" charset="0"/>
              </a:rPr>
              <a:t> below it, locate HT.</a:t>
            </a:r>
          </a:p>
          <a:p>
            <a:r>
              <a:rPr lang="en-US" altLang="en-US" sz="1400" dirty="0">
                <a:latin typeface="Arial" panose="020B0604020202020204" pitchFamily="34" charset="0"/>
              </a:rPr>
              <a:t>8. Draw locus of a, b, b’</a:t>
            </a:r>
          </a:p>
          <a:p>
            <a:r>
              <a:rPr lang="en-US" altLang="en-US" sz="1400" dirty="0">
                <a:latin typeface="Arial" panose="020B0604020202020204" pitchFamily="34" charset="0"/>
              </a:rPr>
              <a:t>9. With ab as radius draw an arc to locus of a and extend it </a:t>
            </a:r>
            <a:r>
              <a:rPr lang="en-US" altLang="en-US" sz="1400" dirty="0" err="1">
                <a:latin typeface="Arial" panose="020B0604020202020204" pitchFamily="34" charset="0"/>
              </a:rPr>
              <a:t>upto</a:t>
            </a:r>
            <a:r>
              <a:rPr lang="en-US" altLang="en-US" sz="1400" dirty="0">
                <a:latin typeface="Arial" panose="020B0604020202020204" pitchFamily="34" charset="0"/>
              </a:rPr>
              <a:t> </a:t>
            </a:r>
            <a:r>
              <a:rPr lang="en-US" altLang="en-US" sz="1400" dirty="0">
                <a:latin typeface="Arial" panose="020B0604020202020204" pitchFamily="34" charset="0"/>
                <a:cs typeface="Arial" panose="020B0604020202020204" pitchFamily="34" charset="0"/>
              </a:rPr>
              <a:t>b’</a:t>
            </a:r>
            <a:r>
              <a:rPr lang="en-US" altLang="en-US" sz="1400" baseline="-25000" dirty="0">
                <a:latin typeface="Arial" panose="020B0604020202020204" pitchFamily="34" charset="0"/>
                <a:cs typeface="Arial" panose="020B0604020202020204" pitchFamily="34" charset="0"/>
              </a:rPr>
              <a:t>1</a:t>
            </a:r>
            <a:r>
              <a:rPr lang="en-US" altLang="en-US" sz="1400" dirty="0">
                <a:latin typeface="Times New Roman" panose="02020603050405020304" pitchFamily="18" charset="0"/>
              </a:rPr>
              <a:t>. </a:t>
            </a:r>
            <a:r>
              <a:rPr lang="en-US" altLang="en-US" sz="1400" dirty="0">
                <a:latin typeface="Arial" panose="020B0604020202020204" pitchFamily="34" charset="0"/>
                <a:cs typeface="Arial" panose="020B0604020202020204" pitchFamily="34" charset="0"/>
              </a:rPr>
              <a:t>Join a’</a:t>
            </a:r>
            <a:r>
              <a:rPr lang="en-US" altLang="en-US" sz="1400" dirty="0">
                <a:latin typeface="Times New Roman" panose="02020603050405020304" pitchFamily="18" charset="0"/>
              </a:rPr>
              <a:t> </a:t>
            </a:r>
            <a:r>
              <a:rPr lang="en-US" altLang="en-US" sz="1400" dirty="0">
                <a:latin typeface="Arial" panose="020B0604020202020204" pitchFamily="34" charset="0"/>
                <a:cs typeface="Arial" panose="020B0604020202020204" pitchFamily="34" charset="0"/>
              </a:rPr>
              <a:t>b’</a:t>
            </a:r>
            <a:r>
              <a:rPr lang="en-US" altLang="en-US" sz="1400" baseline="-25000" dirty="0">
                <a:latin typeface="Arial" panose="020B0604020202020204" pitchFamily="34" charset="0"/>
                <a:cs typeface="Arial" panose="020B0604020202020204" pitchFamily="34" charset="0"/>
              </a:rPr>
              <a:t>1</a:t>
            </a:r>
            <a:r>
              <a:rPr lang="en-US" altLang="en-US" sz="1400" dirty="0">
                <a:latin typeface="Arial" panose="020B0604020202020204" pitchFamily="34" charset="0"/>
                <a:cs typeface="Arial" panose="020B0604020202020204" pitchFamily="34" charset="0"/>
              </a:rPr>
              <a:t>. We get Ɵ</a:t>
            </a:r>
          </a:p>
          <a:p>
            <a:r>
              <a:rPr lang="en-US" altLang="en-US" sz="1400" dirty="0">
                <a:latin typeface="Arial" panose="020B0604020202020204" pitchFamily="34" charset="0"/>
              </a:rPr>
              <a:t>10. Similarly find     with </a:t>
            </a:r>
            <a:r>
              <a:rPr lang="en-US" altLang="en-US" sz="1400" dirty="0" err="1">
                <a:latin typeface="Arial" panose="020B0604020202020204" pitchFamily="34" charset="0"/>
              </a:rPr>
              <a:t>a’b</a:t>
            </a:r>
            <a:r>
              <a:rPr lang="en-US" altLang="en-US" sz="1400" dirty="0">
                <a:latin typeface="Arial" panose="020B0604020202020204" pitchFamily="34" charset="0"/>
              </a:rPr>
              <a:t>’ as radius.</a:t>
            </a:r>
          </a:p>
        </p:txBody>
      </p:sp>
      <p:sp>
        <p:nvSpPr>
          <p:cNvPr id="2" name="Slide Number Placeholder 1"/>
          <p:cNvSpPr>
            <a:spLocks noGrp="1"/>
          </p:cNvSpPr>
          <p:nvPr>
            <p:ph type="sldNum" sz="quarter" idx="12"/>
          </p:nvPr>
        </p:nvSpPr>
        <p:spPr/>
        <p:txBody>
          <a:bodyPr/>
          <a:lstStyle/>
          <a:p>
            <a:fld id="{EE8E09DC-0268-440F-8276-54ADABB93829}" type="slidenum">
              <a:rPr lang="en-IN" smtClean="0"/>
              <a:t>56</a:t>
            </a:fld>
            <a:endParaRPr lang="en-IN"/>
          </a:p>
        </p:txBody>
      </p:sp>
      <p:sp>
        <p:nvSpPr>
          <p:cNvPr id="60" name="Arc 31"/>
          <p:cNvSpPr>
            <a:spLocks/>
          </p:cNvSpPr>
          <p:nvPr/>
        </p:nvSpPr>
        <p:spPr bwMode="auto">
          <a:xfrm rot="16200000" flipV="1">
            <a:off x="6964031" y="1720865"/>
            <a:ext cx="1456052" cy="969614"/>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61" name="Text Box 41"/>
          <p:cNvSpPr txBox="1">
            <a:spLocks noChangeArrowheads="1"/>
          </p:cNvSpPr>
          <p:nvPr/>
        </p:nvSpPr>
        <p:spPr bwMode="auto">
          <a:xfrm>
            <a:off x="1360861" y="6140811"/>
            <a:ext cx="296403"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altLang="en-US" dirty="0">
                <a:latin typeface="Times New Roman" panose="02020603050405020304" pitchFamily="18" charset="0"/>
                <a:cs typeface="Times New Roman" panose="02020603050405020304" pitchFamily="18" charset="0"/>
                <a:sym typeface="Symbol" panose="05050102010706020507" pitchFamily="18" charset="2"/>
              </a:rPr>
              <a:t></a:t>
            </a:r>
            <a:endParaRPr lang="en-US" altLang="en-US" dirty="0">
              <a:latin typeface="Times New Roman" panose="02020603050405020304" pitchFamily="18" charset="0"/>
              <a:cs typeface="Times New Roman" panose="02020603050405020304" pitchFamily="18" charset="0"/>
            </a:endParaRPr>
          </a:p>
          <a:p>
            <a:pPr eaLnBrk="1" hangingPunct="1"/>
            <a:endParaRPr lang="en-US" altLang="en-US" sz="2400" dirty="0">
              <a:latin typeface="Times New Roman" panose="02020603050405020304" pitchFamily="18" charset="0"/>
            </a:endParaRPr>
          </a:p>
        </p:txBody>
      </p:sp>
      <p:sp>
        <p:nvSpPr>
          <p:cNvPr id="62" name="Line 21"/>
          <p:cNvSpPr>
            <a:spLocks noChangeShapeType="1"/>
          </p:cNvSpPr>
          <p:nvPr/>
        </p:nvSpPr>
        <p:spPr bwMode="auto">
          <a:xfrm flipH="1">
            <a:off x="8162386" y="2936382"/>
            <a:ext cx="15699" cy="2252657"/>
          </a:xfrm>
          <a:prstGeom prst="line">
            <a:avLst/>
          </a:prstGeom>
          <a:ln>
            <a:headEnd/>
            <a:tailEnd/>
          </a:ln>
        </p:spPr>
        <p:style>
          <a:lnRef idx="1">
            <a:schemeClr val="dk1"/>
          </a:lnRef>
          <a:fillRef idx="0">
            <a:schemeClr val="dk1"/>
          </a:fillRef>
          <a:effectRef idx="0">
            <a:schemeClr val="dk1"/>
          </a:effectRef>
          <a:fontRef idx="minor">
            <a:schemeClr val="tx1"/>
          </a:fontRef>
        </p:style>
        <p:txBody>
          <a:bodyPr/>
          <a:lstStyle/>
          <a:p>
            <a:endParaRPr lang="en-IN"/>
          </a:p>
        </p:txBody>
      </p:sp>
      <p:sp>
        <p:nvSpPr>
          <p:cNvPr id="63" name="TextBox 62"/>
          <p:cNvSpPr txBox="1"/>
          <p:nvPr/>
        </p:nvSpPr>
        <p:spPr>
          <a:xfrm>
            <a:off x="422633" y="-12160"/>
            <a:ext cx="8178083" cy="369332"/>
          </a:xfrm>
          <a:prstGeom prst="rect">
            <a:avLst/>
          </a:prstGeom>
          <a:noFill/>
        </p:spPr>
        <p:txBody>
          <a:bodyPr wrap="square" rtlCol="0">
            <a:spAutoFit/>
          </a:bodyPr>
          <a:lstStyle/>
          <a:p>
            <a:pPr algn="ctr"/>
            <a:r>
              <a:rPr lang="en-IN" b="1" u="sng" dirty="0">
                <a:solidFill>
                  <a:srgbClr val="FF0000"/>
                </a:solidFill>
                <a:effectLst>
                  <a:outerShdw blurRad="38100" dist="38100" dir="2700000" algn="tl">
                    <a:srgbClr val="000000">
                      <a:alpha val="43137"/>
                    </a:srgbClr>
                  </a:outerShdw>
                </a:effectLst>
              </a:rPr>
              <a:t>FINDING INCLINATION WITH HP &amp; VP</a:t>
            </a:r>
          </a:p>
        </p:txBody>
      </p:sp>
    </p:spTree>
    <p:extLst>
      <p:ext uri="{BB962C8B-B14F-4D97-AF65-F5344CB8AC3E}">
        <p14:creationId xmlns:p14="http://schemas.microsoft.com/office/powerpoint/2010/main" val="258488177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212019"/>
                                        </p:tgtEl>
                                        <p:attrNameLst>
                                          <p:attrName>style.visibility</p:attrName>
                                        </p:attrNameLst>
                                      </p:cBhvr>
                                      <p:to>
                                        <p:strVal val="visible"/>
                                      </p:to>
                                    </p:set>
                                    <p:anim calcmode="lin" valueType="num">
                                      <p:cBhvr>
                                        <p:cTn id="7" dur="500" fill="hold"/>
                                        <p:tgtEl>
                                          <p:spTgt spid="212019"/>
                                        </p:tgtEl>
                                        <p:attrNameLst>
                                          <p:attrName>ppt_x</p:attrName>
                                        </p:attrNameLst>
                                      </p:cBhvr>
                                      <p:tavLst>
                                        <p:tav tm="0">
                                          <p:val>
                                            <p:strVal val="#ppt_x-#ppt_w/2"/>
                                          </p:val>
                                        </p:tav>
                                        <p:tav tm="100000">
                                          <p:val>
                                            <p:strVal val="#ppt_x"/>
                                          </p:val>
                                        </p:tav>
                                      </p:tavLst>
                                    </p:anim>
                                    <p:anim calcmode="lin" valueType="num">
                                      <p:cBhvr>
                                        <p:cTn id="8" dur="500" fill="hold"/>
                                        <p:tgtEl>
                                          <p:spTgt spid="212019"/>
                                        </p:tgtEl>
                                        <p:attrNameLst>
                                          <p:attrName>ppt_y</p:attrName>
                                        </p:attrNameLst>
                                      </p:cBhvr>
                                      <p:tavLst>
                                        <p:tav tm="0">
                                          <p:val>
                                            <p:strVal val="#ppt_y"/>
                                          </p:val>
                                        </p:tav>
                                        <p:tav tm="100000">
                                          <p:val>
                                            <p:strVal val="#ppt_y"/>
                                          </p:val>
                                        </p:tav>
                                      </p:tavLst>
                                    </p:anim>
                                    <p:anim calcmode="lin" valueType="num">
                                      <p:cBhvr>
                                        <p:cTn id="9" dur="500" fill="hold"/>
                                        <p:tgtEl>
                                          <p:spTgt spid="212019"/>
                                        </p:tgtEl>
                                        <p:attrNameLst>
                                          <p:attrName>ppt_w</p:attrName>
                                        </p:attrNameLst>
                                      </p:cBhvr>
                                      <p:tavLst>
                                        <p:tav tm="0">
                                          <p:val>
                                            <p:fltVal val="0"/>
                                          </p:val>
                                        </p:tav>
                                        <p:tav tm="100000">
                                          <p:val>
                                            <p:strVal val="#ppt_w"/>
                                          </p:val>
                                        </p:tav>
                                      </p:tavLst>
                                    </p:anim>
                                    <p:anim calcmode="lin" valueType="num">
                                      <p:cBhvr>
                                        <p:cTn id="10" dur="500" fill="hold"/>
                                        <p:tgtEl>
                                          <p:spTgt spid="212019"/>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2024">
                                            <p:txEl>
                                              <p:pRg st="0" end="0"/>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12024">
                                            <p:txEl>
                                              <p:pRg st="1" end="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12024">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11970"/>
                                        </p:tgtEl>
                                        <p:attrNameLst>
                                          <p:attrName>style.visibility</p:attrName>
                                        </p:attrNameLst>
                                      </p:cBhvr>
                                      <p:to>
                                        <p:strVal val="visible"/>
                                      </p:to>
                                    </p:set>
                                    <p:anim calcmode="lin" valueType="num">
                                      <p:cBhvr additive="base">
                                        <p:cTn id="25" dur="500" fill="hold"/>
                                        <p:tgtEl>
                                          <p:spTgt spid="211970"/>
                                        </p:tgtEl>
                                        <p:attrNameLst>
                                          <p:attrName>ppt_x</p:attrName>
                                        </p:attrNameLst>
                                      </p:cBhvr>
                                      <p:tavLst>
                                        <p:tav tm="0">
                                          <p:val>
                                            <p:strVal val="0-#ppt_w/2"/>
                                          </p:val>
                                        </p:tav>
                                        <p:tav tm="100000">
                                          <p:val>
                                            <p:strVal val="#ppt_x"/>
                                          </p:val>
                                        </p:tav>
                                      </p:tavLst>
                                    </p:anim>
                                    <p:anim calcmode="lin" valueType="num">
                                      <p:cBhvr additive="base">
                                        <p:cTn id="26" dur="500" fill="hold"/>
                                        <p:tgtEl>
                                          <p:spTgt spid="211970"/>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11971"/>
                                        </p:tgtEl>
                                        <p:attrNameLst>
                                          <p:attrName>style.visibility</p:attrName>
                                        </p:attrNameLst>
                                      </p:cBhvr>
                                      <p:to>
                                        <p:strVal val="visible"/>
                                      </p:to>
                                    </p:set>
                                    <p:anim calcmode="lin" valueType="num">
                                      <p:cBhvr additive="base">
                                        <p:cTn id="31" dur="500" fill="hold"/>
                                        <p:tgtEl>
                                          <p:spTgt spid="211971"/>
                                        </p:tgtEl>
                                        <p:attrNameLst>
                                          <p:attrName>ppt_x</p:attrName>
                                        </p:attrNameLst>
                                      </p:cBhvr>
                                      <p:tavLst>
                                        <p:tav tm="0">
                                          <p:val>
                                            <p:strVal val="0-#ppt_w/2"/>
                                          </p:val>
                                        </p:tav>
                                        <p:tav tm="100000">
                                          <p:val>
                                            <p:strVal val="#ppt_x"/>
                                          </p:val>
                                        </p:tav>
                                      </p:tavLst>
                                    </p:anim>
                                    <p:anim calcmode="lin" valueType="num">
                                      <p:cBhvr additive="base">
                                        <p:cTn id="32" dur="500" fill="hold"/>
                                        <p:tgtEl>
                                          <p:spTgt spid="211971"/>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211972"/>
                                        </p:tgtEl>
                                        <p:attrNameLst>
                                          <p:attrName>style.visibility</p:attrName>
                                        </p:attrNameLst>
                                      </p:cBhvr>
                                      <p:to>
                                        <p:strVal val="visible"/>
                                      </p:to>
                                    </p:set>
                                    <p:anim calcmode="lin" valueType="num">
                                      <p:cBhvr additive="base">
                                        <p:cTn id="37" dur="500" fill="hold"/>
                                        <p:tgtEl>
                                          <p:spTgt spid="211972"/>
                                        </p:tgtEl>
                                        <p:attrNameLst>
                                          <p:attrName>ppt_x</p:attrName>
                                        </p:attrNameLst>
                                      </p:cBhvr>
                                      <p:tavLst>
                                        <p:tav tm="0">
                                          <p:val>
                                            <p:strVal val="1+#ppt_w/2"/>
                                          </p:val>
                                        </p:tav>
                                        <p:tav tm="100000">
                                          <p:val>
                                            <p:strVal val="#ppt_x"/>
                                          </p:val>
                                        </p:tav>
                                      </p:tavLst>
                                    </p:anim>
                                    <p:anim calcmode="lin" valueType="num">
                                      <p:cBhvr additive="base">
                                        <p:cTn id="38" dur="500" fill="hold"/>
                                        <p:tgtEl>
                                          <p:spTgt spid="211972"/>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1" fill="hold" grpId="0" nodeType="clickEffect">
                                  <p:stCondLst>
                                    <p:cond delay="0"/>
                                  </p:stCondLst>
                                  <p:childTnLst>
                                    <p:set>
                                      <p:cBhvr>
                                        <p:cTn id="42" dur="1" fill="hold">
                                          <p:stCondLst>
                                            <p:cond delay="0"/>
                                          </p:stCondLst>
                                        </p:cTn>
                                        <p:tgtEl>
                                          <p:spTgt spid="211973"/>
                                        </p:tgtEl>
                                        <p:attrNameLst>
                                          <p:attrName>style.visibility</p:attrName>
                                        </p:attrNameLst>
                                      </p:cBhvr>
                                      <p:to>
                                        <p:strVal val="visible"/>
                                      </p:to>
                                    </p:set>
                                    <p:anim calcmode="lin" valueType="num">
                                      <p:cBhvr additive="base">
                                        <p:cTn id="43" dur="500" fill="hold"/>
                                        <p:tgtEl>
                                          <p:spTgt spid="211973"/>
                                        </p:tgtEl>
                                        <p:attrNameLst>
                                          <p:attrName>ppt_x</p:attrName>
                                        </p:attrNameLst>
                                      </p:cBhvr>
                                      <p:tavLst>
                                        <p:tav tm="0">
                                          <p:val>
                                            <p:strVal val="#ppt_x"/>
                                          </p:val>
                                        </p:tav>
                                        <p:tav tm="100000">
                                          <p:val>
                                            <p:strVal val="#ppt_x"/>
                                          </p:val>
                                        </p:tav>
                                      </p:tavLst>
                                    </p:anim>
                                    <p:anim calcmode="lin" valueType="num">
                                      <p:cBhvr additive="base">
                                        <p:cTn id="44" dur="500" fill="hold"/>
                                        <p:tgtEl>
                                          <p:spTgt spid="211973"/>
                                        </p:tgtEl>
                                        <p:attrNameLst>
                                          <p:attrName>ppt_y</p:attrName>
                                        </p:attrNameLst>
                                      </p:cBhvr>
                                      <p:tavLst>
                                        <p:tav tm="0">
                                          <p:val>
                                            <p:strVal val="0-#ppt_h/2"/>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211974"/>
                                        </p:tgtEl>
                                        <p:attrNameLst>
                                          <p:attrName>style.visibility</p:attrName>
                                        </p:attrNameLst>
                                      </p:cBhvr>
                                      <p:to>
                                        <p:strVal val="visible"/>
                                      </p:to>
                                    </p:set>
                                    <p:anim calcmode="lin" valueType="num">
                                      <p:cBhvr additive="base">
                                        <p:cTn id="49" dur="500" fill="hold"/>
                                        <p:tgtEl>
                                          <p:spTgt spid="211974"/>
                                        </p:tgtEl>
                                        <p:attrNameLst>
                                          <p:attrName>ppt_x</p:attrName>
                                        </p:attrNameLst>
                                      </p:cBhvr>
                                      <p:tavLst>
                                        <p:tav tm="0">
                                          <p:val>
                                            <p:strVal val="0-#ppt_w/2"/>
                                          </p:val>
                                        </p:tav>
                                        <p:tav tm="100000">
                                          <p:val>
                                            <p:strVal val="#ppt_x"/>
                                          </p:val>
                                        </p:tav>
                                      </p:tavLst>
                                    </p:anim>
                                    <p:anim calcmode="lin" valueType="num">
                                      <p:cBhvr additive="base">
                                        <p:cTn id="50" dur="500" fill="hold"/>
                                        <p:tgtEl>
                                          <p:spTgt spid="211974"/>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211982"/>
                                        </p:tgtEl>
                                        <p:attrNameLst>
                                          <p:attrName>style.visibility</p:attrName>
                                        </p:attrNameLst>
                                      </p:cBhvr>
                                      <p:to>
                                        <p:strVal val="visible"/>
                                      </p:to>
                                    </p:set>
                                    <p:anim calcmode="lin" valueType="num">
                                      <p:cBhvr additive="base">
                                        <p:cTn id="55" dur="500" fill="hold"/>
                                        <p:tgtEl>
                                          <p:spTgt spid="211982"/>
                                        </p:tgtEl>
                                        <p:attrNameLst>
                                          <p:attrName>ppt_x</p:attrName>
                                        </p:attrNameLst>
                                      </p:cBhvr>
                                      <p:tavLst>
                                        <p:tav tm="0">
                                          <p:val>
                                            <p:strVal val="0-#ppt_w/2"/>
                                          </p:val>
                                        </p:tav>
                                        <p:tav tm="100000">
                                          <p:val>
                                            <p:strVal val="#ppt_x"/>
                                          </p:val>
                                        </p:tav>
                                      </p:tavLst>
                                    </p:anim>
                                    <p:anim calcmode="lin" valueType="num">
                                      <p:cBhvr additive="base">
                                        <p:cTn id="56" dur="500" fill="hold"/>
                                        <p:tgtEl>
                                          <p:spTgt spid="211982"/>
                                        </p:tgtEl>
                                        <p:attrNameLst>
                                          <p:attrName>ppt_y</p:attrName>
                                        </p:attrNameLst>
                                      </p:cBhvr>
                                      <p:tavLst>
                                        <p:tav tm="0">
                                          <p:val>
                                            <p:strVal val="#ppt_y"/>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17" presetClass="entr" presetSubtype="8" fill="hold" grpId="0" nodeType="clickEffect">
                                  <p:stCondLst>
                                    <p:cond delay="0"/>
                                  </p:stCondLst>
                                  <p:childTnLst>
                                    <p:set>
                                      <p:cBhvr>
                                        <p:cTn id="60" dur="1" fill="hold">
                                          <p:stCondLst>
                                            <p:cond delay="0"/>
                                          </p:stCondLst>
                                        </p:cTn>
                                        <p:tgtEl>
                                          <p:spTgt spid="211975"/>
                                        </p:tgtEl>
                                        <p:attrNameLst>
                                          <p:attrName>style.visibility</p:attrName>
                                        </p:attrNameLst>
                                      </p:cBhvr>
                                      <p:to>
                                        <p:strVal val="visible"/>
                                      </p:to>
                                    </p:set>
                                    <p:anim calcmode="lin" valueType="num">
                                      <p:cBhvr>
                                        <p:cTn id="61" dur="500" fill="hold"/>
                                        <p:tgtEl>
                                          <p:spTgt spid="211975"/>
                                        </p:tgtEl>
                                        <p:attrNameLst>
                                          <p:attrName>ppt_x</p:attrName>
                                        </p:attrNameLst>
                                      </p:cBhvr>
                                      <p:tavLst>
                                        <p:tav tm="0">
                                          <p:val>
                                            <p:strVal val="#ppt_x-#ppt_w/2"/>
                                          </p:val>
                                        </p:tav>
                                        <p:tav tm="100000">
                                          <p:val>
                                            <p:strVal val="#ppt_x"/>
                                          </p:val>
                                        </p:tav>
                                      </p:tavLst>
                                    </p:anim>
                                    <p:anim calcmode="lin" valueType="num">
                                      <p:cBhvr>
                                        <p:cTn id="62" dur="500" fill="hold"/>
                                        <p:tgtEl>
                                          <p:spTgt spid="211975"/>
                                        </p:tgtEl>
                                        <p:attrNameLst>
                                          <p:attrName>ppt_y</p:attrName>
                                        </p:attrNameLst>
                                      </p:cBhvr>
                                      <p:tavLst>
                                        <p:tav tm="0">
                                          <p:val>
                                            <p:strVal val="#ppt_y"/>
                                          </p:val>
                                        </p:tav>
                                        <p:tav tm="100000">
                                          <p:val>
                                            <p:strVal val="#ppt_y"/>
                                          </p:val>
                                        </p:tav>
                                      </p:tavLst>
                                    </p:anim>
                                    <p:anim calcmode="lin" valueType="num">
                                      <p:cBhvr>
                                        <p:cTn id="63" dur="500" fill="hold"/>
                                        <p:tgtEl>
                                          <p:spTgt spid="211975"/>
                                        </p:tgtEl>
                                        <p:attrNameLst>
                                          <p:attrName>ppt_w</p:attrName>
                                        </p:attrNameLst>
                                      </p:cBhvr>
                                      <p:tavLst>
                                        <p:tav tm="0">
                                          <p:val>
                                            <p:fltVal val="0"/>
                                          </p:val>
                                        </p:tav>
                                        <p:tav tm="100000">
                                          <p:val>
                                            <p:strVal val="#ppt_w"/>
                                          </p:val>
                                        </p:tav>
                                      </p:tavLst>
                                    </p:anim>
                                    <p:anim calcmode="lin" valueType="num">
                                      <p:cBhvr>
                                        <p:cTn id="64" dur="500" fill="hold"/>
                                        <p:tgtEl>
                                          <p:spTgt spid="211975"/>
                                        </p:tgtEl>
                                        <p:attrNameLst>
                                          <p:attrName>ppt_h</p:attrName>
                                        </p:attrNameLst>
                                      </p:cBhvr>
                                      <p:tavLst>
                                        <p:tav tm="0">
                                          <p:val>
                                            <p:strVal val="#ppt_h"/>
                                          </p:val>
                                        </p:tav>
                                        <p:tav tm="100000">
                                          <p:val>
                                            <p:strVal val="#ppt_h"/>
                                          </p:val>
                                        </p:tav>
                                      </p:tavLst>
                                    </p:anim>
                                  </p:childTnLst>
                                </p:cTn>
                              </p:par>
                            </p:childTnLst>
                          </p:cTn>
                        </p:par>
                      </p:childTnLst>
                    </p:cTn>
                  </p:par>
                  <p:par>
                    <p:cTn id="65" fill="hold" nodeType="clickPar">
                      <p:stCondLst>
                        <p:cond delay="indefinite"/>
                      </p:stCondLst>
                      <p:childTnLst>
                        <p:par>
                          <p:cTn id="66" fill="hold" nodeType="withGroup">
                            <p:stCondLst>
                              <p:cond delay="0"/>
                            </p:stCondLst>
                            <p:childTnLst>
                              <p:par>
                                <p:cTn id="67" presetID="17" presetClass="entr" presetSubtype="10" fill="hold" grpId="0" nodeType="clickEffect">
                                  <p:stCondLst>
                                    <p:cond delay="0"/>
                                  </p:stCondLst>
                                  <p:childTnLst>
                                    <p:set>
                                      <p:cBhvr>
                                        <p:cTn id="68" dur="1" fill="hold">
                                          <p:stCondLst>
                                            <p:cond delay="0"/>
                                          </p:stCondLst>
                                        </p:cTn>
                                        <p:tgtEl>
                                          <p:spTgt spid="212020"/>
                                        </p:tgtEl>
                                        <p:attrNameLst>
                                          <p:attrName>style.visibility</p:attrName>
                                        </p:attrNameLst>
                                      </p:cBhvr>
                                      <p:to>
                                        <p:strVal val="visible"/>
                                      </p:to>
                                    </p:set>
                                    <p:anim calcmode="lin" valueType="num">
                                      <p:cBhvr>
                                        <p:cTn id="69" dur="500" fill="hold"/>
                                        <p:tgtEl>
                                          <p:spTgt spid="212020"/>
                                        </p:tgtEl>
                                        <p:attrNameLst>
                                          <p:attrName>ppt_w</p:attrName>
                                        </p:attrNameLst>
                                      </p:cBhvr>
                                      <p:tavLst>
                                        <p:tav tm="0">
                                          <p:val>
                                            <p:fltVal val="0"/>
                                          </p:val>
                                        </p:tav>
                                        <p:tav tm="100000">
                                          <p:val>
                                            <p:strVal val="#ppt_w"/>
                                          </p:val>
                                        </p:tav>
                                      </p:tavLst>
                                    </p:anim>
                                    <p:anim calcmode="lin" valueType="num">
                                      <p:cBhvr>
                                        <p:cTn id="70" dur="500" fill="hold"/>
                                        <p:tgtEl>
                                          <p:spTgt spid="212020"/>
                                        </p:tgtEl>
                                        <p:attrNameLst>
                                          <p:attrName>ppt_h</p:attrName>
                                        </p:attrNameLst>
                                      </p:cBhvr>
                                      <p:tavLst>
                                        <p:tav tm="0">
                                          <p:val>
                                            <p:strVal val="#ppt_h"/>
                                          </p:val>
                                        </p:tav>
                                        <p:tav tm="100000">
                                          <p:val>
                                            <p:strVal val="#ppt_h"/>
                                          </p:val>
                                        </p:tav>
                                      </p:tavLst>
                                    </p:anim>
                                  </p:childTnLst>
                                </p:cTn>
                              </p:par>
                            </p:childTnLst>
                          </p:cTn>
                        </p:par>
                      </p:childTnLst>
                    </p:cTn>
                  </p:par>
                  <p:par>
                    <p:cTn id="71" fill="hold" nodeType="clickPar">
                      <p:stCondLst>
                        <p:cond delay="indefinite"/>
                      </p:stCondLst>
                      <p:childTnLst>
                        <p:par>
                          <p:cTn id="72" fill="hold" nodeType="withGroup">
                            <p:stCondLst>
                              <p:cond delay="0"/>
                            </p:stCondLst>
                            <p:childTnLst>
                              <p:par>
                                <p:cTn id="73" presetID="17" presetClass="entr" presetSubtype="8" fill="hold" grpId="0" nodeType="clickEffect">
                                  <p:stCondLst>
                                    <p:cond delay="0"/>
                                  </p:stCondLst>
                                  <p:childTnLst>
                                    <p:set>
                                      <p:cBhvr>
                                        <p:cTn id="74" dur="1" fill="hold">
                                          <p:stCondLst>
                                            <p:cond delay="0"/>
                                          </p:stCondLst>
                                        </p:cTn>
                                        <p:tgtEl>
                                          <p:spTgt spid="212022"/>
                                        </p:tgtEl>
                                        <p:attrNameLst>
                                          <p:attrName>style.visibility</p:attrName>
                                        </p:attrNameLst>
                                      </p:cBhvr>
                                      <p:to>
                                        <p:strVal val="visible"/>
                                      </p:to>
                                    </p:set>
                                    <p:anim calcmode="lin" valueType="num">
                                      <p:cBhvr>
                                        <p:cTn id="75" dur="500" fill="hold"/>
                                        <p:tgtEl>
                                          <p:spTgt spid="212022"/>
                                        </p:tgtEl>
                                        <p:attrNameLst>
                                          <p:attrName>ppt_x</p:attrName>
                                        </p:attrNameLst>
                                      </p:cBhvr>
                                      <p:tavLst>
                                        <p:tav tm="0">
                                          <p:val>
                                            <p:strVal val="#ppt_x-#ppt_w/2"/>
                                          </p:val>
                                        </p:tav>
                                        <p:tav tm="100000">
                                          <p:val>
                                            <p:strVal val="#ppt_x"/>
                                          </p:val>
                                        </p:tav>
                                      </p:tavLst>
                                    </p:anim>
                                    <p:anim calcmode="lin" valueType="num">
                                      <p:cBhvr>
                                        <p:cTn id="76" dur="500" fill="hold"/>
                                        <p:tgtEl>
                                          <p:spTgt spid="212022"/>
                                        </p:tgtEl>
                                        <p:attrNameLst>
                                          <p:attrName>ppt_y</p:attrName>
                                        </p:attrNameLst>
                                      </p:cBhvr>
                                      <p:tavLst>
                                        <p:tav tm="0">
                                          <p:val>
                                            <p:strVal val="#ppt_y"/>
                                          </p:val>
                                        </p:tav>
                                        <p:tav tm="100000">
                                          <p:val>
                                            <p:strVal val="#ppt_y"/>
                                          </p:val>
                                        </p:tav>
                                      </p:tavLst>
                                    </p:anim>
                                    <p:anim calcmode="lin" valueType="num">
                                      <p:cBhvr>
                                        <p:cTn id="77" dur="500" fill="hold"/>
                                        <p:tgtEl>
                                          <p:spTgt spid="212022"/>
                                        </p:tgtEl>
                                        <p:attrNameLst>
                                          <p:attrName>ppt_w</p:attrName>
                                        </p:attrNameLst>
                                      </p:cBhvr>
                                      <p:tavLst>
                                        <p:tav tm="0">
                                          <p:val>
                                            <p:fltVal val="0"/>
                                          </p:val>
                                        </p:tav>
                                        <p:tav tm="100000">
                                          <p:val>
                                            <p:strVal val="#ppt_w"/>
                                          </p:val>
                                        </p:tav>
                                      </p:tavLst>
                                    </p:anim>
                                    <p:anim calcmode="lin" valueType="num">
                                      <p:cBhvr>
                                        <p:cTn id="78" dur="500" fill="hold"/>
                                        <p:tgtEl>
                                          <p:spTgt spid="212022"/>
                                        </p:tgtEl>
                                        <p:attrNameLst>
                                          <p:attrName>ppt_h</p:attrName>
                                        </p:attrNameLst>
                                      </p:cBhvr>
                                      <p:tavLst>
                                        <p:tav tm="0">
                                          <p:val>
                                            <p:strVal val="#ppt_h"/>
                                          </p:val>
                                        </p:tav>
                                        <p:tav tm="100000">
                                          <p:val>
                                            <p:strVal val="#ppt_h"/>
                                          </p:val>
                                        </p:tav>
                                      </p:tavLst>
                                    </p:anim>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212024">
                                            <p:txEl>
                                              <p:pRg st="3" end="3"/>
                                            </p:txEl>
                                          </p:spTgt>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212024">
                                            <p:txEl>
                                              <p:pRg st="4" end="4"/>
                                            </p:txEl>
                                          </p:spTgt>
                                        </p:tgtEl>
                                        <p:attrNameLst>
                                          <p:attrName>style.visibility</p:attrName>
                                        </p:attrNameLst>
                                      </p:cBhvr>
                                      <p:to>
                                        <p:strVal val="visible"/>
                                      </p:to>
                                    </p:set>
                                  </p:childTnLst>
                                </p:cTn>
                              </p:par>
                            </p:childTnLst>
                          </p:cTn>
                        </p:par>
                      </p:childTnLst>
                    </p:cTn>
                  </p:par>
                  <p:par>
                    <p:cTn id="85" fill="hold" nodeType="clickPar">
                      <p:stCondLst>
                        <p:cond delay="indefinite"/>
                      </p:stCondLst>
                      <p:childTnLst>
                        <p:par>
                          <p:cTn id="86" fill="hold" nodeType="withGroup">
                            <p:stCondLst>
                              <p:cond delay="0"/>
                            </p:stCondLst>
                            <p:childTnLst>
                              <p:par>
                                <p:cTn id="87" presetID="18" presetClass="entr" presetSubtype="3" fill="hold" grpId="0" nodeType="clickEffect">
                                  <p:stCondLst>
                                    <p:cond delay="0"/>
                                  </p:stCondLst>
                                  <p:childTnLst>
                                    <p:set>
                                      <p:cBhvr>
                                        <p:cTn id="88" dur="1" fill="hold">
                                          <p:stCondLst>
                                            <p:cond delay="0"/>
                                          </p:stCondLst>
                                        </p:cTn>
                                        <p:tgtEl>
                                          <p:spTgt spid="212012"/>
                                        </p:tgtEl>
                                        <p:attrNameLst>
                                          <p:attrName>style.visibility</p:attrName>
                                        </p:attrNameLst>
                                      </p:cBhvr>
                                      <p:to>
                                        <p:strVal val="visible"/>
                                      </p:to>
                                    </p:set>
                                    <p:animEffect transition="in" filter="strips(upRight)">
                                      <p:cBhvr>
                                        <p:cTn id="89" dur="500"/>
                                        <p:tgtEl>
                                          <p:spTgt spid="212012"/>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2" presetClass="entr" presetSubtype="2" fill="hold" grpId="0" nodeType="clickEffect">
                                  <p:stCondLst>
                                    <p:cond delay="0"/>
                                  </p:stCondLst>
                                  <p:childTnLst>
                                    <p:set>
                                      <p:cBhvr>
                                        <p:cTn id="93" dur="1" fill="hold">
                                          <p:stCondLst>
                                            <p:cond delay="0"/>
                                          </p:stCondLst>
                                        </p:cTn>
                                        <p:tgtEl>
                                          <p:spTgt spid="212015"/>
                                        </p:tgtEl>
                                        <p:attrNameLst>
                                          <p:attrName>style.visibility</p:attrName>
                                        </p:attrNameLst>
                                      </p:cBhvr>
                                      <p:to>
                                        <p:strVal val="visible"/>
                                      </p:to>
                                    </p:set>
                                    <p:anim calcmode="lin" valueType="num">
                                      <p:cBhvr additive="base">
                                        <p:cTn id="94" dur="500" fill="hold"/>
                                        <p:tgtEl>
                                          <p:spTgt spid="212015"/>
                                        </p:tgtEl>
                                        <p:attrNameLst>
                                          <p:attrName>ppt_x</p:attrName>
                                        </p:attrNameLst>
                                      </p:cBhvr>
                                      <p:tavLst>
                                        <p:tav tm="0">
                                          <p:val>
                                            <p:strVal val="1+#ppt_w/2"/>
                                          </p:val>
                                        </p:tav>
                                        <p:tav tm="100000">
                                          <p:val>
                                            <p:strVal val="#ppt_x"/>
                                          </p:val>
                                        </p:tav>
                                      </p:tavLst>
                                    </p:anim>
                                    <p:anim calcmode="lin" valueType="num">
                                      <p:cBhvr additive="base">
                                        <p:cTn id="95" dur="500" fill="hold"/>
                                        <p:tgtEl>
                                          <p:spTgt spid="212015"/>
                                        </p:tgtEl>
                                        <p:attrNameLst>
                                          <p:attrName>ppt_y</p:attrName>
                                        </p:attrNameLst>
                                      </p:cBhvr>
                                      <p:tavLst>
                                        <p:tav tm="0">
                                          <p:val>
                                            <p:strVal val="#ppt_y"/>
                                          </p:val>
                                        </p:tav>
                                        <p:tav tm="100000">
                                          <p:val>
                                            <p:strVal val="#ppt_y"/>
                                          </p:val>
                                        </p:tav>
                                      </p:tavLst>
                                    </p:anim>
                                  </p:childTnLst>
                                </p:cTn>
                              </p:par>
                            </p:childTnLst>
                          </p:cTn>
                        </p:par>
                      </p:childTnLst>
                    </p:cTn>
                  </p:par>
                  <p:par>
                    <p:cTn id="96" fill="hold" nodeType="clickPar">
                      <p:stCondLst>
                        <p:cond delay="indefinite"/>
                      </p:stCondLst>
                      <p:childTnLst>
                        <p:par>
                          <p:cTn id="97" fill="hold" nodeType="withGroup">
                            <p:stCondLst>
                              <p:cond delay="0"/>
                            </p:stCondLst>
                            <p:childTnLst>
                              <p:par>
                                <p:cTn id="98" presetID="18" presetClass="entr" presetSubtype="3" fill="hold" grpId="0" nodeType="clickEffect">
                                  <p:stCondLst>
                                    <p:cond delay="0"/>
                                  </p:stCondLst>
                                  <p:childTnLst>
                                    <p:set>
                                      <p:cBhvr>
                                        <p:cTn id="99" dur="1" fill="hold">
                                          <p:stCondLst>
                                            <p:cond delay="0"/>
                                          </p:stCondLst>
                                        </p:cTn>
                                        <p:tgtEl>
                                          <p:spTgt spid="211976"/>
                                        </p:tgtEl>
                                        <p:attrNameLst>
                                          <p:attrName>style.visibility</p:attrName>
                                        </p:attrNameLst>
                                      </p:cBhvr>
                                      <p:to>
                                        <p:strVal val="visible"/>
                                      </p:to>
                                    </p:set>
                                    <p:animEffect transition="in" filter="strips(upRight)">
                                      <p:cBhvr>
                                        <p:cTn id="100" dur="500"/>
                                        <p:tgtEl>
                                          <p:spTgt spid="211976"/>
                                        </p:tgtEl>
                                      </p:cBhvr>
                                    </p:animEffec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2" presetClass="entr" presetSubtype="1" fill="hold" grpId="0" nodeType="clickEffect">
                                  <p:stCondLst>
                                    <p:cond delay="0"/>
                                  </p:stCondLst>
                                  <p:childTnLst>
                                    <p:set>
                                      <p:cBhvr>
                                        <p:cTn id="104" dur="1" fill="hold">
                                          <p:stCondLst>
                                            <p:cond delay="0"/>
                                          </p:stCondLst>
                                        </p:cTn>
                                        <p:tgtEl>
                                          <p:spTgt spid="211987"/>
                                        </p:tgtEl>
                                        <p:attrNameLst>
                                          <p:attrName>style.visibility</p:attrName>
                                        </p:attrNameLst>
                                      </p:cBhvr>
                                      <p:to>
                                        <p:strVal val="visible"/>
                                      </p:to>
                                    </p:set>
                                    <p:anim calcmode="lin" valueType="num">
                                      <p:cBhvr additive="base">
                                        <p:cTn id="105" dur="500" fill="hold"/>
                                        <p:tgtEl>
                                          <p:spTgt spid="211987"/>
                                        </p:tgtEl>
                                        <p:attrNameLst>
                                          <p:attrName>ppt_x</p:attrName>
                                        </p:attrNameLst>
                                      </p:cBhvr>
                                      <p:tavLst>
                                        <p:tav tm="0">
                                          <p:val>
                                            <p:strVal val="#ppt_x"/>
                                          </p:val>
                                        </p:tav>
                                        <p:tav tm="100000">
                                          <p:val>
                                            <p:strVal val="#ppt_x"/>
                                          </p:val>
                                        </p:tav>
                                      </p:tavLst>
                                    </p:anim>
                                    <p:anim calcmode="lin" valueType="num">
                                      <p:cBhvr additive="base">
                                        <p:cTn id="106" dur="500" fill="hold"/>
                                        <p:tgtEl>
                                          <p:spTgt spid="211987"/>
                                        </p:tgtEl>
                                        <p:attrNameLst>
                                          <p:attrName>ppt_y</p:attrName>
                                        </p:attrNameLst>
                                      </p:cBhvr>
                                      <p:tavLst>
                                        <p:tav tm="0">
                                          <p:val>
                                            <p:strVal val="0-#ppt_h/2"/>
                                          </p:val>
                                        </p:tav>
                                        <p:tav tm="100000">
                                          <p:val>
                                            <p:strVal val="#ppt_y"/>
                                          </p:val>
                                        </p:tav>
                                      </p:tavLst>
                                    </p:anim>
                                  </p:childTnLst>
                                </p:cTn>
                              </p:par>
                            </p:childTnLst>
                          </p:cTn>
                        </p:par>
                      </p:childTnLst>
                    </p:cTn>
                  </p:par>
                  <p:par>
                    <p:cTn id="107" fill="hold" nodeType="clickPar">
                      <p:stCondLst>
                        <p:cond delay="indefinite"/>
                      </p:stCondLst>
                      <p:childTnLst>
                        <p:par>
                          <p:cTn id="108" fill="hold" nodeType="withGroup">
                            <p:stCondLst>
                              <p:cond delay="0"/>
                            </p:stCondLst>
                            <p:childTnLst>
                              <p:par>
                                <p:cTn id="109" presetID="2" presetClass="entr" presetSubtype="1" fill="hold" grpId="0" nodeType="clickEffect">
                                  <p:stCondLst>
                                    <p:cond delay="0"/>
                                  </p:stCondLst>
                                  <p:childTnLst>
                                    <p:set>
                                      <p:cBhvr>
                                        <p:cTn id="110" dur="1" fill="hold">
                                          <p:stCondLst>
                                            <p:cond delay="0"/>
                                          </p:stCondLst>
                                        </p:cTn>
                                        <p:tgtEl>
                                          <p:spTgt spid="211977"/>
                                        </p:tgtEl>
                                        <p:attrNameLst>
                                          <p:attrName>style.visibility</p:attrName>
                                        </p:attrNameLst>
                                      </p:cBhvr>
                                      <p:to>
                                        <p:strVal val="visible"/>
                                      </p:to>
                                    </p:set>
                                    <p:anim calcmode="lin" valueType="num">
                                      <p:cBhvr additive="base">
                                        <p:cTn id="111" dur="500" fill="hold"/>
                                        <p:tgtEl>
                                          <p:spTgt spid="211977"/>
                                        </p:tgtEl>
                                        <p:attrNameLst>
                                          <p:attrName>ppt_x</p:attrName>
                                        </p:attrNameLst>
                                      </p:cBhvr>
                                      <p:tavLst>
                                        <p:tav tm="0">
                                          <p:val>
                                            <p:strVal val="#ppt_x"/>
                                          </p:val>
                                        </p:tav>
                                        <p:tav tm="100000">
                                          <p:val>
                                            <p:strVal val="#ppt_x"/>
                                          </p:val>
                                        </p:tav>
                                      </p:tavLst>
                                    </p:anim>
                                    <p:anim calcmode="lin" valueType="num">
                                      <p:cBhvr additive="base">
                                        <p:cTn id="112" dur="500" fill="hold"/>
                                        <p:tgtEl>
                                          <p:spTgt spid="211977"/>
                                        </p:tgtEl>
                                        <p:attrNameLst>
                                          <p:attrName>ppt_y</p:attrName>
                                        </p:attrNameLst>
                                      </p:cBhvr>
                                      <p:tavLst>
                                        <p:tav tm="0">
                                          <p:val>
                                            <p:strVal val="0-#ppt_h/2"/>
                                          </p:val>
                                        </p:tav>
                                        <p:tav tm="100000">
                                          <p:val>
                                            <p:strVal val="#ppt_y"/>
                                          </p:val>
                                        </p:tav>
                                      </p:tavLst>
                                    </p:anim>
                                  </p:childTnLst>
                                </p:cTn>
                              </p:par>
                            </p:childTnLst>
                          </p:cTn>
                        </p:par>
                      </p:childTnLst>
                    </p:cTn>
                  </p:par>
                  <p:par>
                    <p:cTn id="113" fill="hold" nodeType="clickPar">
                      <p:stCondLst>
                        <p:cond delay="indefinite"/>
                      </p:stCondLst>
                      <p:childTnLst>
                        <p:par>
                          <p:cTn id="114" fill="hold" nodeType="withGroup">
                            <p:stCondLst>
                              <p:cond delay="0"/>
                            </p:stCondLst>
                            <p:childTnLst>
                              <p:par>
                                <p:cTn id="115" presetID="1" presetClass="entr" presetSubtype="0" fill="hold" nodeType="clickEffect">
                                  <p:stCondLst>
                                    <p:cond delay="0"/>
                                  </p:stCondLst>
                                  <p:childTnLst>
                                    <p:set>
                                      <p:cBhvr>
                                        <p:cTn id="116" dur="1" fill="hold">
                                          <p:stCondLst>
                                            <p:cond delay="0"/>
                                          </p:stCondLst>
                                        </p:cTn>
                                        <p:tgtEl>
                                          <p:spTgt spid="212024">
                                            <p:txEl>
                                              <p:pRg st="5" end="5"/>
                                            </p:txEl>
                                          </p:spTgt>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7" presetClass="entr" presetSubtype="10" fill="hold" grpId="0" nodeType="clickEffect">
                                  <p:stCondLst>
                                    <p:cond delay="0"/>
                                  </p:stCondLst>
                                  <p:childTnLst>
                                    <p:set>
                                      <p:cBhvr>
                                        <p:cTn id="120" dur="1" fill="hold">
                                          <p:stCondLst>
                                            <p:cond delay="0"/>
                                          </p:stCondLst>
                                        </p:cTn>
                                        <p:tgtEl>
                                          <p:spTgt spid="211983"/>
                                        </p:tgtEl>
                                        <p:attrNameLst>
                                          <p:attrName>style.visibility</p:attrName>
                                        </p:attrNameLst>
                                      </p:cBhvr>
                                      <p:to>
                                        <p:strVal val="visible"/>
                                      </p:to>
                                    </p:set>
                                    <p:anim calcmode="lin" valueType="num">
                                      <p:cBhvr>
                                        <p:cTn id="121" dur="500" fill="hold"/>
                                        <p:tgtEl>
                                          <p:spTgt spid="211983"/>
                                        </p:tgtEl>
                                        <p:attrNameLst>
                                          <p:attrName>ppt_w</p:attrName>
                                        </p:attrNameLst>
                                      </p:cBhvr>
                                      <p:tavLst>
                                        <p:tav tm="0">
                                          <p:val>
                                            <p:fltVal val="0"/>
                                          </p:val>
                                        </p:tav>
                                        <p:tav tm="100000">
                                          <p:val>
                                            <p:strVal val="#ppt_w"/>
                                          </p:val>
                                        </p:tav>
                                      </p:tavLst>
                                    </p:anim>
                                    <p:anim calcmode="lin" valueType="num">
                                      <p:cBhvr>
                                        <p:cTn id="122" dur="500" fill="hold"/>
                                        <p:tgtEl>
                                          <p:spTgt spid="211983"/>
                                        </p:tgtEl>
                                        <p:attrNameLst>
                                          <p:attrName>ppt_h</p:attrName>
                                        </p:attrNameLst>
                                      </p:cBhvr>
                                      <p:tavLst>
                                        <p:tav tm="0">
                                          <p:val>
                                            <p:strVal val="#ppt_h"/>
                                          </p:val>
                                        </p:tav>
                                        <p:tav tm="100000">
                                          <p:val>
                                            <p:strVal val="#ppt_h"/>
                                          </p:val>
                                        </p:tav>
                                      </p:tavLst>
                                    </p:anim>
                                  </p:childTnLst>
                                </p:cTn>
                              </p:par>
                            </p:childTnLst>
                          </p:cTn>
                        </p:par>
                      </p:childTnLst>
                    </p:cTn>
                  </p:par>
                  <p:par>
                    <p:cTn id="123" fill="hold" nodeType="clickPar">
                      <p:stCondLst>
                        <p:cond delay="indefinite"/>
                      </p:stCondLst>
                      <p:childTnLst>
                        <p:par>
                          <p:cTn id="124" fill="hold" nodeType="withGroup">
                            <p:stCondLst>
                              <p:cond delay="0"/>
                            </p:stCondLst>
                            <p:childTnLst>
                              <p:par>
                                <p:cTn id="125" presetID="17" presetClass="entr" presetSubtype="10" fill="hold" grpId="0" nodeType="clickEffect">
                                  <p:stCondLst>
                                    <p:cond delay="0"/>
                                  </p:stCondLst>
                                  <p:childTnLst>
                                    <p:set>
                                      <p:cBhvr>
                                        <p:cTn id="126" dur="1" fill="hold">
                                          <p:stCondLst>
                                            <p:cond delay="0"/>
                                          </p:stCondLst>
                                        </p:cTn>
                                        <p:tgtEl>
                                          <p:spTgt spid="212021"/>
                                        </p:tgtEl>
                                        <p:attrNameLst>
                                          <p:attrName>style.visibility</p:attrName>
                                        </p:attrNameLst>
                                      </p:cBhvr>
                                      <p:to>
                                        <p:strVal val="visible"/>
                                      </p:to>
                                    </p:set>
                                    <p:anim calcmode="lin" valueType="num">
                                      <p:cBhvr>
                                        <p:cTn id="127" dur="500" fill="hold"/>
                                        <p:tgtEl>
                                          <p:spTgt spid="212021"/>
                                        </p:tgtEl>
                                        <p:attrNameLst>
                                          <p:attrName>ppt_w</p:attrName>
                                        </p:attrNameLst>
                                      </p:cBhvr>
                                      <p:tavLst>
                                        <p:tav tm="0">
                                          <p:val>
                                            <p:fltVal val="0"/>
                                          </p:val>
                                        </p:tav>
                                        <p:tav tm="100000">
                                          <p:val>
                                            <p:strVal val="#ppt_w"/>
                                          </p:val>
                                        </p:tav>
                                      </p:tavLst>
                                    </p:anim>
                                    <p:anim calcmode="lin" valueType="num">
                                      <p:cBhvr>
                                        <p:cTn id="128" dur="500" fill="hold"/>
                                        <p:tgtEl>
                                          <p:spTgt spid="212021"/>
                                        </p:tgtEl>
                                        <p:attrNameLst>
                                          <p:attrName>ppt_h</p:attrName>
                                        </p:attrNameLst>
                                      </p:cBhvr>
                                      <p:tavLst>
                                        <p:tav tm="0">
                                          <p:val>
                                            <p:strVal val="#ppt_h"/>
                                          </p:val>
                                        </p:tav>
                                        <p:tav tm="100000">
                                          <p:val>
                                            <p:strVal val="#ppt_h"/>
                                          </p:val>
                                        </p:tav>
                                      </p:tavLst>
                                    </p:anim>
                                  </p:childTnLst>
                                </p:cTn>
                              </p:par>
                            </p:childTnLst>
                          </p:cTn>
                        </p:par>
                      </p:childTnLst>
                    </p:cTn>
                  </p:par>
                  <p:par>
                    <p:cTn id="129" fill="hold" nodeType="clickPar">
                      <p:stCondLst>
                        <p:cond delay="indefinite"/>
                      </p:stCondLst>
                      <p:childTnLst>
                        <p:par>
                          <p:cTn id="130" fill="hold" nodeType="withGroup">
                            <p:stCondLst>
                              <p:cond delay="0"/>
                            </p:stCondLst>
                            <p:childTnLst>
                              <p:par>
                                <p:cTn id="131" presetID="17" presetClass="entr" presetSubtype="8" fill="hold" grpId="0" nodeType="clickEffect">
                                  <p:stCondLst>
                                    <p:cond delay="0"/>
                                  </p:stCondLst>
                                  <p:childTnLst>
                                    <p:set>
                                      <p:cBhvr>
                                        <p:cTn id="132" dur="1" fill="hold">
                                          <p:stCondLst>
                                            <p:cond delay="0"/>
                                          </p:stCondLst>
                                        </p:cTn>
                                        <p:tgtEl>
                                          <p:spTgt spid="212023"/>
                                        </p:tgtEl>
                                        <p:attrNameLst>
                                          <p:attrName>style.visibility</p:attrName>
                                        </p:attrNameLst>
                                      </p:cBhvr>
                                      <p:to>
                                        <p:strVal val="visible"/>
                                      </p:to>
                                    </p:set>
                                    <p:anim calcmode="lin" valueType="num">
                                      <p:cBhvr>
                                        <p:cTn id="133" dur="500" fill="hold"/>
                                        <p:tgtEl>
                                          <p:spTgt spid="212023"/>
                                        </p:tgtEl>
                                        <p:attrNameLst>
                                          <p:attrName>ppt_x</p:attrName>
                                        </p:attrNameLst>
                                      </p:cBhvr>
                                      <p:tavLst>
                                        <p:tav tm="0">
                                          <p:val>
                                            <p:strVal val="#ppt_x-#ppt_w/2"/>
                                          </p:val>
                                        </p:tav>
                                        <p:tav tm="100000">
                                          <p:val>
                                            <p:strVal val="#ppt_x"/>
                                          </p:val>
                                        </p:tav>
                                      </p:tavLst>
                                    </p:anim>
                                    <p:anim calcmode="lin" valueType="num">
                                      <p:cBhvr>
                                        <p:cTn id="134" dur="500" fill="hold"/>
                                        <p:tgtEl>
                                          <p:spTgt spid="212023"/>
                                        </p:tgtEl>
                                        <p:attrNameLst>
                                          <p:attrName>ppt_y</p:attrName>
                                        </p:attrNameLst>
                                      </p:cBhvr>
                                      <p:tavLst>
                                        <p:tav tm="0">
                                          <p:val>
                                            <p:strVal val="#ppt_y"/>
                                          </p:val>
                                        </p:tav>
                                        <p:tav tm="100000">
                                          <p:val>
                                            <p:strVal val="#ppt_y"/>
                                          </p:val>
                                        </p:tav>
                                      </p:tavLst>
                                    </p:anim>
                                    <p:anim calcmode="lin" valueType="num">
                                      <p:cBhvr>
                                        <p:cTn id="135" dur="500" fill="hold"/>
                                        <p:tgtEl>
                                          <p:spTgt spid="212023"/>
                                        </p:tgtEl>
                                        <p:attrNameLst>
                                          <p:attrName>ppt_w</p:attrName>
                                        </p:attrNameLst>
                                      </p:cBhvr>
                                      <p:tavLst>
                                        <p:tav tm="0">
                                          <p:val>
                                            <p:fltVal val="0"/>
                                          </p:val>
                                        </p:tav>
                                        <p:tav tm="100000">
                                          <p:val>
                                            <p:strVal val="#ppt_w"/>
                                          </p:val>
                                        </p:tav>
                                      </p:tavLst>
                                    </p:anim>
                                    <p:anim calcmode="lin" valueType="num">
                                      <p:cBhvr>
                                        <p:cTn id="136" dur="500" fill="hold"/>
                                        <p:tgtEl>
                                          <p:spTgt spid="212023"/>
                                        </p:tgtEl>
                                        <p:attrNameLst>
                                          <p:attrName>ppt_h</p:attrName>
                                        </p:attrNameLst>
                                      </p:cBhvr>
                                      <p:tavLst>
                                        <p:tav tm="0">
                                          <p:val>
                                            <p:strVal val="#ppt_h"/>
                                          </p:val>
                                        </p:tav>
                                        <p:tav tm="100000">
                                          <p:val>
                                            <p:strVal val="#ppt_h"/>
                                          </p:val>
                                        </p:tav>
                                      </p:tavLst>
                                    </p:anim>
                                  </p:childTnLst>
                                </p:cTn>
                              </p:par>
                            </p:childTnLst>
                          </p:cTn>
                        </p:par>
                      </p:childTnLst>
                    </p:cTn>
                  </p:par>
                  <p:par>
                    <p:cTn id="137" fill="hold" nodeType="clickPar">
                      <p:stCondLst>
                        <p:cond delay="indefinite"/>
                      </p:stCondLst>
                      <p:childTnLst>
                        <p:par>
                          <p:cTn id="138" fill="hold" nodeType="withGroup">
                            <p:stCondLst>
                              <p:cond delay="0"/>
                            </p:stCondLst>
                            <p:childTnLst>
                              <p:par>
                                <p:cTn id="139" presetID="18" presetClass="entr" presetSubtype="12" fill="hold" grpId="0" nodeType="clickEffect">
                                  <p:stCondLst>
                                    <p:cond delay="0"/>
                                  </p:stCondLst>
                                  <p:childTnLst>
                                    <p:set>
                                      <p:cBhvr>
                                        <p:cTn id="140" dur="1" fill="hold">
                                          <p:stCondLst>
                                            <p:cond delay="0"/>
                                          </p:stCondLst>
                                        </p:cTn>
                                        <p:tgtEl>
                                          <p:spTgt spid="211984"/>
                                        </p:tgtEl>
                                        <p:attrNameLst>
                                          <p:attrName>style.visibility</p:attrName>
                                        </p:attrNameLst>
                                      </p:cBhvr>
                                      <p:to>
                                        <p:strVal val="visible"/>
                                      </p:to>
                                    </p:set>
                                    <p:animEffect transition="in" filter="strips(downLeft)">
                                      <p:cBhvr>
                                        <p:cTn id="141" dur="500"/>
                                        <p:tgtEl>
                                          <p:spTgt spid="211984"/>
                                        </p:tgtEl>
                                      </p:cBhvr>
                                    </p:animEffect>
                                  </p:childTnLst>
                                </p:cTn>
                              </p:par>
                            </p:childTnLst>
                          </p:cTn>
                        </p:par>
                      </p:childTnLst>
                    </p:cTn>
                  </p:par>
                  <p:par>
                    <p:cTn id="142" fill="hold" nodeType="clickPar">
                      <p:stCondLst>
                        <p:cond delay="indefinite"/>
                      </p:stCondLst>
                      <p:childTnLst>
                        <p:par>
                          <p:cTn id="143" fill="hold" nodeType="withGroup">
                            <p:stCondLst>
                              <p:cond delay="0"/>
                            </p:stCondLst>
                            <p:childTnLst>
                              <p:par>
                                <p:cTn id="144" presetID="2" presetClass="entr" presetSubtype="1" fill="hold" grpId="0" nodeType="clickEffect">
                                  <p:stCondLst>
                                    <p:cond delay="0"/>
                                  </p:stCondLst>
                                  <p:childTnLst>
                                    <p:set>
                                      <p:cBhvr>
                                        <p:cTn id="145" dur="1" fill="hold">
                                          <p:stCondLst>
                                            <p:cond delay="0"/>
                                          </p:stCondLst>
                                        </p:cTn>
                                        <p:tgtEl>
                                          <p:spTgt spid="211994"/>
                                        </p:tgtEl>
                                        <p:attrNameLst>
                                          <p:attrName>style.visibility</p:attrName>
                                        </p:attrNameLst>
                                      </p:cBhvr>
                                      <p:to>
                                        <p:strVal val="visible"/>
                                      </p:to>
                                    </p:set>
                                    <p:anim calcmode="lin" valueType="num">
                                      <p:cBhvr additive="base">
                                        <p:cTn id="146" dur="500" fill="hold"/>
                                        <p:tgtEl>
                                          <p:spTgt spid="211994"/>
                                        </p:tgtEl>
                                        <p:attrNameLst>
                                          <p:attrName>ppt_x</p:attrName>
                                        </p:attrNameLst>
                                      </p:cBhvr>
                                      <p:tavLst>
                                        <p:tav tm="0">
                                          <p:val>
                                            <p:strVal val="#ppt_x"/>
                                          </p:val>
                                        </p:tav>
                                        <p:tav tm="100000">
                                          <p:val>
                                            <p:strVal val="#ppt_x"/>
                                          </p:val>
                                        </p:tav>
                                      </p:tavLst>
                                    </p:anim>
                                    <p:anim calcmode="lin" valueType="num">
                                      <p:cBhvr additive="base">
                                        <p:cTn id="147" dur="500" fill="hold"/>
                                        <p:tgtEl>
                                          <p:spTgt spid="211994"/>
                                        </p:tgtEl>
                                        <p:attrNameLst>
                                          <p:attrName>ppt_y</p:attrName>
                                        </p:attrNameLst>
                                      </p:cBhvr>
                                      <p:tavLst>
                                        <p:tav tm="0">
                                          <p:val>
                                            <p:strVal val="0-#ppt_h/2"/>
                                          </p:val>
                                        </p:tav>
                                        <p:tav tm="100000">
                                          <p:val>
                                            <p:strVal val="#ppt_y"/>
                                          </p:val>
                                        </p:tav>
                                      </p:tavLst>
                                    </p:anim>
                                  </p:childTnLst>
                                </p:cTn>
                              </p:par>
                            </p:childTnLst>
                          </p:cTn>
                        </p:par>
                      </p:childTnLst>
                    </p:cTn>
                  </p:par>
                  <p:par>
                    <p:cTn id="148" fill="hold" nodeType="clickPar">
                      <p:stCondLst>
                        <p:cond delay="indefinite"/>
                      </p:stCondLst>
                      <p:childTnLst>
                        <p:par>
                          <p:cTn id="149" fill="hold" nodeType="withGroup">
                            <p:stCondLst>
                              <p:cond delay="0"/>
                            </p:stCondLst>
                            <p:childTnLst>
                              <p:par>
                                <p:cTn id="150" presetID="2" presetClass="entr" presetSubtype="4" fill="hold" grpId="0" nodeType="clickEffect">
                                  <p:stCondLst>
                                    <p:cond delay="0"/>
                                  </p:stCondLst>
                                  <p:childTnLst>
                                    <p:set>
                                      <p:cBhvr>
                                        <p:cTn id="151" dur="1" fill="hold">
                                          <p:stCondLst>
                                            <p:cond delay="0"/>
                                          </p:stCondLst>
                                        </p:cTn>
                                        <p:tgtEl>
                                          <p:spTgt spid="212016"/>
                                        </p:tgtEl>
                                        <p:attrNameLst>
                                          <p:attrName>style.visibility</p:attrName>
                                        </p:attrNameLst>
                                      </p:cBhvr>
                                      <p:to>
                                        <p:strVal val="visible"/>
                                      </p:to>
                                    </p:set>
                                    <p:anim calcmode="lin" valueType="num">
                                      <p:cBhvr additive="base">
                                        <p:cTn id="152" dur="500" fill="hold"/>
                                        <p:tgtEl>
                                          <p:spTgt spid="212016"/>
                                        </p:tgtEl>
                                        <p:attrNameLst>
                                          <p:attrName>ppt_x</p:attrName>
                                        </p:attrNameLst>
                                      </p:cBhvr>
                                      <p:tavLst>
                                        <p:tav tm="0">
                                          <p:val>
                                            <p:strVal val="#ppt_x"/>
                                          </p:val>
                                        </p:tav>
                                        <p:tav tm="100000">
                                          <p:val>
                                            <p:strVal val="#ppt_x"/>
                                          </p:val>
                                        </p:tav>
                                      </p:tavLst>
                                    </p:anim>
                                    <p:anim calcmode="lin" valueType="num">
                                      <p:cBhvr additive="base">
                                        <p:cTn id="153" dur="500" fill="hold"/>
                                        <p:tgtEl>
                                          <p:spTgt spid="212016"/>
                                        </p:tgtEl>
                                        <p:attrNameLst>
                                          <p:attrName>ppt_y</p:attrName>
                                        </p:attrNameLst>
                                      </p:cBhvr>
                                      <p:tavLst>
                                        <p:tav tm="0">
                                          <p:val>
                                            <p:strVal val="1+#ppt_h/2"/>
                                          </p:val>
                                        </p:tav>
                                        <p:tav tm="100000">
                                          <p:val>
                                            <p:strVal val="#ppt_y"/>
                                          </p:val>
                                        </p:tav>
                                      </p:tavLst>
                                    </p:anim>
                                  </p:childTnLst>
                                </p:cTn>
                              </p:par>
                            </p:childTnLst>
                          </p:cTn>
                        </p:par>
                      </p:childTnLst>
                    </p:cTn>
                  </p:par>
                  <p:par>
                    <p:cTn id="154" fill="hold" nodeType="clickPar">
                      <p:stCondLst>
                        <p:cond delay="indefinite"/>
                      </p:stCondLst>
                      <p:childTnLst>
                        <p:par>
                          <p:cTn id="155" fill="hold" nodeType="withGroup">
                            <p:stCondLst>
                              <p:cond delay="0"/>
                            </p:stCondLst>
                            <p:childTnLst>
                              <p:par>
                                <p:cTn id="156" presetID="2" presetClass="entr" presetSubtype="4" fill="hold" grpId="0" nodeType="clickEffect">
                                  <p:stCondLst>
                                    <p:cond delay="0"/>
                                  </p:stCondLst>
                                  <p:childTnLst>
                                    <p:set>
                                      <p:cBhvr>
                                        <p:cTn id="157" dur="1" fill="hold">
                                          <p:stCondLst>
                                            <p:cond delay="0"/>
                                          </p:stCondLst>
                                        </p:cTn>
                                        <p:tgtEl>
                                          <p:spTgt spid="211981"/>
                                        </p:tgtEl>
                                        <p:attrNameLst>
                                          <p:attrName>style.visibility</p:attrName>
                                        </p:attrNameLst>
                                      </p:cBhvr>
                                      <p:to>
                                        <p:strVal val="visible"/>
                                      </p:to>
                                    </p:set>
                                    <p:anim calcmode="lin" valueType="num">
                                      <p:cBhvr additive="base">
                                        <p:cTn id="158" dur="500" fill="hold"/>
                                        <p:tgtEl>
                                          <p:spTgt spid="211981"/>
                                        </p:tgtEl>
                                        <p:attrNameLst>
                                          <p:attrName>ppt_x</p:attrName>
                                        </p:attrNameLst>
                                      </p:cBhvr>
                                      <p:tavLst>
                                        <p:tav tm="0">
                                          <p:val>
                                            <p:strVal val="#ppt_x"/>
                                          </p:val>
                                        </p:tav>
                                        <p:tav tm="100000">
                                          <p:val>
                                            <p:strVal val="#ppt_x"/>
                                          </p:val>
                                        </p:tav>
                                      </p:tavLst>
                                    </p:anim>
                                    <p:anim calcmode="lin" valueType="num">
                                      <p:cBhvr additive="base">
                                        <p:cTn id="159" dur="500" fill="hold"/>
                                        <p:tgtEl>
                                          <p:spTgt spid="211981"/>
                                        </p:tgtEl>
                                        <p:attrNameLst>
                                          <p:attrName>ppt_y</p:attrName>
                                        </p:attrNameLst>
                                      </p:cBhvr>
                                      <p:tavLst>
                                        <p:tav tm="0">
                                          <p:val>
                                            <p:strVal val="1+#ppt_h/2"/>
                                          </p:val>
                                        </p:tav>
                                        <p:tav tm="100000">
                                          <p:val>
                                            <p:strVal val="#ppt_y"/>
                                          </p:val>
                                        </p:tav>
                                      </p:tavLst>
                                    </p:anim>
                                  </p:childTnLst>
                                </p:cTn>
                              </p:par>
                            </p:childTnLst>
                          </p:cTn>
                        </p:par>
                      </p:childTnLst>
                    </p:cTn>
                  </p:par>
                  <p:par>
                    <p:cTn id="160" fill="hold" nodeType="clickPar">
                      <p:stCondLst>
                        <p:cond delay="indefinite"/>
                      </p:stCondLst>
                      <p:childTnLst>
                        <p:par>
                          <p:cTn id="161" fill="hold" nodeType="withGroup">
                            <p:stCondLst>
                              <p:cond delay="0"/>
                            </p:stCondLst>
                            <p:childTnLst>
                              <p:par>
                                <p:cTn id="162" presetID="1" presetClass="entr" presetSubtype="0" fill="hold" nodeType="clickEffect">
                                  <p:stCondLst>
                                    <p:cond delay="0"/>
                                  </p:stCondLst>
                                  <p:childTnLst>
                                    <p:set>
                                      <p:cBhvr>
                                        <p:cTn id="163" dur="1" fill="hold">
                                          <p:stCondLst>
                                            <p:cond delay="0"/>
                                          </p:stCondLst>
                                        </p:cTn>
                                        <p:tgtEl>
                                          <p:spTgt spid="212024">
                                            <p:txEl>
                                              <p:pRg st="6" end="6"/>
                                            </p:txEl>
                                          </p:spTgt>
                                        </p:tgtEl>
                                        <p:attrNameLst>
                                          <p:attrName>style.visibility</p:attrName>
                                        </p:attrNameLst>
                                      </p:cBhvr>
                                      <p:to>
                                        <p:strVal val="visible"/>
                                      </p:to>
                                    </p:set>
                                  </p:childTnLst>
                                </p:cTn>
                              </p:par>
                              <p:par>
                                <p:cTn id="164" presetID="1" presetClass="entr" presetSubtype="0" fill="hold" nodeType="withEffect">
                                  <p:stCondLst>
                                    <p:cond delay="0"/>
                                  </p:stCondLst>
                                  <p:childTnLst>
                                    <p:set>
                                      <p:cBhvr>
                                        <p:cTn id="165" dur="1" fill="hold">
                                          <p:stCondLst>
                                            <p:cond delay="0"/>
                                          </p:stCondLst>
                                        </p:cTn>
                                        <p:tgtEl>
                                          <p:spTgt spid="212024">
                                            <p:txEl>
                                              <p:pRg st="7" end="7"/>
                                            </p:txEl>
                                          </p:spTgt>
                                        </p:tgtEl>
                                        <p:attrNameLst>
                                          <p:attrName>style.visibility</p:attrName>
                                        </p:attrNameLst>
                                      </p:cBhvr>
                                      <p:to>
                                        <p:strVal val="visible"/>
                                      </p:to>
                                    </p:set>
                                  </p:childTnLst>
                                </p:cTn>
                              </p:par>
                            </p:childTnLst>
                          </p:cTn>
                        </p:par>
                      </p:childTnLst>
                    </p:cTn>
                  </p:par>
                  <p:par>
                    <p:cTn id="166" fill="hold">
                      <p:stCondLst>
                        <p:cond delay="indefinite"/>
                      </p:stCondLst>
                      <p:childTnLst>
                        <p:par>
                          <p:cTn id="167" fill="hold">
                            <p:stCondLst>
                              <p:cond delay="0"/>
                            </p:stCondLst>
                            <p:childTnLst>
                              <p:par>
                                <p:cTn id="168" presetID="17" presetClass="entr" presetSubtype="4" fill="hold" grpId="0" nodeType="clickEffect">
                                  <p:stCondLst>
                                    <p:cond delay="0"/>
                                  </p:stCondLst>
                                  <p:childTnLst>
                                    <p:set>
                                      <p:cBhvr>
                                        <p:cTn id="169" dur="1" fill="hold">
                                          <p:stCondLst>
                                            <p:cond delay="0"/>
                                          </p:stCondLst>
                                        </p:cTn>
                                        <p:tgtEl>
                                          <p:spTgt spid="211985"/>
                                        </p:tgtEl>
                                        <p:attrNameLst>
                                          <p:attrName>style.visibility</p:attrName>
                                        </p:attrNameLst>
                                      </p:cBhvr>
                                      <p:to>
                                        <p:strVal val="visible"/>
                                      </p:to>
                                    </p:set>
                                    <p:anim calcmode="lin" valueType="num">
                                      <p:cBhvr>
                                        <p:cTn id="170" dur="500" fill="hold"/>
                                        <p:tgtEl>
                                          <p:spTgt spid="211985"/>
                                        </p:tgtEl>
                                        <p:attrNameLst>
                                          <p:attrName>ppt_x</p:attrName>
                                        </p:attrNameLst>
                                      </p:cBhvr>
                                      <p:tavLst>
                                        <p:tav tm="0">
                                          <p:val>
                                            <p:strVal val="#ppt_x"/>
                                          </p:val>
                                        </p:tav>
                                        <p:tav tm="100000">
                                          <p:val>
                                            <p:strVal val="#ppt_x"/>
                                          </p:val>
                                        </p:tav>
                                      </p:tavLst>
                                    </p:anim>
                                    <p:anim calcmode="lin" valueType="num">
                                      <p:cBhvr>
                                        <p:cTn id="171" dur="500" fill="hold"/>
                                        <p:tgtEl>
                                          <p:spTgt spid="211985"/>
                                        </p:tgtEl>
                                        <p:attrNameLst>
                                          <p:attrName>ppt_y</p:attrName>
                                        </p:attrNameLst>
                                      </p:cBhvr>
                                      <p:tavLst>
                                        <p:tav tm="0">
                                          <p:val>
                                            <p:strVal val="#ppt_y+#ppt_h/2"/>
                                          </p:val>
                                        </p:tav>
                                        <p:tav tm="100000">
                                          <p:val>
                                            <p:strVal val="#ppt_y"/>
                                          </p:val>
                                        </p:tav>
                                      </p:tavLst>
                                    </p:anim>
                                    <p:anim calcmode="lin" valueType="num">
                                      <p:cBhvr>
                                        <p:cTn id="172" dur="500" fill="hold"/>
                                        <p:tgtEl>
                                          <p:spTgt spid="211985"/>
                                        </p:tgtEl>
                                        <p:attrNameLst>
                                          <p:attrName>ppt_w</p:attrName>
                                        </p:attrNameLst>
                                      </p:cBhvr>
                                      <p:tavLst>
                                        <p:tav tm="0">
                                          <p:val>
                                            <p:strVal val="#ppt_w"/>
                                          </p:val>
                                        </p:tav>
                                        <p:tav tm="100000">
                                          <p:val>
                                            <p:strVal val="#ppt_w"/>
                                          </p:val>
                                        </p:tav>
                                      </p:tavLst>
                                    </p:anim>
                                    <p:anim calcmode="lin" valueType="num">
                                      <p:cBhvr>
                                        <p:cTn id="173" dur="500" fill="hold"/>
                                        <p:tgtEl>
                                          <p:spTgt spid="211985"/>
                                        </p:tgtEl>
                                        <p:attrNameLst>
                                          <p:attrName>ppt_h</p:attrName>
                                        </p:attrNameLst>
                                      </p:cBhvr>
                                      <p:tavLst>
                                        <p:tav tm="0">
                                          <p:val>
                                            <p:fltVal val="0"/>
                                          </p:val>
                                        </p:tav>
                                        <p:tav tm="100000">
                                          <p:val>
                                            <p:strVal val="#ppt_h"/>
                                          </p:val>
                                        </p:tav>
                                      </p:tavLst>
                                    </p:anim>
                                  </p:childTnLst>
                                </p:cTn>
                              </p:par>
                            </p:childTnLst>
                          </p:cTn>
                        </p:par>
                      </p:childTnLst>
                    </p:cTn>
                  </p:par>
                  <p:par>
                    <p:cTn id="174" fill="hold" nodeType="clickPar">
                      <p:stCondLst>
                        <p:cond delay="indefinite"/>
                      </p:stCondLst>
                      <p:childTnLst>
                        <p:par>
                          <p:cTn id="175" fill="hold" nodeType="withGroup">
                            <p:stCondLst>
                              <p:cond delay="0"/>
                            </p:stCondLst>
                            <p:childTnLst>
                              <p:par>
                                <p:cTn id="176" presetID="2" presetClass="entr" presetSubtype="1" fill="hold" grpId="0" nodeType="clickEffect">
                                  <p:stCondLst>
                                    <p:cond delay="0"/>
                                  </p:stCondLst>
                                  <p:childTnLst>
                                    <p:set>
                                      <p:cBhvr>
                                        <p:cTn id="177" dur="1" fill="hold">
                                          <p:stCondLst>
                                            <p:cond delay="0"/>
                                          </p:stCondLst>
                                        </p:cTn>
                                        <p:tgtEl>
                                          <p:spTgt spid="211980"/>
                                        </p:tgtEl>
                                        <p:attrNameLst>
                                          <p:attrName>style.visibility</p:attrName>
                                        </p:attrNameLst>
                                      </p:cBhvr>
                                      <p:to>
                                        <p:strVal val="visible"/>
                                      </p:to>
                                    </p:set>
                                    <p:anim calcmode="lin" valueType="num">
                                      <p:cBhvr additive="base">
                                        <p:cTn id="178" dur="500" fill="hold"/>
                                        <p:tgtEl>
                                          <p:spTgt spid="211980"/>
                                        </p:tgtEl>
                                        <p:attrNameLst>
                                          <p:attrName>ppt_x</p:attrName>
                                        </p:attrNameLst>
                                      </p:cBhvr>
                                      <p:tavLst>
                                        <p:tav tm="0">
                                          <p:val>
                                            <p:strVal val="#ppt_x"/>
                                          </p:val>
                                        </p:tav>
                                        <p:tav tm="100000">
                                          <p:val>
                                            <p:strVal val="#ppt_x"/>
                                          </p:val>
                                        </p:tav>
                                      </p:tavLst>
                                    </p:anim>
                                    <p:anim calcmode="lin" valueType="num">
                                      <p:cBhvr additive="base">
                                        <p:cTn id="179" dur="500" fill="hold"/>
                                        <p:tgtEl>
                                          <p:spTgt spid="211980"/>
                                        </p:tgtEl>
                                        <p:attrNameLst>
                                          <p:attrName>ppt_y</p:attrName>
                                        </p:attrNameLst>
                                      </p:cBhvr>
                                      <p:tavLst>
                                        <p:tav tm="0">
                                          <p:val>
                                            <p:strVal val="0-#ppt_h/2"/>
                                          </p:val>
                                        </p:tav>
                                        <p:tav tm="100000">
                                          <p:val>
                                            <p:strVal val="#ppt_y"/>
                                          </p:val>
                                        </p:tav>
                                      </p:tavLst>
                                    </p:anim>
                                  </p:childTnLst>
                                </p:cTn>
                              </p:par>
                            </p:childTnLst>
                          </p:cTn>
                        </p:par>
                      </p:childTnLst>
                    </p:cTn>
                  </p:par>
                  <p:par>
                    <p:cTn id="180" fill="hold" nodeType="clickPar">
                      <p:stCondLst>
                        <p:cond delay="indefinite"/>
                      </p:stCondLst>
                      <p:childTnLst>
                        <p:par>
                          <p:cTn id="181" fill="hold" nodeType="withGroup">
                            <p:stCondLst>
                              <p:cond delay="0"/>
                            </p:stCondLst>
                            <p:childTnLst>
                              <p:par>
                                <p:cTn id="182" presetID="1" presetClass="entr" presetSubtype="0" fill="hold" nodeType="clickEffect">
                                  <p:stCondLst>
                                    <p:cond delay="0"/>
                                  </p:stCondLst>
                                  <p:childTnLst>
                                    <p:set>
                                      <p:cBhvr>
                                        <p:cTn id="183" dur="1" fill="hold">
                                          <p:stCondLst>
                                            <p:cond delay="0"/>
                                          </p:stCondLst>
                                        </p:cTn>
                                        <p:tgtEl>
                                          <p:spTgt spid="212024">
                                            <p:txEl>
                                              <p:pRg st="8" end="8"/>
                                            </p:txEl>
                                          </p:spTgt>
                                        </p:tgtEl>
                                        <p:attrNameLst>
                                          <p:attrName>style.visibility</p:attrName>
                                        </p:attrNameLst>
                                      </p:cBhvr>
                                      <p:to>
                                        <p:strVal val="visible"/>
                                      </p:to>
                                    </p:set>
                                  </p:childTnLst>
                                </p:cTn>
                              </p:par>
                            </p:childTnLst>
                          </p:cTn>
                        </p:par>
                      </p:childTnLst>
                    </p:cTn>
                  </p:par>
                  <p:par>
                    <p:cTn id="184" fill="hold">
                      <p:stCondLst>
                        <p:cond delay="indefinite"/>
                      </p:stCondLst>
                      <p:childTnLst>
                        <p:par>
                          <p:cTn id="185" fill="hold">
                            <p:stCondLst>
                              <p:cond delay="0"/>
                            </p:stCondLst>
                            <p:childTnLst>
                              <p:par>
                                <p:cTn id="186" presetID="18" presetClass="entr" presetSubtype="12" fill="hold" grpId="0" nodeType="clickEffect">
                                  <p:stCondLst>
                                    <p:cond delay="0"/>
                                  </p:stCondLst>
                                  <p:childTnLst>
                                    <p:set>
                                      <p:cBhvr>
                                        <p:cTn id="187" dur="1" fill="hold">
                                          <p:stCondLst>
                                            <p:cond delay="0"/>
                                          </p:stCondLst>
                                        </p:cTn>
                                        <p:tgtEl>
                                          <p:spTgt spid="212018"/>
                                        </p:tgtEl>
                                        <p:attrNameLst>
                                          <p:attrName>style.visibility</p:attrName>
                                        </p:attrNameLst>
                                      </p:cBhvr>
                                      <p:to>
                                        <p:strVal val="visible"/>
                                      </p:to>
                                    </p:set>
                                    <p:animEffect transition="in" filter="strips(downLeft)">
                                      <p:cBhvr>
                                        <p:cTn id="188" dur="500"/>
                                        <p:tgtEl>
                                          <p:spTgt spid="212018"/>
                                        </p:tgtEl>
                                      </p:cBhvr>
                                    </p:animEffect>
                                  </p:childTnLst>
                                </p:cTn>
                              </p:par>
                            </p:childTnLst>
                          </p:cTn>
                        </p:par>
                      </p:childTnLst>
                    </p:cTn>
                  </p:par>
                  <p:par>
                    <p:cTn id="189" fill="hold" nodeType="clickPar">
                      <p:stCondLst>
                        <p:cond delay="indefinite"/>
                      </p:stCondLst>
                      <p:childTnLst>
                        <p:par>
                          <p:cTn id="190" fill="hold" nodeType="withGroup">
                            <p:stCondLst>
                              <p:cond delay="0"/>
                            </p:stCondLst>
                            <p:childTnLst>
                              <p:par>
                                <p:cTn id="191" presetID="2" presetClass="entr" presetSubtype="8" fill="hold" grpId="0" nodeType="clickEffect">
                                  <p:stCondLst>
                                    <p:cond delay="0"/>
                                  </p:stCondLst>
                                  <p:childTnLst>
                                    <p:set>
                                      <p:cBhvr>
                                        <p:cTn id="192" dur="1" fill="hold">
                                          <p:stCondLst>
                                            <p:cond delay="0"/>
                                          </p:stCondLst>
                                        </p:cTn>
                                        <p:tgtEl>
                                          <p:spTgt spid="212010"/>
                                        </p:tgtEl>
                                        <p:attrNameLst>
                                          <p:attrName>style.visibility</p:attrName>
                                        </p:attrNameLst>
                                      </p:cBhvr>
                                      <p:to>
                                        <p:strVal val="visible"/>
                                      </p:to>
                                    </p:set>
                                    <p:anim calcmode="lin" valueType="num">
                                      <p:cBhvr additive="base">
                                        <p:cTn id="193" dur="500" fill="hold"/>
                                        <p:tgtEl>
                                          <p:spTgt spid="212010"/>
                                        </p:tgtEl>
                                        <p:attrNameLst>
                                          <p:attrName>ppt_x</p:attrName>
                                        </p:attrNameLst>
                                      </p:cBhvr>
                                      <p:tavLst>
                                        <p:tav tm="0">
                                          <p:val>
                                            <p:strVal val="0-#ppt_w/2"/>
                                          </p:val>
                                        </p:tav>
                                        <p:tav tm="100000">
                                          <p:val>
                                            <p:strVal val="#ppt_x"/>
                                          </p:val>
                                        </p:tav>
                                      </p:tavLst>
                                    </p:anim>
                                    <p:anim calcmode="lin" valueType="num">
                                      <p:cBhvr additive="base">
                                        <p:cTn id="194" dur="500" fill="hold"/>
                                        <p:tgtEl>
                                          <p:spTgt spid="212010"/>
                                        </p:tgtEl>
                                        <p:attrNameLst>
                                          <p:attrName>ppt_y</p:attrName>
                                        </p:attrNameLst>
                                      </p:cBhvr>
                                      <p:tavLst>
                                        <p:tav tm="0">
                                          <p:val>
                                            <p:strVal val="#ppt_y"/>
                                          </p:val>
                                        </p:tav>
                                        <p:tav tm="100000">
                                          <p:val>
                                            <p:strVal val="#ppt_y"/>
                                          </p:val>
                                        </p:tav>
                                      </p:tavLst>
                                    </p:anim>
                                  </p:childTnLst>
                                </p:cTn>
                              </p:par>
                            </p:childTnLst>
                          </p:cTn>
                        </p:par>
                      </p:childTnLst>
                    </p:cTn>
                  </p:par>
                  <p:par>
                    <p:cTn id="195" fill="hold" nodeType="clickPar">
                      <p:stCondLst>
                        <p:cond delay="indefinite"/>
                      </p:stCondLst>
                      <p:childTnLst>
                        <p:par>
                          <p:cTn id="196" fill="hold" nodeType="withGroup">
                            <p:stCondLst>
                              <p:cond delay="0"/>
                            </p:stCondLst>
                            <p:childTnLst>
                              <p:par>
                                <p:cTn id="197" presetID="18" presetClass="entr" presetSubtype="6" fill="hold" grpId="0" nodeType="clickEffect">
                                  <p:stCondLst>
                                    <p:cond delay="0"/>
                                  </p:stCondLst>
                                  <p:childTnLst>
                                    <p:set>
                                      <p:cBhvr>
                                        <p:cTn id="198" dur="1" fill="hold">
                                          <p:stCondLst>
                                            <p:cond delay="0"/>
                                          </p:stCondLst>
                                        </p:cTn>
                                        <p:tgtEl>
                                          <p:spTgt spid="211986"/>
                                        </p:tgtEl>
                                        <p:attrNameLst>
                                          <p:attrName>style.visibility</p:attrName>
                                        </p:attrNameLst>
                                      </p:cBhvr>
                                      <p:to>
                                        <p:strVal val="visible"/>
                                      </p:to>
                                    </p:set>
                                    <p:animEffect transition="in" filter="strips(downRight)">
                                      <p:cBhvr>
                                        <p:cTn id="199" dur="500"/>
                                        <p:tgtEl>
                                          <p:spTgt spid="211986"/>
                                        </p:tgtEl>
                                      </p:cBhvr>
                                    </p:animEffect>
                                  </p:childTnLst>
                                </p:cTn>
                              </p:par>
                            </p:childTnLst>
                          </p:cTn>
                        </p:par>
                      </p:childTnLst>
                    </p:cTn>
                  </p:par>
                  <p:par>
                    <p:cTn id="200" fill="hold">
                      <p:stCondLst>
                        <p:cond delay="indefinite"/>
                      </p:stCondLst>
                      <p:childTnLst>
                        <p:par>
                          <p:cTn id="201" fill="hold">
                            <p:stCondLst>
                              <p:cond delay="0"/>
                            </p:stCondLst>
                            <p:childTnLst>
                              <p:par>
                                <p:cTn id="202" presetID="2" presetClass="entr" presetSubtype="4" fill="hold" grpId="0" nodeType="clickEffect">
                                  <p:stCondLst>
                                    <p:cond delay="0"/>
                                  </p:stCondLst>
                                  <p:childTnLst>
                                    <p:set>
                                      <p:cBhvr>
                                        <p:cTn id="203" dur="1" fill="hold">
                                          <p:stCondLst>
                                            <p:cond delay="0"/>
                                          </p:stCondLst>
                                        </p:cTn>
                                        <p:tgtEl>
                                          <p:spTgt spid="211988"/>
                                        </p:tgtEl>
                                        <p:attrNameLst>
                                          <p:attrName>style.visibility</p:attrName>
                                        </p:attrNameLst>
                                      </p:cBhvr>
                                      <p:to>
                                        <p:strVal val="visible"/>
                                      </p:to>
                                    </p:set>
                                    <p:anim calcmode="lin" valueType="num">
                                      <p:cBhvr additive="base">
                                        <p:cTn id="204" dur="500" fill="hold"/>
                                        <p:tgtEl>
                                          <p:spTgt spid="211988"/>
                                        </p:tgtEl>
                                        <p:attrNameLst>
                                          <p:attrName>ppt_x</p:attrName>
                                        </p:attrNameLst>
                                      </p:cBhvr>
                                      <p:tavLst>
                                        <p:tav tm="0">
                                          <p:val>
                                            <p:strVal val="#ppt_x"/>
                                          </p:val>
                                        </p:tav>
                                        <p:tav tm="100000">
                                          <p:val>
                                            <p:strVal val="#ppt_x"/>
                                          </p:val>
                                        </p:tav>
                                      </p:tavLst>
                                    </p:anim>
                                    <p:anim calcmode="lin" valueType="num">
                                      <p:cBhvr additive="base">
                                        <p:cTn id="205" dur="500" fill="hold"/>
                                        <p:tgtEl>
                                          <p:spTgt spid="211988"/>
                                        </p:tgtEl>
                                        <p:attrNameLst>
                                          <p:attrName>ppt_y</p:attrName>
                                        </p:attrNameLst>
                                      </p:cBhvr>
                                      <p:tavLst>
                                        <p:tav tm="0">
                                          <p:val>
                                            <p:strVal val="1+#ppt_h/2"/>
                                          </p:val>
                                        </p:tav>
                                        <p:tav tm="100000">
                                          <p:val>
                                            <p:strVal val="#ppt_y"/>
                                          </p:val>
                                        </p:tav>
                                      </p:tavLst>
                                    </p:anim>
                                  </p:childTnLst>
                                </p:cTn>
                              </p:par>
                            </p:childTnLst>
                          </p:cTn>
                        </p:par>
                      </p:childTnLst>
                    </p:cTn>
                  </p:par>
                  <p:par>
                    <p:cTn id="206" fill="hold">
                      <p:stCondLst>
                        <p:cond delay="indefinite"/>
                      </p:stCondLst>
                      <p:childTnLst>
                        <p:par>
                          <p:cTn id="207" fill="hold">
                            <p:stCondLst>
                              <p:cond delay="0"/>
                            </p:stCondLst>
                            <p:childTnLst>
                              <p:par>
                                <p:cTn id="208" presetID="2" presetClass="entr" presetSubtype="2" fill="hold" grpId="0" nodeType="clickEffect">
                                  <p:stCondLst>
                                    <p:cond delay="0"/>
                                  </p:stCondLst>
                                  <p:childTnLst>
                                    <p:set>
                                      <p:cBhvr>
                                        <p:cTn id="209" dur="1" fill="hold">
                                          <p:stCondLst>
                                            <p:cond delay="0"/>
                                          </p:stCondLst>
                                        </p:cTn>
                                        <p:tgtEl>
                                          <p:spTgt spid="211979"/>
                                        </p:tgtEl>
                                        <p:attrNameLst>
                                          <p:attrName>style.visibility</p:attrName>
                                        </p:attrNameLst>
                                      </p:cBhvr>
                                      <p:to>
                                        <p:strVal val="visible"/>
                                      </p:to>
                                    </p:set>
                                    <p:anim calcmode="lin" valueType="num">
                                      <p:cBhvr additive="base">
                                        <p:cTn id="210" dur="500" fill="hold"/>
                                        <p:tgtEl>
                                          <p:spTgt spid="211979"/>
                                        </p:tgtEl>
                                        <p:attrNameLst>
                                          <p:attrName>ppt_x</p:attrName>
                                        </p:attrNameLst>
                                      </p:cBhvr>
                                      <p:tavLst>
                                        <p:tav tm="0">
                                          <p:val>
                                            <p:strVal val="1+#ppt_w/2"/>
                                          </p:val>
                                        </p:tav>
                                        <p:tav tm="100000">
                                          <p:val>
                                            <p:strVal val="#ppt_x"/>
                                          </p:val>
                                        </p:tav>
                                      </p:tavLst>
                                    </p:anim>
                                    <p:anim calcmode="lin" valueType="num">
                                      <p:cBhvr additive="base">
                                        <p:cTn id="211" dur="500" fill="hold"/>
                                        <p:tgtEl>
                                          <p:spTgt spid="211979"/>
                                        </p:tgtEl>
                                        <p:attrNameLst>
                                          <p:attrName>ppt_y</p:attrName>
                                        </p:attrNameLst>
                                      </p:cBhvr>
                                      <p:tavLst>
                                        <p:tav tm="0">
                                          <p:val>
                                            <p:strVal val="#ppt_y"/>
                                          </p:val>
                                        </p:tav>
                                        <p:tav tm="100000">
                                          <p:val>
                                            <p:strVal val="#ppt_y"/>
                                          </p:val>
                                        </p:tav>
                                      </p:tavLst>
                                    </p:anim>
                                  </p:childTnLst>
                                </p:cTn>
                              </p:par>
                            </p:childTnLst>
                          </p:cTn>
                        </p:par>
                      </p:childTnLst>
                    </p:cTn>
                  </p:par>
                  <p:par>
                    <p:cTn id="212" fill="hold" nodeType="clickPar">
                      <p:stCondLst>
                        <p:cond delay="indefinite"/>
                      </p:stCondLst>
                      <p:childTnLst>
                        <p:par>
                          <p:cTn id="213" fill="hold" nodeType="withGroup">
                            <p:stCondLst>
                              <p:cond delay="0"/>
                            </p:stCondLst>
                            <p:childTnLst>
                              <p:par>
                                <p:cTn id="214" presetID="1" presetClass="entr" presetSubtype="0" fill="hold" nodeType="clickEffect">
                                  <p:stCondLst>
                                    <p:cond delay="0"/>
                                  </p:stCondLst>
                                  <p:childTnLst>
                                    <p:set>
                                      <p:cBhvr>
                                        <p:cTn id="215" dur="1" fill="hold">
                                          <p:stCondLst>
                                            <p:cond delay="0"/>
                                          </p:stCondLst>
                                        </p:cTn>
                                        <p:tgtEl>
                                          <p:spTgt spid="212024">
                                            <p:txEl>
                                              <p:pRg st="9" end="9"/>
                                            </p:txEl>
                                          </p:spTgt>
                                        </p:tgtEl>
                                        <p:attrNameLst>
                                          <p:attrName>style.visibility</p:attrName>
                                        </p:attrNameLst>
                                      </p:cBhvr>
                                      <p:to>
                                        <p:strVal val="visible"/>
                                      </p:to>
                                    </p:set>
                                  </p:childTnLst>
                                </p:cTn>
                              </p:par>
                            </p:childTnLst>
                          </p:cTn>
                        </p:par>
                      </p:childTnLst>
                    </p:cTn>
                  </p:par>
                  <p:par>
                    <p:cTn id="216" fill="hold">
                      <p:stCondLst>
                        <p:cond delay="indefinite"/>
                      </p:stCondLst>
                      <p:childTnLst>
                        <p:par>
                          <p:cTn id="217" fill="hold">
                            <p:stCondLst>
                              <p:cond delay="0"/>
                            </p:stCondLst>
                            <p:childTnLst>
                              <p:par>
                                <p:cTn id="218" presetID="17" presetClass="entr" presetSubtype="1" fill="hold" grpId="0" nodeType="clickEffect">
                                  <p:stCondLst>
                                    <p:cond delay="0"/>
                                  </p:stCondLst>
                                  <p:childTnLst>
                                    <p:set>
                                      <p:cBhvr>
                                        <p:cTn id="219" dur="1" fill="hold">
                                          <p:stCondLst>
                                            <p:cond delay="0"/>
                                          </p:stCondLst>
                                        </p:cTn>
                                        <p:tgtEl>
                                          <p:spTgt spid="211989"/>
                                        </p:tgtEl>
                                        <p:attrNameLst>
                                          <p:attrName>style.visibility</p:attrName>
                                        </p:attrNameLst>
                                      </p:cBhvr>
                                      <p:to>
                                        <p:strVal val="visible"/>
                                      </p:to>
                                    </p:set>
                                    <p:anim calcmode="lin" valueType="num">
                                      <p:cBhvr>
                                        <p:cTn id="220" dur="500" fill="hold"/>
                                        <p:tgtEl>
                                          <p:spTgt spid="211989"/>
                                        </p:tgtEl>
                                        <p:attrNameLst>
                                          <p:attrName>ppt_x</p:attrName>
                                        </p:attrNameLst>
                                      </p:cBhvr>
                                      <p:tavLst>
                                        <p:tav tm="0">
                                          <p:val>
                                            <p:strVal val="#ppt_x"/>
                                          </p:val>
                                        </p:tav>
                                        <p:tav tm="100000">
                                          <p:val>
                                            <p:strVal val="#ppt_x"/>
                                          </p:val>
                                        </p:tav>
                                      </p:tavLst>
                                    </p:anim>
                                    <p:anim calcmode="lin" valueType="num">
                                      <p:cBhvr>
                                        <p:cTn id="221" dur="500" fill="hold"/>
                                        <p:tgtEl>
                                          <p:spTgt spid="211989"/>
                                        </p:tgtEl>
                                        <p:attrNameLst>
                                          <p:attrName>ppt_y</p:attrName>
                                        </p:attrNameLst>
                                      </p:cBhvr>
                                      <p:tavLst>
                                        <p:tav tm="0">
                                          <p:val>
                                            <p:strVal val="#ppt_y-#ppt_h/2"/>
                                          </p:val>
                                        </p:tav>
                                        <p:tav tm="100000">
                                          <p:val>
                                            <p:strVal val="#ppt_y"/>
                                          </p:val>
                                        </p:tav>
                                      </p:tavLst>
                                    </p:anim>
                                    <p:anim calcmode="lin" valueType="num">
                                      <p:cBhvr>
                                        <p:cTn id="222" dur="500" fill="hold"/>
                                        <p:tgtEl>
                                          <p:spTgt spid="211989"/>
                                        </p:tgtEl>
                                        <p:attrNameLst>
                                          <p:attrName>ppt_w</p:attrName>
                                        </p:attrNameLst>
                                      </p:cBhvr>
                                      <p:tavLst>
                                        <p:tav tm="0">
                                          <p:val>
                                            <p:strVal val="#ppt_w"/>
                                          </p:val>
                                        </p:tav>
                                        <p:tav tm="100000">
                                          <p:val>
                                            <p:strVal val="#ppt_w"/>
                                          </p:val>
                                        </p:tav>
                                      </p:tavLst>
                                    </p:anim>
                                    <p:anim calcmode="lin" valueType="num">
                                      <p:cBhvr>
                                        <p:cTn id="223" dur="500" fill="hold"/>
                                        <p:tgtEl>
                                          <p:spTgt spid="211989"/>
                                        </p:tgtEl>
                                        <p:attrNameLst>
                                          <p:attrName>ppt_h</p:attrName>
                                        </p:attrNameLst>
                                      </p:cBhvr>
                                      <p:tavLst>
                                        <p:tav tm="0">
                                          <p:val>
                                            <p:fltVal val="0"/>
                                          </p:val>
                                        </p:tav>
                                        <p:tav tm="100000">
                                          <p:val>
                                            <p:strVal val="#ppt_h"/>
                                          </p:val>
                                        </p:tav>
                                      </p:tavLst>
                                    </p:anim>
                                  </p:childTnLst>
                                </p:cTn>
                              </p:par>
                            </p:childTnLst>
                          </p:cTn>
                        </p:par>
                      </p:childTnLst>
                    </p:cTn>
                  </p:par>
                  <p:par>
                    <p:cTn id="224" fill="hold" nodeType="clickPar">
                      <p:stCondLst>
                        <p:cond delay="indefinite"/>
                      </p:stCondLst>
                      <p:childTnLst>
                        <p:par>
                          <p:cTn id="225" fill="hold" nodeType="withGroup">
                            <p:stCondLst>
                              <p:cond delay="0"/>
                            </p:stCondLst>
                            <p:childTnLst>
                              <p:par>
                                <p:cTn id="226" presetID="2" presetClass="entr" presetSubtype="4" fill="hold" grpId="0" nodeType="clickEffect">
                                  <p:stCondLst>
                                    <p:cond delay="0"/>
                                  </p:stCondLst>
                                  <p:childTnLst>
                                    <p:set>
                                      <p:cBhvr>
                                        <p:cTn id="227" dur="1" fill="hold">
                                          <p:stCondLst>
                                            <p:cond delay="0"/>
                                          </p:stCondLst>
                                        </p:cTn>
                                        <p:tgtEl>
                                          <p:spTgt spid="211990"/>
                                        </p:tgtEl>
                                        <p:attrNameLst>
                                          <p:attrName>style.visibility</p:attrName>
                                        </p:attrNameLst>
                                      </p:cBhvr>
                                      <p:to>
                                        <p:strVal val="visible"/>
                                      </p:to>
                                    </p:set>
                                    <p:anim calcmode="lin" valueType="num">
                                      <p:cBhvr additive="base">
                                        <p:cTn id="228" dur="500" fill="hold"/>
                                        <p:tgtEl>
                                          <p:spTgt spid="211990"/>
                                        </p:tgtEl>
                                        <p:attrNameLst>
                                          <p:attrName>ppt_x</p:attrName>
                                        </p:attrNameLst>
                                      </p:cBhvr>
                                      <p:tavLst>
                                        <p:tav tm="0">
                                          <p:val>
                                            <p:strVal val="#ppt_x"/>
                                          </p:val>
                                        </p:tav>
                                        <p:tav tm="100000">
                                          <p:val>
                                            <p:strVal val="#ppt_x"/>
                                          </p:val>
                                        </p:tav>
                                      </p:tavLst>
                                    </p:anim>
                                    <p:anim calcmode="lin" valueType="num">
                                      <p:cBhvr additive="base">
                                        <p:cTn id="229" dur="500" fill="hold"/>
                                        <p:tgtEl>
                                          <p:spTgt spid="211990"/>
                                        </p:tgtEl>
                                        <p:attrNameLst>
                                          <p:attrName>ppt_y</p:attrName>
                                        </p:attrNameLst>
                                      </p:cBhvr>
                                      <p:tavLst>
                                        <p:tav tm="0">
                                          <p:val>
                                            <p:strVal val="1+#ppt_h/2"/>
                                          </p:val>
                                        </p:tav>
                                        <p:tav tm="100000">
                                          <p:val>
                                            <p:strVal val="#ppt_y"/>
                                          </p:val>
                                        </p:tav>
                                      </p:tavLst>
                                    </p:anim>
                                  </p:childTnLst>
                                </p:cTn>
                              </p:par>
                            </p:childTnLst>
                          </p:cTn>
                        </p:par>
                      </p:childTnLst>
                    </p:cTn>
                  </p:par>
                  <p:par>
                    <p:cTn id="230" fill="hold" nodeType="clickPar">
                      <p:stCondLst>
                        <p:cond delay="indefinite"/>
                      </p:stCondLst>
                      <p:childTnLst>
                        <p:par>
                          <p:cTn id="231" fill="hold" nodeType="withGroup">
                            <p:stCondLst>
                              <p:cond delay="0"/>
                            </p:stCondLst>
                            <p:childTnLst>
                              <p:par>
                                <p:cTn id="232" presetID="2" presetClass="entr" presetSubtype="4" fill="hold" grpId="0" nodeType="clickEffect">
                                  <p:stCondLst>
                                    <p:cond delay="0"/>
                                  </p:stCondLst>
                                  <p:childTnLst>
                                    <p:set>
                                      <p:cBhvr>
                                        <p:cTn id="233" dur="1" fill="hold">
                                          <p:stCondLst>
                                            <p:cond delay="0"/>
                                          </p:stCondLst>
                                        </p:cTn>
                                        <p:tgtEl>
                                          <p:spTgt spid="211993"/>
                                        </p:tgtEl>
                                        <p:attrNameLst>
                                          <p:attrName>style.visibility</p:attrName>
                                        </p:attrNameLst>
                                      </p:cBhvr>
                                      <p:to>
                                        <p:strVal val="visible"/>
                                      </p:to>
                                    </p:set>
                                    <p:anim calcmode="lin" valueType="num">
                                      <p:cBhvr additive="base">
                                        <p:cTn id="234" dur="500" fill="hold"/>
                                        <p:tgtEl>
                                          <p:spTgt spid="211993"/>
                                        </p:tgtEl>
                                        <p:attrNameLst>
                                          <p:attrName>ppt_x</p:attrName>
                                        </p:attrNameLst>
                                      </p:cBhvr>
                                      <p:tavLst>
                                        <p:tav tm="0">
                                          <p:val>
                                            <p:strVal val="#ppt_x"/>
                                          </p:val>
                                        </p:tav>
                                        <p:tav tm="100000">
                                          <p:val>
                                            <p:strVal val="#ppt_x"/>
                                          </p:val>
                                        </p:tav>
                                      </p:tavLst>
                                    </p:anim>
                                    <p:anim calcmode="lin" valueType="num">
                                      <p:cBhvr additive="base">
                                        <p:cTn id="235" dur="500" fill="hold"/>
                                        <p:tgtEl>
                                          <p:spTgt spid="211993"/>
                                        </p:tgtEl>
                                        <p:attrNameLst>
                                          <p:attrName>ppt_y</p:attrName>
                                        </p:attrNameLst>
                                      </p:cBhvr>
                                      <p:tavLst>
                                        <p:tav tm="0">
                                          <p:val>
                                            <p:strVal val="1+#ppt_h/2"/>
                                          </p:val>
                                        </p:tav>
                                        <p:tav tm="100000">
                                          <p:val>
                                            <p:strVal val="#ppt_y"/>
                                          </p:val>
                                        </p:tav>
                                      </p:tavLst>
                                    </p:anim>
                                  </p:childTnLst>
                                </p:cTn>
                              </p:par>
                            </p:childTnLst>
                          </p:cTn>
                        </p:par>
                      </p:childTnLst>
                    </p:cTn>
                  </p:par>
                  <p:par>
                    <p:cTn id="236" fill="hold" nodeType="clickPar">
                      <p:stCondLst>
                        <p:cond delay="indefinite"/>
                      </p:stCondLst>
                      <p:childTnLst>
                        <p:par>
                          <p:cTn id="237" fill="hold" nodeType="withGroup">
                            <p:stCondLst>
                              <p:cond delay="0"/>
                            </p:stCondLst>
                            <p:childTnLst>
                              <p:par>
                                <p:cTn id="238" presetID="18" presetClass="entr" presetSubtype="3" fill="hold" grpId="0" nodeType="clickEffect">
                                  <p:stCondLst>
                                    <p:cond delay="0"/>
                                  </p:stCondLst>
                                  <p:childTnLst>
                                    <p:set>
                                      <p:cBhvr>
                                        <p:cTn id="239" dur="1" fill="hold">
                                          <p:stCondLst>
                                            <p:cond delay="0"/>
                                          </p:stCondLst>
                                        </p:cTn>
                                        <p:tgtEl>
                                          <p:spTgt spid="211995"/>
                                        </p:tgtEl>
                                        <p:attrNameLst>
                                          <p:attrName>style.visibility</p:attrName>
                                        </p:attrNameLst>
                                      </p:cBhvr>
                                      <p:to>
                                        <p:strVal val="visible"/>
                                      </p:to>
                                    </p:set>
                                    <p:animEffect transition="in" filter="strips(upRight)">
                                      <p:cBhvr>
                                        <p:cTn id="240" dur="500"/>
                                        <p:tgtEl>
                                          <p:spTgt spid="211995"/>
                                        </p:tgtEl>
                                      </p:cBhvr>
                                    </p:animEffect>
                                  </p:childTnLst>
                                </p:cTn>
                              </p:par>
                            </p:childTnLst>
                          </p:cTn>
                        </p:par>
                      </p:childTnLst>
                    </p:cTn>
                  </p:par>
                  <p:par>
                    <p:cTn id="241" fill="hold" nodeType="clickPar">
                      <p:stCondLst>
                        <p:cond delay="indefinite"/>
                      </p:stCondLst>
                      <p:childTnLst>
                        <p:par>
                          <p:cTn id="242" fill="hold" nodeType="withGroup">
                            <p:stCondLst>
                              <p:cond delay="0"/>
                            </p:stCondLst>
                            <p:childTnLst>
                              <p:par>
                                <p:cTn id="243" presetID="1" presetClass="entr" presetSubtype="0" fill="hold" nodeType="clickEffect">
                                  <p:stCondLst>
                                    <p:cond delay="0"/>
                                  </p:stCondLst>
                                  <p:childTnLst>
                                    <p:set>
                                      <p:cBhvr>
                                        <p:cTn id="244" dur="1" fill="hold">
                                          <p:stCondLst>
                                            <p:cond delay="0"/>
                                          </p:stCondLst>
                                        </p:cTn>
                                        <p:tgtEl>
                                          <p:spTgt spid="212024">
                                            <p:txEl>
                                              <p:pRg st="10" end="10"/>
                                            </p:txEl>
                                          </p:spTgt>
                                        </p:tgtEl>
                                        <p:attrNameLst>
                                          <p:attrName>style.visibility</p:attrName>
                                        </p:attrNameLst>
                                      </p:cBhvr>
                                      <p:to>
                                        <p:strVal val="visible"/>
                                      </p:to>
                                    </p:set>
                                  </p:childTnLst>
                                </p:cTn>
                              </p:par>
                            </p:childTnLst>
                          </p:cTn>
                        </p:par>
                      </p:childTnLst>
                    </p:cTn>
                  </p:par>
                  <p:par>
                    <p:cTn id="245" fill="hold">
                      <p:stCondLst>
                        <p:cond delay="indefinite"/>
                      </p:stCondLst>
                      <p:childTnLst>
                        <p:par>
                          <p:cTn id="246" fill="hold">
                            <p:stCondLst>
                              <p:cond delay="0"/>
                            </p:stCondLst>
                            <p:childTnLst>
                              <p:par>
                                <p:cTn id="247" presetID="17" presetClass="entr" presetSubtype="1" fill="hold" grpId="0" nodeType="clickEffect">
                                  <p:stCondLst>
                                    <p:cond delay="0"/>
                                  </p:stCondLst>
                                  <p:childTnLst>
                                    <p:set>
                                      <p:cBhvr>
                                        <p:cTn id="248" dur="1" fill="hold">
                                          <p:stCondLst>
                                            <p:cond delay="0"/>
                                          </p:stCondLst>
                                        </p:cTn>
                                        <p:tgtEl>
                                          <p:spTgt spid="211991"/>
                                        </p:tgtEl>
                                        <p:attrNameLst>
                                          <p:attrName>style.visibility</p:attrName>
                                        </p:attrNameLst>
                                      </p:cBhvr>
                                      <p:to>
                                        <p:strVal val="visible"/>
                                      </p:to>
                                    </p:set>
                                    <p:anim calcmode="lin" valueType="num">
                                      <p:cBhvr>
                                        <p:cTn id="249" dur="500" fill="hold"/>
                                        <p:tgtEl>
                                          <p:spTgt spid="211991"/>
                                        </p:tgtEl>
                                        <p:attrNameLst>
                                          <p:attrName>ppt_x</p:attrName>
                                        </p:attrNameLst>
                                      </p:cBhvr>
                                      <p:tavLst>
                                        <p:tav tm="0">
                                          <p:val>
                                            <p:strVal val="#ppt_x"/>
                                          </p:val>
                                        </p:tav>
                                        <p:tav tm="100000">
                                          <p:val>
                                            <p:strVal val="#ppt_x"/>
                                          </p:val>
                                        </p:tav>
                                      </p:tavLst>
                                    </p:anim>
                                    <p:anim calcmode="lin" valueType="num">
                                      <p:cBhvr>
                                        <p:cTn id="250" dur="500" fill="hold"/>
                                        <p:tgtEl>
                                          <p:spTgt spid="211991"/>
                                        </p:tgtEl>
                                        <p:attrNameLst>
                                          <p:attrName>ppt_y</p:attrName>
                                        </p:attrNameLst>
                                      </p:cBhvr>
                                      <p:tavLst>
                                        <p:tav tm="0">
                                          <p:val>
                                            <p:strVal val="#ppt_y-#ppt_h/2"/>
                                          </p:val>
                                        </p:tav>
                                        <p:tav tm="100000">
                                          <p:val>
                                            <p:strVal val="#ppt_y"/>
                                          </p:val>
                                        </p:tav>
                                      </p:tavLst>
                                    </p:anim>
                                    <p:anim calcmode="lin" valueType="num">
                                      <p:cBhvr>
                                        <p:cTn id="251" dur="500" fill="hold"/>
                                        <p:tgtEl>
                                          <p:spTgt spid="211991"/>
                                        </p:tgtEl>
                                        <p:attrNameLst>
                                          <p:attrName>ppt_w</p:attrName>
                                        </p:attrNameLst>
                                      </p:cBhvr>
                                      <p:tavLst>
                                        <p:tav tm="0">
                                          <p:val>
                                            <p:strVal val="#ppt_w"/>
                                          </p:val>
                                        </p:tav>
                                        <p:tav tm="100000">
                                          <p:val>
                                            <p:strVal val="#ppt_w"/>
                                          </p:val>
                                        </p:tav>
                                      </p:tavLst>
                                    </p:anim>
                                    <p:anim calcmode="lin" valueType="num">
                                      <p:cBhvr>
                                        <p:cTn id="252" dur="500" fill="hold"/>
                                        <p:tgtEl>
                                          <p:spTgt spid="211991"/>
                                        </p:tgtEl>
                                        <p:attrNameLst>
                                          <p:attrName>ppt_h</p:attrName>
                                        </p:attrNameLst>
                                      </p:cBhvr>
                                      <p:tavLst>
                                        <p:tav tm="0">
                                          <p:val>
                                            <p:fltVal val="0"/>
                                          </p:val>
                                        </p:tav>
                                        <p:tav tm="100000">
                                          <p:val>
                                            <p:strVal val="#ppt_h"/>
                                          </p:val>
                                        </p:tav>
                                      </p:tavLst>
                                    </p:anim>
                                  </p:childTnLst>
                                </p:cTn>
                              </p:par>
                            </p:childTnLst>
                          </p:cTn>
                        </p:par>
                      </p:childTnLst>
                    </p:cTn>
                  </p:par>
                  <p:par>
                    <p:cTn id="253" fill="hold" nodeType="clickPar">
                      <p:stCondLst>
                        <p:cond delay="indefinite"/>
                      </p:stCondLst>
                      <p:childTnLst>
                        <p:par>
                          <p:cTn id="254" fill="hold" nodeType="withGroup">
                            <p:stCondLst>
                              <p:cond delay="0"/>
                            </p:stCondLst>
                            <p:childTnLst>
                              <p:par>
                                <p:cTn id="255" presetID="2" presetClass="entr" presetSubtype="4" fill="hold" grpId="0" nodeType="clickEffect">
                                  <p:stCondLst>
                                    <p:cond delay="0"/>
                                  </p:stCondLst>
                                  <p:childTnLst>
                                    <p:set>
                                      <p:cBhvr>
                                        <p:cTn id="256" dur="1" fill="hold">
                                          <p:stCondLst>
                                            <p:cond delay="0"/>
                                          </p:stCondLst>
                                        </p:cTn>
                                        <p:tgtEl>
                                          <p:spTgt spid="212017"/>
                                        </p:tgtEl>
                                        <p:attrNameLst>
                                          <p:attrName>style.visibility</p:attrName>
                                        </p:attrNameLst>
                                      </p:cBhvr>
                                      <p:to>
                                        <p:strVal val="visible"/>
                                      </p:to>
                                    </p:set>
                                    <p:anim calcmode="lin" valueType="num">
                                      <p:cBhvr additive="base">
                                        <p:cTn id="257" dur="500" fill="hold"/>
                                        <p:tgtEl>
                                          <p:spTgt spid="212017"/>
                                        </p:tgtEl>
                                        <p:attrNameLst>
                                          <p:attrName>ppt_x</p:attrName>
                                        </p:attrNameLst>
                                      </p:cBhvr>
                                      <p:tavLst>
                                        <p:tav tm="0">
                                          <p:val>
                                            <p:strVal val="#ppt_x"/>
                                          </p:val>
                                        </p:tav>
                                        <p:tav tm="100000">
                                          <p:val>
                                            <p:strVal val="#ppt_x"/>
                                          </p:val>
                                        </p:tav>
                                      </p:tavLst>
                                    </p:anim>
                                    <p:anim calcmode="lin" valueType="num">
                                      <p:cBhvr additive="base">
                                        <p:cTn id="258" dur="500" fill="hold"/>
                                        <p:tgtEl>
                                          <p:spTgt spid="212017"/>
                                        </p:tgtEl>
                                        <p:attrNameLst>
                                          <p:attrName>ppt_y</p:attrName>
                                        </p:attrNameLst>
                                      </p:cBhvr>
                                      <p:tavLst>
                                        <p:tav tm="0">
                                          <p:val>
                                            <p:strVal val="1+#ppt_h/2"/>
                                          </p:val>
                                        </p:tav>
                                        <p:tav tm="100000">
                                          <p:val>
                                            <p:strVal val="#ppt_y"/>
                                          </p:val>
                                        </p:tav>
                                      </p:tavLst>
                                    </p:anim>
                                  </p:childTnLst>
                                </p:cTn>
                              </p:par>
                            </p:childTnLst>
                          </p:cTn>
                        </p:par>
                      </p:childTnLst>
                    </p:cTn>
                  </p:par>
                  <p:par>
                    <p:cTn id="259" fill="hold" nodeType="clickPar">
                      <p:stCondLst>
                        <p:cond delay="indefinite"/>
                      </p:stCondLst>
                      <p:childTnLst>
                        <p:par>
                          <p:cTn id="260" fill="hold" nodeType="withGroup">
                            <p:stCondLst>
                              <p:cond delay="0"/>
                            </p:stCondLst>
                            <p:childTnLst>
                              <p:par>
                                <p:cTn id="261" presetID="2" presetClass="entr" presetSubtype="4" fill="hold" grpId="0" nodeType="clickEffect">
                                  <p:stCondLst>
                                    <p:cond delay="0"/>
                                  </p:stCondLst>
                                  <p:childTnLst>
                                    <p:set>
                                      <p:cBhvr>
                                        <p:cTn id="262" dur="1" fill="hold">
                                          <p:stCondLst>
                                            <p:cond delay="0"/>
                                          </p:stCondLst>
                                        </p:cTn>
                                        <p:tgtEl>
                                          <p:spTgt spid="211992"/>
                                        </p:tgtEl>
                                        <p:attrNameLst>
                                          <p:attrName>style.visibility</p:attrName>
                                        </p:attrNameLst>
                                      </p:cBhvr>
                                      <p:to>
                                        <p:strVal val="visible"/>
                                      </p:to>
                                    </p:set>
                                    <p:anim calcmode="lin" valueType="num">
                                      <p:cBhvr additive="base">
                                        <p:cTn id="263" dur="500" fill="hold"/>
                                        <p:tgtEl>
                                          <p:spTgt spid="211992"/>
                                        </p:tgtEl>
                                        <p:attrNameLst>
                                          <p:attrName>ppt_x</p:attrName>
                                        </p:attrNameLst>
                                      </p:cBhvr>
                                      <p:tavLst>
                                        <p:tav tm="0">
                                          <p:val>
                                            <p:strVal val="#ppt_x"/>
                                          </p:val>
                                        </p:tav>
                                        <p:tav tm="100000">
                                          <p:val>
                                            <p:strVal val="#ppt_x"/>
                                          </p:val>
                                        </p:tav>
                                      </p:tavLst>
                                    </p:anim>
                                    <p:anim calcmode="lin" valueType="num">
                                      <p:cBhvr additive="base">
                                        <p:cTn id="264" dur="500" fill="hold"/>
                                        <p:tgtEl>
                                          <p:spTgt spid="211992"/>
                                        </p:tgtEl>
                                        <p:attrNameLst>
                                          <p:attrName>ppt_y</p:attrName>
                                        </p:attrNameLst>
                                      </p:cBhvr>
                                      <p:tavLst>
                                        <p:tav tm="0">
                                          <p:val>
                                            <p:strVal val="1+#ppt_h/2"/>
                                          </p:val>
                                        </p:tav>
                                        <p:tav tm="100000">
                                          <p:val>
                                            <p:strVal val="#ppt_y"/>
                                          </p:val>
                                        </p:tav>
                                      </p:tavLst>
                                    </p:anim>
                                  </p:childTnLst>
                                </p:cTn>
                              </p:par>
                            </p:childTnLst>
                          </p:cTn>
                        </p:par>
                      </p:childTnLst>
                    </p:cTn>
                  </p:par>
                  <p:par>
                    <p:cTn id="265" fill="hold">
                      <p:stCondLst>
                        <p:cond delay="indefinite"/>
                      </p:stCondLst>
                      <p:childTnLst>
                        <p:par>
                          <p:cTn id="266" fill="hold">
                            <p:stCondLst>
                              <p:cond delay="0"/>
                            </p:stCondLst>
                            <p:childTnLst>
                              <p:par>
                                <p:cTn id="267" presetID="1" presetClass="entr" presetSubtype="0" fill="hold" nodeType="clickEffect">
                                  <p:stCondLst>
                                    <p:cond delay="0"/>
                                  </p:stCondLst>
                                  <p:childTnLst>
                                    <p:set>
                                      <p:cBhvr>
                                        <p:cTn id="268" dur="1" fill="hold">
                                          <p:stCondLst>
                                            <p:cond delay="0"/>
                                          </p:stCondLst>
                                        </p:cTn>
                                        <p:tgtEl>
                                          <p:spTgt spid="212024">
                                            <p:txEl>
                                              <p:pRg st="11" end="11"/>
                                            </p:txEl>
                                          </p:spTgt>
                                        </p:tgtEl>
                                        <p:attrNameLst>
                                          <p:attrName>style.visibility</p:attrName>
                                        </p:attrNameLst>
                                      </p:cBhvr>
                                      <p:to>
                                        <p:strVal val="visible"/>
                                      </p:to>
                                    </p:set>
                                  </p:childTnLst>
                                </p:cTn>
                              </p:par>
                            </p:childTnLst>
                          </p:cTn>
                        </p:par>
                      </p:childTnLst>
                    </p:cTn>
                  </p:par>
                  <p:par>
                    <p:cTn id="269" fill="hold" nodeType="clickPar">
                      <p:stCondLst>
                        <p:cond delay="indefinite"/>
                      </p:stCondLst>
                      <p:childTnLst>
                        <p:par>
                          <p:cTn id="270" fill="hold" nodeType="withGroup">
                            <p:stCondLst>
                              <p:cond delay="0"/>
                            </p:stCondLst>
                            <p:childTnLst>
                              <p:par>
                                <p:cTn id="271" presetID="17" presetClass="entr" presetSubtype="8" fill="hold" grpId="0" nodeType="clickEffect">
                                  <p:stCondLst>
                                    <p:cond delay="0"/>
                                  </p:stCondLst>
                                  <p:childTnLst>
                                    <p:set>
                                      <p:cBhvr>
                                        <p:cTn id="272" dur="1" fill="hold">
                                          <p:stCondLst>
                                            <p:cond delay="0"/>
                                          </p:stCondLst>
                                        </p:cTn>
                                        <p:tgtEl>
                                          <p:spTgt spid="211996"/>
                                        </p:tgtEl>
                                        <p:attrNameLst>
                                          <p:attrName>style.visibility</p:attrName>
                                        </p:attrNameLst>
                                      </p:cBhvr>
                                      <p:to>
                                        <p:strVal val="visible"/>
                                      </p:to>
                                    </p:set>
                                    <p:anim calcmode="lin" valueType="num">
                                      <p:cBhvr>
                                        <p:cTn id="273" dur="500" fill="hold"/>
                                        <p:tgtEl>
                                          <p:spTgt spid="211996"/>
                                        </p:tgtEl>
                                        <p:attrNameLst>
                                          <p:attrName>ppt_x</p:attrName>
                                        </p:attrNameLst>
                                      </p:cBhvr>
                                      <p:tavLst>
                                        <p:tav tm="0">
                                          <p:val>
                                            <p:strVal val="#ppt_x-#ppt_w/2"/>
                                          </p:val>
                                        </p:tav>
                                        <p:tav tm="100000">
                                          <p:val>
                                            <p:strVal val="#ppt_x"/>
                                          </p:val>
                                        </p:tav>
                                      </p:tavLst>
                                    </p:anim>
                                    <p:anim calcmode="lin" valueType="num">
                                      <p:cBhvr>
                                        <p:cTn id="274" dur="500" fill="hold"/>
                                        <p:tgtEl>
                                          <p:spTgt spid="211996"/>
                                        </p:tgtEl>
                                        <p:attrNameLst>
                                          <p:attrName>ppt_y</p:attrName>
                                        </p:attrNameLst>
                                      </p:cBhvr>
                                      <p:tavLst>
                                        <p:tav tm="0">
                                          <p:val>
                                            <p:strVal val="#ppt_y"/>
                                          </p:val>
                                        </p:tav>
                                        <p:tav tm="100000">
                                          <p:val>
                                            <p:strVal val="#ppt_y"/>
                                          </p:val>
                                        </p:tav>
                                      </p:tavLst>
                                    </p:anim>
                                    <p:anim calcmode="lin" valueType="num">
                                      <p:cBhvr>
                                        <p:cTn id="275" dur="500" fill="hold"/>
                                        <p:tgtEl>
                                          <p:spTgt spid="211996"/>
                                        </p:tgtEl>
                                        <p:attrNameLst>
                                          <p:attrName>ppt_w</p:attrName>
                                        </p:attrNameLst>
                                      </p:cBhvr>
                                      <p:tavLst>
                                        <p:tav tm="0">
                                          <p:val>
                                            <p:fltVal val="0"/>
                                          </p:val>
                                        </p:tav>
                                        <p:tav tm="100000">
                                          <p:val>
                                            <p:strVal val="#ppt_w"/>
                                          </p:val>
                                        </p:tav>
                                      </p:tavLst>
                                    </p:anim>
                                    <p:anim calcmode="lin" valueType="num">
                                      <p:cBhvr>
                                        <p:cTn id="276" dur="500" fill="hold"/>
                                        <p:tgtEl>
                                          <p:spTgt spid="211996"/>
                                        </p:tgtEl>
                                        <p:attrNameLst>
                                          <p:attrName>ppt_h</p:attrName>
                                        </p:attrNameLst>
                                      </p:cBhvr>
                                      <p:tavLst>
                                        <p:tav tm="0">
                                          <p:val>
                                            <p:strVal val="#ppt_h"/>
                                          </p:val>
                                        </p:tav>
                                        <p:tav tm="100000">
                                          <p:val>
                                            <p:strVal val="#ppt_h"/>
                                          </p:val>
                                        </p:tav>
                                      </p:tavLst>
                                    </p:anim>
                                  </p:childTnLst>
                                </p:cTn>
                              </p:par>
                            </p:childTnLst>
                          </p:cTn>
                        </p:par>
                      </p:childTnLst>
                    </p:cTn>
                  </p:par>
                  <p:par>
                    <p:cTn id="277" fill="hold" nodeType="clickPar">
                      <p:stCondLst>
                        <p:cond delay="indefinite"/>
                      </p:stCondLst>
                      <p:childTnLst>
                        <p:par>
                          <p:cTn id="278" fill="hold" nodeType="withGroup">
                            <p:stCondLst>
                              <p:cond delay="0"/>
                            </p:stCondLst>
                            <p:childTnLst>
                              <p:par>
                                <p:cTn id="279" presetID="17" presetClass="entr" presetSubtype="8" fill="hold" grpId="0" nodeType="clickEffect">
                                  <p:stCondLst>
                                    <p:cond delay="0"/>
                                  </p:stCondLst>
                                  <p:childTnLst>
                                    <p:set>
                                      <p:cBhvr>
                                        <p:cTn id="280" dur="1" fill="hold">
                                          <p:stCondLst>
                                            <p:cond delay="0"/>
                                          </p:stCondLst>
                                        </p:cTn>
                                        <p:tgtEl>
                                          <p:spTgt spid="211997"/>
                                        </p:tgtEl>
                                        <p:attrNameLst>
                                          <p:attrName>style.visibility</p:attrName>
                                        </p:attrNameLst>
                                      </p:cBhvr>
                                      <p:to>
                                        <p:strVal val="visible"/>
                                      </p:to>
                                    </p:set>
                                    <p:anim calcmode="lin" valueType="num">
                                      <p:cBhvr>
                                        <p:cTn id="281" dur="500" fill="hold"/>
                                        <p:tgtEl>
                                          <p:spTgt spid="211997"/>
                                        </p:tgtEl>
                                        <p:attrNameLst>
                                          <p:attrName>ppt_x</p:attrName>
                                        </p:attrNameLst>
                                      </p:cBhvr>
                                      <p:tavLst>
                                        <p:tav tm="0">
                                          <p:val>
                                            <p:strVal val="#ppt_x-#ppt_w/2"/>
                                          </p:val>
                                        </p:tav>
                                        <p:tav tm="100000">
                                          <p:val>
                                            <p:strVal val="#ppt_x"/>
                                          </p:val>
                                        </p:tav>
                                      </p:tavLst>
                                    </p:anim>
                                    <p:anim calcmode="lin" valueType="num">
                                      <p:cBhvr>
                                        <p:cTn id="282" dur="500" fill="hold"/>
                                        <p:tgtEl>
                                          <p:spTgt spid="211997"/>
                                        </p:tgtEl>
                                        <p:attrNameLst>
                                          <p:attrName>ppt_y</p:attrName>
                                        </p:attrNameLst>
                                      </p:cBhvr>
                                      <p:tavLst>
                                        <p:tav tm="0">
                                          <p:val>
                                            <p:strVal val="#ppt_y"/>
                                          </p:val>
                                        </p:tav>
                                        <p:tav tm="100000">
                                          <p:val>
                                            <p:strVal val="#ppt_y"/>
                                          </p:val>
                                        </p:tav>
                                      </p:tavLst>
                                    </p:anim>
                                    <p:anim calcmode="lin" valueType="num">
                                      <p:cBhvr>
                                        <p:cTn id="283" dur="500" fill="hold"/>
                                        <p:tgtEl>
                                          <p:spTgt spid="211997"/>
                                        </p:tgtEl>
                                        <p:attrNameLst>
                                          <p:attrName>ppt_w</p:attrName>
                                        </p:attrNameLst>
                                      </p:cBhvr>
                                      <p:tavLst>
                                        <p:tav tm="0">
                                          <p:val>
                                            <p:fltVal val="0"/>
                                          </p:val>
                                        </p:tav>
                                        <p:tav tm="100000">
                                          <p:val>
                                            <p:strVal val="#ppt_w"/>
                                          </p:val>
                                        </p:tav>
                                      </p:tavLst>
                                    </p:anim>
                                    <p:anim calcmode="lin" valueType="num">
                                      <p:cBhvr>
                                        <p:cTn id="284" dur="500" fill="hold"/>
                                        <p:tgtEl>
                                          <p:spTgt spid="211997"/>
                                        </p:tgtEl>
                                        <p:attrNameLst>
                                          <p:attrName>ppt_h</p:attrName>
                                        </p:attrNameLst>
                                      </p:cBhvr>
                                      <p:tavLst>
                                        <p:tav tm="0">
                                          <p:val>
                                            <p:strVal val="#ppt_h"/>
                                          </p:val>
                                        </p:tav>
                                        <p:tav tm="100000">
                                          <p:val>
                                            <p:strVal val="#ppt_h"/>
                                          </p:val>
                                        </p:tav>
                                      </p:tavLst>
                                    </p:anim>
                                  </p:childTnLst>
                                </p:cTn>
                              </p:par>
                            </p:childTnLst>
                          </p:cTn>
                        </p:par>
                      </p:childTnLst>
                    </p:cTn>
                  </p:par>
                  <p:par>
                    <p:cTn id="285" fill="hold" nodeType="clickPar">
                      <p:stCondLst>
                        <p:cond delay="indefinite"/>
                      </p:stCondLst>
                      <p:childTnLst>
                        <p:par>
                          <p:cTn id="286" fill="hold" nodeType="withGroup">
                            <p:stCondLst>
                              <p:cond delay="0"/>
                            </p:stCondLst>
                            <p:childTnLst>
                              <p:par>
                                <p:cTn id="287" presetID="17" presetClass="entr" presetSubtype="8" fill="hold" grpId="0" nodeType="clickEffect">
                                  <p:stCondLst>
                                    <p:cond delay="0"/>
                                  </p:stCondLst>
                                  <p:childTnLst>
                                    <p:set>
                                      <p:cBhvr>
                                        <p:cTn id="288" dur="1" fill="hold">
                                          <p:stCondLst>
                                            <p:cond delay="0"/>
                                          </p:stCondLst>
                                        </p:cTn>
                                        <p:tgtEl>
                                          <p:spTgt spid="211998"/>
                                        </p:tgtEl>
                                        <p:attrNameLst>
                                          <p:attrName>style.visibility</p:attrName>
                                        </p:attrNameLst>
                                      </p:cBhvr>
                                      <p:to>
                                        <p:strVal val="visible"/>
                                      </p:to>
                                    </p:set>
                                    <p:anim calcmode="lin" valueType="num">
                                      <p:cBhvr>
                                        <p:cTn id="289" dur="500" fill="hold"/>
                                        <p:tgtEl>
                                          <p:spTgt spid="211998"/>
                                        </p:tgtEl>
                                        <p:attrNameLst>
                                          <p:attrName>ppt_x</p:attrName>
                                        </p:attrNameLst>
                                      </p:cBhvr>
                                      <p:tavLst>
                                        <p:tav tm="0">
                                          <p:val>
                                            <p:strVal val="#ppt_x-#ppt_w/2"/>
                                          </p:val>
                                        </p:tav>
                                        <p:tav tm="100000">
                                          <p:val>
                                            <p:strVal val="#ppt_x"/>
                                          </p:val>
                                        </p:tav>
                                      </p:tavLst>
                                    </p:anim>
                                    <p:anim calcmode="lin" valueType="num">
                                      <p:cBhvr>
                                        <p:cTn id="290" dur="500" fill="hold"/>
                                        <p:tgtEl>
                                          <p:spTgt spid="211998"/>
                                        </p:tgtEl>
                                        <p:attrNameLst>
                                          <p:attrName>ppt_y</p:attrName>
                                        </p:attrNameLst>
                                      </p:cBhvr>
                                      <p:tavLst>
                                        <p:tav tm="0">
                                          <p:val>
                                            <p:strVal val="#ppt_y"/>
                                          </p:val>
                                        </p:tav>
                                        <p:tav tm="100000">
                                          <p:val>
                                            <p:strVal val="#ppt_y"/>
                                          </p:val>
                                        </p:tav>
                                      </p:tavLst>
                                    </p:anim>
                                    <p:anim calcmode="lin" valueType="num">
                                      <p:cBhvr>
                                        <p:cTn id="291" dur="500" fill="hold"/>
                                        <p:tgtEl>
                                          <p:spTgt spid="211998"/>
                                        </p:tgtEl>
                                        <p:attrNameLst>
                                          <p:attrName>ppt_w</p:attrName>
                                        </p:attrNameLst>
                                      </p:cBhvr>
                                      <p:tavLst>
                                        <p:tav tm="0">
                                          <p:val>
                                            <p:fltVal val="0"/>
                                          </p:val>
                                        </p:tav>
                                        <p:tav tm="100000">
                                          <p:val>
                                            <p:strVal val="#ppt_w"/>
                                          </p:val>
                                        </p:tav>
                                      </p:tavLst>
                                    </p:anim>
                                    <p:anim calcmode="lin" valueType="num">
                                      <p:cBhvr>
                                        <p:cTn id="292" dur="500" fill="hold"/>
                                        <p:tgtEl>
                                          <p:spTgt spid="211998"/>
                                        </p:tgtEl>
                                        <p:attrNameLst>
                                          <p:attrName>ppt_h</p:attrName>
                                        </p:attrNameLst>
                                      </p:cBhvr>
                                      <p:tavLst>
                                        <p:tav tm="0">
                                          <p:val>
                                            <p:strVal val="#ppt_h"/>
                                          </p:val>
                                        </p:tav>
                                        <p:tav tm="100000">
                                          <p:val>
                                            <p:strVal val="#ppt_h"/>
                                          </p:val>
                                        </p:tav>
                                      </p:tavLst>
                                    </p:anim>
                                  </p:childTnLst>
                                </p:cTn>
                              </p:par>
                            </p:childTnLst>
                          </p:cTn>
                        </p:par>
                      </p:childTnLst>
                    </p:cTn>
                  </p:par>
                  <p:par>
                    <p:cTn id="293" fill="hold" nodeType="clickPar">
                      <p:stCondLst>
                        <p:cond delay="indefinite"/>
                      </p:stCondLst>
                      <p:childTnLst>
                        <p:par>
                          <p:cTn id="294" fill="hold" nodeType="withGroup">
                            <p:stCondLst>
                              <p:cond delay="0"/>
                            </p:stCondLst>
                            <p:childTnLst>
                              <p:par>
                                <p:cTn id="295" presetID="1" presetClass="entr" presetSubtype="0" fill="hold" nodeType="clickEffect">
                                  <p:stCondLst>
                                    <p:cond delay="0"/>
                                  </p:stCondLst>
                                  <p:childTnLst>
                                    <p:set>
                                      <p:cBhvr>
                                        <p:cTn id="296" dur="1" fill="hold">
                                          <p:stCondLst>
                                            <p:cond delay="0"/>
                                          </p:stCondLst>
                                        </p:cTn>
                                        <p:tgtEl>
                                          <p:spTgt spid="212024">
                                            <p:txEl>
                                              <p:pRg st="12" end="12"/>
                                            </p:txEl>
                                          </p:spTgt>
                                        </p:tgtEl>
                                        <p:attrNameLst>
                                          <p:attrName>style.visibility</p:attrName>
                                        </p:attrNameLst>
                                      </p:cBhvr>
                                      <p:to>
                                        <p:strVal val="visible"/>
                                      </p:to>
                                    </p:set>
                                  </p:childTnLst>
                                </p:cTn>
                              </p:par>
                            </p:childTnLst>
                          </p:cTn>
                        </p:par>
                      </p:childTnLst>
                    </p:cTn>
                  </p:par>
                  <p:par>
                    <p:cTn id="297" fill="hold">
                      <p:stCondLst>
                        <p:cond delay="indefinite"/>
                      </p:stCondLst>
                      <p:childTnLst>
                        <p:par>
                          <p:cTn id="298" fill="hold">
                            <p:stCondLst>
                              <p:cond delay="0"/>
                            </p:stCondLst>
                            <p:childTnLst>
                              <p:par>
                                <p:cTn id="299" presetID="18" presetClass="entr" presetSubtype="3" fill="hold" grpId="0" nodeType="clickEffect">
                                  <p:stCondLst>
                                    <p:cond delay="0"/>
                                  </p:stCondLst>
                                  <p:childTnLst>
                                    <p:set>
                                      <p:cBhvr>
                                        <p:cTn id="300" dur="1" fill="hold">
                                          <p:stCondLst>
                                            <p:cond delay="0"/>
                                          </p:stCondLst>
                                        </p:cTn>
                                        <p:tgtEl>
                                          <p:spTgt spid="211999"/>
                                        </p:tgtEl>
                                        <p:attrNameLst>
                                          <p:attrName>style.visibility</p:attrName>
                                        </p:attrNameLst>
                                      </p:cBhvr>
                                      <p:to>
                                        <p:strVal val="visible"/>
                                      </p:to>
                                    </p:set>
                                    <p:animEffect transition="in" filter="strips(upRight)">
                                      <p:cBhvr>
                                        <p:cTn id="301" dur="500"/>
                                        <p:tgtEl>
                                          <p:spTgt spid="211999"/>
                                        </p:tgtEl>
                                      </p:cBhvr>
                                    </p:animEffect>
                                  </p:childTnLst>
                                </p:cTn>
                              </p:par>
                            </p:childTnLst>
                          </p:cTn>
                        </p:par>
                      </p:childTnLst>
                    </p:cTn>
                  </p:par>
                  <p:par>
                    <p:cTn id="302" fill="hold" nodeType="clickPar">
                      <p:stCondLst>
                        <p:cond delay="indefinite"/>
                      </p:stCondLst>
                      <p:childTnLst>
                        <p:par>
                          <p:cTn id="303" fill="hold" nodeType="withGroup">
                            <p:stCondLst>
                              <p:cond delay="0"/>
                            </p:stCondLst>
                            <p:childTnLst>
                              <p:par>
                                <p:cTn id="304" presetID="17" presetClass="entr" presetSubtype="4" fill="hold" grpId="0" nodeType="clickEffect">
                                  <p:stCondLst>
                                    <p:cond delay="0"/>
                                  </p:stCondLst>
                                  <p:childTnLst>
                                    <p:set>
                                      <p:cBhvr>
                                        <p:cTn id="305" dur="1" fill="hold">
                                          <p:stCondLst>
                                            <p:cond delay="0"/>
                                          </p:stCondLst>
                                        </p:cTn>
                                        <p:tgtEl>
                                          <p:spTgt spid="212001"/>
                                        </p:tgtEl>
                                        <p:attrNameLst>
                                          <p:attrName>style.visibility</p:attrName>
                                        </p:attrNameLst>
                                      </p:cBhvr>
                                      <p:to>
                                        <p:strVal val="visible"/>
                                      </p:to>
                                    </p:set>
                                    <p:anim calcmode="lin" valueType="num">
                                      <p:cBhvr>
                                        <p:cTn id="306" dur="500" fill="hold"/>
                                        <p:tgtEl>
                                          <p:spTgt spid="212001"/>
                                        </p:tgtEl>
                                        <p:attrNameLst>
                                          <p:attrName>ppt_x</p:attrName>
                                        </p:attrNameLst>
                                      </p:cBhvr>
                                      <p:tavLst>
                                        <p:tav tm="0">
                                          <p:val>
                                            <p:strVal val="#ppt_x"/>
                                          </p:val>
                                        </p:tav>
                                        <p:tav tm="100000">
                                          <p:val>
                                            <p:strVal val="#ppt_x"/>
                                          </p:val>
                                        </p:tav>
                                      </p:tavLst>
                                    </p:anim>
                                    <p:anim calcmode="lin" valueType="num">
                                      <p:cBhvr>
                                        <p:cTn id="307" dur="500" fill="hold"/>
                                        <p:tgtEl>
                                          <p:spTgt spid="212001"/>
                                        </p:tgtEl>
                                        <p:attrNameLst>
                                          <p:attrName>ppt_y</p:attrName>
                                        </p:attrNameLst>
                                      </p:cBhvr>
                                      <p:tavLst>
                                        <p:tav tm="0">
                                          <p:val>
                                            <p:strVal val="#ppt_y+#ppt_h/2"/>
                                          </p:val>
                                        </p:tav>
                                        <p:tav tm="100000">
                                          <p:val>
                                            <p:strVal val="#ppt_y"/>
                                          </p:val>
                                        </p:tav>
                                      </p:tavLst>
                                    </p:anim>
                                    <p:anim calcmode="lin" valueType="num">
                                      <p:cBhvr>
                                        <p:cTn id="308" dur="500" fill="hold"/>
                                        <p:tgtEl>
                                          <p:spTgt spid="212001"/>
                                        </p:tgtEl>
                                        <p:attrNameLst>
                                          <p:attrName>ppt_w</p:attrName>
                                        </p:attrNameLst>
                                      </p:cBhvr>
                                      <p:tavLst>
                                        <p:tav tm="0">
                                          <p:val>
                                            <p:strVal val="#ppt_w"/>
                                          </p:val>
                                        </p:tav>
                                        <p:tav tm="100000">
                                          <p:val>
                                            <p:strVal val="#ppt_w"/>
                                          </p:val>
                                        </p:tav>
                                      </p:tavLst>
                                    </p:anim>
                                    <p:anim calcmode="lin" valueType="num">
                                      <p:cBhvr>
                                        <p:cTn id="309" dur="500" fill="hold"/>
                                        <p:tgtEl>
                                          <p:spTgt spid="212001"/>
                                        </p:tgtEl>
                                        <p:attrNameLst>
                                          <p:attrName>ppt_h</p:attrName>
                                        </p:attrNameLst>
                                      </p:cBhvr>
                                      <p:tavLst>
                                        <p:tav tm="0">
                                          <p:val>
                                            <p:fltVal val="0"/>
                                          </p:val>
                                        </p:tav>
                                        <p:tav tm="100000">
                                          <p:val>
                                            <p:strVal val="#ppt_h"/>
                                          </p:val>
                                        </p:tav>
                                      </p:tavLst>
                                    </p:anim>
                                  </p:childTnLst>
                                </p:cTn>
                              </p:par>
                            </p:childTnLst>
                          </p:cTn>
                        </p:par>
                      </p:childTnLst>
                    </p:cTn>
                  </p:par>
                  <p:par>
                    <p:cTn id="310" fill="hold" nodeType="clickPar">
                      <p:stCondLst>
                        <p:cond delay="indefinite"/>
                      </p:stCondLst>
                      <p:childTnLst>
                        <p:par>
                          <p:cTn id="311" fill="hold" nodeType="withGroup">
                            <p:stCondLst>
                              <p:cond delay="0"/>
                            </p:stCondLst>
                            <p:childTnLst>
                              <p:par>
                                <p:cTn id="312" presetID="17" presetClass="entr" presetSubtype="4" fill="hold" grpId="0" nodeType="clickEffect">
                                  <p:stCondLst>
                                    <p:cond delay="0"/>
                                  </p:stCondLst>
                                  <p:childTnLst>
                                    <p:set>
                                      <p:cBhvr>
                                        <p:cTn id="313" dur="1" fill="hold">
                                          <p:stCondLst>
                                            <p:cond delay="0"/>
                                          </p:stCondLst>
                                        </p:cTn>
                                        <p:tgtEl>
                                          <p:spTgt spid="212000"/>
                                        </p:tgtEl>
                                        <p:attrNameLst>
                                          <p:attrName>style.visibility</p:attrName>
                                        </p:attrNameLst>
                                      </p:cBhvr>
                                      <p:to>
                                        <p:strVal val="visible"/>
                                      </p:to>
                                    </p:set>
                                    <p:anim calcmode="lin" valueType="num">
                                      <p:cBhvr>
                                        <p:cTn id="314" dur="500" fill="hold"/>
                                        <p:tgtEl>
                                          <p:spTgt spid="212000"/>
                                        </p:tgtEl>
                                        <p:attrNameLst>
                                          <p:attrName>ppt_x</p:attrName>
                                        </p:attrNameLst>
                                      </p:cBhvr>
                                      <p:tavLst>
                                        <p:tav tm="0">
                                          <p:val>
                                            <p:strVal val="#ppt_x"/>
                                          </p:val>
                                        </p:tav>
                                        <p:tav tm="100000">
                                          <p:val>
                                            <p:strVal val="#ppt_x"/>
                                          </p:val>
                                        </p:tav>
                                      </p:tavLst>
                                    </p:anim>
                                    <p:anim calcmode="lin" valueType="num">
                                      <p:cBhvr>
                                        <p:cTn id="315" dur="500" fill="hold"/>
                                        <p:tgtEl>
                                          <p:spTgt spid="212000"/>
                                        </p:tgtEl>
                                        <p:attrNameLst>
                                          <p:attrName>ppt_y</p:attrName>
                                        </p:attrNameLst>
                                      </p:cBhvr>
                                      <p:tavLst>
                                        <p:tav tm="0">
                                          <p:val>
                                            <p:strVal val="#ppt_y+#ppt_h/2"/>
                                          </p:val>
                                        </p:tav>
                                        <p:tav tm="100000">
                                          <p:val>
                                            <p:strVal val="#ppt_y"/>
                                          </p:val>
                                        </p:tav>
                                      </p:tavLst>
                                    </p:anim>
                                    <p:anim calcmode="lin" valueType="num">
                                      <p:cBhvr>
                                        <p:cTn id="316" dur="500" fill="hold"/>
                                        <p:tgtEl>
                                          <p:spTgt spid="212000"/>
                                        </p:tgtEl>
                                        <p:attrNameLst>
                                          <p:attrName>ppt_w</p:attrName>
                                        </p:attrNameLst>
                                      </p:cBhvr>
                                      <p:tavLst>
                                        <p:tav tm="0">
                                          <p:val>
                                            <p:strVal val="#ppt_w"/>
                                          </p:val>
                                        </p:tav>
                                        <p:tav tm="100000">
                                          <p:val>
                                            <p:strVal val="#ppt_w"/>
                                          </p:val>
                                        </p:tav>
                                      </p:tavLst>
                                    </p:anim>
                                    <p:anim calcmode="lin" valueType="num">
                                      <p:cBhvr>
                                        <p:cTn id="317" dur="500" fill="hold"/>
                                        <p:tgtEl>
                                          <p:spTgt spid="212000"/>
                                        </p:tgtEl>
                                        <p:attrNameLst>
                                          <p:attrName>ppt_h</p:attrName>
                                        </p:attrNameLst>
                                      </p:cBhvr>
                                      <p:tavLst>
                                        <p:tav tm="0">
                                          <p:val>
                                            <p:fltVal val="0"/>
                                          </p:val>
                                        </p:tav>
                                        <p:tav tm="100000">
                                          <p:val>
                                            <p:strVal val="#ppt_h"/>
                                          </p:val>
                                        </p:tav>
                                      </p:tavLst>
                                    </p:anim>
                                  </p:childTnLst>
                                </p:cTn>
                              </p:par>
                            </p:childTnLst>
                          </p:cTn>
                        </p:par>
                      </p:childTnLst>
                    </p:cTn>
                  </p:par>
                  <p:par>
                    <p:cTn id="318" fill="hold" nodeType="clickPar">
                      <p:stCondLst>
                        <p:cond delay="indefinite"/>
                      </p:stCondLst>
                      <p:childTnLst>
                        <p:par>
                          <p:cTn id="319" fill="hold" nodeType="withGroup">
                            <p:stCondLst>
                              <p:cond delay="0"/>
                            </p:stCondLst>
                            <p:childTnLst>
                              <p:par>
                                <p:cTn id="320" presetID="17" presetClass="entr" presetSubtype="4" fill="hold" grpId="0" nodeType="clickEffect">
                                  <p:stCondLst>
                                    <p:cond delay="0"/>
                                  </p:stCondLst>
                                  <p:childTnLst>
                                    <p:set>
                                      <p:cBhvr>
                                        <p:cTn id="321" dur="1" fill="hold">
                                          <p:stCondLst>
                                            <p:cond delay="0"/>
                                          </p:stCondLst>
                                        </p:cTn>
                                        <p:tgtEl>
                                          <p:spTgt spid="212002"/>
                                        </p:tgtEl>
                                        <p:attrNameLst>
                                          <p:attrName>style.visibility</p:attrName>
                                        </p:attrNameLst>
                                      </p:cBhvr>
                                      <p:to>
                                        <p:strVal val="visible"/>
                                      </p:to>
                                    </p:set>
                                    <p:anim calcmode="lin" valueType="num">
                                      <p:cBhvr>
                                        <p:cTn id="322" dur="500" fill="hold"/>
                                        <p:tgtEl>
                                          <p:spTgt spid="212002"/>
                                        </p:tgtEl>
                                        <p:attrNameLst>
                                          <p:attrName>ppt_x</p:attrName>
                                        </p:attrNameLst>
                                      </p:cBhvr>
                                      <p:tavLst>
                                        <p:tav tm="0">
                                          <p:val>
                                            <p:strVal val="#ppt_x"/>
                                          </p:val>
                                        </p:tav>
                                        <p:tav tm="100000">
                                          <p:val>
                                            <p:strVal val="#ppt_x"/>
                                          </p:val>
                                        </p:tav>
                                      </p:tavLst>
                                    </p:anim>
                                    <p:anim calcmode="lin" valueType="num">
                                      <p:cBhvr>
                                        <p:cTn id="323" dur="500" fill="hold"/>
                                        <p:tgtEl>
                                          <p:spTgt spid="212002"/>
                                        </p:tgtEl>
                                        <p:attrNameLst>
                                          <p:attrName>ppt_y</p:attrName>
                                        </p:attrNameLst>
                                      </p:cBhvr>
                                      <p:tavLst>
                                        <p:tav tm="0">
                                          <p:val>
                                            <p:strVal val="#ppt_y+#ppt_h/2"/>
                                          </p:val>
                                        </p:tav>
                                        <p:tav tm="100000">
                                          <p:val>
                                            <p:strVal val="#ppt_y"/>
                                          </p:val>
                                        </p:tav>
                                      </p:tavLst>
                                    </p:anim>
                                    <p:anim calcmode="lin" valueType="num">
                                      <p:cBhvr>
                                        <p:cTn id="324" dur="500" fill="hold"/>
                                        <p:tgtEl>
                                          <p:spTgt spid="212002"/>
                                        </p:tgtEl>
                                        <p:attrNameLst>
                                          <p:attrName>ppt_w</p:attrName>
                                        </p:attrNameLst>
                                      </p:cBhvr>
                                      <p:tavLst>
                                        <p:tav tm="0">
                                          <p:val>
                                            <p:strVal val="#ppt_w"/>
                                          </p:val>
                                        </p:tav>
                                        <p:tav tm="100000">
                                          <p:val>
                                            <p:strVal val="#ppt_w"/>
                                          </p:val>
                                        </p:tav>
                                      </p:tavLst>
                                    </p:anim>
                                    <p:anim calcmode="lin" valueType="num">
                                      <p:cBhvr>
                                        <p:cTn id="325" dur="500" fill="hold"/>
                                        <p:tgtEl>
                                          <p:spTgt spid="212002"/>
                                        </p:tgtEl>
                                        <p:attrNameLst>
                                          <p:attrName>ppt_h</p:attrName>
                                        </p:attrNameLst>
                                      </p:cBhvr>
                                      <p:tavLst>
                                        <p:tav tm="0">
                                          <p:val>
                                            <p:fltVal val="0"/>
                                          </p:val>
                                        </p:tav>
                                        <p:tav tm="100000">
                                          <p:val>
                                            <p:strVal val="#ppt_h"/>
                                          </p:val>
                                        </p:tav>
                                      </p:tavLst>
                                    </p:anim>
                                  </p:childTnLst>
                                </p:cTn>
                              </p:par>
                            </p:childTnLst>
                          </p:cTn>
                        </p:par>
                      </p:childTnLst>
                    </p:cTn>
                  </p:par>
                  <p:par>
                    <p:cTn id="326" fill="hold" nodeType="clickPar">
                      <p:stCondLst>
                        <p:cond delay="indefinite"/>
                      </p:stCondLst>
                      <p:childTnLst>
                        <p:par>
                          <p:cTn id="327" fill="hold" nodeType="withGroup">
                            <p:stCondLst>
                              <p:cond delay="0"/>
                            </p:stCondLst>
                            <p:childTnLst>
                              <p:par>
                                <p:cTn id="328" presetID="2" presetClass="entr" presetSubtype="4" fill="hold" grpId="0" nodeType="clickEffect">
                                  <p:stCondLst>
                                    <p:cond delay="0"/>
                                  </p:stCondLst>
                                  <p:childTnLst>
                                    <p:set>
                                      <p:cBhvr>
                                        <p:cTn id="329" dur="1" fill="hold">
                                          <p:stCondLst>
                                            <p:cond delay="0"/>
                                          </p:stCondLst>
                                        </p:cTn>
                                        <p:tgtEl>
                                          <p:spTgt spid="212003"/>
                                        </p:tgtEl>
                                        <p:attrNameLst>
                                          <p:attrName>style.visibility</p:attrName>
                                        </p:attrNameLst>
                                      </p:cBhvr>
                                      <p:to>
                                        <p:strVal val="visible"/>
                                      </p:to>
                                    </p:set>
                                    <p:anim calcmode="lin" valueType="num">
                                      <p:cBhvr additive="base">
                                        <p:cTn id="330" dur="500" fill="hold"/>
                                        <p:tgtEl>
                                          <p:spTgt spid="212003"/>
                                        </p:tgtEl>
                                        <p:attrNameLst>
                                          <p:attrName>ppt_x</p:attrName>
                                        </p:attrNameLst>
                                      </p:cBhvr>
                                      <p:tavLst>
                                        <p:tav tm="0">
                                          <p:val>
                                            <p:strVal val="#ppt_x"/>
                                          </p:val>
                                        </p:tav>
                                        <p:tav tm="100000">
                                          <p:val>
                                            <p:strVal val="#ppt_x"/>
                                          </p:val>
                                        </p:tav>
                                      </p:tavLst>
                                    </p:anim>
                                    <p:anim calcmode="lin" valueType="num">
                                      <p:cBhvr additive="base">
                                        <p:cTn id="331" dur="500" fill="hold"/>
                                        <p:tgtEl>
                                          <p:spTgt spid="212003"/>
                                        </p:tgtEl>
                                        <p:attrNameLst>
                                          <p:attrName>ppt_y</p:attrName>
                                        </p:attrNameLst>
                                      </p:cBhvr>
                                      <p:tavLst>
                                        <p:tav tm="0">
                                          <p:val>
                                            <p:strVal val="1+#ppt_h/2"/>
                                          </p:val>
                                        </p:tav>
                                        <p:tav tm="100000">
                                          <p:val>
                                            <p:strVal val="#ppt_y"/>
                                          </p:val>
                                        </p:tav>
                                      </p:tavLst>
                                    </p:anim>
                                  </p:childTnLst>
                                </p:cTn>
                              </p:par>
                            </p:childTnLst>
                          </p:cTn>
                        </p:par>
                      </p:childTnLst>
                    </p:cTn>
                  </p:par>
                  <p:par>
                    <p:cTn id="332" fill="hold" nodeType="clickPar">
                      <p:stCondLst>
                        <p:cond delay="indefinite"/>
                      </p:stCondLst>
                      <p:childTnLst>
                        <p:par>
                          <p:cTn id="333" fill="hold" nodeType="withGroup">
                            <p:stCondLst>
                              <p:cond delay="0"/>
                            </p:stCondLst>
                            <p:childTnLst>
                              <p:par>
                                <p:cTn id="334" presetID="2" presetClass="entr" presetSubtype="1" fill="hold" grpId="0" nodeType="clickEffect">
                                  <p:stCondLst>
                                    <p:cond delay="0"/>
                                  </p:stCondLst>
                                  <p:childTnLst>
                                    <p:set>
                                      <p:cBhvr>
                                        <p:cTn id="335" dur="1" fill="hold">
                                          <p:stCondLst>
                                            <p:cond delay="0"/>
                                          </p:stCondLst>
                                        </p:cTn>
                                        <p:tgtEl>
                                          <p:spTgt spid="212007"/>
                                        </p:tgtEl>
                                        <p:attrNameLst>
                                          <p:attrName>style.visibility</p:attrName>
                                        </p:attrNameLst>
                                      </p:cBhvr>
                                      <p:to>
                                        <p:strVal val="visible"/>
                                      </p:to>
                                    </p:set>
                                    <p:anim calcmode="lin" valueType="num">
                                      <p:cBhvr additive="base">
                                        <p:cTn id="336" dur="500" fill="hold"/>
                                        <p:tgtEl>
                                          <p:spTgt spid="212007"/>
                                        </p:tgtEl>
                                        <p:attrNameLst>
                                          <p:attrName>ppt_x</p:attrName>
                                        </p:attrNameLst>
                                      </p:cBhvr>
                                      <p:tavLst>
                                        <p:tav tm="0">
                                          <p:val>
                                            <p:strVal val="#ppt_x"/>
                                          </p:val>
                                        </p:tav>
                                        <p:tav tm="100000">
                                          <p:val>
                                            <p:strVal val="#ppt_x"/>
                                          </p:val>
                                        </p:tav>
                                      </p:tavLst>
                                    </p:anim>
                                    <p:anim calcmode="lin" valueType="num">
                                      <p:cBhvr additive="base">
                                        <p:cTn id="337" dur="500" fill="hold"/>
                                        <p:tgtEl>
                                          <p:spTgt spid="212007"/>
                                        </p:tgtEl>
                                        <p:attrNameLst>
                                          <p:attrName>ppt_y</p:attrName>
                                        </p:attrNameLst>
                                      </p:cBhvr>
                                      <p:tavLst>
                                        <p:tav tm="0">
                                          <p:val>
                                            <p:strVal val="0-#ppt_h/2"/>
                                          </p:val>
                                        </p:tav>
                                        <p:tav tm="100000">
                                          <p:val>
                                            <p:strVal val="#ppt_y"/>
                                          </p:val>
                                        </p:tav>
                                      </p:tavLst>
                                    </p:anim>
                                  </p:childTnLst>
                                </p:cTn>
                              </p:par>
                            </p:childTnLst>
                          </p:cTn>
                        </p:par>
                      </p:childTnLst>
                    </p:cTn>
                  </p:par>
                  <p:par>
                    <p:cTn id="338" fill="hold" nodeType="clickPar">
                      <p:stCondLst>
                        <p:cond delay="indefinite"/>
                      </p:stCondLst>
                      <p:childTnLst>
                        <p:par>
                          <p:cTn id="339" fill="hold" nodeType="withGroup">
                            <p:stCondLst>
                              <p:cond delay="0"/>
                            </p:stCondLst>
                            <p:childTnLst>
                              <p:par>
                                <p:cTn id="340" presetID="2" presetClass="entr" presetSubtype="1" fill="hold" grpId="0" nodeType="clickEffect">
                                  <p:stCondLst>
                                    <p:cond delay="0"/>
                                  </p:stCondLst>
                                  <p:childTnLst>
                                    <p:set>
                                      <p:cBhvr>
                                        <p:cTn id="341" dur="1" fill="hold">
                                          <p:stCondLst>
                                            <p:cond delay="0"/>
                                          </p:stCondLst>
                                        </p:cTn>
                                        <p:tgtEl>
                                          <p:spTgt spid="211978"/>
                                        </p:tgtEl>
                                        <p:attrNameLst>
                                          <p:attrName>style.visibility</p:attrName>
                                        </p:attrNameLst>
                                      </p:cBhvr>
                                      <p:to>
                                        <p:strVal val="visible"/>
                                      </p:to>
                                    </p:set>
                                    <p:anim calcmode="lin" valueType="num">
                                      <p:cBhvr additive="base">
                                        <p:cTn id="342" dur="500" fill="hold"/>
                                        <p:tgtEl>
                                          <p:spTgt spid="211978"/>
                                        </p:tgtEl>
                                        <p:attrNameLst>
                                          <p:attrName>ppt_x</p:attrName>
                                        </p:attrNameLst>
                                      </p:cBhvr>
                                      <p:tavLst>
                                        <p:tav tm="0">
                                          <p:val>
                                            <p:strVal val="#ppt_x"/>
                                          </p:val>
                                        </p:tav>
                                        <p:tav tm="100000">
                                          <p:val>
                                            <p:strVal val="#ppt_x"/>
                                          </p:val>
                                        </p:tav>
                                      </p:tavLst>
                                    </p:anim>
                                    <p:anim calcmode="lin" valueType="num">
                                      <p:cBhvr additive="base">
                                        <p:cTn id="343" dur="500" fill="hold"/>
                                        <p:tgtEl>
                                          <p:spTgt spid="211978"/>
                                        </p:tgtEl>
                                        <p:attrNameLst>
                                          <p:attrName>ppt_y</p:attrName>
                                        </p:attrNameLst>
                                      </p:cBhvr>
                                      <p:tavLst>
                                        <p:tav tm="0">
                                          <p:val>
                                            <p:strVal val="0-#ppt_h/2"/>
                                          </p:val>
                                        </p:tav>
                                        <p:tav tm="100000">
                                          <p:val>
                                            <p:strVal val="#ppt_y"/>
                                          </p:val>
                                        </p:tav>
                                      </p:tavLst>
                                    </p:anim>
                                  </p:childTnLst>
                                </p:cTn>
                              </p:par>
                            </p:childTnLst>
                          </p:cTn>
                        </p:par>
                      </p:childTnLst>
                    </p:cTn>
                  </p:par>
                  <p:par>
                    <p:cTn id="344" fill="hold" nodeType="clickPar">
                      <p:stCondLst>
                        <p:cond delay="indefinite"/>
                      </p:stCondLst>
                      <p:childTnLst>
                        <p:par>
                          <p:cTn id="345" fill="hold" nodeType="withGroup">
                            <p:stCondLst>
                              <p:cond delay="0"/>
                            </p:stCondLst>
                            <p:childTnLst>
                              <p:par>
                                <p:cTn id="346" presetID="18" presetClass="entr" presetSubtype="12" fill="hold" grpId="0" nodeType="clickEffect">
                                  <p:stCondLst>
                                    <p:cond delay="0"/>
                                  </p:stCondLst>
                                  <p:childTnLst>
                                    <p:set>
                                      <p:cBhvr>
                                        <p:cTn id="347" dur="1" fill="hold">
                                          <p:stCondLst>
                                            <p:cond delay="0"/>
                                          </p:stCondLst>
                                        </p:cTn>
                                        <p:tgtEl>
                                          <p:spTgt spid="212005"/>
                                        </p:tgtEl>
                                        <p:attrNameLst>
                                          <p:attrName>style.visibility</p:attrName>
                                        </p:attrNameLst>
                                      </p:cBhvr>
                                      <p:to>
                                        <p:strVal val="visible"/>
                                      </p:to>
                                    </p:set>
                                    <p:animEffect transition="in" filter="strips(downLeft)">
                                      <p:cBhvr>
                                        <p:cTn id="348" dur="500"/>
                                        <p:tgtEl>
                                          <p:spTgt spid="212005"/>
                                        </p:tgtEl>
                                      </p:cBhvr>
                                    </p:animEffect>
                                  </p:childTnLst>
                                </p:cTn>
                              </p:par>
                            </p:childTnLst>
                          </p:cTn>
                        </p:par>
                      </p:childTnLst>
                    </p:cTn>
                  </p:par>
                  <p:par>
                    <p:cTn id="349" fill="hold" nodeType="clickPar">
                      <p:stCondLst>
                        <p:cond delay="indefinite"/>
                      </p:stCondLst>
                      <p:childTnLst>
                        <p:par>
                          <p:cTn id="350" fill="hold" nodeType="withGroup">
                            <p:stCondLst>
                              <p:cond delay="0"/>
                            </p:stCondLst>
                            <p:childTnLst>
                              <p:par>
                                <p:cTn id="351" presetID="18" presetClass="entr" presetSubtype="9" fill="hold" grpId="0" nodeType="clickEffect">
                                  <p:stCondLst>
                                    <p:cond delay="0"/>
                                  </p:stCondLst>
                                  <p:childTnLst>
                                    <p:set>
                                      <p:cBhvr>
                                        <p:cTn id="352" dur="1" fill="hold">
                                          <p:stCondLst>
                                            <p:cond delay="0"/>
                                          </p:stCondLst>
                                        </p:cTn>
                                        <p:tgtEl>
                                          <p:spTgt spid="212013"/>
                                        </p:tgtEl>
                                        <p:attrNameLst>
                                          <p:attrName>style.visibility</p:attrName>
                                        </p:attrNameLst>
                                      </p:cBhvr>
                                      <p:to>
                                        <p:strVal val="visible"/>
                                      </p:to>
                                    </p:set>
                                    <p:animEffect transition="in" filter="strips(upLeft)">
                                      <p:cBhvr>
                                        <p:cTn id="353" dur="500"/>
                                        <p:tgtEl>
                                          <p:spTgt spid="212013"/>
                                        </p:tgtEl>
                                      </p:cBhvr>
                                    </p:animEffect>
                                  </p:childTnLst>
                                </p:cTn>
                              </p:par>
                            </p:childTnLst>
                          </p:cTn>
                        </p:par>
                      </p:childTnLst>
                    </p:cTn>
                  </p:par>
                  <p:par>
                    <p:cTn id="354" fill="hold" nodeType="clickPar">
                      <p:stCondLst>
                        <p:cond delay="indefinite"/>
                      </p:stCondLst>
                      <p:childTnLst>
                        <p:par>
                          <p:cTn id="355" fill="hold" nodeType="withGroup">
                            <p:stCondLst>
                              <p:cond delay="0"/>
                            </p:stCondLst>
                            <p:childTnLst>
                              <p:par>
                                <p:cTn id="356" presetID="2" presetClass="entr" presetSubtype="1" fill="hold" grpId="0" nodeType="clickEffect">
                                  <p:stCondLst>
                                    <p:cond delay="0"/>
                                  </p:stCondLst>
                                  <p:childTnLst>
                                    <p:set>
                                      <p:cBhvr>
                                        <p:cTn id="357" dur="1" fill="hold">
                                          <p:stCondLst>
                                            <p:cond delay="0"/>
                                          </p:stCondLst>
                                        </p:cTn>
                                        <p:tgtEl>
                                          <p:spTgt spid="212011"/>
                                        </p:tgtEl>
                                        <p:attrNameLst>
                                          <p:attrName>style.visibility</p:attrName>
                                        </p:attrNameLst>
                                      </p:cBhvr>
                                      <p:to>
                                        <p:strVal val="visible"/>
                                      </p:to>
                                    </p:set>
                                    <p:anim calcmode="lin" valueType="num">
                                      <p:cBhvr additive="base">
                                        <p:cTn id="358" dur="500" fill="hold"/>
                                        <p:tgtEl>
                                          <p:spTgt spid="212011"/>
                                        </p:tgtEl>
                                        <p:attrNameLst>
                                          <p:attrName>ppt_x</p:attrName>
                                        </p:attrNameLst>
                                      </p:cBhvr>
                                      <p:tavLst>
                                        <p:tav tm="0">
                                          <p:val>
                                            <p:strVal val="#ppt_x"/>
                                          </p:val>
                                        </p:tav>
                                        <p:tav tm="100000">
                                          <p:val>
                                            <p:strVal val="#ppt_x"/>
                                          </p:val>
                                        </p:tav>
                                      </p:tavLst>
                                    </p:anim>
                                    <p:anim calcmode="lin" valueType="num">
                                      <p:cBhvr additive="base">
                                        <p:cTn id="359" dur="500" fill="hold"/>
                                        <p:tgtEl>
                                          <p:spTgt spid="212011"/>
                                        </p:tgtEl>
                                        <p:attrNameLst>
                                          <p:attrName>ppt_y</p:attrName>
                                        </p:attrNameLst>
                                      </p:cBhvr>
                                      <p:tavLst>
                                        <p:tav tm="0">
                                          <p:val>
                                            <p:strVal val="0-#ppt_h/2"/>
                                          </p:val>
                                        </p:tav>
                                        <p:tav tm="100000">
                                          <p:val>
                                            <p:strVal val="#ppt_y"/>
                                          </p:val>
                                        </p:tav>
                                      </p:tavLst>
                                    </p:anim>
                                  </p:childTnLst>
                                </p:cTn>
                              </p:par>
                              <p:par>
                                <p:cTn id="360" presetID="1" presetClass="entr" presetSubtype="0" fill="hold" nodeType="withEffect">
                                  <p:stCondLst>
                                    <p:cond delay="0"/>
                                  </p:stCondLst>
                                  <p:childTnLst>
                                    <p:set>
                                      <p:cBhvr>
                                        <p:cTn id="361" dur="1" fill="hold">
                                          <p:stCondLst>
                                            <p:cond delay="0"/>
                                          </p:stCondLst>
                                        </p:cTn>
                                        <p:tgtEl>
                                          <p:spTgt spid="212024">
                                            <p:txEl>
                                              <p:pRg st="13" end="13"/>
                                            </p:txEl>
                                          </p:spTgt>
                                        </p:tgtEl>
                                        <p:attrNameLst>
                                          <p:attrName>style.visibility</p:attrName>
                                        </p:attrNameLst>
                                      </p:cBhvr>
                                      <p:to>
                                        <p:strVal val="visible"/>
                                      </p:to>
                                    </p:set>
                                  </p:childTnLst>
                                </p:cTn>
                              </p:par>
                              <p:par>
                                <p:cTn id="362" presetID="2" presetClass="entr" presetSubtype="4" fill="hold" grpId="0" nodeType="withEffect">
                                  <p:stCondLst>
                                    <p:cond delay="0"/>
                                  </p:stCondLst>
                                  <p:childTnLst>
                                    <p:set>
                                      <p:cBhvr>
                                        <p:cTn id="363" dur="1" fill="hold">
                                          <p:stCondLst>
                                            <p:cond delay="0"/>
                                          </p:stCondLst>
                                        </p:cTn>
                                        <p:tgtEl>
                                          <p:spTgt spid="61"/>
                                        </p:tgtEl>
                                        <p:attrNameLst>
                                          <p:attrName>style.visibility</p:attrName>
                                        </p:attrNameLst>
                                      </p:cBhvr>
                                      <p:to>
                                        <p:strVal val="visible"/>
                                      </p:to>
                                    </p:set>
                                    <p:anim calcmode="lin" valueType="num">
                                      <p:cBhvr additive="base">
                                        <p:cTn id="364" dur="500" fill="hold"/>
                                        <p:tgtEl>
                                          <p:spTgt spid="61"/>
                                        </p:tgtEl>
                                        <p:attrNameLst>
                                          <p:attrName>ppt_x</p:attrName>
                                        </p:attrNameLst>
                                      </p:cBhvr>
                                      <p:tavLst>
                                        <p:tav tm="0">
                                          <p:val>
                                            <p:strVal val="#ppt_x"/>
                                          </p:val>
                                        </p:tav>
                                        <p:tav tm="100000">
                                          <p:val>
                                            <p:strVal val="#ppt_x"/>
                                          </p:val>
                                        </p:tav>
                                      </p:tavLst>
                                    </p:anim>
                                    <p:anim calcmode="lin" valueType="num">
                                      <p:cBhvr additive="base">
                                        <p:cTn id="365" dur="500" fill="hold"/>
                                        <p:tgtEl>
                                          <p:spTgt spid="61"/>
                                        </p:tgtEl>
                                        <p:attrNameLst>
                                          <p:attrName>ppt_y</p:attrName>
                                        </p:attrNameLst>
                                      </p:cBhvr>
                                      <p:tavLst>
                                        <p:tav tm="0">
                                          <p:val>
                                            <p:strVal val="1+#ppt_h/2"/>
                                          </p:val>
                                        </p:tav>
                                        <p:tav tm="100000">
                                          <p:val>
                                            <p:strVal val="#ppt_y"/>
                                          </p:val>
                                        </p:tav>
                                      </p:tavLst>
                                    </p:anim>
                                  </p:childTnLst>
                                </p:cTn>
                              </p:par>
                            </p:childTnLst>
                          </p:cTn>
                        </p:par>
                      </p:childTnLst>
                    </p:cTn>
                  </p:par>
                  <p:par>
                    <p:cTn id="366" fill="hold">
                      <p:stCondLst>
                        <p:cond delay="indefinite"/>
                      </p:stCondLst>
                      <p:childTnLst>
                        <p:par>
                          <p:cTn id="367" fill="hold">
                            <p:stCondLst>
                              <p:cond delay="0"/>
                            </p:stCondLst>
                            <p:childTnLst>
                              <p:par>
                                <p:cTn id="368" presetID="18" presetClass="entr" presetSubtype="3" fill="hold" grpId="0" nodeType="clickEffect">
                                  <p:stCondLst>
                                    <p:cond delay="0"/>
                                  </p:stCondLst>
                                  <p:childTnLst>
                                    <p:set>
                                      <p:cBhvr>
                                        <p:cTn id="369" dur="1" fill="hold">
                                          <p:stCondLst>
                                            <p:cond delay="0"/>
                                          </p:stCondLst>
                                        </p:cTn>
                                        <p:tgtEl>
                                          <p:spTgt spid="60"/>
                                        </p:tgtEl>
                                        <p:attrNameLst>
                                          <p:attrName>style.visibility</p:attrName>
                                        </p:attrNameLst>
                                      </p:cBhvr>
                                      <p:to>
                                        <p:strVal val="visible"/>
                                      </p:to>
                                    </p:set>
                                    <p:animEffect transition="in" filter="strips(upRight)">
                                      <p:cBhvr>
                                        <p:cTn id="370" dur="500"/>
                                        <p:tgtEl>
                                          <p:spTgt spid="60"/>
                                        </p:tgtEl>
                                      </p:cBhvr>
                                    </p:animEffect>
                                  </p:childTnLst>
                                </p:cTn>
                              </p:par>
                            </p:childTnLst>
                          </p:cTn>
                        </p:par>
                      </p:childTnLst>
                    </p:cTn>
                  </p:par>
                  <p:par>
                    <p:cTn id="371" fill="hold">
                      <p:stCondLst>
                        <p:cond delay="indefinite"/>
                      </p:stCondLst>
                      <p:childTnLst>
                        <p:par>
                          <p:cTn id="372" fill="hold">
                            <p:stCondLst>
                              <p:cond delay="0"/>
                            </p:stCondLst>
                            <p:childTnLst>
                              <p:par>
                                <p:cTn id="373" presetID="17" presetClass="entr" presetSubtype="1" fill="hold" grpId="0" nodeType="clickEffect">
                                  <p:stCondLst>
                                    <p:cond delay="0"/>
                                  </p:stCondLst>
                                  <p:childTnLst>
                                    <p:set>
                                      <p:cBhvr>
                                        <p:cTn id="374" dur="1" fill="hold">
                                          <p:stCondLst>
                                            <p:cond delay="0"/>
                                          </p:stCondLst>
                                        </p:cTn>
                                        <p:tgtEl>
                                          <p:spTgt spid="62"/>
                                        </p:tgtEl>
                                        <p:attrNameLst>
                                          <p:attrName>style.visibility</p:attrName>
                                        </p:attrNameLst>
                                      </p:cBhvr>
                                      <p:to>
                                        <p:strVal val="visible"/>
                                      </p:to>
                                    </p:set>
                                    <p:anim calcmode="lin" valueType="num">
                                      <p:cBhvr>
                                        <p:cTn id="375" dur="500" fill="hold"/>
                                        <p:tgtEl>
                                          <p:spTgt spid="62"/>
                                        </p:tgtEl>
                                        <p:attrNameLst>
                                          <p:attrName>ppt_x</p:attrName>
                                        </p:attrNameLst>
                                      </p:cBhvr>
                                      <p:tavLst>
                                        <p:tav tm="0">
                                          <p:val>
                                            <p:strVal val="#ppt_x"/>
                                          </p:val>
                                        </p:tav>
                                        <p:tav tm="100000">
                                          <p:val>
                                            <p:strVal val="#ppt_x"/>
                                          </p:val>
                                        </p:tav>
                                      </p:tavLst>
                                    </p:anim>
                                    <p:anim calcmode="lin" valueType="num">
                                      <p:cBhvr>
                                        <p:cTn id="376" dur="500" fill="hold"/>
                                        <p:tgtEl>
                                          <p:spTgt spid="62"/>
                                        </p:tgtEl>
                                        <p:attrNameLst>
                                          <p:attrName>ppt_y</p:attrName>
                                        </p:attrNameLst>
                                      </p:cBhvr>
                                      <p:tavLst>
                                        <p:tav tm="0">
                                          <p:val>
                                            <p:strVal val="#ppt_y-#ppt_h/2"/>
                                          </p:val>
                                        </p:tav>
                                        <p:tav tm="100000">
                                          <p:val>
                                            <p:strVal val="#ppt_y"/>
                                          </p:val>
                                        </p:tav>
                                      </p:tavLst>
                                    </p:anim>
                                    <p:anim calcmode="lin" valueType="num">
                                      <p:cBhvr>
                                        <p:cTn id="377" dur="500" fill="hold"/>
                                        <p:tgtEl>
                                          <p:spTgt spid="62"/>
                                        </p:tgtEl>
                                        <p:attrNameLst>
                                          <p:attrName>ppt_w</p:attrName>
                                        </p:attrNameLst>
                                      </p:cBhvr>
                                      <p:tavLst>
                                        <p:tav tm="0">
                                          <p:val>
                                            <p:strVal val="#ppt_w"/>
                                          </p:val>
                                        </p:tav>
                                        <p:tav tm="100000">
                                          <p:val>
                                            <p:strVal val="#ppt_w"/>
                                          </p:val>
                                        </p:tav>
                                      </p:tavLst>
                                    </p:anim>
                                    <p:anim calcmode="lin" valueType="num">
                                      <p:cBhvr>
                                        <p:cTn id="378" dur="500" fill="hold"/>
                                        <p:tgtEl>
                                          <p:spTgt spid="62"/>
                                        </p:tgtEl>
                                        <p:attrNameLst>
                                          <p:attrName>ppt_h</p:attrName>
                                        </p:attrNameLst>
                                      </p:cBhvr>
                                      <p:tavLst>
                                        <p:tav tm="0">
                                          <p:val>
                                            <p:fltVal val="0"/>
                                          </p:val>
                                        </p:tav>
                                        <p:tav tm="100000">
                                          <p:val>
                                            <p:strVal val="#ppt_h"/>
                                          </p:val>
                                        </p:tav>
                                      </p:tavLst>
                                    </p:anim>
                                  </p:childTnLst>
                                </p:cTn>
                              </p:par>
                            </p:childTnLst>
                          </p:cTn>
                        </p:par>
                      </p:childTnLst>
                    </p:cTn>
                  </p:par>
                  <p:par>
                    <p:cTn id="379" fill="hold">
                      <p:stCondLst>
                        <p:cond delay="indefinite"/>
                      </p:stCondLst>
                      <p:childTnLst>
                        <p:par>
                          <p:cTn id="380" fill="hold">
                            <p:stCondLst>
                              <p:cond delay="0"/>
                            </p:stCondLst>
                            <p:childTnLst>
                              <p:par>
                                <p:cTn id="381" presetID="18" presetClass="entr" presetSubtype="6" fill="hold" grpId="0" nodeType="clickEffect">
                                  <p:stCondLst>
                                    <p:cond delay="0"/>
                                  </p:stCondLst>
                                  <p:childTnLst>
                                    <p:set>
                                      <p:cBhvr>
                                        <p:cTn id="382" dur="1" fill="hold">
                                          <p:stCondLst>
                                            <p:cond delay="0"/>
                                          </p:stCondLst>
                                        </p:cTn>
                                        <p:tgtEl>
                                          <p:spTgt spid="212006"/>
                                        </p:tgtEl>
                                        <p:attrNameLst>
                                          <p:attrName>style.visibility</p:attrName>
                                        </p:attrNameLst>
                                      </p:cBhvr>
                                      <p:to>
                                        <p:strVal val="visible"/>
                                      </p:to>
                                    </p:set>
                                    <p:animEffect transition="in" filter="strips(downRight)">
                                      <p:cBhvr>
                                        <p:cTn id="383" dur="500"/>
                                        <p:tgtEl>
                                          <p:spTgt spid="212006"/>
                                        </p:tgtEl>
                                      </p:cBhvr>
                                    </p:animEffect>
                                  </p:childTnLst>
                                </p:cTn>
                              </p:par>
                            </p:childTnLst>
                          </p:cTn>
                        </p:par>
                      </p:childTnLst>
                    </p:cTn>
                  </p:par>
                  <p:par>
                    <p:cTn id="384" fill="hold" nodeType="clickPar">
                      <p:stCondLst>
                        <p:cond delay="indefinite"/>
                      </p:stCondLst>
                      <p:childTnLst>
                        <p:par>
                          <p:cTn id="385" fill="hold" nodeType="withGroup">
                            <p:stCondLst>
                              <p:cond delay="0"/>
                            </p:stCondLst>
                            <p:childTnLst>
                              <p:par>
                                <p:cTn id="386" presetID="2" presetClass="entr" presetSubtype="2" fill="hold" grpId="0" nodeType="clickEffect">
                                  <p:stCondLst>
                                    <p:cond delay="0"/>
                                  </p:stCondLst>
                                  <p:childTnLst>
                                    <p:set>
                                      <p:cBhvr>
                                        <p:cTn id="387" dur="1" fill="hold">
                                          <p:stCondLst>
                                            <p:cond delay="0"/>
                                          </p:stCondLst>
                                        </p:cTn>
                                        <p:tgtEl>
                                          <p:spTgt spid="212008"/>
                                        </p:tgtEl>
                                        <p:attrNameLst>
                                          <p:attrName>style.visibility</p:attrName>
                                        </p:attrNameLst>
                                      </p:cBhvr>
                                      <p:to>
                                        <p:strVal val="visible"/>
                                      </p:to>
                                    </p:set>
                                    <p:anim calcmode="lin" valueType="num">
                                      <p:cBhvr additive="base">
                                        <p:cTn id="388" dur="500" fill="hold"/>
                                        <p:tgtEl>
                                          <p:spTgt spid="212008"/>
                                        </p:tgtEl>
                                        <p:attrNameLst>
                                          <p:attrName>ppt_x</p:attrName>
                                        </p:attrNameLst>
                                      </p:cBhvr>
                                      <p:tavLst>
                                        <p:tav tm="0">
                                          <p:val>
                                            <p:strVal val="1+#ppt_w/2"/>
                                          </p:val>
                                        </p:tav>
                                        <p:tav tm="100000">
                                          <p:val>
                                            <p:strVal val="#ppt_x"/>
                                          </p:val>
                                        </p:tav>
                                      </p:tavLst>
                                    </p:anim>
                                    <p:anim calcmode="lin" valueType="num">
                                      <p:cBhvr additive="base">
                                        <p:cTn id="389" dur="500" fill="hold"/>
                                        <p:tgtEl>
                                          <p:spTgt spid="212008"/>
                                        </p:tgtEl>
                                        <p:attrNameLst>
                                          <p:attrName>ppt_y</p:attrName>
                                        </p:attrNameLst>
                                      </p:cBhvr>
                                      <p:tavLst>
                                        <p:tav tm="0">
                                          <p:val>
                                            <p:strVal val="#ppt_y"/>
                                          </p:val>
                                        </p:tav>
                                        <p:tav tm="100000">
                                          <p:val>
                                            <p:strVal val="#ppt_y"/>
                                          </p:val>
                                        </p:tav>
                                      </p:tavLst>
                                    </p:anim>
                                  </p:childTnLst>
                                </p:cTn>
                              </p:par>
                            </p:childTnLst>
                          </p:cTn>
                        </p:par>
                      </p:childTnLst>
                    </p:cTn>
                  </p:par>
                  <p:par>
                    <p:cTn id="390" fill="hold" nodeType="clickPar">
                      <p:stCondLst>
                        <p:cond delay="indefinite"/>
                      </p:stCondLst>
                      <p:childTnLst>
                        <p:par>
                          <p:cTn id="391" fill="hold" nodeType="withGroup">
                            <p:stCondLst>
                              <p:cond delay="0"/>
                            </p:stCondLst>
                            <p:childTnLst>
                              <p:par>
                                <p:cTn id="392" presetID="2" presetClass="entr" presetSubtype="4" fill="hold" grpId="0" nodeType="clickEffect">
                                  <p:stCondLst>
                                    <p:cond delay="0"/>
                                  </p:stCondLst>
                                  <p:childTnLst>
                                    <p:set>
                                      <p:cBhvr>
                                        <p:cTn id="393" dur="1" fill="hold">
                                          <p:stCondLst>
                                            <p:cond delay="0"/>
                                          </p:stCondLst>
                                        </p:cTn>
                                        <p:tgtEl>
                                          <p:spTgt spid="212004"/>
                                        </p:tgtEl>
                                        <p:attrNameLst>
                                          <p:attrName>style.visibility</p:attrName>
                                        </p:attrNameLst>
                                      </p:cBhvr>
                                      <p:to>
                                        <p:strVal val="visible"/>
                                      </p:to>
                                    </p:set>
                                    <p:anim calcmode="lin" valueType="num">
                                      <p:cBhvr additive="base">
                                        <p:cTn id="394" dur="500" fill="hold"/>
                                        <p:tgtEl>
                                          <p:spTgt spid="212004"/>
                                        </p:tgtEl>
                                        <p:attrNameLst>
                                          <p:attrName>ppt_x</p:attrName>
                                        </p:attrNameLst>
                                      </p:cBhvr>
                                      <p:tavLst>
                                        <p:tav tm="0">
                                          <p:val>
                                            <p:strVal val="#ppt_x"/>
                                          </p:val>
                                        </p:tav>
                                        <p:tav tm="100000">
                                          <p:val>
                                            <p:strVal val="#ppt_x"/>
                                          </p:val>
                                        </p:tav>
                                      </p:tavLst>
                                    </p:anim>
                                    <p:anim calcmode="lin" valueType="num">
                                      <p:cBhvr additive="base">
                                        <p:cTn id="395" dur="500" fill="hold"/>
                                        <p:tgtEl>
                                          <p:spTgt spid="212004"/>
                                        </p:tgtEl>
                                        <p:attrNameLst>
                                          <p:attrName>ppt_y</p:attrName>
                                        </p:attrNameLst>
                                      </p:cBhvr>
                                      <p:tavLst>
                                        <p:tav tm="0">
                                          <p:val>
                                            <p:strVal val="1+#ppt_h/2"/>
                                          </p:val>
                                        </p:tav>
                                        <p:tav tm="100000">
                                          <p:val>
                                            <p:strVal val="#ppt_y"/>
                                          </p:val>
                                        </p:tav>
                                      </p:tavLst>
                                    </p:anim>
                                  </p:childTnLst>
                                </p:cTn>
                              </p:par>
                            </p:childTnLst>
                          </p:cTn>
                        </p:par>
                      </p:childTnLst>
                    </p:cTn>
                  </p:par>
                  <p:par>
                    <p:cTn id="396" fill="hold" nodeType="clickPar">
                      <p:stCondLst>
                        <p:cond delay="indefinite"/>
                      </p:stCondLst>
                      <p:childTnLst>
                        <p:par>
                          <p:cTn id="397" fill="hold" nodeType="withGroup">
                            <p:stCondLst>
                              <p:cond delay="0"/>
                            </p:stCondLst>
                            <p:childTnLst>
                              <p:par>
                                <p:cTn id="398" presetID="18" presetClass="entr" presetSubtype="12" fill="hold" grpId="0" nodeType="clickEffect">
                                  <p:stCondLst>
                                    <p:cond delay="0"/>
                                  </p:stCondLst>
                                  <p:childTnLst>
                                    <p:set>
                                      <p:cBhvr>
                                        <p:cTn id="399" dur="1" fill="hold">
                                          <p:stCondLst>
                                            <p:cond delay="0"/>
                                          </p:stCondLst>
                                        </p:cTn>
                                        <p:tgtEl>
                                          <p:spTgt spid="212014"/>
                                        </p:tgtEl>
                                        <p:attrNameLst>
                                          <p:attrName>style.visibility</p:attrName>
                                        </p:attrNameLst>
                                      </p:cBhvr>
                                      <p:to>
                                        <p:strVal val="visible"/>
                                      </p:to>
                                    </p:set>
                                    <p:animEffect transition="in" filter="strips(downLeft)">
                                      <p:cBhvr>
                                        <p:cTn id="400" dur="500"/>
                                        <p:tgtEl>
                                          <p:spTgt spid="212014"/>
                                        </p:tgtEl>
                                      </p:cBhvr>
                                    </p:animEffect>
                                  </p:childTnLst>
                                </p:cTn>
                              </p:par>
                            </p:childTnLst>
                          </p:cTn>
                        </p:par>
                      </p:childTnLst>
                    </p:cTn>
                  </p:par>
                  <p:par>
                    <p:cTn id="401" fill="hold" nodeType="clickPar">
                      <p:stCondLst>
                        <p:cond delay="indefinite"/>
                      </p:stCondLst>
                      <p:childTnLst>
                        <p:par>
                          <p:cTn id="402" fill="hold" nodeType="withGroup">
                            <p:stCondLst>
                              <p:cond delay="0"/>
                            </p:stCondLst>
                            <p:childTnLst>
                              <p:par>
                                <p:cTn id="403" presetID="2" presetClass="entr" presetSubtype="4" fill="hold" grpId="0" nodeType="clickEffect">
                                  <p:stCondLst>
                                    <p:cond delay="0"/>
                                  </p:stCondLst>
                                  <p:childTnLst>
                                    <p:set>
                                      <p:cBhvr>
                                        <p:cTn id="404" dur="1" fill="hold">
                                          <p:stCondLst>
                                            <p:cond delay="0"/>
                                          </p:stCondLst>
                                        </p:cTn>
                                        <p:tgtEl>
                                          <p:spTgt spid="212009"/>
                                        </p:tgtEl>
                                        <p:attrNameLst>
                                          <p:attrName>style.visibility</p:attrName>
                                        </p:attrNameLst>
                                      </p:cBhvr>
                                      <p:to>
                                        <p:strVal val="visible"/>
                                      </p:to>
                                    </p:set>
                                    <p:anim calcmode="lin" valueType="num">
                                      <p:cBhvr additive="base">
                                        <p:cTn id="405" dur="500" fill="hold"/>
                                        <p:tgtEl>
                                          <p:spTgt spid="212009"/>
                                        </p:tgtEl>
                                        <p:attrNameLst>
                                          <p:attrName>ppt_x</p:attrName>
                                        </p:attrNameLst>
                                      </p:cBhvr>
                                      <p:tavLst>
                                        <p:tav tm="0">
                                          <p:val>
                                            <p:strVal val="#ppt_x"/>
                                          </p:val>
                                        </p:tav>
                                        <p:tav tm="100000">
                                          <p:val>
                                            <p:strVal val="#ppt_x"/>
                                          </p:val>
                                        </p:tav>
                                      </p:tavLst>
                                    </p:anim>
                                    <p:anim calcmode="lin" valueType="num">
                                      <p:cBhvr additive="base">
                                        <p:cTn id="406" dur="500" fill="hold"/>
                                        <p:tgtEl>
                                          <p:spTgt spid="21200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1970" grpId="0" animBg="1"/>
      <p:bldP spid="211971" grpId="0" autoUpdateAnimBg="0"/>
      <p:bldP spid="211972" grpId="0" autoUpdateAnimBg="0"/>
      <p:bldP spid="211973" grpId="0" animBg="1"/>
      <p:bldP spid="211974" grpId="0" animBg="1"/>
      <p:bldP spid="211975" grpId="0" animBg="1"/>
      <p:bldP spid="211976" grpId="0" animBg="1"/>
      <p:bldP spid="211977" grpId="0" autoUpdateAnimBg="0"/>
      <p:bldP spid="211978" grpId="0" autoUpdateAnimBg="0"/>
      <p:bldP spid="211979" grpId="0" autoUpdateAnimBg="0"/>
      <p:bldP spid="211980" grpId="0" autoUpdateAnimBg="0"/>
      <p:bldP spid="211981" grpId="0" autoUpdateAnimBg="0"/>
      <p:bldP spid="211982" grpId="0" autoUpdateAnimBg="0"/>
      <p:bldP spid="211983" grpId="0" animBg="1"/>
      <p:bldP spid="211984" grpId="0" animBg="1"/>
      <p:bldP spid="211985" grpId="0" animBg="1"/>
      <p:bldP spid="211986" grpId="0" animBg="1"/>
      <p:bldP spid="211987" grpId="0" animBg="1"/>
      <p:bldP spid="211988" grpId="0" animBg="1"/>
      <p:bldP spid="211989" grpId="0" animBg="1"/>
      <p:bldP spid="211990" grpId="0" animBg="1"/>
      <p:bldP spid="211991" grpId="0" animBg="1"/>
      <p:bldP spid="211992" grpId="0" autoUpdateAnimBg="0"/>
      <p:bldP spid="211993" grpId="0" autoUpdateAnimBg="0"/>
      <p:bldP spid="211994" grpId="0" autoUpdateAnimBg="0"/>
      <p:bldP spid="211995" grpId="0" animBg="1"/>
      <p:bldP spid="211996" grpId="0" animBg="1"/>
      <p:bldP spid="211997" grpId="0" animBg="1"/>
      <p:bldP spid="211998" grpId="0" animBg="1"/>
      <p:bldP spid="211999" grpId="0" animBg="1"/>
      <p:bldP spid="212000" grpId="0" animBg="1"/>
      <p:bldP spid="212001" grpId="0" animBg="1"/>
      <p:bldP spid="212002" grpId="0" animBg="1"/>
      <p:bldP spid="212003" grpId="0" animBg="1"/>
      <p:bldP spid="212004" grpId="0" autoUpdateAnimBg="0"/>
      <p:bldP spid="212005" grpId="0" animBg="1"/>
      <p:bldP spid="212006" grpId="0" animBg="1"/>
      <p:bldP spid="212007" grpId="0" animBg="1"/>
      <p:bldP spid="212008" grpId="0" animBg="1"/>
      <p:bldP spid="212009" grpId="0" autoUpdateAnimBg="0"/>
      <p:bldP spid="212010" grpId="0" autoUpdateAnimBg="0"/>
      <p:bldP spid="212011" grpId="0" autoUpdateAnimBg="0"/>
      <p:bldP spid="212012" grpId="0" animBg="1"/>
      <p:bldP spid="212013" grpId="0" animBg="1"/>
      <p:bldP spid="212014" grpId="0" animBg="1"/>
      <p:bldP spid="212015" grpId="0" autoUpdateAnimBg="0"/>
      <p:bldP spid="212016" grpId="0" animBg="1"/>
      <p:bldP spid="212017" grpId="0" animBg="1"/>
      <p:bldP spid="212018" grpId="0" animBg="1"/>
      <p:bldP spid="212019" grpId="0" autoUpdateAnimBg="0"/>
      <p:bldP spid="212020" grpId="0" animBg="1"/>
      <p:bldP spid="212021" grpId="0" animBg="1"/>
      <p:bldP spid="212022" grpId="0" autoUpdateAnimBg="0"/>
      <p:bldP spid="212023" grpId="0" autoUpdateAnimBg="0"/>
      <p:bldP spid="60" grpId="0" animBg="1"/>
      <p:bldP spid="61" grpId="0" autoUpdateAnimBg="0"/>
      <p:bldP spid="62"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Line 2"/>
          <p:cNvSpPr>
            <a:spLocks noChangeShapeType="1"/>
          </p:cNvSpPr>
          <p:nvPr/>
        </p:nvSpPr>
        <p:spPr bwMode="auto">
          <a:xfrm>
            <a:off x="2895600" y="2971800"/>
            <a:ext cx="55626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14019" name="Line 3"/>
          <p:cNvSpPr>
            <a:spLocks noChangeShapeType="1"/>
          </p:cNvSpPr>
          <p:nvPr/>
        </p:nvSpPr>
        <p:spPr bwMode="auto">
          <a:xfrm>
            <a:off x="3352800" y="3657600"/>
            <a:ext cx="30480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14020" name="Line 4"/>
          <p:cNvSpPr>
            <a:spLocks noChangeShapeType="1"/>
          </p:cNvSpPr>
          <p:nvPr/>
        </p:nvSpPr>
        <p:spPr bwMode="auto">
          <a:xfrm>
            <a:off x="2895600" y="3914775"/>
            <a:ext cx="3581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14021" name="Line 5"/>
          <p:cNvSpPr>
            <a:spLocks noChangeShapeType="1"/>
          </p:cNvSpPr>
          <p:nvPr/>
        </p:nvSpPr>
        <p:spPr bwMode="auto">
          <a:xfrm>
            <a:off x="5181600" y="1828800"/>
            <a:ext cx="0" cy="3581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14022" name="Line 6"/>
          <p:cNvSpPr>
            <a:spLocks noChangeShapeType="1"/>
          </p:cNvSpPr>
          <p:nvPr/>
        </p:nvSpPr>
        <p:spPr bwMode="auto">
          <a:xfrm>
            <a:off x="5791200" y="1524000"/>
            <a:ext cx="2362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14024" name="Line 8"/>
          <p:cNvSpPr>
            <a:spLocks noChangeShapeType="1"/>
          </p:cNvSpPr>
          <p:nvPr/>
        </p:nvSpPr>
        <p:spPr bwMode="auto">
          <a:xfrm>
            <a:off x="3124200" y="2514600"/>
            <a:ext cx="3962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14025" name="Text Box 9"/>
          <p:cNvSpPr txBox="1">
            <a:spLocks noChangeArrowheads="1"/>
          </p:cNvSpPr>
          <p:nvPr/>
        </p:nvSpPr>
        <p:spPr bwMode="auto">
          <a:xfrm>
            <a:off x="4953002" y="2209800"/>
            <a:ext cx="32226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Times New Roman" panose="02020603050405020304" pitchFamily="18" charset="0"/>
              </a:rPr>
              <a:t>a’</a:t>
            </a:r>
          </a:p>
        </p:txBody>
      </p:sp>
      <p:sp>
        <p:nvSpPr>
          <p:cNvPr id="214026" name="Text Box 10"/>
          <p:cNvSpPr txBox="1">
            <a:spLocks noChangeArrowheads="1"/>
          </p:cNvSpPr>
          <p:nvPr/>
        </p:nvSpPr>
        <p:spPr bwMode="auto">
          <a:xfrm>
            <a:off x="6279356" y="1104615"/>
            <a:ext cx="3317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Times New Roman" panose="02020603050405020304" pitchFamily="18" charset="0"/>
              </a:rPr>
              <a:t>b’</a:t>
            </a:r>
          </a:p>
        </p:txBody>
      </p:sp>
      <p:sp>
        <p:nvSpPr>
          <p:cNvPr id="214027" name="Text Box 11"/>
          <p:cNvSpPr txBox="1">
            <a:spLocks noChangeArrowheads="1"/>
          </p:cNvSpPr>
          <p:nvPr/>
        </p:nvSpPr>
        <p:spPr bwMode="auto">
          <a:xfrm rot="-2669413">
            <a:off x="5381318" y="1617314"/>
            <a:ext cx="762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dirty="0">
                <a:latin typeface="Times New Roman" panose="02020603050405020304" pitchFamily="18" charset="0"/>
              </a:rPr>
              <a:t>FV</a:t>
            </a:r>
          </a:p>
        </p:txBody>
      </p:sp>
      <p:grpSp>
        <p:nvGrpSpPr>
          <p:cNvPr id="214028" name="Group 12"/>
          <p:cNvGrpSpPr>
            <a:grpSpLocks/>
          </p:cNvGrpSpPr>
          <p:nvPr/>
        </p:nvGrpSpPr>
        <p:grpSpPr bwMode="auto">
          <a:xfrm>
            <a:off x="3403600" y="2971800"/>
            <a:ext cx="361950" cy="685800"/>
            <a:chOff x="896" y="2160"/>
            <a:chExt cx="228" cy="432"/>
          </a:xfrm>
        </p:grpSpPr>
        <p:sp>
          <p:nvSpPr>
            <p:cNvPr id="214029" name="Line 13"/>
            <p:cNvSpPr>
              <a:spLocks noChangeShapeType="1"/>
            </p:cNvSpPr>
            <p:nvPr/>
          </p:nvSpPr>
          <p:spPr bwMode="auto">
            <a:xfrm>
              <a:off x="1008" y="2448"/>
              <a:ext cx="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14030" name="Line 14"/>
            <p:cNvSpPr>
              <a:spLocks noChangeShapeType="1"/>
            </p:cNvSpPr>
            <p:nvPr/>
          </p:nvSpPr>
          <p:spPr bwMode="auto">
            <a:xfrm flipV="1">
              <a:off x="1008" y="2160"/>
              <a:ext cx="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14031" name="Text Box 15"/>
            <p:cNvSpPr txBox="1">
              <a:spLocks noChangeArrowheads="1"/>
            </p:cNvSpPr>
            <p:nvPr/>
          </p:nvSpPr>
          <p:spPr bwMode="auto">
            <a:xfrm>
              <a:off x="896" y="2280"/>
              <a:ext cx="22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Times New Roman" panose="02020603050405020304" pitchFamily="18" charset="0"/>
                </a:rPr>
                <a:t>30</a:t>
              </a:r>
            </a:p>
          </p:txBody>
        </p:sp>
      </p:grpSp>
      <p:grpSp>
        <p:nvGrpSpPr>
          <p:cNvPr id="214032" name="Group 16"/>
          <p:cNvGrpSpPr>
            <a:grpSpLocks/>
          </p:cNvGrpSpPr>
          <p:nvPr/>
        </p:nvGrpSpPr>
        <p:grpSpPr bwMode="auto">
          <a:xfrm>
            <a:off x="3143250" y="2971800"/>
            <a:ext cx="361950" cy="914400"/>
            <a:chOff x="624" y="2160"/>
            <a:chExt cx="228" cy="576"/>
          </a:xfrm>
        </p:grpSpPr>
        <p:sp>
          <p:nvSpPr>
            <p:cNvPr id="214033" name="Line 17"/>
            <p:cNvSpPr>
              <a:spLocks noChangeShapeType="1"/>
            </p:cNvSpPr>
            <p:nvPr/>
          </p:nvSpPr>
          <p:spPr bwMode="auto">
            <a:xfrm flipV="1">
              <a:off x="720" y="2160"/>
              <a:ext cx="0" cy="19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14034" name="Line 18"/>
            <p:cNvSpPr>
              <a:spLocks noChangeShapeType="1"/>
            </p:cNvSpPr>
            <p:nvPr/>
          </p:nvSpPr>
          <p:spPr bwMode="auto">
            <a:xfrm>
              <a:off x="720" y="2592"/>
              <a:ext cx="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14035" name="Text Box 19"/>
            <p:cNvSpPr txBox="1">
              <a:spLocks noChangeArrowheads="1"/>
            </p:cNvSpPr>
            <p:nvPr/>
          </p:nvSpPr>
          <p:spPr bwMode="auto">
            <a:xfrm>
              <a:off x="624" y="2400"/>
              <a:ext cx="22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Times New Roman" panose="02020603050405020304" pitchFamily="18" charset="0"/>
                </a:rPr>
                <a:t>45</a:t>
              </a:r>
            </a:p>
          </p:txBody>
        </p:sp>
      </p:grpSp>
      <p:grpSp>
        <p:nvGrpSpPr>
          <p:cNvPr id="214036" name="Group 20"/>
          <p:cNvGrpSpPr>
            <a:grpSpLocks/>
          </p:cNvGrpSpPr>
          <p:nvPr/>
        </p:nvGrpSpPr>
        <p:grpSpPr bwMode="auto">
          <a:xfrm>
            <a:off x="3352800" y="2495550"/>
            <a:ext cx="361950" cy="476250"/>
            <a:chOff x="864" y="1860"/>
            <a:chExt cx="228" cy="300"/>
          </a:xfrm>
        </p:grpSpPr>
        <p:sp>
          <p:nvSpPr>
            <p:cNvPr id="214037" name="Line 21"/>
            <p:cNvSpPr>
              <a:spLocks noChangeShapeType="1"/>
            </p:cNvSpPr>
            <p:nvPr/>
          </p:nvSpPr>
          <p:spPr bwMode="auto">
            <a:xfrm>
              <a:off x="1008" y="2064"/>
              <a:ext cx="0" cy="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14038" name="Line 22"/>
            <p:cNvSpPr>
              <a:spLocks noChangeShapeType="1"/>
            </p:cNvSpPr>
            <p:nvPr/>
          </p:nvSpPr>
          <p:spPr bwMode="auto">
            <a:xfrm flipV="1">
              <a:off x="1008" y="1860"/>
              <a:ext cx="0" cy="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14039" name="Text Box 23"/>
            <p:cNvSpPr txBox="1">
              <a:spLocks noChangeArrowheads="1"/>
            </p:cNvSpPr>
            <p:nvPr/>
          </p:nvSpPr>
          <p:spPr bwMode="auto">
            <a:xfrm>
              <a:off x="864" y="1920"/>
              <a:ext cx="22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Times New Roman" panose="02020603050405020304" pitchFamily="18" charset="0"/>
                </a:rPr>
                <a:t>10</a:t>
              </a:r>
            </a:p>
          </p:txBody>
        </p:sp>
      </p:grpSp>
      <p:sp>
        <p:nvSpPr>
          <p:cNvPr id="214040" name="Text Box 24"/>
          <p:cNvSpPr txBox="1">
            <a:spLocks noChangeArrowheads="1"/>
          </p:cNvSpPr>
          <p:nvPr/>
        </p:nvSpPr>
        <p:spPr bwMode="auto">
          <a:xfrm>
            <a:off x="7696202" y="1276350"/>
            <a:ext cx="1452563"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200" dirty="0">
                <a:latin typeface="Times New Roman" panose="02020603050405020304" pitchFamily="18" charset="0"/>
              </a:rPr>
              <a:t>LOCUS OF b’ &amp; b’</a:t>
            </a:r>
            <a:r>
              <a:rPr lang="en-US" altLang="en-US" sz="1200" baseline="-25000" dirty="0">
                <a:latin typeface="Times New Roman" panose="02020603050405020304" pitchFamily="18" charset="0"/>
              </a:rPr>
              <a:t>1</a:t>
            </a:r>
          </a:p>
        </p:txBody>
      </p:sp>
      <p:sp>
        <p:nvSpPr>
          <p:cNvPr id="214041" name="Text Box 25"/>
          <p:cNvSpPr txBox="1">
            <a:spLocks noChangeArrowheads="1"/>
          </p:cNvSpPr>
          <p:nvPr/>
        </p:nvSpPr>
        <p:spPr bwMode="auto">
          <a:xfrm>
            <a:off x="2613388" y="2727325"/>
            <a:ext cx="4048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400" dirty="0">
                <a:latin typeface="Times New Roman" panose="02020603050405020304" pitchFamily="18" charset="0"/>
              </a:rPr>
              <a:t>X</a:t>
            </a:r>
          </a:p>
        </p:txBody>
      </p:sp>
      <p:sp>
        <p:nvSpPr>
          <p:cNvPr id="214042" name="Text Box 26"/>
          <p:cNvSpPr txBox="1">
            <a:spLocks noChangeArrowheads="1"/>
          </p:cNvSpPr>
          <p:nvPr/>
        </p:nvSpPr>
        <p:spPr bwMode="auto">
          <a:xfrm>
            <a:off x="8382002" y="2708275"/>
            <a:ext cx="4048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400" dirty="0">
                <a:latin typeface="Times New Roman" panose="02020603050405020304" pitchFamily="18" charset="0"/>
              </a:rPr>
              <a:t>Y</a:t>
            </a:r>
          </a:p>
        </p:txBody>
      </p:sp>
      <p:sp>
        <p:nvSpPr>
          <p:cNvPr id="214043" name="Text Box 27"/>
          <p:cNvSpPr txBox="1">
            <a:spLocks noChangeArrowheads="1"/>
          </p:cNvSpPr>
          <p:nvPr/>
        </p:nvSpPr>
        <p:spPr bwMode="auto">
          <a:xfrm>
            <a:off x="5816600" y="2133602"/>
            <a:ext cx="42351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Times New Roman" panose="02020603050405020304" pitchFamily="18" charset="0"/>
              </a:rPr>
              <a:t>45</a:t>
            </a:r>
            <a:r>
              <a:rPr lang="en-US" altLang="en-US" sz="1400" baseline="30000" dirty="0">
                <a:latin typeface="Times New Roman" panose="02020603050405020304" pitchFamily="18" charset="0"/>
              </a:rPr>
              <a:t>0</a:t>
            </a:r>
          </a:p>
        </p:txBody>
      </p:sp>
      <p:sp>
        <p:nvSpPr>
          <p:cNvPr id="214044" name="Line 28"/>
          <p:cNvSpPr>
            <a:spLocks noChangeShapeType="1"/>
          </p:cNvSpPr>
          <p:nvPr/>
        </p:nvSpPr>
        <p:spPr bwMode="auto">
          <a:xfrm flipH="1">
            <a:off x="3886200" y="2514600"/>
            <a:ext cx="1295400" cy="1143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14045" name="Line 29"/>
          <p:cNvSpPr>
            <a:spLocks noChangeShapeType="1"/>
          </p:cNvSpPr>
          <p:nvPr/>
        </p:nvSpPr>
        <p:spPr bwMode="auto">
          <a:xfrm>
            <a:off x="3886200" y="2971800"/>
            <a:ext cx="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14046" name="Text Box 30"/>
          <p:cNvSpPr txBox="1">
            <a:spLocks noChangeArrowheads="1"/>
          </p:cNvSpPr>
          <p:nvPr/>
        </p:nvSpPr>
        <p:spPr bwMode="auto">
          <a:xfrm>
            <a:off x="3695699" y="3630613"/>
            <a:ext cx="42351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Times New Roman" panose="02020603050405020304" pitchFamily="18" charset="0"/>
              </a:rPr>
              <a:t>VT</a:t>
            </a:r>
          </a:p>
        </p:txBody>
      </p:sp>
      <p:sp>
        <p:nvSpPr>
          <p:cNvPr id="214047" name="Text Box 31"/>
          <p:cNvSpPr txBox="1">
            <a:spLocks noChangeArrowheads="1"/>
          </p:cNvSpPr>
          <p:nvPr/>
        </p:nvSpPr>
        <p:spPr bwMode="auto">
          <a:xfrm>
            <a:off x="3733800" y="2667000"/>
            <a:ext cx="2730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Times New Roman" panose="02020603050405020304" pitchFamily="18" charset="0"/>
              </a:rPr>
              <a:t>v</a:t>
            </a:r>
          </a:p>
        </p:txBody>
      </p:sp>
      <p:sp>
        <p:nvSpPr>
          <p:cNvPr id="214048" name="Line 32"/>
          <p:cNvSpPr>
            <a:spLocks noChangeShapeType="1"/>
          </p:cNvSpPr>
          <p:nvPr/>
        </p:nvSpPr>
        <p:spPr bwMode="auto">
          <a:xfrm>
            <a:off x="4648200" y="2971798"/>
            <a:ext cx="0" cy="94297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14049" name="Line 33"/>
          <p:cNvSpPr>
            <a:spLocks noChangeShapeType="1"/>
          </p:cNvSpPr>
          <p:nvPr/>
        </p:nvSpPr>
        <p:spPr bwMode="auto">
          <a:xfrm>
            <a:off x="3886200" y="2971800"/>
            <a:ext cx="1295400" cy="1600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14050" name="Text Box 34"/>
          <p:cNvSpPr txBox="1">
            <a:spLocks noChangeArrowheads="1"/>
          </p:cNvSpPr>
          <p:nvPr/>
        </p:nvSpPr>
        <p:spPr bwMode="auto">
          <a:xfrm>
            <a:off x="4378561" y="3902075"/>
            <a:ext cx="38735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200" dirty="0">
                <a:latin typeface="Times New Roman" panose="02020603050405020304" pitchFamily="18" charset="0"/>
              </a:rPr>
              <a:t>HT</a:t>
            </a:r>
          </a:p>
        </p:txBody>
      </p:sp>
      <p:sp>
        <p:nvSpPr>
          <p:cNvPr id="214051" name="Text Box 35"/>
          <p:cNvSpPr txBox="1">
            <a:spLocks noChangeArrowheads="1"/>
          </p:cNvSpPr>
          <p:nvPr/>
        </p:nvSpPr>
        <p:spPr bwMode="auto">
          <a:xfrm>
            <a:off x="4419600" y="2667000"/>
            <a:ext cx="3317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Times New Roman" panose="02020603050405020304" pitchFamily="18" charset="0"/>
              </a:rPr>
              <a:t>h’</a:t>
            </a:r>
          </a:p>
        </p:txBody>
      </p:sp>
      <p:sp>
        <p:nvSpPr>
          <p:cNvPr id="214052" name="Line 36"/>
          <p:cNvSpPr>
            <a:spLocks noChangeShapeType="1"/>
          </p:cNvSpPr>
          <p:nvPr/>
        </p:nvSpPr>
        <p:spPr bwMode="auto">
          <a:xfrm>
            <a:off x="5791200" y="6000750"/>
            <a:ext cx="29718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14053" name="Text Box 37"/>
          <p:cNvSpPr txBox="1">
            <a:spLocks noChangeArrowheads="1"/>
          </p:cNvSpPr>
          <p:nvPr/>
        </p:nvSpPr>
        <p:spPr bwMode="auto">
          <a:xfrm>
            <a:off x="7554118" y="6019800"/>
            <a:ext cx="1350963"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200" dirty="0">
                <a:latin typeface="Times New Roman" panose="02020603050405020304" pitchFamily="18" charset="0"/>
              </a:rPr>
              <a:t>LOCUS OF b &amp; b</a:t>
            </a:r>
            <a:r>
              <a:rPr lang="en-US" altLang="en-US" sz="1200" baseline="-25000" dirty="0">
                <a:latin typeface="Times New Roman" panose="02020603050405020304" pitchFamily="18" charset="0"/>
              </a:rPr>
              <a:t>1</a:t>
            </a:r>
          </a:p>
        </p:txBody>
      </p:sp>
      <p:sp>
        <p:nvSpPr>
          <p:cNvPr id="214054" name="Line 38"/>
          <p:cNvSpPr>
            <a:spLocks noChangeShapeType="1"/>
          </p:cNvSpPr>
          <p:nvPr/>
        </p:nvSpPr>
        <p:spPr bwMode="auto">
          <a:xfrm>
            <a:off x="8229600" y="2971800"/>
            <a:ext cx="0" cy="3048000"/>
          </a:xfrm>
          <a:prstGeom prst="line">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a:lstStyle/>
          <a:p>
            <a:endParaRPr lang="en-IN"/>
          </a:p>
        </p:txBody>
      </p:sp>
      <p:sp>
        <p:nvSpPr>
          <p:cNvPr id="214055" name="Text Box 39"/>
          <p:cNvSpPr txBox="1">
            <a:spLocks noChangeArrowheads="1"/>
          </p:cNvSpPr>
          <p:nvPr/>
        </p:nvSpPr>
        <p:spPr bwMode="auto">
          <a:xfrm>
            <a:off x="8229600" y="4191000"/>
            <a:ext cx="4508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Times New Roman" panose="02020603050405020304" pitchFamily="18" charset="0"/>
              </a:rPr>
              <a:t>100</a:t>
            </a:r>
          </a:p>
        </p:txBody>
      </p:sp>
      <p:sp>
        <p:nvSpPr>
          <p:cNvPr id="214056" name="Line 40"/>
          <p:cNvSpPr>
            <a:spLocks noChangeShapeType="1"/>
          </p:cNvSpPr>
          <p:nvPr/>
        </p:nvSpPr>
        <p:spPr bwMode="auto">
          <a:xfrm>
            <a:off x="5191920" y="4559174"/>
            <a:ext cx="1219200" cy="1447800"/>
          </a:xfrm>
          <a:prstGeom prst="line">
            <a:avLst/>
          </a:prstGeom>
          <a:ln>
            <a:headEnd/>
            <a:tailEnd/>
          </a:ln>
        </p:spPr>
        <p:style>
          <a:lnRef idx="1">
            <a:schemeClr val="dk1"/>
          </a:lnRef>
          <a:fillRef idx="0">
            <a:schemeClr val="dk1"/>
          </a:fillRef>
          <a:effectRef idx="0">
            <a:schemeClr val="dk1"/>
          </a:effectRef>
          <a:fontRef idx="minor">
            <a:schemeClr val="tx1"/>
          </a:fontRef>
        </p:style>
        <p:txBody>
          <a:bodyPr/>
          <a:lstStyle/>
          <a:p>
            <a:endParaRPr lang="en-IN"/>
          </a:p>
        </p:txBody>
      </p:sp>
      <p:sp>
        <p:nvSpPr>
          <p:cNvPr id="214057" name="Text Box 41"/>
          <p:cNvSpPr txBox="1">
            <a:spLocks noChangeArrowheads="1"/>
          </p:cNvSpPr>
          <p:nvPr/>
        </p:nvSpPr>
        <p:spPr bwMode="auto">
          <a:xfrm>
            <a:off x="4953002" y="4495800"/>
            <a:ext cx="2635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Times New Roman" panose="02020603050405020304" pitchFamily="18" charset="0"/>
              </a:rPr>
              <a:t>a</a:t>
            </a:r>
          </a:p>
        </p:txBody>
      </p:sp>
      <p:sp>
        <p:nvSpPr>
          <p:cNvPr id="214058" name="Text Box 42"/>
          <p:cNvSpPr txBox="1">
            <a:spLocks noChangeArrowheads="1"/>
          </p:cNvSpPr>
          <p:nvPr/>
        </p:nvSpPr>
        <p:spPr bwMode="auto">
          <a:xfrm>
            <a:off x="6292235" y="6059805"/>
            <a:ext cx="2730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Times New Roman" panose="02020603050405020304" pitchFamily="18" charset="0"/>
              </a:rPr>
              <a:t>b</a:t>
            </a:r>
          </a:p>
        </p:txBody>
      </p:sp>
      <p:sp>
        <p:nvSpPr>
          <p:cNvPr id="214059" name="Text Box 43"/>
          <p:cNvSpPr txBox="1">
            <a:spLocks noChangeArrowheads="1"/>
          </p:cNvSpPr>
          <p:nvPr/>
        </p:nvSpPr>
        <p:spPr bwMode="auto">
          <a:xfrm rot="2937542">
            <a:off x="5349875" y="5225534"/>
            <a:ext cx="762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dirty="0">
                <a:latin typeface="Times New Roman" panose="02020603050405020304" pitchFamily="18" charset="0"/>
              </a:rPr>
              <a:t>TV</a:t>
            </a:r>
          </a:p>
        </p:txBody>
      </p:sp>
      <p:sp>
        <p:nvSpPr>
          <p:cNvPr id="214060" name="Line 44"/>
          <p:cNvSpPr>
            <a:spLocks noChangeShapeType="1"/>
          </p:cNvSpPr>
          <p:nvPr/>
        </p:nvSpPr>
        <p:spPr bwMode="auto">
          <a:xfrm>
            <a:off x="5105400" y="4572000"/>
            <a:ext cx="2819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14061" name="Arc 45"/>
          <p:cNvSpPr>
            <a:spLocks/>
          </p:cNvSpPr>
          <p:nvPr/>
        </p:nvSpPr>
        <p:spPr bwMode="auto">
          <a:xfrm flipV="1">
            <a:off x="6248400" y="4572000"/>
            <a:ext cx="990600" cy="1435100"/>
          </a:xfrm>
          <a:custGeom>
            <a:avLst/>
            <a:gdLst>
              <a:gd name="G0" fmla="+- 0 0 0"/>
              <a:gd name="G1" fmla="+- 21419 0 0"/>
              <a:gd name="G2" fmla="+- 21600 0 0"/>
              <a:gd name="T0" fmla="*/ 2791 w 21600"/>
              <a:gd name="T1" fmla="*/ 0 h 21419"/>
              <a:gd name="T2" fmla="*/ 21600 w 21600"/>
              <a:gd name="T3" fmla="*/ 21419 h 21419"/>
              <a:gd name="T4" fmla="*/ 0 w 21600"/>
              <a:gd name="T5" fmla="*/ 21419 h 21419"/>
            </a:gdLst>
            <a:ahLst/>
            <a:cxnLst>
              <a:cxn ang="0">
                <a:pos x="T0" y="T1"/>
              </a:cxn>
              <a:cxn ang="0">
                <a:pos x="T2" y="T3"/>
              </a:cxn>
              <a:cxn ang="0">
                <a:pos x="T4" y="T5"/>
              </a:cxn>
            </a:cxnLst>
            <a:rect l="0" t="0" r="r" b="b"/>
            <a:pathLst>
              <a:path w="21600" h="21419" fill="none" extrusionOk="0">
                <a:moveTo>
                  <a:pt x="2790" y="0"/>
                </a:moveTo>
                <a:cubicBezTo>
                  <a:pt x="13550" y="1402"/>
                  <a:pt x="21600" y="10568"/>
                  <a:pt x="21600" y="21419"/>
                </a:cubicBezTo>
              </a:path>
              <a:path w="21600" h="21419" stroke="0" extrusionOk="0">
                <a:moveTo>
                  <a:pt x="2790" y="0"/>
                </a:moveTo>
                <a:cubicBezTo>
                  <a:pt x="13550" y="1402"/>
                  <a:pt x="21600" y="10568"/>
                  <a:pt x="21600" y="21419"/>
                </a:cubicBezTo>
                <a:lnTo>
                  <a:pt x="0" y="21419"/>
                </a:lnTo>
                <a:close/>
              </a:path>
            </a:pathLst>
          </a:custGeom>
          <a:noFill/>
          <a:ln w="9525">
            <a:solidFill>
              <a:schemeClr val="tx1"/>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14062" name="Line 46"/>
          <p:cNvSpPr>
            <a:spLocks noChangeShapeType="1"/>
          </p:cNvSpPr>
          <p:nvPr/>
        </p:nvSpPr>
        <p:spPr bwMode="auto">
          <a:xfrm flipV="1">
            <a:off x="7239000" y="1524000"/>
            <a:ext cx="0" cy="3048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14063" name="Text Box 47"/>
          <p:cNvSpPr txBox="1">
            <a:spLocks noChangeArrowheads="1"/>
          </p:cNvSpPr>
          <p:nvPr/>
        </p:nvSpPr>
        <p:spPr bwMode="auto">
          <a:xfrm>
            <a:off x="7097174" y="1219201"/>
            <a:ext cx="39305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Times New Roman" panose="02020603050405020304" pitchFamily="18" charset="0"/>
              </a:rPr>
              <a:t>b’</a:t>
            </a:r>
            <a:r>
              <a:rPr lang="en-US" altLang="en-US" sz="1400" baseline="-25000" dirty="0">
                <a:latin typeface="Times New Roman" panose="02020603050405020304" pitchFamily="18" charset="0"/>
              </a:rPr>
              <a:t>1</a:t>
            </a:r>
          </a:p>
        </p:txBody>
      </p:sp>
      <p:sp>
        <p:nvSpPr>
          <p:cNvPr id="214064" name="Line 48"/>
          <p:cNvSpPr>
            <a:spLocks noChangeShapeType="1"/>
          </p:cNvSpPr>
          <p:nvPr/>
        </p:nvSpPr>
        <p:spPr bwMode="auto">
          <a:xfrm flipV="1">
            <a:off x="5181600" y="1524000"/>
            <a:ext cx="2057400" cy="990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14066" name="Text Box 50"/>
          <p:cNvSpPr txBox="1">
            <a:spLocks noChangeArrowheads="1"/>
          </p:cNvSpPr>
          <p:nvPr/>
        </p:nvSpPr>
        <p:spPr bwMode="auto">
          <a:xfrm rot="-1632966">
            <a:off x="6400800" y="1674297"/>
            <a:ext cx="762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dirty="0">
                <a:latin typeface="Times New Roman" panose="02020603050405020304" pitchFamily="18" charset="0"/>
              </a:rPr>
              <a:t>TL</a:t>
            </a:r>
          </a:p>
        </p:txBody>
      </p:sp>
      <p:sp>
        <p:nvSpPr>
          <p:cNvPr id="214067" name="Arc 51"/>
          <p:cNvSpPr>
            <a:spLocks/>
          </p:cNvSpPr>
          <p:nvPr/>
        </p:nvSpPr>
        <p:spPr bwMode="auto">
          <a:xfrm>
            <a:off x="6400800" y="1524000"/>
            <a:ext cx="685800" cy="9906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14068" name="Line 52"/>
          <p:cNvSpPr>
            <a:spLocks noChangeShapeType="1"/>
          </p:cNvSpPr>
          <p:nvPr/>
        </p:nvSpPr>
        <p:spPr bwMode="auto">
          <a:xfrm>
            <a:off x="7086600" y="2438400"/>
            <a:ext cx="0" cy="3581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14069" name="Line 53"/>
          <p:cNvSpPr>
            <a:spLocks noChangeShapeType="1"/>
          </p:cNvSpPr>
          <p:nvPr/>
        </p:nvSpPr>
        <p:spPr bwMode="auto">
          <a:xfrm>
            <a:off x="5181600" y="4572000"/>
            <a:ext cx="1905000" cy="1447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14070" name="Text Box 54"/>
          <p:cNvSpPr txBox="1">
            <a:spLocks noChangeArrowheads="1"/>
          </p:cNvSpPr>
          <p:nvPr/>
        </p:nvSpPr>
        <p:spPr bwMode="auto">
          <a:xfrm>
            <a:off x="5424488" y="4543425"/>
            <a:ext cx="36099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dirty="0">
                <a:latin typeface="Times New Roman" panose="02020603050405020304" pitchFamily="18" charset="0"/>
                <a:cs typeface="Times New Roman" panose="02020603050405020304" pitchFamily="18" charset="0"/>
                <a:sym typeface="Symbol" panose="05050102010706020507" pitchFamily="18" charset="2"/>
              </a:rPr>
              <a:t></a:t>
            </a:r>
          </a:p>
        </p:txBody>
      </p:sp>
      <p:sp>
        <p:nvSpPr>
          <p:cNvPr id="214071" name="Text Box 55"/>
          <p:cNvSpPr txBox="1">
            <a:spLocks noChangeArrowheads="1"/>
          </p:cNvSpPr>
          <p:nvPr/>
        </p:nvSpPr>
        <p:spPr bwMode="auto">
          <a:xfrm rot="2299320">
            <a:off x="5948363" y="5084247"/>
            <a:ext cx="762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dirty="0">
                <a:latin typeface="Times New Roman" panose="02020603050405020304" pitchFamily="18" charset="0"/>
              </a:rPr>
              <a:t>TL</a:t>
            </a:r>
          </a:p>
        </p:txBody>
      </p:sp>
      <p:sp>
        <p:nvSpPr>
          <p:cNvPr id="214072" name="Text Box 56"/>
          <p:cNvSpPr txBox="1">
            <a:spLocks noChangeArrowheads="1"/>
          </p:cNvSpPr>
          <p:nvPr/>
        </p:nvSpPr>
        <p:spPr bwMode="auto">
          <a:xfrm>
            <a:off x="6919727" y="6047844"/>
            <a:ext cx="33374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Times New Roman" panose="02020603050405020304" pitchFamily="18" charset="0"/>
              </a:rPr>
              <a:t>b</a:t>
            </a:r>
            <a:r>
              <a:rPr lang="en-US" altLang="en-US" sz="1400" baseline="-25000" dirty="0">
                <a:latin typeface="Times New Roman" panose="02020603050405020304" pitchFamily="18" charset="0"/>
              </a:rPr>
              <a:t>1</a:t>
            </a:r>
          </a:p>
        </p:txBody>
      </p:sp>
      <p:sp>
        <p:nvSpPr>
          <p:cNvPr id="214073" name="Arc 57"/>
          <p:cNvSpPr>
            <a:spLocks/>
          </p:cNvSpPr>
          <p:nvPr/>
        </p:nvSpPr>
        <p:spPr bwMode="auto">
          <a:xfrm rot="767119">
            <a:off x="5613402" y="2122490"/>
            <a:ext cx="303213" cy="396875"/>
          </a:xfrm>
          <a:custGeom>
            <a:avLst/>
            <a:gdLst>
              <a:gd name="G0" fmla="+- 0 0 0"/>
              <a:gd name="G1" fmla="+- 21600 0 0"/>
              <a:gd name="G2" fmla="+- 21600 0 0"/>
              <a:gd name="T0" fmla="*/ 0 w 21534"/>
              <a:gd name="T1" fmla="*/ 0 h 21600"/>
              <a:gd name="T2" fmla="*/ 21534 w 21534"/>
              <a:gd name="T3" fmla="*/ 19919 h 21600"/>
              <a:gd name="T4" fmla="*/ 0 w 21534"/>
              <a:gd name="T5" fmla="*/ 21600 h 21600"/>
            </a:gdLst>
            <a:ahLst/>
            <a:cxnLst>
              <a:cxn ang="0">
                <a:pos x="T0" y="T1"/>
              </a:cxn>
              <a:cxn ang="0">
                <a:pos x="T2" y="T3"/>
              </a:cxn>
              <a:cxn ang="0">
                <a:pos x="T4" y="T5"/>
              </a:cxn>
            </a:cxnLst>
            <a:rect l="0" t="0" r="r" b="b"/>
            <a:pathLst>
              <a:path w="21534" h="21600" fill="none" extrusionOk="0">
                <a:moveTo>
                  <a:pt x="0" y="0"/>
                </a:moveTo>
                <a:cubicBezTo>
                  <a:pt x="11277" y="0"/>
                  <a:pt x="20656" y="8675"/>
                  <a:pt x="21534" y="19918"/>
                </a:cubicBezTo>
              </a:path>
              <a:path w="21534" h="21600" stroke="0" extrusionOk="0">
                <a:moveTo>
                  <a:pt x="0" y="0"/>
                </a:moveTo>
                <a:cubicBezTo>
                  <a:pt x="11277" y="0"/>
                  <a:pt x="20656" y="8675"/>
                  <a:pt x="21534" y="19918"/>
                </a:cubicBezTo>
                <a:lnTo>
                  <a:pt x="0" y="21600"/>
                </a:lnTo>
                <a:close/>
              </a:path>
            </a:pathLst>
          </a:custGeom>
          <a:noFill/>
          <a:ln w="9525">
            <a:solidFill>
              <a:schemeClr val="tx1"/>
            </a:solidFill>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14074" name="Line 58"/>
          <p:cNvSpPr>
            <a:spLocks noChangeShapeType="1"/>
          </p:cNvSpPr>
          <p:nvPr/>
        </p:nvSpPr>
        <p:spPr bwMode="auto">
          <a:xfrm flipV="1">
            <a:off x="6400800" y="1371600"/>
            <a:ext cx="0" cy="4724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14075" name="Rectangle 59"/>
          <p:cNvSpPr>
            <a:spLocks noChangeArrowheads="1"/>
          </p:cNvSpPr>
          <p:nvPr/>
        </p:nvSpPr>
        <p:spPr bwMode="auto">
          <a:xfrm>
            <a:off x="15081" y="357172"/>
            <a:ext cx="8809038" cy="769441"/>
          </a:xfrm>
          <a:prstGeom prst="rect">
            <a:avLst/>
          </a:prstGeom>
          <a:solidFill>
            <a:srgbClr val="92D050"/>
          </a:solidFill>
          <a:ln>
            <a:noFill/>
          </a:ln>
          <a:effectLst/>
        </p:spPr>
        <p:txBody>
          <a:bodyPr wrap="square">
            <a:spAutoFit/>
          </a:bodyPr>
          <a:lstStyle/>
          <a:p>
            <a:pPr eaLnBrk="1" hangingPunct="1"/>
            <a:r>
              <a:rPr lang="en-US" altLang="en-US" sz="1600" b="1" dirty="0">
                <a:solidFill>
                  <a:schemeClr val="accent2"/>
                </a:solidFill>
                <a:latin typeface="Arial" panose="020B0604020202020204" pitchFamily="34" charset="0"/>
              </a:rPr>
              <a:t>PROBLEM: </a:t>
            </a:r>
            <a:r>
              <a:rPr lang="en-US" altLang="en-US" sz="1400" b="1" dirty="0">
                <a:latin typeface="Arial" panose="020B0604020202020204" pitchFamily="34" charset="0"/>
              </a:rPr>
              <a:t>One end of line AB is 10mm above HP and other end is 100 mm in-front of VP.</a:t>
            </a:r>
          </a:p>
          <a:p>
            <a:r>
              <a:rPr lang="en-US" altLang="en-US" sz="1400" b="1" dirty="0">
                <a:latin typeface="Arial" panose="020B0604020202020204" pitchFamily="34" charset="0"/>
              </a:rPr>
              <a:t>It’s FV is 45</a:t>
            </a:r>
            <a:r>
              <a:rPr lang="en-US" altLang="en-US" sz="1400" b="1" baseline="30000" dirty="0">
                <a:latin typeface="Arial" panose="020B0604020202020204" pitchFamily="34" charset="0"/>
              </a:rPr>
              <a:t>0</a:t>
            </a:r>
            <a:r>
              <a:rPr lang="en-US" altLang="en-US" sz="1400" b="1" dirty="0">
                <a:latin typeface="Arial" panose="020B0604020202020204" pitchFamily="34" charset="0"/>
              </a:rPr>
              <a:t> inclined to </a:t>
            </a:r>
            <a:r>
              <a:rPr lang="en-US" altLang="en-US" sz="1400" b="1" dirty="0"/>
              <a:t>XY</a:t>
            </a:r>
            <a:r>
              <a:rPr lang="en-US" altLang="en-US" sz="1400" b="1" dirty="0">
                <a:latin typeface="Arial" panose="020B0604020202020204" pitchFamily="34" charset="0"/>
              </a:rPr>
              <a:t> while it’s HT &amp; VT are 45mm and 30 mm below </a:t>
            </a:r>
            <a:r>
              <a:rPr lang="en-US" altLang="en-US" sz="1400" b="1" dirty="0"/>
              <a:t>XY</a:t>
            </a:r>
            <a:r>
              <a:rPr lang="en-US" altLang="en-US" sz="1400" b="1" dirty="0">
                <a:latin typeface="Arial" panose="020B0604020202020204" pitchFamily="34" charset="0"/>
              </a:rPr>
              <a:t> respectively.</a:t>
            </a:r>
          </a:p>
          <a:p>
            <a:pPr eaLnBrk="1" hangingPunct="1"/>
            <a:r>
              <a:rPr lang="en-US" altLang="en-US" sz="1400" b="1" dirty="0">
                <a:latin typeface="Arial" panose="020B0604020202020204" pitchFamily="34" charset="0"/>
              </a:rPr>
              <a:t>Draw projections and find TL with it’s inclinations with HP &amp; VP.</a:t>
            </a:r>
          </a:p>
        </p:txBody>
      </p:sp>
      <p:sp>
        <p:nvSpPr>
          <p:cNvPr id="214076" name="Line 60"/>
          <p:cNvSpPr>
            <a:spLocks noChangeShapeType="1"/>
          </p:cNvSpPr>
          <p:nvPr/>
        </p:nvSpPr>
        <p:spPr bwMode="auto">
          <a:xfrm flipH="1">
            <a:off x="5191920" y="1535446"/>
            <a:ext cx="1219200" cy="9906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14077" name="Text Box 61"/>
          <p:cNvSpPr txBox="1">
            <a:spLocks noChangeArrowheads="1"/>
          </p:cNvSpPr>
          <p:nvPr/>
        </p:nvSpPr>
        <p:spPr bwMode="auto">
          <a:xfrm>
            <a:off x="150938" y="1480572"/>
            <a:ext cx="2548284"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altLang="en-US" sz="1400" b="1" u="sng" dirty="0">
                <a:solidFill>
                  <a:schemeClr val="accent2"/>
                </a:solidFill>
                <a:latin typeface="Arial" panose="020B0604020202020204" pitchFamily="34" charset="0"/>
              </a:rPr>
              <a:t>SOLUTION STEPS:-</a:t>
            </a:r>
          </a:p>
          <a:p>
            <a:r>
              <a:rPr lang="en-US" altLang="en-US" sz="1400" dirty="0">
                <a:latin typeface="Arial" panose="020B0604020202020204" pitchFamily="34" charset="0"/>
              </a:rPr>
              <a:t>1. Draw </a:t>
            </a:r>
            <a:r>
              <a:rPr lang="en-US" altLang="en-US" sz="1400" dirty="0"/>
              <a:t>XY</a:t>
            </a:r>
            <a:r>
              <a:rPr lang="en-US" altLang="en-US" sz="1400" dirty="0">
                <a:latin typeface="Arial" panose="020B0604020202020204" pitchFamily="34" charset="0"/>
              </a:rPr>
              <a:t> line, one projector and locate </a:t>
            </a:r>
            <a:r>
              <a:rPr lang="en-US" altLang="en-US" sz="1400" dirty="0">
                <a:solidFill>
                  <a:srgbClr val="FF0066"/>
                </a:solidFill>
                <a:latin typeface="Arial" panose="020B0604020202020204" pitchFamily="34" charset="0"/>
              </a:rPr>
              <a:t>a’ </a:t>
            </a:r>
            <a:r>
              <a:rPr lang="en-US" altLang="en-US" sz="1400" dirty="0">
                <a:latin typeface="Arial" panose="020B0604020202020204" pitchFamily="34" charset="0"/>
              </a:rPr>
              <a:t>10 mm above </a:t>
            </a:r>
            <a:r>
              <a:rPr lang="en-US" altLang="en-US" sz="1400" dirty="0"/>
              <a:t>XY</a:t>
            </a:r>
            <a:r>
              <a:rPr lang="en-US" altLang="en-US" sz="1400" dirty="0">
                <a:latin typeface="Arial" panose="020B0604020202020204" pitchFamily="34" charset="0"/>
              </a:rPr>
              <a:t>.</a:t>
            </a:r>
          </a:p>
          <a:p>
            <a:r>
              <a:rPr lang="en-US" altLang="en-US" sz="1400" dirty="0">
                <a:latin typeface="Arial" panose="020B0604020202020204" pitchFamily="34" charset="0"/>
              </a:rPr>
              <a:t>2. Draw locus 100 mm below </a:t>
            </a:r>
            <a:r>
              <a:rPr lang="en-US" altLang="en-US" sz="1400" dirty="0"/>
              <a:t>XY</a:t>
            </a:r>
            <a:r>
              <a:rPr lang="en-US" altLang="en-US" sz="1400" dirty="0">
                <a:latin typeface="Arial" panose="020B0604020202020204" pitchFamily="34" charset="0"/>
              </a:rPr>
              <a:t> for points </a:t>
            </a:r>
            <a:r>
              <a:rPr lang="en-US" altLang="en-US" sz="1400" dirty="0">
                <a:solidFill>
                  <a:srgbClr val="FF0066"/>
                </a:solidFill>
                <a:latin typeface="Arial" panose="020B0604020202020204" pitchFamily="34" charset="0"/>
              </a:rPr>
              <a:t>b &amp; b</a:t>
            </a:r>
            <a:r>
              <a:rPr lang="en-US" altLang="en-US" sz="1400" baseline="-25000" dirty="0">
                <a:solidFill>
                  <a:srgbClr val="FF0066"/>
                </a:solidFill>
                <a:latin typeface="Arial" panose="020B0604020202020204" pitchFamily="34" charset="0"/>
              </a:rPr>
              <a:t>1</a:t>
            </a:r>
          </a:p>
          <a:p>
            <a:r>
              <a:rPr lang="en-US" altLang="en-US" sz="1400" dirty="0">
                <a:latin typeface="Arial" panose="020B0604020202020204" pitchFamily="34" charset="0"/>
              </a:rPr>
              <a:t>3. Draw loci for VT and HT, 30 mm &amp; 45 mm below </a:t>
            </a:r>
            <a:r>
              <a:rPr lang="en-US" altLang="en-US" sz="1400" dirty="0"/>
              <a:t>XY</a:t>
            </a:r>
            <a:r>
              <a:rPr lang="en-US" altLang="en-US" sz="1400" dirty="0">
                <a:latin typeface="Arial" panose="020B0604020202020204" pitchFamily="34" charset="0"/>
              </a:rPr>
              <a:t> respectively.</a:t>
            </a:r>
          </a:p>
          <a:p>
            <a:pPr eaLnBrk="1" hangingPunct="1"/>
            <a:r>
              <a:rPr lang="en-US" altLang="en-US" sz="1400" dirty="0">
                <a:latin typeface="Arial" panose="020B0604020202020204" pitchFamily="34" charset="0"/>
              </a:rPr>
              <a:t>4. Take 45</a:t>
            </a:r>
            <a:r>
              <a:rPr lang="en-US" altLang="en-US" sz="1400" baseline="30000" dirty="0">
                <a:latin typeface="Arial" panose="020B0604020202020204" pitchFamily="34" charset="0"/>
              </a:rPr>
              <a:t>0</a:t>
            </a:r>
            <a:r>
              <a:rPr lang="en-US" altLang="en-US" sz="1400" dirty="0">
                <a:latin typeface="Arial" panose="020B0604020202020204" pitchFamily="34" charset="0"/>
              </a:rPr>
              <a:t> angle from </a:t>
            </a:r>
            <a:r>
              <a:rPr lang="en-US" altLang="en-US" sz="1400" dirty="0">
                <a:solidFill>
                  <a:srgbClr val="FF0066"/>
                </a:solidFill>
                <a:latin typeface="Arial" panose="020B0604020202020204" pitchFamily="34" charset="0"/>
              </a:rPr>
              <a:t>a’ </a:t>
            </a:r>
            <a:r>
              <a:rPr lang="en-US" altLang="en-US" sz="1400" dirty="0">
                <a:latin typeface="Arial" panose="020B0604020202020204" pitchFamily="34" charset="0"/>
              </a:rPr>
              <a:t>and extend that line backward </a:t>
            </a:r>
          </a:p>
          <a:p>
            <a:r>
              <a:rPr lang="en-US" altLang="en-US" sz="1400" dirty="0">
                <a:latin typeface="Arial" panose="020B0604020202020204" pitchFamily="34" charset="0"/>
              </a:rPr>
              <a:t>to locate </a:t>
            </a:r>
            <a:r>
              <a:rPr lang="en-US" altLang="en-US" sz="1400" dirty="0">
                <a:solidFill>
                  <a:srgbClr val="FF0066"/>
                </a:solidFill>
                <a:latin typeface="Arial" panose="020B0604020202020204" pitchFamily="34" charset="0"/>
              </a:rPr>
              <a:t>h’</a:t>
            </a:r>
            <a:r>
              <a:rPr lang="en-US" altLang="en-US" sz="1400" dirty="0">
                <a:latin typeface="Arial" panose="020B0604020202020204" pitchFamily="34" charset="0"/>
              </a:rPr>
              <a:t> and </a:t>
            </a:r>
            <a:r>
              <a:rPr lang="en-US" altLang="en-US" sz="1400" dirty="0">
                <a:solidFill>
                  <a:srgbClr val="FF0000"/>
                </a:solidFill>
                <a:latin typeface="Arial" panose="020B0604020202020204" pitchFamily="34" charset="0"/>
              </a:rPr>
              <a:t>VT</a:t>
            </a:r>
            <a:r>
              <a:rPr lang="en-US" altLang="en-US" sz="1400" dirty="0">
                <a:latin typeface="Arial" panose="020B0604020202020204" pitchFamily="34" charset="0"/>
              </a:rPr>
              <a:t>. Locate </a:t>
            </a:r>
            <a:r>
              <a:rPr lang="en-US" altLang="en-US" sz="1400" dirty="0">
                <a:solidFill>
                  <a:srgbClr val="FF0066"/>
                </a:solidFill>
                <a:latin typeface="Arial" panose="020B0604020202020204" pitchFamily="34" charset="0"/>
              </a:rPr>
              <a:t>v</a:t>
            </a:r>
            <a:r>
              <a:rPr lang="en-US" altLang="en-US" sz="1400" dirty="0">
                <a:latin typeface="Arial" panose="020B0604020202020204" pitchFamily="34" charset="0"/>
              </a:rPr>
              <a:t> on </a:t>
            </a:r>
            <a:r>
              <a:rPr lang="en-US" altLang="en-US" sz="1400" dirty="0"/>
              <a:t>XY</a:t>
            </a:r>
            <a:r>
              <a:rPr lang="en-US" altLang="en-US" sz="1400" dirty="0">
                <a:latin typeface="Arial" panose="020B0604020202020204" pitchFamily="34" charset="0"/>
              </a:rPr>
              <a:t> above VT. Locate HT below </a:t>
            </a:r>
            <a:r>
              <a:rPr lang="en-US" altLang="en-US" sz="1400" dirty="0">
                <a:solidFill>
                  <a:srgbClr val="FF0066"/>
                </a:solidFill>
                <a:latin typeface="Arial" panose="020B0604020202020204" pitchFamily="34" charset="0"/>
              </a:rPr>
              <a:t>h’</a:t>
            </a:r>
            <a:r>
              <a:rPr lang="en-US" altLang="en-US" sz="1400" dirty="0">
                <a:latin typeface="Arial" panose="020B0604020202020204" pitchFamily="34" charset="0"/>
              </a:rPr>
              <a:t> as shown.</a:t>
            </a:r>
          </a:p>
          <a:p>
            <a:pPr eaLnBrk="1" hangingPunct="1"/>
            <a:r>
              <a:rPr lang="en-US" altLang="en-US" sz="1400" dirty="0">
                <a:latin typeface="Arial" panose="020B0604020202020204" pitchFamily="34" charset="0"/>
              </a:rPr>
              <a:t>5. Then join </a:t>
            </a:r>
            <a:r>
              <a:rPr lang="en-US" altLang="en-US" sz="1400" dirty="0">
                <a:solidFill>
                  <a:srgbClr val="FF0066"/>
                </a:solidFill>
                <a:latin typeface="Arial" panose="020B0604020202020204" pitchFamily="34" charset="0"/>
              </a:rPr>
              <a:t>v – HT </a:t>
            </a:r>
            <a:r>
              <a:rPr lang="en-US" altLang="en-US" sz="1400" dirty="0">
                <a:latin typeface="Arial" panose="020B0604020202020204" pitchFamily="34" charset="0"/>
              </a:rPr>
              <a:t>and extend to get top view end </a:t>
            </a:r>
            <a:r>
              <a:rPr lang="en-US" altLang="en-US" sz="1400" dirty="0">
                <a:solidFill>
                  <a:srgbClr val="FF0066"/>
                </a:solidFill>
                <a:latin typeface="Arial" panose="020B0604020202020204" pitchFamily="34" charset="0"/>
              </a:rPr>
              <a:t>b.</a:t>
            </a:r>
          </a:p>
          <a:p>
            <a:pPr eaLnBrk="1" hangingPunct="1"/>
            <a:r>
              <a:rPr lang="en-US" altLang="en-US" sz="1400" dirty="0">
                <a:latin typeface="Arial" panose="020B0604020202020204" pitchFamily="34" charset="0"/>
              </a:rPr>
              <a:t>6.Draw projector upward and locate </a:t>
            </a:r>
            <a:r>
              <a:rPr lang="en-US" altLang="en-US" sz="1400" dirty="0">
                <a:solidFill>
                  <a:srgbClr val="FF0066"/>
                </a:solidFill>
                <a:latin typeface="Arial" panose="020B0604020202020204" pitchFamily="34" charset="0"/>
              </a:rPr>
              <a:t>b’</a:t>
            </a:r>
            <a:r>
              <a:rPr lang="en-US" altLang="en-US" sz="1400" dirty="0">
                <a:latin typeface="Arial" panose="020B0604020202020204" pitchFamily="34" charset="0"/>
              </a:rPr>
              <a:t>. Make </a:t>
            </a:r>
            <a:r>
              <a:rPr lang="en-US" altLang="en-US" sz="1400" dirty="0">
                <a:solidFill>
                  <a:srgbClr val="FF0066"/>
                </a:solidFill>
                <a:latin typeface="Arial" panose="020B0604020202020204" pitchFamily="34" charset="0"/>
              </a:rPr>
              <a:t>ab &amp; </a:t>
            </a:r>
            <a:r>
              <a:rPr lang="en-US" altLang="en-US" sz="1400" dirty="0" err="1">
                <a:solidFill>
                  <a:srgbClr val="FF0066"/>
                </a:solidFill>
                <a:latin typeface="Arial" panose="020B0604020202020204" pitchFamily="34" charset="0"/>
              </a:rPr>
              <a:t>a’b</a:t>
            </a:r>
            <a:r>
              <a:rPr lang="en-US" altLang="en-US" sz="1400" dirty="0">
                <a:solidFill>
                  <a:srgbClr val="FF0066"/>
                </a:solidFill>
                <a:latin typeface="Arial" panose="020B0604020202020204" pitchFamily="34" charset="0"/>
              </a:rPr>
              <a:t>’</a:t>
            </a:r>
            <a:r>
              <a:rPr lang="en-US" altLang="en-US" sz="1400" dirty="0">
                <a:latin typeface="Arial" panose="020B0604020202020204" pitchFamily="34" charset="0"/>
              </a:rPr>
              <a:t> dark.</a:t>
            </a:r>
          </a:p>
          <a:p>
            <a:pPr eaLnBrk="1" hangingPunct="1"/>
            <a:r>
              <a:rPr lang="en-US" altLang="en-US" sz="1400" dirty="0">
                <a:latin typeface="Arial" panose="020B0604020202020204" pitchFamily="34" charset="0"/>
              </a:rPr>
              <a:t>7. Now as usual rotating views find TL and it’s inclinations.</a:t>
            </a:r>
          </a:p>
        </p:txBody>
      </p:sp>
      <p:sp>
        <p:nvSpPr>
          <p:cNvPr id="2" name="Slide Number Placeholder 1"/>
          <p:cNvSpPr>
            <a:spLocks noGrp="1"/>
          </p:cNvSpPr>
          <p:nvPr>
            <p:ph type="sldNum" sz="quarter" idx="12"/>
          </p:nvPr>
        </p:nvSpPr>
        <p:spPr/>
        <p:txBody>
          <a:bodyPr/>
          <a:lstStyle/>
          <a:p>
            <a:fld id="{EE8E09DC-0268-440F-8276-54ADABB93829}" type="slidenum">
              <a:rPr lang="en-IN" smtClean="0"/>
              <a:t>57</a:t>
            </a:fld>
            <a:endParaRPr lang="en-IN"/>
          </a:p>
        </p:txBody>
      </p:sp>
      <p:sp>
        <p:nvSpPr>
          <p:cNvPr id="63" name="Line 40"/>
          <p:cNvSpPr>
            <a:spLocks noChangeShapeType="1"/>
          </p:cNvSpPr>
          <p:nvPr/>
        </p:nvSpPr>
        <p:spPr bwMode="auto">
          <a:xfrm>
            <a:off x="5202530" y="4565524"/>
            <a:ext cx="1219200" cy="14478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65" name="Line 60"/>
          <p:cNvSpPr>
            <a:spLocks noChangeShapeType="1"/>
          </p:cNvSpPr>
          <p:nvPr/>
        </p:nvSpPr>
        <p:spPr bwMode="auto">
          <a:xfrm flipH="1">
            <a:off x="5157996" y="1540770"/>
            <a:ext cx="1219200" cy="990600"/>
          </a:xfrm>
          <a:prstGeom prst="line">
            <a:avLst/>
          </a:prstGeom>
          <a:ln>
            <a:headEnd/>
            <a:tailEnd/>
          </a:ln>
        </p:spPr>
        <p:style>
          <a:lnRef idx="1">
            <a:schemeClr val="dk1"/>
          </a:lnRef>
          <a:fillRef idx="0">
            <a:schemeClr val="dk1"/>
          </a:fillRef>
          <a:effectRef idx="0">
            <a:schemeClr val="dk1"/>
          </a:effectRef>
          <a:fontRef idx="minor">
            <a:schemeClr val="tx1"/>
          </a:fontRef>
        </p:style>
        <p:txBody>
          <a:bodyPr/>
          <a:lstStyle/>
          <a:p>
            <a:endParaRPr lang="en-IN"/>
          </a:p>
        </p:txBody>
      </p:sp>
      <p:sp>
        <p:nvSpPr>
          <p:cNvPr id="66" name="TextBox 65"/>
          <p:cNvSpPr txBox="1"/>
          <p:nvPr/>
        </p:nvSpPr>
        <p:spPr>
          <a:xfrm>
            <a:off x="422633" y="-12160"/>
            <a:ext cx="8178083" cy="369332"/>
          </a:xfrm>
          <a:prstGeom prst="rect">
            <a:avLst/>
          </a:prstGeom>
          <a:noFill/>
        </p:spPr>
        <p:txBody>
          <a:bodyPr wrap="square" rtlCol="0">
            <a:spAutoFit/>
          </a:bodyPr>
          <a:lstStyle/>
          <a:p>
            <a:pPr algn="ctr"/>
            <a:r>
              <a:rPr lang="en-IN" b="1" u="sng" dirty="0">
                <a:solidFill>
                  <a:srgbClr val="FF0000"/>
                </a:solidFill>
                <a:effectLst>
                  <a:outerShdw blurRad="38100" dist="38100" dir="2700000" algn="tl">
                    <a:srgbClr val="000000">
                      <a:alpha val="43137"/>
                    </a:srgbClr>
                  </a:outerShdw>
                </a:effectLst>
              </a:rPr>
              <a:t>FINDING TL WITH IT’S INCLINATION WITH HP &amp; VP</a:t>
            </a:r>
          </a:p>
        </p:txBody>
      </p:sp>
    </p:spTree>
    <p:extLst>
      <p:ext uri="{BB962C8B-B14F-4D97-AF65-F5344CB8AC3E}">
        <p14:creationId xmlns:p14="http://schemas.microsoft.com/office/powerpoint/2010/main" val="272628790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407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407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4077">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40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404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14042">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1402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1402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1402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1403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14077">
                                            <p:txEl>
                                              <p:pRg st="2" end="2"/>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1405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1405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1405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14055">
                                            <p:txEl>
                                              <p:pRg st="0" end="0"/>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214077">
                                            <p:txEl>
                                              <p:pRg st="3" end="3"/>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14019"/>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214020"/>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214028"/>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214032"/>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214077">
                                            <p:txEl>
                                              <p:pRg st="4" end="4"/>
                                            </p:txEl>
                                          </p:spTgt>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214077">
                                            <p:txEl>
                                              <p:pRg st="5" end="5"/>
                                            </p:txEl>
                                          </p:spTgt>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214073"/>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214043"/>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65"/>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214044"/>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0"/>
                                          </p:stCondLst>
                                        </p:cTn>
                                        <p:tgtEl>
                                          <p:spTgt spid="214051"/>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grpId="0" nodeType="clickEffect">
                                  <p:stCondLst>
                                    <p:cond delay="0"/>
                                  </p:stCondLst>
                                  <p:childTnLst>
                                    <p:set>
                                      <p:cBhvr>
                                        <p:cTn id="112" dur="1" fill="hold">
                                          <p:stCondLst>
                                            <p:cond delay="0"/>
                                          </p:stCondLst>
                                        </p:cTn>
                                        <p:tgtEl>
                                          <p:spTgt spid="214046"/>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grpId="0" nodeType="clickEffect">
                                  <p:stCondLst>
                                    <p:cond delay="0"/>
                                  </p:stCondLst>
                                  <p:childTnLst>
                                    <p:set>
                                      <p:cBhvr>
                                        <p:cTn id="116" dur="1" fill="hold">
                                          <p:stCondLst>
                                            <p:cond delay="0"/>
                                          </p:stCondLst>
                                        </p:cTn>
                                        <p:tgtEl>
                                          <p:spTgt spid="214045"/>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grpId="0" nodeType="clickEffect">
                                  <p:stCondLst>
                                    <p:cond delay="0"/>
                                  </p:stCondLst>
                                  <p:childTnLst>
                                    <p:set>
                                      <p:cBhvr>
                                        <p:cTn id="120" dur="1" fill="hold">
                                          <p:stCondLst>
                                            <p:cond delay="0"/>
                                          </p:stCondLst>
                                        </p:cTn>
                                        <p:tgtEl>
                                          <p:spTgt spid="214047"/>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grpId="0" nodeType="clickEffect">
                                  <p:stCondLst>
                                    <p:cond delay="0"/>
                                  </p:stCondLst>
                                  <p:childTnLst>
                                    <p:set>
                                      <p:cBhvr>
                                        <p:cTn id="124" dur="1" fill="hold">
                                          <p:stCondLst>
                                            <p:cond delay="0"/>
                                          </p:stCondLst>
                                        </p:cTn>
                                        <p:tgtEl>
                                          <p:spTgt spid="214048"/>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grpId="0" nodeType="clickEffect">
                                  <p:stCondLst>
                                    <p:cond delay="0"/>
                                  </p:stCondLst>
                                  <p:childTnLst>
                                    <p:set>
                                      <p:cBhvr>
                                        <p:cTn id="128" dur="1" fill="hold">
                                          <p:stCondLst>
                                            <p:cond delay="0"/>
                                          </p:stCondLst>
                                        </p:cTn>
                                        <p:tgtEl>
                                          <p:spTgt spid="214050"/>
                                        </p:tgtEl>
                                        <p:attrNameLst>
                                          <p:attrName>style.visibility</p:attrName>
                                        </p:attrNameLst>
                                      </p:cBhvr>
                                      <p:to>
                                        <p:strVal val="visible"/>
                                      </p:to>
                                    </p:set>
                                  </p:childTnLst>
                                </p:cTn>
                              </p:par>
                            </p:childTnLst>
                          </p:cTn>
                        </p:par>
                      </p:childTnLst>
                    </p:cTn>
                  </p:par>
                  <p:par>
                    <p:cTn id="129" fill="hold">
                      <p:stCondLst>
                        <p:cond delay="indefinite"/>
                      </p:stCondLst>
                      <p:childTnLst>
                        <p:par>
                          <p:cTn id="130" fill="hold">
                            <p:stCondLst>
                              <p:cond delay="0"/>
                            </p:stCondLst>
                            <p:childTnLst>
                              <p:par>
                                <p:cTn id="131" presetID="1" presetClass="entr" presetSubtype="0" fill="hold" nodeType="clickEffect">
                                  <p:stCondLst>
                                    <p:cond delay="0"/>
                                  </p:stCondLst>
                                  <p:childTnLst>
                                    <p:set>
                                      <p:cBhvr>
                                        <p:cTn id="132" dur="1" fill="hold">
                                          <p:stCondLst>
                                            <p:cond delay="0"/>
                                          </p:stCondLst>
                                        </p:cTn>
                                        <p:tgtEl>
                                          <p:spTgt spid="214077">
                                            <p:txEl>
                                              <p:pRg st="6" end="6"/>
                                            </p:txEl>
                                          </p:spTgt>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1" presetClass="entr" presetSubtype="0" fill="hold" grpId="0" nodeType="clickEffect">
                                  <p:stCondLst>
                                    <p:cond delay="0"/>
                                  </p:stCondLst>
                                  <p:childTnLst>
                                    <p:set>
                                      <p:cBhvr>
                                        <p:cTn id="136" dur="1" fill="hold">
                                          <p:stCondLst>
                                            <p:cond delay="0"/>
                                          </p:stCondLst>
                                        </p:cTn>
                                        <p:tgtEl>
                                          <p:spTgt spid="214049"/>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214057"/>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grpId="0" nodeType="clickEffect">
                                  <p:stCondLst>
                                    <p:cond delay="0"/>
                                  </p:stCondLst>
                                  <p:childTnLst>
                                    <p:set>
                                      <p:cBhvr>
                                        <p:cTn id="142" dur="1" fill="hold">
                                          <p:stCondLst>
                                            <p:cond delay="0"/>
                                          </p:stCondLst>
                                        </p:cTn>
                                        <p:tgtEl>
                                          <p:spTgt spid="214058"/>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214056"/>
                                        </p:tgtEl>
                                        <p:attrNameLst>
                                          <p:attrName>style.visibility</p:attrName>
                                        </p:attrNameLst>
                                      </p:cBhvr>
                                      <p:to>
                                        <p:strVal val="visible"/>
                                      </p:to>
                                    </p:set>
                                  </p:childTnLst>
                                </p:cTn>
                              </p:par>
                            </p:childTnLst>
                          </p:cTn>
                        </p:par>
                      </p:childTnLst>
                    </p:cTn>
                  </p:par>
                  <p:par>
                    <p:cTn id="145" fill="hold">
                      <p:stCondLst>
                        <p:cond delay="indefinite"/>
                      </p:stCondLst>
                      <p:childTnLst>
                        <p:par>
                          <p:cTn id="146" fill="hold">
                            <p:stCondLst>
                              <p:cond delay="0"/>
                            </p:stCondLst>
                            <p:childTnLst>
                              <p:par>
                                <p:cTn id="147" presetID="1" presetClass="entr" presetSubtype="0" fill="hold" nodeType="clickEffect">
                                  <p:stCondLst>
                                    <p:cond delay="0"/>
                                  </p:stCondLst>
                                  <p:childTnLst>
                                    <p:set>
                                      <p:cBhvr>
                                        <p:cTn id="148" dur="1" fill="hold">
                                          <p:stCondLst>
                                            <p:cond delay="0"/>
                                          </p:stCondLst>
                                        </p:cTn>
                                        <p:tgtEl>
                                          <p:spTgt spid="214077">
                                            <p:txEl>
                                              <p:pRg st="7" end="7"/>
                                            </p:txEl>
                                          </p:spTgt>
                                        </p:tgtEl>
                                        <p:attrNameLst>
                                          <p:attrName>style.visibility</p:attrName>
                                        </p:attrNameLst>
                                      </p:cBhvr>
                                      <p:to>
                                        <p:strVal val="visible"/>
                                      </p:to>
                                    </p:set>
                                  </p:childTnLst>
                                </p:cTn>
                              </p:par>
                            </p:childTnLst>
                          </p:cTn>
                        </p:par>
                      </p:childTnLst>
                    </p:cTn>
                  </p:par>
                  <p:par>
                    <p:cTn id="149" fill="hold">
                      <p:stCondLst>
                        <p:cond delay="indefinite"/>
                      </p:stCondLst>
                      <p:childTnLst>
                        <p:par>
                          <p:cTn id="150" fill="hold">
                            <p:stCondLst>
                              <p:cond delay="0"/>
                            </p:stCondLst>
                            <p:childTnLst>
                              <p:par>
                                <p:cTn id="151" presetID="1" presetClass="entr" presetSubtype="0" fill="hold" grpId="0" nodeType="clickEffect">
                                  <p:stCondLst>
                                    <p:cond delay="0"/>
                                  </p:stCondLst>
                                  <p:childTnLst>
                                    <p:set>
                                      <p:cBhvr>
                                        <p:cTn id="152" dur="1" fill="hold">
                                          <p:stCondLst>
                                            <p:cond delay="0"/>
                                          </p:stCondLst>
                                        </p:cTn>
                                        <p:tgtEl>
                                          <p:spTgt spid="214074"/>
                                        </p:tgtEl>
                                        <p:attrNameLst>
                                          <p:attrName>style.visibility</p:attrName>
                                        </p:attrNameLst>
                                      </p:cBhvr>
                                      <p:to>
                                        <p:strVal val="visible"/>
                                      </p:to>
                                    </p:set>
                                  </p:childTnLst>
                                </p:cTn>
                              </p:par>
                            </p:childTnLst>
                          </p:cTn>
                        </p:par>
                      </p:childTnLst>
                    </p:cTn>
                  </p:par>
                  <p:par>
                    <p:cTn id="153" fill="hold">
                      <p:stCondLst>
                        <p:cond delay="indefinite"/>
                      </p:stCondLst>
                      <p:childTnLst>
                        <p:par>
                          <p:cTn id="154" fill="hold">
                            <p:stCondLst>
                              <p:cond delay="0"/>
                            </p:stCondLst>
                            <p:childTnLst>
                              <p:par>
                                <p:cTn id="155" presetID="1" presetClass="entr" presetSubtype="0" fill="hold" grpId="0" nodeType="clickEffect">
                                  <p:stCondLst>
                                    <p:cond delay="0"/>
                                  </p:stCondLst>
                                  <p:childTnLst>
                                    <p:set>
                                      <p:cBhvr>
                                        <p:cTn id="156" dur="1" fill="hold">
                                          <p:stCondLst>
                                            <p:cond delay="0"/>
                                          </p:stCondLst>
                                        </p:cTn>
                                        <p:tgtEl>
                                          <p:spTgt spid="214026"/>
                                        </p:tgtEl>
                                        <p:attrNameLst>
                                          <p:attrName>style.visibility</p:attrName>
                                        </p:attrNameLst>
                                      </p:cBhvr>
                                      <p:to>
                                        <p:strVal val="visible"/>
                                      </p:to>
                                    </p:set>
                                  </p:childTnLst>
                                </p:cTn>
                              </p:par>
                              <p:par>
                                <p:cTn id="157" presetID="1" presetClass="entr" presetSubtype="0" fill="hold" grpId="0" nodeType="withEffect">
                                  <p:stCondLst>
                                    <p:cond delay="0"/>
                                  </p:stCondLst>
                                  <p:childTnLst>
                                    <p:set>
                                      <p:cBhvr>
                                        <p:cTn id="158" dur="1" fill="hold">
                                          <p:stCondLst>
                                            <p:cond delay="0"/>
                                          </p:stCondLst>
                                        </p:cTn>
                                        <p:tgtEl>
                                          <p:spTgt spid="214040"/>
                                        </p:tgtEl>
                                        <p:attrNameLst>
                                          <p:attrName>style.visibility</p:attrName>
                                        </p:attrNameLst>
                                      </p:cBhvr>
                                      <p:to>
                                        <p:strVal val="visible"/>
                                      </p:to>
                                    </p:set>
                                  </p:childTnLst>
                                </p:cTn>
                              </p:par>
                              <p:par>
                                <p:cTn id="159" presetID="1" presetClass="entr" presetSubtype="0" fill="hold" grpId="0" nodeType="withEffect">
                                  <p:stCondLst>
                                    <p:cond delay="0"/>
                                  </p:stCondLst>
                                  <p:childTnLst>
                                    <p:set>
                                      <p:cBhvr>
                                        <p:cTn id="160" dur="1" fill="hold">
                                          <p:stCondLst>
                                            <p:cond delay="0"/>
                                          </p:stCondLst>
                                        </p:cTn>
                                        <p:tgtEl>
                                          <p:spTgt spid="214022"/>
                                        </p:tgtEl>
                                        <p:attrNameLst>
                                          <p:attrName>style.visibility</p:attrName>
                                        </p:attrNameLst>
                                      </p:cBhvr>
                                      <p:to>
                                        <p:strVal val="visible"/>
                                      </p:to>
                                    </p:set>
                                  </p:childTnLst>
                                </p:cTn>
                              </p:par>
                            </p:childTnLst>
                          </p:cTn>
                        </p:par>
                      </p:childTnLst>
                    </p:cTn>
                  </p:par>
                  <p:par>
                    <p:cTn id="161" fill="hold">
                      <p:stCondLst>
                        <p:cond delay="indefinite"/>
                      </p:stCondLst>
                      <p:childTnLst>
                        <p:par>
                          <p:cTn id="162" fill="hold">
                            <p:stCondLst>
                              <p:cond delay="0"/>
                            </p:stCondLst>
                            <p:childTnLst>
                              <p:par>
                                <p:cTn id="163" presetID="1" presetClass="entr" presetSubtype="0" fill="hold" grpId="0" nodeType="clickEffect">
                                  <p:stCondLst>
                                    <p:cond delay="0"/>
                                  </p:stCondLst>
                                  <p:childTnLst>
                                    <p:set>
                                      <p:cBhvr>
                                        <p:cTn id="164" dur="1" fill="hold">
                                          <p:stCondLst>
                                            <p:cond delay="0"/>
                                          </p:stCondLst>
                                        </p:cTn>
                                        <p:tgtEl>
                                          <p:spTgt spid="214076"/>
                                        </p:tgtEl>
                                        <p:attrNameLst>
                                          <p:attrName>style.visibility</p:attrName>
                                        </p:attrNameLst>
                                      </p:cBhvr>
                                      <p:to>
                                        <p:strVal val="visible"/>
                                      </p:to>
                                    </p:set>
                                  </p:childTnLst>
                                </p:cTn>
                              </p:par>
                              <p:par>
                                <p:cTn id="165" presetID="1" presetClass="entr" presetSubtype="0" fill="hold" grpId="0" nodeType="withEffect">
                                  <p:stCondLst>
                                    <p:cond delay="0"/>
                                  </p:stCondLst>
                                  <p:childTnLst>
                                    <p:set>
                                      <p:cBhvr>
                                        <p:cTn id="166" dur="1" fill="hold">
                                          <p:stCondLst>
                                            <p:cond delay="0"/>
                                          </p:stCondLst>
                                        </p:cTn>
                                        <p:tgtEl>
                                          <p:spTgt spid="63"/>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nodeType="clickEffect">
                                  <p:stCondLst>
                                    <p:cond delay="0"/>
                                  </p:stCondLst>
                                  <p:childTnLst>
                                    <p:set>
                                      <p:cBhvr>
                                        <p:cTn id="170" dur="1" fill="hold">
                                          <p:stCondLst>
                                            <p:cond delay="0"/>
                                          </p:stCondLst>
                                        </p:cTn>
                                        <p:tgtEl>
                                          <p:spTgt spid="214077">
                                            <p:txEl>
                                              <p:pRg st="8" end="8"/>
                                            </p:txEl>
                                          </p:spTgt>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grpId="0" nodeType="clickEffect">
                                  <p:stCondLst>
                                    <p:cond delay="0"/>
                                  </p:stCondLst>
                                  <p:childTnLst>
                                    <p:set>
                                      <p:cBhvr>
                                        <p:cTn id="174" dur="1" fill="hold">
                                          <p:stCondLst>
                                            <p:cond delay="0"/>
                                          </p:stCondLst>
                                        </p:cTn>
                                        <p:tgtEl>
                                          <p:spTgt spid="214059"/>
                                        </p:tgtEl>
                                        <p:attrNameLst>
                                          <p:attrName>style.visibility</p:attrName>
                                        </p:attrNameLst>
                                      </p:cBhvr>
                                      <p:to>
                                        <p:strVal val="visible"/>
                                      </p:to>
                                    </p:set>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grpId="0" nodeType="clickEffect">
                                  <p:stCondLst>
                                    <p:cond delay="0"/>
                                  </p:stCondLst>
                                  <p:childTnLst>
                                    <p:set>
                                      <p:cBhvr>
                                        <p:cTn id="178" dur="1" fill="hold">
                                          <p:stCondLst>
                                            <p:cond delay="0"/>
                                          </p:stCondLst>
                                        </p:cTn>
                                        <p:tgtEl>
                                          <p:spTgt spid="214027"/>
                                        </p:tgtEl>
                                        <p:attrNameLst>
                                          <p:attrName>style.visibility</p:attrName>
                                        </p:attrNameLst>
                                      </p:cBhvr>
                                      <p:to>
                                        <p:strVal val="visible"/>
                                      </p:to>
                                    </p:set>
                                  </p:childTnLst>
                                </p:cTn>
                              </p:par>
                              <p:par>
                                <p:cTn id="179" presetID="1" presetClass="entr" presetSubtype="0" fill="hold" grpId="0" nodeType="withEffect">
                                  <p:stCondLst>
                                    <p:cond delay="0"/>
                                  </p:stCondLst>
                                  <p:childTnLst>
                                    <p:set>
                                      <p:cBhvr>
                                        <p:cTn id="180" dur="1" fill="hold">
                                          <p:stCondLst>
                                            <p:cond delay="0"/>
                                          </p:stCondLst>
                                        </p:cTn>
                                        <p:tgtEl>
                                          <p:spTgt spid="214060"/>
                                        </p:tgtEl>
                                        <p:attrNameLst>
                                          <p:attrName>style.visibility</p:attrName>
                                        </p:attrNameLst>
                                      </p:cBhvr>
                                      <p:to>
                                        <p:strVal val="visible"/>
                                      </p:to>
                                    </p:set>
                                  </p:childTnLst>
                                </p:cTn>
                              </p:par>
                            </p:childTnLst>
                          </p:cTn>
                        </p:par>
                      </p:childTnLst>
                    </p:cTn>
                  </p:par>
                  <p:par>
                    <p:cTn id="181" fill="hold">
                      <p:stCondLst>
                        <p:cond delay="indefinite"/>
                      </p:stCondLst>
                      <p:childTnLst>
                        <p:par>
                          <p:cTn id="182" fill="hold">
                            <p:stCondLst>
                              <p:cond delay="0"/>
                            </p:stCondLst>
                            <p:childTnLst>
                              <p:par>
                                <p:cTn id="183" presetID="1" presetClass="entr" presetSubtype="0" fill="hold" grpId="0" nodeType="clickEffect">
                                  <p:stCondLst>
                                    <p:cond delay="0"/>
                                  </p:stCondLst>
                                  <p:childTnLst>
                                    <p:set>
                                      <p:cBhvr>
                                        <p:cTn id="184" dur="1" fill="hold">
                                          <p:stCondLst>
                                            <p:cond delay="0"/>
                                          </p:stCondLst>
                                        </p:cTn>
                                        <p:tgtEl>
                                          <p:spTgt spid="214061"/>
                                        </p:tgtEl>
                                        <p:attrNameLst>
                                          <p:attrName>style.visibility</p:attrName>
                                        </p:attrNameLst>
                                      </p:cBhvr>
                                      <p:to>
                                        <p:strVal val="visible"/>
                                      </p:to>
                                    </p:set>
                                  </p:childTnLst>
                                </p:cTn>
                              </p:par>
                            </p:childTnLst>
                          </p:cTn>
                        </p:par>
                      </p:childTnLst>
                    </p:cTn>
                  </p:par>
                  <p:par>
                    <p:cTn id="185" fill="hold">
                      <p:stCondLst>
                        <p:cond delay="indefinite"/>
                      </p:stCondLst>
                      <p:childTnLst>
                        <p:par>
                          <p:cTn id="186" fill="hold">
                            <p:stCondLst>
                              <p:cond delay="0"/>
                            </p:stCondLst>
                            <p:childTnLst>
                              <p:par>
                                <p:cTn id="187" presetID="1" presetClass="entr" presetSubtype="0" fill="hold" grpId="0" nodeType="clickEffect">
                                  <p:stCondLst>
                                    <p:cond delay="0"/>
                                  </p:stCondLst>
                                  <p:childTnLst>
                                    <p:set>
                                      <p:cBhvr>
                                        <p:cTn id="188" dur="1" fill="hold">
                                          <p:stCondLst>
                                            <p:cond delay="0"/>
                                          </p:stCondLst>
                                        </p:cTn>
                                        <p:tgtEl>
                                          <p:spTgt spid="214062"/>
                                        </p:tgtEl>
                                        <p:attrNameLst>
                                          <p:attrName>style.visibility</p:attrName>
                                        </p:attrNameLst>
                                      </p:cBhvr>
                                      <p:to>
                                        <p:strVal val="visible"/>
                                      </p:to>
                                    </p:set>
                                  </p:childTnLst>
                                </p:cTn>
                              </p:par>
                            </p:childTnLst>
                          </p:cTn>
                        </p:par>
                      </p:childTnLst>
                    </p:cTn>
                  </p:par>
                  <p:par>
                    <p:cTn id="189" fill="hold">
                      <p:stCondLst>
                        <p:cond delay="indefinite"/>
                      </p:stCondLst>
                      <p:childTnLst>
                        <p:par>
                          <p:cTn id="190" fill="hold">
                            <p:stCondLst>
                              <p:cond delay="0"/>
                            </p:stCondLst>
                            <p:childTnLst>
                              <p:par>
                                <p:cTn id="191" presetID="1" presetClass="entr" presetSubtype="0" fill="hold" grpId="0" nodeType="clickEffect">
                                  <p:stCondLst>
                                    <p:cond delay="0"/>
                                  </p:stCondLst>
                                  <p:childTnLst>
                                    <p:set>
                                      <p:cBhvr>
                                        <p:cTn id="192" dur="1" fill="hold">
                                          <p:stCondLst>
                                            <p:cond delay="0"/>
                                          </p:stCondLst>
                                        </p:cTn>
                                        <p:tgtEl>
                                          <p:spTgt spid="214063"/>
                                        </p:tgtEl>
                                        <p:attrNameLst>
                                          <p:attrName>style.visibility</p:attrName>
                                        </p:attrNameLst>
                                      </p:cBhvr>
                                      <p:to>
                                        <p:strVal val="visible"/>
                                      </p:to>
                                    </p:set>
                                  </p:childTnLst>
                                </p:cTn>
                              </p:par>
                            </p:childTnLst>
                          </p:cTn>
                        </p:par>
                      </p:childTnLst>
                    </p:cTn>
                  </p:par>
                  <p:par>
                    <p:cTn id="193" fill="hold">
                      <p:stCondLst>
                        <p:cond delay="indefinite"/>
                      </p:stCondLst>
                      <p:childTnLst>
                        <p:par>
                          <p:cTn id="194" fill="hold">
                            <p:stCondLst>
                              <p:cond delay="0"/>
                            </p:stCondLst>
                            <p:childTnLst>
                              <p:par>
                                <p:cTn id="195" presetID="1" presetClass="entr" presetSubtype="0" fill="hold" grpId="0" nodeType="clickEffect">
                                  <p:stCondLst>
                                    <p:cond delay="0"/>
                                  </p:stCondLst>
                                  <p:childTnLst>
                                    <p:set>
                                      <p:cBhvr>
                                        <p:cTn id="196" dur="1" fill="hold">
                                          <p:stCondLst>
                                            <p:cond delay="0"/>
                                          </p:stCondLst>
                                        </p:cTn>
                                        <p:tgtEl>
                                          <p:spTgt spid="214064"/>
                                        </p:tgtEl>
                                        <p:attrNameLst>
                                          <p:attrName>style.visibility</p:attrName>
                                        </p:attrNameLst>
                                      </p:cBhvr>
                                      <p:to>
                                        <p:strVal val="visible"/>
                                      </p:to>
                                    </p:set>
                                  </p:childTnLst>
                                </p:cTn>
                              </p:par>
                            </p:childTnLst>
                          </p:cTn>
                        </p:par>
                      </p:childTnLst>
                    </p:cTn>
                  </p:par>
                  <p:par>
                    <p:cTn id="197" fill="hold">
                      <p:stCondLst>
                        <p:cond delay="indefinite"/>
                      </p:stCondLst>
                      <p:childTnLst>
                        <p:par>
                          <p:cTn id="198" fill="hold">
                            <p:stCondLst>
                              <p:cond delay="0"/>
                            </p:stCondLst>
                            <p:childTnLst>
                              <p:par>
                                <p:cTn id="199" presetID="1" presetClass="entr" presetSubtype="0" fill="hold" grpId="0" nodeType="clickEffect">
                                  <p:stCondLst>
                                    <p:cond delay="0"/>
                                  </p:stCondLst>
                                  <p:childTnLst>
                                    <p:set>
                                      <p:cBhvr>
                                        <p:cTn id="200" dur="1" fill="hold">
                                          <p:stCondLst>
                                            <p:cond delay="0"/>
                                          </p:stCondLst>
                                        </p:cTn>
                                        <p:tgtEl>
                                          <p:spTgt spid="214066"/>
                                        </p:tgtEl>
                                        <p:attrNameLst>
                                          <p:attrName>style.visibility</p:attrName>
                                        </p:attrNameLst>
                                      </p:cBhvr>
                                      <p:to>
                                        <p:strVal val="visible"/>
                                      </p:to>
                                    </p:set>
                                  </p:childTnLst>
                                </p:cTn>
                              </p:par>
                            </p:childTnLst>
                          </p:cTn>
                        </p:par>
                      </p:childTnLst>
                    </p:cTn>
                  </p:par>
                  <p:par>
                    <p:cTn id="201" fill="hold">
                      <p:stCondLst>
                        <p:cond delay="indefinite"/>
                      </p:stCondLst>
                      <p:childTnLst>
                        <p:par>
                          <p:cTn id="202" fill="hold">
                            <p:stCondLst>
                              <p:cond delay="0"/>
                            </p:stCondLst>
                            <p:childTnLst>
                              <p:par>
                                <p:cTn id="203" presetID="1" presetClass="entr" presetSubtype="0" fill="hold" grpId="0" nodeType="clickEffect">
                                  <p:stCondLst>
                                    <p:cond delay="0"/>
                                  </p:stCondLst>
                                  <p:childTnLst>
                                    <p:set>
                                      <p:cBhvr>
                                        <p:cTn id="204" dur="1" fill="hold">
                                          <p:stCondLst>
                                            <p:cond delay="0"/>
                                          </p:stCondLst>
                                        </p:cTn>
                                        <p:tgtEl>
                                          <p:spTgt spid="214067"/>
                                        </p:tgtEl>
                                        <p:attrNameLst>
                                          <p:attrName>style.visibility</p:attrName>
                                        </p:attrNameLst>
                                      </p:cBhvr>
                                      <p:to>
                                        <p:strVal val="visible"/>
                                      </p:to>
                                    </p:set>
                                  </p:childTnLst>
                                </p:cTn>
                              </p:par>
                            </p:childTnLst>
                          </p:cTn>
                        </p:par>
                      </p:childTnLst>
                    </p:cTn>
                  </p:par>
                  <p:par>
                    <p:cTn id="205" fill="hold">
                      <p:stCondLst>
                        <p:cond delay="indefinite"/>
                      </p:stCondLst>
                      <p:childTnLst>
                        <p:par>
                          <p:cTn id="206" fill="hold">
                            <p:stCondLst>
                              <p:cond delay="0"/>
                            </p:stCondLst>
                            <p:childTnLst>
                              <p:par>
                                <p:cTn id="207" presetID="1" presetClass="entr" presetSubtype="0" fill="hold" grpId="0" nodeType="clickEffect">
                                  <p:stCondLst>
                                    <p:cond delay="0"/>
                                  </p:stCondLst>
                                  <p:childTnLst>
                                    <p:set>
                                      <p:cBhvr>
                                        <p:cTn id="208" dur="1" fill="hold">
                                          <p:stCondLst>
                                            <p:cond delay="0"/>
                                          </p:stCondLst>
                                        </p:cTn>
                                        <p:tgtEl>
                                          <p:spTgt spid="214068"/>
                                        </p:tgtEl>
                                        <p:attrNameLst>
                                          <p:attrName>style.visibility</p:attrName>
                                        </p:attrNameLst>
                                      </p:cBhvr>
                                      <p:to>
                                        <p:strVal val="visible"/>
                                      </p:to>
                                    </p:set>
                                  </p:childTnLst>
                                </p:cTn>
                              </p:par>
                              <p:par>
                                <p:cTn id="209" presetID="1" presetClass="entr" presetSubtype="0" fill="hold" grpId="0" nodeType="withEffect">
                                  <p:stCondLst>
                                    <p:cond delay="0"/>
                                  </p:stCondLst>
                                  <p:childTnLst>
                                    <p:set>
                                      <p:cBhvr>
                                        <p:cTn id="210" dur="1" fill="hold">
                                          <p:stCondLst>
                                            <p:cond delay="0"/>
                                          </p:stCondLst>
                                        </p:cTn>
                                        <p:tgtEl>
                                          <p:spTgt spid="214072"/>
                                        </p:tgtEl>
                                        <p:attrNameLst>
                                          <p:attrName>style.visibility</p:attrName>
                                        </p:attrNameLst>
                                      </p:cBhvr>
                                      <p:to>
                                        <p:strVal val="visible"/>
                                      </p:to>
                                    </p:set>
                                  </p:childTnLst>
                                </p:cTn>
                              </p:par>
                            </p:childTnLst>
                          </p:cTn>
                        </p:par>
                      </p:childTnLst>
                    </p:cTn>
                  </p:par>
                  <p:par>
                    <p:cTn id="211" fill="hold">
                      <p:stCondLst>
                        <p:cond delay="indefinite"/>
                      </p:stCondLst>
                      <p:childTnLst>
                        <p:par>
                          <p:cTn id="212" fill="hold">
                            <p:stCondLst>
                              <p:cond delay="0"/>
                            </p:stCondLst>
                            <p:childTnLst>
                              <p:par>
                                <p:cTn id="213" presetID="1" presetClass="entr" presetSubtype="0" fill="hold" grpId="0" nodeType="clickEffect">
                                  <p:stCondLst>
                                    <p:cond delay="0"/>
                                  </p:stCondLst>
                                  <p:childTnLst>
                                    <p:set>
                                      <p:cBhvr>
                                        <p:cTn id="214" dur="1" fill="hold">
                                          <p:stCondLst>
                                            <p:cond delay="0"/>
                                          </p:stCondLst>
                                        </p:cTn>
                                        <p:tgtEl>
                                          <p:spTgt spid="214069"/>
                                        </p:tgtEl>
                                        <p:attrNameLst>
                                          <p:attrName>style.visibility</p:attrName>
                                        </p:attrNameLst>
                                      </p:cBhvr>
                                      <p:to>
                                        <p:strVal val="visible"/>
                                      </p:to>
                                    </p:set>
                                  </p:childTnLst>
                                </p:cTn>
                              </p:par>
                            </p:childTnLst>
                          </p:cTn>
                        </p:par>
                      </p:childTnLst>
                    </p:cTn>
                  </p:par>
                  <p:par>
                    <p:cTn id="215" fill="hold">
                      <p:stCondLst>
                        <p:cond delay="indefinite"/>
                      </p:stCondLst>
                      <p:childTnLst>
                        <p:par>
                          <p:cTn id="216" fill="hold">
                            <p:stCondLst>
                              <p:cond delay="0"/>
                            </p:stCondLst>
                            <p:childTnLst>
                              <p:par>
                                <p:cTn id="217" presetID="1" presetClass="entr" presetSubtype="0" fill="hold" grpId="0" nodeType="clickEffect">
                                  <p:stCondLst>
                                    <p:cond delay="0"/>
                                  </p:stCondLst>
                                  <p:childTnLst>
                                    <p:set>
                                      <p:cBhvr>
                                        <p:cTn id="218" dur="1" fill="hold">
                                          <p:stCondLst>
                                            <p:cond delay="0"/>
                                          </p:stCondLst>
                                        </p:cTn>
                                        <p:tgtEl>
                                          <p:spTgt spid="214071"/>
                                        </p:tgtEl>
                                        <p:attrNameLst>
                                          <p:attrName>style.visibility</p:attrName>
                                        </p:attrNameLst>
                                      </p:cBhvr>
                                      <p:to>
                                        <p:strVal val="visible"/>
                                      </p:to>
                                    </p:set>
                                  </p:childTnLst>
                                </p:cTn>
                              </p:par>
                            </p:childTnLst>
                          </p:cTn>
                        </p:par>
                      </p:childTnLst>
                    </p:cTn>
                  </p:par>
                  <p:par>
                    <p:cTn id="219" fill="hold">
                      <p:stCondLst>
                        <p:cond delay="indefinite"/>
                      </p:stCondLst>
                      <p:childTnLst>
                        <p:par>
                          <p:cTn id="220" fill="hold">
                            <p:stCondLst>
                              <p:cond delay="0"/>
                            </p:stCondLst>
                            <p:childTnLst>
                              <p:par>
                                <p:cTn id="221" presetID="1" presetClass="entr" presetSubtype="0" fill="hold" grpId="0" nodeType="clickEffect">
                                  <p:stCondLst>
                                    <p:cond delay="0"/>
                                  </p:stCondLst>
                                  <p:childTnLst>
                                    <p:set>
                                      <p:cBhvr>
                                        <p:cTn id="222" dur="1" fill="hold">
                                          <p:stCondLst>
                                            <p:cond delay="0"/>
                                          </p:stCondLst>
                                        </p:cTn>
                                        <p:tgtEl>
                                          <p:spTgt spid="2140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4018" grpId="0" animBg="1"/>
      <p:bldP spid="214019" grpId="0" animBg="1"/>
      <p:bldP spid="214020" grpId="0" animBg="1"/>
      <p:bldP spid="214021" grpId="0" animBg="1"/>
      <p:bldP spid="214022" grpId="0" animBg="1"/>
      <p:bldP spid="214024" grpId="0" animBg="1"/>
      <p:bldP spid="214025" grpId="0"/>
      <p:bldP spid="214026" grpId="0"/>
      <p:bldP spid="214027" grpId="0"/>
      <p:bldP spid="214040" grpId="0"/>
      <p:bldP spid="214041" grpId="0"/>
      <p:bldP spid="214043" grpId="0"/>
      <p:bldP spid="214044" grpId="0" animBg="1"/>
      <p:bldP spid="214045" grpId="0" animBg="1"/>
      <p:bldP spid="214046" grpId="0"/>
      <p:bldP spid="214047" grpId="0"/>
      <p:bldP spid="214048" grpId="0" animBg="1"/>
      <p:bldP spid="214049" grpId="0" animBg="1"/>
      <p:bldP spid="214050" grpId="0"/>
      <p:bldP spid="214051" grpId="0"/>
      <p:bldP spid="214052" grpId="0" animBg="1"/>
      <p:bldP spid="214053" grpId="0"/>
      <p:bldP spid="214054" grpId="0" animBg="1"/>
      <p:bldP spid="214056" grpId="0" animBg="1"/>
      <p:bldP spid="214057" grpId="0"/>
      <p:bldP spid="214058" grpId="0"/>
      <p:bldP spid="214059" grpId="0"/>
      <p:bldP spid="214060" grpId="0" animBg="1"/>
      <p:bldP spid="214061" grpId="0" animBg="1"/>
      <p:bldP spid="214062" grpId="0" animBg="1"/>
      <p:bldP spid="214063" grpId="0"/>
      <p:bldP spid="214064" grpId="0" animBg="1"/>
      <p:bldP spid="214066" grpId="0"/>
      <p:bldP spid="214067" grpId="0" animBg="1"/>
      <p:bldP spid="214068" grpId="0" animBg="1"/>
      <p:bldP spid="214069" grpId="0" animBg="1"/>
      <p:bldP spid="214070" grpId="0"/>
      <p:bldP spid="214071" grpId="0"/>
      <p:bldP spid="214072" grpId="0"/>
      <p:bldP spid="214073" grpId="0" animBg="1"/>
      <p:bldP spid="214074" grpId="0" animBg="1"/>
      <p:bldP spid="214075" grpId="0" animBg="1"/>
      <p:bldP spid="214076" grpId="0" animBg="1"/>
      <p:bldP spid="63" grpId="0" animBg="1"/>
      <p:bldP spid="65"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Line 2"/>
          <p:cNvSpPr>
            <a:spLocks noChangeShapeType="1"/>
          </p:cNvSpPr>
          <p:nvPr/>
        </p:nvSpPr>
        <p:spPr bwMode="auto">
          <a:xfrm>
            <a:off x="3565527" y="3581400"/>
            <a:ext cx="504507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16067" name="Text Box 3"/>
          <p:cNvSpPr txBox="1">
            <a:spLocks noChangeArrowheads="1"/>
          </p:cNvSpPr>
          <p:nvPr/>
        </p:nvSpPr>
        <p:spPr bwMode="auto">
          <a:xfrm>
            <a:off x="3245647" y="3345895"/>
            <a:ext cx="4048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400" dirty="0">
                <a:latin typeface="Times New Roman" panose="02020603050405020304" pitchFamily="18" charset="0"/>
              </a:rPr>
              <a:t>X</a:t>
            </a:r>
          </a:p>
        </p:txBody>
      </p:sp>
      <p:sp>
        <p:nvSpPr>
          <p:cNvPr id="216068" name="Text Box 4"/>
          <p:cNvSpPr txBox="1">
            <a:spLocks noChangeArrowheads="1"/>
          </p:cNvSpPr>
          <p:nvPr/>
        </p:nvSpPr>
        <p:spPr bwMode="auto">
          <a:xfrm>
            <a:off x="8534903" y="3332679"/>
            <a:ext cx="4074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400" dirty="0">
                <a:latin typeface="Times New Roman" panose="02020603050405020304" pitchFamily="18" charset="0"/>
              </a:rPr>
              <a:t>Y</a:t>
            </a:r>
          </a:p>
        </p:txBody>
      </p:sp>
      <p:sp>
        <p:nvSpPr>
          <p:cNvPr id="216069" name="Line 5"/>
          <p:cNvSpPr>
            <a:spLocks noChangeShapeType="1"/>
          </p:cNvSpPr>
          <p:nvPr/>
        </p:nvSpPr>
        <p:spPr bwMode="auto">
          <a:xfrm>
            <a:off x="4556125" y="1981200"/>
            <a:ext cx="0" cy="388620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16070" name="Line 6"/>
          <p:cNvSpPr>
            <a:spLocks noChangeShapeType="1"/>
          </p:cNvSpPr>
          <p:nvPr/>
        </p:nvSpPr>
        <p:spPr bwMode="auto">
          <a:xfrm>
            <a:off x="7527925" y="1371600"/>
            <a:ext cx="0" cy="449580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16071" name="Oval 7"/>
          <p:cNvSpPr>
            <a:spLocks noChangeArrowheads="1"/>
          </p:cNvSpPr>
          <p:nvPr/>
        </p:nvSpPr>
        <p:spPr bwMode="auto">
          <a:xfrm>
            <a:off x="4556125" y="50292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16072" name="Oval 8"/>
          <p:cNvSpPr>
            <a:spLocks noChangeArrowheads="1"/>
          </p:cNvSpPr>
          <p:nvPr/>
        </p:nvSpPr>
        <p:spPr bwMode="auto">
          <a:xfrm>
            <a:off x="4479925" y="35814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16073" name="Oval 9"/>
          <p:cNvSpPr>
            <a:spLocks noChangeArrowheads="1"/>
          </p:cNvSpPr>
          <p:nvPr/>
        </p:nvSpPr>
        <p:spPr bwMode="auto">
          <a:xfrm>
            <a:off x="7527925" y="15240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16074" name="Oval 10"/>
          <p:cNvSpPr>
            <a:spLocks noChangeArrowheads="1"/>
          </p:cNvSpPr>
          <p:nvPr/>
        </p:nvSpPr>
        <p:spPr bwMode="auto">
          <a:xfrm>
            <a:off x="7527925" y="35052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16075" name="Line 11"/>
          <p:cNvSpPr>
            <a:spLocks noChangeShapeType="1"/>
          </p:cNvSpPr>
          <p:nvPr/>
        </p:nvSpPr>
        <p:spPr bwMode="auto">
          <a:xfrm flipH="1">
            <a:off x="4556125" y="1524000"/>
            <a:ext cx="2971800" cy="205740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16076" name="Line 12"/>
          <p:cNvSpPr>
            <a:spLocks noChangeShapeType="1"/>
          </p:cNvSpPr>
          <p:nvPr/>
        </p:nvSpPr>
        <p:spPr bwMode="auto">
          <a:xfrm flipH="1">
            <a:off x="4556125" y="3581400"/>
            <a:ext cx="2971800" cy="152400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16077" name="Line 13"/>
          <p:cNvSpPr>
            <a:spLocks noChangeShapeType="1"/>
          </p:cNvSpPr>
          <p:nvPr/>
        </p:nvSpPr>
        <p:spPr bwMode="auto">
          <a:xfrm>
            <a:off x="3260725" y="3276600"/>
            <a:ext cx="4800600"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16078" name="Oval 14"/>
          <p:cNvSpPr>
            <a:spLocks noChangeArrowheads="1"/>
          </p:cNvSpPr>
          <p:nvPr/>
        </p:nvSpPr>
        <p:spPr bwMode="auto">
          <a:xfrm>
            <a:off x="4937125" y="32766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16079" name="Line 15"/>
          <p:cNvSpPr>
            <a:spLocks noChangeShapeType="1"/>
          </p:cNvSpPr>
          <p:nvPr/>
        </p:nvSpPr>
        <p:spPr bwMode="auto">
          <a:xfrm>
            <a:off x="4994275" y="2971800"/>
            <a:ext cx="0" cy="236220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16080" name="Line 16"/>
          <p:cNvSpPr>
            <a:spLocks noChangeShapeType="1"/>
          </p:cNvSpPr>
          <p:nvPr/>
        </p:nvSpPr>
        <p:spPr bwMode="auto">
          <a:xfrm>
            <a:off x="6918325" y="1676400"/>
            <a:ext cx="0" cy="335280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16081" name="Line 17"/>
          <p:cNvSpPr>
            <a:spLocks noChangeShapeType="1"/>
          </p:cNvSpPr>
          <p:nvPr/>
        </p:nvSpPr>
        <p:spPr bwMode="auto">
          <a:xfrm>
            <a:off x="6537325" y="1947863"/>
            <a:ext cx="1981200"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16082" name="Line 18"/>
          <p:cNvSpPr>
            <a:spLocks noChangeShapeType="1"/>
          </p:cNvSpPr>
          <p:nvPr/>
        </p:nvSpPr>
        <p:spPr bwMode="auto">
          <a:xfrm>
            <a:off x="6537325" y="3886200"/>
            <a:ext cx="1828800"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16083" name="Line 19"/>
          <p:cNvSpPr>
            <a:spLocks noChangeShapeType="1"/>
          </p:cNvSpPr>
          <p:nvPr/>
        </p:nvSpPr>
        <p:spPr bwMode="auto">
          <a:xfrm flipH="1">
            <a:off x="5013325" y="1978024"/>
            <a:ext cx="1857053" cy="129857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16084" name="Line 20"/>
          <p:cNvSpPr>
            <a:spLocks noChangeShapeType="1"/>
          </p:cNvSpPr>
          <p:nvPr/>
        </p:nvSpPr>
        <p:spPr bwMode="auto">
          <a:xfrm flipH="1">
            <a:off x="5013325" y="3886200"/>
            <a:ext cx="1905000" cy="9906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16085" name="Text Box 21"/>
          <p:cNvSpPr txBox="1">
            <a:spLocks noChangeArrowheads="1"/>
          </p:cNvSpPr>
          <p:nvPr/>
        </p:nvSpPr>
        <p:spPr bwMode="auto">
          <a:xfrm>
            <a:off x="4175125" y="4876800"/>
            <a:ext cx="4206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rPr>
              <a:t>HT</a:t>
            </a:r>
          </a:p>
        </p:txBody>
      </p:sp>
      <p:sp>
        <p:nvSpPr>
          <p:cNvPr id="216086" name="Text Box 22"/>
          <p:cNvSpPr txBox="1">
            <a:spLocks noChangeArrowheads="1"/>
          </p:cNvSpPr>
          <p:nvPr/>
        </p:nvSpPr>
        <p:spPr bwMode="auto">
          <a:xfrm>
            <a:off x="7489825" y="1270000"/>
            <a:ext cx="4206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rPr>
              <a:t>VT</a:t>
            </a:r>
          </a:p>
        </p:txBody>
      </p:sp>
      <p:sp>
        <p:nvSpPr>
          <p:cNvPr id="216087" name="Text Box 23"/>
          <p:cNvSpPr txBox="1">
            <a:spLocks noChangeArrowheads="1"/>
          </p:cNvSpPr>
          <p:nvPr/>
        </p:nvSpPr>
        <p:spPr bwMode="auto">
          <a:xfrm>
            <a:off x="4251325" y="3581400"/>
            <a:ext cx="3317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rPr>
              <a:t>h’</a:t>
            </a:r>
          </a:p>
        </p:txBody>
      </p:sp>
      <p:sp>
        <p:nvSpPr>
          <p:cNvPr id="216088" name="Text Box 24"/>
          <p:cNvSpPr txBox="1">
            <a:spLocks noChangeArrowheads="1"/>
          </p:cNvSpPr>
          <p:nvPr/>
        </p:nvSpPr>
        <p:spPr bwMode="auto">
          <a:xfrm>
            <a:off x="4708527" y="2971800"/>
            <a:ext cx="32226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rPr>
              <a:t>a’</a:t>
            </a:r>
          </a:p>
        </p:txBody>
      </p:sp>
      <p:sp>
        <p:nvSpPr>
          <p:cNvPr id="216089" name="Text Box 25"/>
          <p:cNvSpPr txBox="1">
            <a:spLocks noChangeArrowheads="1"/>
          </p:cNvSpPr>
          <p:nvPr/>
        </p:nvSpPr>
        <p:spPr bwMode="auto">
          <a:xfrm>
            <a:off x="7604125" y="3276600"/>
            <a:ext cx="2730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rPr>
              <a:t>v</a:t>
            </a:r>
          </a:p>
        </p:txBody>
      </p:sp>
      <p:sp>
        <p:nvSpPr>
          <p:cNvPr id="216090" name="Text Box 26"/>
          <p:cNvSpPr txBox="1">
            <a:spLocks noChangeArrowheads="1"/>
          </p:cNvSpPr>
          <p:nvPr/>
        </p:nvSpPr>
        <p:spPr bwMode="auto">
          <a:xfrm>
            <a:off x="6652101" y="1662840"/>
            <a:ext cx="3317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Times New Roman" panose="02020603050405020304" pitchFamily="18" charset="0"/>
              </a:rPr>
              <a:t>b’</a:t>
            </a:r>
          </a:p>
        </p:txBody>
      </p:sp>
      <p:sp>
        <p:nvSpPr>
          <p:cNvPr id="216091" name="Text Box 27"/>
          <p:cNvSpPr txBox="1">
            <a:spLocks noChangeArrowheads="1"/>
          </p:cNvSpPr>
          <p:nvPr/>
        </p:nvSpPr>
        <p:spPr bwMode="auto">
          <a:xfrm>
            <a:off x="4708527" y="4648200"/>
            <a:ext cx="2635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rPr>
              <a:t>a</a:t>
            </a:r>
          </a:p>
        </p:txBody>
      </p:sp>
      <p:sp>
        <p:nvSpPr>
          <p:cNvPr id="216092" name="Text Box 28"/>
          <p:cNvSpPr txBox="1">
            <a:spLocks noChangeArrowheads="1"/>
          </p:cNvSpPr>
          <p:nvPr/>
        </p:nvSpPr>
        <p:spPr bwMode="auto">
          <a:xfrm>
            <a:off x="6652961" y="3631067"/>
            <a:ext cx="2730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Times New Roman" panose="02020603050405020304" pitchFamily="18" charset="0"/>
              </a:rPr>
              <a:t>b</a:t>
            </a:r>
          </a:p>
        </p:txBody>
      </p:sp>
      <p:grpSp>
        <p:nvGrpSpPr>
          <p:cNvPr id="216093" name="Group 29"/>
          <p:cNvGrpSpPr>
            <a:grpSpLocks/>
          </p:cNvGrpSpPr>
          <p:nvPr/>
        </p:nvGrpSpPr>
        <p:grpSpPr bwMode="auto">
          <a:xfrm>
            <a:off x="4556125" y="5486400"/>
            <a:ext cx="2971800" cy="304800"/>
            <a:chOff x="1152" y="3456"/>
            <a:chExt cx="1872" cy="192"/>
          </a:xfrm>
        </p:grpSpPr>
        <p:sp>
          <p:nvSpPr>
            <p:cNvPr id="216094" name="Line 30"/>
            <p:cNvSpPr>
              <a:spLocks noChangeShapeType="1"/>
            </p:cNvSpPr>
            <p:nvPr/>
          </p:nvSpPr>
          <p:spPr bwMode="auto">
            <a:xfrm>
              <a:off x="2304" y="3552"/>
              <a:ext cx="72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16095" name="Line 31"/>
            <p:cNvSpPr>
              <a:spLocks noChangeShapeType="1"/>
            </p:cNvSpPr>
            <p:nvPr/>
          </p:nvSpPr>
          <p:spPr bwMode="auto">
            <a:xfrm flipH="1">
              <a:off x="1152" y="3552"/>
              <a:ext cx="72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16096" name="Text Box 32"/>
            <p:cNvSpPr txBox="1">
              <a:spLocks noChangeArrowheads="1"/>
            </p:cNvSpPr>
            <p:nvPr/>
          </p:nvSpPr>
          <p:spPr bwMode="auto">
            <a:xfrm>
              <a:off x="2016" y="3456"/>
              <a:ext cx="22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rPr>
                <a:t>80</a:t>
              </a:r>
            </a:p>
          </p:txBody>
        </p:sp>
      </p:grpSp>
      <p:grpSp>
        <p:nvGrpSpPr>
          <p:cNvPr id="216097" name="Group 33"/>
          <p:cNvGrpSpPr>
            <a:grpSpLocks/>
          </p:cNvGrpSpPr>
          <p:nvPr/>
        </p:nvGrpSpPr>
        <p:grpSpPr bwMode="auto">
          <a:xfrm>
            <a:off x="5013325" y="3276600"/>
            <a:ext cx="1905000" cy="304800"/>
            <a:chOff x="1440" y="2064"/>
            <a:chExt cx="1200" cy="192"/>
          </a:xfrm>
        </p:grpSpPr>
        <p:sp>
          <p:nvSpPr>
            <p:cNvPr id="216098" name="Line 34"/>
            <p:cNvSpPr>
              <a:spLocks noChangeShapeType="1"/>
            </p:cNvSpPr>
            <p:nvPr/>
          </p:nvSpPr>
          <p:spPr bwMode="auto">
            <a:xfrm>
              <a:off x="2064" y="2160"/>
              <a:ext cx="576"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16099" name="Line 35"/>
            <p:cNvSpPr>
              <a:spLocks noChangeShapeType="1"/>
            </p:cNvSpPr>
            <p:nvPr/>
          </p:nvSpPr>
          <p:spPr bwMode="auto">
            <a:xfrm flipH="1">
              <a:off x="1440" y="2160"/>
              <a:ext cx="48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16100" name="Text Box 36"/>
            <p:cNvSpPr txBox="1">
              <a:spLocks noChangeArrowheads="1"/>
            </p:cNvSpPr>
            <p:nvPr/>
          </p:nvSpPr>
          <p:spPr bwMode="auto">
            <a:xfrm>
              <a:off x="1884" y="2064"/>
              <a:ext cx="22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rPr>
                <a:t>50</a:t>
              </a:r>
            </a:p>
          </p:txBody>
        </p:sp>
      </p:grpSp>
      <p:sp>
        <p:nvSpPr>
          <p:cNvPr id="216101" name="Line 37"/>
          <p:cNvSpPr>
            <a:spLocks noChangeShapeType="1"/>
          </p:cNvSpPr>
          <p:nvPr/>
        </p:nvSpPr>
        <p:spPr bwMode="auto">
          <a:xfrm>
            <a:off x="5013325" y="4876800"/>
            <a:ext cx="2362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16102" name="Arc 38"/>
          <p:cNvSpPr>
            <a:spLocks/>
          </p:cNvSpPr>
          <p:nvPr/>
        </p:nvSpPr>
        <p:spPr bwMode="auto">
          <a:xfrm>
            <a:off x="6232525" y="3898902"/>
            <a:ext cx="1066800" cy="981075"/>
          </a:xfrm>
          <a:custGeom>
            <a:avLst/>
            <a:gdLst>
              <a:gd name="G0" fmla="+- 0 0 0"/>
              <a:gd name="G1" fmla="+- 16371 0 0"/>
              <a:gd name="G2" fmla="+- 21600 0 0"/>
              <a:gd name="T0" fmla="*/ 14091 w 21592"/>
              <a:gd name="T1" fmla="*/ 0 h 16371"/>
              <a:gd name="T2" fmla="*/ 21592 w 21592"/>
              <a:gd name="T3" fmla="*/ 15798 h 16371"/>
              <a:gd name="T4" fmla="*/ 0 w 21592"/>
              <a:gd name="T5" fmla="*/ 16371 h 16371"/>
            </a:gdLst>
            <a:ahLst/>
            <a:cxnLst>
              <a:cxn ang="0">
                <a:pos x="T0" y="T1"/>
              </a:cxn>
              <a:cxn ang="0">
                <a:pos x="T2" y="T3"/>
              </a:cxn>
              <a:cxn ang="0">
                <a:pos x="T4" y="T5"/>
              </a:cxn>
            </a:cxnLst>
            <a:rect l="0" t="0" r="r" b="b"/>
            <a:pathLst>
              <a:path w="21592" h="16371" fill="none" extrusionOk="0">
                <a:moveTo>
                  <a:pt x="14090" y="0"/>
                </a:moveTo>
                <a:cubicBezTo>
                  <a:pt x="18706" y="3973"/>
                  <a:pt x="21430" y="9709"/>
                  <a:pt x="21592" y="15797"/>
                </a:cubicBezTo>
              </a:path>
              <a:path w="21592" h="16371" stroke="0" extrusionOk="0">
                <a:moveTo>
                  <a:pt x="14090" y="0"/>
                </a:moveTo>
                <a:cubicBezTo>
                  <a:pt x="18706" y="3973"/>
                  <a:pt x="21430" y="9709"/>
                  <a:pt x="21592" y="15797"/>
                </a:cubicBezTo>
                <a:lnTo>
                  <a:pt x="0" y="16371"/>
                </a:lnTo>
                <a:close/>
              </a:path>
            </a:pathLst>
          </a:custGeom>
          <a:noFill/>
          <a:ln w="9525">
            <a:solidFill>
              <a:schemeClr val="tx1"/>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16103" name="Line 39"/>
          <p:cNvSpPr>
            <a:spLocks noChangeShapeType="1"/>
          </p:cNvSpPr>
          <p:nvPr/>
        </p:nvSpPr>
        <p:spPr bwMode="auto">
          <a:xfrm flipV="1">
            <a:off x="7299325" y="1905000"/>
            <a:ext cx="0" cy="2971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16104" name="Text Box 40"/>
          <p:cNvSpPr txBox="1">
            <a:spLocks noChangeArrowheads="1"/>
          </p:cNvSpPr>
          <p:nvPr/>
        </p:nvSpPr>
        <p:spPr bwMode="auto">
          <a:xfrm>
            <a:off x="7223125" y="1676402"/>
            <a:ext cx="39305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rPr>
              <a:t>b’</a:t>
            </a:r>
            <a:r>
              <a:rPr lang="en-US" altLang="en-US" sz="1400" baseline="-25000">
                <a:latin typeface="Times New Roman" panose="02020603050405020304" pitchFamily="18" charset="0"/>
              </a:rPr>
              <a:t>1</a:t>
            </a:r>
          </a:p>
        </p:txBody>
      </p:sp>
      <p:sp>
        <p:nvSpPr>
          <p:cNvPr id="216105" name="Oval 41"/>
          <p:cNvSpPr>
            <a:spLocks noChangeArrowheads="1"/>
          </p:cNvSpPr>
          <p:nvPr/>
        </p:nvSpPr>
        <p:spPr bwMode="auto">
          <a:xfrm>
            <a:off x="6842125" y="19050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16106" name="Oval 42"/>
          <p:cNvSpPr>
            <a:spLocks noChangeArrowheads="1"/>
          </p:cNvSpPr>
          <p:nvPr/>
        </p:nvSpPr>
        <p:spPr bwMode="auto">
          <a:xfrm>
            <a:off x="6842125" y="38862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16107" name="Oval 43"/>
          <p:cNvSpPr>
            <a:spLocks noChangeArrowheads="1"/>
          </p:cNvSpPr>
          <p:nvPr/>
        </p:nvSpPr>
        <p:spPr bwMode="auto">
          <a:xfrm>
            <a:off x="7299325" y="19050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16108" name="Line 44"/>
          <p:cNvSpPr>
            <a:spLocks noChangeShapeType="1"/>
          </p:cNvSpPr>
          <p:nvPr/>
        </p:nvSpPr>
        <p:spPr bwMode="auto">
          <a:xfrm flipH="1">
            <a:off x="4937125" y="1941611"/>
            <a:ext cx="2438400" cy="1371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16109" name="Line 45"/>
          <p:cNvSpPr>
            <a:spLocks noChangeShapeType="1"/>
          </p:cNvSpPr>
          <p:nvPr/>
        </p:nvSpPr>
        <p:spPr bwMode="auto">
          <a:xfrm flipH="1">
            <a:off x="5003802" y="3917952"/>
            <a:ext cx="2524122" cy="9588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16110" name="Oval 46"/>
          <p:cNvSpPr>
            <a:spLocks noChangeArrowheads="1"/>
          </p:cNvSpPr>
          <p:nvPr/>
        </p:nvSpPr>
        <p:spPr bwMode="auto">
          <a:xfrm>
            <a:off x="7514323" y="3872996"/>
            <a:ext cx="87382"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16111" name="Text Box 47"/>
          <p:cNvSpPr txBox="1">
            <a:spLocks noChangeArrowheads="1"/>
          </p:cNvSpPr>
          <p:nvPr/>
        </p:nvSpPr>
        <p:spPr bwMode="auto">
          <a:xfrm>
            <a:off x="5291137" y="2960604"/>
            <a:ext cx="30489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dirty="0">
                <a:latin typeface="Times New Roman" panose="02020603050405020304" pitchFamily="18" charset="0"/>
                <a:cs typeface="Times New Roman" panose="02020603050405020304" pitchFamily="18" charset="0"/>
                <a:sym typeface="Symbol" panose="05050102010706020507" pitchFamily="18" charset="2"/>
              </a:rPr>
              <a:t></a:t>
            </a:r>
          </a:p>
        </p:txBody>
      </p:sp>
      <p:sp>
        <p:nvSpPr>
          <p:cNvPr id="216112" name="Text Box 48"/>
          <p:cNvSpPr txBox="1">
            <a:spLocks noChangeArrowheads="1"/>
          </p:cNvSpPr>
          <p:nvPr/>
        </p:nvSpPr>
        <p:spPr bwMode="auto">
          <a:xfrm>
            <a:off x="5432425" y="4608513"/>
            <a:ext cx="36099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a:latin typeface="Times New Roman" panose="02020603050405020304" pitchFamily="18" charset="0"/>
                <a:cs typeface="Times New Roman" panose="02020603050405020304" pitchFamily="18" charset="0"/>
                <a:sym typeface="Symbol" panose="05050102010706020507" pitchFamily="18" charset="2"/>
              </a:rPr>
              <a:t></a:t>
            </a:r>
          </a:p>
        </p:txBody>
      </p:sp>
      <p:sp>
        <p:nvSpPr>
          <p:cNvPr id="216113" name="Text Box 49"/>
          <p:cNvSpPr txBox="1">
            <a:spLocks noChangeArrowheads="1"/>
          </p:cNvSpPr>
          <p:nvPr/>
        </p:nvSpPr>
        <p:spPr bwMode="auto">
          <a:xfrm rot="-1377286">
            <a:off x="6232525" y="2422009"/>
            <a:ext cx="762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a:latin typeface="Times New Roman" panose="02020603050405020304" pitchFamily="18" charset="0"/>
              </a:rPr>
              <a:t>TL</a:t>
            </a:r>
          </a:p>
        </p:txBody>
      </p:sp>
      <p:sp>
        <p:nvSpPr>
          <p:cNvPr id="216114" name="Text Box 50"/>
          <p:cNvSpPr txBox="1">
            <a:spLocks noChangeArrowheads="1"/>
          </p:cNvSpPr>
          <p:nvPr/>
        </p:nvSpPr>
        <p:spPr bwMode="auto">
          <a:xfrm rot="-1377286">
            <a:off x="6332538" y="4188897"/>
            <a:ext cx="762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a:latin typeface="Times New Roman" panose="02020603050405020304" pitchFamily="18" charset="0"/>
              </a:rPr>
              <a:t>TL</a:t>
            </a:r>
          </a:p>
        </p:txBody>
      </p:sp>
      <p:sp>
        <p:nvSpPr>
          <p:cNvPr id="216115" name="Text Box 51"/>
          <p:cNvSpPr txBox="1">
            <a:spLocks noChangeArrowheads="1"/>
          </p:cNvSpPr>
          <p:nvPr/>
        </p:nvSpPr>
        <p:spPr bwMode="auto">
          <a:xfrm rot="-2002898">
            <a:off x="5622925" y="2269609"/>
            <a:ext cx="762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a:latin typeface="Times New Roman" panose="02020603050405020304" pitchFamily="18" charset="0"/>
              </a:rPr>
              <a:t>FV</a:t>
            </a:r>
          </a:p>
        </p:txBody>
      </p:sp>
      <p:sp>
        <p:nvSpPr>
          <p:cNvPr id="216116" name="Text Box 52"/>
          <p:cNvSpPr txBox="1">
            <a:spLocks noChangeArrowheads="1"/>
          </p:cNvSpPr>
          <p:nvPr/>
        </p:nvSpPr>
        <p:spPr bwMode="auto">
          <a:xfrm rot="-2002898">
            <a:off x="5637213" y="4022209"/>
            <a:ext cx="762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a:latin typeface="Times New Roman" panose="02020603050405020304" pitchFamily="18" charset="0"/>
              </a:rPr>
              <a:t>TV</a:t>
            </a:r>
          </a:p>
        </p:txBody>
      </p:sp>
      <p:sp>
        <p:nvSpPr>
          <p:cNvPr id="216117" name="Text Box 53"/>
          <p:cNvSpPr txBox="1">
            <a:spLocks noChangeArrowheads="1"/>
          </p:cNvSpPr>
          <p:nvPr/>
        </p:nvSpPr>
        <p:spPr bwMode="auto">
          <a:xfrm>
            <a:off x="7807023" y="3627891"/>
            <a:ext cx="37863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Times New Roman" panose="02020603050405020304" pitchFamily="18" charset="0"/>
              </a:rPr>
              <a:t>b </a:t>
            </a:r>
            <a:r>
              <a:rPr lang="en-US" altLang="en-US" sz="1400" baseline="-25000" dirty="0">
                <a:latin typeface="Times New Roman" panose="02020603050405020304" pitchFamily="18" charset="0"/>
              </a:rPr>
              <a:t>1</a:t>
            </a:r>
          </a:p>
        </p:txBody>
      </p:sp>
      <p:sp>
        <p:nvSpPr>
          <p:cNvPr id="216118" name="Line 54"/>
          <p:cNvSpPr>
            <a:spLocks noChangeShapeType="1"/>
          </p:cNvSpPr>
          <p:nvPr/>
        </p:nvSpPr>
        <p:spPr bwMode="auto">
          <a:xfrm flipH="1">
            <a:off x="3641725" y="5029200"/>
            <a:ext cx="533400" cy="0"/>
          </a:xfrm>
          <a:prstGeom prst="line">
            <a:avLst/>
          </a:prstGeom>
          <a:ln>
            <a:headEnd/>
            <a:tailEnd/>
          </a:ln>
        </p:spPr>
        <p:style>
          <a:lnRef idx="1">
            <a:schemeClr val="dk1"/>
          </a:lnRef>
          <a:fillRef idx="0">
            <a:schemeClr val="dk1"/>
          </a:fillRef>
          <a:effectRef idx="0">
            <a:schemeClr val="dk1"/>
          </a:effectRef>
          <a:fontRef idx="minor">
            <a:schemeClr val="tx1"/>
          </a:fontRef>
        </p:style>
        <p:txBody>
          <a:bodyPr/>
          <a:lstStyle/>
          <a:p>
            <a:endParaRPr lang="en-IN"/>
          </a:p>
        </p:txBody>
      </p:sp>
      <p:sp>
        <p:nvSpPr>
          <p:cNvPr id="216119" name="Line 55"/>
          <p:cNvSpPr>
            <a:spLocks noChangeShapeType="1"/>
          </p:cNvSpPr>
          <p:nvPr/>
        </p:nvSpPr>
        <p:spPr bwMode="auto">
          <a:xfrm>
            <a:off x="7527925" y="1536700"/>
            <a:ext cx="838200" cy="0"/>
          </a:xfrm>
          <a:prstGeom prst="line">
            <a:avLst/>
          </a:prstGeom>
          <a:ln>
            <a:headEnd/>
            <a:tailEnd/>
          </a:ln>
        </p:spPr>
        <p:style>
          <a:lnRef idx="1">
            <a:schemeClr val="dk1"/>
          </a:lnRef>
          <a:fillRef idx="0">
            <a:schemeClr val="dk1"/>
          </a:fillRef>
          <a:effectRef idx="0">
            <a:schemeClr val="dk1"/>
          </a:effectRef>
          <a:fontRef idx="minor">
            <a:schemeClr val="tx1"/>
          </a:fontRef>
        </p:style>
        <p:txBody>
          <a:bodyPr/>
          <a:lstStyle/>
          <a:p>
            <a:endParaRPr lang="en-IN"/>
          </a:p>
        </p:txBody>
      </p:sp>
      <p:sp>
        <p:nvSpPr>
          <p:cNvPr id="216120" name="Line 56"/>
          <p:cNvSpPr>
            <a:spLocks noChangeShapeType="1"/>
          </p:cNvSpPr>
          <p:nvPr/>
        </p:nvSpPr>
        <p:spPr bwMode="auto">
          <a:xfrm>
            <a:off x="4022725" y="3276600"/>
            <a:ext cx="0" cy="304800"/>
          </a:xfrm>
          <a:prstGeom prst="line">
            <a:avLst/>
          </a:prstGeom>
          <a:ln>
            <a:headEnd type="triangle" w="med" len="med"/>
            <a:tailEnd type="triangle" w="med" len="med"/>
          </a:ln>
        </p:spPr>
        <p:style>
          <a:lnRef idx="1">
            <a:schemeClr val="dk1"/>
          </a:lnRef>
          <a:fillRef idx="0">
            <a:schemeClr val="dk1"/>
          </a:fillRef>
          <a:effectRef idx="0">
            <a:schemeClr val="dk1"/>
          </a:effectRef>
          <a:fontRef idx="minor">
            <a:schemeClr val="tx1"/>
          </a:fontRef>
        </p:style>
        <p:txBody>
          <a:bodyPr/>
          <a:lstStyle/>
          <a:p>
            <a:endParaRPr lang="en-IN"/>
          </a:p>
        </p:txBody>
      </p:sp>
      <p:sp>
        <p:nvSpPr>
          <p:cNvPr id="216121" name="Line 57"/>
          <p:cNvSpPr>
            <a:spLocks noChangeShapeType="1"/>
          </p:cNvSpPr>
          <p:nvPr/>
        </p:nvSpPr>
        <p:spPr bwMode="auto">
          <a:xfrm>
            <a:off x="4022725" y="3581400"/>
            <a:ext cx="0" cy="1447800"/>
          </a:xfrm>
          <a:prstGeom prst="line">
            <a:avLst/>
          </a:prstGeom>
          <a:ln>
            <a:headEnd type="triangle" w="med" len="med"/>
            <a:tailEnd type="triangle" w="med" len="med"/>
          </a:ln>
        </p:spPr>
        <p:style>
          <a:lnRef idx="1">
            <a:schemeClr val="dk1"/>
          </a:lnRef>
          <a:fillRef idx="0">
            <a:schemeClr val="dk1"/>
          </a:fillRef>
          <a:effectRef idx="0">
            <a:schemeClr val="dk1"/>
          </a:effectRef>
          <a:fontRef idx="minor">
            <a:schemeClr val="tx1"/>
          </a:fontRef>
        </p:style>
        <p:txBody>
          <a:bodyPr/>
          <a:lstStyle/>
          <a:p>
            <a:endParaRPr lang="en-IN"/>
          </a:p>
        </p:txBody>
      </p:sp>
      <p:sp>
        <p:nvSpPr>
          <p:cNvPr id="216122" name="Line 58"/>
          <p:cNvSpPr>
            <a:spLocks noChangeShapeType="1"/>
          </p:cNvSpPr>
          <p:nvPr/>
        </p:nvSpPr>
        <p:spPr bwMode="auto">
          <a:xfrm>
            <a:off x="8137525" y="1524000"/>
            <a:ext cx="0" cy="2057400"/>
          </a:xfrm>
          <a:prstGeom prst="line">
            <a:avLst/>
          </a:prstGeom>
          <a:ln>
            <a:headEnd type="triangle" w="med" len="med"/>
            <a:tailEnd type="triangle" w="med" len="med"/>
          </a:ln>
        </p:spPr>
        <p:style>
          <a:lnRef idx="1">
            <a:schemeClr val="dk1"/>
          </a:lnRef>
          <a:fillRef idx="0">
            <a:schemeClr val="dk1"/>
          </a:fillRef>
          <a:effectRef idx="0">
            <a:schemeClr val="dk1"/>
          </a:effectRef>
          <a:fontRef idx="minor">
            <a:schemeClr val="tx1"/>
          </a:fontRef>
        </p:style>
        <p:txBody>
          <a:bodyPr/>
          <a:lstStyle/>
          <a:p>
            <a:endParaRPr lang="en-IN"/>
          </a:p>
        </p:txBody>
      </p:sp>
      <p:sp>
        <p:nvSpPr>
          <p:cNvPr id="216123" name="Text Box 59"/>
          <p:cNvSpPr txBox="1">
            <a:spLocks noChangeArrowheads="1"/>
          </p:cNvSpPr>
          <p:nvPr/>
        </p:nvSpPr>
        <p:spPr bwMode="auto">
          <a:xfrm>
            <a:off x="4022725" y="3276600"/>
            <a:ext cx="3619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rPr>
              <a:t>10</a:t>
            </a:r>
          </a:p>
        </p:txBody>
      </p:sp>
      <p:sp>
        <p:nvSpPr>
          <p:cNvPr id="216124" name="Text Box 60"/>
          <p:cNvSpPr txBox="1">
            <a:spLocks noChangeArrowheads="1"/>
          </p:cNvSpPr>
          <p:nvPr/>
        </p:nvSpPr>
        <p:spPr bwMode="auto">
          <a:xfrm>
            <a:off x="3946525" y="4191000"/>
            <a:ext cx="3619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rPr>
              <a:t>35</a:t>
            </a:r>
          </a:p>
        </p:txBody>
      </p:sp>
      <p:sp>
        <p:nvSpPr>
          <p:cNvPr id="216125" name="Text Box 61"/>
          <p:cNvSpPr txBox="1">
            <a:spLocks noChangeArrowheads="1"/>
          </p:cNvSpPr>
          <p:nvPr/>
        </p:nvSpPr>
        <p:spPr bwMode="auto">
          <a:xfrm>
            <a:off x="8109746" y="2400300"/>
            <a:ext cx="3619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dirty="0">
                <a:latin typeface="Times New Roman" panose="02020603050405020304" pitchFamily="18" charset="0"/>
              </a:rPr>
              <a:t>55</a:t>
            </a:r>
          </a:p>
        </p:txBody>
      </p:sp>
      <p:sp>
        <p:nvSpPr>
          <p:cNvPr id="216126" name="Text Box 62"/>
          <p:cNvSpPr txBox="1">
            <a:spLocks noChangeArrowheads="1"/>
          </p:cNvSpPr>
          <p:nvPr/>
        </p:nvSpPr>
        <p:spPr bwMode="auto">
          <a:xfrm>
            <a:off x="3413127" y="3022600"/>
            <a:ext cx="10826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Times New Roman" panose="02020603050405020304" pitchFamily="18" charset="0"/>
              </a:rPr>
              <a:t>Locus of  a’ </a:t>
            </a:r>
          </a:p>
        </p:txBody>
      </p:sp>
      <p:sp>
        <p:nvSpPr>
          <p:cNvPr id="216127" name="Text Box 63"/>
          <p:cNvSpPr txBox="1">
            <a:spLocks noChangeArrowheads="1"/>
          </p:cNvSpPr>
          <p:nvPr/>
        </p:nvSpPr>
        <p:spPr bwMode="auto">
          <a:xfrm>
            <a:off x="68259" y="447041"/>
            <a:ext cx="7878766" cy="984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altLang="en-US" sz="1600" b="1" dirty="0">
                <a:solidFill>
                  <a:schemeClr val="accent2"/>
                </a:solidFill>
                <a:latin typeface="Arial" panose="020B0604020202020204" pitchFamily="34" charset="0"/>
              </a:rPr>
              <a:t>PROBLEM:</a:t>
            </a:r>
            <a:r>
              <a:rPr lang="en-US" altLang="en-US" sz="1600" b="1" dirty="0">
                <a:latin typeface="Times New Roman" panose="02020603050405020304" pitchFamily="18" charset="0"/>
              </a:rPr>
              <a:t> </a:t>
            </a:r>
            <a:r>
              <a:rPr lang="en-US" altLang="en-US" sz="1400" b="1" dirty="0">
                <a:latin typeface="Arial" panose="020B0604020202020204" pitchFamily="34" charset="0"/>
              </a:rPr>
              <a:t>Projectors drawn from HT and VT of a line AB are 80 mm apart and those drawn from it’s ends are 50 mm apart. End A is 10 mm above HP, HT is 35 mm below XY while it’s VT is 55 mm </a:t>
            </a:r>
            <a:r>
              <a:rPr lang="en-US" altLang="en-US" sz="1400" b="1">
                <a:latin typeface="Arial" panose="020B0604020202020204" pitchFamily="34" charset="0"/>
              </a:rPr>
              <a:t>above XY. </a:t>
            </a:r>
            <a:r>
              <a:rPr lang="en-US" altLang="en-US" sz="1400" b="1" dirty="0">
                <a:latin typeface="Arial" panose="020B0604020202020204" pitchFamily="34" charset="0"/>
              </a:rPr>
              <a:t>Draw projections, locate traces and find TL of line &amp; inclinations with HP and VP.</a:t>
            </a:r>
          </a:p>
        </p:txBody>
      </p:sp>
      <p:sp>
        <p:nvSpPr>
          <p:cNvPr id="216128" name="Text Box 64"/>
          <p:cNvSpPr txBox="1">
            <a:spLocks noChangeArrowheads="1"/>
          </p:cNvSpPr>
          <p:nvPr/>
        </p:nvSpPr>
        <p:spPr bwMode="auto">
          <a:xfrm>
            <a:off x="49854" y="1574800"/>
            <a:ext cx="3110068"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altLang="en-US" sz="1400" b="1" u="sng" dirty="0">
                <a:solidFill>
                  <a:srgbClr val="FF0066"/>
                </a:solidFill>
                <a:latin typeface="Arial" panose="020B0604020202020204" pitchFamily="34" charset="0"/>
              </a:rPr>
              <a:t>SOLUTION STEPS:-</a:t>
            </a:r>
          </a:p>
          <a:p>
            <a:pPr eaLnBrk="1" hangingPunct="1"/>
            <a:endParaRPr lang="en-US" altLang="en-US" sz="1400" dirty="0">
              <a:solidFill>
                <a:srgbClr val="FF0066"/>
              </a:solidFill>
              <a:latin typeface="Arial" panose="020B0604020202020204" pitchFamily="34" charset="0"/>
            </a:endParaRPr>
          </a:p>
          <a:p>
            <a:r>
              <a:rPr lang="en-US" altLang="en-US" sz="1600" dirty="0">
                <a:latin typeface="Arial" panose="020B0604020202020204" pitchFamily="34" charset="0"/>
              </a:rPr>
              <a:t>1.Draw </a:t>
            </a:r>
            <a:r>
              <a:rPr lang="en-US" altLang="en-US" sz="1600" dirty="0"/>
              <a:t>XY</a:t>
            </a:r>
            <a:r>
              <a:rPr lang="en-US" altLang="en-US" sz="1600" dirty="0">
                <a:latin typeface="Arial" panose="020B0604020202020204" pitchFamily="34" charset="0"/>
              </a:rPr>
              <a:t> line and two projectors, 80 mm apart and locate HT &amp; VT, 35 mm below </a:t>
            </a:r>
            <a:r>
              <a:rPr lang="en-US" altLang="en-US" sz="1600" dirty="0"/>
              <a:t>XY</a:t>
            </a:r>
            <a:r>
              <a:rPr lang="en-US" altLang="en-US" sz="1600" dirty="0">
                <a:latin typeface="Arial" panose="020B0604020202020204" pitchFamily="34" charset="0"/>
              </a:rPr>
              <a:t> and 55 mm above </a:t>
            </a:r>
            <a:r>
              <a:rPr lang="en-US" altLang="en-US" sz="1600" dirty="0"/>
              <a:t>XY</a:t>
            </a:r>
            <a:r>
              <a:rPr lang="en-US" altLang="en-US" sz="1600" dirty="0">
                <a:latin typeface="Arial" panose="020B0604020202020204" pitchFamily="34" charset="0"/>
              </a:rPr>
              <a:t> respectively on these projectors.</a:t>
            </a:r>
          </a:p>
          <a:p>
            <a:r>
              <a:rPr lang="en-US" altLang="en-US" sz="1600" dirty="0">
                <a:latin typeface="Arial" panose="020B0604020202020204" pitchFamily="34" charset="0"/>
              </a:rPr>
              <a:t>2.Locate h’ and v on </a:t>
            </a:r>
            <a:r>
              <a:rPr lang="en-US" altLang="en-US" sz="1600" dirty="0"/>
              <a:t>XY </a:t>
            </a:r>
            <a:r>
              <a:rPr lang="en-US" altLang="en-US" sz="1600" dirty="0">
                <a:latin typeface="Arial" panose="020B0604020202020204" pitchFamily="34" charset="0"/>
              </a:rPr>
              <a:t>as usual.</a:t>
            </a:r>
          </a:p>
          <a:p>
            <a:pPr eaLnBrk="1" hangingPunct="1"/>
            <a:r>
              <a:rPr lang="en-US" altLang="en-US" sz="1600" dirty="0">
                <a:latin typeface="Arial" panose="020B0604020202020204" pitchFamily="34" charset="0"/>
              </a:rPr>
              <a:t>3.Now just like previous two problems, extending certain lines complete FV &amp; TV, and as usual find TL and it’s inclinations.</a:t>
            </a:r>
          </a:p>
        </p:txBody>
      </p:sp>
      <p:sp>
        <p:nvSpPr>
          <p:cNvPr id="2" name="Slide Number Placeholder 1"/>
          <p:cNvSpPr>
            <a:spLocks noGrp="1"/>
          </p:cNvSpPr>
          <p:nvPr>
            <p:ph type="sldNum" sz="quarter" idx="12"/>
          </p:nvPr>
        </p:nvSpPr>
        <p:spPr/>
        <p:txBody>
          <a:bodyPr/>
          <a:lstStyle/>
          <a:p>
            <a:fld id="{EE8E09DC-0268-440F-8276-54ADABB93829}" type="slidenum">
              <a:rPr lang="en-IN" smtClean="0"/>
              <a:t>58</a:t>
            </a:fld>
            <a:endParaRPr lang="en-IN"/>
          </a:p>
        </p:txBody>
      </p:sp>
      <p:sp>
        <p:nvSpPr>
          <p:cNvPr id="66" name="TextBox 65"/>
          <p:cNvSpPr txBox="1"/>
          <p:nvPr/>
        </p:nvSpPr>
        <p:spPr>
          <a:xfrm>
            <a:off x="422633" y="-12160"/>
            <a:ext cx="8178083" cy="369332"/>
          </a:xfrm>
          <a:prstGeom prst="rect">
            <a:avLst/>
          </a:prstGeom>
          <a:noFill/>
        </p:spPr>
        <p:txBody>
          <a:bodyPr wrap="square" rtlCol="0">
            <a:spAutoFit/>
          </a:bodyPr>
          <a:lstStyle/>
          <a:p>
            <a:pPr algn="ctr"/>
            <a:r>
              <a:rPr lang="en-IN" b="1" u="sng" dirty="0">
                <a:solidFill>
                  <a:srgbClr val="FF0000"/>
                </a:solidFill>
                <a:effectLst>
                  <a:outerShdw blurRad="38100" dist="38100" dir="2700000" algn="tl">
                    <a:srgbClr val="000000">
                      <a:alpha val="43137"/>
                    </a:srgbClr>
                  </a:outerShdw>
                </a:effectLst>
              </a:rPr>
              <a:t>LOCATING TRACES, FINDING TL AND INCLINATIONS</a:t>
            </a:r>
          </a:p>
        </p:txBody>
      </p:sp>
    </p:spTree>
    <p:extLst>
      <p:ext uri="{BB962C8B-B14F-4D97-AF65-F5344CB8AC3E}">
        <p14:creationId xmlns:p14="http://schemas.microsoft.com/office/powerpoint/2010/main" val="203427386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216127"/>
                                        </p:tgtEl>
                                        <p:attrNameLst>
                                          <p:attrName>style.visibility</p:attrName>
                                        </p:attrNameLst>
                                      </p:cBhvr>
                                      <p:to>
                                        <p:strVal val="visible"/>
                                      </p:to>
                                    </p:set>
                                    <p:anim calcmode="lin" valueType="num">
                                      <p:cBhvr>
                                        <p:cTn id="7" dur="500" fill="hold"/>
                                        <p:tgtEl>
                                          <p:spTgt spid="216127"/>
                                        </p:tgtEl>
                                        <p:attrNameLst>
                                          <p:attrName>ppt_x</p:attrName>
                                        </p:attrNameLst>
                                      </p:cBhvr>
                                      <p:tavLst>
                                        <p:tav tm="0">
                                          <p:val>
                                            <p:strVal val="#ppt_x-#ppt_w/2"/>
                                          </p:val>
                                        </p:tav>
                                        <p:tav tm="100000">
                                          <p:val>
                                            <p:strVal val="#ppt_x"/>
                                          </p:val>
                                        </p:tav>
                                      </p:tavLst>
                                    </p:anim>
                                    <p:anim calcmode="lin" valueType="num">
                                      <p:cBhvr>
                                        <p:cTn id="8" dur="500" fill="hold"/>
                                        <p:tgtEl>
                                          <p:spTgt spid="216127"/>
                                        </p:tgtEl>
                                        <p:attrNameLst>
                                          <p:attrName>ppt_y</p:attrName>
                                        </p:attrNameLst>
                                      </p:cBhvr>
                                      <p:tavLst>
                                        <p:tav tm="0">
                                          <p:val>
                                            <p:strVal val="#ppt_y"/>
                                          </p:val>
                                        </p:tav>
                                        <p:tav tm="100000">
                                          <p:val>
                                            <p:strVal val="#ppt_y"/>
                                          </p:val>
                                        </p:tav>
                                      </p:tavLst>
                                    </p:anim>
                                    <p:anim calcmode="lin" valueType="num">
                                      <p:cBhvr>
                                        <p:cTn id="9" dur="500" fill="hold"/>
                                        <p:tgtEl>
                                          <p:spTgt spid="216127"/>
                                        </p:tgtEl>
                                        <p:attrNameLst>
                                          <p:attrName>ppt_w</p:attrName>
                                        </p:attrNameLst>
                                      </p:cBhvr>
                                      <p:tavLst>
                                        <p:tav tm="0">
                                          <p:val>
                                            <p:fltVal val="0"/>
                                          </p:val>
                                        </p:tav>
                                        <p:tav tm="100000">
                                          <p:val>
                                            <p:strVal val="#ppt_w"/>
                                          </p:val>
                                        </p:tav>
                                      </p:tavLst>
                                    </p:anim>
                                    <p:anim calcmode="lin" valueType="num">
                                      <p:cBhvr>
                                        <p:cTn id="10" dur="500" fill="hold"/>
                                        <p:tgtEl>
                                          <p:spTgt spid="216127"/>
                                        </p:tgtEl>
                                        <p:attrNameLst>
                                          <p:attrName>ppt_h</p:attrName>
                                        </p:attrNameLst>
                                      </p:cBhvr>
                                      <p:tavLst>
                                        <p:tav tm="0">
                                          <p:val>
                                            <p:strVal val="#ppt_h"/>
                                          </p:val>
                                        </p:tav>
                                        <p:tav tm="100000">
                                          <p:val>
                                            <p:strVal val="#ppt_h"/>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216128"/>
                                        </p:tgtEl>
                                        <p:attrNameLst>
                                          <p:attrName>style.visibility</p:attrName>
                                        </p:attrNameLst>
                                      </p:cBhvr>
                                      <p:to>
                                        <p:strVal val="visible"/>
                                      </p:to>
                                    </p:set>
                                    <p:anim calcmode="lin" valueType="num">
                                      <p:cBhvr additive="base">
                                        <p:cTn id="15" dur="500" fill="hold"/>
                                        <p:tgtEl>
                                          <p:spTgt spid="216128"/>
                                        </p:tgtEl>
                                        <p:attrNameLst>
                                          <p:attrName>ppt_x</p:attrName>
                                        </p:attrNameLst>
                                      </p:cBhvr>
                                      <p:tavLst>
                                        <p:tav tm="0">
                                          <p:val>
                                            <p:strVal val="#ppt_x"/>
                                          </p:val>
                                        </p:tav>
                                        <p:tav tm="100000">
                                          <p:val>
                                            <p:strVal val="#ppt_x"/>
                                          </p:val>
                                        </p:tav>
                                      </p:tavLst>
                                    </p:anim>
                                    <p:anim calcmode="lin" valueType="num">
                                      <p:cBhvr additive="base">
                                        <p:cTn id="16" dur="500" fill="hold"/>
                                        <p:tgtEl>
                                          <p:spTgt spid="216128"/>
                                        </p:tgtEl>
                                        <p:attrNameLst>
                                          <p:attrName>ppt_y</p:attrName>
                                        </p:attrNameLst>
                                      </p:cBhvr>
                                      <p:tavLst>
                                        <p:tav tm="0">
                                          <p:val>
                                            <p:strVal val="1+#ppt_h/2"/>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216066"/>
                                        </p:tgtEl>
                                        <p:attrNameLst>
                                          <p:attrName>style.visibility</p:attrName>
                                        </p:attrNameLst>
                                      </p:cBhvr>
                                      <p:to>
                                        <p:strVal val="visible"/>
                                      </p:to>
                                    </p:set>
                                    <p:anim calcmode="lin" valueType="num">
                                      <p:cBhvr additive="base">
                                        <p:cTn id="21" dur="500" fill="hold"/>
                                        <p:tgtEl>
                                          <p:spTgt spid="216066"/>
                                        </p:tgtEl>
                                        <p:attrNameLst>
                                          <p:attrName>ppt_x</p:attrName>
                                        </p:attrNameLst>
                                      </p:cBhvr>
                                      <p:tavLst>
                                        <p:tav tm="0">
                                          <p:val>
                                            <p:strVal val="0-#ppt_w/2"/>
                                          </p:val>
                                        </p:tav>
                                        <p:tav tm="100000">
                                          <p:val>
                                            <p:strVal val="#ppt_x"/>
                                          </p:val>
                                        </p:tav>
                                      </p:tavLst>
                                    </p:anim>
                                    <p:anim calcmode="lin" valueType="num">
                                      <p:cBhvr additive="base">
                                        <p:cTn id="22" dur="500" fill="hold"/>
                                        <p:tgtEl>
                                          <p:spTgt spid="216066"/>
                                        </p:tgtEl>
                                        <p:attrNameLst>
                                          <p:attrName>ppt_y</p:attrName>
                                        </p:attrNameLst>
                                      </p:cBhvr>
                                      <p:tavLst>
                                        <p:tav tm="0">
                                          <p:val>
                                            <p:strVal val="#ppt_y"/>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216067"/>
                                        </p:tgtEl>
                                        <p:attrNameLst>
                                          <p:attrName>style.visibility</p:attrName>
                                        </p:attrNameLst>
                                      </p:cBhvr>
                                      <p:to>
                                        <p:strVal val="visible"/>
                                      </p:to>
                                    </p:set>
                                    <p:anim calcmode="lin" valueType="num">
                                      <p:cBhvr additive="base">
                                        <p:cTn id="27" dur="500" fill="hold"/>
                                        <p:tgtEl>
                                          <p:spTgt spid="216067"/>
                                        </p:tgtEl>
                                        <p:attrNameLst>
                                          <p:attrName>ppt_x</p:attrName>
                                        </p:attrNameLst>
                                      </p:cBhvr>
                                      <p:tavLst>
                                        <p:tav tm="0">
                                          <p:val>
                                            <p:strVal val="0-#ppt_w/2"/>
                                          </p:val>
                                        </p:tav>
                                        <p:tav tm="100000">
                                          <p:val>
                                            <p:strVal val="#ppt_x"/>
                                          </p:val>
                                        </p:tav>
                                      </p:tavLst>
                                    </p:anim>
                                    <p:anim calcmode="lin" valueType="num">
                                      <p:cBhvr additive="base">
                                        <p:cTn id="28" dur="500" fill="hold"/>
                                        <p:tgtEl>
                                          <p:spTgt spid="216067"/>
                                        </p:tgtEl>
                                        <p:attrNameLst>
                                          <p:attrName>ppt_y</p:attrName>
                                        </p:attrNameLst>
                                      </p:cBhvr>
                                      <p:tavLst>
                                        <p:tav tm="0">
                                          <p:val>
                                            <p:strVal val="#ppt_y"/>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2" fill="hold" grpId="0" nodeType="clickEffect">
                                  <p:stCondLst>
                                    <p:cond delay="0"/>
                                  </p:stCondLst>
                                  <p:childTnLst>
                                    <p:set>
                                      <p:cBhvr>
                                        <p:cTn id="32" dur="1" fill="hold">
                                          <p:stCondLst>
                                            <p:cond delay="0"/>
                                          </p:stCondLst>
                                        </p:cTn>
                                        <p:tgtEl>
                                          <p:spTgt spid="216068"/>
                                        </p:tgtEl>
                                        <p:attrNameLst>
                                          <p:attrName>style.visibility</p:attrName>
                                        </p:attrNameLst>
                                      </p:cBhvr>
                                      <p:to>
                                        <p:strVal val="visible"/>
                                      </p:to>
                                    </p:set>
                                    <p:anim calcmode="lin" valueType="num">
                                      <p:cBhvr additive="base">
                                        <p:cTn id="33" dur="500" fill="hold"/>
                                        <p:tgtEl>
                                          <p:spTgt spid="216068"/>
                                        </p:tgtEl>
                                        <p:attrNameLst>
                                          <p:attrName>ppt_x</p:attrName>
                                        </p:attrNameLst>
                                      </p:cBhvr>
                                      <p:tavLst>
                                        <p:tav tm="0">
                                          <p:val>
                                            <p:strVal val="1+#ppt_w/2"/>
                                          </p:val>
                                        </p:tav>
                                        <p:tav tm="100000">
                                          <p:val>
                                            <p:strVal val="#ppt_x"/>
                                          </p:val>
                                        </p:tav>
                                      </p:tavLst>
                                    </p:anim>
                                    <p:anim calcmode="lin" valueType="num">
                                      <p:cBhvr additive="base">
                                        <p:cTn id="34" dur="500" fill="hold"/>
                                        <p:tgtEl>
                                          <p:spTgt spid="216068"/>
                                        </p:tgtEl>
                                        <p:attrNameLst>
                                          <p:attrName>ppt_y</p:attrName>
                                        </p:attrNameLst>
                                      </p:cBhvr>
                                      <p:tavLst>
                                        <p:tav tm="0">
                                          <p:val>
                                            <p:strVal val="#ppt_y"/>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1" fill="hold" grpId="0" nodeType="clickEffect">
                                  <p:stCondLst>
                                    <p:cond delay="0"/>
                                  </p:stCondLst>
                                  <p:childTnLst>
                                    <p:set>
                                      <p:cBhvr>
                                        <p:cTn id="38" dur="1" fill="hold">
                                          <p:stCondLst>
                                            <p:cond delay="0"/>
                                          </p:stCondLst>
                                        </p:cTn>
                                        <p:tgtEl>
                                          <p:spTgt spid="216069"/>
                                        </p:tgtEl>
                                        <p:attrNameLst>
                                          <p:attrName>style.visibility</p:attrName>
                                        </p:attrNameLst>
                                      </p:cBhvr>
                                      <p:to>
                                        <p:strVal val="visible"/>
                                      </p:to>
                                    </p:set>
                                    <p:anim calcmode="lin" valueType="num">
                                      <p:cBhvr additive="base">
                                        <p:cTn id="39" dur="500" fill="hold"/>
                                        <p:tgtEl>
                                          <p:spTgt spid="216069"/>
                                        </p:tgtEl>
                                        <p:attrNameLst>
                                          <p:attrName>ppt_x</p:attrName>
                                        </p:attrNameLst>
                                      </p:cBhvr>
                                      <p:tavLst>
                                        <p:tav tm="0">
                                          <p:val>
                                            <p:strVal val="#ppt_x"/>
                                          </p:val>
                                        </p:tav>
                                        <p:tav tm="100000">
                                          <p:val>
                                            <p:strVal val="#ppt_x"/>
                                          </p:val>
                                        </p:tav>
                                      </p:tavLst>
                                    </p:anim>
                                    <p:anim calcmode="lin" valueType="num">
                                      <p:cBhvr additive="base">
                                        <p:cTn id="40" dur="500" fill="hold"/>
                                        <p:tgtEl>
                                          <p:spTgt spid="216069"/>
                                        </p:tgtEl>
                                        <p:attrNameLst>
                                          <p:attrName>ppt_y</p:attrName>
                                        </p:attrNameLst>
                                      </p:cBhvr>
                                      <p:tavLst>
                                        <p:tav tm="0">
                                          <p:val>
                                            <p:strVal val="0-#ppt_h/2"/>
                                          </p:val>
                                        </p:tav>
                                        <p:tav tm="100000">
                                          <p:val>
                                            <p:strVal val="#ppt_y"/>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2" presetClass="entr" presetSubtype="1" fill="hold" grpId="0" nodeType="clickEffect">
                                  <p:stCondLst>
                                    <p:cond delay="0"/>
                                  </p:stCondLst>
                                  <p:childTnLst>
                                    <p:set>
                                      <p:cBhvr>
                                        <p:cTn id="44" dur="1" fill="hold">
                                          <p:stCondLst>
                                            <p:cond delay="0"/>
                                          </p:stCondLst>
                                        </p:cTn>
                                        <p:tgtEl>
                                          <p:spTgt spid="216070"/>
                                        </p:tgtEl>
                                        <p:attrNameLst>
                                          <p:attrName>style.visibility</p:attrName>
                                        </p:attrNameLst>
                                      </p:cBhvr>
                                      <p:to>
                                        <p:strVal val="visible"/>
                                      </p:to>
                                    </p:set>
                                    <p:anim calcmode="lin" valueType="num">
                                      <p:cBhvr additive="base">
                                        <p:cTn id="45" dur="500" fill="hold"/>
                                        <p:tgtEl>
                                          <p:spTgt spid="216070"/>
                                        </p:tgtEl>
                                        <p:attrNameLst>
                                          <p:attrName>ppt_x</p:attrName>
                                        </p:attrNameLst>
                                      </p:cBhvr>
                                      <p:tavLst>
                                        <p:tav tm="0">
                                          <p:val>
                                            <p:strVal val="#ppt_x"/>
                                          </p:val>
                                        </p:tav>
                                        <p:tav tm="100000">
                                          <p:val>
                                            <p:strVal val="#ppt_x"/>
                                          </p:val>
                                        </p:tav>
                                      </p:tavLst>
                                    </p:anim>
                                    <p:anim calcmode="lin" valueType="num">
                                      <p:cBhvr additive="base">
                                        <p:cTn id="46" dur="500" fill="hold"/>
                                        <p:tgtEl>
                                          <p:spTgt spid="216070"/>
                                        </p:tgtEl>
                                        <p:attrNameLst>
                                          <p:attrName>ppt_y</p:attrName>
                                        </p:attrNameLst>
                                      </p:cBhvr>
                                      <p:tavLst>
                                        <p:tav tm="0">
                                          <p:val>
                                            <p:strVal val="0-#ppt_h/2"/>
                                          </p:val>
                                        </p:tav>
                                        <p:tav tm="100000">
                                          <p:val>
                                            <p:strVal val="#ppt_y"/>
                                          </p:val>
                                        </p:tav>
                                      </p:tavLst>
                                    </p:anim>
                                  </p:childTnLst>
                                </p:cTn>
                              </p:par>
                            </p:childTnLst>
                          </p:cTn>
                        </p:par>
                      </p:childTnLst>
                    </p:cTn>
                  </p:par>
                  <p:par>
                    <p:cTn id="47" fill="hold" nodeType="clickPar">
                      <p:stCondLst>
                        <p:cond delay="indefinite"/>
                      </p:stCondLst>
                      <p:childTnLst>
                        <p:par>
                          <p:cTn id="48" fill="hold" nodeType="withGroup">
                            <p:stCondLst>
                              <p:cond delay="0"/>
                            </p:stCondLst>
                            <p:childTnLst>
                              <p:par>
                                <p:cTn id="49" presetID="17" presetClass="entr" presetSubtype="10" fill="hold" nodeType="clickEffect">
                                  <p:stCondLst>
                                    <p:cond delay="0"/>
                                  </p:stCondLst>
                                  <p:childTnLst>
                                    <p:set>
                                      <p:cBhvr>
                                        <p:cTn id="50" dur="1" fill="hold">
                                          <p:stCondLst>
                                            <p:cond delay="0"/>
                                          </p:stCondLst>
                                        </p:cTn>
                                        <p:tgtEl>
                                          <p:spTgt spid="216093"/>
                                        </p:tgtEl>
                                        <p:attrNameLst>
                                          <p:attrName>style.visibility</p:attrName>
                                        </p:attrNameLst>
                                      </p:cBhvr>
                                      <p:to>
                                        <p:strVal val="visible"/>
                                      </p:to>
                                    </p:set>
                                    <p:anim calcmode="lin" valueType="num">
                                      <p:cBhvr>
                                        <p:cTn id="51" dur="500" fill="hold"/>
                                        <p:tgtEl>
                                          <p:spTgt spid="216093"/>
                                        </p:tgtEl>
                                        <p:attrNameLst>
                                          <p:attrName>ppt_w</p:attrName>
                                        </p:attrNameLst>
                                      </p:cBhvr>
                                      <p:tavLst>
                                        <p:tav tm="0">
                                          <p:val>
                                            <p:fltVal val="0"/>
                                          </p:val>
                                        </p:tav>
                                        <p:tav tm="100000">
                                          <p:val>
                                            <p:strVal val="#ppt_w"/>
                                          </p:val>
                                        </p:tav>
                                      </p:tavLst>
                                    </p:anim>
                                    <p:anim calcmode="lin" valueType="num">
                                      <p:cBhvr>
                                        <p:cTn id="52" dur="500" fill="hold"/>
                                        <p:tgtEl>
                                          <p:spTgt spid="216093"/>
                                        </p:tgtEl>
                                        <p:attrNameLst>
                                          <p:attrName>ppt_h</p:attrName>
                                        </p:attrNameLst>
                                      </p:cBhvr>
                                      <p:tavLst>
                                        <p:tav tm="0">
                                          <p:val>
                                            <p:strVal val="#ppt_h"/>
                                          </p:val>
                                        </p:tav>
                                        <p:tav tm="100000">
                                          <p:val>
                                            <p:strVal val="#ppt_h"/>
                                          </p:val>
                                        </p:tav>
                                      </p:tavLst>
                                    </p:anim>
                                  </p:childTnLst>
                                </p:cTn>
                              </p:par>
                            </p:childTnLst>
                          </p:cTn>
                        </p:par>
                      </p:childTnLst>
                    </p:cTn>
                  </p:par>
                  <p:par>
                    <p:cTn id="53" fill="hold" nodeType="clickPar">
                      <p:stCondLst>
                        <p:cond delay="indefinite"/>
                      </p:stCondLst>
                      <p:childTnLst>
                        <p:par>
                          <p:cTn id="54" fill="hold" nodeType="withGroup">
                            <p:stCondLst>
                              <p:cond delay="0"/>
                            </p:stCondLst>
                            <p:childTnLst>
                              <p:par>
                                <p:cTn id="55" presetID="2" presetClass="entr" presetSubtype="8" fill="hold" grpId="0" nodeType="clickEffect">
                                  <p:stCondLst>
                                    <p:cond delay="0"/>
                                  </p:stCondLst>
                                  <p:childTnLst>
                                    <p:set>
                                      <p:cBhvr>
                                        <p:cTn id="56" dur="1" fill="hold">
                                          <p:stCondLst>
                                            <p:cond delay="0"/>
                                          </p:stCondLst>
                                        </p:cTn>
                                        <p:tgtEl>
                                          <p:spTgt spid="216071"/>
                                        </p:tgtEl>
                                        <p:attrNameLst>
                                          <p:attrName>style.visibility</p:attrName>
                                        </p:attrNameLst>
                                      </p:cBhvr>
                                      <p:to>
                                        <p:strVal val="visible"/>
                                      </p:to>
                                    </p:set>
                                    <p:anim calcmode="lin" valueType="num">
                                      <p:cBhvr additive="base">
                                        <p:cTn id="57" dur="500" fill="hold"/>
                                        <p:tgtEl>
                                          <p:spTgt spid="216071"/>
                                        </p:tgtEl>
                                        <p:attrNameLst>
                                          <p:attrName>ppt_x</p:attrName>
                                        </p:attrNameLst>
                                      </p:cBhvr>
                                      <p:tavLst>
                                        <p:tav tm="0">
                                          <p:val>
                                            <p:strVal val="0-#ppt_w/2"/>
                                          </p:val>
                                        </p:tav>
                                        <p:tav tm="100000">
                                          <p:val>
                                            <p:strVal val="#ppt_x"/>
                                          </p:val>
                                        </p:tav>
                                      </p:tavLst>
                                    </p:anim>
                                    <p:anim calcmode="lin" valueType="num">
                                      <p:cBhvr additive="base">
                                        <p:cTn id="58" dur="500" fill="hold"/>
                                        <p:tgtEl>
                                          <p:spTgt spid="216071"/>
                                        </p:tgtEl>
                                        <p:attrNameLst>
                                          <p:attrName>ppt_y</p:attrName>
                                        </p:attrNameLst>
                                      </p:cBhvr>
                                      <p:tavLst>
                                        <p:tav tm="0">
                                          <p:val>
                                            <p:strVal val="#ppt_y"/>
                                          </p:val>
                                        </p:tav>
                                        <p:tav tm="100000">
                                          <p:val>
                                            <p:strVal val="#ppt_y"/>
                                          </p:val>
                                        </p:tav>
                                      </p:tavLst>
                                    </p:anim>
                                  </p:childTnLst>
                                </p:cTn>
                              </p:par>
                            </p:childTnLst>
                          </p:cTn>
                        </p:par>
                      </p:childTnLst>
                    </p:cTn>
                  </p:par>
                  <p:par>
                    <p:cTn id="59" fill="hold" nodeType="clickPar">
                      <p:stCondLst>
                        <p:cond delay="indefinite"/>
                      </p:stCondLst>
                      <p:childTnLst>
                        <p:par>
                          <p:cTn id="60" fill="hold" nodeType="withGroup">
                            <p:stCondLst>
                              <p:cond delay="0"/>
                            </p:stCondLst>
                            <p:childTnLst>
                              <p:par>
                                <p:cTn id="61" presetID="2" presetClass="entr" presetSubtype="8" fill="hold" grpId="0" nodeType="clickEffect">
                                  <p:stCondLst>
                                    <p:cond delay="0"/>
                                  </p:stCondLst>
                                  <p:childTnLst>
                                    <p:set>
                                      <p:cBhvr>
                                        <p:cTn id="62" dur="1" fill="hold">
                                          <p:stCondLst>
                                            <p:cond delay="0"/>
                                          </p:stCondLst>
                                        </p:cTn>
                                        <p:tgtEl>
                                          <p:spTgt spid="216072"/>
                                        </p:tgtEl>
                                        <p:attrNameLst>
                                          <p:attrName>style.visibility</p:attrName>
                                        </p:attrNameLst>
                                      </p:cBhvr>
                                      <p:to>
                                        <p:strVal val="visible"/>
                                      </p:to>
                                    </p:set>
                                    <p:anim calcmode="lin" valueType="num">
                                      <p:cBhvr additive="base">
                                        <p:cTn id="63" dur="500" fill="hold"/>
                                        <p:tgtEl>
                                          <p:spTgt spid="216072"/>
                                        </p:tgtEl>
                                        <p:attrNameLst>
                                          <p:attrName>ppt_x</p:attrName>
                                        </p:attrNameLst>
                                      </p:cBhvr>
                                      <p:tavLst>
                                        <p:tav tm="0">
                                          <p:val>
                                            <p:strVal val="0-#ppt_w/2"/>
                                          </p:val>
                                        </p:tav>
                                        <p:tav tm="100000">
                                          <p:val>
                                            <p:strVal val="#ppt_x"/>
                                          </p:val>
                                        </p:tav>
                                      </p:tavLst>
                                    </p:anim>
                                    <p:anim calcmode="lin" valueType="num">
                                      <p:cBhvr additive="base">
                                        <p:cTn id="64" dur="500" fill="hold"/>
                                        <p:tgtEl>
                                          <p:spTgt spid="216072"/>
                                        </p:tgtEl>
                                        <p:attrNameLst>
                                          <p:attrName>ppt_y</p:attrName>
                                        </p:attrNameLst>
                                      </p:cBhvr>
                                      <p:tavLst>
                                        <p:tav tm="0">
                                          <p:val>
                                            <p:strVal val="#ppt_y"/>
                                          </p:val>
                                        </p:tav>
                                        <p:tav tm="100000">
                                          <p:val>
                                            <p:strVal val="#ppt_y"/>
                                          </p:val>
                                        </p:tav>
                                      </p:tavLst>
                                    </p:anim>
                                  </p:childTnLst>
                                </p:cTn>
                              </p:par>
                            </p:childTnLst>
                          </p:cTn>
                        </p:par>
                      </p:childTnLst>
                    </p:cTn>
                  </p:par>
                  <p:par>
                    <p:cTn id="65" fill="hold" nodeType="clickPar">
                      <p:stCondLst>
                        <p:cond delay="indefinite"/>
                      </p:stCondLst>
                      <p:childTnLst>
                        <p:par>
                          <p:cTn id="66" fill="hold" nodeType="withGroup">
                            <p:stCondLst>
                              <p:cond delay="0"/>
                            </p:stCondLst>
                            <p:childTnLst>
                              <p:par>
                                <p:cTn id="67" presetID="2" presetClass="entr" presetSubtype="8" fill="hold" grpId="0" nodeType="clickEffect">
                                  <p:stCondLst>
                                    <p:cond delay="0"/>
                                  </p:stCondLst>
                                  <p:childTnLst>
                                    <p:set>
                                      <p:cBhvr>
                                        <p:cTn id="68" dur="1" fill="hold">
                                          <p:stCondLst>
                                            <p:cond delay="0"/>
                                          </p:stCondLst>
                                        </p:cTn>
                                        <p:tgtEl>
                                          <p:spTgt spid="216085"/>
                                        </p:tgtEl>
                                        <p:attrNameLst>
                                          <p:attrName>style.visibility</p:attrName>
                                        </p:attrNameLst>
                                      </p:cBhvr>
                                      <p:to>
                                        <p:strVal val="visible"/>
                                      </p:to>
                                    </p:set>
                                    <p:anim calcmode="lin" valueType="num">
                                      <p:cBhvr additive="base">
                                        <p:cTn id="69" dur="500" fill="hold"/>
                                        <p:tgtEl>
                                          <p:spTgt spid="216085"/>
                                        </p:tgtEl>
                                        <p:attrNameLst>
                                          <p:attrName>ppt_x</p:attrName>
                                        </p:attrNameLst>
                                      </p:cBhvr>
                                      <p:tavLst>
                                        <p:tav tm="0">
                                          <p:val>
                                            <p:strVal val="0-#ppt_w/2"/>
                                          </p:val>
                                        </p:tav>
                                        <p:tav tm="100000">
                                          <p:val>
                                            <p:strVal val="#ppt_x"/>
                                          </p:val>
                                        </p:tav>
                                      </p:tavLst>
                                    </p:anim>
                                    <p:anim calcmode="lin" valueType="num">
                                      <p:cBhvr additive="base">
                                        <p:cTn id="70" dur="500" fill="hold"/>
                                        <p:tgtEl>
                                          <p:spTgt spid="216085"/>
                                        </p:tgtEl>
                                        <p:attrNameLst>
                                          <p:attrName>ppt_y</p:attrName>
                                        </p:attrNameLst>
                                      </p:cBhvr>
                                      <p:tavLst>
                                        <p:tav tm="0">
                                          <p:val>
                                            <p:strVal val="#ppt_y"/>
                                          </p:val>
                                        </p:tav>
                                        <p:tav tm="100000">
                                          <p:val>
                                            <p:strVal val="#ppt_y"/>
                                          </p:val>
                                        </p:tav>
                                      </p:tavLst>
                                    </p:anim>
                                  </p:childTnLst>
                                </p:cTn>
                              </p:par>
                            </p:childTnLst>
                          </p:cTn>
                        </p:par>
                      </p:childTnLst>
                    </p:cTn>
                  </p:par>
                  <p:par>
                    <p:cTn id="71" fill="hold" nodeType="clickPar">
                      <p:stCondLst>
                        <p:cond delay="indefinite"/>
                      </p:stCondLst>
                      <p:childTnLst>
                        <p:par>
                          <p:cTn id="72" fill="hold" nodeType="withGroup">
                            <p:stCondLst>
                              <p:cond delay="0"/>
                            </p:stCondLst>
                            <p:childTnLst>
                              <p:par>
                                <p:cTn id="73" presetID="2" presetClass="entr" presetSubtype="8" fill="hold" grpId="0" nodeType="clickEffect">
                                  <p:stCondLst>
                                    <p:cond delay="0"/>
                                  </p:stCondLst>
                                  <p:childTnLst>
                                    <p:set>
                                      <p:cBhvr>
                                        <p:cTn id="74" dur="1" fill="hold">
                                          <p:stCondLst>
                                            <p:cond delay="0"/>
                                          </p:stCondLst>
                                        </p:cTn>
                                        <p:tgtEl>
                                          <p:spTgt spid="216087"/>
                                        </p:tgtEl>
                                        <p:attrNameLst>
                                          <p:attrName>style.visibility</p:attrName>
                                        </p:attrNameLst>
                                      </p:cBhvr>
                                      <p:to>
                                        <p:strVal val="visible"/>
                                      </p:to>
                                    </p:set>
                                    <p:anim calcmode="lin" valueType="num">
                                      <p:cBhvr additive="base">
                                        <p:cTn id="75" dur="500" fill="hold"/>
                                        <p:tgtEl>
                                          <p:spTgt spid="216087"/>
                                        </p:tgtEl>
                                        <p:attrNameLst>
                                          <p:attrName>ppt_x</p:attrName>
                                        </p:attrNameLst>
                                      </p:cBhvr>
                                      <p:tavLst>
                                        <p:tav tm="0">
                                          <p:val>
                                            <p:strVal val="0-#ppt_w/2"/>
                                          </p:val>
                                        </p:tav>
                                        <p:tav tm="100000">
                                          <p:val>
                                            <p:strVal val="#ppt_x"/>
                                          </p:val>
                                        </p:tav>
                                      </p:tavLst>
                                    </p:anim>
                                    <p:anim calcmode="lin" valueType="num">
                                      <p:cBhvr additive="base">
                                        <p:cTn id="76" dur="500" fill="hold"/>
                                        <p:tgtEl>
                                          <p:spTgt spid="216087"/>
                                        </p:tgtEl>
                                        <p:attrNameLst>
                                          <p:attrName>ppt_y</p:attrName>
                                        </p:attrNameLst>
                                      </p:cBhvr>
                                      <p:tavLst>
                                        <p:tav tm="0">
                                          <p:val>
                                            <p:strVal val="#ppt_y"/>
                                          </p:val>
                                        </p:tav>
                                        <p:tav tm="100000">
                                          <p:val>
                                            <p:strVal val="#ppt_y"/>
                                          </p:val>
                                        </p:tav>
                                      </p:tavLst>
                                    </p:anim>
                                  </p:childTnLst>
                                </p:cTn>
                              </p:par>
                            </p:childTnLst>
                          </p:cTn>
                        </p:par>
                      </p:childTnLst>
                    </p:cTn>
                  </p:par>
                  <p:par>
                    <p:cTn id="77" fill="hold" nodeType="clickPar">
                      <p:stCondLst>
                        <p:cond delay="indefinite"/>
                      </p:stCondLst>
                      <p:childTnLst>
                        <p:par>
                          <p:cTn id="78" fill="hold" nodeType="withGroup">
                            <p:stCondLst>
                              <p:cond delay="0"/>
                            </p:stCondLst>
                            <p:childTnLst>
                              <p:par>
                                <p:cTn id="79" presetID="2" presetClass="entr" presetSubtype="8" fill="hold" grpId="0" nodeType="clickEffect">
                                  <p:stCondLst>
                                    <p:cond delay="0"/>
                                  </p:stCondLst>
                                  <p:childTnLst>
                                    <p:set>
                                      <p:cBhvr>
                                        <p:cTn id="80" dur="1" fill="hold">
                                          <p:stCondLst>
                                            <p:cond delay="0"/>
                                          </p:stCondLst>
                                        </p:cTn>
                                        <p:tgtEl>
                                          <p:spTgt spid="216073"/>
                                        </p:tgtEl>
                                        <p:attrNameLst>
                                          <p:attrName>style.visibility</p:attrName>
                                        </p:attrNameLst>
                                      </p:cBhvr>
                                      <p:to>
                                        <p:strVal val="visible"/>
                                      </p:to>
                                    </p:set>
                                    <p:anim calcmode="lin" valueType="num">
                                      <p:cBhvr additive="base">
                                        <p:cTn id="81" dur="500" fill="hold"/>
                                        <p:tgtEl>
                                          <p:spTgt spid="216073"/>
                                        </p:tgtEl>
                                        <p:attrNameLst>
                                          <p:attrName>ppt_x</p:attrName>
                                        </p:attrNameLst>
                                      </p:cBhvr>
                                      <p:tavLst>
                                        <p:tav tm="0">
                                          <p:val>
                                            <p:strVal val="0-#ppt_w/2"/>
                                          </p:val>
                                        </p:tav>
                                        <p:tav tm="100000">
                                          <p:val>
                                            <p:strVal val="#ppt_x"/>
                                          </p:val>
                                        </p:tav>
                                      </p:tavLst>
                                    </p:anim>
                                    <p:anim calcmode="lin" valueType="num">
                                      <p:cBhvr additive="base">
                                        <p:cTn id="82" dur="500" fill="hold"/>
                                        <p:tgtEl>
                                          <p:spTgt spid="216073"/>
                                        </p:tgtEl>
                                        <p:attrNameLst>
                                          <p:attrName>ppt_y</p:attrName>
                                        </p:attrNameLst>
                                      </p:cBhvr>
                                      <p:tavLst>
                                        <p:tav tm="0">
                                          <p:val>
                                            <p:strVal val="#ppt_y"/>
                                          </p:val>
                                        </p:tav>
                                        <p:tav tm="100000">
                                          <p:val>
                                            <p:strVal val="#ppt_y"/>
                                          </p:val>
                                        </p:tav>
                                      </p:tavLst>
                                    </p:anim>
                                  </p:childTnLst>
                                </p:cTn>
                              </p:par>
                            </p:childTnLst>
                          </p:cTn>
                        </p:par>
                      </p:childTnLst>
                    </p:cTn>
                  </p:par>
                  <p:par>
                    <p:cTn id="83" fill="hold" nodeType="clickPar">
                      <p:stCondLst>
                        <p:cond delay="indefinite"/>
                      </p:stCondLst>
                      <p:childTnLst>
                        <p:par>
                          <p:cTn id="84" fill="hold" nodeType="withGroup">
                            <p:stCondLst>
                              <p:cond delay="0"/>
                            </p:stCondLst>
                            <p:childTnLst>
                              <p:par>
                                <p:cTn id="85" presetID="2" presetClass="entr" presetSubtype="8" fill="hold" grpId="0" nodeType="clickEffect">
                                  <p:stCondLst>
                                    <p:cond delay="0"/>
                                  </p:stCondLst>
                                  <p:childTnLst>
                                    <p:set>
                                      <p:cBhvr>
                                        <p:cTn id="86" dur="1" fill="hold">
                                          <p:stCondLst>
                                            <p:cond delay="0"/>
                                          </p:stCondLst>
                                        </p:cTn>
                                        <p:tgtEl>
                                          <p:spTgt spid="216086"/>
                                        </p:tgtEl>
                                        <p:attrNameLst>
                                          <p:attrName>style.visibility</p:attrName>
                                        </p:attrNameLst>
                                      </p:cBhvr>
                                      <p:to>
                                        <p:strVal val="visible"/>
                                      </p:to>
                                    </p:set>
                                    <p:anim calcmode="lin" valueType="num">
                                      <p:cBhvr additive="base">
                                        <p:cTn id="87" dur="500" fill="hold"/>
                                        <p:tgtEl>
                                          <p:spTgt spid="216086"/>
                                        </p:tgtEl>
                                        <p:attrNameLst>
                                          <p:attrName>ppt_x</p:attrName>
                                        </p:attrNameLst>
                                      </p:cBhvr>
                                      <p:tavLst>
                                        <p:tav tm="0">
                                          <p:val>
                                            <p:strVal val="0-#ppt_w/2"/>
                                          </p:val>
                                        </p:tav>
                                        <p:tav tm="100000">
                                          <p:val>
                                            <p:strVal val="#ppt_x"/>
                                          </p:val>
                                        </p:tav>
                                      </p:tavLst>
                                    </p:anim>
                                    <p:anim calcmode="lin" valueType="num">
                                      <p:cBhvr additive="base">
                                        <p:cTn id="88" dur="500" fill="hold"/>
                                        <p:tgtEl>
                                          <p:spTgt spid="216086"/>
                                        </p:tgtEl>
                                        <p:attrNameLst>
                                          <p:attrName>ppt_y</p:attrName>
                                        </p:attrNameLst>
                                      </p:cBhvr>
                                      <p:tavLst>
                                        <p:tav tm="0">
                                          <p:val>
                                            <p:strVal val="#ppt_y"/>
                                          </p:val>
                                        </p:tav>
                                        <p:tav tm="100000">
                                          <p:val>
                                            <p:strVal val="#ppt_y"/>
                                          </p:val>
                                        </p:tav>
                                      </p:tavLst>
                                    </p:anim>
                                  </p:childTnLst>
                                </p:cTn>
                              </p:par>
                            </p:childTnLst>
                          </p:cTn>
                        </p:par>
                      </p:childTnLst>
                    </p:cTn>
                  </p:par>
                  <p:par>
                    <p:cTn id="89" fill="hold" nodeType="clickPar">
                      <p:stCondLst>
                        <p:cond delay="indefinite"/>
                      </p:stCondLst>
                      <p:childTnLst>
                        <p:par>
                          <p:cTn id="90" fill="hold" nodeType="withGroup">
                            <p:stCondLst>
                              <p:cond delay="0"/>
                            </p:stCondLst>
                            <p:childTnLst>
                              <p:par>
                                <p:cTn id="91" presetID="2" presetClass="entr" presetSubtype="8" fill="hold" grpId="0" nodeType="clickEffect">
                                  <p:stCondLst>
                                    <p:cond delay="0"/>
                                  </p:stCondLst>
                                  <p:childTnLst>
                                    <p:set>
                                      <p:cBhvr>
                                        <p:cTn id="92" dur="1" fill="hold">
                                          <p:stCondLst>
                                            <p:cond delay="0"/>
                                          </p:stCondLst>
                                        </p:cTn>
                                        <p:tgtEl>
                                          <p:spTgt spid="216074"/>
                                        </p:tgtEl>
                                        <p:attrNameLst>
                                          <p:attrName>style.visibility</p:attrName>
                                        </p:attrNameLst>
                                      </p:cBhvr>
                                      <p:to>
                                        <p:strVal val="visible"/>
                                      </p:to>
                                    </p:set>
                                    <p:anim calcmode="lin" valueType="num">
                                      <p:cBhvr additive="base">
                                        <p:cTn id="93" dur="500" fill="hold"/>
                                        <p:tgtEl>
                                          <p:spTgt spid="216074"/>
                                        </p:tgtEl>
                                        <p:attrNameLst>
                                          <p:attrName>ppt_x</p:attrName>
                                        </p:attrNameLst>
                                      </p:cBhvr>
                                      <p:tavLst>
                                        <p:tav tm="0">
                                          <p:val>
                                            <p:strVal val="0-#ppt_w/2"/>
                                          </p:val>
                                        </p:tav>
                                        <p:tav tm="100000">
                                          <p:val>
                                            <p:strVal val="#ppt_x"/>
                                          </p:val>
                                        </p:tav>
                                      </p:tavLst>
                                    </p:anim>
                                    <p:anim calcmode="lin" valueType="num">
                                      <p:cBhvr additive="base">
                                        <p:cTn id="94" dur="500" fill="hold"/>
                                        <p:tgtEl>
                                          <p:spTgt spid="216074"/>
                                        </p:tgtEl>
                                        <p:attrNameLst>
                                          <p:attrName>ppt_y</p:attrName>
                                        </p:attrNameLst>
                                      </p:cBhvr>
                                      <p:tavLst>
                                        <p:tav tm="0">
                                          <p:val>
                                            <p:strVal val="#ppt_y"/>
                                          </p:val>
                                        </p:tav>
                                        <p:tav tm="100000">
                                          <p:val>
                                            <p:strVal val="#ppt_y"/>
                                          </p:val>
                                        </p:tav>
                                      </p:tavLst>
                                    </p:anim>
                                  </p:childTnLst>
                                </p:cTn>
                              </p:par>
                            </p:childTnLst>
                          </p:cTn>
                        </p:par>
                      </p:childTnLst>
                    </p:cTn>
                  </p:par>
                  <p:par>
                    <p:cTn id="95" fill="hold" nodeType="clickPar">
                      <p:stCondLst>
                        <p:cond delay="indefinite"/>
                      </p:stCondLst>
                      <p:childTnLst>
                        <p:par>
                          <p:cTn id="96" fill="hold" nodeType="withGroup">
                            <p:stCondLst>
                              <p:cond delay="0"/>
                            </p:stCondLst>
                            <p:childTnLst>
                              <p:par>
                                <p:cTn id="97" presetID="2" presetClass="entr" presetSubtype="8" fill="hold" grpId="0" nodeType="clickEffect">
                                  <p:stCondLst>
                                    <p:cond delay="0"/>
                                  </p:stCondLst>
                                  <p:childTnLst>
                                    <p:set>
                                      <p:cBhvr>
                                        <p:cTn id="98" dur="1" fill="hold">
                                          <p:stCondLst>
                                            <p:cond delay="0"/>
                                          </p:stCondLst>
                                        </p:cTn>
                                        <p:tgtEl>
                                          <p:spTgt spid="216089"/>
                                        </p:tgtEl>
                                        <p:attrNameLst>
                                          <p:attrName>style.visibility</p:attrName>
                                        </p:attrNameLst>
                                      </p:cBhvr>
                                      <p:to>
                                        <p:strVal val="visible"/>
                                      </p:to>
                                    </p:set>
                                    <p:anim calcmode="lin" valueType="num">
                                      <p:cBhvr additive="base">
                                        <p:cTn id="99" dur="500" fill="hold"/>
                                        <p:tgtEl>
                                          <p:spTgt spid="216089"/>
                                        </p:tgtEl>
                                        <p:attrNameLst>
                                          <p:attrName>ppt_x</p:attrName>
                                        </p:attrNameLst>
                                      </p:cBhvr>
                                      <p:tavLst>
                                        <p:tav tm="0">
                                          <p:val>
                                            <p:strVal val="0-#ppt_w/2"/>
                                          </p:val>
                                        </p:tav>
                                        <p:tav tm="100000">
                                          <p:val>
                                            <p:strVal val="#ppt_x"/>
                                          </p:val>
                                        </p:tav>
                                      </p:tavLst>
                                    </p:anim>
                                    <p:anim calcmode="lin" valueType="num">
                                      <p:cBhvr additive="base">
                                        <p:cTn id="100" dur="500" fill="hold"/>
                                        <p:tgtEl>
                                          <p:spTgt spid="216089"/>
                                        </p:tgtEl>
                                        <p:attrNameLst>
                                          <p:attrName>ppt_y</p:attrName>
                                        </p:attrNameLst>
                                      </p:cBhvr>
                                      <p:tavLst>
                                        <p:tav tm="0">
                                          <p:val>
                                            <p:strVal val="#ppt_y"/>
                                          </p:val>
                                        </p:tav>
                                        <p:tav tm="100000">
                                          <p:val>
                                            <p:strVal val="#ppt_y"/>
                                          </p:val>
                                        </p:tav>
                                      </p:tavLst>
                                    </p:anim>
                                  </p:childTnLst>
                                </p:cTn>
                              </p:par>
                            </p:childTnLst>
                          </p:cTn>
                        </p:par>
                      </p:childTnLst>
                    </p:cTn>
                  </p:par>
                  <p:par>
                    <p:cTn id="101" fill="hold" nodeType="clickPar">
                      <p:stCondLst>
                        <p:cond delay="indefinite"/>
                      </p:stCondLst>
                      <p:childTnLst>
                        <p:par>
                          <p:cTn id="102" fill="hold" nodeType="withGroup">
                            <p:stCondLst>
                              <p:cond delay="0"/>
                            </p:stCondLst>
                            <p:childTnLst>
                              <p:par>
                                <p:cTn id="103" presetID="18" presetClass="entr" presetSubtype="3" fill="hold" grpId="0" nodeType="clickEffect">
                                  <p:stCondLst>
                                    <p:cond delay="0"/>
                                  </p:stCondLst>
                                  <p:childTnLst>
                                    <p:set>
                                      <p:cBhvr>
                                        <p:cTn id="104" dur="1" fill="hold">
                                          <p:stCondLst>
                                            <p:cond delay="0"/>
                                          </p:stCondLst>
                                        </p:cTn>
                                        <p:tgtEl>
                                          <p:spTgt spid="216075"/>
                                        </p:tgtEl>
                                        <p:attrNameLst>
                                          <p:attrName>style.visibility</p:attrName>
                                        </p:attrNameLst>
                                      </p:cBhvr>
                                      <p:to>
                                        <p:strVal val="visible"/>
                                      </p:to>
                                    </p:set>
                                    <p:animEffect transition="in" filter="strips(upRight)">
                                      <p:cBhvr>
                                        <p:cTn id="105" dur="500"/>
                                        <p:tgtEl>
                                          <p:spTgt spid="216075"/>
                                        </p:tgtEl>
                                      </p:cBhvr>
                                    </p:animEffect>
                                  </p:childTnLst>
                                </p:cTn>
                              </p:par>
                            </p:childTnLst>
                          </p:cTn>
                        </p:par>
                      </p:childTnLst>
                    </p:cTn>
                  </p:par>
                  <p:par>
                    <p:cTn id="106" fill="hold" nodeType="clickPar">
                      <p:stCondLst>
                        <p:cond delay="indefinite"/>
                      </p:stCondLst>
                      <p:childTnLst>
                        <p:par>
                          <p:cTn id="107" fill="hold" nodeType="withGroup">
                            <p:stCondLst>
                              <p:cond delay="0"/>
                            </p:stCondLst>
                            <p:childTnLst>
                              <p:par>
                                <p:cTn id="108" presetID="18" presetClass="entr" presetSubtype="3" fill="hold" grpId="0" nodeType="clickEffect">
                                  <p:stCondLst>
                                    <p:cond delay="0"/>
                                  </p:stCondLst>
                                  <p:childTnLst>
                                    <p:set>
                                      <p:cBhvr>
                                        <p:cTn id="109" dur="1" fill="hold">
                                          <p:stCondLst>
                                            <p:cond delay="0"/>
                                          </p:stCondLst>
                                        </p:cTn>
                                        <p:tgtEl>
                                          <p:spTgt spid="216076"/>
                                        </p:tgtEl>
                                        <p:attrNameLst>
                                          <p:attrName>style.visibility</p:attrName>
                                        </p:attrNameLst>
                                      </p:cBhvr>
                                      <p:to>
                                        <p:strVal val="visible"/>
                                      </p:to>
                                    </p:set>
                                    <p:animEffect transition="in" filter="strips(upRight)">
                                      <p:cBhvr>
                                        <p:cTn id="110" dur="500"/>
                                        <p:tgtEl>
                                          <p:spTgt spid="216076"/>
                                        </p:tgtEl>
                                      </p:cBhvr>
                                    </p:animEffect>
                                  </p:childTnLst>
                                </p:cTn>
                              </p:par>
                            </p:childTnLst>
                          </p:cTn>
                        </p:par>
                      </p:childTnLst>
                    </p:cTn>
                  </p:par>
                  <p:par>
                    <p:cTn id="111" fill="hold" nodeType="clickPar">
                      <p:stCondLst>
                        <p:cond delay="indefinite"/>
                      </p:stCondLst>
                      <p:childTnLst>
                        <p:par>
                          <p:cTn id="112" fill="hold" nodeType="withGroup">
                            <p:stCondLst>
                              <p:cond delay="0"/>
                            </p:stCondLst>
                            <p:childTnLst>
                              <p:par>
                                <p:cTn id="113" presetID="2" presetClass="entr" presetSubtype="8" fill="hold" grpId="0" nodeType="clickEffect">
                                  <p:stCondLst>
                                    <p:cond delay="0"/>
                                  </p:stCondLst>
                                  <p:childTnLst>
                                    <p:set>
                                      <p:cBhvr>
                                        <p:cTn id="114" dur="1" fill="hold">
                                          <p:stCondLst>
                                            <p:cond delay="0"/>
                                          </p:stCondLst>
                                        </p:cTn>
                                        <p:tgtEl>
                                          <p:spTgt spid="216077"/>
                                        </p:tgtEl>
                                        <p:attrNameLst>
                                          <p:attrName>style.visibility</p:attrName>
                                        </p:attrNameLst>
                                      </p:cBhvr>
                                      <p:to>
                                        <p:strVal val="visible"/>
                                      </p:to>
                                    </p:set>
                                    <p:anim calcmode="lin" valueType="num">
                                      <p:cBhvr additive="base">
                                        <p:cTn id="115" dur="500" fill="hold"/>
                                        <p:tgtEl>
                                          <p:spTgt spid="216077"/>
                                        </p:tgtEl>
                                        <p:attrNameLst>
                                          <p:attrName>ppt_x</p:attrName>
                                        </p:attrNameLst>
                                      </p:cBhvr>
                                      <p:tavLst>
                                        <p:tav tm="0">
                                          <p:val>
                                            <p:strVal val="0-#ppt_w/2"/>
                                          </p:val>
                                        </p:tav>
                                        <p:tav tm="100000">
                                          <p:val>
                                            <p:strVal val="#ppt_x"/>
                                          </p:val>
                                        </p:tav>
                                      </p:tavLst>
                                    </p:anim>
                                    <p:anim calcmode="lin" valueType="num">
                                      <p:cBhvr additive="base">
                                        <p:cTn id="116" dur="500" fill="hold"/>
                                        <p:tgtEl>
                                          <p:spTgt spid="216077"/>
                                        </p:tgtEl>
                                        <p:attrNameLst>
                                          <p:attrName>ppt_y</p:attrName>
                                        </p:attrNameLst>
                                      </p:cBhvr>
                                      <p:tavLst>
                                        <p:tav tm="0">
                                          <p:val>
                                            <p:strVal val="#ppt_y"/>
                                          </p:val>
                                        </p:tav>
                                        <p:tav tm="100000">
                                          <p:val>
                                            <p:strVal val="#ppt_y"/>
                                          </p:val>
                                        </p:tav>
                                      </p:tavLst>
                                    </p:anim>
                                  </p:childTnLst>
                                </p:cTn>
                              </p:par>
                            </p:childTnLst>
                          </p:cTn>
                        </p:par>
                      </p:childTnLst>
                    </p:cTn>
                  </p:par>
                  <p:par>
                    <p:cTn id="117" fill="hold" nodeType="clickPar">
                      <p:stCondLst>
                        <p:cond delay="indefinite"/>
                      </p:stCondLst>
                      <p:childTnLst>
                        <p:par>
                          <p:cTn id="118" fill="hold" nodeType="withGroup">
                            <p:stCondLst>
                              <p:cond delay="0"/>
                            </p:stCondLst>
                            <p:childTnLst>
                              <p:par>
                                <p:cTn id="119" presetID="17" presetClass="entr" presetSubtype="10" fill="hold" grpId="0" nodeType="clickEffect">
                                  <p:stCondLst>
                                    <p:cond delay="0"/>
                                  </p:stCondLst>
                                  <p:childTnLst>
                                    <p:set>
                                      <p:cBhvr>
                                        <p:cTn id="120" dur="1" fill="hold">
                                          <p:stCondLst>
                                            <p:cond delay="0"/>
                                          </p:stCondLst>
                                        </p:cTn>
                                        <p:tgtEl>
                                          <p:spTgt spid="216126"/>
                                        </p:tgtEl>
                                        <p:attrNameLst>
                                          <p:attrName>style.visibility</p:attrName>
                                        </p:attrNameLst>
                                      </p:cBhvr>
                                      <p:to>
                                        <p:strVal val="visible"/>
                                      </p:to>
                                    </p:set>
                                    <p:anim calcmode="lin" valueType="num">
                                      <p:cBhvr>
                                        <p:cTn id="121" dur="500" fill="hold"/>
                                        <p:tgtEl>
                                          <p:spTgt spid="216126"/>
                                        </p:tgtEl>
                                        <p:attrNameLst>
                                          <p:attrName>ppt_w</p:attrName>
                                        </p:attrNameLst>
                                      </p:cBhvr>
                                      <p:tavLst>
                                        <p:tav tm="0">
                                          <p:val>
                                            <p:fltVal val="0"/>
                                          </p:val>
                                        </p:tav>
                                        <p:tav tm="100000">
                                          <p:val>
                                            <p:strVal val="#ppt_w"/>
                                          </p:val>
                                        </p:tav>
                                      </p:tavLst>
                                    </p:anim>
                                    <p:anim calcmode="lin" valueType="num">
                                      <p:cBhvr>
                                        <p:cTn id="122" dur="500" fill="hold"/>
                                        <p:tgtEl>
                                          <p:spTgt spid="216126"/>
                                        </p:tgtEl>
                                        <p:attrNameLst>
                                          <p:attrName>ppt_h</p:attrName>
                                        </p:attrNameLst>
                                      </p:cBhvr>
                                      <p:tavLst>
                                        <p:tav tm="0">
                                          <p:val>
                                            <p:strVal val="#ppt_h"/>
                                          </p:val>
                                        </p:tav>
                                        <p:tav tm="100000">
                                          <p:val>
                                            <p:strVal val="#ppt_h"/>
                                          </p:val>
                                        </p:tav>
                                      </p:tavLst>
                                    </p:anim>
                                  </p:childTnLst>
                                </p:cTn>
                              </p:par>
                            </p:childTnLst>
                          </p:cTn>
                        </p:par>
                      </p:childTnLst>
                    </p:cTn>
                  </p:par>
                  <p:par>
                    <p:cTn id="123" fill="hold" nodeType="clickPar">
                      <p:stCondLst>
                        <p:cond delay="indefinite"/>
                      </p:stCondLst>
                      <p:childTnLst>
                        <p:par>
                          <p:cTn id="124" fill="hold" nodeType="withGroup">
                            <p:stCondLst>
                              <p:cond delay="0"/>
                            </p:stCondLst>
                            <p:childTnLst>
                              <p:par>
                                <p:cTn id="125" presetID="2" presetClass="entr" presetSubtype="8" fill="hold" grpId="0" nodeType="clickEffect">
                                  <p:stCondLst>
                                    <p:cond delay="0"/>
                                  </p:stCondLst>
                                  <p:childTnLst>
                                    <p:set>
                                      <p:cBhvr>
                                        <p:cTn id="126" dur="1" fill="hold">
                                          <p:stCondLst>
                                            <p:cond delay="0"/>
                                          </p:stCondLst>
                                        </p:cTn>
                                        <p:tgtEl>
                                          <p:spTgt spid="216078"/>
                                        </p:tgtEl>
                                        <p:attrNameLst>
                                          <p:attrName>style.visibility</p:attrName>
                                        </p:attrNameLst>
                                      </p:cBhvr>
                                      <p:to>
                                        <p:strVal val="visible"/>
                                      </p:to>
                                    </p:set>
                                    <p:anim calcmode="lin" valueType="num">
                                      <p:cBhvr additive="base">
                                        <p:cTn id="127" dur="500" fill="hold"/>
                                        <p:tgtEl>
                                          <p:spTgt spid="216078"/>
                                        </p:tgtEl>
                                        <p:attrNameLst>
                                          <p:attrName>ppt_x</p:attrName>
                                        </p:attrNameLst>
                                      </p:cBhvr>
                                      <p:tavLst>
                                        <p:tav tm="0">
                                          <p:val>
                                            <p:strVal val="0-#ppt_w/2"/>
                                          </p:val>
                                        </p:tav>
                                        <p:tav tm="100000">
                                          <p:val>
                                            <p:strVal val="#ppt_x"/>
                                          </p:val>
                                        </p:tav>
                                      </p:tavLst>
                                    </p:anim>
                                    <p:anim calcmode="lin" valueType="num">
                                      <p:cBhvr additive="base">
                                        <p:cTn id="128" dur="500" fill="hold"/>
                                        <p:tgtEl>
                                          <p:spTgt spid="216078"/>
                                        </p:tgtEl>
                                        <p:attrNameLst>
                                          <p:attrName>ppt_y</p:attrName>
                                        </p:attrNameLst>
                                      </p:cBhvr>
                                      <p:tavLst>
                                        <p:tav tm="0">
                                          <p:val>
                                            <p:strVal val="#ppt_y"/>
                                          </p:val>
                                        </p:tav>
                                        <p:tav tm="100000">
                                          <p:val>
                                            <p:strVal val="#ppt_y"/>
                                          </p:val>
                                        </p:tav>
                                      </p:tavLst>
                                    </p:anim>
                                  </p:childTnLst>
                                </p:cTn>
                              </p:par>
                            </p:childTnLst>
                          </p:cTn>
                        </p:par>
                      </p:childTnLst>
                    </p:cTn>
                  </p:par>
                  <p:par>
                    <p:cTn id="129" fill="hold" nodeType="clickPar">
                      <p:stCondLst>
                        <p:cond delay="indefinite"/>
                      </p:stCondLst>
                      <p:childTnLst>
                        <p:par>
                          <p:cTn id="130" fill="hold" nodeType="withGroup">
                            <p:stCondLst>
                              <p:cond delay="0"/>
                            </p:stCondLst>
                            <p:childTnLst>
                              <p:par>
                                <p:cTn id="131" presetID="17" presetClass="entr" presetSubtype="1" fill="hold" grpId="0" nodeType="clickEffect">
                                  <p:stCondLst>
                                    <p:cond delay="0"/>
                                  </p:stCondLst>
                                  <p:childTnLst>
                                    <p:set>
                                      <p:cBhvr>
                                        <p:cTn id="132" dur="1" fill="hold">
                                          <p:stCondLst>
                                            <p:cond delay="0"/>
                                          </p:stCondLst>
                                        </p:cTn>
                                        <p:tgtEl>
                                          <p:spTgt spid="216079"/>
                                        </p:tgtEl>
                                        <p:attrNameLst>
                                          <p:attrName>style.visibility</p:attrName>
                                        </p:attrNameLst>
                                      </p:cBhvr>
                                      <p:to>
                                        <p:strVal val="visible"/>
                                      </p:to>
                                    </p:set>
                                    <p:anim calcmode="lin" valueType="num">
                                      <p:cBhvr>
                                        <p:cTn id="133" dur="500" fill="hold"/>
                                        <p:tgtEl>
                                          <p:spTgt spid="216079"/>
                                        </p:tgtEl>
                                        <p:attrNameLst>
                                          <p:attrName>ppt_x</p:attrName>
                                        </p:attrNameLst>
                                      </p:cBhvr>
                                      <p:tavLst>
                                        <p:tav tm="0">
                                          <p:val>
                                            <p:strVal val="#ppt_x"/>
                                          </p:val>
                                        </p:tav>
                                        <p:tav tm="100000">
                                          <p:val>
                                            <p:strVal val="#ppt_x"/>
                                          </p:val>
                                        </p:tav>
                                      </p:tavLst>
                                    </p:anim>
                                    <p:anim calcmode="lin" valueType="num">
                                      <p:cBhvr>
                                        <p:cTn id="134" dur="500" fill="hold"/>
                                        <p:tgtEl>
                                          <p:spTgt spid="216079"/>
                                        </p:tgtEl>
                                        <p:attrNameLst>
                                          <p:attrName>ppt_y</p:attrName>
                                        </p:attrNameLst>
                                      </p:cBhvr>
                                      <p:tavLst>
                                        <p:tav tm="0">
                                          <p:val>
                                            <p:strVal val="#ppt_y-#ppt_h/2"/>
                                          </p:val>
                                        </p:tav>
                                        <p:tav tm="100000">
                                          <p:val>
                                            <p:strVal val="#ppt_y"/>
                                          </p:val>
                                        </p:tav>
                                      </p:tavLst>
                                    </p:anim>
                                    <p:anim calcmode="lin" valueType="num">
                                      <p:cBhvr>
                                        <p:cTn id="135" dur="500" fill="hold"/>
                                        <p:tgtEl>
                                          <p:spTgt spid="216079"/>
                                        </p:tgtEl>
                                        <p:attrNameLst>
                                          <p:attrName>ppt_w</p:attrName>
                                        </p:attrNameLst>
                                      </p:cBhvr>
                                      <p:tavLst>
                                        <p:tav tm="0">
                                          <p:val>
                                            <p:strVal val="#ppt_w"/>
                                          </p:val>
                                        </p:tav>
                                        <p:tav tm="100000">
                                          <p:val>
                                            <p:strVal val="#ppt_w"/>
                                          </p:val>
                                        </p:tav>
                                      </p:tavLst>
                                    </p:anim>
                                    <p:anim calcmode="lin" valueType="num">
                                      <p:cBhvr>
                                        <p:cTn id="136" dur="500" fill="hold"/>
                                        <p:tgtEl>
                                          <p:spTgt spid="216079"/>
                                        </p:tgtEl>
                                        <p:attrNameLst>
                                          <p:attrName>ppt_h</p:attrName>
                                        </p:attrNameLst>
                                      </p:cBhvr>
                                      <p:tavLst>
                                        <p:tav tm="0">
                                          <p:val>
                                            <p:fltVal val="0"/>
                                          </p:val>
                                        </p:tav>
                                        <p:tav tm="100000">
                                          <p:val>
                                            <p:strVal val="#ppt_h"/>
                                          </p:val>
                                        </p:tav>
                                      </p:tavLst>
                                    </p:anim>
                                  </p:childTnLst>
                                </p:cTn>
                              </p:par>
                            </p:childTnLst>
                          </p:cTn>
                        </p:par>
                      </p:childTnLst>
                    </p:cTn>
                  </p:par>
                  <p:par>
                    <p:cTn id="137" fill="hold" nodeType="clickPar">
                      <p:stCondLst>
                        <p:cond delay="indefinite"/>
                      </p:stCondLst>
                      <p:childTnLst>
                        <p:par>
                          <p:cTn id="138" fill="hold" nodeType="withGroup">
                            <p:stCondLst>
                              <p:cond delay="0"/>
                            </p:stCondLst>
                            <p:childTnLst>
                              <p:par>
                                <p:cTn id="139" presetID="2" presetClass="entr" presetSubtype="1" fill="hold" grpId="0" nodeType="clickEffect">
                                  <p:stCondLst>
                                    <p:cond delay="0"/>
                                  </p:stCondLst>
                                  <p:childTnLst>
                                    <p:set>
                                      <p:cBhvr>
                                        <p:cTn id="140" dur="1" fill="hold">
                                          <p:stCondLst>
                                            <p:cond delay="0"/>
                                          </p:stCondLst>
                                        </p:cTn>
                                        <p:tgtEl>
                                          <p:spTgt spid="216088"/>
                                        </p:tgtEl>
                                        <p:attrNameLst>
                                          <p:attrName>style.visibility</p:attrName>
                                        </p:attrNameLst>
                                      </p:cBhvr>
                                      <p:to>
                                        <p:strVal val="visible"/>
                                      </p:to>
                                    </p:set>
                                    <p:anim calcmode="lin" valueType="num">
                                      <p:cBhvr additive="base">
                                        <p:cTn id="141" dur="500" fill="hold"/>
                                        <p:tgtEl>
                                          <p:spTgt spid="216088"/>
                                        </p:tgtEl>
                                        <p:attrNameLst>
                                          <p:attrName>ppt_x</p:attrName>
                                        </p:attrNameLst>
                                      </p:cBhvr>
                                      <p:tavLst>
                                        <p:tav tm="0">
                                          <p:val>
                                            <p:strVal val="#ppt_x"/>
                                          </p:val>
                                        </p:tav>
                                        <p:tav tm="100000">
                                          <p:val>
                                            <p:strVal val="#ppt_x"/>
                                          </p:val>
                                        </p:tav>
                                      </p:tavLst>
                                    </p:anim>
                                    <p:anim calcmode="lin" valueType="num">
                                      <p:cBhvr additive="base">
                                        <p:cTn id="142" dur="500" fill="hold"/>
                                        <p:tgtEl>
                                          <p:spTgt spid="216088"/>
                                        </p:tgtEl>
                                        <p:attrNameLst>
                                          <p:attrName>ppt_y</p:attrName>
                                        </p:attrNameLst>
                                      </p:cBhvr>
                                      <p:tavLst>
                                        <p:tav tm="0">
                                          <p:val>
                                            <p:strVal val="0-#ppt_h/2"/>
                                          </p:val>
                                        </p:tav>
                                        <p:tav tm="100000">
                                          <p:val>
                                            <p:strVal val="#ppt_y"/>
                                          </p:val>
                                        </p:tav>
                                      </p:tavLst>
                                    </p:anim>
                                  </p:childTnLst>
                                </p:cTn>
                              </p:par>
                            </p:childTnLst>
                          </p:cTn>
                        </p:par>
                      </p:childTnLst>
                    </p:cTn>
                  </p:par>
                  <p:par>
                    <p:cTn id="143" fill="hold" nodeType="clickPar">
                      <p:stCondLst>
                        <p:cond delay="indefinite"/>
                      </p:stCondLst>
                      <p:childTnLst>
                        <p:par>
                          <p:cTn id="144" fill="hold" nodeType="withGroup">
                            <p:stCondLst>
                              <p:cond delay="0"/>
                            </p:stCondLst>
                            <p:childTnLst>
                              <p:par>
                                <p:cTn id="145" presetID="2" presetClass="entr" presetSubtype="4" fill="hold" grpId="0" nodeType="clickEffect">
                                  <p:stCondLst>
                                    <p:cond delay="0"/>
                                  </p:stCondLst>
                                  <p:childTnLst>
                                    <p:set>
                                      <p:cBhvr>
                                        <p:cTn id="146" dur="1" fill="hold">
                                          <p:stCondLst>
                                            <p:cond delay="0"/>
                                          </p:stCondLst>
                                        </p:cTn>
                                        <p:tgtEl>
                                          <p:spTgt spid="216091"/>
                                        </p:tgtEl>
                                        <p:attrNameLst>
                                          <p:attrName>style.visibility</p:attrName>
                                        </p:attrNameLst>
                                      </p:cBhvr>
                                      <p:to>
                                        <p:strVal val="visible"/>
                                      </p:to>
                                    </p:set>
                                    <p:anim calcmode="lin" valueType="num">
                                      <p:cBhvr additive="base">
                                        <p:cTn id="147" dur="500" fill="hold"/>
                                        <p:tgtEl>
                                          <p:spTgt spid="216091"/>
                                        </p:tgtEl>
                                        <p:attrNameLst>
                                          <p:attrName>ppt_x</p:attrName>
                                        </p:attrNameLst>
                                      </p:cBhvr>
                                      <p:tavLst>
                                        <p:tav tm="0">
                                          <p:val>
                                            <p:strVal val="#ppt_x"/>
                                          </p:val>
                                        </p:tav>
                                        <p:tav tm="100000">
                                          <p:val>
                                            <p:strVal val="#ppt_x"/>
                                          </p:val>
                                        </p:tav>
                                      </p:tavLst>
                                    </p:anim>
                                    <p:anim calcmode="lin" valueType="num">
                                      <p:cBhvr additive="base">
                                        <p:cTn id="148" dur="500" fill="hold"/>
                                        <p:tgtEl>
                                          <p:spTgt spid="216091"/>
                                        </p:tgtEl>
                                        <p:attrNameLst>
                                          <p:attrName>ppt_y</p:attrName>
                                        </p:attrNameLst>
                                      </p:cBhvr>
                                      <p:tavLst>
                                        <p:tav tm="0">
                                          <p:val>
                                            <p:strVal val="1+#ppt_h/2"/>
                                          </p:val>
                                        </p:tav>
                                        <p:tav tm="100000">
                                          <p:val>
                                            <p:strVal val="#ppt_y"/>
                                          </p:val>
                                        </p:tav>
                                      </p:tavLst>
                                    </p:anim>
                                  </p:childTnLst>
                                </p:cTn>
                              </p:par>
                            </p:childTnLst>
                          </p:cTn>
                        </p:par>
                      </p:childTnLst>
                    </p:cTn>
                  </p:par>
                  <p:par>
                    <p:cTn id="149" fill="hold" nodeType="clickPar">
                      <p:stCondLst>
                        <p:cond delay="indefinite"/>
                      </p:stCondLst>
                      <p:childTnLst>
                        <p:par>
                          <p:cTn id="150" fill="hold" nodeType="withGroup">
                            <p:stCondLst>
                              <p:cond delay="0"/>
                            </p:stCondLst>
                            <p:childTnLst>
                              <p:par>
                                <p:cTn id="151" presetID="17" presetClass="entr" presetSubtype="10" fill="hold" nodeType="clickEffect">
                                  <p:stCondLst>
                                    <p:cond delay="0"/>
                                  </p:stCondLst>
                                  <p:childTnLst>
                                    <p:set>
                                      <p:cBhvr>
                                        <p:cTn id="152" dur="1" fill="hold">
                                          <p:stCondLst>
                                            <p:cond delay="0"/>
                                          </p:stCondLst>
                                        </p:cTn>
                                        <p:tgtEl>
                                          <p:spTgt spid="216097"/>
                                        </p:tgtEl>
                                        <p:attrNameLst>
                                          <p:attrName>style.visibility</p:attrName>
                                        </p:attrNameLst>
                                      </p:cBhvr>
                                      <p:to>
                                        <p:strVal val="visible"/>
                                      </p:to>
                                    </p:set>
                                    <p:anim calcmode="lin" valueType="num">
                                      <p:cBhvr>
                                        <p:cTn id="153" dur="500" fill="hold"/>
                                        <p:tgtEl>
                                          <p:spTgt spid="216097"/>
                                        </p:tgtEl>
                                        <p:attrNameLst>
                                          <p:attrName>ppt_w</p:attrName>
                                        </p:attrNameLst>
                                      </p:cBhvr>
                                      <p:tavLst>
                                        <p:tav tm="0">
                                          <p:val>
                                            <p:fltVal val="0"/>
                                          </p:val>
                                        </p:tav>
                                        <p:tav tm="100000">
                                          <p:val>
                                            <p:strVal val="#ppt_w"/>
                                          </p:val>
                                        </p:tav>
                                      </p:tavLst>
                                    </p:anim>
                                    <p:anim calcmode="lin" valueType="num">
                                      <p:cBhvr>
                                        <p:cTn id="154" dur="500" fill="hold"/>
                                        <p:tgtEl>
                                          <p:spTgt spid="216097"/>
                                        </p:tgtEl>
                                        <p:attrNameLst>
                                          <p:attrName>ppt_h</p:attrName>
                                        </p:attrNameLst>
                                      </p:cBhvr>
                                      <p:tavLst>
                                        <p:tav tm="0">
                                          <p:val>
                                            <p:strVal val="#ppt_h"/>
                                          </p:val>
                                        </p:tav>
                                        <p:tav tm="100000">
                                          <p:val>
                                            <p:strVal val="#ppt_h"/>
                                          </p:val>
                                        </p:tav>
                                      </p:tavLst>
                                    </p:anim>
                                  </p:childTnLst>
                                </p:cTn>
                              </p:par>
                            </p:childTnLst>
                          </p:cTn>
                        </p:par>
                      </p:childTnLst>
                    </p:cTn>
                  </p:par>
                  <p:par>
                    <p:cTn id="155" fill="hold" nodeType="clickPar">
                      <p:stCondLst>
                        <p:cond delay="indefinite"/>
                      </p:stCondLst>
                      <p:childTnLst>
                        <p:par>
                          <p:cTn id="156" fill="hold" nodeType="withGroup">
                            <p:stCondLst>
                              <p:cond delay="0"/>
                            </p:stCondLst>
                            <p:childTnLst>
                              <p:par>
                                <p:cTn id="157" presetID="17" presetClass="entr" presetSubtype="1" fill="hold" grpId="0" nodeType="clickEffect">
                                  <p:stCondLst>
                                    <p:cond delay="0"/>
                                  </p:stCondLst>
                                  <p:childTnLst>
                                    <p:set>
                                      <p:cBhvr>
                                        <p:cTn id="158" dur="1" fill="hold">
                                          <p:stCondLst>
                                            <p:cond delay="0"/>
                                          </p:stCondLst>
                                        </p:cTn>
                                        <p:tgtEl>
                                          <p:spTgt spid="216080"/>
                                        </p:tgtEl>
                                        <p:attrNameLst>
                                          <p:attrName>style.visibility</p:attrName>
                                        </p:attrNameLst>
                                      </p:cBhvr>
                                      <p:to>
                                        <p:strVal val="visible"/>
                                      </p:to>
                                    </p:set>
                                    <p:anim calcmode="lin" valueType="num">
                                      <p:cBhvr>
                                        <p:cTn id="159" dur="500" fill="hold"/>
                                        <p:tgtEl>
                                          <p:spTgt spid="216080"/>
                                        </p:tgtEl>
                                        <p:attrNameLst>
                                          <p:attrName>ppt_x</p:attrName>
                                        </p:attrNameLst>
                                      </p:cBhvr>
                                      <p:tavLst>
                                        <p:tav tm="0">
                                          <p:val>
                                            <p:strVal val="#ppt_x"/>
                                          </p:val>
                                        </p:tav>
                                        <p:tav tm="100000">
                                          <p:val>
                                            <p:strVal val="#ppt_x"/>
                                          </p:val>
                                        </p:tav>
                                      </p:tavLst>
                                    </p:anim>
                                    <p:anim calcmode="lin" valueType="num">
                                      <p:cBhvr>
                                        <p:cTn id="160" dur="500" fill="hold"/>
                                        <p:tgtEl>
                                          <p:spTgt spid="216080"/>
                                        </p:tgtEl>
                                        <p:attrNameLst>
                                          <p:attrName>ppt_y</p:attrName>
                                        </p:attrNameLst>
                                      </p:cBhvr>
                                      <p:tavLst>
                                        <p:tav tm="0">
                                          <p:val>
                                            <p:strVal val="#ppt_y-#ppt_h/2"/>
                                          </p:val>
                                        </p:tav>
                                        <p:tav tm="100000">
                                          <p:val>
                                            <p:strVal val="#ppt_y"/>
                                          </p:val>
                                        </p:tav>
                                      </p:tavLst>
                                    </p:anim>
                                    <p:anim calcmode="lin" valueType="num">
                                      <p:cBhvr>
                                        <p:cTn id="161" dur="500" fill="hold"/>
                                        <p:tgtEl>
                                          <p:spTgt spid="216080"/>
                                        </p:tgtEl>
                                        <p:attrNameLst>
                                          <p:attrName>ppt_w</p:attrName>
                                        </p:attrNameLst>
                                      </p:cBhvr>
                                      <p:tavLst>
                                        <p:tav tm="0">
                                          <p:val>
                                            <p:strVal val="#ppt_w"/>
                                          </p:val>
                                        </p:tav>
                                        <p:tav tm="100000">
                                          <p:val>
                                            <p:strVal val="#ppt_w"/>
                                          </p:val>
                                        </p:tav>
                                      </p:tavLst>
                                    </p:anim>
                                    <p:anim calcmode="lin" valueType="num">
                                      <p:cBhvr>
                                        <p:cTn id="162" dur="500" fill="hold"/>
                                        <p:tgtEl>
                                          <p:spTgt spid="216080"/>
                                        </p:tgtEl>
                                        <p:attrNameLst>
                                          <p:attrName>ppt_h</p:attrName>
                                        </p:attrNameLst>
                                      </p:cBhvr>
                                      <p:tavLst>
                                        <p:tav tm="0">
                                          <p:val>
                                            <p:fltVal val="0"/>
                                          </p:val>
                                        </p:tav>
                                        <p:tav tm="100000">
                                          <p:val>
                                            <p:strVal val="#ppt_h"/>
                                          </p:val>
                                        </p:tav>
                                      </p:tavLst>
                                    </p:anim>
                                  </p:childTnLst>
                                </p:cTn>
                              </p:par>
                            </p:childTnLst>
                          </p:cTn>
                        </p:par>
                      </p:childTnLst>
                    </p:cTn>
                  </p:par>
                  <p:par>
                    <p:cTn id="163" fill="hold" nodeType="clickPar">
                      <p:stCondLst>
                        <p:cond delay="indefinite"/>
                      </p:stCondLst>
                      <p:childTnLst>
                        <p:par>
                          <p:cTn id="164" fill="hold" nodeType="withGroup">
                            <p:stCondLst>
                              <p:cond delay="0"/>
                            </p:stCondLst>
                            <p:childTnLst>
                              <p:par>
                                <p:cTn id="165" presetID="2" presetClass="entr" presetSubtype="1" fill="hold" grpId="0" nodeType="clickEffect">
                                  <p:stCondLst>
                                    <p:cond delay="0"/>
                                  </p:stCondLst>
                                  <p:childTnLst>
                                    <p:set>
                                      <p:cBhvr>
                                        <p:cTn id="166" dur="1" fill="hold">
                                          <p:stCondLst>
                                            <p:cond delay="0"/>
                                          </p:stCondLst>
                                        </p:cTn>
                                        <p:tgtEl>
                                          <p:spTgt spid="216105"/>
                                        </p:tgtEl>
                                        <p:attrNameLst>
                                          <p:attrName>style.visibility</p:attrName>
                                        </p:attrNameLst>
                                      </p:cBhvr>
                                      <p:to>
                                        <p:strVal val="visible"/>
                                      </p:to>
                                    </p:set>
                                    <p:anim calcmode="lin" valueType="num">
                                      <p:cBhvr additive="base">
                                        <p:cTn id="167" dur="500" fill="hold"/>
                                        <p:tgtEl>
                                          <p:spTgt spid="216105"/>
                                        </p:tgtEl>
                                        <p:attrNameLst>
                                          <p:attrName>ppt_x</p:attrName>
                                        </p:attrNameLst>
                                      </p:cBhvr>
                                      <p:tavLst>
                                        <p:tav tm="0">
                                          <p:val>
                                            <p:strVal val="#ppt_x"/>
                                          </p:val>
                                        </p:tav>
                                        <p:tav tm="100000">
                                          <p:val>
                                            <p:strVal val="#ppt_x"/>
                                          </p:val>
                                        </p:tav>
                                      </p:tavLst>
                                    </p:anim>
                                    <p:anim calcmode="lin" valueType="num">
                                      <p:cBhvr additive="base">
                                        <p:cTn id="168" dur="500" fill="hold"/>
                                        <p:tgtEl>
                                          <p:spTgt spid="216105"/>
                                        </p:tgtEl>
                                        <p:attrNameLst>
                                          <p:attrName>ppt_y</p:attrName>
                                        </p:attrNameLst>
                                      </p:cBhvr>
                                      <p:tavLst>
                                        <p:tav tm="0">
                                          <p:val>
                                            <p:strVal val="0-#ppt_h/2"/>
                                          </p:val>
                                        </p:tav>
                                        <p:tav tm="100000">
                                          <p:val>
                                            <p:strVal val="#ppt_y"/>
                                          </p:val>
                                        </p:tav>
                                      </p:tavLst>
                                    </p:anim>
                                  </p:childTnLst>
                                </p:cTn>
                              </p:par>
                            </p:childTnLst>
                          </p:cTn>
                        </p:par>
                      </p:childTnLst>
                    </p:cTn>
                  </p:par>
                  <p:par>
                    <p:cTn id="169" fill="hold" nodeType="clickPar">
                      <p:stCondLst>
                        <p:cond delay="indefinite"/>
                      </p:stCondLst>
                      <p:childTnLst>
                        <p:par>
                          <p:cTn id="170" fill="hold" nodeType="withGroup">
                            <p:stCondLst>
                              <p:cond delay="0"/>
                            </p:stCondLst>
                            <p:childTnLst>
                              <p:par>
                                <p:cTn id="171" presetID="2" presetClass="entr" presetSubtype="1" fill="hold" grpId="0" nodeType="clickEffect">
                                  <p:stCondLst>
                                    <p:cond delay="0"/>
                                  </p:stCondLst>
                                  <p:childTnLst>
                                    <p:set>
                                      <p:cBhvr>
                                        <p:cTn id="172" dur="1" fill="hold">
                                          <p:stCondLst>
                                            <p:cond delay="0"/>
                                          </p:stCondLst>
                                        </p:cTn>
                                        <p:tgtEl>
                                          <p:spTgt spid="216090"/>
                                        </p:tgtEl>
                                        <p:attrNameLst>
                                          <p:attrName>style.visibility</p:attrName>
                                        </p:attrNameLst>
                                      </p:cBhvr>
                                      <p:to>
                                        <p:strVal val="visible"/>
                                      </p:to>
                                    </p:set>
                                    <p:anim calcmode="lin" valueType="num">
                                      <p:cBhvr additive="base">
                                        <p:cTn id="173" dur="500" fill="hold"/>
                                        <p:tgtEl>
                                          <p:spTgt spid="216090"/>
                                        </p:tgtEl>
                                        <p:attrNameLst>
                                          <p:attrName>ppt_x</p:attrName>
                                        </p:attrNameLst>
                                      </p:cBhvr>
                                      <p:tavLst>
                                        <p:tav tm="0">
                                          <p:val>
                                            <p:strVal val="#ppt_x"/>
                                          </p:val>
                                        </p:tav>
                                        <p:tav tm="100000">
                                          <p:val>
                                            <p:strVal val="#ppt_x"/>
                                          </p:val>
                                        </p:tav>
                                      </p:tavLst>
                                    </p:anim>
                                    <p:anim calcmode="lin" valueType="num">
                                      <p:cBhvr additive="base">
                                        <p:cTn id="174" dur="500" fill="hold"/>
                                        <p:tgtEl>
                                          <p:spTgt spid="216090"/>
                                        </p:tgtEl>
                                        <p:attrNameLst>
                                          <p:attrName>ppt_y</p:attrName>
                                        </p:attrNameLst>
                                      </p:cBhvr>
                                      <p:tavLst>
                                        <p:tav tm="0">
                                          <p:val>
                                            <p:strVal val="0-#ppt_h/2"/>
                                          </p:val>
                                        </p:tav>
                                        <p:tav tm="100000">
                                          <p:val>
                                            <p:strVal val="#ppt_y"/>
                                          </p:val>
                                        </p:tav>
                                      </p:tavLst>
                                    </p:anim>
                                  </p:childTnLst>
                                </p:cTn>
                              </p:par>
                            </p:childTnLst>
                          </p:cTn>
                        </p:par>
                      </p:childTnLst>
                    </p:cTn>
                  </p:par>
                  <p:par>
                    <p:cTn id="175" fill="hold" nodeType="clickPar">
                      <p:stCondLst>
                        <p:cond delay="indefinite"/>
                      </p:stCondLst>
                      <p:childTnLst>
                        <p:par>
                          <p:cTn id="176" fill="hold" nodeType="withGroup">
                            <p:stCondLst>
                              <p:cond delay="0"/>
                            </p:stCondLst>
                            <p:childTnLst>
                              <p:par>
                                <p:cTn id="177" presetID="18" presetClass="entr" presetSubtype="3" fill="hold" grpId="0" nodeType="clickEffect">
                                  <p:stCondLst>
                                    <p:cond delay="0"/>
                                  </p:stCondLst>
                                  <p:childTnLst>
                                    <p:set>
                                      <p:cBhvr>
                                        <p:cTn id="178" dur="1" fill="hold">
                                          <p:stCondLst>
                                            <p:cond delay="0"/>
                                          </p:stCondLst>
                                        </p:cTn>
                                        <p:tgtEl>
                                          <p:spTgt spid="216083"/>
                                        </p:tgtEl>
                                        <p:attrNameLst>
                                          <p:attrName>style.visibility</p:attrName>
                                        </p:attrNameLst>
                                      </p:cBhvr>
                                      <p:to>
                                        <p:strVal val="visible"/>
                                      </p:to>
                                    </p:set>
                                    <p:animEffect transition="in" filter="strips(upRight)">
                                      <p:cBhvr>
                                        <p:cTn id="179" dur="500"/>
                                        <p:tgtEl>
                                          <p:spTgt spid="216083"/>
                                        </p:tgtEl>
                                      </p:cBhvr>
                                    </p:animEffect>
                                  </p:childTnLst>
                                </p:cTn>
                              </p:par>
                            </p:childTnLst>
                          </p:cTn>
                        </p:par>
                      </p:childTnLst>
                    </p:cTn>
                  </p:par>
                  <p:par>
                    <p:cTn id="180" fill="hold" nodeType="clickPar">
                      <p:stCondLst>
                        <p:cond delay="indefinite"/>
                      </p:stCondLst>
                      <p:childTnLst>
                        <p:par>
                          <p:cTn id="181" fill="hold" nodeType="withGroup">
                            <p:stCondLst>
                              <p:cond delay="0"/>
                            </p:stCondLst>
                            <p:childTnLst>
                              <p:par>
                                <p:cTn id="182" presetID="2" presetClass="entr" presetSubtype="4" fill="hold" grpId="0" nodeType="clickEffect">
                                  <p:stCondLst>
                                    <p:cond delay="0"/>
                                  </p:stCondLst>
                                  <p:childTnLst>
                                    <p:set>
                                      <p:cBhvr>
                                        <p:cTn id="183" dur="1" fill="hold">
                                          <p:stCondLst>
                                            <p:cond delay="0"/>
                                          </p:stCondLst>
                                        </p:cTn>
                                        <p:tgtEl>
                                          <p:spTgt spid="216106"/>
                                        </p:tgtEl>
                                        <p:attrNameLst>
                                          <p:attrName>style.visibility</p:attrName>
                                        </p:attrNameLst>
                                      </p:cBhvr>
                                      <p:to>
                                        <p:strVal val="visible"/>
                                      </p:to>
                                    </p:set>
                                    <p:anim calcmode="lin" valueType="num">
                                      <p:cBhvr additive="base">
                                        <p:cTn id="184" dur="500" fill="hold"/>
                                        <p:tgtEl>
                                          <p:spTgt spid="216106"/>
                                        </p:tgtEl>
                                        <p:attrNameLst>
                                          <p:attrName>ppt_x</p:attrName>
                                        </p:attrNameLst>
                                      </p:cBhvr>
                                      <p:tavLst>
                                        <p:tav tm="0">
                                          <p:val>
                                            <p:strVal val="#ppt_x"/>
                                          </p:val>
                                        </p:tav>
                                        <p:tav tm="100000">
                                          <p:val>
                                            <p:strVal val="#ppt_x"/>
                                          </p:val>
                                        </p:tav>
                                      </p:tavLst>
                                    </p:anim>
                                    <p:anim calcmode="lin" valueType="num">
                                      <p:cBhvr additive="base">
                                        <p:cTn id="185" dur="500" fill="hold"/>
                                        <p:tgtEl>
                                          <p:spTgt spid="216106"/>
                                        </p:tgtEl>
                                        <p:attrNameLst>
                                          <p:attrName>ppt_y</p:attrName>
                                        </p:attrNameLst>
                                      </p:cBhvr>
                                      <p:tavLst>
                                        <p:tav tm="0">
                                          <p:val>
                                            <p:strVal val="1+#ppt_h/2"/>
                                          </p:val>
                                        </p:tav>
                                        <p:tav tm="100000">
                                          <p:val>
                                            <p:strVal val="#ppt_y"/>
                                          </p:val>
                                        </p:tav>
                                      </p:tavLst>
                                    </p:anim>
                                  </p:childTnLst>
                                </p:cTn>
                              </p:par>
                            </p:childTnLst>
                          </p:cTn>
                        </p:par>
                      </p:childTnLst>
                    </p:cTn>
                  </p:par>
                  <p:par>
                    <p:cTn id="186" fill="hold" nodeType="clickPar">
                      <p:stCondLst>
                        <p:cond delay="indefinite"/>
                      </p:stCondLst>
                      <p:childTnLst>
                        <p:par>
                          <p:cTn id="187" fill="hold" nodeType="withGroup">
                            <p:stCondLst>
                              <p:cond delay="0"/>
                            </p:stCondLst>
                            <p:childTnLst>
                              <p:par>
                                <p:cTn id="188" presetID="2" presetClass="entr" presetSubtype="4" fill="hold" grpId="0" nodeType="clickEffect">
                                  <p:stCondLst>
                                    <p:cond delay="0"/>
                                  </p:stCondLst>
                                  <p:childTnLst>
                                    <p:set>
                                      <p:cBhvr>
                                        <p:cTn id="189" dur="1" fill="hold">
                                          <p:stCondLst>
                                            <p:cond delay="0"/>
                                          </p:stCondLst>
                                        </p:cTn>
                                        <p:tgtEl>
                                          <p:spTgt spid="216092"/>
                                        </p:tgtEl>
                                        <p:attrNameLst>
                                          <p:attrName>style.visibility</p:attrName>
                                        </p:attrNameLst>
                                      </p:cBhvr>
                                      <p:to>
                                        <p:strVal val="visible"/>
                                      </p:to>
                                    </p:set>
                                    <p:anim calcmode="lin" valueType="num">
                                      <p:cBhvr additive="base">
                                        <p:cTn id="190" dur="500" fill="hold"/>
                                        <p:tgtEl>
                                          <p:spTgt spid="216092"/>
                                        </p:tgtEl>
                                        <p:attrNameLst>
                                          <p:attrName>ppt_x</p:attrName>
                                        </p:attrNameLst>
                                      </p:cBhvr>
                                      <p:tavLst>
                                        <p:tav tm="0">
                                          <p:val>
                                            <p:strVal val="#ppt_x"/>
                                          </p:val>
                                        </p:tav>
                                        <p:tav tm="100000">
                                          <p:val>
                                            <p:strVal val="#ppt_x"/>
                                          </p:val>
                                        </p:tav>
                                      </p:tavLst>
                                    </p:anim>
                                    <p:anim calcmode="lin" valueType="num">
                                      <p:cBhvr additive="base">
                                        <p:cTn id="191" dur="500" fill="hold"/>
                                        <p:tgtEl>
                                          <p:spTgt spid="216092"/>
                                        </p:tgtEl>
                                        <p:attrNameLst>
                                          <p:attrName>ppt_y</p:attrName>
                                        </p:attrNameLst>
                                      </p:cBhvr>
                                      <p:tavLst>
                                        <p:tav tm="0">
                                          <p:val>
                                            <p:strVal val="1+#ppt_h/2"/>
                                          </p:val>
                                        </p:tav>
                                        <p:tav tm="100000">
                                          <p:val>
                                            <p:strVal val="#ppt_y"/>
                                          </p:val>
                                        </p:tav>
                                      </p:tavLst>
                                    </p:anim>
                                  </p:childTnLst>
                                </p:cTn>
                              </p:par>
                            </p:childTnLst>
                          </p:cTn>
                        </p:par>
                      </p:childTnLst>
                    </p:cTn>
                  </p:par>
                  <p:par>
                    <p:cTn id="192" fill="hold" nodeType="clickPar">
                      <p:stCondLst>
                        <p:cond delay="indefinite"/>
                      </p:stCondLst>
                      <p:childTnLst>
                        <p:par>
                          <p:cTn id="193" fill="hold" nodeType="withGroup">
                            <p:stCondLst>
                              <p:cond delay="0"/>
                            </p:stCondLst>
                            <p:childTnLst>
                              <p:par>
                                <p:cTn id="194" presetID="18" presetClass="entr" presetSubtype="3" fill="hold" grpId="0" nodeType="clickEffect">
                                  <p:stCondLst>
                                    <p:cond delay="0"/>
                                  </p:stCondLst>
                                  <p:childTnLst>
                                    <p:set>
                                      <p:cBhvr>
                                        <p:cTn id="195" dur="1" fill="hold">
                                          <p:stCondLst>
                                            <p:cond delay="0"/>
                                          </p:stCondLst>
                                        </p:cTn>
                                        <p:tgtEl>
                                          <p:spTgt spid="216084"/>
                                        </p:tgtEl>
                                        <p:attrNameLst>
                                          <p:attrName>style.visibility</p:attrName>
                                        </p:attrNameLst>
                                      </p:cBhvr>
                                      <p:to>
                                        <p:strVal val="visible"/>
                                      </p:to>
                                    </p:set>
                                    <p:animEffect transition="in" filter="strips(upRight)">
                                      <p:cBhvr>
                                        <p:cTn id="196" dur="500"/>
                                        <p:tgtEl>
                                          <p:spTgt spid="216084"/>
                                        </p:tgtEl>
                                      </p:cBhvr>
                                    </p:animEffect>
                                  </p:childTnLst>
                                </p:cTn>
                              </p:par>
                            </p:childTnLst>
                          </p:cTn>
                        </p:par>
                      </p:childTnLst>
                    </p:cTn>
                  </p:par>
                  <p:par>
                    <p:cTn id="197" fill="hold" nodeType="clickPar">
                      <p:stCondLst>
                        <p:cond delay="indefinite"/>
                      </p:stCondLst>
                      <p:childTnLst>
                        <p:par>
                          <p:cTn id="198" fill="hold" nodeType="withGroup">
                            <p:stCondLst>
                              <p:cond delay="0"/>
                            </p:stCondLst>
                            <p:childTnLst>
                              <p:par>
                                <p:cTn id="199" presetID="17" presetClass="entr" presetSubtype="8" fill="hold" grpId="0" nodeType="clickEffect">
                                  <p:stCondLst>
                                    <p:cond delay="0"/>
                                  </p:stCondLst>
                                  <p:childTnLst>
                                    <p:set>
                                      <p:cBhvr>
                                        <p:cTn id="200" dur="1" fill="hold">
                                          <p:stCondLst>
                                            <p:cond delay="0"/>
                                          </p:stCondLst>
                                        </p:cTn>
                                        <p:tgtEl>
                                          <p:spTgt spid="216081"/>
                                        </p:tgtEl>
                                        <p:attrNameLst>
                                          <p:attrName>style.visibility</p:attrName>
                                        </p:attrNameLst>
                                      </p:cBhvr>
                                      <p:to>
                                        <p:strVal val="visible"/>
                                      </p:to>
                                    </p:set>
                                    <p:anim calcmode="lin" valueType="num">
                                      <p:cBhvr>
                                        <p:cTn id="201" dur="500" fill="hold"/>
                                        <p:tgtEl>
                                          <p:spTgt spid="216081"/>
                                        </p:tgtEl>
                                        <p:attrNameLst>
                                          <p:attrName>ppt_x</p:attrName>
                                        </p:attrNameLst>
                                      </p:cBhvr>
                                      <p:tavLst>
                                        <p:tav tm="0">
                                          <p:val>
                                            <p:strVal val="#ppt_x-#ppt_w/2"/>
                                          </p:val>
                                        </p:tav>
                                        <p:tav tm="100000">
                                          <p:val>
                                            <p:strVal val="#ppt_x"/>
                                          </p:val>
                                        </p:tav>
                                      </p:tavLst>
                                    </p:anim>
                                    <p:anim calcmode="lin" valueType="num">
                                      <p:cBhvr>
                                        <p:cTn id="202" dur="500" fill="hold"/>
                                        <p:tgtEl>
                                          <p:spTgt spid="216081"/>
                                        </p:tgtEl>
                                        <p:attrNameLst>
                                          <p:attrName>ppt_y</p:attrName>
                                        </p:attrNameLst>
                                      </p:cBhvr>
                                      <p:tavLst>
                                        <p:tav tm="0">
                                          <p:val>
                                            <p:strVal val="#ppt_y"/>
                                          </p:val>
                                        </p:tav>
                                        <p:tav tm="100000">
                                          <p:val>
                                            <p:strVal val="#ppt_y"/>
                                          </p:val>
                                        </p:tav>
                                      </p:tavLst>
                                    </p:anim>
                                    <p:anim calcmode="lin" valueType="num">
                                      <p:cBhvr>
                                        <p:cTn id="203" dur="500" fill="hold"/>
                                        <p:tgtEl>
                                          <p:spTgt spid="216081"/>
                                        </p:tgtEl>
                                        <p:attrNameLst>
                                          <p:attrName>ppt_w</p:attrName>
                                        </p:attrNameLst>
                                      </p:cBhvr>
                                      <p:tavLst>
                                        <p:tav tm="0">
                                          <p:val>
                                            <p:fltVal val="0"/>
                                          </p:val>
                                        </p:tav>
                                        <p:tav tm="100000">
                                          <p:val>
                                            <p:strVal val="#ppt_w"/>
                                          </p:val>
                                        </p:tav>
                                      </p:tavLst>
                                    </p:anim>
                                    <p:anim calcmode="lin" valueType="num">
                                      <p:cBhvr>
                                        <p:cTn id="204" dur="500" fill="hold"/>
                                        <p:tgtEl>
                                          <p:spTgt spid="216081"/>
                                        </p:tgtEl>
                                        <p:attrNameLst>
                                          <p:attrName>ppt_h</p:attrName>
                                        </p:attrNameLst>
                                      </p:cBhvr>
                                      <p:tavLst>
                                        <p:tav tm="0">
                                          <p:val>
                                            <p:strVal val="#ppt_h"/>
                                          </p:val>
                                        </p:tav>
                                        <p:tav tm="100000">
                                          <p:val>
                                            <p:strVal val="#ppt_h"/>
                                          </p:val>
                                        </p:tav>
                                      </p:tavLst>
                                    </p:anim>
                                  </p:childTnLst>
                                </p:cTn>
                              </p:par>
                            </p:childTnLst>
                          </p:cTn>
                        </p:par>
                      </p:childTnLst>
                    </p:cTn>
                  </p:par>
                  <p:par>
                    <p:cTn id="205" fill="hold" nodeType="clickPar">
                      <p:stCondLst>
                        <p:cond delay="indefinite"/>
                      </p:stCondLst>
                      <p:childTnLst>
                        <p:par>
                          <p:cTn id="206" fill="hold" nodeType="withGroup">
                            <p:stCondLst>
                              <p:cond delay="0"/>
                            </p:stCondLst>
                            <p:childTnLst>
                              <p:par>
                                <p:cTn id="207" presetID="17" presetClass="entr" presetSubtype="8" fill="hold" grpId="0" nodeType="clickEffect">
                                  <p:stCondLst>
                                    <p:cond delay="0"/>
                                  </p:stCondLst>
                                  <p:childTnLst>
                                    <p:set>
                                      <p:cBhvr>
                                        <p:cTn id="208" dur="1" fill="hold">
                                          <p:stCondLst>
                                            <p:cond delay="0"/>
                                          </p:stCondLst>
                                        </p:cTn>
                                        <p:tgtEl>
                                          <p:spTgt spid="216082"/>
                                        </p:tgtEl>
                                        <p:attrNameLst>
                                          <p:attrName>style.visibility</p:attrName>
                                        </p:attrNameLst>
                                      </p:cBhvr>
                                      <p:to>
                                        <p:strVal val="visible"/>
                                      </p:to>
                                    </p:set>
                                    <p:anim calcmode="lin" valueType="num">
                                      <p:cBhvr>
                                        <p:cTn id="209" dur="500" fill="hold"/>
                                        <p:tgtEl>
                                          <p:spTgt spid="216082"/>
                                        </p:tgtEl>
                                        <p:attrNameLst>
                                          <p:attrName>ppt_x</p:attrName>
                                        </p:attrNameLst>
                                      </p:cBhvr>
                                      <p:tavLst>
                                        <p:tav tm="0">
                                          <p:val>
                                            <p:strVal val="#ppt_x-#ppt_w/2"/>
                                          </p:val>
                                        </p:tav>
                                        <p:tav tm="100000">
                                          <p:val>
                                            <p:strVal val="#ppt_x"/>
                                          </p:val>
                                        </p:tav>
                                      </p:tavLst>
                                    </p:anim>
                                    <p:anim calcmode="lin" valueType="num">
                                      <p:cBhvr>
                                        <p:cTn id="210" dur="500" fill="hold"/>
                                        <p:tgtEl>
                                          <p:spTgt spid="216082"/>
                                        </p:tgtEl>
                                        <p:attrNameLst>
                                          <p:attrName>ppt_y</p:attrName>
                                        </p:attrNameLst>
                                      </p:cBhvr>
                                      <p:tavLst>
                                        <p:tav tm="0">
                                          <p:val>
                                            <p:strVal val="#ppt_y"/>
                                          </p:val>
                                        </p:tav>
                                        <p:tav tm="100000">
                                          <p:val>
                                            <p:strVal val="#ppt_y"/>
                                          </p:val>
                                        </p:tav>
                                      </p:tavLst>
                                    </p:anim>
                                    <p:anim calcmode="lin" valueType="num">
                                      <p:cBhvr>
                                        <p:cTn id="211" dur="500" fill="hold"/>
                                        <p:tgtEl>
                                          <p:spTgt spid="216082"/>
                                        </p:tgtEl>
                                        <p:attrNameLst>
                                          <p:attrName>ppt_w</p:attrName>
                                        </p:attrNameLst>
                                      </p:cBhvr>
                                      <p:tavLst>
                                        <p:tav tm="0">
                                          <p:val>
                                            <p:fltVal val="0"/>
                                          </p:val>
                                        </p:tav>
                                        <p:tav tm="100000">
                                          <p:val>
                                            <p:strVal val="#ppt_w"/>
                                          </p:val>
                                        </p:tav>
                                      </p:tavLst>
                                    </p:anim>
                                    <p:anim calcmode="lin" valueType="num">
                                      <p:cBhvr>
                                        <p:cTn id="212" dur="500" fill="hold"/>
                                        <p:tgtEl>
                                          <p:spTgt spid="216082"/>
                                        </p:tgtEl>
                                        <p:attrNameLst>
                                          <p:attrName>ppt_h</p:attrName>
                                        </p:attrNameLst>
                                      </p:cBhvr>
                                      <p:tavLst>
                                        <p:tav tm="0">
                                          <p:val>
                                            <p:strVal val="#ppt_h"/>
                                          </p:val>
                                        </p:tav>
                                        <p:tav tm="100000">
                                          <p:val>
                                            <p:strVal val="#ppt_h"/>
                                          </p:val>
                                        </p:tav>
                                      </p:tavLst>
                                    </p:anim>
                                  </p:childTnLst>
                                </p:cTn>
                              </p:par>
                            </p:childTnLst>
                          </p:cTn>
                        </p:par>
                      </p:childTnLst>
                    </p:cTn>
                  </p:par>
                  <p:par>
                    <p:cTn id="213" fill="hold" nodeType="clickPar">
                      <p:stCondLst>
                        <p:cond delay="indefinite"/>
                      </p:stCondLst>
                      <p:childTnLst>
                        <p:par>
                          <p:cTn id="214" fill="hold" nodeType="withGroup">
                            <p:stCondLst>
                              <p:cond delay="0"/>
                            </p:stCondLst>
                            <p:childTnLst>
                              <p:par>
                                <p:cTn id="215" presetID="17" presetClass="entr" presetSubtype="8" fill="hold" grpId="0" nodeType="clickEffect">
                                  <p:stCondLst>
                                    <p:cond delay="0"/>
                                  </p:stCondLst>
                                  <p:childTnLst>
                                    <p:set>
                                      <p:cBhvr>
                                        <p:cTn id="216" dur="1" fill="hold">
                                          <p:stCondLst>
                                            <p:cond delay="0"/>
                                          </p:stCondLst>
                                        </p:cTn>
                                        <p:tgtEl>
                                          <p:spTgt spid="216101"/>
                                        </p:tgtEl>
                                        <p:attrNameLst>
                                          <p:attrName>style.visibility</p:attrName>
                                        </p:attrNameLst>
                                      </p:cBhvr>
                                      <p:to>
                                        <p:strVal val="visible"/>
                                      </p:to>
                                    </p:set>
                                    <p:anim calcmode="lin" valueType="num">
                                      <p:cBhvr>
                                        <p:cTn id="217" dur="500" fill="hold"/>
                                        <p:tgtEl>
                                          <p:spTgt spid="216101"/>
                                        </p:tgtEl>
                                        <p:attrNameLst>
                                          <p:attrName>ppt_x</p:attrName>
                                        </p:attrNameLst>
                                      </p:cBhvr>
                                      <p:tavLst>
                                        <p:tav tm="0">
                                          <p:val>
                                            <p:strVal val="#ppt_x-#ppt_w/2"/>
                                          </p:val>
                                        </p:tav>
                                        <p:tav tm="100000">
                                          <p:val>
                                            <p:strVal val="#ppt_x"/>
                                          </p:val>
                                        </p:tav>
                                      </p:tavLst>
                                    </p:anim>
                                    <p:anim calcmode="lin" valueType="num">
                                      <p:cBhvr>
                                        <p:cTn id="218" dur="500" fill="hold"/>
                                        <p:tgtEl>
                                          <p:spTgt spid="216101"/>
                                        </p:tgtEl>
                                        <p:attrNameLst>
                                          <p:attrName>ppt_y</p:attrName>
                                        </p:attrNameLst>
                                      </p:cBhvr>
                                      <p:tavLst>
                                        <p:tav tm="0">
                                          <p:val>
                                            <p:strVal val="#ppt_y"/>
                                          </p:val>
                                        </p:tav>
                                        <p:tav tm="100000">
                                          <p:val>
                                            <p:strVal val="#ppt_y"/>
                                          </p:val>
                                        </p:tav>
                                      </p:tavLst>
                                    </p:anim>
                                    <p:anim calcmode="lin" valueType="num">
                                      <p:cBhvr>
                                        <p:cTn id="219" dur="500" fill="hold"/>
                                        <p:tgtEl>
                                          <p:spTgt spid="216101"/>
                                        </p:tgtEl>
                                        <p:attrNameLst>
                                          <p:attrName>ppt_w</p:attrName>
                                        </p:attrNameLst>
                                      </p:cBhvr>
                                      <p:tavLst>
                                        <p:tav tm="0">
                                          <p:val>
                                            <p:fltVal val="0"/>
                                          </p:val>
                                        </p:tav>
                                        <p:tav tm="100000">
                                          <p:val>
                                            <p:strVal val="#ppt_w"/>
                                          </p:val>
                                        </p:tav>
                                      </p:tavLst>
                                    </p:anim>
                                    <p:anim calcmode="lin" valueType="num">
                                      <p:cBhvr>
                                        <p:cTn id="220" dur="500" fill="hold"/>
                                        <p:tgtEl>
                                          <p:spTgt spid="216101"/>
                                        </p:tgtEl>
                                        <p:attrNameLst>
                                          <p:attrName>ppt_h</p:attrName>
                                        </p:attrNameLst>
                                      </p:cBhvr>
                                      <p:tavLst>
                                        <p:tav tm="0">
                                          <p:val>
                                            <p:strVal val="#ppt_h"/>
                                          </p:val>
                                        </p:tav>
                                        <p:tav tm="100000">
                                          <p:val>
                                            <p:strVal val="#ppt_h"/>
                                          </p:val>
                                        </p:tav>
                                      </p:tavLst>
                                    </p:anim>
                                  </p:childTnLst>
                                </p:cTn>
                              </p:par>
                            </p:childTnLst>
                          </p:cTn>
                        </p:par>
                      </p:childTnLst>
                    </p:cTn>
                  </p:par>
                  <p:par>
                    <p:cTn id="221" fill="hold" nodeType="clickPar">
                      <p:stCondLst>
                        <p:cond delay="indefinite"/>
                      </p:stCondLst>
                      <p:childTnLst>
                        <p:par>
                          <p:cTn id="222" fill="hold" nodeType="withGroup">
                            <p:stCondLst>
                              <p:cond delay="0"/>
                            </p:stCondLst>
                            <p:childTnLst>
                              <p:par>
                                <p:cTn id="223" presetID="18" presetClass="entr" presetSubtype="6" fill="hold" grpId="0" nodeType="clickEffect">
                                  <p:stCondLst>
                                    <p:cond delay="0"/>
                                  </p:stCondLst>
                                  <p:childTnLst>
                                    <p:set>
                                      <p:cBhvr>
                                        <p:cTn id="224" dur="1" fill="hold">
                                          <p:stCondLst>
                                            <p:cond delay="0"/>
                                          </p:stCondLst>
                                        </p:cTn>
                                        <p:tgtEl>
                                          <p:spTgt spid="216102"/>
                                        </p:tgtEl>
                                        <p:attrNameLst>
                                          <p:attrName>style.visibility</p:attrName>
                                        </p:attrNameLst>
                                      </p:cBhvr>
                                      <p:to>
                                        <p:strVal val="visible"/>
                                      </p:to>
                                    </p:set>
                                    <p:animEffect transition="in" filter="strips(downRight)">
                                      <p:cBhvr>
                                        <p:cTn id="225" dur="500"/>
                                        <p:tgtEl>
                                          <p:spTgt spid="216102"/>
                                        </p:tgtEl>
                                      </p:cBhvr>
                                    </p:animEffect>
                                  </p:childTnLst>
                                </p:cTn>
                              </p:par>
                            </p:childTnLst>
                          </p:cTn>
                        </p:par>
                      </p:childTnLst>
                    </p:cTn>
                  </p:par>
                  <p:par>
                    <p:cTn id="226" fill="hold" nodeType="clickPar">
                      <p:stCondLst>
                        <p:cond delay="indefinite"/>
                      </p:stCondLst>
                      <p:childTnLst>
                        <p:par>
                          <p:cTn id="227" fill="hold" nodeType="withGroup">
                            <p:stCondLst>
                              <p:cond delay="0"/>
                            </p:stCondLst>
                            <p:childTnLst>
                              <p:par>
                                <p:cTn id="228" presetID="17" presetClass="entr" presetSubtype="4" fill="hold" grpId="0" nodeType="clickEffect">
                                  <p:stCondLst>
                                    <p:cond delay="0"/>
                                  </p:stCondLst>
                                  <p:childTnLst>
                                    <p:set>
                                      <p:cBhvr>
                                        <p:cTn id="229" dur="1" fill="hold">
                                          <p:stCondLst>
                                            <p:cond delay="0"/>
                                          </p:stCondLst>
                                        </p:cTn>
                                        <p:tgtEl>
                                          <p:spTgt spid="216103"/>
                                        </p:tgtEl>
                                        <p:attrNameLst>
                                          <p:attrName>style.visibility</p:attrName>
                                        </p:attrNameLst>
                                      </p:cBhvr>
                                      <p:to>
                                        <p:strVal val="visible"/>
                                      </p:to>
                                    </p:set>
                                    <p:anim calcmode="lin" valueType="num">
                                      <p:cBhvr>
                                        <p:cTn id="230" dur="500" fill="hold"/>
                                        <p:tgtEl>
                                          <p:spTgt spid="216103"/>
                                        </p:tgtEl>
                                        <p:attrNameLst>
                                          <p:attrName>ppt_x</p:attrName>
                                        </p:attrNameLst>
                                      </p:cBhvr>
                                      <p:tavLst>
                                        <p:tav tm="0">
                                          <p:val>
                                            <p:strVal val="#ppt_x"/>
                                          </p:val>
                                        </p:tav>
                                        <p:tav tm="100000">
                                          <p:val>
                                            <p:strVal val="#ppt_x"/>
                                          </p:val>
                                        </p:tav>
                                      </p:tavLst>
                                    </p:anim>
                                    <p:anim calcmode="lin" valueType="num">
                                      <p:cBhvr>
                                        <p:cTn id="231" dur="500" fill="hold"/>
                                        <p:tgtEl>
                                          <p:spTgt spid="216103"/>
                                        </p:tgtEl>
                                        <p:attrNameLst>
                                          <p:attrName>ppt_y</p:attrName>
                                        </p:attrNameLst>
                                      </p:cBhvr>
                                      <p:tavLst>
                                        <p:tav tm="0">
                                          <p:val>
                                            <p:strVal val="#ppt_y+#ppt_h/2"/>
                                          </p:val>
                                        </p:tav>
                                        <p:tav tm="100000">
                                          <p:val>
                                            <p:strVal val="#ppt_y"/>
                                          </p:val>
                                        </p:tav>
                                      </p:tavLst>
                                    </p:anim>
                                    <p:anim calcmode="lin" valueType="num">
                                      <p:cBhvr>
                                        <p:cTn id="232" dur="500" fill="hold"/>
                                        <p:tgtEl>
                                          <p:spTgt spid="216103"/>
                                        </p:tgtEl>
                                        <p:attrNameLst>
                                          <p:attrName>ppt_w</p:attrName>
                                        </p:attrNameLst>
                                      </p:cBhvr>
                                      <p:tavLst>
                                        <p:tav tm="0">
                                          <p:val>
                                            <p:strVal val="#ppt_w"/>
                                          </p:val>
                                        </p:tav>
                                        <p:tav tm="100000">
                                          <p:val>
                                            <p:strVal val="#ppt_w"/>
                                          </p:val>
                                        </p:tav>
                                      </p:tavLst>
                                    </p:anim>
                                    <p:anim calcmode="lin" valueType="num">
                                      <p:cBhvr>
                                        <p:cTn id="233" dur="500" fill="hold"/>
                                        <p:tgtEl>
                                          <p:spTgt spid="216103"/>
                                        </p:tgtEl>
                                        <p:attrNameLst>
                                          <p:attrName>ppt_h</p:attrName>
                                        </p:attrNameLst>
                                      </p:cBhvr>
                                      <p:tavLst>
                                        <p:tav tm="0">
                                          <p:val>
                                            <p:fltVal val="0"/>
                                          </p:val>
                                        </p:tav>
                                        <p:tav tm="100000">
                                          <p:val>
                                            <p:strVal val="#ppt_h"/>
                                          </p:val>
                                        </p:tav>
                                      </p:tavLst>
                                    </p:anim>
                                  </p:childTnLst>
                                </p:cTn>
                              </p:par>
                            </p:childTnLst>
                          </p:cTn>
                        </p:par>
                      </p:childTnLst>
                    </p:cTn>
                  </p:par>
                  <p:par>
                    <p:cTn id="234" fill="hold" nodeType="clickPar">
                      <p:stCondLst>
                        <p:cond delay="indefinite"/>
                      </p:stCondLst>
                      <p:childTnLst>
                        <p:par>
                          <p:cTn id="235" fill="hold" nodeType="withGroup">
                            <p:stCondLst>
                              <p:cond delay="0"/>
                            </p:stCondLst>
                            <p:childTnLst>
                              <p:par>
                                <p:cTn id="236" presetID="2" presetClass="entr" presetSubtype="1" fill="hold" grpId="0" nodeType="clickEffect">
                                  <p:stCondLst>
                                    <p:cond delay="0"/>
                                  </p:stCondLst>
                                  <p:childTnLst>
                                    <p:set>
                                      <p:cBhvr>
                                        <p:cTn id="237" dur="1" fill="hold">
                                          <p:stCondLst>
                                            <p:cond delay="0"/>
                                          </p:stCondLst>
                                        </p:cTn>
                                        <p:tgtEl>
                                          <p:spTgt spid="216107"/>
                                        </p:tgtEl>
                                        <p:attrNameLst>
                                          <p:attrName>style.visibility</p:attrName>
                                        </p:attrNameLst>
                                      </p:cBhvr>
                                      <p:to>
                                        <p:strVal val="visible"/>
                                      </p:to>
                                    </p:set>
                                    <p:anim calcmode="lin" valueType="num">
                                      <p:cBhvr additive="base">
                                        <p:cTn id="238" dur="500" fill="hold"/>
                                        <p:tgtEl>
                                          <p:spTgt spid="216107"/>
                                        </p:tgtEl>
                                        <p:attrNameLst>
                                          <p:attrName>ppt_x</p:attrName>
                                        </p:attrNameLst>
                                      </p:cBhvr>
                                      <p:tavLst>
                                        <p:tav tm="0">
                                          <p:val>
                                            <p:strVal val="#ppt_x"/>
                                          </p:val>
                                        </p:tav>
                                        <p:tav tm="100000">
                                          <p:val>
                                            <p:strVal val="#ppt_x"/>
                                          </p:val>
                                        </p:tav>
                                      </p:tavLst>
                                    </p:anim>
                                    <p:anim calcmode="lin" valueType="num">
                                      <p:cBhvr additive="base">
                                        <p:cTn id="239" dur="500" fill="hold"/>
                                        <p:tgtEl>
                                          <p:spTgt spid="216107"/>
                                        </p:tgtEl>
                                        <p:attrNameLst>
                                          <p:attrName>ppt_y</p:attrName>
                                        </p:attrNameLst>
                                      </p:cBhvr>
                                      <p:tavLst>
                                        <p:tav tm="0">
                                          <p:val>
                                            <p:strVal val="0-#ppt_h/2"/>
                                          </p:val>
                                        </p:tav>
                                        <p:tav tm="100000">
                                          <p:val>
                                            <p:strVal val="#ppt_y"/>
                                          </p:val>
                                        </p:tav>
                                      </p:tavLst>
                                    </p:anim>
                                  </p:childTnLst>
                                </p:cTn>
                              </p:par>
                            </p:childTnLst>
                          </p:cTn>
                        </p:par>
                      </p:childTnLst>
                    </p:cTn>
                  </p:par>
                  <p:par>
                    <p:cTn id="240" fill="hold" nodeType="clickPar">
                      <p:stCondLst>
                        <p:cond delay="indefinite"/>
                      </p:stCondLst>
                      <p:childTnLst>
                        <p:par>
                          <p:cTn id="241" fill="hold" nodeType="withGroup">
                            <p:stCondLst>
                              <p:cond delay="0"/>
                            </p:stCondLst>
                            <p:childTnLst>
                              <p:par>
                                <p:cTn id="242" presetID="2" presetClass="entr" presetSubtype="2" fill="hold" grpId="0" nodeType="clickEffect">
                                  <p:stCondLst>
                                    <p:cond delay="0"/>
                                  </p:stCondLst>
                                  <p:childTnLst>
                                    <p:set>
                                      <p:cBhvr>
                                        <p:cTn id="243" dur="1" fill="hold">
                                          <p:stCondLst>
                                            <p:cond delay="0"/>
                                          </p:stCondLst>
                                        </p:cTn>
                                        <p:tgtEl>
                                          <p:spTgt spid="216104"/>
                                        </p:tgtEl>
                                        <p:attrNameLst>
                                          <p:attrName>style.visibility</p:attrName>
                                        </p:attrNameLst>
                                      </p:cBhvr>
                                      <p:to>
                                        <p:strVal val="visible"/>
                                      </p:to>
                                    </p:set>
                                    <p:anim calcmode="lin" valueType="num">
                                      <p:cBhvr additive="base">
                                        <p:cTn id="244" dur="500" fill="hold"/>
                                        <p:tgtEl>
                                          <p:spTgt spid="216104"/>
                                        </p:tgtEl>
                                        <p:attrNameLst>
                                          <p:attrName>ppt_x</p:attrName>
                                        </p:attrNameLst>
                                      </p:cBhvr>
                                      <p:tavLst>
                                        <p:tav tm="0">
                                          <p:val>
                                            <p:strVal val="1+#ppt_w/2"/>
                                          </p:val>
                                        </p:tav>
                                        <p:tav tm="100000">
                                          <p:val>
                                            <p:strVal val="#ppt_x"/>
                                          </p:val>
                                        </p:tav>
                                      </p:tavLst>
                                    </p:anim>
                                    <p:anim calcmode="lin" valueType="num">
                                      <p:cBhvr additive="base">
                                        <p:cTn id="245" dur="500" fill="hold"/>
                                        <p:tgtEl>
                                          <p:spTgt spid="216104"/>
                                        </p:tgtEl>
                                        <p:attrNameLst>
                                          <p:attrName>ppt_y</p:attrName>
                                        </p:attrNameLst>
                                      </p:cBhvr>
                                      <p:tavLst>
                                        <p:tav tm="0">
                                          <p:val>
                                            <p:strVal val="#ppt_y"/>
                                          </p:val>
                                        </p:tav>
                                        <p:tav tm="100000">
                                          <p:val>
                                            <p:strVal val="#ppt_y"/>
                                          </p:val>
                                        </p:tav>
                                      </p:tavLst>
                                    </p:anim>
                                  </p:childTnLst>
                                </p:cTn>
                              </p:par>
                            </p:childTnLst>
                          </p:cTn>
                        </p:par>
                      </p:childTnLst>
                    </p:cTn>
                  </p:par>
                  <p:par>
                    <p:cTn id="246" fill="hold" nodeType="clickPar">
                      <p:stCondLst>
                        <p:cond delay="indefinite"/>
                      </p:stCondLst>
                      <p:childTnLst>
                        <p:par>
                          <p:cTn id="247" fill="hold" nodeType="withGroup">
                            <p:stCondLst>
                              <p:cond delay="0"/>
                            </p:stCondLst>
                            <p:childTnLst>
                              <p:par>
                                <p:cTn id="248" presetID="18" presetClass="entr" presetSubtype="12" fill="hold" grpId="0" nodeType="clickEffect">
                                  <p:stCondLst>
                                    <p:cond delay="0"/>
                                  </p:stCondLst>
                                  <p:childTnLst>
                                    <p:set>
                                      <p:cBhvr>
                                        <p:cTn id="249" dur="1" fill="hold">
                                          <p:stCondLst>
                                            <p:cond delay="0"/>
                                          </p:stCondLst>
                                        </p:cTn>
                                        <p:tgtEl>
                                          <p:spTgt spid="216108"/>
                                        </p:tgtEl>
                                        <p:attrNameLst>
                                          <p:attrName>style.visibility</p:attrName>
                                        </p:attrNameLst>
                                      </p:cBhvr>
                                      <p:to>
                                        <p:strVal val="visible"/>
                                      </p:to>
                                    </p:set>
                                    <p:animEffect transition="in" filter="strips(downLeft)">
                                      <p:cBhvr>
                                        <p:cTn id="250" dur="500"/>
                                        <p:tgtEl>
                                          <p:spTgt spid="216108"/>
                                        </p:tgtEl>
                                      </p:cBhvr>
                                    </p:animEffect>
                                  </p:childTnLst>
                                </p:cTn>
                              </p:par>
                            </p:childTnLst>
                          </p:cTn>
                        </p:par>
                      </p:childTnLst>
                    </p:cTn>
                  </p:par>
                  <p:par>
                    <p:cTn id="251" fill="hold" nodeType="clickPar">
                      <p:stCondLst>
                        <p:cond delay="indefinite"/>
                      </p:stCondLst>
                      <p:childTnLst>
                        <p:par>
                          <p:cTn id="252" fill="hold" nodeType="withGroup">
                            <p:stCondLst>
                              <p:cond delay="0"/>
                            </p:stCondLst>
                            <p:childTnLst>
                              <p:par>
                                <p:cTn id="253" presetID="2" presetClass="entr" presetSubtype="3" fill="hold" grpId="0" nodeType="clickEffect">
                                  <p:stCondLst>
                                    <p:cond delay="0"/>
                                  </p:stCondLst>
                                  <p:childTnLst>
                                    <p:set>
                                      <p:cBhvr>
                                        <p:cTn id="254" dur="1" fill="hold">
                                          <p:stCondLst>
                                            <p:cond delay="0"/>
                                          </p:stCondLst>
                                        </p:cTn>
                                        <p:tgtEl>
                                          <p:spTgt spid="216111"/>
                                        </p:tgtEl>
                                        <p:attrNameLst>
                                          <p:attrName>style.visibility</p:attrName>
                                        </p:attrNameLst>
                                      </p:cBhvr>
                                      <p:to>
                                        <p:strVal val="visible"/>
                                      </p:to>
                                    </p:set>
                                    <p:anim calcmode="lin" valueType="num">
                                      <p:cBhvr additive="base">
                                        <p:cTn id="255" dur="500" fill="hold"/>
                                        <p:tgtEl>
                                          <p:spTgt spid="216111"/>
                                        </p:tgtEl>
                                        <p:attrNameLst>
                                          <p:attrName>ppt_x</p:attrName>
                                        </p:attrNameLst>
                                      </p:cBhvr>
                                      <p:tavLst>
                                        <p:tav tm="0">
                                          <p:val>
                                            <p:strVal val="1+#ppt_w/2"/>
                                          </p:val>
                                        </p:tav>
                                        <p:tav tm="100000">
                                          <p:val>
                                            <p:strVal val="#ppt_x"/>
                                          </p:val>
                                        </p:tav>
                                      </p:tavLst>
                                    </p:anim>
                                    <p:anim calcmode="lin" valueType="num">
                                      <p:cBhvr additive="base">
                                        <p:cTn id="256" dur="500" fill="hold"/>
                                        <p:tgtEl>
                                          <p:spTgt spid="216111"/>
                                        </p:tgtEl>
                                        <p:attrNameLst>
                                          <p:attrName>ppt_y</p:attrName>
                                        </p:attrNameLst>
                                      </p:cBhvr>
                                      <p:tavLst>
                                        <p:tav tm="0">
                                          <p:val>
                                            <p:strVal val="0-#ppt_h/2"/>
                                          </p:val>
                                        </p:tav>
                                        <p:tav tm="100000">
                                          <p:val>
                                            <p:strVal val="#ppt_y"/>
                                          </p:val>
                                        </p:tav>
                                      </p:tavLst>
                                    </p:anim>
                                  </p:childTnLst>
                                </p:cTn>
                              </p:par>
                            </p:childTnLst>
                          </p:cTn>
                        </p:par>
                      </p:childTnLst>
                    </p:cTn>
                  </p:par>
                  <p:par>
                    <p:cTn id="257" fill="hold" nodeType="clickPar">
                      <p:stCondLst>
                        <p:cond delay="indefinite"/>
                      </p:stCondLst>
                      <p:childTnLst>
                        <p:par>
                          <p:cTn id="258" fill="hold" nodeType="withGroup">
                            <p:stCondLst>
                              <p:cond delay="0"/>
                            </p:stCondLst>
                            <p:childTnLst>
                              <p:par>
                                <p:cTn id="259" presetID="2" presetClass="entr" presetSubtype="3" fill="hold" grpId="0" nodeType="clickEffect">
                                  <p:stCondLst>
                                    <p:cond delay="0"/>
                                  </p:stCondLst>
                                  <p:childTnLst>
                                    <p:set>
                                      <p:cBhvr>
                                        <p:cTn id="260" dur="1" fill="hold">
                                          <p:stCondLst>
                                            <p:cond delay="0"/>
                                          </p:stCondLst>
                                        </p:cTn>
                                        <p:tgtEl>
                                          <p:spTgt spid="216113"/>
                                        </p:tgtEl>
                                        <p:attrNameLst>
                                          <p:attrName>style.visibility</p:attrName>
                                        </p:attrNameLst>
                                      </p:cBhvr>
                                      <p:to>
                                        <p:strVal val="visible"/>
                                      </p:to>
                                    </p:set>
                                    <p:anim calcmode="lin" valueType="num">
                                      <p:cBhvr additive="base">
                                        <p:cTn id="261" dur="500" fill="hold"/>
                                        <p:tgtEl>
                                          <p:spTgt spid="216113"/>
                                        </p:tgtEl>
                                        <p:attrNameLst>
                                          <p:attrName>ppt_x</p:attrName>
                                        </p:attrNameLst>
                                      </p:cBhvr>
                                      <p:tavLst>
                                        <p:tav tm="0">
                                          <p:val>
                                            <p:strVal val="1+#ppt_w/2"/>
                                          </p:val>
                                        </p:tav>
                                        <p:tav tm="100000">
                                          <p:val>
                                            <p:strVal val="#ppt_x"/>
                                          </p:val>
                                        </p:tav>
                                      </p:tavLst>
                                    </p:anim>
                                    <p:anim calcmode="lin" valueType="num">
                                      <p:cBhvr additive="base">
                                        <p:cTn id="262" dur="500" fill="hold"/>
                                        <p:tgtEl>
                                          <p:spTgt spid="216113"/>
                                        </p:tgtEl>
                                        <p:attrNameLst>
                                          <p:attrName>ppt_y</p:attrName>
                                        </p:attrNameLst>
                                      </p:cBhvr>
                                      <p:tavLst>
                                        <p:tav tm="0">
                                          <p:val>
                                            <p:strVal val="0-#ppt_h/2"/>
                                          </p:val>
                                        </p:tav>
                                        <p:tav tm="100000">
                                          <p:val>
                                            <p:strVal val="#ppt_y"/>
                                          </p:val>
                                        </p:tav>
                                      </p:tavLst>
                                    </p:anim>
                                  </p:childTnLst>
                                </p:cTn>
                              </p:par>
                            </p:childTnLst>
                          </p:cTn>
                        </p:par>
                      </p:childTnLst>
                    </p:cTn>
                  </p:par>
                  <p:par>
                    <p:cTn id="263" fill="hold" nodeType="clickPar">
                      <p:stCondLst>
                        <p:cond delay="indefinite"/>
                      </p:stCondLst>
                      <p:childTnLst>
                        <p:par>
                          <p:cTn id="264" fill="hold" nodeType="withGroup">
                            <p:stCondLst>
                              <p:cond delay="0"/>
                            </p:stCondLst>
                            <p:childTnLst>
                              <p:par>
                                <p:cTn id="265" presetID="18" presetClass="entr" presetSubtype="3" fill="hold" grpId="0" nodeType="clickEffect">
                                  <p:stCondLst>
                                    <p:cond delay="0"/>
                                  </p:stCondLst>
                                  <p:childTnLst>
                                    <p:set>
                                      <p:cBhvr>
                                        <p:cTn id="266" dur="1" fill="hold">
                                          <p:stCondLst>
                                            <p:cond delay="0"/>
                                          </p:stCondLst>
                                        </p:cTn>
                                        <p:tgtEl>
                                          <p:spTgt spid="216109"/>
                                        </p:tgtEl>
                                        <p:attrNameLst>
                                          <p:attrName>style.visibility</p:attrName>
                                        </p:attrNameLst>
                                      </p:cBhvr>
                                      <p:to>
                                        <p:strVal val="visible"/>
                                      </p:to>
                                    </p:set>
                                    <p:animEffect transition="in" filter="strips(upRight)">
                                      <p:cBhvr>
                                        <p:cTn id="267" dur="500"/>
                                        <p:tgtEl>
                                          <p:spTgt spid="216109"/>
                                        </p:tgtEl>
                                      </p:cBhvr>
                                    </p:animEffect>
                                  </p:childTnLst>
                                </p:cTn>
                              </p:par>
                            </p:childTnLst>
                          </p:cTn>
                        </p:par>
                      </p:childTnLst>
                    </p:cTn>
                  </p:par>
                  <p:par>
                    <p:cTn id="268" fill="hold" nodeType="clickPar">
                      <p:stCondLst>
                        <p:cond delay="indefinite"/>
                      </p:stCondLst>
                      <p:childTnLst>
                        <p:par>
                          <p:cTn id="269" fill="hold" nodeType="withGroup">
                            <p:stCondLst>
                              <p:cond delay="0"/>
                            </p:stCondLst>
                            <p:childTnLst>
                              <p:par>
                                <p:cTn id="270" presetID="2" presetClass="entr" presetSubtype="2" fill="hold" grpId="0" nodeType="clickEffect">
                                  <p:stCondLst>
                                    <p:cond delay="0"/>
                                  </p:stCondLst>
                                  <p:childTnLst>
                                    <p:set>
                                      <p:cBhvr>
                                        <p:cTn id="271" dur="1" fill="hold">
                                          <p:stCondLst>
                                            <p:cond delay="0"/>
                                          </p:stCondLst>
                                        </p:cTn>
                                        <p:tgtEl>
                                          <p:spTgt spid="216110"/>
                                        </p:tgtEl>
                                        <p:attrNameLst>
                                          <p:attrName>style.visibility</p:attrName>
                                        </p:attrNameLst>
                                      </p:cBhvr>
                                      <p:to>
                                        <p:strVal val="visible"/>
                                      </p:to>
                                    </p:set>
                                    <p:anim calcmode="lin" valueType="num">
                                      <p:cBhvr additive="base">
                                        <p:cTn id="272" dur="500" fill="hold"/>
                                        <p:tgtEl>
                                          <p:spTgt spid="216110"/>
                                        </p:tgtEl>
                                        <p:attrNameLst>
                                          <p:attrName>ppt_x</p:attrName>
                                        </p:attrNameLst>
                                      </p:cBhvr>
                                      <p:tavLst>
                                        <p:tav tm="0">
                                          <p:val>
                                            <p:strVal val="1+#ppt_w/2"/>
                                          </p:val>
                                        </p:tav>
                                        <p:tav tm="100000">
                                          <p:val>
                                            <p:strVal val="#ppt_x"/>
                                          </p:val>
                                        </p:tav>
                                      </p:tavLst>
                                    </p:anim>
                                    <p:anim calcmode="lin" valueType="num">
                                      <p:cBhvr additive="base">
                                        <p:cTn id="273" dur="500" fill="hold"/>
                                        <p:tgtEl>
                                          <p:spTgt spid="216110"/>
                                        </p:tgtEl>
                                        <p:attrNameLst>
                                          <p:attrName>ppt_y</p:attrName>
                                        </p:attrNameLst>
                                      </p:cBhvr>
                                      <p:tavLst>
                                        <p:tav tm="0">
                                          <p:val>
                                            <p:strVal val="#ppt_y"/>
                                          </p:val>
                                        </p:tav>
                                        <p:tav tm="100000">
                                          <p:val>
                                            <p:strVal val="#ppt_y"/>
                                          </p:val>
                                        </p:tav>
                                      </p:tavLst>
                                    </p:anim>
                                  </p:childTnLst>
                                </p:cTn>
                              </p:par>
                            </p:childTnLst>
                          </p:cTn>
                        </p:par>
                      </p:childTnLst>
                    </p:cTn>
                  </p:par>
                  <p:par>
                    <p:cTn id="274" fill="hold" nodeType="clickPar">
                      <p:stCondLst>
                        <p:cond delay="indefinite"/>
                      </p:stCondLst>
                      <p:childTnLst>
                        <p:par>
                          <p:cTn id="275" fill="hold" nodeType="withGroup">
                            <p:stCondLst>
                              <p:cond delay="0"/>
                            </p:stCondLst>
                            <p:childTnLst>
                              <p:par>
                                <p:cTn id="276" presetID="2" presetClass="entr" presetSubtype="2" fill="hold" grpId="0" nodeType="clickEffect">
                                  <p:stCondLst>
                                    <p:cond delay="0"/>
                                  </p:stCondLst>
                                  <p:childTnLst>
                                    <p:set>
                                      <p:cBhvr>
                                        <p:cTn id="277" dur="1" fill="hold">
                                          <p:stCondLst>
                                            <p:cond delay="0"/>
                                          </p:stCondLst>
                                        </p:cTn>
                                        <p:tgtEl>
                                          <p:spTgt spid="216117"/>
                                        </p:tgtEl>
                                        <p:attrNameLst>
                                          <p:attrName>style.visibility</p:attrName>
                                        </p:attrNameLst>
                                      </p:cBhvr>
                                      <p:to>
                                        <p:strVal val="visible"/>
                                      </p:to>
                                    </p:set>
                                    <p:anim calcmode="lin" valueType="num">
                                      <p:cBhvr additive="base">
                                        <p:cTn id="278" dur="500" fill="hold"/>
                                        <p:tgtEl>
                                          <p:spTgt spid="216117"/>
                                        </p:tgtEl>
                                        <p:attrNameLst>
                                          <p:attrName>ppt_x</p:attrName>
                                        </p:attrNameLst>
                                      </p:cBhvr>
                                      <p:tavLst>
                                        <p:tav tm="0">
                                          <p:val>
                                            <p:strVal val="1+#ppt_w/2"/>
                                          </p:val>
                                        </p:tav>
                                        <p:tav tm="100000">
                                          <p:val>
                                            <p:strVal val="#ppt_x"/>
                                          </p:val>
                                        </p:tav>
                                      </p:tavLst>
                                    </p:anim>
                                    <p:anim calcmode="lin" valueType="num">
                                      <p:cBhvr additive="base">
                                        <p:cTn id="279" dur="500" fill="hold"/>
                                        <p:tgtEl>
                                          <p:spTgt spid="216117"/>
                                        </p:tgtEl>
                                        <p:attrNameLst>
                                          <p:attrName>ppt_y</p:attrName>
                                        </p:attrNameLst>
                                      </p:cBhvr>
                                      <p:tavLst>
                                        <p:tav tm="0">
                                          <p:val>
                                            <p:strVal val="#ppt_y"/>
                                          </p:val>
                                        </p:tav>
                                        <p:tav tm="100000">
                                          <p:val>
                                            <p:strVal val="#ppt_y"/>
                                          </p:val>
                                        </p:tav>
                                      </p:tavLst>
                                    </p:anim>
                                  </p:childTnLst>
                                </p:cTn>
                              </p:par>
                            </p:childTnLst>
                          </p:cTn>
                        </p:par>
                      </p:childTnLst>
                    </p:cTn>
                  </p:par>
                  <p:par>
                    <p:cTn id="280" fill="hold" nodeType="clickPar">
                      <p:stCondLst>
                        <p:cond delay="indefinite"/>
                      </p:stCondLst>
                      <p:childTnLst>
                        <p:par>
                          <p:cTn id="281" fill="hold" nodeType="withGroup">
                            <p:stCondLst>
                              <p:cond delay="0"/>
                            </p:stCondLst>
                            <p:childTnLst>
                              <p:par>
                                <p:cTn id="282" presetID="2" presetClass="entr" presetSubtype="3" fill="hold" grpId="0" nodeType="clickEffect">
                                  <p:stCondLst>
                                    <p:cond delay="0"/>
                                  </p:stCondLst>
                                  <p:childTnLst>
                                    <p:set>
                                      <p:cBhvr>
                                        <p:cTn id="283" dur="1" fill="hold">
                                          <p:stCondLst>
                                            <p:cond delay="0"/>
                                          </p:stCondLst>
                                        </p:cTn>
                                        <p:tgtEl>
                                          <p:spTgt spid="216112"/>
                                        </p:tgtEl>
                                        <p:attrNameLst>
                                          <p:attrName>style.visibility</p:attrName>
                                        </p:attrNameLst>
                                      </p:cBhvr>
                                      <p:to>
                                        <p:strVal val="visible"/>
                                      </p:to>
                                    </p:set>
                                    <p:anim calcmode="lin" valueType="num">
                                      <p:cBhvr additive="base">
                                        <p:cTn id="284" dur="500" fill="hold"/>
                                        <p:tgtEl>
                                          <p:spTgt spid="216112"/>
                                        </p:tgtEl>
                                        <p:attrNameLst>
                                          <p:attrName>ppt_x</p:attrName>
                                        </p:attrNameLst>
                                      </p:cBhvr>
                                      <p:tavLst>
                                        <p:tav tm="0">
                                          <p:val>
                                            <p:strVal val="1+#ppt_w/2"/>
                                          </p:val>
                                        </p:tav>
                                        <p:tav tm="100000">
                                          <p:val>
                                            <p:strVal val="#ppt_x"/>
                                          </p:val>
                                        </p:tav>
                                      </p:tavLst>
                                    </p:anim>
                                    <p:anim calcmode="lin" valueType="num">
                                      <p:cBhvr additive="base">
                                        <p:cTn id="285" dur="500" fill="hold"/>
                                        <p:tgtEl>
                                          <p:spTgt spid="216112"/>
                                        </p:tgtEl>
                                        <p:attrNameLst>
                                          <p:attrName>ppt_y</p:attrName>
                                        </p:attrNameLst>
                                      </p:cBhvr>
                                      <p:tavLst>
                                        <p:tav tm="0">
                                          <p:val>
                                            <p:strVal val="0-#ppt_h/2"/>
                                          </p:val>
                                        </p:tav>
                                        <p:tav tm="100000">
                                          <p:val>
                                            <p:strVal val="#ppt_y"/>
                                          </p:val>
                                        </p:tav>
                                      </p:tavLst>
                                    </p:anim>
                                  </p:childTnLst>
                                </p:cTn>
                              </p:par>
                            </p:childTnLst>
                          </p:cTn>
                        </p:par>
                      </p:childTnLst>
                    </p:cTn>
                  </p:par>
                  <p:par>
                    <p:cTn id="286" fill="hold" nodeType="clickPar">
                      <p:stCondLst>
                        <p:cond delay="indefinite"/>
                      </p:stCondLst>
                      <p:childTnLst>
                        <p:par>
                          <p:cTn id="287" fill="hold" nodeType="withGroup">
                            <p:stCondLst>
                              <p:cond delay="0"/>
                            </p:stCondLst>
                            <p:childTnLst>
                              <p:par>
                                <p:cTn id="288" presetID="2" presetClass="entr" presetSubtype="3" fill="hold" grpId="0" nodeType="clickEffect">
                                  <p:stCondLst>
                                    <p:cond delay="0"/>
                                  </p:stCondLst>
                                  <p:childTnLst>
                                    <p:set>
                                      <p:cBhvr>
                                        <p:cTn id="289" dur="1" fill="hold">
                                          <p:stCondLst>
                                            <p:cond delay="0"/>
                                          </p:stCondLst>
                                        </p:cTn>
                                        <p:tgtEl>
                                          <p:spTgt spid="216114"/>
                                        </p:tgtEl>
                                        <p:attrNameLst>
                                          <p:attrName>style.visibility</p:attrName>
                                        </p:attrNameLst>
                                      </p:cBhvr>
                                      <p:to>
                                        <p:strVal val="visible"/>
                                      </p:to>
                                    </p:set>
                                    <p:anim calcmode="lin" valueType="num">
                                      <p:cBhvr additive="base">
                                        <p:cTn id="290" dur="500" fill="hold"/>
                                        <p:tgtEl>
                                          <p:spTgt spid="216114"/>
                                        </p:tgtEl>
                                        <p:attrNameLst>
                                          <p:attrName>ppt_x</p:attrName>
                                        </p:attrNameLst>
                                      </p:cBhvr>
                                      <p:tavLst>
                                        <p:tav tm="0">
                                          <p:val>
                                            <p:strVal val="1+#ppt_w/2"/>
                                          </p:val>
                                        </p:tav>
                                        <p:tav tm="100000">
                                          <p:val>
                                            <p:strVal val="#ppt_x"/>
                                          </p:val>
                                        </p:tav>
                                      </p:tavLst>
                                    </p:anim>
                                    <p:anim calcmode="lin" valueType="num">
                                      <p:cBhvr additive="base">
                                        <p:cTn id="291" dur="500" fill="hold"/>
                                        <p:tgtEl>
                                          <p:spTgt spid="216114"/>
                                        </p:tgtEl>
                                        <p:attrNameLst>
                                          <p:attrName>ppt_y</p:attrName>
                                        </p:attrNameLst>
                                      </p:cBhvr>
                                      <p:tavLst>
                                        <p:tav tm="0">
                                          <p:val>
                                            <p:strVal val="0-#ppt_h/2"/>
                                          </p:val>
                                        </p:tav>
                                        <p:tav tm="100000">
                                          <p:val>
                                            <p:strVal val="#ppt_y"/>
                                          </p:val>
                                        </p:tav>
                                      </p:tavLst>
                                    </p:anim>
                                  </p:childTnLst>
                                </p:cTn>
                              </p:par>
                            </p:childTnLst>
                          </p:cTn>
                        </p:par>
                      </p:childTnLst>
                    </p:cTn>
                  </p:par>
                  <p:par>
                    <p:cTn id="292" fill="hold" nodeType="clickPar">
                      <p:stCondLst>
                        <p:cond delay="indefinite"/>
                      </p:stCondLst>
                      <p:childTnLst>
                        <p:par>
                          <p:cTn id="293" fill="hold" nodeType="withGroup">
                            <p:stCondLst>
                              <p:cond delay="0"/>
                            </p:stCondLst>
                            <p:childTnLst>
                              <p:par>
                                <p:cTn id="294" presetID="2" presetClass="entr" presetSubtype="3" fill="hold" grpId="0" nodeType="clickEffect">
                                  <p:stCondLst>
                                    <p:cond delay="0"/>
                                  </p:stCondLst>
                                  <p:childTnLst>
                                    <p:set>
                                      <p:cBhvr>
                                        <p:cTn id="295" dur="1" fill="hold">
                                          <p:stCondLst>
                                            <p:cond delay="0"/>
                                          </p:stCondLst>
                                        </p:cTn>
                                        <p:tgtEl>
                                          <p:spTgt spid="216115"/>
                                        </p:tgtEl>
                                        <p:attrNameLst>
                                          <p:attrName>style.visibility</p:attrName>
                                        </p:attrNameLst>
                                      </p:cBhvr>
                                      <p:to>
                                        <p:strVal val="visible"/>
                                      </p:to>
                                    </p:set>
                                    <p:anim calcmode="lin" valueType="num">
                                      <p:cBhvr additive="base">
                                        <p:cTn id="296" dur="500" fill="hold"/>
                                        <p:tgtEl>
                                          <p:spTgt spid="216115"/>
                                        </p:tgtEl>
                                        <p:attrNameLst>
                                          <p:attrName>ppt_x</p:attrName>
                                        </p:attrNameLst>
                                      </p:cBhvr>
                                      <p:tavLst>
                                        <p:tav tm="0">
                                          <p:val>
                                            <p:strVal val="1+#ppt_w/2"/>
                                          </p:val>
                                        </p:tav>
                                        <p:tav tm="100000">
                                          <p:val>
                                            <p:strVal val="#ppt_x"/>
                                          </p:val>
                                        </p:tav>
                                      </p:tavLst>
                                    </p:anim>
                                    <p:anim calcmode="lin" valueType="num">
                                      <p:cBhvr additive="base">
                                        <p:cTn id="297" dur="500" fill="hold"/>
                                        <p:tgtEl>
                                          <p:spTgt spid="216115"/>
                                        </p:tgtEl>
                                        <p:attrNameLst>
                                          <p:attrName>ppt_y</p:attrName>
                                        </p:attrNameLst>
                                      </p:cBhvr>
                                      <p:tavLst>
                                        <p:tav tm="0">
                                          <p:val>
                                            <p:strVal val="0-#ppt_h/2"/>
                                          </p:val>
                                        </p:tav>
                                        <p:tav tm="100000">
                                          <p:val>
                                            <p:strVal val="#ppt_y"/>
                                          </p:val>
                                        </p:tav>
                                      </p:tavLst>
                                    </p:anim>
                                  </p:childTnLst>
                                </p:cTn>
                              </p:par>
                            </p:childTnLst>
                          </p:cTn>
                        </p:par>
                      </p:childTnLst>
                    </p:cTn>
                  </p:par>
                  <p:par>
                    <p:cTn id="298" fill="hold" nodeType="clickPar">
                      <p:stCondLst>
                        <p:cond delay="indefinite"/>
                      </p:stCondLst>
                      <p:childTnLst>
                        <p:par>
                          <p:cTn id="299" fill="hold" nodeType="withGroup">
                            <p:stCondLst>
                              <p:cond delay="0"/>
                            </p:stCondLst>
                            <p:childTnLst>
                              <p:par>
                                <p:cTn id="300" presetID="2" presetClass="entr" presetSubtype="12" fill="hold" grpId="0" nodeType="clickEffect">
                                  <p:stCondLst>
                                    <p:cond delay="0"/>
                                  </p:stCondLst>
                                  <p:childTnLst>
                                    <p:set>
                                      <p:cBhvr>
                                        <p:cTn id="301" dur="1" fill="hold">
                                          <p:stCondLst>
                                            <p:cond delay="0"/>
                                          </p:stCondLst>
                                        </p:cTn>
                                        <p:tgtEl>
                                          <p:spTgt spid="216116"/>
                                        </p:tgtEl>
                                        <p:attrNameLst>
                                          <p:attrName>style.visibility</p:attrName>
                                        </p:attrNameLst>
                                      </p:cBhvr>
                                      <p:to>
                                        <p:strVal val="visible"/>
                                      </p:to>
                                    </p:set>
                                    <p:anim calcmode="lin" valueType="num">
                                      <p:cBhvr additive="base">
                                        <p:cTn id="302" dur="500" fill="hold"/>
                                        <p:tgtEl>
                                          <p:spTgt spid="216116"/>
                                        </p:tgtEl>
                                        <p:attrNameLst>
                                          <p:attrName>ppt_x</p:attrName>
                                        </p:attrNameLst>
                                      </p:cBhvr>
                                      <p:tavLst>
                                        <p:tav tm="0">
                                          <p:val>
                                            <p:strVal val="0-#ppt_w/2"/>
                                          </p:val>
                                        </p:tav>
                                        <p:tav tm="100000">
                                          <p:val>
                                            <p:strVal val="#ppt_x"/>
                                          </p:val>
                                        </p:tav>
                                      </p:tavLst>
                                    </p:anim>
                                    <p:anim calcmode="lin" valueType="num">
                                      <p:cBhvr additive="base">
                                        <p:cTn id="303" dur="500" fill="hold"/>
                                        <p:tgtEl>
                                          <p:spTgt spid="216116"/>
                                        </p:tgtEl>
                                        <p:attrNameLst>
                                          <p:attrName>ppt_y</p:attrName>
                                        </p:attrNameLst>
                                      </p:cBhvr>
                                      <p:tavLst>
                                        <p:tav tm="0">
                                          <p:val>
                                            <p:strVal val="1+#ppt_h/2"/>
                                          </p:val>
                                        </p:tav>
                                        <p:tav tm="100000">
                                          <p:val>
                                            <p:strVal val="#ppt_y"/>
                                          </p:val>
                                        </p:tav>
                                      </p:tavLst>
                                    </p:anim>
                                  </p:childTnLst>
                                </p:cTn>
                              </p:par>
                            </p:childTnLst>
                          </p:cTn>
                        </p:par>
                      </p:childTnLst>
                    </p:cTn>
                  </p:par>
                  <p:par>
                    <p:cTn id="304" fill="hold" nodeType="clickPar">
                      <p:stCondLst>
                        <p:cond delay="indefinite"/>
                      </p:stCondLst>
                      <p:childTnLst>
                        <p:par>
                          <p:cTn id="305" fill="hold" nodeType="withGroup">
                            <p:stCondLst>
                              <p:cond delay="0"/>
                            </p:stCondLst>
                            <p:childTnLst>
                              <p:par>
                                <p:cTn id="306" presetID="17" presetClass="entr" presetSubtype="10" fill="hold" grpId="0" nodeType="clickEffect">
                                  <p:stCondLst>
                                    <p:cond delay="0"/>
                                  </p:stCondLst>
                                  <p:childTnLst>
                                    <p:set>
                                      <p:cBhvr>
                                        <p:cTn id="307" dur="1" fill="hold">
                                          <p:stCondLst>
                                            <p:cond delay="0"/>
                                          </p:stCondLst>
                                        </p:cTn>
                                        <p:tgtEl>
                                          <p:spTgt spid="216118"/>
                                        </p:tgtEl>
                                        <p:attrNameLst>
                                          <p:attrName>style.visibility</p:attrName>
                                        </p:attrNameLst>
                                      </p:cBhvr>
                                      <p:to>
                                        <p:strVal val="visible"/>
                                      </p:to>
                                    </p:set>
                                    <p:anim calcmode="lin" valueType="num">
                                      <p:cBhvr>
                                        <p:cTn id="308" dur="500" fill="hold"/>
                                        <p:tgtEl>
                                          <p:spTgt spid="216118"/>
                                        </p:tgtEl>
                                        <p:attrNameLst>
                                          <p:attrName>ppt_w</p:attrName>
                                        </p:attrNameLst>
                                      </p:cBhvr>
                                      <p:tavLst>
                                        <p:tav tm="0">
                                          <p:val>
                                            <p:fltVal val="0"/>
                                          </p:val>
                                        </p:tav>
                                        <p:tav tm="100000">
                                          <p:val>
                                            <p:strVal val="#ppt_w"/>
                                          </p:val>
                                        </p:tav>
                                      </p:tavLst>
                                    </p:anim>
                                    <p:anim calcmode="lin" valueType="num">
                                      <p:cBhvr>
                                        <p:cTn id="309" dur="500" fill="hold"/>
                                        <p:tgtEl>
                                          <p:spTgt spid="216118"/>
                                        </p:tgtEl>
                                        <p:attrNameLst>
                                          <p:attrName>ppt_h</p:attrName>
                                        </p:attrNameLst>
                                      </p:cBhvr>
                                      <p:tavLst>
                                        <p:tav tm="0">
                                          <p:val>
                                            <p:strVal val="#ppt_h"/>
                                          </p:val>
                                        </p:tav>
                                        <p:tav tm="100000">
                                          <p:val>
                                            <p:strVal val="#ppt_h"/>
                                          </p:val>
                                        </p:tav>
                                      </p:tavLst>
                                    </p:anim>
                                  </p:childTnLst>
                                </p:cTn>
                              </p:par>
                            </p:childTnLst>
                          </p:cTn>
                        </p:par>
                      </p:childTnLst>
                    </p:cTn>
                  </p:par>
                  <p:par>
                    <p:cTn id="310" fill="hold" nodeType="clickPar">
                      <p:stCondLst>
                        <p:cond delay="indefinite"/>
                      </p:stCondLst>
                      <p:childTnLst>
                        <p:par>
                          <p:cTn id="311" fill="hold" nodeType="withGroup">
                            <p:stCondLst>
                              <p:cond delay="0"/>
                            </p:stCondLst>
                            <p:childTnLst>
                              <p:par>
                                <p:cTn id="312" presetID="17" presetClass="entr" presetSubtype="10" fill="hold" grpId="0" nodeType="clickEffect">
                                  <p:stCondLst>
                                    <p:cond delay="0"/>
                                  </p:stCondLst>
                                  <p:childTnLst>
                                    <p:set>
                                      <p:cBhvr>
                                        <p:cTn id="313" dur="1" fill="hold">
                                          <p:stCondLst>
                                            <p:cond delay="0"/>
                                          </p:stCondLst>
                                        </p:cTn>
                                        <p:tgtEl>
                                          <p:spTgt spid="216119"/>
                                        </p:tgtEl>
                                        <p:attrNameLst>
                                          <p:attrName>style.visibility</p:attrName>
                                        </p:attrNameLst>
                                      </p:cBhvr>
                                      <p:to>
                                        <p:strVal val="visible"/>
                                      </p:to>
                                    </p:set>
                                    <p:anim calcmode="lin" valueType="num">
                                      <p:cBhvr>
                                        <p:cTn id="314" dur="500" fill="hold"/>
                                        <p:tgtEl>
                                          <p:spTgt spid="216119"/>
                                        </p:tgtEl>
                                        <p:attrNameLst>
                                          <p:attrName>ppt_w</p:attrName>
                                        </p:attrNameLst>
                                      </p:cBhvr>
                                      <p:tavLst>
                                        <p:tav tm="0">
                                          <p:val>
                                            <p:fltVal val="0"/>
                                          </p:val>
                                        </p:tav>
                                        <p:tav tm="100000">
                                          <p:val>
                                            <p:strVal val="#ppt_w"/>
                                          </p:val>
                                        </p:tav>
                                      </p:tavLst>
                                    </p:anim>
                                    <p:anim calcmode="lin" valueType="num">
                                      <p:cBhvr>
                                        <p:cTn id="315" dur="500" fill="hold"/>
                                        <p:tgtEl>
                                          <p:spTgt spid="216119"/>
                                        </p:tgtEl>
                                        <p:attrNameLst>
                                          <p:attrName>ppt_h</p:attrName>
                                        </p:attrNameLst>
                                      </p:cBhvr>
                                      <p:tavLst>
                                        <p:tav tm="0">
                                          <p:val>
                                            <p:strVal val="#ppt_h"/>
                                          </p:val>
                                        </p:tav>
                                        <p:tav tm="100000">
                                          <p:val>
                                            <p:strVal val="#ppt_h"/>
                                          </p:val>
                                        </p:tav>
                                      </p:tavLst>
                                    </p:anim>
                                  </p:childTnLst>
                                </p:cTn>
                              </p:par>
                            </p:childTnLst>
                          </p:cTn>
                        </p:par>
                      </p:childTnLst>
                    </p:cTn>
                  </p:par>
                  <p:par>
                    <p:cTn id="316" fill="hold" nodeType="clickPar">
                      <p:stCondLst>
                        <p:cond delay="indefinite"/>
                      </p:stCondLst>
                      <p:childTnLst>
                        <p:par>
                          <p:cTn id="317" fill="hold" nodeType="withGroup">
                            <p:stCondLst>
                              <p:cond delay="0"/>
                            </p:stCondLst>
                            <p:childTnLst>
                              <p:par>
                                <p:cTn id="318" presetID="17" presetClass="entr" presetSubtype="10" fill="hold" grpId="0" nodeType="clickEffect">
                                  <p:stCondLst>
                                    <p:cond delay="0"/>
                                  </p:stCondLst>
                                  <p:childTnLst>
                                    <p:set>
                                      <p:cBhvr>
                                        <p:cTn id="319" dur="1" fill="hold">
                                          <p:stCondLst>
                                            <p:cond delay="0"/>
                                          </p:stCondLst>
                                        </p:cTn>
                                        <p:tgtEl>
                                          <p:spTgt spid="216120"/>
                                        </p:tgtEl>
                                        <p:attrNameLst>
                                          <p:attrName>style.visibility</p:attrName>
                                        </p:attrNameLst>
                                      </p:cBhvr>
                                      <p:to>
                                        <p:strVal val="visible"/>
                                      </p:to>
                                    </p:set>
                                    <p:anim calcmode="lin" valueType="num">
                                      <p:cBhvr>
                                        <p:cTn id="320" dur="500" fill="hold"/>
                                        <p:tgtEl>
                                          <p:spTgt spid="216120"/>
                                        </p:tgtEl>
                                        <p:attrNameLst>
                                          <p:attrName>ppt_w</p:attrName>
                                        </p:attrNameLst>
                                      </p:cBhvr>
                                      <p:tavLst>
                                        <p:tav tm="0">
                                          <p:val>
                                            <p:fltVal val="0"/>
                                          </p:val>
                                        </p:tav>
                                        <p:tav tm="100000">
                                          <p:val>
                                            <p:strVal val="#ppt_w"/>
                                          </p:val>
                                        </p:tav>
                                      </p:tavLst>
                                    </p:anim>
                                    <p:anim calcmode="lin" valueType="num">
                                      <p:cBhvr>
                                        <p:cTn id="321" dur="500" fill="hold"/>
                                        <p:tgtEl>
                                          <p:spTgt spid="216120"/>
                                        </p:tgtEl>
                                        <p:attrNameLst>
                                          <p:attrName>ppt_h</p:attrName>
                                        </p:attrNameLst>
                                      </p:cBhvr>
                                      <p:tavLst>
                                        <p:tav tm="0">
                                          <p:val>
                                            <p:strVal val="#ppt_h"/>
                                          </p:val>
                                        </p:tav>
                                        <p:tav tm="100000">
                                          <p:val>
                                            <p:strVal val="#ppt_h"/>
                                          </p:val>
                                        </p:tav>
                                      </p:tavLst>
                                    </p:anim>
                                  </p:childTnLst>
                                </p:cTn>
                              </p:par>
                            </p:childTnLst>
                          </p:cTn>
                        </p:par>
                      </p:childTnLst>
                    </p:cTn>
                  </p:par>
                  <p:par>
                    <p:cTn id="322" fill="hold" nodeType="clickPar">
                      <p:stCondLst>
                        <p:cond delay="indefinite"/>
                      </p:stCondLst>
                      <p:childTnLst>
                        <p:par>
                          <p:cTn id="323" fill="hold" nodeType="withGroup">
                            <p:stCondLst>
                              <p:cond delay="0"/>
                            </p:stCondLst>
                            <p:childTnLst>
                              <p:par>
                                <p:cTn id="324" presetID="17" presetClass="entr" presetSubtype="10" fill="hold" grpId="0" nodeType="clickEffect">
                                  <p:stCondLst>
                                    <p:cond delay="0"/>
                                  </p:stCondLst>
                                  <p:childTnLst>
                                    <p:set>
                                      <p:cBhvr>
                                        <p:cTn id="325" dur="1" fill="hold">
                                          <p:stCondLst>
                                            <p:cond delay="0"/>
                                          </p:stCondLst>
                                        </p:cTn>
                                        <p:tgtEl>
                                          <p:spTgt spid="216121"/>
                                        </p:tgtEl>
                                        <p:attrNameLst>
                                          <p:attrName>style.visibility</p:attrName>
                                        </p:attrNameLst>
                                      </p:cBhvr>
                                      <p:to>
                                        <p:strVal val="visible"/>
                                      </p:to>
                                    </p:set>
                                    <p:anim calcmode="lin" valueType="num">
                                      <p:cBhvr>
                                        <p:cTn id="326" dur="500" fill="hold"/>
                                        <p:tgtEl>
                                          <p:spTgt spid="216121"/>
                                        </p:tgtEl>
                                        <p:attrNameLst>
                                          <p:attrName>ppt_w</p:attrName>
                                        </p:attrNameLst>
                                      </p:cBhvr>
                                      <p:tavLst>
                                        <p:tav tm="0">
                                          <p:val>
                                            <p:fltVal val="0"/>
                                          </p:val>
                                        </p:tav>
                                        <p:tav tm="100000">
                                          <p:val>
                                            <p:strVal val="#ppt_w"/>
                                          </p:val>
                                        </p:tav>
                                      </p:tavLst>
                                    </p:anim>
                                    <p:anim calcmode="lin" valueType="num">
                                      <p:cBhvr>
                                        <p:cTn id="327" dur="500" fill="hold"/>
                                        <p:tgtEl>
                                          <p:spTgt spid="216121"/>
                                        </p:tgtEl>
                                        <p:attrNameLst>
                                          <p:attrName>ppt_h</p:attrName>
                                        </p:attrNameLst>
                                      </p:cBhvr>
                                      <p:tavLst>
                                        <p:tav tm="0">
                                          <p:val>
                                            <p:strVal val="#ppt_h"/>
                                          </p:val>
                                        </p:tav>
                                        <p:tav tm="100000">
                                          <p:val>
                                            <p:strVal val="#ppt_h"/>
                                          </p:val>
                                        </p:tav>
                                      </p:tavLst>
                                    </p:anim>
                                  </p:childTnLst>
                                </p:cTn>
                              </p:par>
                            </p:childTnLst>
                          </p:cTn>
                        </p:par>
                      </p:childTnLst>
                    </p:cTn>
                  </p:par>
                  <p:par>
                    <p:cTn id="328" fill="hold" nodeType="clickPar">
                      <p:stCondLst>
                        <p:cond delay="indefinite"/>
                      </p:stCondLst>
                      <p:childTnLst>
                        <p:par>
                          <p:cTn id="329" fill="hold" nodeType="withGroup">
                            <p:stCondLst>
                              <p:cond delay="0"/>
                            </p:stCondLst>
                            <p:childTnLst>
                              <p:par>
                                <p:cTn id="330" presetID="17" presetClass="entr" presetSubtype="10" fill="hold" grpId="0" nodeType="clickEffect">
                                  <p:stCondLst>
                                    <p:cond delay="0"/>
                                  </p:stCondLst>
                                  <p:childTnLst>
                                    <p:set>
                                      <p:cBhvr>
                                        <p:cTn id="331" dur="1" fill="hold">
                                          <p:stCondLst>
                                            <p:cond delay="0"/>
                                          </p:stCondLst>
                                        </p:cTn>
                                        <p:tgtEl>
                                          <p:spTgt spid="216122"/>
                                        </p:tgtEl>
                                        <p:attrNameLst>
                                          <p:attrName>style.visibility</p:attrName>
                                        </p:attrNameLst>
                                      </p:cBhvr>
                                      <p:to>
                                        <p:strVal val="visible"/>
                                      </p:to>
                                    </p:set>
                                    <p:anim calcmode="lin" valueType="num">
                                      <p:cBhvr>
                                        <p:cTn id="332" dur="500" fill="hold"/>
                                        <p:tgtEl>
                                          <p:spTgt spid="216122"/>
                                        </p:tgtEl>
                                        <p:attrNameLst>
                                          <p:attrName>ppt_w</p:attrName>
                                        </p:attrNameLst>
                                      </p:cBhvr>
                                      <p:tavLst>
                                        <p:tav tm="0">
                                          <p:val>
                                            <p:fltVal val="0"/>
                                          </p:val>
                                        </p:tav>
                                        <p:tav tm="100000">
                                          <p:val>
                                            <p:strVal val="#ppt_w"/>
                                          </p:val>
                                        </p:tav>
                                      </p:tavLst>
                                    </p:anim>
                                    <p:anim calcmode="lin" valueType="num">
                                      <p:cBhvr>
                                        <p:cTn id="333" dur="500" fill="hold"/>
                                        <p:tgtEl>
                                          <p:spTgt spid="216122"/>
                                        </p:tgtEl>
                                        <p:attrNameLst>
                                          <p:attrName>ppt_h</p:attrName>
                                        </p:attrNameLst>
                                      </p:cBhvr>
                                      <p:tavLst>
                                        <p:tav tm="0">
                                          <p:val>
                                            <p:strVal val="#ppt_h"/>
                                          </p:val>
                                        </p:tav>
                                        <p:tav tm="100000">
                                          <p:val>
                                            <p:strVal val="#ppt_h"/>
                                          </p:val>
                                        </p:tav>
                                      </p:tavLst>
                                    </p:anim>
                                  </p:childTnLst>
                                </p:cTn>
                              </p:par>
                            </p:childTnLst>
                          </p:cTn>
                        </p:par>
                      </p:childTnLst>
                    </p:cTn>
                  </p:par>
                  <p:par>
                    <p:cTn id="334" fill="hold" nodeType="clickPar">
                      <p:stCondLst>
                        <p:cond delay="indefinite"/>
                      </p:stCondLst>
                      <p:childTnLst>
                        <p:par>
                          <p:cTn id="335" fill="hold" nodeType="withGroup">
                            <p:stCondLst>
                              <p:cond delay="0"/>
                            </p:stCondLst>
                            <p:childTnLst>
                              <p:par>
                                <p:cTn id="336" presetID="17" presetClass="entr" presetSubtype="10" fill="hold" grpId="0" nodeType="clickEffect">
                                  <p:stCondLst>
                                    <p:cond delay="0"/>
                                  </p:stCondLst>
                                  <p:childTnLst>
                                    <p:set>
                                      <p:cBhvr>
                                        <p:cTn id="337" dur="1" fill="hold">
                                          <p:stCondLst>
                                            <p:cond delay="0"/>
                                          </p:stCondLst>
                                        </p:cTn>
                                        <p:tgtEl>
                                          <p:spTgt spid="216123"/>
                                        </p:tgtEl>
                                        <p:attrNameLst>
                                          <p:attrName>style.visibility</p:attrName>
                                        </p:attrNameLst>
                                      </p:cBhvr>
                                      <p:to>
                                        <p:strVal val="visible"/>
                                      </p:to>
                                    </p:set>
                                    <p:anim calcmode="lin" valueType="num">
                                      <p:cBhvr>
                                        <p:cTn id="338" dur="500" fill="hold"/>
                                        <p:tgtEl>
                                          <p:spTgt spid="216123"/>
                                        </p:tgtEl>
                                        <p:attrNameLst>
                                          <p:attrName>ppt_w</p:attrName>
                                        </p:attrNameLst>
                                      </p:cBhvr>
                                      <p:tavLst>
                                        <p:tav tm="0">
                                          <p:val>
                                            <p:fltVal val="0"/>
                                          </p:val>
                                        </p:tav>
                                        <p:tav tm="100000">
                                          <p:val>
                                            <p:strVal val="#ppt_w"/>
                                          </p:val>
                                        </p:tav>
                                      </p:tavLst>
                                    </p:anim>
                                    <p:anim calcmode="lin" valueType="num">
                                      <p:cBhvr>
                                        <p:cTn id="339" dur="500" fill="hold"/>
                                        <p:tgtEl>
                                          <p:spTgt spid="216123"/>
                                        </p:tgtEl>
                                        <p:attrNameLst>
                                          <p:attrName>ppt_h</p:attrName>
                                        </p:attrNameLst>
                                      </p:cBhvr>
                                      <p:tavLst>
                                        <p:tav tm="0">
                                          <p:val>
                                            <p:strVal val="#ppt_h"/>
                                          </p:val>
                                        </p:tav>
                                        <p:tav tm="100000">
                                          <p:val>
                                            <p:strVal val="#ppt_h"/>
                                          </p:val>
                                        </p:tav>
                                      </p:tavLst>
                                    </p:anim>
                                  </p:childTnLst>
                                </p:cTn>
                              </p:par>
                            </p:childTnLst>
                          </p:cTn>
                        </p:par>
                      </p:childTnLst>
                    </p:cTn>
                  </p:par>
                  <p:par>
                    <p:cTn id="340" fill="hold" nodeType="clickPar">
                      <p:stCondLst>
                        <p:cond delay="indefinite"/>
                      </p:stCondLst>
                      <p:childTnLst>
                        <p:par>
                          <p:cTn id="341" fill="hold" nodeType="withGroup">
                            <p:stCondLst>
                              <p:cond delay="0"/>
                            </p:stCondLst>
                            <p:childTnLst>
                              <p:par>
                                <p:cTn id="342" presetID="17" presetClass="entr" presetSubtype="10" fill="hold" grpId="0" nodeType="clickEffect">
                                  <p:stCondLst>
                                    <p:cond delay="0"/>
                                  </p:stCondLst>
                                  <p:childTnLst>
                                    <p:set>
                                      <p:cBhvr>
                                        <p:cTn id="343" dur="1" fill="hold">
                                          <p:stCondLst>
                                            <p:cond delay="0"/>
                                          </p:stCondLst>
                                        </p:cTn>
                                        <p:tgtEl>
                                          <p:spTgt spid="216124"/>
                                        </p:tgtEl>
                                        <p:attrNameLst>
                                          <p:attrName>style.visibility</p:attrName>
                                        </p:attrNameLst>
                                      </p:cBhvr>
                                      <p:to>
                                        <p:strVal val="visible"/>
                                      </p:to>
                                    </p:set>
                                    <p:anim calcmode="lin" valueType="num">
                                      <p:cBhvr>
                                        <p:cTn id="344" dur="500" fill="hold"/>
                                        <p:tgtEl>
                                          <p:spTgt spid="216124"/>
                                        </p:tgtEl>
                                        <p:attrNameLst>
                                          <p:attrName>ppt_w</p:attrName>
                                        </p:attrNameLst>
                                      </p:cBhvr>
                                      <p:tavLst>
                                        <p:tav tm="0">
                                          <p:val>
                                            <p:fltVal val="0"/>
                                          </p:val>
                                        </p:tav>
                                        <p:tav tm="100000">
                                          <p:val>
                                            <p:strVal val="#ppt_w"/>
                                          </p:val>
                                        </p:tav>
                                      </p:tavLst>
                                    </p:anim>
                                    <p:anim calcmode="lin" valueType="num">
                                      <p:cBhvr>
                                        <p:cTn id="345" dur="500" fill="hold"/>
                                        <p:tgtEl>
                                          <p:spTgt spid="216124"/>
                                        </p:tgtEl>
                                        <p:attrNameLst>
                                          <p:attrName>ppt_h</p:attrName>
                                        </p:attrNameLst>
                                      </p:cBhvr>
                                      <p:tavLst>
                                        <p:tav tm="0">
                                          <p:val>
                                            <p:strVal val="#ppt_h"/>
                                          </p:val>
                                        </p:tav>
                                        <p:tav tm="100000">
                                          <p:val>
                                            <p:strVal val="#ppt_h"/>
                                          </p:val>
                                        </p:tav>
                                      </p:tavLst>
                                    </p:anim>
                                  </p:childTnLst>
                                </p:cTn>
                              </p:par>
                            </p:childTnLst>
                          </p:cTn>
                        </p:par>
                      </p:childTnLst>
                    </p:cTn>
                  </p:par>
                  <p:par>
                    <p:cTn id="346" fill="hold" nodeType="clickPar">
                      <p:stCondLst>
                        <p:cond delay="indefinite"/>
                      </p:stCondLst>
                      <p:childTnLst>
                        <p:par>
                          <p:cTn id="347" fill="hold" nodeType="withGroup">
                            <p:stCondLst>
                              <p:cond delay="0"/>
                            </p:stCondLst>
                            <p:childTnLst>
                              <p:par>
                                <p:cTn id="348" presetID="17" presetClass="entr" presetSubtype="10" fill="hold" grpId="0" nodeType="clickEffect">
                                  <p:stCondLst>
                                    <p:cond delay="0"/>
                                  </p:stCondLst>
                                  <p:childTnLst>
                                    <p:set>
                                      <p:cBhvr>
                                        <p:cTn id="349" dur="1" fill="hold">
                                          <p:stCondLst>
                                            <p:cond delay="0"/>
                                          </p:stCondLst>
                                        </p:cTn>
                                        <p:tgtEl>
                                          <p:spTgt spid="216125"/>
                                        </p:tgtEl>
                                        <p:attrNameLst>
                                          <p:attrName>style.visibility</p:attrName>
                                        </p:attrNameLst>
                                      </p:cBhvr>
                                      <p:to>
                                        <p:strVal val="visible"/>
                                      </p:to>
                                    </p:set>
                                    <p:anim calcmode="lin" valueType="num">
                                      <p:cBhvr>
                                        <p:cTn id="350" dur="500" fill="hold"/>
                                        <p:tgtEl>
                                          <p:spTgt spid="216125"/>
                                        </p:tgtEl>
                                        <p:attrNameLst>
                                          <p:attrName>ppt_w</p:attrName>
                                        </p:attrNameLst>
                                      </p:cBhvr>
                                      <p:tavLst>
                                        <p:tav tm="0">
                                          <p:val>
                                            <p:fltVal val="0"/>
                                          </p:val>
                                        </p:tav>
                                        <p:tav tm="100000">
                                          <p:val>
                                            <p:strVal val="#ppt_w"/>
                                          </p:val>
                                        </p:tav>
                                      </p:tavLst>
                                    </p:anim>
                                    <p:anim calcmode="lin" valueType="num">
                                      <p:cBhvr>
                                        <p:cTn id="351" dur="500" fill="hold"/>
                                        <p:tgtEl>
                                          <p:spTgt spid="21612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6066" grpId="0" animBg="1"/>
      <p:bldP spid="216067" grpId="0" autoUpdateAnimBg="0"/>
      <p:bldP spid="216068" grpId="0" autoUpdateAnimBg="0"/>
      <p:bldP spid="216069" grpId="0" animBg="1"/>
      <p:bldP spid="216070" grpId="0" animBg="1"/>
      <p:bldP spid="216071" grpId="0" animBg="1"/>
      <p:bldP spid="216072" grpId="0" animBg="1"/>
      <p:bldP spid="216073" grpId="0" animBg="1"/>
      <p:bldP spid="216074" grpId="0" animBg="1"/>
      <p:bldP spid="216075" grpId="0" animBg="1"/>
      <p:bldP spid="216076" grpId="0" animBg="1"/>
      <p:bldP spid="216077" grpId="0" animBg="1"/>
      <p:bldP spid="216078" grpId="0" animBg="1"/>
      <p:bldP spid="216079" grpId="0" animBg="1"/>
      <p:bldP spid="216080" grpId="0" animBg="1"/>
      <p:bldP spid="216081" grpId="0" animBg="1"/>
      <p:bldP spid="216082" grpId="0" animBg="1"/>
      <p:bldP spid="216083" grpId="0" animBg="1"/>
      <p:bldP spid="216084" grpId="0" animBg="1"/>
      <p:bldP spid="216085" grpId="0" autoUpdateAnimBg="0"/>
      <p:bldP spid="216086" grpId="0" autoUpdateAnimBg="0"/>
      <p:bldP spid="216087" grpId="0" autoUpdateAnimBg="0"/>
      <p:bldP spid="216088" grpId="0" autoUpdateAnimBg="0"/>
      <p:bldP spid="216089" grpId="0" autoUpdateAnimBg="0"/>
      <p:bldP spid="216090" grpId="0" autoUpdateAnimBg="0"/>
      <p:bldP spid="216091" grpId="0" autoUpdateAnimBg="0"/>
      <p:bldP spid="216092" grpId="0" autoUpdateAnimBg="0"/>
      <p:bldP spid="216101" grpId="0" animBg="1"/>
      <p:bldP spid="216102" grpId="0" animBg="1"/>
      <p:bldP spid="216103" grpId="0" animBg="1"/>
      <p:bldP spid="216104" grpId="0" autoUpdateAnimBg="0"/>
      <p:bldP spid="216105" grpId="0" animBg="1"/>
      <p:bldP spid="216106" grpId="0" animBg="1"/>
      <p:bldP spid="216107" grpId="0" animBg="1"/>
      <p:bldP spid="216108" grpId="0" animBg="1"/>
      <p:bldP spid="216109" grpId="0" animBg="1"/>
      <p:bldP spid="216110" grpId="0" animBg="1"/>
      <p:bldP spid="216111" grpId="0" autoUpdateAnimBg="0"/>
      <p:bldP spid="216112" grpId="0" autoUpdateAnimBg="0"/>
      <p:bldP spid="216113" grpId="0" autoUpdateAnimBg="0"/>
      <p:bldP spid="216114" grpId="0" autoUpdateAnimBg="0"/>
      <p:bldP spid="216115" grpId="0" autoUpdateAnimBg="0"/>
      <p:bldP spid="216116" grpId="0" autoUpdateAnimBg="0"/>
      <p:bldP spid="216117" grpId="0" autoUpdateAnimBg="0"/>
      <p:bldP spid="216118" grpId="0" animBg="1"/>
      <p:bldP spid="216119" grpId="0" animBg="1"/>
      <p:bldP spid="216120" grpId="0" animBg="1"/>
      <p:bldP spid="216121" grpId="0" animBg="1"/>
      <p:bldP spid="216122" grpId="0" animBg="1"/>
      <p:bldP spid="216123" grpId="0" autoUpdateAnimBg="0"/>
      <p:bldP spid="216124" grpId="0" autoUpdateAnimBg="0"/>
      <p:bldP spid="216125" grpId="0" autoUpdateAnimBg="0"/>
      <p:bldP spid="216126" grpId="0" autoUpdateAnimBg="0"/>
      <p:bldP spid="216127" grpId="0" autoUpdateAnimBg="0"/>
      <p:bldP spid="216128"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a:xfrm>
            <a:off x="457200" y="838200"/>
            <a:ext cx="8229600" cy="477838"/>
          </a:xfrm>
        </p:spPr>
        <p:txBody>
          <a:bodyPr/>
          <a:lstStyle/>
          <a:p>
            <a:endParaRPr lang="en-US" dirty="0"/>
          </a:p>
        </p:txBody>
      </p:sp>
      <p:sp>
        <p:nvSpPr>
          <p:cNvPr id="24579" name="Content Placeholder 2"/>
          <p:cNvSpPr>
            <a:spLocks noGrp="1"/>
          </p:cNvSpPr>
          <p:nvPr>
            <p:ph idx="1"/>
          </p:nvPr>
        </p:nvSpPr>
        <p:spPr>
          <a:xfrm>
            <a:off x="457200" y="1447800"/>
            <a:ext cx="8229600" cy="1816100"/>
          </a:xfrm>
        </p:spPr>
        <p:txBody>
          <a:bodyPr/>
          <a:lstStyle/>
          <a:p>
            <a:endParaRPr lang="en-US" dirty="0"/>
          </a:p>
        </p:txBody>
      </p:sp>
      <p:pic>
        <p:nvPicPr>
          <p:cNvPr id="24583" name="Picture 2"/>
          <p:cNvPicPr>
            <a:picLocks noChangeAspect="1" noChangeArrowheads="1"/>
          </p:cNvPicPr>
          <p:nvPr/>
        </p:nvPicPr>
        <p:blipFill>
          <a:blip r:embed="rId2" cstate="print"/>
          <a:srcRect/>
          <a:stretch>
            <a:fillRect/>
          </a:stretch>
        </p:blipFill>
        <p:spPr bwMode="auto">
          <a:xfrm>
            <a:off x="1485900" y="464993"/>
            <a:ext cx="6172200" cy="4962525"/>
          </a:xfrm>
          <a:prstGeom prst="rect">
            <a:avLst/>
          </a:prstGeom>
          <a:noFill/>
          <a:ln w="9525">
            <a:noFill/>
            <a:miter lim="800000"/>
            <a:headEnd/>
            <a:tailEnd/>
          </a:ln>
        </p:spPr>
      </p:pic>
      <p:sp>
        <p:nvSpPr>
          <p:cNvPr id="8" name="TextBox 7"/>
          <p:cNvSpPr txBox="1">
            <a:spLocks noChangeArrowheads="1"/>
          </p:cNvSpPr>
          <p:nvPr/>
        </p:nvSpPr>
        <p:spPr bwMode="auto">
          <a:xfrm>
            <a:off x="3505200" y="3810000"/>
            <a:ext cx="5867400" cy="584200"/>
          </a:xfrm>
          <a:prstGeom prst="rect">
            <a:avLst/>
          </a:prstGeom>
          <a:noFill/>
          <a:ln w="9525">
            <a:noFill/>
            <a:miter lim="800000"/>
            <a:headEnd/>
            <a:tailEnd/>
          </a:ln>
        </p:spPr>
        <p:txBody>
          <a:bodyPr>
            <a:spAutoFit/>
          </a:bodyPr>
          <a:lstStyle/>
          <a:p>
            <a:pPr>
              <a:spcBef>
                <a:spcPct val="0"/>
              </a:spcBef>
            </a:pPr>
            <a:r>
              <a:rPr lang="en-US" sz="3200" b="1" i="1">
                <a:solidFill>
                  <a:srgbClr val="3333FF"/>
                </a:solidFill>
                <a:latin typeface="Times New Roman" pitchFamily="18" charset="0"/>
                <a:cs typeface="Times New Roman" pitchFamily="18" charset="0"/>
              </a:rPr>
              <a:t>Thank You for Patient Hearing</a:t>
            </a:r>
          </a:p>
        </p:txBody>
      </p:sp>
    </p:spTree>
    <p:extLst>
      <p:ext uri="{BB962C8B-B14F-4D97-AF65-F5344CB8AC3E}">
        <p14:creationId xmlns:p14="http://schemas.microsoft.com/office/powerpoint/2010/main" val="3893001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par>
                                <p:cTn id="8" presetID="0" presetClass="path" presetSubtype="0" accel="50000" decel="50000" fill="hold" grpId="1" nodeType="withEffect">
                                  <p:stCondLst>
                                    <p:cond delay="0"/>
                                  </p:stCondLst>
                                  <p:childTnLst>
                                    <p:animMotion origin="layout" path="M -1.38889E-6 1.85185E-6 C 0.06511 -0.05139 0.13038 -0.10278 0.10365 -0.14514 C 0.07708 -0.1875 -0.11232 -0.20741 -0.15972 -0.25324 C -0.20712 -0.29908 -0.19444 -0.35972 -0.18177 -0.42037 " pathEditMode="relative" rAng="0" ptsTypes="aaaA">
                                      <p:cBhvr>
                                        <p:cTn id="9" dur="1000" fill="hold"/>
                                        <p:tgtEl>
                                          <p:spTgt spid="8"/>
                                        </p:tgtEl>
                                        <p:attrNameLst>
                                          <p:attrName>ppt_x</p:attrName>
                                          <p:attrName>ppt_y</p:attrName>
                                        </p:attrNameLst>
                                      </p:cBhvr>
                                      <p:rCtr x="-3800" y="-210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3786</TotalTime>
  <Words>6008</Words>
  <Application>Microsoft Office PowerPoint</Application>
  <PresentationFormat>On-screen Show (4:3)</PresentationFormat>
  <Paragraphs>1168</Paragraphs>
  <Slides>59</Slides>
  <Notes>22</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59</vt:i4>
      </vt:variant>
    </vt:vector>
  </HeadingPairs>
  <TitlesOfParts>
    <vt:vector size="69" baseType="lpstr">
      <vt:lpstr>Adobe Caslon Pro Bold</vt:lpstr>
      <vt:lpstr>Arial</vt:lpstr>
      <vt:lpstr>Arial Black</vt:lpstr>
      <vt:lpstr>Calibri</vt:lpstr>
      <vt:lpstr>Garamond</vt:lpstr>
      <vt:lpstr>New Century Schoolbook</vt:lpstr>
      <vt:lpstr>Times</vt:lpstr>
      <vt:lpstr>Times New Roman</vt:lpstr>
      <vt:lpstr>Office Theme</vt:lpstr>
      <vt:lpstr>CorelDRAW</vt:lpstr>
      <vt:lpstr>CE101  Engineering Drawing  Lec4: Projection of Points,  Lines and Traces</vt:lpstr>
      <vt:lpstr>PowerPoint Presentation</vt:lpstr>
      <vt:lpstr>Recap: Quadrant</vt:lpstr>
      <vt:lpstr>PowerPoint Presentation</vt:lpstr>
      <vt:lpstr>PowerPoint Presentation</vt:lpstr>
      <vt:lpstr>PowerPoint Presentation</vt:lpstr>
      <vt:lpstr>PowerPoint Presentation</vt:lpstr>
      <vt:lpstr>PowerPoint Presentation</vt:lpstr>
      <vt:lpstr>Notation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Projection of Lines</vt:lpstr>
      <vt:lpstr>PROJECTIONS OF LINES</vt:lpstr>
      <vt:lpstr>PROJECTIONS OF LINES</vt:lpstr>
      <vt:lpstr>Terms used in Projections of Lines</vt:lpstr>
      <vt:lpstr>Terms used in Projections of Lines</vt:lpstr>
      <vt:lpstr>PowerPoint Presentation</vt:lpstr>
      <vt:lpstr>PowerPoint Presentation</vt:lpstr>
      <vt:lpstr>Line Inclined to One RP and Parallel to Other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Projection of Traces</vt:lpstr>
      <vt:lpstr>TRACES OF A 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VARIOUS ORIENTATIONS OF THE STRAIGHT LINES </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senthilvelan laptop</dc:creator>
  <cp:lastModifiedBy>Daksh Agarwal</cp:lastModifiedBy>
  <cp:revision>138</cp:revision>
  <dcterms:created xsi:type="dcterms:W3CDTF">2006-08-16T00:00:00Z</dcterms:created>
  <dcterms:modified xsi:type="dcterms:W3CDTF">2023-09-28T10:09:57Z</dcterms:modified>
</cp:coreProperties>
</file>