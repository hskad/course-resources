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33"/>
  </p:notesMasterIdLst>
  <p:sldIdLst>
    <p:sldId id="316" r:id="rId3"/>
    <p:sldId id="314" r:id="rId4"/>
    <p:sldId id="315" r:id="rId5"/>
    <p:sldId id="256" r:id="rId6"/>
    <p:sldId id="289" r:id="rId7"/>
    <p:sldId id="290" r:id="rId8"/>
    <p:sldId id="291" r:id="rId9"/>
    <p:sldId id="286" r:id="rId10"/>
    <p:sldId id="296" r:id="rId11"/>
    <p:sldId id="292" r:id="rId12"/>
    <p:sldId id="288" r:id="rId13"/>
    <p:sldId id="312" r:id="rId14"/>
    <p:sldId id="319" r:id="rId15"/>
    <p:sldId id="313" r:id="rId16"/>
    <p:sldId id="294" r:id="rId17"/>
    <p:sldId id="295" r:id="rId18"/>
    <p:sldId id="293" r:id="rId19"/>
    <p:sldId id="307" r:id="rId20"/>
    <p:sldId id="308" r:id="rId21"/>
    <p:sldId id="309" r:id="rId22"/>
    <p:sldId id="310" r:id="rId23"/>
    <p:sldId id="297" r:id="rId24"/>
    <p:sldId id="298" r:id="rId25"/>
    <p:sldId id="299" r:id="rId26"/>
    <p:sldId id="301" r:id="rId27"/>
    <p:sldId id="303" r:id="rId28"/>
    <p:sldId id="305" r:id="rId29"/>
    <p:sldId id="306" r:id="rId30"/>
    <p:sldId id="300" r:id="rId31"/>
    <p:sldId id="317" r:id="rId32"/>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3" d="100"/>
          <a:sy n="73" d="100"/>
        </p:scale>
        <p:origin x="108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parsh Johari " userId="d2a30c7a-ca21-4e42-9d44-285ffc33c77c" providerId="ADAL" clId="{5F53F927-8816-4A6C-ACFF-EC236EF92388}"/>
    <pc:docChg chg="modSld sldOrd">
      <pc:chgData name="Sparsh Johari " userId="d2a30c7a-ca21-4e42-9d44-285ffc33c77c" providerId="ADAL" clId="{5F53F927-8816-4A6C-ACFF-EC236EF92388}" dt="2023-09-26T09:43:16.590" v="10" actId="20577"/>
      <pc:docMkLst>
        <pc:docMk/>
      </pc:docMkLst>
      <pc:sldChg chg="modSp">
        <pc:chgData name="Sparsh Johari " userId="d2a30c7a-ca21-4e42-9d44-285ffc33c77c" providerId="ADAL" clId="{5F53F927-8816-4A6C-ACFF-EC236EF92388}" dt="2023-09-26T09:43:16.590" v="10" actId="20577"/>
        <pc:sldMkLst>
          <pc:docMk/>
          <pc:sldMk cId="0" sldId="299"/>
        </pc:sldMkLst>
        <pc:spChg chg="mod">
          <ac:chgData name="Sparsh Johari " userId="d2a30c7a-ca21-4e42-9d44-285ffc33c77c" providerId="ADAL" clId="{5F53F927-8816-4A6C-ACFF-EC236EF92388}" dt="2023-09-26T09:43:16.590" v="10" actId="20577"/>
          <ac:spMkLst>
            <pc:docMk/>
            <pc:sldMk cId="0" sldId="299"/>
            <ac:spMk id="40963" creationId="{00000000-0000-0000-0000-000000000000}"/>
          </ac:spMkLst>
        </pc:spChg>
      </pc:sldChg>
      <pc:sldChg chg="ord">
        <pc:chgData name="Sparsh Johari " userId="d2a30c7a-ca21-4e42-9d44-285ffc33c77c" providerId="ADAL" clId="{5F53F927-8816-4A6C-ACFF-EC236EF92388}" dt="2023-09-26T09:42:42.617" v="0"/>
        <pc:sldMkLst>
          <pc:docMk/>
          <pc:sldMk cId="352696242" sldId="316"/>
        </pc:sldMkLst>
      </pc:sldChg>
    </pc:docChg>
  </pc:docChgLst>
</pc:chgInfo>
</file>

<file path=ppt/drawings/_rels/vmlDrawing1.v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4.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US" altLang="en-US"/>
          </a:p>
        </p:txBody>
      </p:sp>
      <p:sp>
        <p:nvSpPr>
          <p:cNvPr id="4099"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endParaRPr lang="en-US" altLang="en-US"/>
          </a:p>
        </p:txBody>
      </p:sp>
      <p:sp>
        <p:nvSpPr>
          <p:cNvPr id="1434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4101"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4102"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US" altLang="en-US"/>
          </a:p>
        </p:txBody>
      </p:sp>
      <p:sp>
        <p:nvSpPr>
          <p:cNvPr id="4103"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003F609C-703D-450E-92D1-C9335027CE94}" type="slidenum">
              <a:rPr lang="en-US" altLang="en-US"/>
              <a:pPr>
                <a:defRPr/>
              </a:pPr>
              <a:t>‹#›</a:t>
            </a:fld>
            <a:endParaRPr lang="en-US" altLang="en-US"/>
          </a:p>
        </p:txBody>
      </p:sp>
    </p:spTree>
    <p:extLst>
      <p:ext uri="{BB962C8B-B14F-4D97-AF65-F5344CB8AC3E}">
        <p14:creationId xmlns:p14="http://schemas.microsoft.com/office/powerpoint/2010/main" val="35586483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headEnd/>
            <a:tailEnd/>
          </a:ln>
        </p:spPr>
      </p:sp>
      <p:sp>
        <p:nvSpPr>
          <p:cNvPr id="26627" name="Notes Placeholder 2"/>
          <p:cNvSpPr>
            <a:spLocks noGrp="1"/>
          </p:cNvSpPr>
          <p:nvPr>
            <p:ph type="body" idx="1"/>
          </p:nvPr>
        </p:nvSpPr>
        <p:spPr bwMode="auto">
          <a:noFill/>
        </p:spPr>
        <p:txBody>
          <a:bodyPr wrap="square" numCol="1" anchor="t" anchorCtr="0" compatLnSpc="1">
            <a:prstTxWarp prst="textNoShape">
              <a:avLst/>
            </a:prstTxWarp>
          </a:bodyPr>
          <a:lstStyle/>
          <a:p>
            <a:r>
              <a:rPr lang="en-US"/>
              <a:t>Today we will discuss about the Modeling and </a:t>
            </a:r>
          </a:p>
        </p:txBody>
      </p:sp>
      <p:sp>
        <p:nvSpPr>
          <p:cNvPr id="4" name="Slide Number Placeholder 3"/>
          <p:cNvSpPr>
            <a:spLocks noGrp="1"/>
          </p:cNvSpPr>
          <p:nvPr>
            <p:ph type="sldNum" sz="quarter" idx="5"/>
          </p:nvPr>
        </p:nvSpPr>
        <p:spPr/>
        <p:txBody>
          <a:bodyPr/>
          <a:lstStyle/>
          <a:p>
            <a:pPr>
              <a:defRPr/>
            </a:pPr>
            <a:fld id="{F254EA00-3FE7-45BB-8861-608A115B0E74}" type="slidenum">
              <a:rPr lang="en-US" smtClean="0"/>
              <a:pPr>
                <a:defRPr/>
              </a:pPr>
              <a:t>1</a:t>
            </a:fld>
            <a:endParaRPr lang="en-US" dirty="0"/>
          </a:p>
        </p:txBody>
      </p:sp>
    </p:spTree>
    <p:extLst>
      <p:ext uri="{BB962C8B-B14F-4D97-AF65-F5344CB8AC3E}">
        <p14:creationId xmlns:p14="http://schemas.microsoft.com/office/powerpoint/2010/main" val="32530421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003237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ln/>
        </p:spPr>
      </p:sp>
      <p:sp>
        <p:nvSpPr>
          <p:cNvPr id="24579"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37109005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spect="1" noChangeArrowheads="1" noTextEdit="1"/>
          </p:cNvSpPr>
          <p:nvPr>
            <p:ph type="sldImg"/>
          </p:nvPr>
        </p:nvSpPr>
        <p:spPr>
          <a:ln/>
        </p:spPr>
      </p:sp>
      <p:sp>
        <p:nvSpPr>
          <p:cNvPr id="27651" name="Rectangle 3"/>
          <p:cNvSpPr>
            <a:spLocks noGrp="1" noChangeArrowheads="1"/>
          </p:cNvSpPr>
          <p:nvPr>
            <p:ph type="body" idx="1"/>
          </p:nvPr>
        </p:nvSpPr>
        <p:spPr>
          <a:noFill/>
        </p:spPr>
        <p:txBody>
          <a:bodyPr/>
          <a:lstStyle/>
          <a:p>
            <a:endParaRPr lang="en-US" altLang="en-US"/>
          </a:p>
        </p:txBody>
      </p:sp>
    </p:spTree>
    <p:extLst>
      <p:ext uri="{BB962C8B-B14F-4D97-AF65-F5344CB8AC3E}">
        <p14:creationId xmlns:p14="http://schemas.microsoft.com/office/powerpoint/2010/main" val="41066067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a:ln/>
        </p:spPr>
      </p:sp>
      <p:sp>
        <p:nvSpPr>
          <p:cNvPr id="32771" name="Notes Placeholder 2"/>
          <p:cNvSpPr>
            <a:spLocks noGrp="1"/>
          </p:cNvSpPr>
          <p:nvPr>
            <p:ph type="body" idx="1"/>
          </p:nvPr>
        </p:nvSpPr>
        <p:spPr>
          <a:noFill/>
        </p:spPr>
        <p:txBody>
          <a:bodyPr/>
          <a:lstStyle/>
          <a:p>
            <a:pPr eaLnBrk="1" hangingPunct="1">
              <a:spcBef>
                <a:spcPct val="0"/>
              </a:spcBef>
            </a:pPr>
            <a:endParaRPr lang="en-US" altLang="en-US"/>
          </a:p>
        </p:txBody>
      </p:sp>
      <p:sp>
        <p:nvSpPr>
          <p:cNvPr id="32772" name="Header Placeholder 3"/>
          <p:cNvSpPr>
            <a:spLocks noGrp="1"/>
          </p:cNvSpPr>
          <p:nvPr>
            <p:ph type="hdr" sz="quarter"/>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ME 111 Lecture 6 Orthographic Projections</a:t>
            </a:r>
          </a:p>
        </p:txBody>
      </p:sp>
      <p:sp>
        <p:nvSpPr>
          <p:cNvPr id="32773" name="Footer Placeholder 4"/>
          <p:cNvSpPr>
            <a:spLocks noGrp="1"/>
          </p:cNvSpPr>
          <p:nvPr>
            <p:ph type="ftr" sz="quarter" idx="4"/>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S.Senthilvelan</a:t>
            </a:r>
          </a:p>
        </p:txBody>
      </p:sp>
      <p:sp>
        <p:nvSpPr>
          <p:cNvPr id="32774" name="Slide Number Placeholder 5"/>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DCC894D-D57C-49F2-8361-DA74E550FD4E}" type="slidenum">
              <a:rPr lang="en-US" altLang="en-US" smtClean="0"/>
              <a:pPr/>
              <a:t>16</a:t>
            </a:fld>
            <a:endParaRPr lang="en-US" altLang="en-US"/>
          </a:p>
        </p:txBody>
      </p:sp>
    </p:spTree>
    <p:extLst>
      <p:ext uri="{BB962C8B-B14F-4D97-AF65-F5344CB8AC3E}">
        <p14:creationId xmlns:p14="http://schemas.microsoft.com/office/powerpoint/2010/main" val="24257559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p:spPr>
        <p:txBody>
          <a:bodyPr/>
          <a:lstStyle/>
          <a:p>
            <a:pPr eaLnBrk="1" hangingPunct="1">
              <a:spcBef>
                <a:spcPct val="0"/>
              </a:spcBef>
            </a:pPr>
            <a:endParaRPr lang="en-US" altLang="en-US"/>
          </a:p>
        </p:txBody>
      </p:sp>
      <p:sp>
        <p:nvSpPr>
          <p:cNvPr id="44036" name="Header Placeholder 3"/>
          <p:cNvSpPr>
            <a:spLocks noGrp="1"/>
          </p:cNvSpPr>
          <p:nvPr>
            <p:ph type="hdr" sz="quarter"/>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ME 111 Lecture 6 Orthographic Projections</a:t>
            </a:r>
          </a:p>
        </p:txBody>
      </p:sp>
      <p:sp>
        <p:nvSpPr>
          <p:cNvPr id="44037" name="Footer Placeholder 4"/>
          <p:cNvSpPr>
            <a:spLocks noGrp="1"/>
          </p:cNvSpPr>
          <p:nvPr>
            <p:ph type="ftr" sz="quarter" idx="4"/>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S.Senthilvelan</a:t>
            </a:r>
          </a:p>
        </p:txBody>
      </p:sp>
      <p:sp>
        <p:nvSpPr>
          <p:cNvPr id="44038" name="Slide Number Placeholder 5"/>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5EF5019-4C4B-41CE-BDEF-ADC95FADC153}" type="slidenum">
              <a:rPr lang="en-US" altLang="en-US" smtClean="0"/>
              <a:pPr/>
              <a:t>26</a:t>
            </a:fld>
            <a:endParaRPr lang="en-US" altLang="en-US"/>
          </a:p>
        </p:txBody>
      </p:sp>
    </p:spTree>
    <p:extLst>
      <p:ext uri="{BB962C8B-B14F-4D97-AF65-F5344CB8AC3E}">
        <p14:creationId xmlns:p14="http://schemas.microsoft.com/office/powerpoint/2010/main" val="1286644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p:spPr>
        <p:txBody>
          <a:bodyPr/>
          <a:lstStyle/>
          <a:p>
            <a:pPr eaLnBrk="1" hangingPunct="1">
              <a:spcBef>
                <a:spcPct val="0"/>
              </a:spcBef>
            </a:pPr>
            <a:endParaRPr lang="en-US" altLang="en-US"/>
          </a:p>
        </p:txBody>
      </p:sp>
      <p:sp>
        <p:nvSpPr>
          <p:cNvPr id="48132" name="Header Placeholder 3"/>
          <p:cNvSpPr>
            <a:spLocks noGrp="1"/>
          </p:cNvSpPr>
          <p:nvPr>
            <p:ph type="hdr" sz="quarter"/>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ME 111 Lecture 6 Orthographic Projections</a:t>
            </a:r>
          </a:p>
        </p:txBody>
      </p:sp>
      <p:sp>
        <p:nvSpPr>
          <p:cNvPr id="48133" name="Footer Placeholder 4"/>
          <p:cNvSpPr>
            <a:spLocks noGrp="1"/>
          </p:cNvSpPr>
          <p:nvPr>
            <p:ph type="ftr" sz="quarter" idx="4"/>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altLang="en-US"/>
              <a:t>S.Senthilvelan</a:t>
            </a:r>
          </a:p>
        </p:txBody>
      </p:sp>
      <p:sp>
        <p:nvSpPr>
          <p:cNvPr id="48134" name="Slide Number Placeholder 5"/>
          <p:cNvSpPr>
            <a:spLocks noGrp="1"/>
          </p:cNvSpPr>
          <p:nvPr>
            <p:ph type="sldNum" sz="quarter" idx="5"/>
          </p:nvPr>
        </p:nvSpPr>
        <p:spPr>
          <a:noFill/>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60DF289-D7B1-4C22-82ED-5EBA3530D2B6}" type="slidenum">
              <a:rPr lang="en-US" altLang="en-US" smtClean="0"/>
              <a:pPr/>
              <a:t>28</a:t>
            </a:fld>
            <a:endParaRPr lang="en-US" altLang="en-US"/>
          </a:p>
        </p:txBody>
      </p:sp>
    </p:spTree>
    <p:extLst>
      <p:ext uri="{BB962C8B-B14F-4D97-AF65-F5344CB8AC3E}">
        <p14:creationId xmlns:p14="http://schemas.microsoft.com/office/powerpoint/2010/main" val="414511747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86B3ABF1-E81B-4573-AB14-248A0D5D078B}" type="slidenum">
              <a:rPr lang="en-US" altLang="en-US"/>
              <a:pPr>
                <a:defRPr/>
              </a:pPr>
              <a:t>‹#›</a:t>
            </a:fld>
            <a:endParaRPr lang="en-US" altLang="en-US"/>
          </a:p>
        </p:txBody>
      </p:sp>
    </p:spTree>
    <p:extLst>
      <p:ext uri="{BB962C8B-B14F-4D97-AF65-F5344CB8AC3E}">
        <p14:creationId xmlns:p14="http://schemas.microsoft.com/office/powerpoint/2010/main" val="40397588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2591E236-FDEC-42C4-A1E5-5E5395E5FB41}" type="slidenum">
              <a:rPr lang="en-US" altLang="en-US"/>
              <a:pPr>
                <a:defRPr/>
              </a:pPr>
              <a:t>‹#›</a:t>
            </a:fld>
            <a:endParaRPr lang="en-US" altLang="en-US"/>
          </a:p>
        </p:txBody>
      </p:sp>
    </p:spTree>
    <p:extLst>
      <p:ext uri="{BB962C8B-B14F-4D97-AF65-F5344CB8AC3E}">
        <p14:creationId xmlns:p14="http://schemas.microsoft.com/office/powerpoint/2010/main" val="3130005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4697C9DE-629E-4441-81AA-07CC766656A2}" type="slidenum">
              <a:rPr lang="en-US" altLang="en-US"/>
              <a:pPr>
                <a:defRPr/>
              </a:pPr>
              <a:t>‹#›</a:t>
            </a:fld>
            <a:endParaRPr lang="en-US" altLang="en-US"/>
          </a:p>
        </p:txBody>
      </p:sp>
    </p:spTree>
    <p:extLst>
      <p:ext uri="{BB962C8B-B14F-4D97-AF65-F5344CB8AC3E}">
        <p14:creationId xmlns:p14="http://schemas.microsoft.com/office/powerpoint/2010/main" val="40459598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CEF53AF4-87D3-4B14-9595-14CE05534AD3}" type="slidenum">
              <a:rPr lang="en-US" altLang="en-US"/>
              <a:pPr>
                <a:defRPr/>
              </a:pPr>
              <a:t>‹#›</a:t>
            </a:fld>
            <a:endParaRPr lang="en-US" altLang="en-US"/>
          </a:p>
        </p:txBody>
      </p:sp>
    </p:spTree>
    <p:extLst>
      <p:ext uri="{BB962C8B-B14F-4D97-AF65-F5344CB8AC3E}">
        <p14:creationId xmlns:p14="http://schemas.microsoft.com/office/powerpoint/2010/main" val="2389181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a:ln/>
        </p:spPr>
        <p:txBody>
          <a:bodyPr/>
          <a:lstStyle>
            <a:lvl1pPr>
              <a:defRPr/>
            </a:lvl1pPr>
          </a:lstStyle>
          <a:p>
            <a:pPr>
              <a:defRPr/>
            </a:pPr>
            <a:fld id="{D28B0164-EEC8-4C12-ABAA-CD7BA3802C75}" type="slidenum">
              <a:rPr lang="en-US" altLang="en-US"/>
              <a:pPr>
                <a:defRPr/>
              </a:pPr>
              <a:t>‹#›</a:t>
            </a:fld>
            <a:endParaRPr lang="en-US" altLang="en-US"/>
          </a:p>
        </p:txBody>
      </p:sp>
    </p:spTree>
    <p:extLst>
      <p:ext uri="{BB962C8B-B14F-4D97-AF65-F5344CB8AC3E}">
        <p14:creationId xmlns:p14="http://schemas.microsoft.com/office/powerpoint/2010/main" val="39993088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2"/>
          </p:nvPr>
        </p:nvSpPr>
        <p:spPr>
          <a:ln/>
        </p:spPr>
        <p:txBody>
          <a:bodyPr/>
          <a:lstStyle>
            <a:lvl1pPr>
              <a:defRPr/>
            </a:lvl1pPr>
          </a:lstStyle>
          <a:p>
            <a:pPr>
              <a:defRPr/>
            </a:pPr>
            <a:fld id="{C6191695-A1CE-42EA-8FC8-FB6CC0122CC3}" type="slidenum">
              <a:rPr lang="en-US" altLang="en-US"/>
              <a:pPr>
                <a:defRPr/>
              </a:pPr>
              <a:t>‹#›</a:t>
            </a:fld>
            <a:endParaRPr lang="en-US" altLang="en-US"/>
          </a:p>
        </p:txBody>
      </p:sp>
    </p:spTree>
    <p:extLst>
      <p:ext uri="{BB962C8B-B14F-4D97-AF65-F5344CB8AC3E}">
        <p14:creationId xmlns:p14="http://schemas.microsoft.com/office/powerpoint/2010/main" val="3197068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2"/>
          </p:nvPr>
        </p:nvSpPr>
        <p:spPr>
          <a:ln/>
        </p:spPr>
        <p:txBody>
          <a:bodyPr/>
          <a:lstStyle>
            <a:lvl1pPr>
              <a:defRPr/>
            </a:lvl1pPr>
          </a:lstStyle>
          <a:p>
            <a:pPr>
              <a:defRPr/>
            </a:pPr>
            <a:fld id="{1E07E30B-DE68-4065-9D94-1154D96D276A}" type="slidenum">
              <a:rPr lang="en-US" altLang="en-US"/>
              <a:pPr>
                <a:defRPr/>
              </a:pPr>
              <a:t>‹#›</a:t>
            </a:fld>
            <a:endParaRPr lang="en-US" altLang="en-US"/>
          </a:p>
        </p:txBody>
      </p:sp>
    </p:spTree>
    <p:extLst>
      <p:ext uri="{BB962C8B-B14F-4D97-AF65-F5344CB8AC3E}">
        <p14:creationId xmlns:p14="http://schemas.microsoft.com/office/powerpoint/2010/main" val="5488820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C0FFF555-65AE-4054-B370-35BA318C341E}" type="slidenum">
              <a:rPr lang="en-US" altLang="en-US"/>
              <a:pPr>
                <a:defRPr/>
              </a:pPr>
              <a:t>‹#›</a:t>
            </a:fld>
            <a:endParaRPr lang="en-US" altLang="en-US"/>
          </a:p>
        </p:txBody>
      </p:sp>
    </p:spTree>
    <p:extLst>
      <p:ext uri="{BB962C8B-B14F-4D97-AF65-F5344CB8AC3E}">
        <p14:creationId xmlns:p14="http://schemas.microsoft.com/office/powerpoint/2010/main" val="1991282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745C58F9-1BB8-455F-B41E-56EA44CF5E0D}" type="slidenum">
              <a:rPr lang="en-US" altLang="en-US"/>
              <a:pPr>
                <a:defRPr/>
              </a:pPr>
              <a:t>‹#›</a:t>
            </a:fld>
            <a:endParaRPr lang="en-US" altLang="en-US"/>
          </a:p>
        </p:txBody>
      </p:sp>
    </p:spTree>
    <p:extLst>
      <p:ext uri="{BB962C8B-B14F-4D97-AF65-F5344CB8AC3E}">
        <p14:creationId xmlns:p14="http://schemas.microsoft.com/office/powerpoint/2010/main" val="33334005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DD70AE00-6640-4C9A-B06D-D4C92265F4B3}" type="slidenum">
              <a:rPr lang="en-US" altLang="en-US"/>
              <a:pPr>
                <a:defRPr/>
              </a:pPr>
              <a:t>‹#›</a:t>
            </a:fld>
            <a:endParaRPr lang="en-US" altLang="en-US"/>
          </a:p>
        </p:txBody>
      </p:sp>
    </p:spTree>
    <p:extLst>
      <p:ext uri="{BB962C8B-B14F-4D97-AF65-F5344CB8AC3E}">
        <p14:creationId xmlns:p14="http://schemas.microsoft.com/office/powerpoint/2010/main" val="3504284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A19F7C42-8CF9-419E-9252-982C7E1983EF}" type="slidenum">
              <a:rPr lang="en-US" altLang="en-US"/>
              <a:pPr>
                <a:defRPr/>
              </a:pPr>
              <a:t>‹#›</a:t>
            </a:fld>
            <a:endParaRPr lang="en-US" altLang="en-US"/>
          </a:p>
        </p:txBody>
      </p:sp>
    </p:spTree>
    <p:extLst>
      <p:ext uri="{BB962C8B-B14F-4D97-AF65-F5344CB8AC3E}">
        <p14:creationId xmlns:p14="http://schemas.microsoft.com/office/powerpoint/2010/main" val="39329749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CC302053-8228-4725-B561-B0537128923F}" type="datetimeFigureOut">
              <a:rPr lang="en-US"/>
              <a:pPr>
                <a:defRPr/>
              </a:pPr>
              <a:t>9/26/2023</a:t>
            </a:fld>
            <a:endParaRPr lang="en-US"/>
          </a:p>
        </p:txBody>
      </p:sp>
      <p:sp>
        <p:nvSpPr>
          <p:cNvPr id="5" name="Footer Placeholder 4"/>
          <p:cNvSpPr>
            <a:spLocks noGrp="1"/>
          </p:cNvSpPr>
          <p:nvPr>
            <p:ph type="ftr" sz="quarter" idx="11"/>
          </p:nvPr>
        </p:nvSpPr>
        <p:spPr/>
        <p:txBody>
          <a:bodyPr/>
          <a:lstStyle>
            <a:lvl1pPr eaLnBrk="0" fontAlgn="base" hangingPunct="0">
              <a:spcBef>
                <a:spcPct val="0"/>
              </a:spcBef>
              <a:spcAft>
                <a:spcPct val="0"/>
              </a:spcAft>
              <a:defRPr>
                <a:latin typeface="Arial" panose="020B0604020202020204" pitchFamily="34" charset="0"/>
              </a:defRPr>
            </a:lvl1pPr>
          </a:lstStyle>
          <a:p>
            <a:pPr>
              <a:defRPr/>
            </a:pPr>
            <a:endParaRPr lang="en-US"/>
          </a:p>
        </p:txBody>
      </p:sp>
      <p:sp>
        <p:nvSpPr>
          <p:cNvPr id="6" name="Slide Number Placeholder 5"/>
          <p:cNvSpPr>
            <a:spLocks noGrp="1"/>
          </p:cNvSpPr>
          <p:nvPr>
            <p:ph type="sldNum" sz="quarter" idx="12"/>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B32E6F21-2817-4AD3-9424-9262FF85458E}" type="slidenum">
              <a:rPr lang="en-US"/>
              <a:pPr>
                <a:defRPr/>
              </a:pPr>
              <a:t>‹#›</a:t>
            </a:fld>
            <a:endParaRPr lang="en-US"/>
          </a:p>
        </p:txBody>
      </p:sp>
    </p:spTree>
    <p:extLst>
      <p:ext uri="{BB962C8B-B14F-4D97-AF65-F5344CB8AC3E}">
        <p14:creationId xmlns:p14="http://schemas.microsoft.com/office/powerpoint/2010/main" val="26622818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a:defRPr b="1"/>
            </a:lvl1pPr>
            <a:lvl2pPr>
              <a:defRPr b="0"/>
            </a:lvl2pPr>
            <a:lvl3pPr>
              <a:defRPr b="1"/>
            </a:lvl3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4BC56D76-5D6B-468D-8FC6-3D127DB865AB}" type="datetimeFigureOut">
              <a:rPr lang="en-US"/>
              <a:pPr>
                <a:defRPr/>
              </a:pPr>
              <a:t>9/26/2023</a:t>
            </a:fld>
            <a:endParaRPr lang="en-US"/>
          </a:p>
        </p:txBody>
      </p:sp>
      <p:sp>
        <p:nvSpPr>
          <p:cNvPr id="5" name="Footer Placeholder 4"/>
          <p:cNvSpPr>
            <a:spLocks noGrp="1"/>
          </p:cNvSpPr>
          <p:nvPr>
            <p:ph type="ftr" sz="quarter" idx="11"/>
          </p:nvPr>
        </p:nvSpPr>
        <p:spPr/>
        <p:txBody>
          <a:bodyPr/>
          <a:lstStyle>
            <a:lvl1pPr eaLnBrk="0" fontAlgn="base" hangingPunct="0">
              <a:spcBef>
                <a:spcPct val="0"/>
              </a:spcBef>
              <a:spcAft>
                <a:spcPct val="0"/>
              </a:spcAft>
              <a:defRPr>
                <a:latin typeface="Arial" panose="020B0604020202020204" pitchFamily="34" charset="0"/>
              </a:defRPr>
            </a:lvl1pPr>
          </a:lstStyle>
          <a:p>
            <a:pPr>
              <a:defRPr/>
            </a:pPr>
            <a:endParaRPr lang="en-US"/>
          </a:p>
        </p:txBody>
      </p:sp>
      <p:sp>
        <p:nvSpPr>
          <p:cNvPr id="6" name="Slide Number Placeholder 5"/>
          <p:cNvSpPr>
            <a:spLocks noGrp="1"/>
          </p:cNvSpPr>
          <p:nvPr>
            <p:ph type="sldNum" sz="quarter" idx="12"/>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9BAF0E23-E9C3-463D-88C4-494081429E87}" type="slidenum">
              <a:rPr lang="en-US"/>
              <a:pPr>
                <a:defRPr/>
              </a:pPr>
              <a:t>‹#›</a:t>
            </a:fld>
            <a:endParaRPr lang="en-US"/>
          </a:p>
        </p:txBody>
      </p:sp>
    </p:spTree>
    <p:extLst>
      <p:ext uri="{BB962C8B-B14F-4D97-AF65-F5344CB8AC3E}">
        <p14:creationId xmlns:p14="http://schemas.microsoft.com/office/powerpoint/2010/main" val="2889001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6DD9104B-18BB-4475-9B88-D155D92ED363}" type="datetimeFigureOut">
              <a:rPr lang="en-US"/>
              <a:pPr>
                <a:defRPr/>
              </a:pPr>
              <a:t>9/26/2023</a:t>
            </a:fld>
            <a:endParaRPr lang="en-US"/>
          </a:p>
        </p:txBody>
      </p:sp>
      <p:sp>
        <p:nvSpPr>
          <p:cNvPr id="5" name="Footer Placeholder 4"/>
          <p:cNvSpPr>
            <a:spLocks noGrp="1"/>
          </p:cNvSpPr>
          <p:nvPr>
            <p:ph type="ftr" sz="quarter" idx="11"/>
          </p:nvPr>
        </p:nvSpPr>
        <p:spPr/>
        <p:txBody>
          <a:bodyPr/>
          <a:lstStyle>
            <a:lvl1pPr eaLnBrk="0" fontAlgn="base" hangingPunct="0">
              <a:spcBef>
                <a:spcPct val="0"/>
              </a:spcBef>
              <a:spcAft>
                <a:spcPct val="0"/>
              </a:spcAft>
              <a:defRPr>
                <a:latin typeface="Arial" panose="020B0604020202020204" pitchFamily="34" charset="0"/>
              </a:defRPr>
            </a:lvl1pPr>
          </a:lstStyle>
          <a:p>
            <a:pPr>
              <a:defRPr/>
            </a:pPr>
            <a:endParaRPr lang="en-US"/>
          </a:p>
        </p:txBody>
      </p:sp>
      <p:sp>
        <p:nvSpPr>
          <p:cNvPr id="6" name="Slide Number Placeholder 5"/>
          <p:cNvSpPr>
            <a:spLocks noGrp="1"/>
          </p:cNvSpPr>
          <p:nvPr>
            <p:ph type="sldNum" sz="quarter" idx="12"/>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5B0A43FC-6689-4DE8-ABDB-3B9E187A0D1B}" type="slidenum">
              <a:rPr lang="en-US"/>
              <a:pPr>
                <a:defRPr/>
              </a:pPr>
              <a:t>‹#›</a:t>
            </a:fld>
            <a:endParaRPr lang="en-US"/>
          </a:p>
        </p:txBody>
      </p:sp>
    </p:spTree>
    <p:extLst>
      <p:ext uri="{BB962C8B-B14F-4D97-AF65-F5344CB8AC3E}">
        <p14:creationId xmlns:p14="http://schemas.microsoft.com/office/powerpoint/2010/main" val="6205848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6AF4F073-622D-4DC2-9EF6-997FCFFD289E}" type="datetimeFigureOut">
              <a:rPr lang="en-US"/>
              <a:pPr>
                <a:defRPr/>
              </a:pPr>
              <a:t>9/26/2023</a:t>
            </a:fld>
            <a:endParaRPr lang="en-US"/>
          </a:p>
        </p:txBody>
      </p:sp>
      <p:sp>
        <p:nvSpPr>
          <p:cNvPr id="6" name="Footer Placeholder 5"/>
          <p:cNvSpPr>
            <a:spLocks noGrp="1"/>
          </p:cNvSpPr>
          <p:nvPr>
            <p:ph type="ftr" sz="quarter" idx="11"/>
          </p:nvPr>
        </p:nvSpPr>
        <p:spPr/>
        <p:txBody>
          <a:bodyPr/>
          <a:lstStyle>
            <a:lvl1pPr eaLnBrk="0" fontAlgn="base" hangingPunct="0">
              <a:spcBef>
                <a:spcPct val="0"/>
              </a:spcBef>
              <a:spcAft>
                <a:spcPct val="0"/>
              </a:spcAft>
              <a:defRPr>
                <a:latin typeface="Arial" panose="020B0604020202020204" pitchFamily="34" charset="0"/>
              </a:defRPr>
            </a:lvl1pPr>
          </a:lstStyle>
          <a:p>
            <a:pPr>
              <a:defRPr/>
            </a:pPr>
            <a:endParaRPr lang="en-US"/>
          </a:p>
        </p:txBody>
      </p:sp>
      <p:sp>
        <p:nvSpPr>
          <p:cNvPr id="7" name="Slide Number Placeholder 6"/>
          <p:cNvSpPr>
            <a:spLocks noGrp="1"/>
          </p:cNvSpPr>
          <p:nvPr>
            <p:ph type="sldNum" sz="quarter" idx="12"/>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54102515-9F32-409D-BF59-0945B4F3B7B2}" type="slidenum">
              <a:rPr lang="en-US"/>
              <a:pPr>
                <a:defRPr/>
              </a:pPr>
              <a:t>‹#›</a:t>
            </a:fld>
            <a:endParaRPr lang="en-US"/>
          </a:p>
        </p:txBody>
      </p:sp>
    </p:spTree>
    <p:extLst>
      <p:ext uri="{BB962C8B-B14F-4D97-AF65-F5344CB8AC3E}">
        <p14:creationId xmlns:p14="http://schemas.microsoft.com/office/powerpoint/2010/main" val="4346941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948D2FEE-6995-4A37-ACB6-8FFABBBFD17D}" type="datetimeFigureOut">
              <a:rPr lang="en-US"/>
              <a:pPr>
                <a:defRPr/>
              </a:pPr>
              <a:t>9/26/2023</a:t>
            </a:fld>
            <a:endParaRPr lang="en-US"/>
          </a:p>
        </p:txBody>
      </p:sp>
      <p:sp>
        <p:nvSpPr>
          <p:cNvPr id="8" name="Footer Placeholder 7"/>
          <p:cNvSpPr>
            <a:spLocks noGrp="1"/>
          </p:cNvSpPr>
          <p:nvPr>
            <p:ph type="ftr" sz="quarter" idx="11"/>
          </p:nvPr>
        </p:nvSpPr>
        <p:spPr/>
        <p:txBody>
          <a:bodyPr/>
          <a:lstStyle>
            <a:lvl1pPr eaLnBrk="0" fontAlgn="base" hangingPunct="0">
              <a:spcBef>
                <a:spcPct val="0"/>
              </a:spcBef>
              <a:spcAft>
                <a:spcPct val="0"/>
              </a:spcAft>
              <a:defRPr>
                <a:latin typeface="Arial" panose="020B0604020202020204" pitchFamily="34" charset="0"/>
              </a:defRPr>
            </a:lvl1pPr>
          </a:lstStyle>
          <a:p>
            <a:pPr>
              <a:defRPr/>
            </a:pPr>
            <a:endParaRPr lang="en-US"/>
          </a:p>
        </p:txBody>
      </p:sp>
      <p:sp>
        <p:nvSpPr>
          <p:cNvPr id="9" name="Slide Number Placeholder 8"/>
          <p:cNvSpPr>
            <a:spLocks noGrp="1"/>
          </p:cNvSpPr>
          <p:nvPr>
            <p:ph type="sldNum" sz="quarter" idx="12"/>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068B583C-3CF9-442A-8AFF-9801545409CB}" type="slidenum">
              <a:rPr lang="en-US"/>
              <a:pPr>
                <a:defRPr/>
              </a:pPr>
              <a:t>‹#›</a:t>
            </a:fld>
            <a:endParaRPr lang="en-US"/>
          </a:p>
        </p:txBody>
      </p:sp>
    </p:spTree>
    <p:extLst>
      <p:ext uri="{BB962C8B-B14F-4D97-AF65-F5344CB8AC3E}">
        <p14:creationId xmlns:p14="http://schemas.microsoft.com/office/powerpoint/2010/main" val="41537581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13F22695-5374-4301-93A0-EE1B1C66CA9D}" type="datetimeFigureOut">
              <a:rPr lang="en-US"/>
              <a:pPr>
                <a:defRPr/>
              </a:pPr>
              <a:t>9/26/2023</a:t>
            </a:fld>
            <a:endParaRPr lang="en-US"/>
          </a:p>
        </p:txBody>
      </p:sp>
      <p:sp>
        <p:nvSpPr>
          <p:cNvPr id="4" name="Footer Placeholder 3"/>
          <p:cNvSpPr>
            <a:spLocks noGrp="1"/>
          </p:cNvSpPr>
          <p:nvPr>
            <p:ph type="ftr" sz="quarter" idx="11"/>
          </p:nvPr>
        </p:nvSpPr>
        <p:spPr/>
        <p:txBody>
          <a:bodyPr/>
          <a:lstStyle>
            <a:lvl1pPr eaLnBrk="0" fontAlgn="base" hangingPunct="0">
              <a:spcBef>
                <a:spcPct val="0"/>
              </a:spcBef>
              <a:spcAft>
                <a:spcPct val="0"/>
              </a:spcAft>
              <a:defRPr>
                <a:latin typeface="Arial" panose="020B0604020202020204" pitchFamily="34" charset="0"/>
              </a:defRPr>
            </a:lvl1pPr>
          </a:lstStyle>
          <a:p>
            <a:pPr>
              <a:defRPr/>
            </a:pPr>
            <a:endParaRPr lang="en-US"/>
          </a:p>
        </p:txBody>
      </p:sp>
      <p:sp>
        <p:nvSpPr>
          <p:cNvPr id="5" name="Slide Number Placeholder 4"/>
          <p:cNvSpPr>
            <a:spLocks noGrp="1"/>
          </p:cNvSpPr>
          <p:nvPr>
            <p:ph type="sldNum" sz="quarter" idx="12"/>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41CA26E8-1517-4AB1-948C-D473D333B146}" type="slidenum">
              <a:rPr lang="en-US"/>
              <a:pPr>
                <a:defRPr/>
              </a:pPr>
              <a:t>‹#›</a:t>
            </a:fld>
            <a:endParaRPr lang="en-US"/>
          </a:p>
        </p:txBody>
      </p:sp>
    </p:spTree>
    <p:extLst>
      <p:ext uri="{BB962C8B-B14F-4D97-AF65-F5344CB8AC3E}">
        <p14:creationId xmlns:p14="http://schemas.microsoft.com/office/powerpoint/2010/main" val="30313356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8002123A-353F-494A-A684-707231E62AC1}" type="datetimeFigureOut">
              <a:rPr lang="en-US"/>
              <a:pPr>
                <a:defRPr/>
              </a:pPr>
              <a:t>9/26/2023</a:t>
            </a:fld>
            <a:endParaRPr lang="en-US"/>
          </a:p>
        </p:txBody>
      </p:sp>
      <p:sp>
        <p:nvSpPr>
          <p:cNvPr id="3" name="Footer Placeholder 2"/>
          <p:cNvSpPr>
            <a:spLocks noGrp="1"/>
          </p:cNvSpPr>
          <p:nvPr>
            <p:ph type="ftr" sz="quarter" idx="11"/>
          </p:nvPr>
        </p:nvSpPr>
        <p:spPr/>
        <p:txBody>
          <a:bodyPr/>
          <a:lstStyle>
            <a:lvl1pPr eaLnBrk="0" fontAlgn="base" hangingPunct="0">
              <a:spcBef>
                <a:spcPct val="0"/>
              </a:spcBef>
              <a:spcAft>
                <a:spcPct val="0"/>
              </a:spcAft>
              <a:defRPr>
                <a:latin typeface="Arial" panose="020B0604020202020204" pitchFamily="34" charset="0"/>
              </a:defRPr>
            </a:lvl1pPr>
          </a:lstStyle>
          <a:p>
            <a:pPr>
              <a:defRPr/>
            </a:pPr>
            <a:endParaRPr lang="en-US"/>
          </a:p>
        </p:txBody>
      </p:sp>
      <p:sp>
        <p:nvSpPr>
          <p:cNvPr id="4" name="Slide Number Placeholder 3"/>
          <p:cNvSpPr>
            <a:spLocks noGrp="1"/>
          </p:cNvSpPr>
          <p:nvPr>
            <p:ph type="sldNum" sz="quarter" idx="12"/>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854C1155-DFA2-4C93-A2F2-5449F7D66579}" type="slidenum">
              <a:rPr lang="en-US"/>
              <a:pPr>
                <a:defRPr/>
              </a:pPr>
              <a:t>‹#›</a:t>
            </a:fld>
            <a:endParaRPr lang="en-US"/>
          </a:p>
        </p:txBody>
      </p:sp>
    </p:spTree>
    <p:extLst>
      <p:ext uri="{BB962C8B-B14F-4D97-AF65-F5344CB8AC3E}">
        <p14:creationId xmlns:p14="http://schemas.microsoft.com/office/powerpoint/2010/main" val="2298073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8253EE20-63EC-4988-A922-27221B7009D1}" type="datetimeFigureOut">
              <a:rPr lang="en-US"/>
              <a:pPr>
                <a:defRPr/>
              </a:pPr>
              <a:t>9/26/2023</a:t>
            </a:fld>
            <a:endParaRPr lang="en-US"/>
          </a:p>
        </p:txBody>
      </p:sp>
      <p:sp>
        <p:nvSpPr>
          <p:cNvPr id="6" name="Footer Placeholder 5"/>
          <p:cNvSpPr>
            <a:spLocks noGrp="1"/>
          </p:cNvSpPr>
          <p:nvPr>
            <p:ph type="ftr" sz="quarter" idx="11"/>
          </p:nvPr>
        </p:nvSpPr>
        <p:spPr/>
        <p:txBody>
          <a:bodyPr/>
          <a:lstStyle>
            <a:lvl1pPr eaLnBrk="0" fontAlgn="base" hangingPunct="0">
              <a:spcBef>
                <a:spcPct val="0"/>
              </a:spcBef>
              <a:spcAft>
                <a:spcPct val="0"/>
              </a:spcAft>
              <a:defRPr>
                <a:latin typeface="Arial" panose="020B0604020202020204" pitchFamily="34" charset="0"/>
              </a:defRPr>
            </a:lvl1pPr>
          </a:lstStyle>
          <a:p>
            <a:pPr>
              <a:defRPr/>
            </a:pPr>
            <a:endParaRPr lang="en-US"/>
          </a:p>
        </p:txBody>
      </p:sp>
      <p:sp>
        <p:nvSpPr>
          <p:cNvPr id="7" name="Slide Number Placeholder 6"/>
          <p:cNvSpPr>
            <a:spLocks noGrp="1"/>
          </p:cNvSpPr>
          <p:nvPr>
            <p:ph type="sldNum" sz="quarter" idx="12"/>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083ECEFC-01A6-43EA-AD0A-D25A996F1184}" type="slidenum">
              <a:rPr lang="en-US"/>
              <a:pPr>
                <a:defRPr/>
              </a:pPr>
              <a:t>‹#›</a:t>
            </a:fld>
            <a:endParaRPr lang="en-US"/>
          </a:p>
        </p:txBody>
      </p:sp>
    </p:spTree>
    <p:extLst>
      <p:ext uri="{BB962C8B-B14F-4D97-AF65-F5344CB8AC3E}">
        <p14:creationId xmlns:p14="http://schemas.microsoft.com/office/powerpoint/2010/main" val="342632589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2AB4141E-FDB3-456C-9A17-69A6258C5387}" type="datetimeFigureOut">
              <a:rPr lang="en-US"/>
              <a:pPr>
                <a:defRPr/>
              </a:pPr>
              <a:t>9/26/2023</a:t>
            </a:fld>
            <a:endParaRPr lang="en-US"/>
          </a:p>
        </p:txBody>
      </p:sp>
      <p:sp>
        <p:nvSpPr>
          <p:cNvPr id="6" name="Footer Placeholder 5"/>
          <p:cNvSpPr>
            <a:spLocks noGrp="1"/>
          </p:cNvSpPr>
          <p:nvPr>
            <p:ph type="ftr" sz="quarter" idx="11"/>
          </p:nvPr>
        </p:nvSpPr>
        <p:spPr/>
        <p:txBody>
          <a:bodyPr/>
          <a:lstStyle>
            <a:lvl1pPr eaLnBrk="0" fontAlgn="base" hangingPunct="0">
              <a:spcBef>
                <a:spcPct val="0"/>
              </a:spcBef>
              <a:spcAft>
                <a:spcPct val="0"/>
              </a:spcAft>
              <a:defRPr>
                <a:latin typeface="Arial" panose="020B0604020202020204" pitchFamily="34" charset="0"/>
              </a:defRPr>
            </a:lvl1pPr>
          </a:lstStyle>
          <a:p>
            <a:pPr>
              <a:defRPr/>
            </a:pPr>
            <a:endParaRPr lang="en-US"/>
          </a:p>
        </p:txBody>
      </p:sp>
      <p:sp>
        <p:nvSpPr>
          <p:cNvPr id="7" name="Slide Number Placeholder 6"/>
          <p:cNvSpPr>
            <a:spLocks noGrp="1"/>
          </p:cNvSpPr>
          <p:nvPr>
            <p:ph type="sldNum" sz="quarter" idx="12"/>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09D07D1F-6D35-45BA-AFCE-DFF54E520924}" type="slidenum">
              <a:rPr lang="en-US"/>
              <a:pPr>
                <a:defRPr/>
              </a:pPr>
              <a:t>‹#›</a:t>
            </a:fld>
            <a:endParaRPr lang="en-US"/>
          </a:p>
        </p:txBody>
      </p:sp>
    </p:spTree>
    <p:extLst>
      <p:ext uri="{BB962C8B-B14F-4D97-AF65-F5344CB8AC3E}">
        <p14:creationId xmlns:p14="http://schemas.microsoft.com/office/powerpoint/2010/main" val="33436053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2AE3C605-9640-4D42-8AEA-BF092AE0D9C0}" type="datetimeFigureOut">
              <a:rPr lang="en-US"/>
              <a:pPr>
                <a:defRPr/>
              </a:pPr>
              <a:t>9/26/2023</a:t>
            </a:fld>
            <a:endParaRPr lang="en-US"/>
          </a:p>
        </p:txBody>
      </p:sp>
      <p:sp>
        <p:nvSpPr>
          <p:cNvPr id="5" name="Footer Placeholder 4"/>
          <p:cNvSpPr>
            <a:spLocks noGrp="1"/>
          </p:cNvSpPr>
          <p:nvPr>
            <p:ph type="ftr" sz="quarter" idx="11"/>
          </p:nvPr>
        </p:nvSpPr>
        <p:spPr/>
        <p:txBody>
          <a:bodyPr/>
          <a:lstStyle>
            <a:lvl1pPr eaLnBrk="0" fontAlgn="base" hangingPunct="0">
              <a:spcBef>
                <a:spcPct val="0"/>
              </a:spcBef>
              <a:spcAft>
                <a:spcPct val="0"/>
              </a:spcAft>
              <a:defRPr>
                <a:latin typeface="Arial" panose="020B0604020202020204" pitchFamily="34" charset="0"/>
              </a:defRPr>
            </a:lvl1pPr>
          </a:lstStyle>
          <a:p>
            <a:pPr>
              <a:defRPr/>
            </a:pPr>
            <a:endParaRPr lang="en-US"/>
          </a:p>
        </p:txBody>
      </p:sp>
      <p:sp>
        <p:nvSpPr>
          <p:cNvPr id="6" name="Slide Number Placeholder 5"/>
          <p:cNvSpPr>
            <a:spLocks noGrp="1"/>
          </p:cNvSpPr>
          <p:nvPr>
            <p:ph type="sldNum" sz="quarter" idx="12"/>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FE84DDAF-A880-428C-8F25-D18E45965A87}" type="slidenum">
              <a:rPr lang="en-US"/>
              <a:pPr>
                <a:defRPr/>
              </a:pPr>
              <a:t>‹#›</a:t>
            </a:fld>
            <a:endParaRPr lang="en-US"/>
          </a:p>
        </p:txBody>
      </p:sp>
    </p:spTree>
    <p:extLst>
      <p:ext uri="{BB962C8B-B14F-4D97-AF65-F5344CB8AC3E}">
        <p14:creationId xmlns:p14="http://schemas.microsoft.com/office/powerpoint/2010/main" val="41854989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DC8C33B0-1109-4058-8FEF-6D3B28780A99}" type="datetimeFigureOut">
              <a:rPr lang="en-US"/>
              <a:pPr>
                <a:defRPr/>
              </a:pPr>
              <a:t>9/26/2023</a:t>
            </a:fld>
            <a:endParaRPr lang="en-US"/>
          </a:p>
        </p:txBody>
      </p:sp>
      <p:sp>
        <p:nvSpPr>
          <p:cNvPr id="5" name="Footer Placeholder 4"/>
          <p:cNvSpPr>
            <a:spLocks noGrp="1"/>
          </p:cNvSpPr>
          <p:nvPr>
            <p:ph type="ftr" sz="quarter" idx="11"/>
          </p:nvPr>
        </p:nvSpPr>
        <p:spPr/>
        <p:txBody>
          <a:bodyPr/>
          <a:lstStyle>
            <a:lvl1pPr eaLnBrk="0" fontAlgn="base" hangingPunct="0">
              <a:spcBef>
                <a:spcPct val="0"/>
              </a:spcBef>
              <a:spcAft>
                <a:spcPct val="0"/>
              </a:spcAft>
              <a:defRPr>
                <a:latin typeface="Arial" panose="020B0604020202020204" pitchFamily="34" charset="0"/>
              </a:defRPr>
            </a:lvl1pPr>
          </a:lstStyle>
          <a:p>
            <a:pPr>
              <a:defRPr/>
            </a:pPr>
            <a:endParaRPr lang="en-US"/>
          </a:p>
        </p:txBody>
      </p:sp>
      <p:sp>
        <p:nvSpPr>
          <p:cNvPr id="6" name="Slide Number Placeholder 5"/>
          <p:cNvSpPr>
            <a:spLocks noGrp="1"/>
          </p:cNvSpPr>
          <p:nvPr>
            <p:ph type="sldNum" sz="quarter" idx="12"/>
          </p:nvPr>
        </p:nvSpPr>
        <p:spPr/>
        <p:txBody>
          <a:bodyPr/>
          <a:lstStyle>
            <a:lvl1pPr eaLnBrk="0" fontAlgn="base" hangingPunct="0">
              <a:spcBef>
                <a:spcPct val="0"/>
              </a:spcBef>
              <a:spcAft>
                <a:spcPct val="0"/>
              </a:spcAft>
              <a:defRPr>
                <a:latin typeface="Arial" panose="020B0604020202020204" pitchFamily="34" charset="0"/>
              </a:defRPr>
            </a:lvl1pPr>
          </a:lstStyle>
          <a:p>
            <a:pPr>
              <a:defRPr/>
            </a:pPr>
            <a:fld id="{C0B3227A-00CE-4038-89E8-926B6792E103}" type="slidenum">
              <a:rPr lang="en-US"/>
              <a:pPr>
                <a:defRPr/>
              </a:pPr>
              <a:t>‹#›</a:t>
            </a:fld>
            <a:endParaRPr lang="en-US"/>
          </a:p>
        </p:txBody>
      </p:sp>
    </p:spTree>
    <p:extLst>
      <p:ext uri="{BB962C8B-B14F-4D97-AF65-F5344CB8AC3E}">
        <p14:creationId xmlns:p14="http://schemas.microsoft.com/office/powerpoint/2010/main" val="19976847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F47AF87F-D514-4CE8-B39F-19D051A141AE}"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815" r:id="rId1"/>
    <p:sldLayoutId id="2147483816" r:id="rId2"/>
    <p:sldLayoutId id="2147483817" r:id="rId3"/>
    <p:sldLayoutId id="2147483818" r:id="rId4"/>
    <p:sldLayoutId id="2147483819" r:id="rId5"/>
    <p:sldLayoutId id="2147483820" r:id="rId6"/>
    <p:sldLayoutId id="2147483821" r:id="rId7"/>
    <p:sldLayoutId id="2147483822" r:id="rId8"/>
    <p:sldLayoutId id="2147483823" r:id="rId9"/>
    <p:sldLayoutId id="2147483824" r:id="rId10"/>
    <p:sldLayoutId id="2147483825"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76200"/>
            <a:ext cx="8229600" cy="533400"/>
          </a:xfrm>
          <a:prstGeom prst="rect">
            <a:avLst/>
          </a:prstGeom>
          <a:solidFill>
            <a:schemeClr val="tx2">
              <a:lumMod val="40000"/>
              <a:lumOff val="60000"/>
            </a:schemeClr>
          </a:solidFill>
        </p:spPr>
        <p:txBody>
          <a:bodyPr vert="horz" lIns="91440" tIns="45720" rIns="91440" bIns="45720" rtlCol="0" anchor="ctr">
            <a:noAutofit/>
          </a:bodyPr>
          <a:lstStyle/>
          <a:p>
            <a:r>
              <a:rPr lang="en-US" dirty="0"/>
              <a:t>Click to edit Master title style</a:t>
            </a:r>
          </a:p>
        </p:txBody>
      </p:sp>
      <p:sp>
        <p:nvSpPr>
          <p:cNvPr id="2051" name="Text Placeholder 2"/>
          <p:cNvSpPr>
            <a:spLocks noGrp="1"/>
          </p:cNvSpPr>
          <p:nvPr>
            <p:ph type="body" idx="1"/>
          </p:nvPr>
        </p:nvSpPr>
        <p:spPr bwMode="auto">
          <a:xfrm>
            <a:off x="457200" y="685800"/>
            <a:ext cx="8229600"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Calibri"/>
              </a:defRPr>
            </a:lvl1pPr>
          </a:lstStyle>
          <a:p>
            <a:pPr>
              <a:defRPr/>
            </a:pPr>
            <a:fld id="{D1F785C5-FACA-4041-A5E2-9B0041D50A8A}" type="datetimeFigureOut">
              <a:rPr lang="en-US"/>
              <a:pPr>
                <a:defRPr/>
              </a:pPr>
              <a:t>9/26/2023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Calibri"/>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prstClr val="black">
                    <a:tint val="75000"/>
                  </a:prstClr>
                </a:solidFill>
                <a:latin typeface="Calibri"/>
              </a:defRPr>
            </a:lvl1pPr>
          </a:lstStyle>
          <a:p>
            <a:pPr>
              <a:defRPr/>
            </a:pPr>
            <a:fld id="{BD5E2E46-EEA2-48C1-A2F4-0CD601832127}"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26" r:id="rId1"/>
    <p:sldLayoutId id="2147483827" r:id="rId2"/>
    <p:sldLayoutId id="2147483828" r:id="rId3"/>
    <p:sldLayoutId id="2147483829" r:id="rId4"/>
    <p:sldLayoutId id="2147483830" r:id="rId5"/>
    <p:sldLayoutId id="2147483831" r:id="rId6"/>
    <p:sldLayoutId id="2147483832" r:id="rId7"/>
    <p:sldLayoutId id="2147483833" r:id="rId8"/>
    <p:sldLayoutId id="2147483834" r:id="rId9"/>
    <p:sldLayoutId id="2147483835" r:id="rId10"/>
    <p:sldLayoutId id="2147483836" r:id="rId11"/>
  </p:sldLayoutIdLst>
  <p:txStyles>
    <p:titleStyle>
      <a:lvl1pPr algn="ctr" rtl="0" eaLnBrk="0" fontAlgn="base" hangingPunct="0">
        <a:spcBef>
          <a:spcPct val="0"/>
        </a:spcBef>
        <a:spcAft>
          <a:spcPct val="0"/>
        </a:spcAft>
        <a:defRPr sz="3600" b="1" kern="1200">
          <a:solidFill>
            <a:schemeClr val="tx1"/>
          </a:solidFill>
          <a:latin typeface="Garamond" pitchFamily="18" charset="0"/>
          <a:ea typeface="+mj-ea"/>
          <a:cs typeface="+mj-cs"/>
        </a:defRPr>
      </a:lvl1pPr>
      <a:lvl2pPr algn="ctr" rtl="0" eaLnBrk="0" fontAlgn="base" hangingPunct="0">
        <a:spcBef>
          <a:spcPct val="0"/>
        </a:spcBef>
        <a:spcAft>
          <a:spcPct val="0"/>
        </a:spcAft>
        <a:defRPr sz="3600" b="1">
          <a:solidFill>
            <a:schemeClr val="tx1"/>
          </a:solidFill>
          <a:latin typeface="Garamond" panose="02020404030301010803" pitchFamily="18" charset="0"/>
        </a:defRPr>
      </a:lvl2pPr>
      <a:lvl3pPr algn="ctr" rtl="0" eaLnBrk="0" fontAlgn="base" hangingPunct="0">
        <a:spcBef>
          <a:spcPct val="0"/>
        </a:spcBef>
        <a:spcAft>
          <a:spcPct val="0"/>
        </a:spcAft>
        <a:defRPr sz="3600" b="1">
          <a:solidFill>
            <a:schemeClr val="tx1"/>
          </a:solidFill>
          <a:latin typeface="Garamond" panose="02020404030301010803" pitchFamily="18" charset="0"/>
        </a:defRPr>
      </a:lvl3pPr>
      <a:lvl4pPr algn="ctr" rtl="0" eaLnBrk="0" fontAlgn="base" hangingPunct="0">
        <a:spcBef>
          <a:spcPct val="0"/>
        </a:spcBef>
        <a:spcAft>
          <a:spcPct val="0"/>
        </a:spcAft>
        <a:defRPr sz="3600" b="1">
          <a:solidFill>
            <a:schemeClr val="tx1"/>
          </a:solidFill>
          <a:latin typeface="Garamond" panose="02020404030301010803" pitchFamily="18" charset="0"/>
        </a:defRPr>
      </a:lvl4pPr>
      <a:lvl5pPr algn="ctr" rtl="0" eaLnBrk="0" fontAlgn="base" hangingPunct="0">
        <a:spcBef>
          <a:spcPct val="0"/>
        </a:spcBef>
        <a:spcAft>
          <a:spcPct val="0"/>
        </a:spcAft>
        <a:defRPr sz="3600" b="1">
          <a:solidFill>
            <a:schemeClr val="tx1"/>
          </a:solidFill>
          <a:latin typeface="Garamond" panose="02020404030301010803" pitchFamily="18" charset="0"/>
        </a:defRPr>
      </a:lvl5pPr>
      <a:lvl6pPr marL="457200" algn="ctr" rtl="0" fontAlgn="base">
        <a:spcBef>
          <a:spcPct val="0"/>
        </a:spcBef>
        <a:spcAft>
          <a:spcPct val="0"/>
        </a:spcAft>
        <a:defRPr sz="3600" b="1">
          <a:solidFill>
            <a:schemeClr val="tx1"/>
          </a:solidFill>
          <a:latin typeface="Garamond" panose="02020404030301010803" pitchFamily="18" charset="0"/>
        </a:defRPr>
      </a:lvl6pPr>
      <a:lvl7pPr marL="914400" algn="ctr" rtl="0" fontAlgn="base">
        <a:spcBef>
          <a:spcPct val="0"/>
        </a:spcBef>
        <a:spcAft>
          <a:spcPct val="0"/>
        </a:spcAft>
        <a:defRPr sz="3600" b="1">
          <a:solidFill>
            <a:schemeClr val="tx1"/>
          </a:solidFill>
          <a:latin typeface="Garamond" panose="02020404030301010803" pitchFamily="18" charset="0"/>
        </a:defRPr>
      </a:lvl7pPr>
      <a:lvl8pPr marL="1371600" algn="ctr" rtl="0" fontAlgn="base">
        <a:spcBef>
          <a:spcPct val="0"/>
        </a:spcBef>
        <a:spcAft>
          <a:spcPct val="0"/>
        </a:spcAft>
        <a:defRPr sz="3600" b="1">
          <a:solidFill>
            <a:schemeClr val="tx1"/>
          </a:solidFill>
          <a:latin typeface="Garamond" panose="02020404030301010803" pitchFamily="18" charset="0"/>
        </a:defRPr>
      </a:lvl8pPr>
      <a:lvl9pPr marL="1828800" algn="ctr" rtl="0" fontAlgn="base">
        <a:spcBef>
          <a:spcPct val="0"/>
        </a:spcBef>
        <a:spcAft>
          <a:spcPct val="0"/>
        </a:spcAft>
        <a:defRPr sz="3600" b="1">
          <a:solidFill>
            <a:schemeClr val="tx1"/>
          </a:solidFill>
          <a:latin typeface="Garamond" panose="02020404030301010803" pitchFamily="18"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Garamond" pitchFamily="18" charset="0"/>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Times" pitchFamily="18" charset="0"/>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bin"/><Relationship Id="rId3" Type="http://schemas.openxmlformats.org/officeDocument/2006/relationships/notesSlide" Target="../notesSlides/notesSlide4.xml"/><Relationship Id="rId7" Type="http://schemas.openxmlformats.org/officeDocument/2006/relationships/image" Target="../media/image5.png"/><Relationship Id="rId2" Type="http://schemas.openxmlformats.org/officeDocument/2006/relationships/slideLayout" Target="../slideLayouts/slideLayout7.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4.wmf"/><Relationship Id="rId10" Type="http://schemas.openxmlformats.org/officeDocument/2006/relationships/slide" Target="slide8.xml"/><Relationship Id="rId4" Type="http://schemas.openxmlformats.org/officeDocument/2006/relationships/oleObject" Target="../embeddings/oleObject1.bin"/><Relationship Id="rId9"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image" Target="../media/image15.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3.xml"/><Relationship Id="rId4" Type="http://schemas.openxmlformats.org/officeDocument/2006/relationships/image" Target="../media/image27.png"/></Relationships>
</file>

<file path=ppt/slides/_rels/slide3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6" name="Picture 3"/>
          <p:cNvPicPr>
            <a:picLocks noChangeAspect="1" noChangeArrowheads="1"/>
          </p:cNvPicPr>
          <p:nvPr/>
        </p:nvPicPr>
        <p:blipFill>
          <a:blip r:embed="rId3" cstate="print">
            <a:clrChange>
              <a:clrFrom>
                <a:srgbClr val="000000"/>
              </a:clrFrom>
              <a:clrTo>
                <a:srgbClr val="000000">
                  <a:alpha val="0"/>
                </a:srgbClr>
              </a:clrTo>
            </a:clrChange>
          </a:blip>
          <a:srcRect/>
          <a:stretch>
            <a:fillRect/>
          </a:stretch>
        </p:blipFill>
        <p:spPr bwMode="auto">
          <a:xfrm>
            <a:off x="6572250" y="4733925"/>
            <a:ext cx="1581150" cy="1581150"/>
          </a:xfrm>
          <a:prstGeom prst="rect">
            <a:avLst/>
          </a:prstGeom>
          <a:noFill/>
          <a:ln w="28575" algn="ctr">
            <a:noFill/>
            <a:miter lim="800000"/>
            <a:headEnd/>
            <a:tailEnd/>
          </a:ln>
        </p:spPr>
      </p:pic>
      <p:sp>
        <p:nvSpPr>
          <p:cNvPr id="2" name="Title 1"/>
          <p:cNvSpPr>
            <a:spLocks noGrp="1"/>
          </p:cNvSpPr>
          <p:nvPr>
            <p:ph type="ctrTitle"/>
          </p:nvPr>
        </p:nvSpPr>
        <p:spPr>
          <a:xfrm>
            <a:off x="217449" y="1173301"/>
            <a:ext cx="8763000" cy="3170099"/>
          </a:xfrm>
        </p:spPr>
        <p:txBody>
          <a:bodyPr>
            <a:spAutoFit/>
          </a:bodyPr>
          <a:lstStyle/>
          <a:p>
            <a:pPr algn="ctr">
              <a:defRPr/>
            </a:pPr>
            <a:r>
              <a:rPr lang="en-US" sz="4000" dirty="0">
                <a:solidFill>
                  <a:srgbClr val="3333FF"/>
                </a:solidFill>
                <a:effectLst>
                  <a:outerShdw blurRad="38100" dist="38100" dir="2700000" algn="tl">
                    <a:srgbClr val="000000">
                      <a:alpha val="43137"/>
                    </a:srgbClr>
                  </a:outerShdw>
                </a:effectLst>
              </a:rPr>
              <a:t>CE101</a:t>
            </a:r>
            <a:br>
              <a:rPr lang="en-US" sz="4000" dirty="0">
                <a:solidFill>
                  <a:srgbClr val="3333FF"/>
                </a:solidFill>
                <a:effectLst>
                  <a:outerShdw blurRad="38100" dist="38100" dir="2700000" algn="tl">
                    <a:srgbClr val="000000">
                      <a:alpha val="43137"/>
                    </a:srgbClr>
                  </a:outerShdw>
                </a:effectLst>
              </a:rPr>
            </a:br>
            <a:br>
              <a:rPr lang="en-US" sz="4000" dirty="0">
                <a:solidFill>
                  <a:srgbClr val="3333FF"/>
                </a:solidFill>
                <a:effectLst>
                  <a:outerShdw blurRad="38100" dist="38100" dir="2700000" algn="tl">
                    <a:srgbClr val="000000">
                      <a:alpha val="43137"/>
                    </a:srgbClr>
                  </a:outerShdw>
                </a:effectLst>
              </a:rPr>
            </a:br>
            <a:r>
              <a:rPr lang="en-US" sz="4000" dirty="0">
                <a:solidFill>
                  <a:srgbClr val="3333FF"/>
                </a:solidFill>
                <a:effectLst>
                  <a:outerShdw blurRad="38100" dist="38100" dir="2700000" algn="tl">
                    <a:srgbClr val="000000">
                      <a:alpha val="43137"/>
                    </a:srgbClr>
                  </a:outerShdw>
                </a:effectLst>
              </a:rPr>
              <a:t>Engineering Drawing</a:t>
            </a:r>
            <a:br>
              <a:rPr lang="en-US" sz="4000" dirty="0">
                <a:solidFill>
                  <a:srgbClr val="3333FF"/>
                </a:solidFill>
                <a:effectLst>
                  <a:outerShdw blurRad="38100" dist="38100" dir="2700000" algn="tl">
                    <a:srgbClr val="000000">
                      <a:alpha val="43137"/>
                    </a:srgbClr>
                  </a:outerShdw>
                </a:effectLst>
              </a:rPr>
            </a:br>
            <a:br>
              <a:rPr lang="en-US" sz="4000" dirty="0">
                <a:solidFill>
                  <a:srgbClr val="3333FF"/>
                </a:solidFill>
                <a:effectLst>
                  <a:outerShdw blurRad="38100" dist="38100" dir="2700000" algn="tl">
                    <a:srgbClr val="000000">
                      <a:alpha val="43137"/>
                    </a:srgbClr>
                  </a:outerShdw>
                </a:effectLst>
              </a:rPr>
            </a:br>
            <a:r>
              <a:rPr lang="en-US" sz="4000" dirty="0">
                <a:solidFill>
                  <a:srgbClr val="3333FF"/>
                </a:solidFill>
                <a:effectLst>
                  <a:outerShdw blurRad="38100" dist="38100" dir="2700000" algn="tl">
                    <a:srgbClr val="000000">
                      <a:alpha val="43137"/>
                    </a:srgbClr>
                  </a:outerShdw>
                </a:effectLst>
              </a:rPr>
              <a:t>Lec7: Section of Solids</a:t>
            </a:r>
            <a:endParaRPr lang="en-US" sz="2800" dirty="0">
              <a:solidFill>
                <a:srgbClr val="3333FF"/>
              </a:solidFill>
              <a:effectLst>
                <a:outerShdw blurRad="38100" dist="38100" dir="2700000" algn="tl">
                  <a:srgbClr val="000000">
                    <a:alpha val="43137"/>
                  </a:srgbClr>
                </a:outerShdw>
              </a:effectLst>
            </a:endParaRPr>
          </a:p>
        </p:txBody>
      </p:sp>
      <p:sp>
        <p:nvSpPr>
          <p:cNvPr id="3" name="Rectangle 2"/>
          <p:cNvSpPr/>
          <p:nvPr/>
        </p:nvSpPr>
        <p:spPr>
          <a:xfrm>
            <a:off x="533400" y="5518404"/>
            <a:ext cx="5943600" cy="461665"/>
          </a:xfrm>
          <a:prstGeom prst="rect">
            <a:avLst/>
          </a:prstGeom>
        </p:spPr>
        <p:txBody>
          <a:bodyPr wrap="square">
            <a:spAutoFit/>
          </a:bodyPr>
          <a:lstStyle/>
          <a:p>
            <a:pPr algn="l">
              <a:spcBef>
                <a:spcPts val="0"/>
              </a:spcBef>
              <a:defRPr/>
            </a:pPr>
            <a:r>
              <a:rPr lang="en-US" sz="2400" b="1" dirty="0">
                <a:effectLst>
                  <a:outerShdw blurRad="38100" dist="38100" dir="2700000" algn="tl">
                    <a:srgbClr val="000000">
                      <a:alpha val="43137"/>
                    </a:srgbClr>
                  </a:outerShdw>
                </a:effectLst>
              </a:rPr>
              <a:t>Indian Institute of Technology Guwahati</a:t>
            </a:r>
            <a:endParaRPr lang="en-US" sz="2400" b="1" dirty="0"/>
          </a:p>
        </p:txBody>
      </p:sp>
    </p:spTree>
    <p:extLst>
      <p:ext uri="{BB962C8B-B14F-4D97-AF65-F5344CB8AC3E}">
        <p14:creationId xmlns:p14="http://schemas.microsoft.com/office/powerpoint/2010/main" val="3526962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5362"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381000"/>
            <a:ext cx="8921750" cy="594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50813"/>
            <a:ext cx="9144000" cy="655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Text Box 5"/>
          <p:cNvSpPr txBox="1">
            <a:spLocks noChangeArrowheads="1"/>
          </p:cNvSpPr>
          <p:nvPr/>
        </p:nvSpPr>
        <p:spPr bwMode="auto">
          <a:xfrm>
            <a:off x="2438400" y="2362200"/>
            <a:ext cx="5486400" cy="14462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r" eaLnBrk="1" hangingPunct="1">
              <a:spcBef>
                <a:spcPct val="0"/>
              </a:spcBef>
              <a:buFontTx/>
              <a:buNone/>
            </a:pPr>
            <a:r>
              <a:rPr lang="en-US" altLang="en-US" sz="4400" b="1"/>
              <a:t>            Sections of Solids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7" presetClass="entr" presetSubtype="10" fill="hold" grpId="0" nodeType="afterEffect">
                                  <p:stCondLst>
                                    <p:cond delay="2000"/>
                                  </p:stCondLst>
                                  <p:childTnLst>
                                    <p:set>
                                      <p:cBhvr>
                                        <p:cTn id="6" dur="1" fill="hold">
                                          <p:stCondLst>
                                            <p:cond delay="0"/>
                                          </p:stCondLst>
                                        </p:cTn>
                                        <p:tgtEl>
                                          <p:spTgt spid="2053"/>
                                        </p:tgtEl>
                                        <p:attrNameLst>
                                          <p:attrName>style.visibility</p:attrName>
                                        </p:attrNameLst>
                                      </p:cBhvr>
                                      <p:to>
                                        <p:strVal val="visible"/>
                                      </p:to>
                                    </p:set>
                                    <p:anim calcmode="lin" valueType="num">
                                      <p:cBhvr>
                                        <p:cTn id="7" dur="500" fill="hold"/>
                                        <p:tgtEl>
                                          <p:spTgt spid="2053"/>
                                        </p:tgtEl>
                                        <p:attrNameLst>
                                          <p:attrName>ppt_w</p:attrName>
                                        </p:attrNameLst>
                                      </p:cBhvr>
                                      <p:tavLst>
                                        <p:tav tm="0">
                                          <p:val>
                                            <p:fltVal val="0"/>
                                          </p:val>
                                        </p:tav>
                                        <p:tav tm="100000">
                                          <p:val>
                                            <p:strVal val="#ppt_w"/>
                                          </p:val>
                                        </p:tav>
                                      </p:tavLst>
                                    </p:anim>
                                    <p:anim calcmode="lin" valueType="num">
                                      <p:cBhvr>
                                        <p:cTn id="8" dur="500" fill="hold"/>
                                        <p:tgtEl>
                                          <p:spTgt spid="205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838200" y="152400"/>
            <a:ext cx="7162800" cy="258763"/>
          </a:xfrm>
        </p:spPr>
        <p:txBody>
          <a:bodyPr/>
          <a:lstStyle/>
          <a:p>
            <a:r>
              <a:rPr lang="en-US" altLang="en-US"/>
              <a:t>Sectional Views</a:t>
            </a:r>
          </a:p>
        </p:txBody>
      </p:sp>
      <p:sp>
        <p:nvSpPr>
          <p:cNvPr id="3" name="Content Placeholder 2"/>
          <p:cNvSpPr>
            <a:spLocks noGrp="1"/>
          </p:cNvSpPr>
          <p:nvPr>
            <p:ph idx="1"/>
          </p:nvPr>
        </p:nvSpPr>
        <p:spPr>
          <a:xfrm>
            <a:off x="533400" y="533400"/>
            <a:ext cx="8229600" cy="4525963"/>
          </a:xfrm>
        </p:spPr>
        <p:txBody>
          <a:bodyPr/>
          <a:lstStyle/>
          <a:p>
            <a:pPr algn="just">
              <a:lnSpc>
                <a:spcPct val="150000"/>
              </a:lnSpc>
              <a:spcBef>
                <a:spcPct val="50000"/>
              </a:spcBef>
            </a:pPr>
            <a:r>
              <a:rPr lang="en-US" altLang="en-US" sz="2400">
                <a:solidFill>
                  <a:srgbClr val="FF0000"/>
                </a:solidFill>
              </a:rPr>
              <a:t>If there are many hidden lines, it is difficult to visualize the shape of the object</a:t>
            </a:r>
          </a:p>
          <a:p>
            <a:pPr lvl="1" algn="just">
              <a:lnSpc>
                <a:spcPct val="150000"/>
              </a:lnSpc>
              <a:spcBef>
                <a:spcPct val="50000"/>
              </a:spcBef>
            </a:pPr>
            <a:r>
              <a:rPr lang="en-US" altLang="en-US" sz="2400" b="1">
                <a:solidFill>
                  <a:srgbClr val="FF0000"/>
                </a:solidFill>
              </a:rPr>
              <a:t>unnecessarily complicated and confusing.</a:t>
            </a:r>
          </a:p>
          <a:p>
            <a:pPr algn="just">
              <a:lnSpc>
                <a:spcPct val="150000"/>
              </a:lnSpc>
              <a:spcBef>
                <a:spcPct val="50000"/>
              </a:spcBef>
            </a:pPr>
            <a:r>
              <a:rPr lang="en-US" altLang="en-US" sz="2400"/>
              <a:t>Therefore, the general practice is to draw sectional views for complex objects in addition to or instead of simple orthographic views. </a:t>
            </a:r>
          </a:p>
          <a:p>
            <a:pPr algn="just">
              <a:lnSpc>
                <a:spcPct val="150000"/>
              </a:lnSpc>
              <a:spcBef>
                <a:spcPct val="50000"/>
              </a:spcBef>
            </a:pPr>
            <a:r>
              <a:rPr lang="en-US" altLang="en-US" sz="2400">
                <a:solidFill>
                  <a:srgbClr val="FF0000"/>
                </a:solidFill>
              </a:rPr>
              <a:t>A sectional view, as the name suggests, is obtained by taking the section of the object along a particular plane. An imaginary cutting plane is used to obtain the section of the object.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par>
                          <p:cTn id="8" fill="hold" nodeType="afterGroup">
                            <p:stCondLst>
                              <p:cond delay="500"/>
                            </p:stCondLst>
                            <p:childTnLst>
                              <p:par>
                                <p:cTn id="9" presetID="3" presetClass="entr" presetSubtype="1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blinds(horizontal)">
                                      <p:cBhvr>
                                        <p:cTn id="11" dur="500"/>
                                        <p:tgtEl>
                                          <p:spTgt spid="3">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blinds(horizontal)">
                                      <p:cBhvr>
                                        <p:cTn id="16" dur="500"/>
                                        <p:tgtEl>
                                          <p:spTgt spid="3">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blinds(horizontal)">
                                      <p:cBhvr>
                                        <p:cTn id="21"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r>
              <a:rPr lang="en-US" altLang="en-US"/>
              <a:t>Theory of Sectioning</a:t>
            </a:r>
          </a:p>
        </p:txBody>
      </p:sp>
      <p:sp>
        <p:nvSpPr>
          <p:cNvPr id="3" name="Content Placeholder 2"/>
          <p:cNvSpPr>
            <a:spLocks noGrp="1"/>
          </p:cNvSpPr>
          <p:nvPr>
            <p:ph idx="1"/>
          </p:nvPr>
        </p:nvSpPr>
        <p:spPr/>
        <p:txBody>
          <a:bodyPr>
            <a:normAutofit fontScale="85000" lnSpcReduction="10000"/>
          </a:bodyPr>
          <a:lstStyle/>
          <a:p>
            <a:pPr>
              <a:defRPr/>
            </a:pPr>
            <a:r>
              <a:rPr lang="en-US" dirty="0">
                <a:solidFill>
                  <a:srgbClr val="0000FF"/>
                </a:solidFill>
              </a:rPr>
              <a:t>Whenever a section plane cuts a solid, it intersects (and or coincides with) the edges of the solids. </a:t>
            </a:r>
          </a:p>
          <a:p>
            <a:pPr>
              <a:defRPr/>
            </a:pPr>
            <a:r>
              <a:rPr lang="en-US" dirty="0">
                <a:solidFill>
                  <a:srgbClr val="C00000"/>
                </a:solidFill>
              </a:rPr>
              <a:t>The point at which the section plane intersects an edge of the solid is called the </a:t>
            </a:r>
            <a:r>
              <a:rPr lang="en-US" i="1" dirty="0">
                <a:solidFill>
                  <a:srgbClr val="C00000"/>
                </a:solidFill>
              </a:rPr>
              <a:t>point of intersection </a:t>
            </a:r>
            <a:r>
              <a:rPr lang="en-US" dirty="0">
                <a:solidFill>
                  <a:srgbClr val="C00000"/>
                </a:solidFill>
              </a:rPr>
              <a:t>(POI). </a:t>
            </a:r>
          </a:p>
          <a:p>
            <a:pPr>
              <a:defRPr/>
            </a:pPr>
            <a:r>
              <a:rPr lang="en-US" dirty="0">
                <a:solidFill>
                  <a:srgbClr val="0000FF"/>
                </a:solidFill>
              </a:rPr>
              <a:t>POIs are located in one view and then projected in the desired view to draw the section.</a:t>
            </a:r>
          </a:p>
          <a:p>
            <a:pPr>
              <a:defRPr/>
            </a:pPr>
            <a:r>
              <a:rPr lang="en-US" dirty="0">
                <a:solidFill>
                  <a:srgbClr val="C00000"/>
                </a:solidFill>
              </a:rPr>
              <a:t>In case of the solids having a curved surface, viz., cylinder, cone and sphere, POIs are located between the cutting plane and the lateral lines.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a:xfrm>
            <a:off x="866775" y="96838"/>
            <a:ext cx="7772400" cy="758825"/>
          </a:xfrm>
        </p:spPr>
        <p:txBody>
          <a:bodyPr/>
          <a:lstStyle/>
          <a:p>
            <a:r>
              <a:rPr lang="en-US" altLang="en-US" sz="2800"/>
              <a:t>Types of Cutting Planes and Their Representation</a:t>
            </a:r>
          </a:p>
        </p:txBody>
      </p:sp>
      <p:sp>
        <p:nvSpPr>
          <p:cNvPr id="6" name="Rectangle 5"/>
          <p:cNvSpPr>
            <a:spLocks noChangeArrowheads="1"/>
          </p:cNvSpPr>
          <p:nvPr/>
        </p:nvSpPr>
        <p:spPr bwMode="auto">
          <a:xfrm>
            <a:off x="457200" y="1127125"/>
            <a:ext cx="7239000" cy="3170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171450" indent="-17145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just">
              <a:spcBef>
                <a:spcPct val="50000"/>
              </a:spcBef>
            </a:pPr>
            <a:r>
              <a:rPr lang="en-US" altLang="en-US" sz="2000" b="1">
                <a:latin typeface="Garamond" panose="02020404030301010803" pitchFamily="18" charset="0"/>
              </a:rPr>
              <a:t>A cutting plane is represented by a cutting plane line</a:t>
            </a:r>
          </a:p>
          <a:p>
            <a:pPr algn="just">
              <a:spcBef>
                <a:spcPct val="50000"/>
              </a:spcBef>
            </a:pPr>
            <a:r>
              <a:rPr lang="en-US" altLang="en-US" sz="2000" b="1">
                <a:latin typeface="Garamond" panose="02020404030301010803" pitchFamily="18" charset="0"/>
              </a:rPr>
              <a:t>The cutting plane line indicates the line view of the cutting plane. </a:t>
            </a:r>
          </a:p>
          <a:p>
            <a:pPr algn="just">
              <a:spcBef>
                <a:spcPct val="50000"/>
              </a:spcBef>
            </a:pPr>
            <a:r>
              <a:rPr lang="en-US" altLang="en-US" sz="2000" b="1">
                <a:latin typeface="Garamond" panose="02020404030301010803" pitchFamily="18" charset="0"/>
              </a:rPr>
              <a:t>The two ends of the cutting plane line are made </a:t>
            </a:r>
            <a:r>
              <a:rPr lang="en-US" altLang="en-US" sz="2000" b="1">
                <a:solidFill>
                  <a:srgbClr val="FF0000"/>
                </a:solidFill>
                <a:latin typeface="Garamond" panose="02020404030301010803" pitchFamily="18" charset="0"/>
              </a:rPr>
              <a:t>slightly thicker and </a:t>
            </a:r>
          </a:p>
          <a:p>
            <a:pPr algn="just">
              <a:spcBef>
                <a:spcPct val="50000"/>
              </a:spcBef>
            </a:pPr>
            <a:r>
              <a:rPr lang="en-US" altLang="en-US" sz="2000" b="1">
                <a:solidFill>
                  <a:srgbClr val="FF0000"/>
                </a:solidFill>
                <a:latin typeface="Garamond" panose="02020404030301010803" pitchFamily="18" charset="0"/>
              </a:rPr>
              <a:t>provided with arrows</a:t>
            </a:r>
            <a:r>
              <a:rPr lang="en-US" altLang="en-US" sz="2000" b="1">
                <a:latin typeface="Garamond" panose="02020404030301010803" pitchFamily="18" charset="0"/>
              </a:rPr>
              <a:t>. </a:t>
            </a:r>
          </a:p>
          <a:p>
            <a:pPr algn="just">
              <a:spcBef>
                <a:spcPct val="50000"/>
              </a:spcBef>
            </a:pPr>
            <a:r>
              <a:rPr lang="en-US" altLang="en-US" sz="2000" b="1">
                <a:latin typeface="Garamond" panose="02020404030301010803" pitchFamily="18" charset="0"/>
              </a:rPr>
              <a:t>The direction of the arrow indicates the direction of viewing of the object. </a:t>
            </a:r>
          </a:p>
        </p:txBody>
      </p:sp>
      <p:sp>
        <p:nvSpPr>
          <p:cNvPr id="9" name="Rectangle 8"/>
          <p:cNvSpPr/>
          <p:nvPr/>
        </p:nvSpPr>
        <p:spPr>
          <a:xfrm>
            <a:off x="2916238" y="4367213"/>
            <a:ext cx="1752600" cy="2438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1" name="Rectangle 10"/>
          <p:cNvSpPr/>
          <p:nvPr/>
        </p:nvSpPr>
        <p:spPr>
          <a:xfrm>
            <a:off x="4495800" y="4419600"/>
            <a:ext cx="4648200" cy="2438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20486" name="Group 6"/>
          <p:cNvGrpSpPr>
            <a:grpSpLocks/>
          </p:cNvGrpSpPr>
          <p:nvPr/>
        </p:nvGrpSpPr>
        <p:grpSpPr bwMode="auto">
          <a:xfrm>
            <a:off x="3048000" y="4114800"/>
            <a:ext cx="3048000" cy="2141538"/>
            <a:chOff x="1872" y="3156"/>
            <a:chExt cx="1560" cy="1056"/>
          </a:xfrm>
        </p:grpSpPr>
        <p:grpSp>
          <p:nvGrpSpPr>
            <p:cNvPr id="20487" name="Group 7"/>
            <p:cNvGrpSpPr>
              <a:grpSpLocks/>
            </p:cNvGrpSpPr>
            <p:nvPr/>
          </p:nvGrpSpPr>
          <p:grpSpPr bwMode="auto">
            <a:xfrm>
              <a:off x="1872" y="3156"/>
              <a:ext cx="1560" cy="1056"/>
              <a:chOff x="1950" y="3120"/>
              <a:chExt cx="1560" cy="1056"/>
            </a:xfrm>
          </p:grpSpPr>
          <p:sp>
            <p:nvSpPr>
              <p:cNvPr id="20489" name="Oval 8"/>
              <p:cNvSpPr>
                <a:spLocks noChangeArrowheads="1"/>
              </p:cNvSpPr>
              <p:nvPr/>
            </p:nvSpPr>
            <p:spPr bwMode="auto">
              <a:xfrm>
                <a:off x="2496" y="3840"/>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0490" name="Line 9"/>
              <p:cNvSpPr>
                <a:spLocks noChangeShapeType="1"/>
              </p:cNvSpPr>
              <p:nvPr/>
            </p:nvSpPr>
            <p:spPr bwMode="auto">
              <a:xfrm>
                <a:off x="2352" y="3792"/>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491" name="AutoShape 10"/>
              <p:cNvSpPr>
                <a:spLocks noChangeArrowheads="1"/>
              </p:cNvSpPr>
              <p:nvPr/>
            </p:nvSpPr>
            <p:spPr bwMode="auto">
              <a:xfrm>
                <a:off x="2490" y="3408"/>
                <a:ext cx="336" cy="384"/>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0492" name="Line 11"/>
              <p:cNvSpPr>
                <a:spLocks noChangeShapeType="1"/>
              </p:cNvSpPr>
              <p:nvPr/>
            </p:nvSpPr>
            <p:spPr bwMode="auto">
              <a:xfrm flipV="1">
                <a:off x="2448" y="3216"/>
                <a:ext cx="816" cy="528"/>
              </a:xfrm>
              <a:prstGeom prst="line">
                <a:avLst/>
              </a:prstGeom>
              <a:noFill/>
              <a:ln w="1905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0493" name="Line 12"/>
              <p:cNvSpPr>
                <a:spLocks noChangeShapeType="1"/>
              </p:cNvSpPr>
              <p:nvPr/>
            </p:nvSpPr>
            <p:spPr bwMode="auto">
              <a:xfrm flipV="1">
                <a:off x="2664" y="3216"/>
                <a:ext cx="0" cy="144"/>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2" name="Text Box 13"/>
              <p:cNvSpPr txBox="1">
                <a:spLocks noChangeArrowheads="1"/>
              </p:cNvSpPr>
              <p:nvPr/>
            </p:nvSpPr>
            <p:spPr bwMode="auto">
              <a:xfrm>
                <a:off x="2406" y="3120"/>
                <a:ext cx="555"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sz="1000">
                    <a:effectLst>
                      <a:outerShdw blurRad="38100" dist="38100" dir="2700000" algn="tl">
                        <a:srgbClr val="C0C0C0"/>
                      </a:outerShdw>
                    </a:effectLst>
                    <a:latin typeface="Times New Roman" panose="02020603050405020304" pitchFamily="18" charset="0"/>
                  </a:rPr>
                  <a:t>OBSERVER</a:t>
                </a:r>
              </a:p>
            </p:txBody>
          </p:sp>
          <p:sp>
            <p:nvSpPr>
              <p:cNvPr id="20495" name="Line 14"/>
              <p:cNvSpPr>
                <a:spLocks noChangeShapeType="1"/>
              </p:cNvSpPr>
              <p:nvPr/>
            </p:nvSpPr>
            <p:spPr bwMode="auto">
              <a:xfrm>
                <a:off x="2448" y="3408"/>
                <a:ext cx="144"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4" name="Text Box 15"/>
              <p:cNvSpPr txBox="1">
                <a:spLocks noChangeArrowheads="1"/>
              </p:cNvSpPr>
              <p:nvPr/>
            </p:nvSpPr>
            <p:spPr bwMode="auto">
              <a:xfrm>
                <a:off x="1950" y="3256"/>
                <a:ext cx="588"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sz="1000" dirty="0">
                    <a:effectLst>
                      <a:outerShdw blurRad="38100" dist="38100" dir="2700000" algn="tl">
                        <a:srgbClr val="C0C0C0"/>
                      </a:outerShdw>
                    </a:effectLst>
                    <a:latin typeface="Times New Roman" panose="02020603050405020304" pitchFamily="18" charset="0"/>
                  </a:rPr>
                  <a:t>ASSUME </a:t>
                </a:r>
              </a:p>
              <a:p>
                <a:pPr eaLnBrk="1" hangingPunct="1">
                  <a:defRPr/>
                </a:pPr>
                <a:r>
                  <a:rPr lang="en-US" sz="1000" dirty="0">
                    <a:effectLst>
                      <a:outerShdw blurRad="38100" dist="38100" dir="2700000" algn="tl">
                        <a:srgbClr val="C0C0C0"/>
                      </a:outerShdw>
                    </a:effectLst>
                    <a:latin typeface="Times New Roman" panose="02020603050405020304" pitchFamily="18" charset="0"/>
                  </a:rPr>
                  <a:t>UPPER PART</a:t>
                </a:r>
              </a:p>
              <a:p>
                <a:pPr eaLnBrk="1" hangingPunct="1">
                  <a:defRPr/>
                </a:pPr>
                <a:r>
                  <a:rPr lang="en-US" sz="1000" dirty="0">
                    <a:effectLst>
                      <a:outerShdw blurRad="38100" dist="38100" dir="2700000" algn="tl">
                        <a:srgbClr val="C0C0C0"/>
                      </a:outerShdw>
                    </a:effectLst>
                    <a:latin typeface="Times New Roman" panose="02020603050405020304" pitchFamily="18" charset="0"/>
                  </a:rPr>
                  <a:t>REMOVED </a:t>
                </a:r>
              </a:p>
            </p:txBody>
          </p:sp>
          <p:sp>
            <p:nvSpPr>
              <p:cNvPr id="25" name="Text Box 16"/>
              <p:cNvSpPr txBox="1">
                <a:spLocks noChangeArrowheads="1"/>
              </p:cNvSpPr>
              <p:nvPr/>
            </p:nvSpPr>
            <p:spPr bwMode="auto">
              <a:xfrm rot="19563713">
                <a:off x="2818" y="3268"/>
                <a:ext cx="69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sz="900">
                    <a:effectLst>
                      <a:outerShdw blurRad="38100" dist="38100" dir="2700000" algn="tl">
                        <a:srgbClr val="C0C0C0"/>
                      </a:outerShdw>
                    </a:effectLst>
                    <a:latin typeface="Times New Roman" panose="02020603050405020304" pitchFamily="18" charset="0"/>
                  </a:rPr>
                  <a:t>SECTON PLANE </a:t>
                </a:r>
              </a:p>
              <a:p>
                <a:pPr algn="ctr" eaLnBrk="1" hangingPunct="1">
                  <a:defRPr/>
                </a:pPr>
                <a:r>
                  <a:rPr lang="en-US" sz="900">
                    <a:effectLst>
                      <a:outerShdw blurRad="38100" dist="38100" dir="2700000" algn="tl">
                        <a:srgbClr val="C0C0C0"/>
                      </a:outerShdw>
                    </a:effectLst>
                    <a:latin typeface="Times New Roman" panose="02020603050405020304" pitchFamily="18" charset="0"/>
                  </a:rPr>
                  <a:t>IN FV.</a:t>
                </a:r>
              </a:p>
            </p:txBody>
          </p:sp>
        </p:grpSp>
        <p:sp>
          <p:nvSpPr>
            <p:cNvPr id="20488" name="Line 17"/>
            <p:cNvSpPr>
              <a:spLocks noChangeShapeType="1"/>
            </p:cNvSpPr>
            <p:nvPr/>
          </p:nvSpPr>
          <p:spPr bwMode="auto">
            <a:xfrm>
              <a:off x="2580" y="3408"/>
              <a:ext cx="0" cy="432"/>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blinds(horizontal)">
                                      <p:cBhvr>
                                        <p:cTn id="7" dur="500"/>
                                        <p:tgtEl>
                                          <p:spTgt spid="6">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
                                            <p:txEl>
                                              <p:pRg st="3" end="3"/>
                                            </p:txEl>
                                          </p:spTgt>
                                        </p:tgtEl>
                                        <p:attrNameLst>
                                          <p:attrName>style.visibility</p:attrName>
                                        </p:attrNameLst>
                                      </p:cBhvr>
                                      <p:to>
                                        <p:strVal val="visible"/>
                                      </p:to>
                                    </p:set>
                                    <p:animEffect transition="in" filter="blinds(horizontal)">
                                      <p:cBhvr>
                                        <p:cTn id="12" dur="500"/>
                                        <p:tgtEl>
                                          <p:spTgt spid="6">
                                            <p:txEl>
                                              <p:pRg st="3" end="3"/>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animEffect transition="in" filter="blinds(horizontal)">
                                      <p:cBhvr>
                                        <p:cTn id="15" dur="500"/>
                                        <p:tgtEl>
                                          <p:spTgt spid="6">
                                            <p:txEl>
                                              <p:pRg st="4" end="4"/>
                                            </p:txEl>
                                          </p:spTgt>
                                        </p:tgtEl>
                                      </p:cBhvr>
                                    </p:animEffect>
                                  </p:childTnLst>
                                </p:cTn>
                              </p:par>
                            </p:childTnLst>
                          </p:cTn>
                        </p:par>
                        <p:par>
                          <p:cTn id="16" fill="hold" nodeType="afterGroup">
                            <p:stCondLst>
                              <p:cond delay="500"/>
                            </p:stCondLst>
                            <p:childTnLst>
                              <p:par>
                                <p:cTn id="17" presetID="2" presetClass="exit" presetSubtype="4" fill="hold" grpId="0" nodeType="afterEffect">
                                  <p:stCondLst>
                                    <p:cond delay="0"/>
                                  </p:stCondLst>
                                  <p:childTnLst>
                                    <p:anim calcmode="lin" valueType="num">
                                      <p:cBhvr additive="base">
                                        <p:cTn id="18" dur="500"/>
                                        <p:tgtEl>
                                          <p:spTgt spid="9"/>
                                        </p:tgtEl>
                                        <p:attrNameLst>
                                          <p:attrName>ppt_x</p:attrName>
                                        </p:attrNameLst>
                                      </p:cBhvr>
                                      <p:tavLst>
                                        <p:tav tm="0">
                                          <p:val>
                                            <p:strVal val="ppt_x"/>
                                          </p:val>
                                        </p:tav>
                                        <p:tav tm="100000">
                                          <p:val>
                                            <p:strVal val="ppt_x"/>
                                          </p:val>
                                        </p:tav>
                                      </p:tavLst>
                                    </p:anim>
                                    <p:anim calcmode="lin" valueType="num">
                                      <p:cBhvr additive="base">
                                        <p:cTn id="19" dur="500"/>
                                        <p:tgtEl>
                                          <p:spTgt spid="9"/>
                                        </p:tgtEl>
                                        <p:attrNameLst>
                                          <p:attrName>ppt_y</p:attrName>
                                        </p:attrNameLst>
                                      </p:cBhvr>
                                      <p:tavLst>
                                        <p:tav tm="0">
                                          <p:val>
                                            <p:strVal val="ppt_y"/>
                                          </p:val>
                                        </p:tav>
                                        <p:tav tm="100000">
                                          <p:val>
                                            <p:strVal val="1+ppt_h/2"/>
                                          </p:val>
                                        </p:tav>
                                      </p:tavLst>
                                    </p:anim>
                                    <p:set>
                                      <p:cBhvr>
                                        <p:cTn id="20" dur="1" fill="hold">
                                          <p:stCondLst>
                                            <p:cond delay="499"/>
                                          </p:stCondLst>
                                        </p:cTn>
                                        <p:tgtEl>
                                          <p:spTgt spid="9"/>
                                        </p:tgtEl>
                                        <p:attrNameLst>
                                          <p:attrName>style.visibility</p:attrName>
                                        </p:attrNameLst>
                                      </p:cBhvr>
                                      <p:to>
                                        <p:strVal val="hidden"/>
                                      </p:to>
                                    </p:set>
                                  </p:childTnLst>
                                </p:cTn>
                              </p:par>
                            </p:childTnLst>
                          </p:cTn>
                        </p:par>
                        <p:par>
                          <p:cTn id="21" fill="hold" nodeType="afterGroup">
                            <p:stCondLst>
                              <p:cond delay="1000"/>
                            </p:stCondLst>
                            <p:childTnLst>
                              <p:par>
                                <p:cTn id="22" presetID="2" presetClass="exit" presetSubtype="4" fill="hold" grpId="0" nodeType="afterEffect">
                                  <p:stCondLst>
                                    <p:cond delay="0"/>
                                  </p:stCondLst>
                                  <p:childTnLst>
                                    <p:anim calcmode="lin" valueType="num">
                                      <p:cBhvr additive="base">
                                        <p:cTn id="23" dur="500"/>
                                        <p:tgtEl>
                                          <p:spTgt spid="11"/>
                                        </p:tgtEl>
                                        <p:attrNameLst>
                                          <p:attrName>ppt_x</p:attrName>
                                        </p:attrNameLst>
                                      </p:cBhvr>
                                      <p:tavLst>
                                        <p:tav tm="0">
                                          <p:val>
                                            <p:strVal val="ppt_x"/>
                                          </p:val>
                                        </p:tav>
                                        <p:tav tm="100000">
                                          <p:val>
                                            <p:strVal val="ppt_x"/>
                                          </p:val>
                                        </p:tav>
                                      </p:tavLst>
                                    </p:anim>
                                    <p:anim calcmode="lin" valueType="num">
                                      <p:cBhvr additive="base">
                                        <p:cTn id="24" dur="500"/>
                                        <p:tgtEl>
                                          <p:spTgt spid="11"/>
                                        </p:tgtEl>
                                        <p:attrNameLst>
                                          <p:attrName>ppt_y</p:attrName>
                                        </p:attrNameLst>
                                      </p:cBhvr>
                                      <p:tavLst>
                                        <p:tav tm="0">
                                          <p:val>
                                            <p:strVal val="ppt_y"/>
                                          </p:val>
                                        </p:tav>
                                        <p:tav tm="100000">
                                          <p:val>
                                            <p:strVal val="1+ppt_h/2"/>
                                          </p:val>
                                        </p:tav>
                                      </p:tavLst>
                                    </p:anim>
                                    <p:set>
                                      <p:cBhvr>
                                        <p:cTn id="25" dur="1" fill="hold">
                                          <p:stCondLst>
                                            <p:cond delay="499"/>
                                          </p:stCondLst>
                                        </p:cTn>
                                        <p:tgtEl>
                                          <p:spTgt spid="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6050" name="AutoShape 2"/>
          <p:cNvSpPr>
            <a:spLocks noChangeArrowheads="1"/>
          </p:cNvSpPr>
          <p:nvPr/>
        </p:nvSpPr>
        <p:spPr bwMode="auto">
          <a:xfrm>
            <a:off x="228600" y="133350"/>
            <a:ext cx="4648200" cy="1371600"/>
          </a:xfrm>
          <a:prstGeom prst="wedgeRectCallout">
            <a:avLst>
              <a:gd name="adj1" fmla="val 56556"/>
              <a:gd name="adj2" fmla="val -19676"/>
            </a:avLst>
          </a:prstGeom>
          <a:solidFill>
            <a:srgbClr val="99FF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1" hangingPunct="1">
              <a:defRPr/>
            </a:pPr>
            <a:endParaRPr lang="en-US" sz="1400">
              <a:effectLst>
                <a:outerShdw blurRad="38100" dist="38100" dir="2700000" algn="tl">
                  <a:srgbClr val="FFFFFF"/>
                </a:outerShdw>
              </a:effectLst>
              <a:latin typeface="Times New Roman" panose="02020603050405020304" pitchFamily="18" charset="0"/>
            </a:endParaRPr>
          </a:p>
        </p:txBody>
      </p:sp>
      <p:sp>
        <p:nvSpPr>
          <p:cNvPr id="386051" name="Text Box 3"/>
          <p:cNvSpPr txBox="1">
            <a:spLocks noChangeArrowheads="1"/>
          </p:cNvSpPr>
          <p:nvPr/>
        </p:nvSpPr>
        <p:spPr bwMode="auto">
          <a:xfrm>
            <a:off x="280988" y="179388"/>
            <a:ext cx="4540250" cy="1190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defRPr/>
            </a:pPr>
            <a:r>
              <a:rPr lang="en-US" dirty="0">
                <a:solidFill>
                  <a:srgbClr val="FF0066"/>
                </a:solidFill>
                <a:effectLst>
                  <a:outerShdw blurRad="38100" dist="38100" dir="2700000" algn="tl">
                    <a:srgbClr val="C0C0C0"/>
                  </a:outerShdw>
                </a:effectLst>
                <a:latin typeface="Arial Black" panose="020B0A04020102020204" pitchFamily="34" charset="0"/>
              </a:rPr>
              <a:t>SECTIONING A SOLID.</a:t>
            </a:r>
          </a:p>
          <a:p>
            <a:pPr algn="ctr" eaLnBrk="1" hangingPunct="1">
              <a:defRPr/>
            </a:pPr>
            <a:r>
              <a:rPr lang="en-US" dirty="0">
                <a:effectLst>
                  <a:outerShdw blurRad="38100" dist="38100" dir="2700000" algn="tl">
                    <a:srgbClr val="C0C0C0"/>
                  </a:outerShdw>
                </a:effectLst>
                <a:latin typeface="Times New Roman" panose="02020603050405020304" pitchFamily="18" charset="0"/>
              </a:rPr>
              <a:t>An object ( here a solid ) is cut by </a:t>
            </a:r>
          </a:p>
          <a:p>
            <a:pPr algn="ctr" eaLnBrk="1" hangingPunct="1">
              <a:defRPr/>
            </a:pPr>
            <a:r>
              <a:rPr lang="en-US" dirty="0">
                <a:effectLst>
                  <a:outerShdw blurRad="38100" dist="38100" dir="2700000" algn="tl">
                    <a:srgbClr val="C0C0C0"/>
                  </a:outerShdw>
                </a:effectLst>
                <a:latin typeface="Times New Roman" panose="02020603050405020304" pitchFamily="18" charset="0"/>
              </a:rPr>
              <a:t>some imaginary cutting plane</a:t>
            </a:r>
          </a:p>
          <a:p>
            <a:pPr algn="ctr" eaLnBrk="1" hangingPunct="1">
              <a:defRPr/>
            </a:pPr>
            <a:r>
              <a:rPr lang="en-US" dirty="0">
                <a:effectLst>
                  <a:outerShdw blurRad="38100" dist="38100" dir="2700000" algn="tl">
                    <a:srgbClr val="C0C0C0"/>
                  </a:outerShdw>
                </a:effectLst>
                <a:latin typeface="Times New Roman" panose="02020603050405020304" pitchFamily="18" charset="0"/>
              </a:rPr>
              <a:t> to understand internal details of that object.</a:t>
            </a:r>
          </a:p>
        </p:txBody>
      </p:sp>
      <p:sp>
        <p:nvSpPr>
          <p:cNvPr id="386052" name="Text Box 4"/>
          <p:cNvSpPr txBox="1">
            <a:spLocks noChangeArrowheads="1"/>
          </p:cNvSpPr>
          <p:nvPr/>
        </p:nvSpPr>
        <p:spPr bwMode="auto">
          <a:xfrm>
            <a:off x="5724525" y="255588"/>
            <a:ext cx="3048000" cy="14652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dirty="0">
                <a:effectLst>
                  <a:outerShdw blurRad="38100" dist="38100" dir="2700000" algn="tl">
                    <a:srgbClr val="C0C0C0"/>
                  </a:outerShdw>
                </a:effectLst>
                <a:latin typeface="Times New Roman" panose="02020603050405020304" pitchFamily="18" charset="0"/>
              </a:rPr>
              <a:t>The action of cutting is called</a:t>
            </a:r>
          </a:p>
          <a:p>
            <a:pPr algn="ctr" eaLnBrk="1" hangingPunct="1">
              <a:defRPr/>
            </a:pPr>
            <a:r>
              <a:rPr lang="en-US" dirty="0">
                <a:effectLst>
                  <a:outerShdw blurRad="38100" dist="38100" dir="2700000" algn="tl">
                    <a:srgbClr val="C0C0C0"/>
                  </a:outerShdw>
                </a:effectLst>
                <a:latin typeface="Times New Roman" panose="02020603050405020304" pitchFamily="18" charset="0"/>
              </a:rPr>
              <a:t> </a:t>
            </a:r>
            <a:r>
              <a:rPr lang="en-US" dirty="0">
                <a:solidFill>
                  <a:schemeClr val="accent2"/>
                </a:solidFill>
                <a:effectLst>
                  <a:outerShdw blurRad="38100" dist="38100" dir="2700000" algn="tl">
                    <a:srgbClr val="C0C0C0"/>
                  </a:outerShdw>
                </a:effectLst>
                <a:latin typeface="Times New Roman" panose="02020603050405020304" pitchFamily="18" charset="0"/>
              </a:rPr>
              <a:t>SECTIONING</a:t>
            </a:r>
            <a:r>
              <a:rPr lang="en-US" dirty="0">
                <a:effectLst>
                  <a:outerShdw blurRad="38100" dist="38100" dir="2700000" algn="tl">
                    <a:srgbClr val="C0C0C0"/>
                  </a:outerShdw>
                </a:effectLst>
                <a:latin typeface="Times New Roman" panose="02020603050405020304" pitchFamily="18" charset="0"/>
              </a:rPr>
              <a:t> a solid</a:t>
            </a:r>
          </a:p>
          <a:p>
            <a:pPr algn="ctr" eaLnBrk="1" hangingPunct="1">
              <a:defRPr/>
            </a:pPr>
            <a:r>
              <a:rPr lang="en-US" dirty="0">
                <a:effectLst>
                  <a:outerShdw blurRad="38100" dist="38100" dir="2700000" algn="tl">
                    <a:srgbClr val="C0C0C0"/>
                  </a:outerShdw>
                </a:effectLst>
                <a:latin typeface="Times New Roman" panose="02020603050405020304" pitchFamily="18" charset="0"/>
              </a:rPr>
              <a:t>&amp;</a:t>
            </a:r>
          </a:p>
          <a:p>
            <a:pPr algn="ctr" eaLnBrk="1" hangingPunct="1">
              <a:defRPr/>
            </a:pPr>
            <a:r>
              <a:rPr lang="en-US" dirty="0">
                <a:effectLst>
                  <a:outerShdw blurRad="38100" dist="38100" dir="2700000" algn="tl">
                    <a:srgbClr val="C0C0C0"/>
                  </a:outerShdw>
                </a:effectLst>
                <a:latin typeface="Times New Roman" panose="02020603050405020304" pitchFamily="18" charset="0"/>
              </a:rPr>
              <a:t>The plane of cutting is called</a:t>
            </a:r>
          </a:p>
          <a:p>
            <a:pPr algn="ctr" eaLnBrk="1" hangingPunct="1">
              <a:defRPr/>
            </a:pPr>
            <a:r>
              <a:rPr lang="en-US" dirty="0">
                <a:effectLst>
                  <a:outerShdw blurRad="38100" dist="38100" dir="2700000" algn="tl">
                    <a:srgbClr val="C0C0C0"/>
                  </a:outerShdw>
                </a:effectLst>
                <a:latin typeface="Times New Roman" panose="02020603050405020304" pitchFamily="18" charset="0"/>
              </a:rPr>
              <a:t> </a:t>
            </a:r>
            <a:r>
              <a:rPr lang="en-US" dirty="0">
                <a:solidFill>
                  <a:srgbClr val="CC0000"/>
                </a:solidFill>
                <a:effectLst>
                  <a:outerShdw blurRad="38100" dist="38100" dir="2700000" algn="tl">
                    <a:srgbClr val="C0C0C0"/>
                  </a:outerShdw>
                </a:effectLst>
                <a:latin typeface="Times New Roman" panose="02020603050405020304" pitchFamily="18" charset="0"/>
              </a:rPr>
              <a:t>SECTION PLANE.</a:t>
            </a:r>
          </a:p>
        </p:txBody>
      </p:sp>
      <p:sp>
        <p:nvSpPr>
          <p:cNvPr id="386053" name="Text Box 5"/>
          <p:cNvSpPr txBox="1">
            <a:spLocks noChangeArrowheads="1"/>
          </p:cNvSpPr>
          <p:nvPr/>
        </p:nvSpPr>
        <p:spPr bwMode="auto">
          <a:xfrm>
            <a:off x="109538" y="1701800"/>
            <a:ext cx="6367462" cy="4983163"/>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457200" indent="-457200">
              <a:defRPr>
                <a:solidFill>
                  <a:schemeClr val="tx1"/>
                </a:solidFill>
                <a:latin typeface="Arial" panose="020B0604020202020204" pitchFamily="34" charset="0"/>
              </a:defRPr>
            </a:lvl1pPr>
            <a:lvl2pPr marL="914400" indent="-457200">
              <a:defRPr>
                <a:solidFill>
                  <a:schemeClr val="tx1"/>
                </a:solidFill>
                <a:latin typeface="Arial" panose="020B0604020202020204" pitchFamily="34" charset="0"/>
              </a:defRPr>
            </a:lvl2pPr>
            <a:lvl3pPr marL="1371600" indent="-457200">
              <a:defRPr>
                <a:solidFill>
                  <a:schemeClr val="tx1"/>
                </a:solidFill>
                <a:latin typeface="Arial" panose="020B0604020202020204" pitchFamily="34" charset="0"/>
              </a:defRPr>
            </a:lvl3pPr>
            <a:lvl4pPr marL="1828800" indent="-457200">
              <a:defRPr>
                <a:solidFill>
                  <a:schemeClr val="tx1"/>
                </a:solidFill>
                <a:latin typeface="Arial" panose="020B0604020202020204" pitchFamily="34" charset="0"/>
              </a:defRPr>
            </a:lvl4pPr>
            <a:lvl5pPr marL="2286000" indent="-457200">
              <a:defRPr>
                <a:solidFill>
                  <a:schemeClr val="tx1"/>
                </a:solidFill>
                <a:latin typeface="Arial" panose="020B0604020202020204" pitchFamily="34" charset="0"/>
              </a:defRPr>
            </a:lvl5pPr>
            <a:lvl6pPr marL="2743200" indent="-457200" fontAlgn="base">
              <a:spcBef>
                <a:spcPct val="0"/>
              </a:spcBef>
              <a:spcAft>
                <a:spcPct val="0"/>
              </a:spcAft>
              <a:defRPr>
                <a:solidFill>
                  <a:schemeClr val="tx1"/>
                </a:solidFill>
                <a:latin typeface="Arial" panose="020B0604020202020204" pitchFamily="34" charset="0"/>
              </a:defRPr>
            </a:lvl6pPr>
            <a:lvl7pPr marL="3200400" indent="-457200" fontAlgn="base">
              <a:spcBef>
                <a:spcPct val="0"/>
              </a:spcBef>
              <a:spcAft>
                <a:spcPct val="0"/>
              </a:spcAft>
              <a:defRPr>
                <a:solidFill>
                  <a:schemeClr val="tx1"/>
                </a:solidFill>
                <a:latin typeface="Arial" panose="020B0604020202020204" pitchFamily="34" charset="0"/>
              </a:defRPr>
            </a:lvl7pPr>
            <a:lvl8pPr marL="3657600" indent="-457200" fontAlgn="base">
              <a:spcBef>
                <a:spcPct val="0"/>
              </a:spcBef>
              <a:spcAft>
                <a:spcPct val="0"/>
              </a:spcAft>
              <a:defRPr>
                <a:solidFill>
                  <a:schemeClr val="tx1"/>
                </a:solidFill>
                <a:latin typeface="Arial" panose="020B0604020202020204" pitchFamily="34" charset="0"/>
              </a:defRPr>
            </a:lvl8pPr>
            <a:lvl9pPr marL="4114800" indent="-457200" fontAlgn="base">
              <a:spcBef>
                <a:spcPct val="0"/>
              </a:spcBef>
              <a:spcAft>
                <a:spcPct val="0"/>
              </a:spcAft>
              <a:defRPr>
                <a:solidFill>
                  <a:schemeClr val="tx1"/>
                </a:solidFill>
                <a:latin typeface="Arial" panose="020B0604020202020204" pitchFamily="34" charset="0"/>
              </a:defRPr>
            </a:lvl9pPr>
          </a:lstStyle>
          <a:p>
            <a:pPr eaLnBrk="1" hangingPunct="1">
              <a:defRPr/>
            </a:pPr>
            <a:r>
              <a:rPr lang="en-US" u="sng" dirty="0">
                <a:solidFill>
                  <a:schemeClr val="accent2"/>
                </a:solidFill>
                <a:effectLst>
                  <a:outerShdw blurRad="38100" dist="38100" dir="2700000" algn="tl">
                    <a:srgbClr val="C0C0C0"/>
                  </a:outerShdw>
                </a:effectLst>
                <a:latin typeface="Tahoma" panose="020B0604030504040204" pitchFamily="34" charset="0"/>
              </a:rPr>
              <a:t>Two cutting actions means section planes are recommended</a:t>
            </a:r>
            <a:r>
              <a:rPr lang="en-US" dirty="0">
                <a:effectLst>
                  <a:outerShdw blurRad="38100" dist="38100" dir="2700000" algn="tl">
                    <a:srgbClr val="C0C0C0"/>
                  </a:outerShdw>
                </a:effectLst>
                <a:latin typeface="Tahoma" panose="020B0604030504040204" pitchFamily="34" charset="0"/>
              </a:rPr>
              <a:t>.</a:t>
            </a:r>
          </a:p>
          <a:p>
            <a:pPr eaLnBrk="1" hangingPunct="1">
              <a:defRPr/>
            </a:pPr>
            <a:endParaRPr lang="en-US" dirty="0">
              <a:effectLst>
                <a:outerShdw blurRad="38100" dist="38100" dir="2700000" algn="tl">
                  <a:srgbClr val="C0C0C0"/>
                </a:outerShdw>
              </a:effectLst>
              <a:latin typeface="Tahoma" panose="020B0604030504040204" pitchFamily="34" charset="0"/>
            </a:endParaRPr>
          </a:p>
          <a:p>
            <a:pPr eaLnBrk="1" hangingPunct="1">
              <a:defRPr/>
            </a:pPr>
            <a:endParaRPr lang="en-US" sz="1400" dirty="0">
              <a:effectLst>
                <a:outerShdw blurRad="38100" dist="38100" dir="2700000" algn="tl">
                  <a:srgbClr val="C0C0C0"/>
                </a:outerShdw>
              </a:effectLst>
              <a:latin typeface="Times New Roman" panose="02020603050405020304" pitchFamily="18" charset="0"/>
            </a:endParaRPr>
          </a:p>
          <a:p>
            <a:pPr eaLnBrk="1" hangingPunct="1">
              <a:defRPr/>
            </a:pPr>
            <a:r>
              <a:rPr lang="en-US" dirty="0">
                <a:effectLst>
                  <a:outerShdw blurRad="38100" dist="38100" dir="2700000" algn="tl">
                    <a:srgbClr val="C0C0C0"/>
                  </a:outerShdw>
                </a:effectLst>
                <a:latin typeface="Times New Roman" panose="02020603050405020304" pitchFamily="18" charset="0"/>
              </a:rPr>
              <a:t>A)  Section Plane perpendicular to </a:t>
            </a:r>
            <a:r>
              <a:rPr lang="en-US" dirty="0" err="1">
                <a:effectLst>
                  <a:outerShdw blurRad="38100" dist="38100" dir="2700000" algn="tl">
                    <a:srgbClr val="C0C0C0"/>
                  </a:outerShdw>
                </a:effectLst>
                <a:latin typeface="Times New Roman" panose="02020603050405020304" pitchFamily="18" charset="0"/>
              </a:rPr>
              <a:t>Vp</a:t>
            </a:r>
            <a:r>
              <a:rPr lang="en-US" dirty="0">
                <a:effectLst>
                  <a:outerShdw blurRad="38100" dist="38100" dir="2700000" algn="tl">
                    <a:srgbClr val="C0C0C0"/>
                  </a:outerShdw>
                </a:effectLst>
                <a:latin typeface="Times New Roman" panose="02020603050405020304" pitchFamily="18" charset="0"/>
              </a:rPr>
              <a:t> and inclined to Hp.</a:t>
            </a:r>
          </a:p>
          <a:p>
            <a:pPr eaLnBrk="1" hangingPunct="1">
              <a:defRPr/>
            </a:pPr>
            <a:r>
              <a:rPr lang="en-US" dirty="0">
                <a:effectLst>
                  <a:outerShdw blurRad="38100" dist="38100" dir="2700000" algn="tl">
                    <a:srgbClr val="C0C0C0"/>
                  </a:outerShdw>
                </a:effectLst>
                <a:latin typeface="Times New Roman" panose="02020603050405020304" pitchFamily="18" charset="0"/>
              </a:rPr>
              <a:t>      ( This is a definition of an Aux. Inclined Plane i.e. A.I.P.)</a:t>
            </a:r>
          </a:p>
          <a:p>
            <a:pPr eaLnBrk="1" hangingPunct="1">
              <a:defRPr/>
            </a:pPr>
            <a:r>
              <a:rPr lang="en-US" dirty="0">
                <a:effectLst>
                  <a:outerShdw blurRad="38100" dist="38100" dir="2700000" algn="tl">
                    <a:srgbClr val="C0C0C0"/>
                  </a:outerShdw>
                </a:effectLst>
                <a:latin typeface="Times New Roman" panose="02020603050405020304" pitchFamily="18" charset="0"/>
              </a:rPr>
              <a:t>      </a:t>
            </a:r>
            <a:r>
              <a:rPr lang="en-US" dirty="0">
                <a:solidFill>
                  <a:srgbClr val="FF0066"/>
                </a:solidFill>
                <a:effectLst>
                  <a:outerShdw blurRad="38100" dist="38100" dir="2700000" algn="tl">
                    <a:srgbClr val="C0C0C0"/>
                  </a:outerShdw>
                </a:effectLst>
                <a:latin typeface="Tahoma" panose="020B0604030504040204" pitchFamily="34" charset="0"/>
              </a:rPr>
              <a:t>NOTE:- This section plane appears </a:t>
            </a:r>
          </a:p>
          <a:p>
            <a:pPr eaLnBrk="1" hangingPunct="1">
              <a:defRPr/>
            </a:pPr>
            <a:r>
              <a:rPr lang="en-US" dirty="0">
                <a:solidFill>
                  <a:srgbClr val="FF0066"/>
                </a:solidFill>
                <a:effectLst>
                  <a:outerShdw blurRad="38100" dist="38100" dir="2700000" algn="tl">
                    <a:srgbClr val="C0C0C0"/>
                  </a:outerShdw>
                </a:effectLst>
                <a:latin typeface="Tahoma" panose="020B0604030504040204" pitchFamily="34" charset="0"/>
              </a:rPr>
              <a:t>                  as a straight line in FV.</a:t>
            </a:r>
          </a:p>
          <a:p>
            <a:pPr eaLnBrk="1" hangingPunct="1">
              <a:defRPr/>
            </a:pPr>
            <a:r>
              <a:rPr lang="en-US" dirty="0">
                <a:effectLst>
                  <a:outerShdw blurRad="38100" dist="38100" dir="2700000" algn="tl">
                    <a:srgbClr val="C0C0C0"/>
                  </a:outerShdw>
                </a:effectLst>
                <a:latin typeface="Times New Roman" panose="02020603050405020304" pitchFamily="18" charset="0"/>
              </a:rPr>
              <a:t> </a:t>
            </a:r>
          </a:p>
          <a:p>
            <a:pPr eaLnBrk="1" hangingPunct="1">
              <a:defRPr/>
            </a:pPr>
            <a:r>
              <a:rPr lang="en-US" dirty="0">
                <a:effectLst>
                  <a:outerShdw blurRad="38100" dist="38100" dir="2700000" algn="tl">
                    <a:srgbClr val="C0C0C0"/>
                  </a:outerShdw>
                </a:effectLst>
                <a:latin typeface="Times New Roman" panose="02020603050405020304" pitchFamily="18" charset="0"/>
              </a:rPr>
              <a:t>B)  Section Plane perpendicular to </a:t>
            </a:r>
            <a:r>
              <a:rPr lang="en-US" dirty="0" err="1">
                <a:effectLst>
                  <a:outerShdw blurRad="38100" dist="38100" dir="2700000" algn="tl">
                    <a:srgbClr val="C0C0C0"/>
                  </a:outerShdw>
                </a:effectLst>
                <a:latin typeface="Times New Roman" panose="02020603050405020304" pitchFamily="18" charset="0"/>
              </a:rPr>
              <a:t>Hp</a:t>
            </a:r>
            <a:r>
              <a:rPr lang="en-US" dirty="0">
                <a:effectLst>
                  <a:outerShdw blurRad="38100" dist="38100" dir="2700000" algn="tl">
                    <a:srgbClr val="C0C0C0"/>
                  </a:outerShdw>
                </a:effectLst>
                <a:latin typeface="Times New Roman" panose="02020603050405020304" pitchFamily="18" charset="0"/>
              </a:rPr>
              <a:t> and inclined to </a:t>
            </a:r>
            <a:r>
              <a:rPr lang="en-US" dirty="0" err="1">
                <a:effectLst>
                  <a:outerShdw blurRad="38100" dist="38100" dir="2700000" algn="tl">
                    <a:srgbClr val="C0C0C0"/>
                  </a:outerShdw>
                </a:effectLst>
                <a:latin typeface="Times New Roman" panose="02020603050405020304" pitchFamily="18" charset="0"/>
              </a:rPr>
              <a:t>Vp</a:t>
            </a:r>
            <a:r>
              <a:rPr lang="en-US" dirty="0">
                <a:effectLst>
                  <a:outerShdw blurRad="38100" dist="38100" dir="2700000" algn="tl">
                    <a:srgbClr val="C0C0C0"/>
                  </a:outerShdw>
                </a:effectLst>
                <a:latin typeface="Times New Roman" panose="02020603050405020304" pitchFamily="18" charset="0"/>
              </a:rPr>
              <a:t>.</a:t>
            </a:r>
          </a:p>
          <a:p>
            <a:pPr eaLnBrk="1" hangingPunct="1">
              <a:defRPr/>
            </a:pPr>
            <a:r>
              <a:rPr lang="en-US" dirty="0">
                <a:effectLst>
                  <a:outerShdw blurRad="38100" dist="38100" dir="2700000" algn="tl">
                    <a:srgbClr val="C0C0C0"/>
                  </a:outerShdw>
                </a:effectLst>
                <a:latin typeface="Times New Roman" panose="02020603050405020304" pitchFamily="18" charset="0"/>
              </a:rPr>
              <a:t>      ( This is a definition of an Aux. Vertical Plane i.e. A.V.P.)</a:t>
            </a:r>
          </a:p>
          <a:p>
            <a:pPr eaLnBrk="1" hangingPunct="1">
              <a:defRPr/>
            </a:pPr>
            <a:r>
              <a:rPr lang="en-US" dirty="0">
                <a:effectLst>
                  <a:outerShdw blurRad="38100" dist="38100" dir="2700000" algn="tl">
                    <a:srgbClr val="C0C0C0"/>
                  </a:outerShdw>
                </a:effectLst>
                <a:latin typeface="Times New Roman" panose="02020603050405020304" pitchFamily="18" charset="0"/>
              </a:rPr>
              <a:t>      </a:t>
            </a:r>
            <a:r>
              <a:rPr lang="en-US" dirty="0">
                <a:solidFill>
                  <a:srgbClr val="FF0066"/>
                </a:solidFill>
                <a:effectLst>
                  <a:outerShdw blurRad="38100" dist="38100" dir="2700000" algn="tl">
                    <a:srgbClr val="C0C0C0"/>
                  </a:outerShdw>
                </a:effectLst>
                <a:latin typeface="Tahoma" panose="020B0604030504040204" pitchFamily="34" charset="0"/>
              </a:rPr>
              <a:t>NOTE:- This section plane appears </a:t>
            </a:r>
          </a:p>
          <a:p>
            <a:pPr eaLnBrk="1" hangingPunct="1">
              <a:defRPr/>
            </a:pPr>
            <a:r>
              <a:rPr lang="en-US" dirty="0">
                <a:solidFill>
                  <a:srgbClr val="FF0066"/>
                </a:solidFill>
                <a:effectLst>
                  <a:outerShdw blurRad="38100" dist="38100" dir="2700000" algn="tl">
                    <a:srgbClr val="C0C0C0"/>
                  </a:outerShdw>
                </a:effectLst>
                <a:latin typeface="Tahoma" panose="020B0604030504040204" pitchFamily="34" charset="0"/>
              </a:rPr>
              <a:t>                  as a straight line in TV.</a:t>
            </a:r>
          </a:p>
          <a:p>
            <a:pPr eaLnBrk="1" hangingPunct="1">
              <a:defRPr/>
            </a:pPr>
            <a:r>
              <a:rPr lang="en-US" dirty="0">
                <a:solidFill>
                  <a:schemeClr val="accent2"/>
                </a:solidFill>
                <a:effectLst>
                  <a:outerShdw blurRad="38100" dist="38100" dir="2700000" algn="tl">
                    <a:srgbClr val="C0C0C0"/>
                  </a:outerShdw>
                </a:effectLst>
                <a:latin typeface="Tahoma" panose="020B0604030504040204" pitchFamily="34" charset="0"/>
              </a:rPr>
              <a:t>Remember:-</a:t>
            </a:r>
          </a:p>
          <a:p>
            <a:pPr eaLnBrk="1" hangingPunct="1">
              <a:defRPr/>
            </a:pPr>
            <a:r>
              <a:rPr lang="en-US" dirty="0">
                <a:solidFill>
                  <a:srgbClr val="FF0066"/>
                </a:solidFill>
                <a:effectLst>
                  <a:outerShdw blurRad="38100" dist="38100" dir="2700000" algn="tl">
                    <a:srgbClr val="C0C0C0"/>
                  </a:outerShdw>
                </a:effectLst>
                <a:latin typeface="Tahoma" panose="020B0604030504040204" pitchFamily="34" charset="0"/>
              </a:rPr>
              <a:t>1. After launching a section plane </a:t>
            </a:r>
          </a:p>
          <a:p>
            <a:pPr eaLnBrk="1" hangingPunct="1">
              <a:defRPr/>
            </a:pPr>
            <a:r>
              <a:rPr lang="en-US" dirty="0">
                <a:solidFill>
                  <a:srgbClr val="FF0066"/>
                </a:solidFill>
                <a:effectLst>
                  <a:outerShdw blurRad="38100" dist="38100" dir="2700000" algn="tl">
                    <a:srgbClr val="C0C0C0"/>
                  </a:outerShdw>
                </a:effectLst>
                <a:latin typeface="Tahoma" panose="020B0604030504040204" pitchFamily="34" charset="0"/>
              </a:rPr>
              <a:t>    either in FV or TV, the part towards observer</a:t>
            </a:r>
          </a:p>
          <a:p>
            <a:pPr eaLnBrk="1" hangingPunct="1">
              <a:defRPr/>
            </a:pPr>
            <a:r>
              <a:rPr lang="en-US" dirty="0">
                <a:solidFill>
                  <a:srgbClr val="FF0066"/>
                </a:solidFill>
                <a:effectLst>
                  <a:outerShdw blurRad="38100" dist="38100" dir="2700000" algn="tl">
                    <a:srgbClr val="C0C0C0"/>
                  </a:outerShdw>
                </a:effectLst>
                <a:latin typeface="Tahoma" panose="020B0604030504040204" pitchFamily="34" charset="0"/>
              </a:rPr>
              <a:t>    is assumed to be removed.</a:t>
            </a:r>
          </a:p>
          <a:p>
            <a:pPr eaLnBrk="1" hangingPunct="1">
              <a:defRPr/>
            </a:pPr>
            <a:r>
              <a:rPr lang="en-US" dirty="0">
                <a:solidFill>
                  <a:srgbClr val="FF0066"/>
                </a:solidFill>
                <a:effectLst>
                  <a:outerShdw blurRad="38100" dist="38100" dir="2700000" algn="tl">
                    <a:srgbClr val="C0C0C0"/>
                  </a:outerShdw>
                </a:effectLst>
                <a:latin typeface="Tahoma" panose="020B0604030504040204" pitchFamily="34" charset="0"/>
              </a:rPr>
              <a:t>2. As far as possible the smaller part is </a:t>
            </a:r>
          </a:p>
          <a:p>
            <a:pPr eaLnBrk="1" hangingPunct="1">
              <a:defRPr/>
            </a:pPr>
            <a:r>
              <a:rPr lang="en-US" dirty="0">
                <a:solidFill>
                  <a:srgbClr val="FF0066"/>
                </a:solidFill>
                <a:effectLst>
                  <a:outerShdw blurRad="38100" dist="38100" dir="2700000" algn="tl">
                    <a:srgbClr val="C0C0C0"/>
                  </a:outerShdw>
                </a:effectLst>
                <a:latin typeface="Tahoma" panose="020B0604030504040204" pitchFamily="34" charset="0"/>
              </a:rPr>
              <a:t>    assumed to be removed. </a:t>
            </a:r>
            <a:endParaRPr lang="en-US" dirty="0">
              <a:solidFill>
                <a:srgbClr val="FF0066"/>
              </a:solidFill>
              <a:effectLst>
                <a:outerShdw blurRad="38100" dist="38100" dir="2700000" algn="tl">
                  <a:srgbClr val="C0C0C0"/>
                </a:outerShdw>
              </a:effectLst>
              <a:latin typeface="Times New Roman" panose="02020603050405020304" pitchFamily="18" charset="0"/>
            </a:endParaRPr>
          </a:p>
        </p:txBody>
      </p:sp>
      <p:grpSp>
        <p:nvGrpSpPr>
          <p:cNvPr id="21510" name="Group 6"/>
          <p:cNvGrpSpPr>
            <a:grpSpLocks/>
          </p:cNvGrpSpPr>
          <p:nvPr/>
        </p:nvGrpSpPr>
        <p:grpSpPr bwMode="auto">
          <a:xfrm>
            <a:off x="6362700" y="2286000"/>
            <a:ext cx="2476500" cy="1676400"/>
            <a:chOff x="1872" y="3156"/>
            <a:chExt cx="1560" cy="1056"/>
          </a:xfrm>
        </p:grpSpPr>
        <p:grpSp>
          <p:nvGrpSpPr>
            <p:cNvPr id="21532" name="Group 7"/>
            <p:cNvGrpSpPr>
              <a:grpSpLocks/>
            </p:cNvGrpSpPr>
            <p:nvPr/>
          </p:nvGrpSpPr>
          <p:grpSpPr bwMode="auto">
            <a:xfrm>
              <a:off x="1872" y="3156"/>
              <a:ext cx="1560" cy="1056"/>
              <a:chOff x="1950" y="3120"/>
              <a:chExt cx="1560" cy="1056"/>
            </a:xfrm>
          </p:grpSpPr>
          <p:sp>
            <p:nvSpPr>
              <p:cNvPr id="21534" name="Oval 8"/>
              <p:cNvSpPr>
                <a:spLocks noChangeArrowheads="1"/>
              </p:cNvSpPr>
              <p:nvPr/>
            </p:nvSpPr>
            <p:spPr bwMode="auto">
              <a:xfrm>
                <a:off x="2496" y="3840"/>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1535" name="Line 9"/>
              <p:cNvSpPr>
                <a:spLocks noChangeShapeType="1"/>
              </p:cNvSpPr>
              <p:nvPr/>
            </p:nvSpPr>
            <p:spPr bwMode="auto">
              <a:xfrm>
                <a:off x="2352" y="3792"/>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536" name="AutoShape 10"/>
              <p:cNvSpPr>
                <a:spLocks noChangeArrowheads="1"/>
              </p:cNvSpPr>
              <p:nvPr/>
            </p:nvSpPr>
            <p:spPr bwMode="auto">
              <a:xfrm>
                <a:off x="2490" y="3408"/>
                <a:ext cx="336" cy="384"/>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1537" name="Line 11"/>
              <p:cNvSpPr>
                <a:spLocks noChangeShapeType="1"/>
              </p:cNvSpPr>
              <p:nvPr/>
            </p:nvSpPr>
            <p:spPr bwMode="auto">
              <a:xfrm flipV="1">
                <a:off x="2448" y="3216"/>
                <a:ext cx="816" cy="528"/>
              </a:xfrm>
              <a:prstGeom prst="line">
                <a:avLst/>
              </a:prstGeom>
              <a:noFill/>
              <a:ln w="1905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538" name="Line 12"/>
              <p:cNvSpPr>
                <a:spLocks noChangeShapeType="1"/>
              </p:cNvSpPr>
              <p:nvPr/>
            </p:nvSpPr>
            <p:spPr bwMode="auto">
              <a:xfrm flipV="1">
                <a:off x="2664" y="3216"/>
                <a:ext cx="0" cy="144"/>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86061" name="Text Box 13"/>
              <p:cNvSpPr txBox="1">
                <a:spLocks noChangeArrowheads="1"/>
              </p:cNvSpPr>
              <p:nvPr/>
            </p:nvSpPr>
            <p:spPr bwMode="auto">
              <a:xfrm>
                <a:off x="2406" y="3120"/>
                <a:ext cx="555"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sz="1000">
                    <a:effectLst>
                      <a:outerShdw blurRad="38100" dist="38100" dir="2700000" algn="tl">
                        <a:srgbClr val="C0C0C0"/>
                      </a:outerShdw>
                    </a:effectLst>
                    <a:latin typeface="Times New Roman" panose="02020603050405020304" pitchFamily="18" charset="0"/>
                  </a:rPr>
                  <a:t>OBSERVER</a:t>
                </a:r>
              </a:p>
            </p:txBody>
          </p:sp>
          <p:sp>
            <p:nvSpPr>
              <p:cNvPr id="21540" name="Line 14"/>
              <p:cNvSpPr>
                <a:spLocks noChangeShapeType="1"/>
              </p:cNvSpPr>
              <p:nvPr/>
            </p:nvSpPr>
            <p:spPr bwMode="auto">
              <a:xfrm>
                <a:off x="2448" y="3408"/>
                <a:ext cx="144"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86063" name="Text Box 15"/>
              <p:cNvSpPr txBox="1">
                <a:spLocks noChangeArrowheads="1"/>
              </p:cNvSpPr>
              <p:nvPr/>
            </p:nvSpPr>
            <p:spPr bwMode="auto">
              <a:xfrm>
                <a:off x="1950" y="3256"/>
                <a:ext cx="588"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sz="1000" dirty="0">
                    <a:effectLst>
                      <a:outerShdw blurRad="38100" dist="38100" dir="2700000" algn="tl">
                        <a:srgbClr val="C0C0C0"/>
                      </a:outerShdw>
                    </a:effectLst>
                    <a:latin typeface="Times New Roman" panose="02020603050405020304" pitchFamily="18" charset="0"/>
                  </a:rPr>
                  <a:t>ASSUME </a:t>
                </a:r>
              </a:p>
              <a:p>
                <a:pPr eaLnBrk="1" hangingPunct="1">
                  <a:defRPr/>
                </a:pPr>
                <a:r>
                  <a:rPr lang="en-US" sz="1000" dirty="0">
                    <a:effectLst>
                      <a:outerShdw blurRad="38100" dist="38100" dir="2700000" algn="tl">
                        <a:srgbClr val="C0C0C0"/>
                      </a:outerShdw>
                    </a:effectLst>
                    <a:latin typeface="Times New Roman" panose="02020603050405020304" pitchFamily="18" charset="0"/>
                  </a:rPr>
                  <a:t>UPPER PART</a:t>
                </a:r>
              </a:p>
              <a:p>
                <a:pPr eaLnBrk="1" hangingPunct="1">
                  <a:defRPr/>
                </a:pPr>
                <a:r>
                  <a:rPr lang="en-US" sz="1000" dirty="0">
                    <a:effectLst>
                      <a:outerShdw blurRad="38100" dist="38100" dir="2700000" algn="tl">
                        <a:srgbClr val="C0C0C0"/>
                      </a:outerShdw>
                    </a:effectLst>
                    <a:latin typeface="Times New Roman" panose="02020603050405020304" pitchFamily="18" charset="0"/>
                  </a:rPr>
                  <a:t>REMOVED </a:t>
                </a:r>
              </a:p>
            </p:txBody>
          </p:sp>
          <p:sp>
            <p:nvSpPr>
              <p:cNvPr id="386064" name="Text Box 16"/>
              <p:cNvSpPr txBox="1">
                <a:spLocks noChangeArrowheads="1"/>
              </p:cNvSpPr>
              <p:nvPr/>
            </p:nvSpPr>
            <p:spPr bwMode="auto">
              <a:xfrm rot="19563713">
                <a:off x="2818" y="3268"/>
                <a:ext cx="69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sz="900">
                    <a:effectLst>
                      <a:outerShdw blurRad="38100" dist="38100" dir="2700000" algn="tl">
                        <a:srgbClr val="C0C0C0"/>
                      </a:outerShdw>
                    </a:effectLst>
                    <a:latin typeface="Times New Roman" panose="02020603050405020304" pitchFamily="18" charset="0"/>
                  </a:rPr>
                  <a:t>SECTON PLANE </a:t>
                </a:r>
              </a:p>
              <a:p>
                <a:pPr algn="ctr" eaLnBrk="1" hangingPunct="1">
                  <a:defRPr/>
                </a:pPr>
                <a:r>
                  <a:rPr lang="en-US" sz="900">
                    <a:effectLst>
                      <a:outerShdw blurRad="38100" dist="38100" dir="2700000" algn="tl">
                        <a:srgbClr val="C0C0C0"/>
                      </a:outerShdw>
                    </a:effectLst>
                    <a:latin typeface="Times New Roman" panose="02020603050405020304" pitchFamily="18" charset="0"/>
                  </a:rPr>
                  <a:t>IN FV.</a:t>
                </a:r>
              </a:p>
            </p:txBody>
          </p:sp>
        </p:grpSp>
        <p:sp>
          <p:nvSpPr>
            <p:cNvPr id="21533" name="Line 17"/>
            <p:cNvSpPr>
              <a:spLocks noChangeShapeType="1"/>
            </p:cNvSpPr>
            <p:nvPr/>
          </p:nvSpPr>
          <p:spPr bwMode="auto">
            <a:xfrm>
              <a:off x="2580" y="3408"/>
              <a:ext cx="0" cy="432"/>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21511" name="Group 18"/>
          <p:cNvGrpSpPr>
            <a:grpSpLocks/>
          </p:cNvGrpSpPr>
          <p:nvPr/>
        </p:nvGrpSpPr>
        <p:grpSpPr bwMode="auto">
          <a:xfrm>
            <a:off x="6153150" y="4238625"/>
            <a:ext cx="2879725" cy="1704975"/>
            <a:chOff x="3552" y="3150"/>
            <a:chExt cx="1814" cy="1074"/>
          </a:xfrm>
        </p:grpSpPr>
        <p:grpSp>
          <p:nvGrpSpPr>
            <p:cNvPr id="21521" name="Group 19"/>
            <p:cNvGrpSpPr>
              <a:grpSpLocks/>
            </p:cNvGrpSpPr>
            <p:nvPr/>
          </p:nvGrpSpPr>
          <p:grpSpPr bwMode="auto">
            <a:xfrm>
              <a:off x="3552" y="3168"/>
              <a:ext cx="1814" cy="1056"/>
              <a:chOff x="3120" y="3264"/>
              <a:chExt cx="1814" cy="1056"/>
            </a:xfrm>
          </p:grpSpPr>
          <p:sp>
            <p:nvSpPr>
              <p:cNvPr id="21523" name="Oval 20"/>
              <p:cNvSpPr>
                <a:spLocks noChangeArrowheads="1"/>
              </p:cNvSpPr>
              <p:nvPr/>
            </p:nvSpPr>
            <p:spPr bwMode="auto">
              <a:xfrm>
                <a:off x="3792" y="3696"/>
                <a:ext cx="336" cy="336"/>
              </a:xfrm>
              <a:prstGeom prst="ellipse">
                <a:avLst/>
              </a:prstGeom>
              <a:solidFill>
                <a:schemeClr val="accent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1524" name="Line 21"/>
              <p:cNvSpPr>
                <a:spLocks noChangeShapeType="1"/>
              </p:cNvSpPr>
              <p:nvPr/>
            </p:nvSpPr>
            <p:spPr bwMode="auto">
              <a:xfrm>
                <a:off x="3648" y="3648"/>
                <a:ext cx="62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525" name="AutoShape 22"/>
              <p:cNvSpPr>
                <a:spLocks noChangeArrowheads="1"/>
              </p:cNvSpPr>
              <p:nvPr/>
            </p:nvSpPr>
            <p:spPr bwMode="auto">
              <a:xfrm>
                <a:off x="3786" y="3264"/>
                <a:ext cx="336" cy="384"/>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1526" name="Line 23"/>
              <p:cNvSpPr>
                <a:spLocks noChangeShapeType="1"/>
              </p:cNvSpPr>
              <p:nvPr/>
            </p:nvSpPr>
            <p:spPr bwMode="auto">
              <a:xfrm>
                <a:off x="3696" y="3792"/>
                <a:ext cx="864" cy="432"/>
              </a:xfrm>
              <a:prstGeom prst="line">
                <a:avLst/>
              </a:prstGeom>
              <a:noFill/>
              <a:ln w="1905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1527" name="Line 24"/>
              <p:cNvSpPr>
                <a:spLocks noChangeShapeType="1"/>
              </p:cNvSpPr>
              <p:nvPr/>
            </p:nvSpPr>
            <p:spPr bwMode="auto">
              <a:xfrm flipV="1">
                <a:off x="3954" y="4080"/>
                <a:ext cx="0"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86073" name="Text Box 25"/>
              <p:cNvSpPr txBox="1">
                <a:spLocks noChangeArrowheads="1"/>
              </p:cNvSpPr>
              <p:nvPr/>
            </p:nvSpPr>
            <p:spPr bwMode="auto">
              <a:xfrm>
                <a:off x="3696" y="4166"/>
                <a:ext cx="555" cy="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sz="1000">
                    <a:effectLst>
                      <a:outerShdw blurRad="38100" dist="38100" dir="2700000" algn="tl">
                        <a:srgbClr val="C0C0C0"/>
                      </a:outerShdw>
                    </a:effectLst>
                    <a:latin typeface="Times New Roman" panose="02020603050405020304" pitchFamily="18" charset="0"/>
                  </a:rPr>
                  <a:t>OBSERVER</a:t>
                </a:r>
              </a:p>
            </p:txBody>
          </p:sp>
          <p:sp>
            <p:nvSpPr>
              <p:cNvPr id="21529" name="Line 26"/>
              <p:cNvSpPr>
                <a:spLocks noChangeShapeType="1"/>
              </p:cNvSpPr>
              <p:nvPr/>
            </p:nvSpPr>
            <p:spPr bwMode="auto">
              <a:xfrm flipV="1">
                <a:off x="3636" y="3960"/>
                <a:ext cx="192"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86075" name="Text Box 27"/>
              <p:cNvSpPr txBox="1">
                <a:spLocks noChangeArrowheads="1"/>
              </p:cNvSpPr>
              <p:nvPr/>
            </p:nvSpPr>
            <p:spPr bwMode="auto">
              <a:xfrm>
                <a:off x="3120" y="3880"/>
                <a:ext cx="625" cy="3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sz="1000">
                    <a:effectLst>
                      <a:outerShdw blurRad="38100" dist="38100" dir="2700000" algn="tl">
                        <a:srgbClr val="C0C0C0"/>
                      </a:outerShdw>
                    </a:effectLst>
                    <a:latin typeface="Times New Roman" panose="02020603050405020304" pitchFamily="18" charset="0"/>
                  </a:rPr>
                  <a:t>ASSUME </a:t>
                </a:r>
              </a:p>
              <a:p>
                <a:pPr eaLnBrk="1" hangingPunct="1">
                  <a:defRPr/>
                </a:pPr>
                <a:r>
                  <a:rPr lang="en-US" sz="1000">
                    <a:effectLst>
                      <a:outerShdw blurRad="38100" dist="38100" dir="2700000" algn="tl">
                        <a:srgbClr val="C0C0C0"/>
                      </a:outerShdw>
                    </a:effectLst>
                    <a:latin typeface="Times New Roman" panose="02020603050405020304" pitchFamily="18" charset="0"/>
                  </a:rPr>
                  <a:t>LOWER PART</a:t>
                </a:r>
              </a:p>
              <a:p>
                <a:pPr eaLnBrk="1" hangingPunct="1">
                  <a:defRPr/>
                </a:pPr>
                <a:r>
                  <a:rPr lang="en-US" sz="1000">
                    <a:effectLst>
                      <a:outerShdw blurRad="38100" dist="38100" dir="2700000" algn="tl">
                        <a:srgbClr val="C0C0C0"/>
                      </a:outerShdw>
                    </a:effectLst>
                    <a:latin typeface="Times New Roman" panose="02020603050405020304" pitchFamily="18" charset="0"/>
                  </a:rPr>
                  <a:t>REMOVED</a:t>
                </a:r>
                <a:r>
                  <a:rPr lang="en-US" sz="900" i="1">
                    <a:effectLst>
                      <a:outerShdw blurRad="38100" dist="38100" dir="2700000" algn="tl">
                        <a:srgbClr val="C0C0C0"/>
                      </a:outerShdw>
                    </a:effectLst>
                    <a:latin typeface="Times New Roman" panose="02020603050405020304" pitchFamily="18" charset="0"/>
                  </a:rPr>
                  <a:t> </a:t>
                </a:r>
              </a:p>
            </p:txBody>
          </p:sp>
          <p:sp>
            <p:nvSpPr>
              <p:cNvPr id="386076" name="Text Box 28"/>
              <p:cNvSpPr txBox="1">
                <a:spLocks noChangeArrowheads="1"/>
              </p:cNvSpPr>
              <p:nvPr/>
            </p:nvSpPr>
            <p:spPr bwMode="auto">
              <a:xfrm rot="1601537">
                <a:off x="4242" y="4020"/>
                <a:ext cx="692" cy="2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sz="900">
                    <a:effectLst>
                      <a:outerShdw blurRad="38100" dist="38100" dir="2700000" algn="tl">
                        <a:srgbClr val="C0C0C0"/>
                      </a:outerShdw>
                    </a:effectLst>
                    <a:latin typeface="Times New Roman" panose="02020603050405020304" pitchFamily="18" charset="0"/>
                  </a:rPr>
                  <a:t>SECTON PLANE </a:t>
                </a:r>
              </a:p>
              <a:p>
                <a:pPr algn="ctr" eaLnBrk="1" hangingPunct="1">
                  <a:defRPr/>
                </a:pPr>
                <a:r>
                  <a:rPr lang="en-US" sz="900">
                    <a:effectLst>
                      <a:outerShdw blurRad="38100" dist="38100" dir="2700000" algn="tl">
                        <a:srgbClr val="C0C0C0"/>
                      </a:outerShdw>
                    </a:effectLst>
                    <a:latin typeface="Times New Roman" panose="02020603050405020304" pitchFamily="18" charset="0"/>
                  </a:rPr>
                  <a:t>IN TV.</a:t>
                </a:r>
              </a:p>
            </p:txBody>
          </p:sp>
        </p:grpSp>
        <p:sp>
          <p:nvSpPr>
            <p:cNvPr id="21522" name="Line 29"/>
            <p:cNvSpPr>
              <a:spLocks noChangeShapeType="1"/>
            </p:cNvSpPr>
            <p:nvPr/>
          </p:nvSpPr>
          <p:spPr bwMode="auto">
            <a:xfrm>
              <a:off x="4386" y="3150"/>
              <a:ext cx="0" cy="432"/>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386078" name="Text Box 30"/>
          <p:cNvSpPr txBox="1">
            <a:spLocks noChangeArrowheads="1"/>
          </p:cNvSpPr>
          <p:nvPr/>
        </p:nvSpPr>
        <p:spPr bwMode="auto">
          <a:xfrm>
            <a:off x="6286500" y="3124200"/>
            <a:ext cx="430213"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sz="1400">
                <a:effectLst>
                  <a:outerShdw blurRad="38100" dist="38100" dir="2700000" algn="tl">
                    <a:srgbClr val="C0C0C0"/>
                  </a:outerShdw>
                </a:effectLst>
                <a:latin typeface="Times New Roman" panose="02020603050405020304" pitchFamily="18" charset="0"/>
              </a:rPr>
              <a:t>(A)</a:t>
            </a:r>
          </a:p>
        </p:txBody>
      </p:sp>
      <p:sp>
        <p:nvSpPr>
          <p:cNvPr id="386079" name="Text Box 31"/>
          <p:cNvSpPr txBox="1">
            <a:spLocks noChangeArrowheads="1"/>
          </p:cNvSpPr>
          <p:nvPr/>
        </p:nvSpPr>
        <p:spPr bwMode="auto">
          <a:xfrm>
            <a:off x="6229350" y="4543425"/>
            <a:ext cx="465138"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sz="1400">
                <a:effectLst>
                  <a:outerShdw blurRad="38100" dist="38100" dir="2700000" algn="tl">
                    <a:srgbClr val="C0C0C0"/>
                  </a:outerShdw>
                </a:effectLst>
                <a:latin typeface="Times New Roman" panose="02020603050405020304" pitchFamily="18" charset="0"/>
              </a:rPr>
              <a:t> (B)</a:t>
            </a:r>
          </a:p>
        </p:txBody>
      </p:sp>
      <p:grpSp>
        <p:nvGrpSpPr>
          <p:cNvPr id="21514" name="Group 47"/>
          <p:cNvGrpSpPr>
            <a:grpSpLocks/>
          </p:cNvGrpSpPr>
          <p:nvPr/>
        </p:nvGrpSpPr>
        <p:grpSpPr bwMode="auto">
          <a:xfrm>
            <a:off x="8016875" y="46038"/>
            <a:ext cx="1096963" cy="182562"/>
            <a:chOff x="5050" y="29"/>
            <a:chExt cx="691" cy="115"/>
          </a:xfrm>
        </p:grpSpPr>
        <p:sp>
          <p:nvSpPr>
            <p:cNvPr id="21515" name="AutoShape 48">
              <a:hlinkClick r:id="rId3" action="ppaction://hlinksldjump" highlightClick="1"/>
            </p:cNvPr>
            <p:cNvSpPr>
              <a:spLocks noChangeAspect="1" noChangeArrowheads="1"/>
            </p:cNvSpPr>
            <p:nvPr/>
          </p:nvSpPr>
          <p:spPr bwMode="auto">
            <a:xfrm>
              <a:off x="5050" y="29"/>
              <a:ext cx="115" cy="115"/>
            </a:xfrm>
            <a:prstGeom prst="actionButtonHome">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1516" name="AutoShape 49">
              <a:hlinkClick r:id="" action="ppaction://hlinkshowjump?jump=previousslide" highlightClick="1"/>
            </p:cNvPr>
            <p:cNvSpPr>
              <a:spLocks noChangeAspect="1" noChangeArrowheads="1"/>
            </p:cNvSpPr>
            <p:nvPr/>
          </p:nvSpPr>
          <p:spPr bwMode="auto">
            <a:xfrm>
              <a:off x="5280" y="29"/>
              <a:ext cx="116" cy="115"/>
            </a:xfrm>
            <a:prstGeom prst="actionButtonBackPrevious">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1517" name="AutoShape 50">
              <a:hlinkClick r:id="" action="ppaction://hlinkshowjump?jump=nextslide" highlightClick="1"/>
            </p:cNvPr>
            <p:cNvSpPr>
              <a:spLocks noChangeAspect="1" noChangeArrowheads="1"/>
            </p:cNvSpPr>
            <p:nvPr/>
          </p:nvSpPr>
          <p:spPr bwMode="auto">
            <a:xfrm>
              <a:off x="5396" y="29"/>
              <a:ext cx="115" cy="115"/>
            </a:xfrm>
            <a:prstGeom prst="actionButtonForwardNext">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1518" name="AutoShape 51">
              <a:hlinkClick r:id="" action="ppaction://hlinkshowjump?jump=firstslide" highlightClick="1"/>
            </p:cNvPr>
            <p:cNvSpPr>
              <a:spLocks noChangeAspect="1" noChangeArrowheads="1"/>
            </p:cNvSpPr>
            <p:nvPr/>
          </p:nvSpPr>
          <p:spPr bwMode="auto">
            <a:xfrm>
              <a:off x="5165" y="29"/>
              <a:ext cx="115" cy="115"/>
            </a:xfrm>
            <a:prstGeom prst="actionButtonBeginning">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1519" name="AutoShape 52">
              <a:hlinkClick r:id="" action="ppaction://hlinkshowjump?jump=lastslide" highlightClick="1"/>
            </p:cNvPr>
            <p:cNvSpPr>
              <a:spLocks noChangeAspect="1" noChangeArrowheads="1"/>
            </p:cNvSpPr>
            <p:nvPr/>
          </p:nvSpPr>
          <p:spPr bwMode="auto">
            <a:xfrm>
              <a:off x="5511" y="29"/>
              <a:ext cx="115" cy="115"/>
            </a:xfrm>
            <a:prstGeom prst="actionButtonEnd">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1520" name="AutoShape 53">
              <a:hlinkClick r:id="" action="ppaction://hlinkshowjump?jump=endshow" highlightClick="1"/>
            </p:cNvPr>
            <p:cNvSpPr>
              <a:spLocks noChangeAspect="1" noChangeArrowheads="1"/>
            </p:cNvSpPr>
            <p:nvPr/>
          </p:nvSpPr>
          <p:spPr bwMode="auto">
            <a:xfrm>
              <a:off x="5626" y="29"/>
              <a:ext cx="115" cy="115"/>
            </a:xfrm>
            <a:prstGeom prst="actionButtonBlank">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gr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Oval 2"/>
          <p:cNvSpPr>
            <a:spLocks noChangeArrowheads="1"/>
          </p:cNvSpPr>
          <p:nvPr/>
        </p:nvSpPr>
        <p:spPr bwMode="auto">
          <a:xfrm>
            <a:off x="0" y="0"/>
            <a:ext cx="3505200" cy="1447800"/>
          </a:xfrm>
          <a:prstGeom prst="ellipse">
            <a:avLst/>
          </a:prstGeom>
          <a:solidFill>
            <a:schemeClr val="hlink"/>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388099" name="Text Box 3"/>
          <p:cNvSpPr txBox="1">
            <a:spLocks noChangeArrowheads="1"/>
          </p:cNvSpPr>
          <p:nvPr/>
        </p:nvSpPr>
        <p:spPr bwMode="auto">
          <a:xfrm>
            <a:off x="273050" y="303213"/>
            <a:ext cx="3105150" cy="915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a:solidFill>
                  <a:srgbClr val="FFFFFF"/>
                </a:solidFill>
                <a:effectLst>
                  <a:outerShdw blurRad="38100" dist="38100" dir="2700000" algn="tl">
                    <a:srgbClr val="000000"/>
                  </a:outerShdw>
                </a:effectLst>
              </a:rPr>
              <a:t>ILLUSTRATION SHOWING </a:t>
            </a:r>
          </a:p>
          <a:p>
            <a:pPr algn="ctr" eaLnBrk="1" hangingPunct="1">
              <a:defRPr/>
            </a:pPr>
            <a:r>
              <a:rPr lang="en-US">
                <a:solidFill>
                  <a:srgbClr val="FFFFFF"/>
                </a:solidFill>
                <a:effectLst>
                  <a:outerShdw blurRad="38100" dist="38100" dir="2700000" algn="tl">
                    <a:srgbClr val="000000"/>
                  </a:outerShdw>
                </a:effectLst>
              </a:rPr>
              <a:t>IMPORTANT TERMS </a:t>
            </a:r>
          </a:p>
          <a:p>
            <a:pPr algn="ctr" eaLnBrk="1" hangingPunct="1">
              <a:defRPr/>
            </a:pPr>
            <a:r>
              <a:rPr lang="en-US">
                <a:solidFill>
                  <a:srgbClr val="FFFFFF"/>
                </a:solidFill>
                <a:effectLst>
                  <a:outerShdw blurRad="38100" dist="38100" dir="2700000" algn="tl">
                    <a:srgbClr val="000000"/>
                  </a:outerShdw>
                </a:effectLst>
              </a:rPr>
              <a:t>IN SECTIONING.</a:t>
            </a:r>
          </a:p>
        </p:txBody>
      </p:sp>
      <p:sp>
        <p:nvSpPr>
          <p:cNvPr id="23556" name="Rectangle 4"/>
          <p:cNvSpPr>
            <a:spLocks noChangeArrowheads="1"/>
          </p:cNvSpPr>
          <p:nvPr/>
        </p:nvSpPr>
        <p:spPr bwMode="auto">
          <a:xfrm>
            <a:off x="3295650" y="4157663"/>
            <a:ext cx="1741488" cy="1741487"/>
          </a:xfrm>
          <a:prstGeom prst="rect">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3557" name="Line 5"/>
          <p:cNvSpPr>
            <a:spLocks noChangeShapeType="1"/>
          </p:cNvSpPr>
          <p:nvPr/>
        </p:nvSpPr>
        <p:spPr bwMode="auto">
          <a:xfrm>
            <a:off x="2625725" y="3889375"/>
            <a:ext cx="2814638"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58" name="AutoShape 6"/>
          <p:cNvSpPr>
            <a:spLocks noChangeArrowheads="1"/>
          </p:cNvSpPr>
          <p:nvPr/>
        </p:nvSpPr>
        <p:spPr bwMode="auto">
          <a:xfrm>
            <a:off x="3295650" y="1341438"/>
            <a:ext cx="1741488" cy="2547937"/>
          </a:xfrm>
          <a:prstGeom prst="triangle">
            <a:avLst>
              <a:gd name="adj" fmla="val 50000"/>
            </a:avLst>
          </a:prstGeom>
          <a:solidFill>
            <a:schemeClr val="bg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3559" name="Line 7"/>
          <p:cNvSpPr>
            <a:spLocks noChangeShapeType="1"/>
          </p:cNvSpPr>
          <p:nvPr/>
        </p:nvSpPr>
        <p:spPr bwMode="auto">
          <a:xfrm>
            <a:off x="4156075" y="1208088"/>
            <a:ext cx="0" cy="2814637"/>
          </a:xfrm>
          <a:prstGeom prst="line">
            <a:avLst/>
          </a:prstGeom>
          <a:noFill/>
          <a:ln w="38100">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60" name="Line 8"/>
          <p:cNvSpPr>
            <a:spLocks noChangeShapeType="1"/>
          </p:cNvSpPr>
          <p:nvPr/>
        </p:nvSpPr>
        <p:spPr bwMode="auto">
          <a:xfrm>
            <a:off x="3295650" y="4157663"/>
            <a:ext cx="536575" cy="53498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61" name="Line 9"/>
          <p:cNvSpPr>
            <a:spLocks noChangeShapeType="1"/>
          </p:cNvSpPr>
          <p:nvPr/>
        </p:nvSpPr>
        <p:spPr bwMode="auto">
          <a:xfrm flipH="1">
            <a:off x="3295650" y="5362575"/>
            <a:ext cx="536575" cy="53657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62" name="Line 10"/>
          <p:cNvSpPr>
            <a:spLocks noChangeShapeType="1"/>
          </p:cNvSpPr>
          <p:nvPr/>
        </p:nvSpPr>
        <p:spPr bwMode="auto">
          <a:xfrm>
            <a:off x="3430588" y="2012950"/>
            <a:ext cx="1874837" cy="1876425"/>
          </a:xfrm>
          <a:prstGeom prst="line">
            <a:avLst/>
          </a:prstGeom>
          <a:noFill/>
          <a:ln w="38100">
            <a:solidFill>
              <a:schemeClr val="tx1"/>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63" name="Line 11"/>
          <p:cNvSpPr>
            <a:spLocks noChangeShapeType="1"/>
          </p:cNvSpPr>
          <p:nvPr/>
        </p:nvSpPr>
        <p:spPr bwMode="auto">
          <a:xfrm>
            <a:off x="3832225" y="2414588"/>
            <a:ext cx="0" cy="227806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64" name="Line 12"/>
          <p:cNvSpPr>
            <a:spLocks noChangeShapeType="1"/>
          </p:cNvSpPr>
          <p:nvPr/>
        </p:nvSpPr>
        <p:spPr bwMode="auto">
          <a:xfrm>
            <a:off x="4903788" y="3486150"/>
            <a:ext cx="0" cy="80486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65" name="Line 13"/>
          <p:cNvSpPr>
            <a:spLocks noChangeShapeType="1"/>
          </p:cNvSpPr>
          <p:nvPr/>
        </p:nvSpPr>
        <p:spPr bwMode="auto">
          <a:xfrm flipV="1">
            <a:off x="3832225" y="4291013"/>
            <a:ext cx="1071563" cy="40163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66" name="Line 14"/>
          <p:cNvSpPr>
            <a:spLocks noChangeShapeType="1"/>
          </p:cNvSpPr>
          <p:nvPr/>
        </p:nvSpPr>
        <p:spPr bwMode="auto">
          <a:xfrm>
            <a:off x="3832225" y="5362575"/>
            <a:ext cx="1071563" cy="403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67" name="Line 15"/>
          <p:cNvSpPr>
            <a:spLocks noChangeShapeType="1"/>
          </p:cNvSpPr>
          <p:nvPr/>
        </p:nvSpPr>
        <p:spPr bwMode="auto">
          <a:xfrm>
            <a:off x="3832225" y="4692650"/>
            <a:ext cx="0" cy="6699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68" name="Line 16"/>
          <p:cNvSpPr>
            <a:spLocks noChangeShapeType="1"/>
          </p:cNvSpPr>
          <p:nvPr/>
        </p:nvSpPr>
        <p:spPr bwMode="auto">
          <a:xfrm>
            <a:off x="4903788" y="4291013"/>
            <a:ext cx="0" cy="1474787"/>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69" name="Line 17"/>
          <p:cNvSpPr>
            <a:spLocks noChangeShapeType="1"/>
          </p:cNvSpPr>
          <p:nvPr/>
        </p:nvSpPr>
        <p:spPr bwMode="auto">
          <a:xfrm>
            <a:off x="4903788" y="5765800"/>
            <a:ext cx="133350" cy="133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70" name="Line 18"/>
          <p:cNvSpPr>
            <a:spLocks noChangeShapeType="1"/>
          </p:cNvSpPr>
          <p:nvPr/>
        </p:nvSpPr>
        <p:spPr bwMode="auto">
          <a:xfrm flipV="1">
            <a:off x="4903788" y="4157663"/>
            <a:ext cx="133350" cy="133350"/>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71" name="Line 19"/>
          <p:cNvSpPr>
            <a:spLocks noChangeShapeType="1"/>
          </p:cNvSpPr>
          <p:nvPr/>
        </p:nvSpPr>
        <p:spPr bwMode="auto">
          <a:xfrm flipH="1">
            <a:off x="3832225" y="4559300"/>
            <a:ext cx="268288" cy="268288"/>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72" name="Line 20"/>
          <p:cNvSpPr>
            <a:spLocks noChangeShapeType="1"/>
          </p:cNvSpPr>
          <p:nvPr/>
        </p:nvSpPr>
        <p:spPr bwMode="auto">
          <a:xfrm flipH="1">
            <a:off x="3832225" y="4424363"/>
            <a:ext cx="669925" cy="6715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73" name="Line 21"/>
          <p:cNvSpPr>
            <a:spLocks noChangeShapeType="1"/>
          </p:cNvSpPr>
          <p:nvPr/>
        </p:nvSpPr>
        <p:spPr bwMode="auto">
          <a:xfrm flipH="1">
            <a:off x="3832225" y="4291013"/>
            <a:ext cx="1071563" cy="10715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74" name="Line 22"/>
          <p:cNvSpPr>
            <a:spLocks noChangeShapeType="1"/>
          </p:cNvSpPr>
          <p:nvPr/>
        </p:nvSpPr>
        <p:spPr bwMode="auto">
          <a:xfrm flipH="1">
            <a:off x="3987800" y="4537075"/>
            <a:ext cx="938213" cy="9382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75" name="Line 23"/>
          <p:cNvSpPr>
            <a:spLocks noChangeShapeType="1"/>
          </p:cNvSpPr>
          <p:nvPr/>
        </p:nvSpPr>
        <p:spPr bwMode="auto">
          <a:xfrm flipH="1">
            <a:off x="4233863" y="4827588"/>
            <a:ext cx="669925" cy="669925"/>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76" name="Line 24"/>
          <p:cNvSpPr>
            <a:spLocks noChangeShapeType="1"/>
          </p:cNvSpPr>
          <p:nvPr/>
        </p:nvSpPr>
        <p:spPr bwMode="auto">
          <a:xfrm flipH="1">
            <a:off x="4389438" y="5072063"/>
            <a:ext cx="536575" cy="5365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77" name="Line 25"/>
          <p:cNvSpPr>
            <a:spLocks noChangeShapeType="1"/>
          </p:cNvSpPr>
          <p:nvPr/>
        </p:nvSpPr>
        <p:spPr bwMode="auto">
          <a:xfrm flipH="1">
            <a:off x="4635500" y="5362575"/>
            <a:ext cx="268288" cy="2682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78" name="Line 26"/>
          <p:cNvSpPr>
            <a:spLocks noChangeShapeType="1"/>
          </p:cNvSpPr>
          <p:nvPr/>
        </p:nvSpPr>
        <p:spPr bwMode="auto">
          <a:xfrm flipH="1">
            <a:off x="4770438" y="5630863"/>
            <a:ext cx="133350" cy="1349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79" name="Line 27"/>
          <p:cNvSpPr>
            <a:spLocks noChangeShapeType="1"/>
          </p:cNvSpPr>
          <p:nvPr/>
        </p:nvSpPr>
        <p:spPr bwMode="auto">
          <a:xfrm>
            <a:off x="2894013" y="4424363"/>
            <a:ext cx="938212" cy="53657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23580" name="Group 28"/>
          <p:cNvGrpSpPr>
            <a:grpSpLocks/>
          </p:cNvGrpSpPr>
          <p:nvPr/>
        </p:nvGrpSpPr>
        <p:grpSpPr bwMode="auto">
          <a:xfrm>
            <a:off x="4635500" y="4827588"/>
            <a:ext cx="2144713" cy="534987"/>
            <a:chOff x="1056" y="3264"/>
            <a:chExt cx="768" cy="192"/>
          </a:xfrm>
        </p:grpSpPr>
        <p:sp>
          <p:nvSpPr>
            <p:cNvPr id="23623" name="Line 29"/>
            <p:cNvSpPr>
              <a:spLocks noChangeShapeType="1"/>
            </p:cNvSpPr>
            <p:nvPr/>
          </p:nvSpPr>
          <p:spPr bwMode="auto">
            <a:xfrm>
              <a:off x="1056" y="3264"/>
              <a:ext cx="240" cy="192"/>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624" name="Line 30"/>
            <p:cNvSpPr>
              <a:spLocks noChangeShapeType="1"/>
            </p:cNvSpPr>
            <p:nvPr/>
          </p:nvSpPr>
          <p:spPr bwMode="auto">
            <a:xfrm>
              <a:off x="1296" y="3456"/>
              <a:ext cx="52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23581" name="Line 31"/>
          <p:cNvSpPr>
            <a:spLocks noChangeShapeType="1"/>
          </p:cNvSpPr>
          <p:nvPr/>
        </p:nvSpPr>
        <p:spPr bwMode="auto">
          <a:xfrm flipH="1">
            <a:off x="2089150" y="4424363"/>
            <a:ext cx="8048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23582" name="Group 32"/>
          <p:cNvGrpSpPr>
            <a:grpSpLocks/>
          </p:cNvGrpSpPr>
          <p:nvPr/>
        </p:nvGrpSpPr>
        <p:grpSpPr bwMode="auto">
          <a:xfrm>
            <a:off x="2089150" y="2146300"/>
            <a:ext cx="1474788" cy="401638"/>
            <a:chOff x="144" y="2304"/>
            <a:chExt cx="528" cy="144"/>
          </a:xfrm>
        </p:grpSpPr>
        <p:sp>
          <p:nvSpPr>
            <p:cNvPr id="23621" name="Line 33"/>
            <p:cNvSpPr>
              <a:spLocks noChangeShapeType="1"/>
            </p:cNvSpPr>
            <p:nvPr/>
          </p:nvSpPr>
          <p:spPr bwMode="auto">
            <a:xfrm flipV="1">
              <a:off x="528" y="2304"/>
              <a:ext cx="144" cy="1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622" name="Line 34"/>
            <p:cNvSpPr>
              <a:spLocks noChangeShapeType="1"/>
            </p:cNvSpPr>
            <p:nvPr/>
          </p:nvSpPr>
          <p:spPr bwMode="auto">
            <a:xfrm flipH="1">
              <a:off x="144" y="2448"/>
              <a:ext cx="384"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23583" name="Line 35"/>
          <p:cNvSpPr>
            <a:spLocks noChangeShapeType="1"/>
          </p:cNvSpPr>
          <p:nvPr/>
        </p:nvSpPr>
        <p:spPr bwMode="auto">
          <a:xfrm flipV="1">
            <a:off x="3832225" y="1300163"/>
            <a:ext cx="1204913" cy="11144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84" name="Line 36"/>
          <p:cNvSpPr>
            <a:spLocks noChangeShapeType="1"/>
          </p:cNvSpPr>
          <p:nvPr/>
        </p:nvSpPr>
        <p:spPr bwMode="auto">
          <a:xfrm flipV="1">
            <a:off x="4903788" y="2001838"/>
            <a:ext cx="1608137" cy="14843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85" name="Line 37"/>
          <p:cNvSpPr>
            <a:spLocks noChangeShapeType="1"/>
          </p:cNvSpPr>
          <p:nvPr/>
        </p:nvSpPr>
        <p:spPr bwMode="auto">
          <a:xfrm>
            <a:off x="4613275" y="1689100"/>
            <a:ext cx="804863" cy="133985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86" name="Line 38"/>
          <p:cNvSpPr>
            <a:spLocks noChangeShapeType="1"/>
          </p:cNvSpPr>
          <p:nvPr/>
        </p:nvSpPr>
        <p:spPr bwMode="auto">
          <a:xfrm>
            <a:off x="4948238" y="1341438"/>
            <a:ext cx="1430337" cy="80486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87" name="Line 39"/>
          <p:cNvSpPr>
            <a:spLocks noChangeShapeType="1"/>
          </p:cNvSpPr>
          <p:nvPr/>
        </p:nvSpPr>
        <p:spPr bwMode="auto">
          <a:xfrm rot="296872" flipV="1">
            <a:off x="5484813" y="2112963"/>
            <a:ext cx="803275" cy="93821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88" name="Line 40"/>
          <p:cNvSpPr>
            <a:spLocks noChangeShapeType="1"/>
          </p:cNvSpPr>
          <p:nvPr/>
        </p:nvSpPr>
        <p:spPr bwMode="auto">
          <a:xfrm flipV="1">
            <a:off x="4579938" y="1341438"/>
            <a:ext cx="401637" cy="403225"/>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89" name="Line 41"/>
          <p:cNvSpPr>
            <a:spLocks noChangeShapeType="1"/>
          </p:cNvSpPr>
          <p:nvPr/>
        </p:nvSpPr>
        <p:spPr bwMode="auto">
          <a:xfrm>
            <a:off x="4770438" y="1543050"/>
            <a:ext cx="0" cy="4016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90" name="Line 42"/>
          <p:cNvSpPr>
            <a:spLocks noChangeShapeType="1"/>
          </p:cNvSpPr>
          <p:nvPr/>
        </p:nvSpPr>
        <p:spPr bwMode="auto">
          <a:xfrm>
            <a:off x="4903788" y="1420813"/>
            <a:ext cx="0" cy="8032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91" name="Line 43"/>
          <p:cNvSpPr>
            <a:spLocks noChangeShapeType="1"/>
          </p:cNvSpPr>
          <p:nvPr/>
        </p:nvSpPr>
        <p:spPr bwMode="auto">
          <a:xfrm>
            <a:off x="5172075" y="1476375"/>
            <a:ext cx="0" cy="10715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92" name="Line 44"/>
          <p:cNvSpPr>
            <a:spLocks noChangeShapeType="1"/>
          </p:cNvSpPr>
          <p:nvPr/>
        </p:nvSpPr>
        <p:spPr bwMode="auto">
          <a:xfrm>
            <a:off x="5440363" y="1609725"/>
            <a:ext cx="0" cy="13414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93" name="Line 45"/>
          <p:cNvSpPr>
            <a:spLocks noChangeShapeType="1"/>
          </p:cNvSpPr>
          <p:nvPr/>
        </p:nvSpPr>
        <p:spPr bwMode="auto">
          <a:xfrm>
            <a:off x="5707063" y="1744663"/>
            <a:ext cx="0" cy="93821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94" name="Line 46"/>
          <p:cNvSpPr>
            <a:spLocks noChangeShapeType="1"/>
          </p:cNvSpPr>
          <p:nvPr/>
        </p:nvSpPr>
        <p:spPr bwMode="auto">
          <a:xfrm>
            <a:off x="5975350" y="1922463"/>
            <a:ext cx="0" cy="5365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95" name="Line 47"/>
          <p:cNvSpPr>
            <a:spLocks noChangeShapeType="1"/>
          </p:cNvSpPr>
          <p:nvPr/>
        </p:nvSpPr>
        <p:spPr bwMode="auto">
          <a:xfrm>
            <a:off x="6143625" y="2012950"/>
            <a:ext cx="0" cy="266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96" name="Line 48"/>
          <p:cNvSpPr>
            <a:spLocks noChangeShapeType="1"/>
          </p:cNvSpPr>
          <p:nvPr/>
        </p:nvSpPr>
        <p:spPr bwMode="auto">
          <a:xfrm>
            <a:off x="5842000" y="1878013"/>
            <a:ext cx="0" cy="8048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97" name="Line 49"/>
          <p:cNvSpPr>
            <a:spLocks noChangeShapeType="1"/>
          </p:cNvSpPr>
          <p:nvPr/>
        </p:nvSpPr>
        <p:spPr bwMode="auto">
          <a:xfrm>
            <a:off x="5573713" y="1744663"/>
            <a:ext cx="0" cy="10715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98" name="Line 50"/>
          <p:cNvSpPr>
            <a:spLocks noChangeShapeType="1"/>
          </p:cNvSpPr>
          <p:nvPr/>
        </p:nvSpPr>
        <p:spPr bwMode="auto">
          <a:xfrm>
            <a:off x="5305425" y="1509713"/>
            <a:ext cx="0" cy="13398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599" name="Line 51"/>
          <p:cNvSpPr>
            <a:spLocks noChangeShapeType="1"/>
          </p:cNvSpPr>
          <p:nvPr/>
        </p:nvSpPr>
        <p:spPr bwMode="auto">
          <a:xfrm>
            <a:off x="5037138" y="1341438"/>
            <a:ext cx="0" cy="10731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23600" name="Group 52"/>
          <p:cNvGrpSpPr>
            <a:grpSpLocks/>
          </p:cNvGrpSpPr>
          <p:nvPr/>
        </p:nvGrpSpPr>
        <p:grpSpPr bwMode="auto">
          <a:xfrm>
            <a:off x="5707063" y="2816225"/>
            <a:ext cx="1474787" cy="401638"/>
            <a:chOff x="1440" y="2544"/>
            <a:chExt cx="576" cy="144"/>
          </a:xfrm>
        </p:grpSpPr>
        <p:sp>
          <p:nvSpPr>
            <p:cNvPr id="23619" name="Line 53"/>
            <p:cNvSpPr>
              <a:spLocks noChangeShapeType="1"/>
            </p:cNvSpPr>
            <p:nvPr/>
          </p:nvSpPr>
          <p:spPr bwMode="auto">
            <a:xfrm>
              <a:off x="1440" y="2544"/>
              <a:ext cx="96" cy="144"/>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3620" name="Line 54"/>
            <p:cNvSpPr>
              <a:spLocks noChangeShapeType="1"/>
            </p:cNvSpPr>
            <p:nvPr/>
          </p:nvSpPr>
          <p:spPr bwMode="auto">
            <a:xfrm>
              <a:off x="1536" y="2688"/>
              <a:ext cx="48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23601" name="Line 55"/>
          <p:cNvSpPr>
            <a:spLocks noChangeShapeType="1"/>
          </p:cNvSpPr>
          <p:nvPr/>
        </p:nvSpPr>
        <p:spPr bwMode="auto">
          <a:xfrm flipH="1">
            <a:off x="5707063" y="1208088"/>
            <a:ext cx="403225" cy="401637"/>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88152" name="Text Box 56"/>
          <p:cNvSpPr txBox="1">
            <a:spLocks noChangeArrowheads="1"/>
          </p:cNvSpPr>
          <p:nvPr/>
        </p:nvSpPr>
        <p:spPr bwMode="auto">
          <a:xfrm>
            <a:off x="2865438" y="34575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effectLst>
                  <a:outerShdw blurRad="38100" dist="38100" dir="2700000" algn="tl">
                    <a:srgbClr val="FFFFFF"/>
                  </a:outerShdw>
                </a:effectLst>
                <a:latin typeface="Times New Roman" panose="02020603050405020304" pitchFamily="18" charset="0"/>
              </a:rPr>
              <a:t>x</a:t>
            </a:r>
          </a:p>
        </p:txBody>
      </p:sp>
      <p:sp>
        <p:nvSpPr>
          <p:cNvPr id="388153" name="Text Box 57"/>
          <p:cNvSpPr txBox="1">
            <a:spLocks noChangeArrowheads="1"/>
          </p:cNvSpPr>
          <p:nvPr/>
        </p:nvSpPr>
        <p:spPr bwMode="auto">
          <a:xfrm>
            <a:off x="5245100" y="3457575"/>
            <a:ext cx="2984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effectLst>
                  <a:outerShdw blurRad="38100" dist="38100" dir="2700000" algn="tl">
                    <a:srgbClr val="FFFFFF"/>
                  </a:outerShdw>
                </a:effectLst>
                <a:latin typeface="Times New Roman" panose="02020603050405020304" pitchFamily="18" charset="0"/>
              </a:rPr>
              <a:t>y</a:t>
            </a:r>
          </a:p>
        </p:txBody>
      </p:sp>
      <p:sp>
        <p:nvSpPr>
          <p:cNvPr id="388154" name="Text Box 58"/>
          <p:cNvSpPr txBox="1">
            <a:spLocks noChangeArrowheads="1"/>
          </p:cNvSpPr>
          <p:nvPr/>
        </p:nvSpPr>
        <p:spPr bwMode="auto">
          <a:xfrm>
            <a:off x="5943600" y="2647950"/>
            <a:ext cx="16383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effectLst>
                  <a:outerShdw blurRad="38100" dist="38100" dir="2700000" algn="tl">
                    <a:srgbClr val="FFFFFF"/>
                  </a:outerShdw>
                </a:effectLst>
                <a:latin typeface="Times New Roman" panose="02020603050405020304" pitchFamily="18" charset="0"/>
              </a:rPr>
              <a:t>TRUE SHAPE</a:t>
            </a:r>
          </a:p>
          <a:p>
            <a:pPr eaLnBrk="1" hangingPunct="1">
              <a:defRPr/>
            </a:pPr>
            <a:r>
              <a:rPr lang="en-US">
                <a:effectLst>
                  <a:outerShdw blurRad="38100" dist="38100" dir="2700000" algn="tl">
                    <a:srgbClr val="FFFFFF"/>
                  </a:outerShdw>
                </a:effectLst>
                <a:latin typeface="Times New Roman" panose="02020603050405020304" pitchFamily="18" charset="0"/>
              </a:rPr>
              <a:t>Of  SECTION</a:t>
            </a:r>
          </a:p>
        </p:txBody>
      </p:sp>
      <p:sp>
        <p:nvSpPr>
          <p:cNvPr id="388155" name="Text Box 59"/>
          <p:cNvSpPr txBox="1">
            <a:spLocks noChangeArrowheads="1"/>
          </p:cNvSpPr>
          <p:nvPr/>
        </p:nvSpPr>
        <p:spPr bwMode="auto">
          <a:xfrm>
            <a:off x="2089150" y="1901825"/>
            <a:ext cx="1270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effectLst>
                  <a:outerShdw blurRad="38100" dist="38100" dir="2700000" algn="tl">
                    <a:srgbClr val="FFFFFF"/>
                  </a:outerShdw>
                </a:effectLst>
                <a:latin typeface="Times New Roman" panose="02020603050405020304" pitchFamily="18" charset="0"/>
              </a:rPr>
              <a:t>SECTION </a:t>
            </a:r>
          </a:p>
          <a:p>
            <a:pPr eaLnBrk="1" hangingPunct="1">
              <a:defRPr/>
            </a:pPr>
            <a:r>
              <a:rPr lang="en-US">
                <a:effectLst>
                  <a:outerShdw blurRad="38100" dist="38100" dir="2700000" algn="tl">
                    <a:srgbClr val="FFFFFF"/>
                  </a:outerShdw>
                </a:effectLst>
                <a:latin typeface="Times New Roman" panose="02020603050405020304" pitchFamily="18" charset="0"/>
              </a:rPr>
              <a:t>PLANE</a:t>
            </a:r>
          </a:p>
        </p:txBody>
      </p:sp>
      <p:sp>
        <p:nvSpPr>
          <p:cNvPr id="388156" name="Text Box 60"/>
          <p:cNvSpPr txBox="1">
            <a:spLocks noChangeArrowheads="1"/>
          </p:cNvSpPr>
          <p:nvPr/>
        </p:nvSpPr>
        <p:spPr bwMode="auto">
          <a:xfrm>
            <a:off x="5119688" y="4783138"/>
            <a:ext cx="19558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a:effectLst>
                  <a:outerShdw blurRad="38100" dist="38100" dir="2700000" algn="tl">
                    <a:srgbClr val="FFFFFF"/>
                  </a:outerShdw>
                </a:effectLst>
                <a:latin typeface="Times New Roman" panose="02020603050405020304" pitchFamily="18" charset="0"/>
              </a:rPr>
              <a:t>SECTION LINES</a:t>
            </a:r>
          </a:p>
          <a:p>
            <a:pPr algn="ctr" eaLnBrk="1" hangingPunct="1">
              <a:defRPr/>
            </a:pPr>
            <a:r>
              <a:rPr lang="en-US">
                <a:effectLst>
                  <a:outerShdw blurRad="38100" dist="38100" dir="2700000" algn="tl">
                    <a:srgbClr val="FFFFFF"/>
                  </a:outerShdw>
                </a:effectLst>
                <a:latin typeface="Times New Roman" panose="02020603050405020304" pitchFamily="18" charset="0"/>
              </a:rPr>
              <a:t>(45</a:t>
            </a:r>
            <a:r>
              <a:rPr lang="en-US" baseline="30000">
                <a:effectLst>
                  <a:outerShdw blurRad="38100" dist="38100" dir="2700000" algn="tl">
                    <a:srgbClr val="FFFFFF"/>
                  </a:outerShdw>
                </a:effectLst>
                <a:latin typeface="Times New Roman" panose="02020603050405020304" pitchFamily="18" charset="0"/>
              </a:rPr>
              <a:t>0</a:t>
            </a:r>
            <a:r>
              <a:rPr lang="en-US">
                <a:effectLst>
                  <a:outerShdw blurRad="38100" dist="38100" dir="2700000" algn="tl">
                    <a:srgbClr val="FFFFFF"/>
                  </a:outerShdw>
                </a:effectLst>
                <a:latin typeface="Times New Roman" panose="02020603050405020304" pitchFamily="18" charset="0"/>
              </a:rPr>
              <a:t> to XY)</a:t>
            </a:r>
          </a:p>
        </p:txBody>
      </p:sp>
      <p:sp>
        <p:nvSpPr>
          <p:cNvPr id="388157" name="Text Box 61"/>
          <p:cNvSpPr txBox="1">
            <a:spLocks noChangeArrowheads="1"/>
          </p:cNvSpPr>
          <p:nvPr/>
        </p:nvSpPr>
        <p:spPr bwMode="auto">
          <a:xfrm>
            <a:off x="1231900" y="4095750"/>
            <a:ext cx="18351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a:effectLst>
                  <a:outerShdw blurRad="38100" dist="38100" dir="2700000" algn="tl">
                    <a:srgbClr val="FFFFFF"/>
                  </a:outerShdw>
                </a:effectLst>
                <a:latin typeface="Times New Roman" panose="02020603050405020304" pitchFamily="18" charset="0"/>
              </a:rPr>
              <a:t>Apparent Shape </a:t>
            </a:r>
          </a:p>
          <a:p>
            <a:pPr algn="ctr" eaLnBrk="1" hangingPunct="1">
              <a:defRPr/>
            </a:pPr>
            <a:r>
              <a:rPr lang="en-US">
                <a:effectLst>
                  <a:outerShdw blurRad="38100" dist="38100" dir="2700000" algn="tl">
                    <a:srgbClr val="FFFFFF"/>
                  </a:outerShdw>
                </a:effectLst>
                <a:latin typeface="Times New Roman" panose="02020603050405020304" pitchFamily="18" charset="0"/>
              </a:rPr>
              <a:t>of section</a:t>
            </a:r>
          </a:p>
        </p:txBody>
      </p:sp>
      <p:sp>
        <p:nvSpPr>
          <p:cNvPr id="388158" name="Text Box 62"/>
          <p:cNvSpPr txBox="1">
            <a:spLocks noChangeArrowheads="1"/>
          </p:cNvSpPr>
          <p:nvPr/>
        </p:nvSpPr>
        <p:spPr bwMode="auto">
          <a:xfrm>
            <a:off x="3295650" y="5969000"/>
            <a:ext cx="20193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effectLst>
                  <a:outerShdw blurRad="38100" dist="38100" dir="2700000" algn="tl">
                    <a:srgbClr val="FFFFFF"/>
                  </a:outerShdw>
                </a:effectLst>
                <a:latin typeface="Times New Roman" panose="02020603050405020304" pitchFamily="18" charset="0"/>
              </a:rPr>
              <a:t>SECTIONAL T.V.</a:t>
            </a:r>
          </a:p>
        </p:txBody>
      </p:sp>
      <p:sp>
        <p:nvSpPr>
          <p:cNvPr id="23609" name="Line 63"/>
          <p:cNvSpPr>
            <a:spLocks noChangeShapeType="1"/>
          </p:cNvSpPr>
          <p:nvPr/>
        </p:nvSpPr>
        <p:spPr bwMode="auto">
          <a:xfrm>
            <a:off x="4167188" y="671513"/>
            <a:ext cx="0" cy="4032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88160" name="Text Box 64"/>
          <p:cNvSpPr txBox="1">
            <a:spLocks noChangeArrowheads="1"/>
          </p:cNvSpPr>
          <p:nvPr/>
        </p:nvSpPr>
        <p:spPr bwMode="auto">
          <a:xfrm>
            <a:off x="3832225" y="182563"/>
            <a:ext cx="8318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effectLst>
                  <a:outerShdw blurRad="38100" dist="38100" dir="2700000" algn="tl">
                    <a:srgbClr val="FFFFFF"/>
                  </a:outerShdw>
                </a:effectLst>
                <a:latin typeface="Times New Roman" panose="02020603050405020304" pitchFamily="18" charset="0"/>
              </a:rPr>
              <a:t>For TV</a:t>
            </a:r>
          </a:p>
        </p:txBody>
      </p:sp>
      <p:sp>
        <p:nvSpPr>
          <p:cNvPr id="388161" name="Text Box 65"/>
          <p:cNvSpPr txBox="1">
            <a:spLocks noChangeArrowheads="1"/>
          </p:cNvSpPr>
          <p:nvPr/>
        </p:nvSpPr>
        <p:spPr bwMode="auto">
          <a:xfrm rot="2548782">
            <a:off x="5592763" y="1008063"/>
            <a:ext cx="17335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effectLst>
                  <a:outerShdw blurRad="38100" dist="38100" dir="2700000" algn="tl">
                    <a:srgbClr val="FFFFFF"/>
                  </a:outerShdw>
                </a:effectLst>
                <a:latin typeface="Times New Roman" panose="02020603050405020304" pitchFamily="18" charset="0"/>
              </a:rPr>
              <a:t>For True Shape</a:t>
            </a:r>
          </a:p>
        </p:txBody>
      </p:sp>
      <p:grpSp>
        <p:nvGrpSpPr>
          <p:cNvPr id="23612" name="Group 81"/>
          <p:cNvGrpSpPr>
            <a:grpSpLocks/>
          </p:cNvGrpSpPr>
          <p:nvPr/>
        </p:nvGrpSpPr>
        <p:grpSpPr bwMode="auto">
          <a:xfrm>
            <a:off x="8016875" y="46038"/>
            <a:ext cx="1096963" cy="182562"/>
            <a:chOff x="5050" y="29"/>
            <a:chExt cx="691" cy="115"/>
          </a:xfrm>
        </p:grpSpPr>
        <p:sp>
          <p:nvSpPr>
            <p:cNvPr id="23613" name="AutoShape 82">
              <a:hlinkClick r:id="rId3" action="ppaction://hlinksldjump" highlightClick="1"/>
            </p:cNvPr>
            <p:cNvSpPr>
              <a:spLocks noChangeAspect="1" noChangeArrowheads="1"/>
            </p:cNvSpPr>
            <p:nvPr/>
          </p:nvSpPr>
          <p:spPr bwMode="auto">
            <a:xfrm>
              <a:off x="5050" y="29"/>
              <a:ext cx="115" cy="115"/>
            </a:xfrm>
            <a:prstGeom prst="actionButtonHome">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3614" name="AutoShape 83">
              <a:hlinkClick r:id="" action="ppaction://hlinkshowjump?jump=previousslide" highlightClick="1"/>
            </p:cNvPr>
            <p:cNvSpPr>
              <a:spLocks noChangeAspect="1" noChangeArrowheads="1"/>
            </p:cNvSpPr>
            <p:nvPr/>
          </p:nvSpPr>
          <p:spPr bwMode="auto">
            <a:xfrm>
              <a:off x="5280" y="29"/>
              <a:ext cx="116" cy="115"/>
            </a:xfrm>
            <a:prstGeom prst="actionButtonBackPrevious">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3615" name="AutoShape 84">
              <a:hlinkClick r:id="" action="ppaction://hlinkshowjump?jump=nextslide" highlightClick="1"/>
            </p:cNvPr>
            <p:cNvSpPr>
              <a:spLocks noChangeAspect="1" noChangeArrowheads="1"/>
            </p:cNvSpPr>
            <p:nvPr/>
          </p:nvSpPr>
          <p:spPr bwMode="auto">
            <a:xfrm>
              <a:off x="5396" y="29"/>
              <a:ext cx="115" cy="115"/>
            </a:xfrm>
            <a:prstGeom prst="actionButtonForwardNext">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3616" name="AutoShape 85">
              <a:hlinkClick r:id="" action="ppaction://hlinkshowjump?jump=firstslide" highlightClick="1"/>
            </p:cNvPr>
            <p:cNvSpPr>
              <a:spLocks noChangeAspect="1" noChangeArrowheads="1"/>
            </p:cNvSpPr>
            <p:nvPr/>
          </p:nvSpPr>
          <p:spPr bwMode="auto">
            <a:xfrm>
              <a:off x="5165" y="29"/>
              <a:ext cx="115" cy="115"/>
            </a:xfrm>
            <a:prstGeom prst="actionButtonBeginning">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3617" name="AutoShape 86">
              <a:hlinkClick r:id="" action="ppaction://hlinkshowjump?jump=lastslide" highlightClick="1"/>
            </p:cNvPr>
            <p:cNvSpPr>
              <a:spLocks noChangeAspect="1" noChangeArrowheads="1"/>
            </p:cNvSpPr>
            <p:nvPr/>
          </p:nvSpPr>
          <p:spPr bwMode="auto">
            <a:xfrm>
              <a:off x="5511" y="29"/>
              <a:ext cx="115" cy="115"/>
            </a:xfrm>
            <a:prstGeom prst="actionButtonEnd">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3618" name="AutoShape 87">
              <a:hlinkClick r:id="" action="ppaction://hlinkshowjump?jump=endshow" highlightClick="1"/>
            </p:cNvPr>
            <p:cNvSpPr>
              <a:spLocks noChangeAspect="1" noChangeArrowheads="1"/>
            </p:cNvSpPr>
            <p:nvPr/>
          </p:nvSpPr>
          <p:spPr bwMode="auto">
            <a:xfrm>
              <a:off x="5626" y="29"/>
              <a:ext cx="115" cy="115"/>
            </a:xfrm>
            <a:prstGeom prst="actionButtonBlank">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gr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457200" y="0"/>
            <a:ext cx="8229600" cy="1143000"/>
          </a:xfrm>
        </p:spPr>
        <p:txBody>
          <a:bodyPr/>
          <a:lstStyle/>
          <a:p>
            <a:r>
              <a:rPr lang="en-US" altLang="en-US"/>
              <a:t>True Shape of Sections</a:t>
            </a:r>
          </a:p>
        </p:txBody>
      </p:sp>
      <p:sp>
        <p:nvSpPr>
          <p:cNvPr id="3" name="Content Placeholder 2"/>
          <p:cNvSpPr>
            <a:spLocks noGrp="1"/>
          </p:cNvSpPr>
          <p:nvPr>
            <p:ph idx="1"/>
          </p:nvPr>
        </p:nvSpPr>
        <p:spPr>
          <a:xfrm>
            <a:off x="914400" y="1131888"/>
            <a:ext cx="6324600" cy="5029200"/>
          </a:xfrm>
        </p:spPr>
        <p:txBody>
          <a:bodyPr>
            <a:normAutofit fontScale="62500" lnSpcReduction="20000"/>
          </a:bodyPr>
          <a:lstStyle/>
          <a:p>
            <a:pPr algn="just">
              <a:lnSpc>
                <a:spcPct val="150000"/>
              </a:lnSpc>
              <a:spcBef>
                <a:spcPct val="50000"/>
              </a:spcBef>
              <a:defRPr/>
            </a:pPr>
            <a:r>
              <a:rPr lang="en-US" dirty="0"/>
              <a:t>A section will show its </a:t>
            </a:r>
            <a:r>
              <a:rPr lang="en-US" i="1" dirty="0"/>
              <a:t>true shape </a:t>
            </a:r>
            <a:r>
              <a:rPr lang="en-US" dirty="0"/>
              <a:t>when viewed in normal direction. </a:t>
            </a:r>
          </a:p>
          <a:p>
            <a:pPr algn="just">
              <a:lnSpc>
                <a:spcPct val="150000"/>
              </a:lnSpc>
              <a:spcBef>
                <a:spcPct val="50000"/>
              </a:spcBef>
              <a:defRPr/>
            </a:pPr>
            <a:r>
              <a:rPr lang="en-US" dirty="0"/>
              <a:t>To find the true shape of a section, it must be projected on a plane parallel to the section plane.</a:t>
            </a:r>
          </a:p>
          <a:p>
            <a:pPr algn="just">
              <a:lnSpc>
                <a:spcPct val="150000"/>
              </a:lnSpc>
              <a:spcBef>
                <a:spcPct val="50000"/>
              </a:spcBef>
              <a:defRPr/>
            </a:pPr>
            <a:r>
              <a:rPr lang="en-US" dirty="0"/>
              <a:t>True shape of section</a:t>
            </a:r>
          </a:p>
          <a:p>
            <a:pPr lvl="1" algn="just">
              <a:lnSpc>
                <a:spcPct val="150000"/>
              </a:lnSpc>
              <a:spcBef>
                <a:spcPct val="50000"/>
              </a:spcBef>
              <a:defRPr/>
            </a:pPr>
            <a:r>
              <a:rPr lang="en-US" dirty="0"/>
              <a:t>Horizontal section plane -&gt; TV</a:t>
            </a:r>
          </a:p>
          <a:p>
            <a:pPr lvl="1" algn="just">
              <a:lnSpc>
                <a:spcPct val="150000"/>
              </a:lnSpc>
              <a:spcBef>
                <a:spcPct val="50000"/>
              </a:spcBef>
              <a:defRPr/>
            </a:pPr>
            <a:r>
              <a:rPr lang="en-US" dirty="0"/>
              <a:t>Vertical section plane -&gt; FV</a:t>
            </a:r>
          </a:p>
          <a:p>
            <a:pPr lvl="1" algn="just">
              <a:lnSpc>
                <a:spcPct val="150000"/>
              </a:lnSpc>
              <a:spcBef>
                <a:spcPct val="50000"/>
              </a:spcBef>
              <a:defRPr/>
            </a:pPr>
            <a:r>
              <a:rPr lang="en-US" dirty="0"/>
              <a:t>Profile section plane -&gt; SV</a:t>
            </a:r>
          </a:p>
          <a:p>
            <a:pPr lvl="1" algn="just">
              <a:lnSpc>
                <a:spcPct val="150000"/>
              </a:lnSpc>
              <a:spcBef>
                <a:spcPct val="50000"/>
              </a:spcBef>
              <a:defRPr/>
            </a:pPr>
            <a:r>
              <a:rPr lang="en-US" dirty="0"/>
              <a:t>AIP -&gt; Auxiliary TV</a:t>
            </a:r>
          </a:p>
          <a:p>
            <a:pPr lvl="1" algn="just">
              <a:lnSpc>
                <a:spcPct val="150000"/>
              </a:lnSpc>
              <a:spcBef>
                <a:spcPct val="50000"/>
              </a:spcBef>
              <a:defRPr/>
            </a:pPr>
            <a:r>
              <a:rPr lang="en-US" dirty="0"/>
              <a:t>AVP -&gt; Auxiliary FV</a:t>
            </a:r>
          </a:p>
          <a:p>
            <a:pPr algn="just">
              <a:lnSpc>
                <a:spcPct val="150000"/>
              </a:lnSpc>
              <a:spcBef>
                <a:spcPct val="50000"/>
              </a:spcBef>
              <a:defRPr/>
            </a:pP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blinds(horizontal)">
                                      <p:cBhvr>
                                        <p:cTn id="7" dur="500"/>
                                        <p:tgtEl>
                                          <p:spTgt spid="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blinds(horizontal)">
                                      <p:cBhvr>
                                        <p:cTn id="12" dur="500"/>
                                        <p:tgtEl>
                                          <p:spTgt spid="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blinds(horizontal)">
                                      <p:cBhvr>
                                        <p:cTn id="17" dur="500"/>
                                        <p:tgtEl>
                                          <p:spTgt spid="3">
                                            <p:txEl>
                                              <p:pRg st="3" end="3"/>
                                            </p:txEl>
                                          </p:spTgt>
                                        </p:tgtEl>
                                      </p:cBhvr>
                                    </p:animEffect>
                                  </p:childTnLst>
                                </p:cTn>
                              </p:par>
                            </p:childTnLst>
                          </p:cTn>
                        </p:par>
                        <p:par>
                          <p:cTn id="18" fill="hold" nodeType="afterGroup">
                            <p:stCondLst>
                              <p:cond delay="500"/>
                            </p:stCondLst>
                            <p:childTnLst>
                              <p:par>
                                <p:cTn id="19" presetID="3" presetClass="entr" presetSubtype="10" fill="hold" nodeType="after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blinds(horizontal)">
                                      <p:cBhvr>
                                        <p:cTn id="21" dur="500"/>
                                        <p:tgtEl>
                                          <p:spTgt spid="3">
                                            <p:txEl>
                                              <p:pRg st="4" end="4"/>
                                            </p:txEl>
                                          </p:spTgt>
                                        </p:tgtEl>
                                      </p:cBhvr>
                                    </p:animEffect>
                                  </p:childTnLst>
                                </p:cTn>
                              </p:par>
                            </p:childTnLst>
                          </p:cTn>
                        </p:par>
                        <p:par>
                          <p:cTn id="22" fill="hold" nodeType="afterGroup">
                            <p:stCondLst>
                              <p:cond delay="1000"/>
                            </p:stCondLst>
                            <p:childTnLst>
                              <p:par>
                                <p:cTn id="23" presetID="3" presetClass="entr" presetSubtype="10" fill="hold" nodeType="after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Effect transition="in" filter="blinds(horizontal)">
                                      <p:cBhvr>
                                        <p:cTn id="25" dur="500"/>
                                        <p:tgtEl>
                                          <p:spTgt spid="3">
                                            <p:txEl>
                                              <p:pRg st="5" end="5"/>
                                            </p:txEl>
                                          </p:spTgt>
                                        </p:tgtEl>
                                      </p:cBhvr>
                                    </p:animEffect>
                                  </p:childTnLst>
                                </p:cTn>
                              </p:par>
                            </p:childTnLst>
                          </p:cTn>
                        </p:par>
                        <p:par>
                          <p:cTn id="26" fill="hold" nodeType="afterGroup">
                            <p:stCondLst>
                              <p:cond delay="1500"/>
                            </p:stCondLst>
                            <p:childTnLst>
                              <p:par>
                                <p:cTn id="27" presetID="3" presetClass="entr" presetSubtype="10" fill="hold" nodeType="after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Effect transition="in" filter="blinds(horizontal)">
                                      <p:cBhvr>
                                        <p:cTn id="29" dur="500"/>
                                        <p:tgtEl>
                                          <p:spTgt spid="3">
                                            <p:txEl>
                                              <p:pRg st="6" end="6"/>
                                            </p:txEl>
                                          </p:spTgt>
                                        </p:tgtEl>
                                      </p:cBhvr>
                                    </p:animEffect>
                                  </p:childTnLst>
                                </p:cTn>
                              </p:par>
                            </p:childTnLst>
                          </p:cTn>
                        </p:par>
                        <p:par>
                          <p:cTn id="30" fill="hold" nodeType="afterGroup">
                            <p:stCondLst>
                              <p:cond delay="2000"/>
                            </p:stCondLst>
                            <p:childTnLst>
                              <p:par>
                                <p:cTn id="31" presetID="3" presetClass="entr" presetSubtype="10" fill="hold" nodeType="after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blinds(horizontal)">
                                      <p:cBhvr>
                                        <p:cTn id="3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Oval 2"/>
          <p:cNvSpPr>
            <a:spLocks noChangeArrowheads="1"/>
          </p:cNvSpPr>
          <p:nvPr/>
        </p:nvSpPr>
        <p:spPr bwMode="auto">
          <a:xfrm>
            <a:off x="3752850" y="5867400"/>
            <a:ext cx="762000" cy="246063"/>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grpSp>
        <p:nvGrpSpPr>
          <p:cNvPr id="26627" name="Group 3"/>
          <p:cNvGrpSpPr>
            <a:grpSpLocks/>
          </p:cNvGrpSpPr>
          <p:nvPr/>
        </p:nvGrpSpPr>
        <p:grpSpPr bwMode="auto">
          <a:xfrm>
            <a:off x="3676650" y="152400"/>
            <a:ext cx="1931988" cy="1600200"/>
            <a:chOff x="3024" y="2064"/>
            <a:chExt cx="1217" cy="1008"/>
          </a:xfrm>
        </p:grpSpPr>
        <p:sp>
          <p:nvSpPr>
            <p:cNvPr id="26693" name="AutoShape 4"/>
            <p:cNvSpPr>
              <a:spLocks noChangeArrowheads="1"/>
            </p:cNvSpPr>
            <p:nvPr/>
          </p:nvSpPr>
          <p:spPr bwMode="auto">
            <a:xfrm>
              <a:off x="3024" y="2160"/>
              <a:ext cx="624" cy="816"/>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6694" name="Line 5"/>
            <p:cNvSpPr>
              <a:spLocks noChangeShapeType="1"/>
            </p:cNvSpPr>
            <p:nvPr/>
          </p:nvSpPr>
          <p:spPr bwMode="auto">
            <a:xfrm flipH="1">
              <a:off x="3204" y="2064"/>
              <a:ext cx="144" cy="1008"/>
            </a:xfrm>
            <a:prstGeom prst="line">
              <a:avLst/>
            </a:prstGeom>
            <a:noFill/>
            <a:ln w="19050">
              <a:solidFill>
                <a:schemeClr val="tx1"/>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aphicFrame>
          <p:nvGraphicFramePr>
            <p:cNvPr id="26695" name="Object 6"/>
            <p:cNvGraphicFramePr>
              <a:graphicFrameLocks noChangeAspect="1"/>
            </p:cNvGraphicFramePr>
            <p:nvPr/>
          </p:nvGraphicFramePr>
          <p:xfrm>
            <a:off x="3648" y="2112"/>
            <a:ext cx="593" cy="907"/>
          </p:xfrm>
          <a:graphic>
            <a:graphicData uri="http://schemas.openxmlformats.org/presentationml/2006/ole">
              <mc:AlternateContent xmlns:mc="http://schemas.openxmlformats.org/markup-compatibility/2006">
                <mc:Choice xmlns:v="urn:schemas-microsoft-com:vml" Requires="v">
                  <p:oleObj spid="_x0000_s1026" name="CorelDRAW" r:id="rId4" imgW="914400" imgH="914400" progId="CorelDRAW.Graphic.11">
                    <p:embed/>
                  </p:oleObj>
                </mc:Choice>
                <mc:Fallback>
                  <p:oleObj name="CorelDRAW" r:id="rId4" imgW="914400" imgH="914400" progId="CorelDRAW.Graphic.11">
                    <p:embed/>
                    <p:pic>
                      <p:nvPicPr>
                        <p:cNvPr id="26695"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8" y="2112"/>
                          <a:ext cx="593" cy="9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graphicFrame>
        <p:nvGraphicFramePr>
          <p:cNvPr id="26628" name="Object 7"/>
          <p:cNvGraphicFramePr>
            <a:graphicFrameLocks noChangeAspect="1"/>
          </p:cNvGraphicFramePr>
          <p:nvPr/>
        </p:nvGraphicFramePr>
        <p:xfrm>
          <a:off x="4514850" y="2457450"/>
          <a:ext cx="984250" cy="1352550"/>
        </p:xfrm>
        <a:graphic>
          <a:graphicData uri="http://schemas.openxmlformats.org/presentationml/2006/ole">
            <mc:AlternateContent xmlns:mc="http://schemas.openxmlformats.org/markup-compatibility/2006">
              <mc:Choice xmlns:v="urn:schemas-microsoft-com:vml" Requires="v">
                <p:oleObj spid="_x0000_s1027" name="Bitmap Image" r:id="rId6" imgW="638264" imgH="876190" progId="Paint.Picture">
                  <p:embed/>
                </p:oleObj>
              </mc:Choice>
              <mc:Fallback>
                <p:oleObj name="Bitmap Image" r:id="rId6" imgW="638264" imgH="876190" progId="Paint.Picture">
                  <p:embed/>
                  <p:pic>
                    <p:nvPicPr>
                      <p:cNvPr id="26628"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14850" y="2457450"/>
                        <a:ext cx="984250" cy="1352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pSp>
        <p:nvGrpSpPr>
          <p:cNvPr id="26629" name="Group 8"/>
          <p:cNvGrpSpPr>
            <a:grpSpLocks/>
          </p:cNvGrpSpPr>
          <p:nvPr/>
        </p:nvGrpSpPr>
        <p:grpSpPr bwMode="auto">
          <a:xfrm>
            <a:off x="3600450" y="2381250"/>
            <a:ext cx="990600" cy="1419225"/>
            <a:chOff x="2688" y="1596"/>
            <a:chExt cx="624" cy="894"/>
          </a:xfrm>
        </p:grpSpPr>
        <p:sp>
          <p:nvSpPr>
            <p:cNvPr id="26691" name="AutoShape 9"/>
            <p:cNvSpPr>
              <a:spLocks noChangeArrowheads="1"/>
            </p:cNvSpPr>
            <p:nvPr/>
          </p:nvSpPr>
          <p:spPr bwMode="auto">
            <a:xfrm>
              <a:off x="2688" y="1596"/>
              <a:ext cx="624" cy="816"/>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6692" name="Line 10"/>
            <p:cNvSpPr>
              <a:spLocks noChangeShapeType="1"/>
            </p:cNvSpPr>
            <p:nvPr/>
          </p:nvSpPr>
          <p:spPr bwMode="auto">
            <a:xfrm flipH="1">
              <a:off x="2826" y="1686"/>
              <a:ext cx="258" cy="804"/>
            </a:xfrm>
            <a:prstGeom prst="line">
              <a:avLst/>
            </a:prstGeom>
            <a:noFill/>
            <a:ln w="19050">
              <a:solidFill>
                <a:schemeClr val="tx1"/>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grpSp>
        <p:nvGrpSpPr>
          <p:cNvPr id="26630" name="Group 12"/>
          <p:cNvGrpSpPr>
            <a:grpSpLocks/>
          </p:cNvGrpSpPr>
          <p:nvPr/>
        </p:nvGrpSpPr>
        <p:grpSpPr bwMode="auto">
          <a:xfrm>
            <a:off x="7065963" y="2305050"/>
            <a:ext cx="1087437" cy="1562100"/>
            <a:chOff x="5075" y="1056"/>
            <a:chExt cx="685" cy="984"/>
          </a:xfrm>
        </p:grpSpPr>
        <p:graphicFrame>
          <p:nvGraphicFramePr>
            <p:cNvPr id="26689" name="Object 13"/>
            <p:cNvGraphicFramePr>
              <a:graphicFrameLocks noChangeAspect="1"/>
            </p:cNvGraphicFramePr>
            <p:nvPr/>
          </p:nvGraphicFramePr>
          <p:xfrm>
            <a:off x="5075" y="1056"/>
            <a:ext cx="685" cy="984"/>
          </p:xfrm>
          <a:graphic>
            <a:graphicData uri="http://schemas.openxmlformats.org/presentationml/2006/ole">
              <mc:AlternateContent xmlns:mc="http://schemas.openxmlformats.org/markup-compatibility/2006">
                <mc:Choice xmlns:v="urn:schemas-microsoft-com:vml" Requires="v">
                  <p:oleObj spid="_x0000_s1028" name="Bitmap Image" r:id="rId8" imgW="609524" imgH="876190" progId="Paint.Picture">
                    <p:embed/>
                  </p:oleObj>
                </mc:Choice>
                <mc:Fallback>
                  <p:oleObj name="Bitmap Image" r:id="rId8" imgW="609524" imgH="876190" progId="Paint.Picture">
                    <p:embed/>
                    <p:pic>
                      <p:nvPicPr>
                        <p:cNvPr id="26689" name="Object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75" y="1056"/>
                          <a:ext cx="685" cy="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90" name="Line 14"/>
            <p:cNvSpPr>
              <a:spLocks noChangeShapeType="1"/>
            </p:cNvSpPr>
            <p:nvPr/>
          </p:nvSpPr>
          <p:spPr bwMode="auto">
            <a:xfrm rot="117133">
              <a:off x="5136" y="1956"/>
              <a:ext cx="528" cy="1"/>
            </a:xfrm>
            <a:prstGeom prst="line">
              <a:avLst/>
            </a:prstGeom>
            <a:noFill/>
            <a:ln w="1905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26631" name="AutoShape 15"/>
          <p:cNvSpPr>
            <a:spLocks noChangeArrowheads="1"/>
          </p:cNvSpPr>
          <p:nvPr/>
        </p:nvSpPr>
        <p:spPr bwMode="auto">
          <a:xfrm>
            <a:off x="5962650" y="228600"/>
            <a:ext cx="990600" cy="1295400"/>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6632" name="Line 16"/>
          <p:cNvSpPr>
            <a:spLocks noChangeShapeType="1"/>
          </p:cNvSpPr>
          <p:nvPr/>
        </p:nvSpPr>
        <p:spPr bwMode="auto">
          <a:xfrm flipH="1">
            <a:off x="5810250" y="533400"/>
            <a:ext cx="1066800" cy="838200"/>
          </a:xfrm>
          <a:prstGeom prst="line">
            <a:avLst/>
          </a:prstGeom>
          <a:noFill/>
          <a:ln w="19050">
            <a:solidFill>
              <a:schemeClr val="tx1"/>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33" name="Oval 17"/>
          <p:cNvSpPr>
            <a:spLocks noChangeArrowheads="1"/>
          </p:cNvSpPr>
          <p:nvPr/>
        </p:nvSpPr>
        <p:spPr bwMode="auto">
          <a:xfrm>
            <a:off x="7029450" y="1279525"/>
            <a:ext cx="962025" cy="295275"/>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6634" name="Oval 18"/>
          <p:cNvSpPr>
            <a:spLocks noChangeArrowheads="1"/>
          </p:cNvSpPr>
          <p:nvPr/>
        </p:nvSpPr>
        <p:spPr bwMode="auto">
          <a:xfrm rot="2655357">
            <a:off x="7319963" y="533400"/>
            <a:ext cx="207962" cy="654050"/>
          </a:xfrm>
          <a:prstGeom prst="ellipse">
            <a:avLst/>
          </a:prstGeom>
          <a:solidFill>
            <a:srgbClr val="FFCCFF"/>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6635" name="Line 19"/>
          <p:cNvSpPr>
            <a:spLocks noChangeShapeType="1"/>
          </p:cNvSpPr>
          <p:nvPr/>
        </p:nvSpPr>
        <p:spPr bwMode="auto">
          <a:xfrm>
            <a:off x="7680325" y="669925"/>
            <a:ext cx="3302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36" name="Line 20"/>
          <p:cNvSpPr>
            <a:spLocks noChangeShapeType="1"/>
          </p:cNvSpPr>
          <p:nvPr/>
        </p:nvSpPr>
        <p:spPr bwMode="auto">
          <a:xfrm flipH="1">
            <a:off x="7045325" y="1006475"/>
            <a:ext cx="152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37" name="Oval 21"/>
          <p:cNvSpPr>
            <a:spLocks noChangeArrowheads="1"/>
          </p:cNvSpPr>
          <p:nvPr/>
        </p:nvSpPr>
        <p:spPr bwMode="auto">
          <a:xfrm>
            <a:off x="7048500" y="1270000"/>
            <a:ext cx="927100" cy="247650"/>
          </a:xfrm>
          <a:prstGeom prst="ellipse">
            <a:avLst/>
          </a:prstGeom>
          <a:solidFill>
            <a:schemeClr val="bg1"/>
          </a:solidFill>
          <a:ln w="9525">
            <a:solidFill>
              <a:schemeClr val="bg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6638" name="Line 22"/>
          <p:cNvSpPr>
            <a:spLocks noChangeShapeType="1"/>
          </p:cNvSpPr>
          <p:nvPr/>
        </p:nvSpPr>
        <p:spPr bwMode="auto">
          <a:xfrm flipH="1">
            <a:off x="7029450" y="1066800"/>
            <a:ext cx="152400" cy="381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39" name="Oval 23"/>
          <p:cNvSpPr>
            <a:spLocks noChangeArrowheads="1"/>
          </p:cNvSpPr>
          <p:nvPr/>
        </p:nvSpPr>
        <p:spPr bwMode="auto">
          <a:xfrm>
            <a:off x="4800600" y="5708650"/>
            <a:ext cx="647700" cy="280988"/>
          </a:xfrm>
          <a:prstGeom prst="ellipse">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6640" name="Oval 24"/>
          <p:cNvSpPr>
            <a:spLocks noChangeArrowheads="1"/>
          </p:cNvSpPr>
          <p:nvPr/>
        </p:nvSpPr>
        <p:spPr bwMode="auto">
          <a:xfrm rot="-2122203">
            <a:off x="4743450" y="4999038"/>
            <a:ext cx="762000" cy="304800"/>
          </a:xfrm>
          <a:prstGeom prst="ellipse">
            <a:avLst/>
          </a:prstGeom>
          <a:solidFill>
            <a:srgbClr val="FFFFCC"/>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6641" name="Line 25"/>
          <p:cNvSpPr>
            <a:spLocks noChangeShapeType="1"/>
          </p:cNvSpPr>
          <p:nvPr/>
        </p:nvSpPr>
        <p:spPr bwMode="auto">
          <a:xfrm>
            <a:off x="4800600" y="5303838"/>
            <a:ext cx="0" cy="533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6642" name="Rectangle 26"/>
          <p:cNvSpPr>
            <a:spLocks noChangeArrowheads="1"/>
          </p:cNvSpPr>
          <p:nvPr/>
        </p:nvSpPr>
        <p:spPr bwMode="auto">
          <a:xfrm>
            <a:off x="4810125" y="5684838"/>
            <a:ext cx="638175" cy="152400"/>
          </a:xfrm>
          <a:prstGeom prst="rect">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6643" name="Line 27"/>
          <p:cNvSpPr>
            <a:spLocks noChangeShapeType="1"/>
          </p:cNvSpPr>
          <p:nvPr/>
        </p:nvSpPr>
        <p:spPr bwMode="auto">
          <a:xfrm>
            <a:off x="5448300" y="4999038"/>
            <a:ext cx="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6644" name="Rectangle 28"/>
          <p:cNvSpPr>
            <a:spLocks noChangeArrowheads="1"/>
          </p:cNvSpPr>
          <p:nvPr/>
        </p:nvSpPr>
        <p:spPr bwMode="auto">
          <a:xfrm>
            <a:off x="3752850" y="4724400"/>
            <a:ext cx="762000" cy="1295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6645" name="Line 29"/>
          <p:cNvSpPr>
            <a:spLocks noChangeShapeType="1"/>
          </p:cNvSpPr>
          <p:nvPr/>
        </p:nvSpPr>
        <p:spPr bwMode="auto">
          <a:xfrm flipH="1">
            <a:off x="3514725" y="4799013"/>
            <a:ext cx="1143000" cy="914400"/>
          </a:xfrm>
          <a:prstGeom prst="line">
            <a:avLst/>
          </a:prstGeom>
          <a:noFill/>
          <a:ln w="19050">
            <a:solidFill>
              <a:schemeClr val="tx1"/>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46" name="AutoShape 30"/>
          <p:cNvSpPr>
            <a:spLocks noChangeArrowheads="1"/>
          </p:cNvSpPr>
          <p:nvPr/>
        </p:nvSpPr>
        <p:spPr bwMode="auto">
          <a:xfrm>
            <a:off x="7105650" y="5629275"/>
            <a:ext cx="990600" cy="457200"/>
          </a:xfrm>
          <a:prstGeom prst="diamond">
            <a:avLst/>
          </a:prstGeom>
          <a:solidFill>
            <a:schemeClr val="bg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6647" name="Line 31"/>
          <p:cNvSpPr>
            <a:spLocks noChangeShapeType="1"/>
          </p:cNvSpPr>
          <p:nvPr/>
        </p:nvSpPr>
        <p:spPr bwMode="auto">
          <a:xfrm flipH="1">
            <a:off x="7124700" y="5429250"/>
            <a:ext cx="100013" cy="4286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6648" name="AutoShape 32"/>
          <p:cNvSpPr>
            <a:spLocks noChangeArrowheads="1"/>
          </p:cNvSpPr>
          <p:nvPr/>
        </p:nvSpPr>
        <p:spPr bwMode="auto">
          <a:xfrm>
            <a:off x="7153275" y="5595938"/>
            <a:ext cx="942975" cy="466725"/>
          </a:xfrm>
          <a:prstGeom prst="diamond">
            <a:avLst/>
          </a:prstGeom>
          <a:solidFill>
            <a:schemeClr val="bg1"/>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6649" name="Line 33"/>
          <p:cNvSpPr>
            <a:spLocks noChangeShapeType="1"/>
          </p:cNvSpPr>
          <p:nvPr/>
        </p:nvSpPr>
        <p:spPr bwMode="auto">
          <a:xfrm>
            <a:off x="7610475" y="5581650"/>
            <a:ext cx="0" cy="514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6650" name="Line 34"/>
          <p:cNvSpPr>
            <a:spLocks noChangeShapeType="1"/>
          </p:cNvSpPr>
          <p:nvPr/>
        </p:nvSpPr>
        <p:spPr bwMode="auto">
          <a:xfrm>
            <a:off x="7229475" y="5429250"/>
            <a:ext cx="381000" cy="152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6651" name="Line 35"/>
          <p:cNvSpPr>
            <a:spLocks noChangeShapeType="1"/>
          </p:cNvSpPr>
          <p:nvPr/>
        </p:nvSpPr>
        <p:spPr bwMode="auto">
          <a:xfrm flipV="1">
            <a:off x="7234238" y="4972050"/>
            <a:ext cx="481012" cy="457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6652" name="Line 36"/>
          <p:cNvSpPr>
            <a:spLocks noChangeShapeType="1"/>
          </p:cNvSpPr>
          <p:nvPr/>
        </p:nvSpPr>
        <p:spPr bwMode="auto">
          <a:xfrm rot="88327">
            <a:off x="7713663" y="4970463"/>
            <a:ext cx="369887" cy="8778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IN"/>
          </a:p>
        </p:txBody>
      </p:sp>
      <p:sp>
        <p:nvSpPr>
          <p:cNvPr id="26653" name="AutoShape 37"/>
          <p:cNvSpPr>
            <a:spLocks noChangeArrowheads="1"/>
          </p:cNvSpPr>
          <p:nvPr/>
        </p:nvSpPr>
        <p:spPr bwMode="auto">
          <a:xfrm rot="-9526876">
            <a:off x="7334250" y="4922838"/>
            <a:ext cx="395288" cy="614362"/>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0 h 21600"/>
              <a:gd name="T8" fmla="*/ 0 60000 65536"/>
              <a:gd name="T9" fmla="*/ 0 60000 65536"/>
              <a:gd name="T10" fmla="*/ 0 60000 65536"/>
              <a:gd name="T11" fmla="*/ 0 60000 65536"/>
              <a:gd name="T12" fmla="*/ 4383 w 21600"/>
              <a:gd name="T13" fmla="*/ 4383 h 21600"/>
              <a:gd name="T14" fmla="*/ 17217 w 21600"/>
              <a:gd name="T15" fmla="*/ 17217 h 21600"/>
            </a:gdLst>
            <a:ahLst/>
            <a:cxnLst>
              <a:cxn ang="T8">
                <a:pos x="T0" y="T1"/>
              </a:cxn>
              <a:cxn ang="T9">
                <a:pos x="T2" y="T3"/>
              </a:cxn>
              <a:cxn ang="T10">
                <a:pos x="T4" y="T5"/>
              </a:cxn>
              <a:cxn ang="T11">
                <a:pos x="T6" y="T7"/>
              </a:cxn>
            </a:cxnLst>
            <a:rect l="T12" t="T13" r="T14" b="T15"/>
            <a:pathLst>
              <a:path w="21600" h="21600">
                <a:moveTo>
                  <a:pt x="0" y="0"/>
                </a:moveTo>
                <a:lnTo>
                  <a:pt x="5166" y="21600"/>
                </a:lnTo>
                <a:lnTo>
                  <a:pt x="16434" y="21600"/>
                </a:lnTo>
                <a:lnTo>
                  <a:pt x="21600" y="0"/>
                </a:lnTo>
                <a:lnTo>
                  <a:pt x="0" y="0"/>
                </a:lnTo>
                <a:close/>
              </a:path>
            </a:pathLst>
          </a:custGeom>
          <a:solidFill>
            <a:srgbClr val="FF9900"/>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54" name="AutoShape 38"/>
          <p:cNvSpPr>
            <a:spLocks noChangeArrowheads="1"/>
          </p:cNvSpPr>
          <p:nvPr/>
        </p:nvSpPr>
        <p:spPr bwMode="auto">
          <a:xfrm>
            <a:off x="6038850" y="4618038"/>
            <a:ext cx="914400" cy="1371600"/>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6655" name="Line 39"/>
          <p:cNvSpPr>
            <a:spLocks noChangeShapeType="1"/>
          </p:cNvSpPr>
          <p:nvPr/>
        </p:nvSpPr>
        <p:spPr bwMode="auto">
          <a:xfrm flipH="1">
            <a:off x="5962650" y="4770438"/>
            <a:ext cx="914400" cy="1066800"/>
          </a:xfrm>
          <a:prstGeom prst="line">
            <a:avLst/>
          </a:prstGeom>
          <a:noFill/>
          <a:ln w="19050">
            <a:solidFill>
              <a:schemeClr val="tx1"/>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90184" name="Text Box 40"/>
          <p:cNvSpPr txBox="1">
            <a:spLocks noChangeArrowheads="1"/>
          </p:cNvSpPr>
          <p:nvPr/>
        </p:nvSpPr>
        <p:spPr bwMode="auto">
          <a:xfrm>
            <a:off x="3394075" y="1700213"/>
            <a:ext cx="1492250"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a:effectLst>
                  <a:outerShdw blurRad="38100" dist="38100" dir="2700000" algn="tl">
                    <a:srgbClr val="C0C0C0"/>
                  </a:outerShdw>
                </a:effectLst>
              </a:rPr>
              <a:t>Section Plane </a:t>
            </a:r>
          </a:p>
          <a:p>
            <a:pPr algn="ctr" eaLnBrk="1" hangingPunct="1">
              <a:defRPr/>
            </a:pPr>
            <a:r>
              <a:rPr lang="en-US">
                <a:effectLst>
                  <a:outerShdw blurRad="38100" dist="38100" dir="2700000" algn="tl">
                    <a:srgbClr val="C0C0C0"/>
                  </a:outerShdw>
                </a:effectLst>
              </a:rPr>
              <a:t>Through Apex</a:t>
            </a:r>
          </a:p>
        </p:txBody>
      </p:sp>
      <p:sp>
        <p:nvSpPr>
          <p:cNvPr id="390185" name="Text Box 41"/>
          <p:cNvSpPr txBox="1">
            <a:spLocks noChangeArrowheads="1"/>
          </p:cNvSpPr>
          <p:nvPr/>
        </p:nvSpPr>
        <p:spPr bwMode="auto">
          <a:xfrm>
            <a:off x="5513388" y="1547813"/>
            <a:ext cx="201453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a:effectLst>
                  <a:outerShdw blurRad="38100" dist="38100" dir="2700000" algn="tl">
                    <a:srgbClr val="C0C0C0"/>
                  </a:outerShdw>
                </a:effectLst>
              </a:rPr>
              <a:t>Section Plane</a:t>
            </a:r>
          </a:p>
          <a:p>
            <a:pPr algn="ctr" eaLnBrk="1" hangingPunct="1">
              <a:defRPr/>
            </a:pPr>
            <a:r>
              <a:rPr lang="en-US">
                <a:effectLst>
                  <a:outerShdw blurRad="38100" dist="38100" dir="2700000" algn="tl">
                    <a:srgbClr val="C0C0C0"/>
                  </a:outerShdw>
                </a:effectLst>
              </a:rPr>
              <a:t>Through Generators</a:t>
            </a:r>
          </a:p>
        </p:txBody>
      </p:sp>
      <p:sp>
        <p:nvSpPr>
          <p:cNvPr id="390186" name="Text Box 42"/>
          <p:cNvSpPr txBox="1">
            <a:spLocks noChangeArrowheads="1"/>
          </p:cNvSpPr>
          <p:nvPr/>
        </p:nvSpPr>
        <p:spPr bwMode="auto">
          <a:xfrm>
            <a:off x="3043238" y="3757613"/>
            <a:ext cx="222408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a:effectLst>
                  <a:outerShdw blurRad="38100" dist="38100" dir="2700000" algn="tl">
                    <a:srgbClr val="C0C0C0"/>
                  </a:outerShdw>
                </a:effectLst>
              </a:rPr>
              <a:t>Section Plane Parallel </a:t>
            </a:r>
          </a:p>
          <a:p>
            <a:pPr algn="ctr" eaLnBrk="1" hangingPunct="1">
              <a:defRPr/>
            </a:pPr>
            <a:r>
              <a:rPr lang="en-US">
                <a:effectLst>
                  <a:outerShdw blurRad="38100" dist="38100" dir="2700000" algn="tl">
                    <a:srgbClr val="C0C0C0"/>
                  </a:outerShdw>
                </a:effectLst>
              </a:rPr>
              <a:t>to end generator.</a:t>
            </a:r>
          </a:p>
        </p:txBody>
      </p:sp>
      <p:grpSp>
        <p:nvGrpSpPr>
          <p:cNvPr id="26659" name="Group 43"/>
          <p:cNvGrpSpPr>
            <a:grpSpLocks/>
          </p:cNvGrpSpPr>
          <p:nvPr/>
        </p:nvGrpSpPr>
        <p:grpSpPr bwMode="auto">
          <a:xfrm>
            <a:off x="6038850" y="2438400"/>
            <a:ext cx="990600" cy="1295400"/>
            <a:chOff x="4224" y="1632"/>
            <a:chExt cx="624" cy="816"/>
          </a:xfrm>
        </p:grpSpPr>
        <p:sp>
          <p:nvSpPr>
            <p:cNvPr id="26687" name="AutoShape 44"/>
            <p:cNvSpPr>
              <a:spLocks noChangeArrowheads="1"/>
            </p:cNvSpPr>
            <p:nvPr/>
          </p:nvSpPr>
          <p:spPr bwMode="auto">
            <a:xfrm>
              <a:off x="4224" y="1632"/>
              <a:ext cx="624" cy="816"/>
            </a:xfrm>
            <a:prstGeom prst="triangle">
              <a:avLst>
                <a:gd name="adj" fmla="val 50000"/>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6688" name="Line 45"/>
            <p:cNvSpPr>
              <a:spLocks noChangeShapeType="1"/>
            </p:cNvSpPr>
            <p:nvPr/>
          </p:nvSpPr>
          <p:spPr bwMode="auto">
            <a:xfrm>
              <a:off x="4536" y="1632"/>
              <a:ext cx="0" cy="816"/>
            </a:xfrm>
            <a:prstGeom prst="line">
              <a:avLst/>
            </a:prstGeom>
            <a:noFill/>
            <a:ln w="9525">
              <a:solidFill>
                <a:schemeClr val="tx1"/>
              </a:solidFill>
              <a:prstDash val="lgDash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
        <p:nvSpPr>
          <p:cNvPr id="390190" name="Text Box 46"/>
          <p:cNvSpPr txBox="1">
            <a:spLocks noChangeArrowheads="1"/>
          </p:cNvSpPr>
          <p:nvPr/>
        </p:nvSpPr>
        <p:spPr bwMode="auto">
          <a:xfrm>
            <a:off x="5691188" y="3690938"/>
            <a:ext cx="158273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a:effectLst>
                  <a:outerShdw blurRad="38100" dist="38100" dir="2700000" algn="tl">
                    <a:srgbClr val="C0C0C0"/>
                  </a:outerShdw>
                </a:effectLst>
              </a:rPr>
              <a:t>Section Plane </a:t>
            </a:r>
          </a:p>
          <a:p>
            <a:pPr algn="ctr" eaLnBrk="1" hangingPunct="1">
              <a:defRPr/>
            </a:pPr>
            <a:r>
              <a:rPr lang="en-US">
                <a:effectLst>
                  <a:outerShdw blurRad="38100" dist="38100" dir="2700000" algn="tl">
                    <a:srgbClr val="C0C0C0"/>
                  </a:outerShdw>
                </a:effectLst>
              </a:rPr>
              <a:t>Parallel to Axis.</a:t>
            </a:r>
          </a:p>
        </p:txBody>
      </p:sp>
      <p:sp>
        <p:nvSpPr>
          <p:cNvPr id="390191" name="Text Box 47"/>
          <p:cNvSpPr txBox="1">
            <a:spLocks noChangeArrowheads="1"/>
          </p:cNvSpPr>
          <p:nvPr/>
        </p:nvSpPr>
        <p:spPr bwMode="auto">
          <a:xfrm>
            <a:off x="4637088" y="1604963"/>
            <a:ext cx="915987"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a:effectLst>
                  <a:outerShdw blurRad="38100" dist="38100" dir="2700000" algn="tl">
                    <a:srgbClr val="C0C0C0"/>
                  </a:outerShdw>
                </a:effectLst>
              </a:rPr>
              <a:t>Triangle</a:t>
            </a:r>
          </a:p>
        </p:txBody>
      </p:sp>
      <p:sp>
        <p:nvSpPr>
          <p:cNvPr id="390192" name="Text Box 48"/>
          <p:cNvSpPr txBox="1">
            <a:spLocks noChangeArrowheads="1"/>
          </p:cNvSpPr>
          <p:nvPr/>
        </p:nvSpPr>
        <p:spPr bwMode="auto">
          <a:xfrm>
            <a:off x="7516813" y="1585913"/>
            <a:ext cx="779462"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a:effectLst>
                  <a:outerShdw blurRad="38100" dist="38100" dir="2700000" algn="tl">
                    <a:srgbClr val="C0C0C0"/>
                  </a:outerShdw>
                </a:effectLst>
              </a:rPr>
              <a:t>Ellipse</a:t>
            </a:r>
          </a:p>
        </p:txBody>
      </p:sp>
      <p:sp>
        <p:nvSpPr>
          <p:cNvPr id="390193" name="Text Box 49"/>
          <p:cNvSpPr txBox="1">
            <a:spLocks noChangeArrowheads="1"/>
          </p:cNvSpPr>
          <p:nvPr/>
        </p:nvSpPr>
        <p:spPr bwMode="auto">
          <a:xfrm rot="-3954753">
            <a:off x="4166393" y="2577307"/>
            <a:ext cx="9953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a:effectLst>
                  <a:outerShdw blurRad="38100" dist="38100" dir="2700000" algn="tl">
                    <a:srgbClr val="C0C0C0"/>
                  </a:outerShdw>
                </a:effectLst>
              </a:rPr>
              <a:t>Parabola</a:t>
            </a:r>
          </a:p>
        </p:txBody>
      </p:sp>
      <p:sp>
        <p:nvSpPr>
          <p:cNvPr id="390194" name="Text Box 50"/>
          <p:cNvSpPr txBox="1">
            <a:spLocks noChangeArrowheads="1"/>
          </p:cNvSpPr>
          <p:nvPr/>
        </p:nvSpPr>
        <p:spPr bwMode="auto">
          <a:xfrm>
            <a:off x="7129463" y="3776663"/>
            <a:ext cx="1108075"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a:effectLst>
                  <a:outerShdw blurRad="38100" dist="38100" dir="2700000" algn="tl">
                    <a:srgbClr val="C0C0C0"/>
                  </a:outerShdw>
                </a:effectLst>
              </a:rPr>
              <a:t>Hyperbola</a:t>
            </a:r>
          </a:p>
        </p:txBody>
      </p:sp>
      <p:sp>
        <p:nvSpPr>
          <p:cNvPr id="26665" name="Line 51"/>
          <p:cNvSpPr>
            <a:spLocks noChangeShapeType="1"/>
          </p:cNvSpPr>
          <p:nvPr/>
        </p:nvSpPr>
        <p:spPr bwMode="auto">
          <a:xfrm flipV="1">
            <a:off x="4743450" y="1371600"/>
            <a:ext cx="762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66" name="Line 52"/>
          <p:cNvSpPr>
            <a:spLocks noChangeShapeType="1"/>
          </p:cNvSpPr>
          <p:nvPr/>
        </p:nvSpPr>
        <p:spPr bwMode="auto">
          <a:xfrm flipH="1" flipV="1">
            <a:off x="7410450" y="990600"/>
            <a:ext cx="1524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67" name="Line 53"/>
          <p:cNvSpPr>
            <a:spLocks noChangeShapeType="1"/>
          </p:cNvSpPr>
          <p:nvPr/>
        </p:nvSpPr>
        <p:spPr bwMode="auto">
          <a:xfrm flipV="1">
            <a:off x="7181850" y="3581400"/>
            <a:ext cx="152400" cy="304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68" name="Line 54"/>
          <p:cNvSpPr>
            <a:spLocks noChangeShapeType="1"/>
          </p:cNvSpPr>
          <p:nvPr/>
        </p:nvSpPr>
        <p:spPr bwMode="auto">
          <a:xfrm>
            <a:off x="4591050" y="3124200"/>
            <a:ext cx="152400" cy="1524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69" name="Line 55"/>
          <p:cNvSpPr>
            <a:spLocks noChangeShapeType="1"/>
          </p:cNvSpPr>
          <p:nvPr/>
        </p:nvSpPr>
        <p:spPr bwMode="auto">
          <a:xfrm>
            <a:off x="4972050" y="4724400"/>
            <a:ext cx="1524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6670" name="Line 56"/>
          <p:cNvSpPr>
            <a:spLocks noChangeShapeType="1"/>
          </p:cNvSpPr>
          <p:nvPr/>
        </p:nvSpPr>
        <p:spPr bwMode="auto">
          <a:xfrm>
            <a:off x="7258050" y="4876800"/>
            <a:ext cx="228600" cy="381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390201" name="Text Box 57"/>
          <p:cNvSpPr txBox="1">
            <a:spLocks noChangeArrowheads="1"/>
          </p:cNvSpPr>
          <p:nvPr/>
        </p:nvSpPr>
        <p:spPr bwMode="auto">
          <a:xfrm>
            <a:off x="4819650" y="4443413"/>
            <a:ext cx="779463"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effectLst>
                  <a:outerShdw blurRad="38100" dist="38100" dir="2700000" algn="tl">
                    <a:srgbClr val="C0C0C0"/>
                  </a:outerShdw>
                </a:effectLst>
              </a:rPr>
              <a:t>Ellipse</a:t>
            </a:r>
          </a:p>
        </p:txBody>
      </p:sp>
      <p:sp>
        <p:nvSpPr>
          <p:cNvPr id="390202" name="Text Box 58"/>
          <p:cNvSpPr txBox="1">
            <a:spLocks noChangeArrowheads="1"/>
          </p:cNvSpPr>
          <p:nvPr/>
        </p:nvSpPr>
        <p:spPr bwMode="auto">
          <a:xfrm>
            <a:off x="3455988" y="6043613"/>
            <a:ext cx="167322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a:effectLst>
                  <a:outerShdw blurRad="38100" dist="38100" dir="2700000" algn="tl">
                    <a:srgbClr val="C0C0C0"/>
                  </a:outerShdw>
                </a:effectLst>
              </a:rPr>
              <a:t>Cylinder through</a:t>
            </a:r>
          </a:p>
          <a:p>
            <a:pPr algn="ctr" eaLnBrk="1" hangingPunct="1">
              <a:defRPr/>
            </a:pPr>
            <a:r>
              <a:rPr lang="en-US">
                <a:effectLst>
                  <a:outerShdw blurRad="38100" dist="38100" dir="2700000" algn="tl">
                    <a:srgbClr val="C0C0C0"/>
                  </a:outerShdw>
                </a:effectLst>
              </a:rPr>
              <a:t> generators.</a:t>
            </a:r>
          </a:p>
        </p:txBody>
      </p:sp>
      <p:sp>
        <p:nvSpPr>
          <p:cNvPr id="390203" name="Text Box 59"/>
          <p:cNvSpPr txBox="1">
            <a:spLocks noChangeArrowheads="1"/>
          </p:cNvSpPr>
          <p:nvPr/>
        </p:nvSpPr>
        <p:spPr bwMode="auto">
          <a:xfrm>
            <a:off x="5661025" y="6043613"/>
            <a:ext cx="2093913"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a:effectLst>
                  <a:outerShdw blurRad="38100" dist="38100" dir="2700000" algn="tl">
                    <a:srgbClr val="C0C0C0"/>
                  </a:outerShdw>
                </a:effectLst>
              </a:rPr>
              <a:t>Sq. Pyramid through </a:t>
            </a:r>
          </a:p>
          <a:p>
            <a:pPr algn="ctr" eaLnBrk="1" hangingPunct="1">
              <a:defRPr/>
            </a:pPr>
            <a:r>
              <a:rPr lang="en-US">
                <a:effectLst>
                  <a:outerShdw blurRad="38100" dist="38100" dir="2700000" algn="tl">
                    <a:srgbClr val="C0C0C0"/>
                  </a:outerShdw>
                </a:effectLst>
              </a:rPr>
              <a:t>all slant edges</a:t>
            </a:r>
          </a:p>
        </p:txBody>
      </p:sp>
      <p:sp>
        <p:nvSpPr>
          <p:cNvPr id="390204" name="Text Box 60"/>
          <p:cNvSpPr txBox="1">
            <a:spLocks noChangeArrowheads="1"/>
          </p:cNvSpPr>
          <p:nvPr/>
        </p:nvSpPr>
        <p:spPr bwMode="auto">
          <a:xfrm>
            <a:off x="6953250" y="4519613"/>
            <a:ext cx="1143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1" hangingPunct="1">
              <a:defRPr/>
            </a:pPr>
            <a:r>
              <a:rPr lang="en-US">
                <a:effectLst>
                  <a:outerShdw blurRad="38100" dist="38100" dir="2700000" algn="tl">
                    <a:srgbClr val="C0C0C0"/>
                  </a:outerShdw>
                </a:effectLst>
              </a:rPr>
              <a:t>Trapezium</a:t>
            </a:r>
          </a:p>
        </p:txBody>
      </p:sp>
      <p:sp>
        <p:nvSpPr>
          <p:cNvPr id="26675" name="Oval 61"/>
          <p:cNvSpPr>
            <a:spLocks noChangeArrowheads="1"/>
          </p:cNvSpPr>
          <p:nvPr/>
        </p:nvSpPr>
        <p:spPr bwMode="auto">
          <a:xfrm>
            <a:off x="3752850" y="4629150"/>
            <a:ext cx="762000" cy="246063"/>
          </a:xfrm>
          <a:prstGeom prst="ellipse">
            <a:avLst/>
          </a:prstGeom>
          <a:solidFill>
            <a:schemeClr val="accent1"/>
          </a:solidFill>
          <a:ln w="1905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6676" name="Rectangle 62"/>
          <p:cNvSpPr>
            <a:spLocks noChangeArrowheads="1"/>
          </p:cNvSpPr>
          <p:nvPr/>
        </p:nvSpPr>
        <p:spPr bwMode="auto">
          <a:xfrm>
            <a:off x="3752850" y="5949950"/>
            <a:ext cx="762000" cy="76200"/>
          </a:xfrm>
          <a:prstGeom prst="rect">
            <a:avLst/>
          </a:prstGeom>
          <a:solidFill>
            <a:schemeClr val="accent1"/>
          </a:solidFill>
          <a:ln w="3175">
            <a:solidFill>
              <a:schemeClr val="accent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390207" name="AutoShape 63"/>
          <p:cNvSpPr>
            <a:spLocks noChangeArrowheads="1"/>
          </p:cNvSpPr>
          <p:nvPr/>
        </p:nvSpPr>
        <p:spPr bwMode="auto">
          <a:xfrm>
            <a:off x="228600" y="228600"/>
            <a:ext cx="2667000" cy="1981200"/>
          </a:xfrm>
          <a:prstGeom prst="wedgeRoundRectCallout">
            <a:avLst>
              <a:gd name="adj1" fmla="val 61250"/>
              <a:gd name="adj2" fmla="val 84454"/>
              <a:gd name="adj3" fmla="val 16667"/>
            </a:avLst>
          </a:prstGeom>
          <a:solidFill>
            <a:srgbClr val="FFFFCC"/>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p>
            <a:pPr algn="ctr" eaLnBrk="1" hangingPunct="1">
              <a:defRPr/>
            </a:pPr>
            <a:endParaRPr lang="en-US" sz="1400">
              <a:effectLst>
                <a:outerShdw blurRad="38100" dist="38100" dir="2700000" algn="tl">
                  <a:srgbClr val="FFFFFF"/>
                </a:outerShdw>
              </a:effectLst>
            </a:endParaRPr>
          </a:p>
        </p:txBody>
      </p:sp>
      <p:sp>
        <p:nvSpPr>
          <p:cNvPr id="390208" name="Text Box 64"/>
          <p:cNvSpPr txBox="1">
            <a:spLocks noChangeArrowheads="1"/>
          </p:cNvSpPr>
          <p:nvPr/>
        </p:nvSpPr>
        <p:spPr bwMode="auto">
          <a:xfrm>
            <a:off x="228600" y="381000"/>
            <a:ext cx="2724150" cy="1465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eaLnBrk="1" hangingPunct="1">
              <a:defRPr/>
            </a:pPr>
            <a:r>
              <a:rPr lang="en-US">
                <a:solidFill>
                  <a:srgbClr val="FF0066"/>
                </a:solidFill>
                <a:effectLst>
                  <a:outerShdw blurRad="38100" dist="38100" dir="2700000" algn="tl">
                    <a:srgbClr val="C0C0C0"/>
                  </a:outerShdw>
                </a:effectLst>
              </a:rPr>
              <a:t>Typical Section Planes </a:t>
            </a:r>
          </a:p>
          <a:p>
            <a:pPr algn="ctr" eaLnBrk="1" hangingPunct="1">
              <a:defRPr/>
            </a:pPr>
            <a:r>
              <a:rPr lang="en-US">
                <a:solidFill>
                  <a:srgbClr val="FF0066"/>
                </a:solidFill>
                <a:effectLst>
                  <a:outerShdw blurRad="38100" dist="38100" dir="2700000" algn="tl">
                    <a:srgbClr val="C0C0C0"/>
                  </a:outerShdw>
                </a:effectLst>
              </a:rPr>
              <a:t>&amp;</a:t>
            </a:r>
          </a:p>
          <a:p>
            <a:pPr algn="ctr" eaLnBrk="1" hangingPunct="1">
              <a:defRPr/>
            </a:pPr>
            <a:r>
              <a:rPr lang="en-US">
                <a:solidFill>
                  <a:srgbClr val="FF0066"/>
                </a:solidFill>
                <a:effectLst>
                  <a:outerShdw blurRad="38100" dist="38100" dir="2700000" algn="tl">
                    <a:srgbClr val="C0C0C0"/>
                  </a:outerShdw>
                </a:effectLst>
              </a:rPr>
              <a:t>Typical Shapes </a:t>
            </a:r>
          </a:p>
          <a:p>
            <a:pPr algn="ctr" eaLnBrk="1" hangingPunct="1">
              <a:defRPr/>
            </a:pPr>
            <a:r>
              <a:rPr lang="en-US">
                <a:solidFill>
                  <a:srgbClr val="FF0066"/>
                </a:solidFill>
                <a:effectLst>
                  <a:outerShdw blurRad="38100" dist="38100" dir="2700000" algn="tl">
                    <a:srgbClr val="C0C0C0"/>
                  </a:outerShdw>
                </a:effectLst>
              </a:rPr>
              <a:t>Of </a:t>
            </a:r>
          </a:p>
          <a:p>
            <a:pPr algn="ctr" eaLnBrk="1" hangingPunct="1">
              <a:defRPr/>
            </a:pPr>
            <a:r>
              <a:rPr lang="en-US">
                <a:solidFill>
                  <a:srgbClr val="FF0066"/>
                </a:solidFill>
                <a:effectLst>
                  <a:outerShdw blurRad="38100" dist="38100" dir="2700000" algn="tl">
                    <a:srgbClr val="C0C0C0"/>
                  </a:outerShdw>
                </a:effectLst>
              </a:rPr>
              <a:t>Sections</a:t>
            </a:r>
            <a:r>
              <a:rPr lang="en-US">
                <a:effectLst>
                  <a:outerShdw blurRad="38100" dist="38100" dir="2700000" algn="tl">
                    <a:srgbClr val="C0C0C0"/>
                  </a:outerShdw>
                </a:effectLst>
              </a:rPr>
              <a:t>.</a:t>
            </a:r>
          </a:p>
        </p:txBody>
      </p:sp>
      <p:sp>
        <p:nvSpPr>
          <p:cNvPr id="26679" name="Line 11"/>
          <p:cNvSpPr>
            <a:spLocks noChangeShapeType="1"/>
          </p:cNvSpPr>
          <p:nvPr/>
        </p:nvSpPr>
        <p:spPr bwMode="auto">
          <a:xfrm>
            <a:off x="6400800" y="2457450"/>
            <a:ext cx="19050" cy="1371600"/>
          </a:xfrm>
          <a:prstGeom prst="line">
            <a:avLst/>
          </a:prstGeom>
          <a:noFill/>
          <a:ln w="19050">
            <a:solidFill>
              <a:schemeClr val="tx1"/>
            </a:solidFill>
            <a:prstDash val="lgDashDot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nvGrpSpPr>
          <p:cNvPr id="26680" name="Group 80"/>
          <p:cNvGrpSpPr>
            <a:grpSpLocks/>
          </p:cNvGrpSpPr>
          <p:nvPr/>
        </p:nvGrpSpPr>
        <p:grpSpPr bwMode="auto">
          <a:xfrm>
            <a:off x="8016875" y="46038"/>
            <a:ext cx="1096963" cy="182562"/>
            <a:chOff x="5050" y="29"/>
            <a:chExt cx="691" cy="115"/>
          </a:xfrm>
        </p:grpSpPr>
        <p:sp>
          <p:nvSpPr>
            <p:cNvPr id="26681" name="AutoShape 81">
              <a:hlinkClick r:id="rId10" action="ppaction://hlinksldjump" highlightClick="1"/>
            </p:cNvPr>
            <p:cNvSpPr>
              <a:spLocks noChangeAspect="1" noChangeArrowheads="1"/>
            </p:cNvSpPr>
            <p:nvPr/>
          </p:nvSpPr>
          <p:spPr bwMode="auto">
            <a:xfrm>
              <a:off x="5050" y="29"/>
              <a:ext cx="115" cy="115"/>
            </a:xfrm>
            <a:prstGeom prst="actionButtonHome">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6682" name="AutoShape 82">
              <a:hlinkClick r:id="" action="ppaction://hlinkshowjump?jump=previousslide" highlightClick="1"/>
            </p:cNvPr>
            <p:cNvSpPr>
              <a:spLocks noChangeAspect="1" noChangeArrowheads="1"/>
            </p:cNvSpPr>
            <p:nvPr/>
          </p:nvSpPr>
          <p:spPr bwMode="auto">
            <a:xfrm>
              <a:off x="5280" y="29"/>
              <a:ext cx="116" cy="115"/>
            </a:xfrm>
            <a:prstGeom prst="actionButtonBackPrevious">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6683" name="AutoShape 83">
              <a:hlinkClick r:id="" action="ppaction://hlinkshowjump?jump=nextslide" highlightClick="1"/>
            </p:cNvPr>
            <p:cNvSpPr>
              <a:spLocks noChangeAspect="1" noChangeArrowheads="1"/>
            </p:cNvSpPr>
            <p:nvPr/>
          </p:nvSpPr>
          <p:spPr bwMode="auto">
            <a:xfrm>
              <a:off x="5396" y="29"/>
              <a:ext cx="115" cy="115"/>
            </a:xfrm>
            <a:prstGeom prst="actionButtonForwardNext">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6684" name="AutoShape 84">
              <a:hlinkClick r:id="" action="ppaction://hlinkshowjump?jump=firstslide" highlightClick="1"/>
            </p:cNvPr>
            <p:cNvSpPr>
              <a:spLocks noChangeAspect="1" noChangeArrowheads="1"/>
            </p:cNvSpPr>
            <p:nvPr/>
          </p:nvSpPr>
          <p:spPr bwMode="auto">
            <a:xfrm>
              <a:off x="5165" y="29"/>
              <a:ext cx="115" cy="115"/>
            </a:xfrm>
            <a:prstGeom prst="actionButtonBeginning">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6685" name="AutoShape 85">
              <a:hlinkClick r:id="" action="ppaction://hlinkshowjump?jump=lastslide" highlightClick="1"/>
            </p:cNvPr>
            <p:cNvSpPr>
              <a:spLocks noChangeAspect="1" noChangeArrowheads="1"/>
            </p:cNvSpPr>
            <p:nvPr/>
          </p:nvSpPr>
          <p:spPr bwMode="auto">
            <a:xfrm>
              <a:off x="5511" y="29"/>
              <a:ext cx="115" cy="115"/>
            </a:xfrm>
            <a:prstGeom prst="actionButtonEnd">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sp>
          <p:nvSpPr>
            <p:cNvPr id="26686" name="AutoShape 86">
              <a:hlinkClick r:id="" action="ppaction://hlinkshowjump?jump=endshow" highlightClick="1"/>
            </p:cNvPr>
            <p:cNvSpPr>
              <a:spLocks noChangeAspect="1" noChangeArrowheads="1"/>
            </p:cNvSpPr>
            <p:nvPr/>
          </p:nvSpPr>
          <p:spPr bwMode="auto">
            <a:xfrm>
              <a:off x="5626" y="29"/>
              <a:ext cx="115" cy="115"/>
            </a:xfrm>
            <a:prstGeom prst="actionButtonBlank">
              <a:avLst/>
            </a:prstGeom>
            <a:solidFill>
              <a:srgbClr val="FF000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p>
          </p:txBody>
        </p:sp>
      </p:gr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r>
              <a:rPr lang="en-IN" altLang="en-US"/>
              <a:t>Theory of Sectioning – Contd.</a:t>
            </a:r>
            <a:endParaRPr lang="en-GB" altLang="en-US"/>
          </a:p>
        </p:txBody>
      </p:sp>
      <p:sp>
        <p:nvSpPr>
          <p:cNvPr id="28675" name="Content Placeholder 2"/>
          <p:cNvSpPr>
            <a:spLocks noGrp="1"/>
          </p:cNvSpPr>
          <p:nvPr>
            <p:ph idx="1"/>
          </p:nvPr>
        </p:nvSpPr>
        <p:spPr/>
        <p:txBody>
          <a:bodyPr/>
          <a:lstStyle/>
          <a:p>
            <a:r>
              <a:rPr lang="en-IN" altLang="en-US"/>
              <a:t>Flat section will never cut all the edges of polyhedron, but cuts only few of them</a:t>
            </a:r>
          </a:p>
          <a:p>
            <a:pPr lvl="1"/>
            <a:r>
              <a:rPr lang="en-IN" altLang="en-US"/>
              <a:t>A section plane will cut a minimum of three edges of the polyhedral – Creating 3 POIs</a:t>
            </a:r>
          </a:p>
          <a:p>
            <a:pPr lvl="1"/>
            <a:r>
              <a:rPr lang="en-IN" altLang="en-US"/>
              <a:t>Maximum number of POIs</a:t>
            </a:r>
            <a:endParaRPr lang="en-GB" altLang="en-US"/>
          </a:p>
        </p:txBody>
      </p:sp>
      <p:graphicFrame>
        <p:nvGraphicFramePr>
          <p:cNvPr id="4" name="Table 3"/>
          <p:cNvGraphicFramePr>
            <a:graphicFrameLocks noGrp="1"/>
          </p:cNvGraphicFramePr>
          <p:nvPr/>
        </p:nvGraphicFramePr>
        <p:xfrm>
          <a:off x="1295400" y="4343400"/>
          <a:ext cx="6553200" cy="1112838"/>
        </p:xfrm>
        <a:graphic>
          <a:graphicData uri="http://schemas.openxmlformats.org/drawingml/2006/table">
            <a:tbl>
              <a:tblPr firstRow="1" bandRow="1">
                <a:tableStyleId>{5C22544A-7EE6-4342-B048-85BDC9FD1C3A}</a:tableStyleId>
              </a:tblPr>
              <a:tblGrid>
                <a:gridCol w="3276600">
                  <a:extLst>
                    <a:ext uri="{9D8B030D-6E8A-4147-A177-3AD203B41FA5}">
                      <a16:colId xmlns:a16="http://schemas.microsoft.com/office/drawing/2014/main" val="2444586098"/>
                    </a:ext>
                  </a:extLst>
                </a:gridCol>
                <a:gridCol w="3276600">
                  <a:extLst>
                    <a:ext uri="{9D8B030D-6E8A-4147-A177-3AD203B41FA5}">
                      <a16:colId xmlns:a16="http://schemas.microsoft.com/office/drawing/2014/main" val="2959230321"/>
                    </a:ext>
                  </a:extLst>
                </a:gridCol>
              </a:tblGrid>
              <a:tr h="370946">
                <a:tc>
                  <a:txBody>
                    <a:bodyPr/>
                    <a:lstStyle/>
                    <a:p>
                      <a:r>
                        <a:rPr lang="en-IN" sz="1800" dirty="0"/>
                        <a:t>Type of Solid</a:t>
                      </a:r>
                      <a:endParaRPr lang="en-GB" sz="1800" dirty="0"/>
                    </a:p>
                  </a:txBody>
                  <a:tcPr marT="45733" marB="45733"/>
                </a:tc>
                <a:tc>
                  <a:txBody>
                    <a:bodyPr/>
                    <a:lstStyle/>
                    <a:p>
                      <a:r>
                        <a:rPr lang="en-IN" sz="1800" dirty="0"/>
                        <a:t>Maximum</a:t>
                      </a:r>
                      <a:r>
                        <a:rPr lang="en-IN" sz="1800" baseline="0" dirty="0"/>
                        <a:t> POIs</a:t>
                      </a:r>
                      <a:endParaRPr lang="en-GB" sz="1800" dirty="0"/>
                    </a:p>
                  </a:txBody>
                  <a:tcPr marT="45733" marB="45733"/>
                </a:tc>
                <a:extLst>
                  <a:ext uri="{0D108BD9-81ED-4DB2-BD59-A6C34878D82A}">
                    <a16:rowId xmlns:a16="http://schemas.microsoft.com/office/drawing/2014/main" val="2879140473"/>
                  </a:ext>
                </a:extLst>
              </a:tr>
              <a:tr h="370946">
                <a:tc>
                  <a:txBody>
                    <a:bodyPr/>
                    <a:lstStyle/>
                    <a:p>
                      <a:r>
                        <a:rPr lang="en-IN" sz="1800" dirty="0"/>
                        <a:t>Prism and Cube</a:t>
                      </a:r>
                      <a:endParaRPr lang="en-GB" sz="1800" dirty="0"/>
                    </a:p>
                  </a:txBody>
                  <a:tcPr marT="45733" marB="45733"/>
                </a:tc>
                <a:tc>
                  <a:txBody>
                    <a:bodyPr/>
                    <a:lstStyle/>
                    <a:p>
                      <a:r>
                        <a:rPr lang="en-IN" sz="1800" dirty="0"/>
                        <a:t>(Number of sides</a:t>
                      </a:r>
                      <a:r>
                        <a:rPr lang="en-IN" sz="1800" baseline="0" dirty="0"/>
                        <a:t> of base) + 2</a:t>
                      </a:r>
                      <a:endParaRPr lang="en-GB" sz="1800" dirty="0"/>
                    </a:p>
                  </a:txBody>
                  <a:tcPr marT="45733" marB="45733"/>
                </a:tc>
                <a:extLst>
                  <a:ext uri="{0D108BD9-81ED-4DB2-BD59-A6C34878D82A}">
                    <a16:rowId xmlns:a16="http://schemas.microsoft.com/office/drawing/2014/main" val="720296374"/>
                  </a:ext>
                </a:extLst>
              </a:tr>
              <a:tr h="370946">
                <a:tc>
                  <a:txBody>
                    <a:bodyPr/>
                    <a:lstStyle/>
                    <a:p>
                      <a:r>
                        <a:rPr lang="en-IN" sz="1800" dirty="0"/>
                        <a:t>Pyramid (and</a:t>
                      </a:r>
                      <a:r>
                        <a:rPr lang="en-IN" sz="1800" baseline="0" dirty="0"/>
                        <a:t> Tetrahedron)</a:t>
                      </a:r>
                      <a:endParaRPr lang="en-GB" sz="1800" dirty="0"/>
                    </a:p>
                  </a:txBody>
                  <a:tcPr marT="45733" marB="45733"/>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t>(Number of sides</a:t>
                      </a:r>
                      <a:r>
                        <a:rPr lang="en-IN" sz="1800" baseline="0" dirty="0"/>
                        <a:t> of base) + 1</a:t>
                      </a:r>
                      <a:endParaRPr lang="en-GB" sz="1800" dirty="0"/>
                    </a:p>
                  </a:txBody>
                  <a:tcPr marT="45733" marB="45733"/>
                </a:tc>
                <a:extLst>
                  <a:ext uri="{0D108BD9-81ED-4DB2-BD59-A6C34878D82A}">
                    <a16:rowId xmlns:a16="http://schemas.microsoft.com/office/drawing/2014/main" val="150558147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609600" y="533399"/>
            <a:ext cx="7848600" cy="6050737"/>
          </a:xfrm>
          <a:prstGeom prst="rect">
            <a:avLst/>
          </a:prstGeom>
        </p:spPr>
      </p:pic>
    </p:spTree>
    <p:extLst>
      <p:ext uri="{BB962C8B-B14F-4D97-AF65-F5344CB8AC3E}">
        <p14:creationId xmlns:p14="http://schemas.microsoft.com/office/powerpoint/2010/main" val="955348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p:txBody>
          <a:bodyPr/>
          <a:lstStyle/>
          <a:p>
            <a:r>
              <a:rPr lang="en-IN" altLang="en-US"/>
              <a:t>Theory of Sectioning – Contd.</a:t>
            </a:r>
            <a:endParaRPr lang="en-GB" altLang="en-US"/>
          </a:p>
        </p:txBody>
      </p:sp>
      <p:sp>
        <p:nvSpPr>
          <p:cNvPr id="29699" name="Content Placeholder 2"/>
          <p:cNvSpPr>
            <a:spLocks noGrp="1"/>
          </p:cNvSpPr>
          <p:nvPr>
            <p:ph idx="1"/>
          </p:nvPr>
        </p:nvSpPr>
        <p:spPr/>
        <p:txBody>
          <a:bodyPr/>
          <a:lstStyle/>
          <a:p>
            <a:r>
              <a:rPr lang="en-IN" altLang="en-US"/>
              <a:t>True shape</a:t>
            </a:r>
          </a:p>
          <a:p>
            <a:pPr lvl="1"/>
            <a:r>
              <a:rPr lang="en-IN" altLang="en-US"/>
              <a:t>Polyhedra – Polygon and sides equal to POIs</a:t>
            </a:r>
          </a:p>
        </p:txBody>
      </p:sp>
      <p:graphicFrame>
        <p:nvGraphicFramePr>
          <p:cNvPr id="4" name="Table 3"/>
          <p:cNvGraphicFramePr>
            <a:graphicFrameLocks noGrp="1"/>
          </p:cNvGraphicFramePr>
          <p:nvPr/>
        </p:nvGraphicFramePr>
        <p:xfrm>
          <a:off x="990600" y="3121025"/>
          <a:ext cx="7391400" cy="3363913"/>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1218701558"/>
                    </a:ext>
                  </a:extLst>
                </a:gridCol>
                <a:gridCol w="3962400">
                  <a:extLst>
                    <a:ext uri="{9D8B030D-6E8A-4147-A177-3AD203B41FA5}">
                      <a16:colId xmlns:a16="http://schemas.microsoft.com/office/drawing/2014/main" val="2009016087"/>
                    </a:ext>
                  </a:extLst>
                </a:gridCol>
                <a:gridCol w="2286000">
                  <a:extLst>
                    <a:ext uri="{9D8B030D-6E8A-4147-A177-3AD203B41FA5}">
                      <a16:colId xmlns:a16="http://schemas.microsoft.com/office/drawing/2014/main" val="1619094119"/>
                    </a:ext>
                  </a:extLst>
                </a:gridCol>
              </a:tblGrid>
              <a:tr h="370945">
                <a:tc>
                  <a:txBody>
                    <a:bodyPr/>
                    <a:lstStyle/>
                    <a:p>
                      <a:r>
                        <a:rPr lang="en-IN" sz="1400" dirty="0"/>
                        <a:t>Solid</a:t>
                      </a:r>
                      <a:endParaRPr lang="en-GB" sz="1400" dirty="0"/>
                    </a:p>
                  </a:txBody>
                  <a:tcPr marT="45733" marB="45733"/>
                </a:tc>
                <a:tc>
                  <a:txBody>
                    <a:bodyPr/>
                    <a:lstStyle/>
                    <a:p>
                      <a:r>
                        <a:rPr lang="en-IN" sz="1400" dirty="0"/>
                        <a:t>Position</a:t>
                      </a:r>
                      <a:r>
                        <a:rPr lang="en-IN" sz="1400" baseline="0" dirty="0"/>
                        <a:t> of the Cutting Plane</a:t>
                      </a:r>
                      <a:endParaRPr lang="en-GB" sz="1400" dirty="0"/>
                    </a:p>
                  </a:txBody>
                  <a:tcPr marT="45733" marB="45733"/>
                </a:tc>
                <a:tc>
                  <a:txBody>
                    <a:bodyPr/>
                    <a:lstStyle/>
                    <a:p>
                      <a:r>
                        <a:rPr lang="en-IN" sz="1400" dirty="0"/>
                        <a:t>True Shape</a:t>
                      </a:r>
                      <a:r>
                        <a:rPr lang="en-IN" sz="1400" baseline="0" dirty="0"/>
                        <a:t> of Section</a:t>
                      </a:r>
                      <a:endParaRPr lang="en-GB" sz="1400" dirty="0"/>
                    </a:p>
                  </a:txBody>
                  <a:tcPr marT="45733" marB="45733"/>
                </a:tc>
                <a:extLst>
                  <a:ext uri="{0D108BD9-81ED-4DB2-BD59-A6C34878D82A}">
                    <a16:rowId xmlns:a16="http://schemas.microsoft.com/office/drawing/2014/main" val="3735779449"/>
                  </a:ext>
                </a:extLst>
              </a:tr>
              <a:tr h="731727">
                <a:tc>
                  <a:txBody>
                    <a:bodyPr/>
                    <a:lstStyle/>
                    <a:p>
                      <a:r>
                        <a:rPr lang="en-IN" sz="1400" dirty="0"/>
                        <a:t>Cylinder</a:t>
                      </a:r>
                      <a:endParaRPr lang="en-GB" sz="1400" dirty="0"/>
                    </a:p>
                  </a:txBody>
                  <a:tcPr marT="45733" marB="45733"/>
                </a:tc>
                <a:tc>
                  <a:txBody>
                    <a:bodyPr/>
                    <a:lstStyle/>
                    <a:p>
                      <a:r>
                        <a:rPr lang="en-IN" sz="1400" dirty="0"/>
                        <a:t>Perpendicular to axis</a:t>
                      </a:r>
                    </a:p>
                    <a:p>
                      <a:r>
                        <a:rPr lang="en-IN" sz="1400" dirty="0"/>
                        <a:t>Inclined</a:t>
                      </a:r>
                      <a:r>
                        <a:rPr lang="en-IN" sz="1400" baseline="0" dirty="0"/>
                        <a:t> to the axis cutting all generators</a:t>
                      </a:r>
                    </a:p>
                    <a:p>
                      <a:r>
                        <a:rPr lang="en-IN" sz="1400" baseline="0" dirty="0"/>
                        <a:t>Parallel to the axis</a:t>
                      </a:r>
                      <a:endParaRPr lang="en-GB" sz="1400" dirty="0"/>
                    </a:p>
                  </a:txBody>
                  <a:tcPr marT="45733" marB="45733"/>
                </a:tc>
                <a:tc>
                  <a:txBody>
                    <a:bodyPr/>
                    <a:lstStyle/>
                    <a:p>
                      <a:r>
                        <a:rPr lang="en-IN" sz="1400" dirty="0"/>
                        <a:t>Circle</a:t>
                      </a:r>
                    </a:p>
                    <a:p>
                      <a:r>
                        <a:rPr lang="en-IN" sz="1400" dirty="0"/>
                        <a:t>Ellipse</a:t>
                      </a:r>
                    </a:p>
                    <a:p>
                      <a:r>
                        <a:rPr lang="en-IN" sz="1400" dirty="0"/>
                        <a:t>Rectangle</a:t>
                      </a:r>
                      <a:endParaRPr lang="en-GB" sz="1400" dirty="0"/>
                    </a:p>
                  </a:txBody>
                  <a:tcPr marT="45733" marB="45733"/>
                </a:tc>
                <a:extLst>
                  <a:ext uri="{0D108BD9-81ED-4DB2-BD59-A6C34878D82A}">
                    <a16:rowId xmlns:a16="http://schemas.microsoft.com/office/drawing/2014/main" val="2413249751"/>
                  </a:ext>
                </a:extLst>
              </a:tr>
              <a:tr h="1371989">
                <a:tc>
                  <a:txBody>
                    <a:bodyPr/>
                    <a:lstStyle/>
                    <a:p>
                      <a:r>
                        <a:rPr lang="en-IN" sz="1400" dirty="0"/>
                        <a:t>Cone</a:t>
                      </a:r>
                      <a:endParaRPr lang="en-GB" sz="1400" dirty="0"/>
                    </a:p>
                  </a:txBody>
                  <a:tcPr marT="45733" marB="45733"/>
                </a:tc>
                <a:tc>
                  <a:txBody>
                    <a:bodyPr/>
                    <a:lstStyle/>
                    <a:p>
                      <a:r>
                        <a:rPr lang="en-IN" sz="1400" dirty="0"/>
                        <a:t>Perpendicular to axis</a:t>
                      </a:r>
                    </a:p>
                    <a:p>
                      <a:r>
                        <a:rPr lang="en-IN" sz="1400" dirty="0"/>
                        <a:t>Inclined</a:t>
                      </a:r>
                      <a:r>
                        <a:rPr lang="en-IN" sz="1400" baseline="0" dirty="0"/>
                        <a:t> to the axis cutting all generators</a:t>
                      </a:r>
                    </a:p>
                    <a:p>
                      <a:r>
                        <a:rPr lang="en-IN" sz="1400" baseline="0" dirty="0"/>
                        <a:t>Parallel to a generator</a:t>
                      </a:r>
                    </a:p>
                    <a:p>
                      <a:r>
                        <a:rPr lang="en-IN" sz="1400" baseline="0" dirty="0"/>
                        <a:t>Inclined to and on one side of the axis</a:t>
                      </a:r>
                    </a:p>
                    <a:p>
                      <a:r>
                        <a:rPr lang="en-IN" sz="1400" baseline="0" dirty="0"/>
                        <a:t>Parallel to the axis</a:t>
                      </a:r>
                    </a:p>
                    <a:p>
                      <a:r>
                        <a:rPr lang="en-IN" sz="1400" baseline="0" dirty="0"/>
                        <a:t>Passing through the axis or the apex</a:t>
                      </a:r>
                      <a:endParaRPr lang="en-GB" sz="1400" dirty="0"/>
                    </a:p>
                  </a:txBody>
                  <a:tcPr marT="45733" marB="45733"/>
                </a:tc>
                <a:tc>
                  <a:txBody>
                    <a:bodyPr/>
                    <a:lstStyle/>
                    <a:p>
                      <a:r>
                        <a:rPr lang="en-IN" sz="1400" dirty="0"/>
                        <a:t>Circle</a:t>
                      </a:r>
                    </a:p>
                    <a:p>
                      <a:r>
                        <a:rPr lang="en-IN" sz="1400" dirty="0"/>
                        <a:t>Ellipse</a:t>
                      </a:r>
                    </a:p>
                    <a:p>
                      <a:r>
                        <a:rPr lang="en-IN" sz="1400" dirty="0"/>
                        <a:t>Parabola</a:t>
                      </a:r>
                    </a:p>
                    <a:p>
                      <a:r>
                        <a:rPr lang="en-IN" sz="1400" dirty="0"/>
                        <a:t>Hyperbola</a:t>
                      </a:r>
                    </a:p>
                    <a:p>
                      <a:r>
                        <a:rPr lang="en-IN" sz="1400" dirty="0"/>
                        <a:t>Rectangular Hyperbola</a:t>
                      </a:r>
                    </a:p>
                    <a:p>
                      <a:r>
                        <a:rPr lang="en-IN" sz="1400" dirty="0"/>
                        <a:t>Triangle</a:t>
                      </a:r>
                      <a:endParaRPr lang="en-GB" sz="1400" dirty="0"/>
                    </a:p>
                  </a:txBody>
                  <a:tcPr marT="45733" marB="45733"/>
                </a:tc>
                <a:extLst>
                  <a:ext uri="{0D108BD9-81ED-4DB2-BD59-A6C34878D82A}">
                    <a16:rowId xmlns:a16="http://schemas.microsoft.com/office/drawing/2014/main" val="2090715361"/>
                  </a:ext>
                </a:extLst>
              </a:tr>
              <a:tr h="370945">
                <a:tc>
                  <a:txBody>
                    <a:bodyPr/>
                    <a:lstStyle/>
                    <a:p>
                      <a:r>
                        <a:rPr lang="en-IN" sz="1400" dirty="0"/>
                        <a:t>Sphere</a:t>
                      </a:r>
                      <a:endParaRPr lang="en-GB" sz="1400" dirty="0"/>
                    </a:p>
                  </a:txBody>
                  <a:tcPr marT="45733" marB="45733"/>
                </a:tc>
                <a:tc>
                  <a:txBody>
                    <a:bodyPr/>
                    <a:lstStyle/>
                    <a:p>
                      <a:endParaRPr lang="en-GB" sz="1400"/>
                    </a:p>
                  </a:txBody>
                  <a:tcPr marT="45733" marB="45733"/>
                </a:tc>
                <a:tc>
                  <a:txBody>
                    <a:bodyPr/>
                    <a:lstStyle/>
                    <a:p>
                      <a:r>
                        <a:rPr lang="en-IN" sz="1400" dirty="0"/>
                        <a:t>Circle</a:t>
                      </a:r>
                      <a:endParaRPr lang="en-GB" sz="1400" dirty="0"/>
                    </a:p>
                  </a:txBody>
                  <a:tcPr marT="45733" marB="45733"/>
                </a:tc>
                <a:extLst>
                  <a:ext uri="{0D108BD9-81ED-4DB2-BD59-A6C34878D82A}">
                    <a16:rowId xmlns:a16="http://schemas.microsoft.com/office/drawing/2014/main" val="2477931657"/>
                  </a:ext>
                </a:extLst>
              </a:tr>
              <a:tr h="518307">
                <a:tc>
                  <a:txBody>
                    <a:bodyPr/>
                    <a:lstStyle/>
                    <a:p>
                      <a:r>
                        <a:rPr lang="en-IN" sz="1400" dirty="0"/>
                        <a:t>Pyramids and Prisms</a:t>
                      </a:r>
                      <a:endParaRPr lang="en-GB" sz="1400" dirty="0"/>
                    </a:p>
                  </a:txBody>
                  <a:tcPr marT="45733" marB="45733"/>
                </a:tc>
                <a:tc>
                  <a:txBody>
                    <a:bodyPr/>
                    <a:lstStyle/>
                    <a:p>
                      <a:endParaRPr lang="en-GB" sz="1400"/>
                    </a:p>
                  </a:txBody>
                  <a:tcPr marT="45733" marB="45733"/>
                </a:tc>
                <a:tc>
                  <a:txBody>
                    <a:bodyPr/>
                    <a:lstStyle/>
                    <a:p>
                      <a:r>
                        <a:rPr lang="en-IN" sz="1400" dirty="0"/>
                        <a:t>Straight</a:t>
                      </a:r>
                      <a:r>
                        <a:rPr lang="en-IN" sz="1400" baseline="0" dirty="0"/>
                        <a:t> line segmented curves</a:t>
                      </a:r>
                      <a:endParaRPr lang="en-GB" sz="1400" dirty="0"/>
                    </a:p>
                  </a:txBody>
                  <a:tcPr marT="45733" marB="45733"/>
                </a:tc>
                <a:extLst>
                  <a:ext uri="{0D108BD9-81ED-4DB2-BD59-A6C34878D82A}">
                    <a16:rowId xmlns:a16="http://schemas.microsoft.com/office/drawing/2014/main" val="3603603602"/>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457200" y="274638"/>
            <a:ext cx="7391400" cy="411162"/>
          </a:xfrm>
        </p:spPr>
        <p:txBody>
          <a:bodyPr/>
          <a:lstStyle/>
          <a:p>
            <a:r>
              <a:rPr lang="en-US" altLang="en-US"/>
              <a:t>Hatching of the Sections</a:t>
            </a:r>
          </a:p>
        </p:txBody>
      </p:sp>
      <p:sp>
        <p:nvSpPr>
          <p:cNvPr id="30723" name="Content Placeholder 2"/>
          <p:cNvSpPr>
            <a:spLocks noGrp="1"/>
          </p:cNvSpPr>
          <p:nvPr>
            <p:ph idx="1"/>
          </p:nvPr>
        </p:nvSpPr>
        <p:spPr>
          <a:xfrm>
            <a:off x="457200" y="838200"/>
            <a:ext cx="8229600" cy="3124200"/>
          </a:xfrm>
        </p:spPr>
        <p:txBody>
          <a:bodyPr/>
          <a:lstStyle/>
          <a:p>
            <a:pPr algn="just">
              <a:lnSpc>
                <a:spcPct val="150000"/>
              </a:lnSpc>
              <a:spcBef>
                <a:spcPct val="50000"/>
              </a:spcBef>
            </a:pPr>
            <a:r>
              <a:rPr lang="en-US" altLang="en-US" sz="1800">
                <a:solidFill>
                  <a:srgbClr val="C00000"/>
                </a:solidFill>
              </a:rPr>
              <a:t>The surface created by cutting the object by a section plane is called as </a:t>
            </a:r>
            <a:r>
              <a:rPr lang="en-US" altLang="en-US" sz="1800" i="1">
                <a:solidFill>
                  <a:srgbClr val="C00000"/>
                </a:solidFill>
              </a:rPr>
              <a:t>section</a:t>
            </a:r>
            <a:r>
              <a:rPr lang="en-US" altLang="en-US" sz="1800"/>
              <a:t>. </a:t>
            </a:r>
            <a:r>
              <a:rPr lang="en-US" altLang="en-US" sz="1800">
                <a:solidFill>
                  <a:srgbClr val="0000FF"/>
                </a:solidFill>
              </a:rPr>
              <a:t>The section is indicated by drawing the hatching lines (section lines) within the sectioned area</a:t>
            </a:r>
            <a:r>
              <a:rPr lang="en-US" altLang="en-US" sz="1800"/>
              <a:t>. The hatching lines are drawn at 45° to the principal outlines or the lines of symmetry of the section. </a:t>
            </a:r>
            <a:r>
              <a:rPr lang="en-US" altLang="en-US" sz="1800">
                <a:solidFill>
                  <a:srgbClr val="C00000"/>
                </a:solidFill>
              </a:rPr>
              <a:t>The spacing between hatching lines should be uniform and in proportion to the size of the section. </a:t>
            </a:r>
          </a:p>
        </p:txBody>
      </p:sp>
      <p:pic>
        <p:nvPicPr>
          <p:cNvPr id="30724" name="Picture 8"/>
          <p:cNvPicPr>
            <a:picLocks noChangeAspect="1" noChangeArrowheads="1"/>
          </p:cNvPicPr>
          <p:nvPr/>
        </p:nvPicPr>
        <p:blipFill>
          <a:blip r:embed="rId2">
            <a:extLst>
              <a:ext uri="{28A0092B-C50C-407E-A947-70E740481C1C}">
                <a14:useLocalDpi xmlns:a14="http://schemas.microsoft.com/office/drawing/2010/main" val="0"/>
              </a:ext>
            </a:extLst>
          </a:blip>
          <a:srcRect b="18452"/>
          <a:stretch>
            <a:fillRect/>
          </a:stretch>
        </p:blipFill>
        <p:spPr bwMode="auto">
          <a:xfrm>
            <a:off x="1143000" y="3810000"/>
            <a:ext cx="7086600" cy="2743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roup 11"/>
          <p:cNvGrpSpPr>
            <a:grpSpLocks/>
          </p:cNvGrpSpPr>
          <p:nvPr/>
        </p:nvGrpSpPr>
        <p:grpSpPr bwMode="auto">
          <a:xfrm>
            <a:off x="304800" y="3581400"/>
            <a:ext cx="3494088" cy="1512888"/>
            <a:chOff x="304800" y="3581400"/>
            <a:chExt cx="3493956" cy="1512332"/>
          </a:xfrm>
        </p:grpSpPr>
        <p:sp>
          <p:nvSpPr>
            <p:cNvPr id="30726" name="TextBox 4"/>
            <p:cNvSpPr txBox="1">
              <a:spLocks noChangeArrowheads="1"/>
            </p:cNvSpPr>
            <p:nvPr/>
          </p:nvSpPr>
          <p:spPr bwMode="auto">
            <a:xfrm>
              <a:off x="304800" y="4724400"/>
              <a:ext cx="6600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a:t>HB</a:t>
              </a:r>
            </a:p>
          </p:txBody>
        </p:sp>
        <p:sp>
          <p:nvSpPr>
            <p:cNvPr id="30727" name="TextBox 5"/>
            <p:cNvSpPr txBox="1">
              <a:spLocks noChangeArrowheads="1"/>
            </p:cNvSpPr>
            <p:nvPr/>
          </p:nvSpPr>
          <p:spPr bwMode="auto">
            <a:xfrm>
              <a:off x="3352800" y="3581400"/>
              <a:ext cx="4459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a:t>2H</a:t>
              </a:r>
            </a:p>
          </p:txBody>
        </p:sp>
        <p:cxnSp>
          <p:nvCxnSpPr>
            <p:cNvPr id="8" name="Straight Arrow Connector 7"/>
            <p:cNvCxnSpPr/>
            <p:nvPr/>
          </p:nvCxnSpPr>
          <p:spPr>
            <a:xfrm flipV="1">
              <a:off x="914377" y="4800152"/>
              <a:ext cx="457183" cy="76172"/>
            </a:xfrm>
            <a:prstGeom prst="straightConnector1">
              <a:avLst/>
            </a:prstGeom>
            <a:ln w="12700">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2514517" y="3962260"/>
              <a:ext cx="838168" cy="304688"/>
            </a:xfrm>
            <a:prstGeom prst="straightConnector1">
              <a:avLst/>
            </a:prstGeom>
            <a:ln w="15875">
              <a:tailEnd type="arrow"/>
            </a:ln>
          </p:spPr>
          <p:style>
            <a:lnRef idx="1">
              <a:schemeClr val="accent1"/>
            </a:lnRef>
            <a:fillRef idx="0">
              <a:schemeClr val="accent1"/>
            </a:fillRef>
            <a:effectRef idx="0">
              <a:schemeClr val="accent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p:cNvPicPr>
            <a:picLocks noChangeAspect="1" noChangeArrowheads="1"/>
          </p:cNvPicPr>
          <p:nvPr/>
        </p:nvPicPr>
        <p:blipFill>
          <a:blip r:embed="rId3">
            <a:extLst>
              <a:ext uri="{28A0092B-C50C-407E-A947-70E740481C1C}">
                <a14:useLocalDpi xmlns:a14="http://schemas.microsoft.com/office/drawing/2010/main" val="0"/>
              </a:ext>
            </a:extLst>
          </a:blip>
          <a:srcRect t="18420"/>
          <a:stretch>
            <a:fillRect/>
          </a:stretch>
        </p:blipFill>
        <p:spPr bwMode="auto">
          <a:xfrm>
            <a:off x="0" y="609600"/>
            <a:ext cx="8891588"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52600" y="2895600"/>
            <a:ext cx="5867400" cy="1890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TextBox 3"/>
          <p:cNvSpPr txBox="1">
            <a:spLocks noChangeArrowheads="1"/>
          </p:cNvSpPr>
          <p:nvPr/>
        </p:nvSpPr>
        <p:spPr bwMode="auto">
          <a:xfrm>
            <a:off x="152400" y="228600"/>
            <a:ext cx="8739188"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spcBef>
                <a:spcPct val="0"/>
              </a:spcBef>
              <a:buFontTx/>
              <a:buNone/>
            </a:pPr>
            <a:r>
              <a:rPr lang="en-US" altLang="en-US" b="1">
                <a:solidFill>
                  <a:srgbClr val="0000CC"/>
                </a:solidFill>
              </a:rPr>
              <a:t>Section Lining Techniques</a:t>
            </a:r>
          </a:p>
        </p:txBody>
      </p:sp>
      <p:sp>
        <p:nvSpPr>
          <p:cNvPr id="31749" name="TextBox 4"/>
          <p:cNvSpPr txBox="1">
            <a:spLocks noChangeArrowheads="1"/>
          </p:cNvSpPr>
          <p:nvPr/>
        </p:nvSpPr>
        <p:spPr bwMode="auto">
          <a:xfrm>
            <a:off x="152400" y="4724400"/>
            <a:ext cx="8686800" cy="133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pPr>
            <a:r>
              <a:rPr lang="en-US" altLang="en-US" sz="1800">
                <a:latin typeface="Times New Roman" panose="02020603050405020304" pitchFamily="18" charset="0"/>
                <a:cs typeface="Times New Roman" panose="02020603050405020304" pitchFamily="18" charset="0"/>
              </a:rPr>
              <a:t>Section lines should be </a:t>
            </a:r>
            <a:r>
              <a:rPr lang="en-US" altLang="en-US" sz="1800" b="1">
                <a:solidFill>
                  <a:srgbClr val="CC0099"/>
                </a:solidFill>
                <a:latin typeface="Times New Roman" panose="02020603050405020304" pitchFamily="18" charset="0"/>
                <a:cs typeface="Times New Roman" panose="02020603050405020304" pitchFamily="18" charset="0"/>
              </a:rPr>
              <a:t>uniform thin, never varying in thickness</a:t>
            </a:r>
          </a:p>
          <a:p>
            <a:pPr eaLnBrk="1" hangingPunct="1">
              <a:lnSpc>
                <a:spcPct val="150000"/>
              </a:lnSpc>
              <a:spcBef>
                <a:spcPct val="0"/>
              </a:spcBef>
            </a:pPr>
            <a:r>
              <a:rPr lang="en-US" altLang="en-US" sz="1800">
                <a:latin typeface="Times New Roman" panose="02020603050405020304" pitchFamily="18" charset="0"/>
                <a:cs typeface="Times New Roman" panose="02020603050405020304" pitchFamily="18" charset="0"/>
              </a:rPr>
              <a:t>If sections lines drawn at </a:t>
            </a:r>
            <a:r>
              <a:rPr lang="en-US" altLang="en-US" sz="1800">
                <a:solidFill>
                  <a:srgbClr val="FF0000"/>
                </a:solidFill>
                <a:latin typeface="Times New Roman" panose="02020603050405020304" pitchFamily="18" charset="0"/>
                <a:cs typeface="Times New Roman" panose="02020603050405020304" pitchFamily="18" charset="0"/>
              </a:rPr>
              <a:t>45°</a:t>
            </a:r>
            <a:r>
              <a:rPr lang="en-US" altLang="en-US" sz="1800">
                <a:latin typeface="Times New Roman" panose="02020603050405020304" pitchFamily="18" charset="0"/>
                <a:cs typeface="Times New Roman" panose="02020603050405020304" pitchFamily="18" charset="0"/>
              </a:rPr>
              <a:t> with horizontal are </a:t>
            </a:r>
            <a:r>
              <a:rPr lang="en-US" altLang="en-US" sz="1800" b="1">
                <a:solidFill>
                  <a:srgbClr val="7030A0"/>
                </a:solidFill>
                <a:latin typeface="Times New Roman" panose="02020603050405020304" pitchFamily="18" charset="0"/>
                <a:cs typeface="Times New Roman" panose="02020603050405020304" pitchFamily="18" charset="0"/>
              </a:rPr>
              <a:t>parallel or perpendicular to a prominent visible outline,</a:t>
            </a:r>
            <a:r>
              <a:rPr lang="en-US" altLang="en-US" sz="1800">
                <a:latin typeface="Times New Roman" panose="02020603050405020304" pitchFamily="18" charset="0"/>
                <a:cs typeface="Times New Roman" panose="02020603050405020304" pitchFamily="18" charset="0"/>
              </a:rPr>
              <a:t> the angle should be changed to </a:t>
            </a:r>
            <a:r>
              <a:rPr lang="en-US" altLang="en-US" sz="1800" b="1">
                <a:solidFill>
                  <a:srgbClr val="006600"/>
                </a:solidFill>
                <a:latin typeface="Times New Roman" panose="02020603050405020304" pitchFamily="18" charset="0"/>
                <a:cs typeface="Times New Roman" panose="02020603050405020304" pitchFamily="18" charset="0"/>
              </a:rPr>
              <a:t>30° /60°</a:t>
            </a:r>
            <a:endParaRPr lang="en-US" altLang="en-US" sz="1800">
              <a:latin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Content Placeholder 2"/>
          <p:cNvSpPr>
            <a:spLocks noGrp="1"/>
          </p:cNvSpPr>
          <p:nvPr>
            <p:ph idx="1"/>
          </p:nvPr>
        </p:nvSpPr>
        <p:spPr>
          <a:xfrm>
            <a:off x="2133600" y="228600"/>
            <a:ext cx="4267200" cy="762000"/>
          </a:xfrm>
        </p:spPr>
        <p:txBody>
          <a:bodyPr/>
          <a:lstStyle/>
          <a:p>
            <a:pPr marL="0" indent="0" algn="just">
              <a:lnSpc>
                <a:spcPct val="150000"/>
              </a:lnSpc>
              <a:spcBef>
                <a:spcPct val="50000"/>
              </a:spcBef>
              <a:buFontTx/>
              <a:buNone/>
            </a:pPr>
            <a:r>
              <a:rPr lang="en-US" altLang="en-US" sz="2800">
                <a:solidFill>
                  <a:srgbClr val="C00000"/>
                </a:solidFill>
              </a:rPr>
              <a:t>Types of section Planes: </a:t>
            </a:r>
          </a:p>
        </p:txBody>
      </p:sp>
      <p:sp>
        <p:nvSpPr>
          <p:cNvPr id="33795" name="TextBox 4"/>
          <p:cNvSpPr txBox="1">
            <a:spLocks noChangeArrowheads="1"/>
          </p:cNvSpPr>
          <p:nvPr/>
        </p:nvSpPr>
        <p:spPr bwMode="auto">
          <a:xfrm>
            <a:off x="685800" y="1447800"/>
            <a:ext cx="7391400" cy="2862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FontTx/>
              <a:buAutoNum type="arabicPeriod"/>
            </a:pPr>
            <a:r>
              <a:rPr lang="en-US" altLang="en-US" sz="2000">
                <a:latin typeface="Times New Roman" panose="02020603050405020304" pitchFamily="18" charset="0"/>
                <a:cs typeface="Times New Roman" panose="02020603050405020304" pitchFamily="18" charset="0"/>
              </a:rPr>
              <a:t>Perpendicular to H.P.  and parallel to V.P.</a:t>
            </a:r>
          </a:p>
          <a:p>
            <a:pPr eaLnBrk="1" hangingPunct="1">
              <a:lnSpc>
                <a:spcPct val="150000"/>
              </a:lnSpc>
              <a:spcBef>
                <a:spcPct val="0"/>
              </a:spcBef>
              <a:buFontTx/>
              <a:buAutoNum type="arabicPeriod"/>
            </a:pPr>
            <a:r>
              <a:rPr lang="en-US" altLang="en-US" sz="2000">
                <a:latin typeface="Times New Roman" panose="02020603050405020304" pitchFamily="18" charset="0"/>
                <a:cs typeface="Times New Roman" panose="02020603050405020304" pitchFamily="18" charset="0"/>
              </a:rPr>
              <a:t>Perpendicular to V.P.  and parallel to H.P.</a:t>
            </a:r>
          </a:p>
          <a:p>
            <a:pPr eaLnBrk="1" hangingPunct="1">
              <a:lnSpc>
                <a:spcPct val="150000"/>
              </a:lnSpc>
              <a:spcBef>
                <a:spcPct val="0"/>
              </a:spcBef>
              <a:buFontTx/>
              <a:buAutoNum type="arabicPeriod"/>
            </a:pPr>
            <a:r>
              <a:rPr lang="en-US" altLang="en-US" sz="2000">
                <a:latin typeface="Times New Roman" panose="02020603050405020304" pitchFamily="18" charset="0"/>
                <a:cs typeface="Times New Roman" panose="02020603050405020304" pitchFamily="18" charset="0"/>
              </a:rPr>
              <a:t>Perpendicular to V.P.  and inclined to H.P.</a:t>
            </a:r>
          </a:p>
          <a:p>
            <a:pPr eaLnBrk="1" hangingPunct="1">
              <a:lnSpc>
                <a:spcPct val="150000"/>
              </a:lnSpc>
              <a:spcBef>
                <a:spcPct val="0"/>
              </a:spcBef>
              <a:buFontTx/>
              <a:buAutoNum type="arabicPeriod"/>
            </a:pPr>
            <a:r>
              <a:rPr lang="en-US" altLang="en-US" sz="2000">
                <a:latin typeface="Times New Roman" panose="02020603050405020304" pitchFamily="18" charset="0"/>
                <a:cs typeface="Times New Roman" panose="02020603050405020304" pitchFamily="18" charset="0"/>
              </a:rPr>
              <a:t>Perpendicular to H.P.  and inclined to V.P.</a:t>
            </a:r>
          </a:p>
          <a:p>
            <a:pPr eaLnBrk="1" hangingPunct="1">
              <a:lnSpc>
                <a:spcPct val="150000"/>
              </a:lnSpc>
              <a:spcBef>
                <a:spcPct val="0"/>
              </a:spcBef>
              <a:buFontTx/>
              <a:buAutoNum type="arabicPeriod"/>
            </a:pPr>
            <a:r>
              <a:rPr lang="en-US" altLang="en-US" sz="2000">
                <a:latin typeface="Times New Roman" panose="02020603050405020304" pitchFamily="18" charset="0"/>
                <a:cs typeface="Times New Roman" panose="02020603050405020304" pitchFamily="18" charset="0"/>
              </a:rPr>
              <a:t>Perpendicular to  both H.P.  and  V.P.</a:t>
            </a:r>
          </a:p>
          <a:p>
            <a:pPr eaLnBrk="1" hangingPunct="1">
              <a:lnSpc>
                <a:spcPct val="150000"/>
              </a:lnSpc>
              <a:spcBef>
                <a:spcPct val="0"/>
              </a:spcBef>
              <a:buFontTx/>
              <a:buAutoNum type="arabicPeriod"/>
            </a:pPr>
            <a:endParaRPr lang="en-US" altLang="en-US" sz="200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762000"/>
            <a:ext cx="7772400" cy="464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8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52600" y="685800"/>
            <a:ext cx="4648200" cy="490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228600"/>
            <a:ext cx="7050088" cy="628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extBox 6"/>
          <p:cNvSpPr txBox="1">
            <a:spLocks noChangeArrowheads="1"/>
          </p:cNvSpPr>
          <p:nvPr/>
        </p:nvSpPr>
        <p:spPr bwMode="auto">
          <a:xfrm>
            <a:off x="228600" y="457200"/>
            <a:ext cx="8610600"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r>
              <a:rPr lang="en-US" altLang="en-US" sz="2300" b="1">
                <a:latin typeface="Calibri" panose="020F0502020204030204" pitchFamily="34" charset="0"/>
              </a:rPr>
              <a:t>SECTIONAL VIEW – PARALLEL </a:t>
            </a:r>
            <a:r>
              <a:rPr lang="en-US" altLang="en-US" sz="2300">
                <a:latin typeface="Calibri" panose="020F0502020204030204" pitchFamily="34" charset="0"/>
              </a:rPr>
              <a:t>TO</a:t>
            </a:r>
            <a:r>
              <a:rPr lang="en-US" altLang="en-US" sz="2300" b="1">
                <a:latin typeface="Calibri" panose="020F0502020204030204" pitchFamily="34" charset="0"/>
              </a:rPr>
              <a:t> H.P </a:t>
            </a:r>
            <a:r>
              <a:rPr lang="en-US" altLang="en-US" sz="2300">
                <a:latin typeface="Calibri" panose="020F0502020204030204" pitchFamily="34" charset="0"/>
              </a:rPr>
              <a:t>AND</a:t>
            </a:r>
            <a:r>
              <a:rPr lang="en-US" altLang="en-US" sz="2300" b="1">
                <a:latin typeface="Calibri" panose="020F0502020204030204" pitchFamily="34" charset="0"/>
              </a:rPr>
              <a:t> PERPENDICULAR </a:t>
            </a:r>
            <a:r>
              <a:rPr lang="en-US" altLang="en-US" sz="2300">
                <a:latin typeface="Calibri" panose="020F0502020204030204" pitchFamily="34" charset="0"/>
              </a:rPr>
              <a:t>TO</a:t>
            </a:r>
            <a:r>
              <a:rPr lang="en-US" altLang="en-US" sz="2300" b="1">
                <a:latin typeface="Calibri" panose="020F0502020204030204" pitchFamily="34" charset="0"/>
              </a:rPr>
              <a:t> V.P</a:t>
            </a:r>
          </a:p>
        </p:txBody>
      </p:sp>
      <p:sp>
        <p:nvSpPr>
          <p:cNvPr id="37891" name="TextBox 6"/>
          <p:cNvSpPr txBox="1">
            <a:spLocks noChangeArrowheads="1"/>
          </p:cNvSpPr>
          <p:nvPr/>
        </p:nvSpPr>
        <p:spPr bwMode="auto">
          <a:xfrm>
            <a:off x="228600" y="849313"/>
            <a:ext cx="8610600" cy="1154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2300">
                <a:latin typeface="Calibri" panose="020F0502020204030204" pitchFamily="34" charset="0"/>
              </a:rPr>
              <a:t>A cube of 40 mm sideis cut by a horizontal section plane, parallel to H.P at a distance of 15 mm from the top end. Draw the sectional top view and front view</a:t>
            </a:r>
          </a:p>
        </p:txBody>
      </p:sp>
      <p:pic>
        <p:nvPicPr>
          <p:cNvPr id="3789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4088" y="2057400"/>
            <a:ext cx="7351712"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p:cNvSpPr>
            <a:spLocks noChangeArrowheads="1"/>
          </p:cNvSpPr>
          <p:nvPr/>
        </p:nvSpPr>
        <p:spPr bwMode="auto">
          <a:xfrm>
            <a:off x="1600200" y="228600"/>
            <a:ext cx="5656263"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FontTx/>
              <a:buNone/>
            </a:pPr>
            <a:r>
              <a:rPr lang="en-US" altLang="en-US" sz="2400" b="1">
                <a:solidFill>
                  <a:srgbClr val="0000FF"/>
                </a:solidFill>
                <a:latin typeface="Times New Roman" panose="02020603050405020304" pitchFamily="18" charset="0"/>
                <a:cs typeface="Times New Roman" panose="02020603050405020304" pitchFamily="18" charset="0"/>
              </a:rPr>
              <a:t>Perpendicular to H.P.  and parallel to V.P.</a:t>
            </a:r>
          </a:p>
        </p:txBody>
      </p:sp>
      <p:sp>
        <p:nvSpPr>
          <p:cNvPr id="38915" name="Rectangle 5"/>
          <p:cNvSpPr>
            <a:spLocks noChangeArrowheads="1"/>
          </p:cNvSpPr>
          <p:nvPr/>
        </p:nvSpPr>
        <p:spPr bwMode="auto">
          <a:xfrm>
            <a:off x="576263" y="1219200"/>
            <a:ext cx="79248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FontTx/>
              <a:buNone/>
            </a:pPr>
            <a:r>
              <a:rPr lang="en-US" altLang="en-US" sz="1800">
                <a:solidFill>
                  <a:srgbClr val="C00000"/>
                </a:solidFill>
                <a:latin typeface="Times New Roman" panose="02020603050405020304" pitchFamily="18" charset="0"/>
                <a:cs typeface="Times New Roman" panose="02020603050405020304" pitchFamily="18" charset="0"/>
              </a:rPr>
              <a:t>1. A rectangular prism, side of base 40 mm x 25 mm and height 60 mm, rest with its base on H.P. such that one of its larger rectangular faces is parallel to V.P. A section plane perpendicular to H.P. and parallel to V.P. cuts the prism into two equal halves. Draw its top view and sectional front view. </a:t>
            </a:r>
          </a:p>
        </p:txBody>
      </p:sp>
      <p:sp>
        <p:nvSpPr>
          <p:cNvPr id="38916" name="Rectangle 6"/>
          <p:cNvSpPr>
            <a:spLocks noChangeArrowheads="1"/>
          </p:cNvSpPr>
          <p:nvPr/>
        </p:nvSpPr>
        <p:spPr bwMode="auto">
          <a:xfrm>
            <a:off x="576263" y="3276600"/>
            <a:ext cx="7924800" cy="175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FontTx/>
              <a:buNone/>
            </a:pPr>
            <a:r>
              <a:rPr lang="en-US" altLang="en-US" sz="1800">
                <a:solidFill>
                  <a:srgbClr val="C00000"/>
                </a:solidFill>
                <a:latin typeface="Times New Roman" panose="02020603050405020304" pitchFamily="18" charset="0"/>
                <a:cs typeface="Times New Roman" panose="02020603050405020304" pitchFamily="18" charset="0"/>
              </a:rPr>
              <a:t>2. A hexagonal prism, side of base 30 mm and axis 60 mm, rest with its base on H.P. such that one of its  rectangular faces is parallel to V.P. A section plane perpendicular to H.P. and parallel to V.P. cuts the prism a distance of 10 mm from its axis. Draw its top view and sectional front view. </a:t>
            </a:r>
          </a:p>
        </p:txBody>
      </p:sp>
      <p:sp>
        <p:nvSpPr>
          <p:cNvPr id="38917" name="Rectangle 7"/>
          <p:cNvSpPr>
            <a:spLocks noChangeArrowheads="1"/>
          </p:cNvSpPr>
          <p:nvPr/>
        </p:nvSpPr>
        <p:spPr bwMode="auto">
          <a:xfrm>
            <a:off x="1295400" y="5053013"/>
            <a:ext cx="65182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FontTx/>
              <a:buNone/>
            </a:pPr>
            <a:r>
              <a:rPr lang="en-US" altLang="en-US" sz="2400" b="1">
                <a:solidFill>
                  <a:srgbClr val="0000FF"/>
                </a:solidFill>
                <a:latin typeface="Times New Roman" panose="02020603050405020304" pitchFamily="18" charset="0"/>
                <a:cs typeface="Times New Roman" panose="02020603050405020304" pitchFamily="18" charset="0"/>
              </a:rPr>
              <a:t>First try it and solution is given in the next slide.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938"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0" y="990600"/>
            <a:ext cx="3063875" cy="446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939"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612775"/>
            <a:ext cx="3505200" cy="486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0" name="Rectangle 5"/>
          <p:cNvSpPr>
            <a:spLocks noChangeArrowheads="1"/>
          </p:cNvSpPr>
          <p:nvPr/>
        </p:nvSpPr>
        <p:spPr bwMode="auto">
          <a:xfrm>
            <a:off x="1295400" y="5791200"/>
            <a:ext cx="69913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FontTx/>
              <a:buNone/>
            </a:pPr>
            <a:r>
              <a:rPr lang="en-US" altLang="en-US" sz="2400" b="1">
                <a:solidFill>
                  <a:srgbClr val="0000FF"/>
                </a:solidFill>
                <a:latin typeface="Times New Roman" panose="02020603050405020304" pitchFamily="18" charset="0"/>
                <a:cs typeface="Times New Roman" panose="02020603050405020304" pitchFamily="18" charset="0"/>
              </a:rPr>
              <a:t>K. Venugopal :  Engineering Drawing and Graphics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3"/>
          <p:cNvSpPr>
            <a:spLocks noChangeArrowheads="1"/>
          </p:cNvSpPr>
          <p:nvPr/>
        </p:nvSpPr>
        <p:spPr bwMode="auto">
          <a:xfrm>
            <a:off x="1600200" y="228600"/>
            <a:ext cx="565626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FontTx/>
              <a:buNone/>
            </a:pPr>
            <a:r>
              <a:rPr lang="en-US" altLang="en-US" sz="2400" b="1">
                <a:solidFill>
                  <a:srgbClr val="0000FF"/>
                </a:solidFill>
                <a:latin typeface="Times New Roman" panose="02020603050405020304" pitchFamily="18" charset="0"/>
                <a:cs typeface="Times New Roman" panose="02020603050405020304" pitchFamily="18" charset="0"/>
              </a:rPr>
              <a:t>Perpendicular to V.P.  and parallel to H.P.</a:t>
            </a:r>
          </a:p>
        </p:txBody>
      </p:sp>
      <p:sp>
        <p:nvSpPr>
          <p:cNvPr id="40963" name="Rectangle 4"/>
          <p:cNvSpPr>
            <a:spLocks noChangeArrowheads="1"/>
          </p:cNvSpPr>
          <p:nvPr/>
        </p:nvSpPr>
        <p:spPr bwMode="auto">
          <a:xfrm>
            <a:off x="609600" y="874713"/>
            <a:ext cx="7924800" cy="1754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FontTx/>
              <a:buNone/>
            </a:pPr>
            <a:r>
              <a:rPr lang="en-US" altLang="en-US" sz="1800" dirty="0">
                <a:solidFill>
                  <a:srgbClr val="C00000"/>
                </a:solidFill>
                <a:latin typeface="Times New Roman" panose="02020603050405020304" pitchFamily="18" charset="0"/>
                <a:cs typeface="Times New Roman" panose="02020603050405020304" pitchFamily="18" charset="0"/>
              </a:rPr>
              <a:t> A pentagonal pyramid, side of base 30 mm and axis 60 mm, rest with its base on H.P. and one of the edges of its base is perpendicular to V.P. It  is cut by section plane perpendicular to V.P. and parallel to H.P.  and  passing through the axis at a point 35 mm above the base. Draw its top view and sectional front view. </a:t>
            </a:r>
          </a:p>
        </p:txBody>
      </p:sp>
      <p:sp>
        <p:nvSpPr>
          <p:cNvPr id="40964" name="Rectangle 4"/>
          <p:cNvSpPr>
            <a:spLocks noChangeArrowheads="1"/>
          </p:cNvSpPr>
          <p:nvPr/>
        </p:nvSpPr>
        <p:spPr bwMode="auto">
          <a:xfrm>
            <a:off x="631825" y="3505200"/>
            <a:ext cx="7924800" cy="1338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FontTx/>
              <a:buNone/>
            </a:pPr>
            <a:r>
              <a:rPr lang="en-US" altLang="en-US" sz="1800" dirty="0">
                <a:solidFill>
                  <a:srgbClr val="C00000"/>
                </a:solidFill>
                <a:latin typeface="Times New Roman" panose="02020603050405020304" pitchFamily="18" charset="0"/>
                <a:cs typeface="Times New Roman" panose="02020603050405020304" pitchFamily="18" charset="0"/>
              </a:rPr>
              <a:t> A cone of base 50 mm diameter and axis 65 mm long, lies on H.P. on one of its generators with its axis parallel to V.P.  A horizontal sectional plane bisects the axis of the cone. Draw its top view and sectional front view. </a:t>
            </a:r>
          </a:p>
        </p:txBody>
      </p:sp>
      <p:sp>
        <p:nvSpPr>
          <p:cNvPr id="40965" name="Rectangle 7"/>
          <p:cNvSpPr>
            <a:spLocks noChangeArrowheads="1"/>
          </p:cNvSpPr>
          <p:nvPr/>
        </p:nvSpPr>
        <p:spPr bwMode="auto">
          <a:xfrm>
            <a:off x="1169988" y="5397500"/>
            <a:ext cx="6516687"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lnSpc>
                <a:spcPct val="150000"/>
              </a:lnSpc>
              <a:spcBef>
                <a:spcPct val="0"/>
              </a:spcBef>
              <a:buFontTx/>
              <a:buNone/>
            </a:pPr>
            <a:r>
              <a:rPr lang="en-US" altLang="en-US" sz="2400" b="1">
                <a:solidFill>
                  <a:srgbClr val="0000FF"/>
                </a:solidFill>
                <a:latin typeface="Times New Roman" panose="02020603050405020304" pitchFamily="18" charset="0"/>
                <a:cs typeface="Times New Roman" panose="02020603050405020304" pitchFamily="18" charset="0"/>
              </a:rPr>
              <a:t>First try it and solution is given in the next slide.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986" name="Picture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524000"/>
            <a:ext cx="2819400" cy="450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987" name="Picture 1"/>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52800" y="1676400"/>
            <a:ext cx="5310188" cy="387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2400" y="2149475"/>
            <a:ext cx="4800600" cy="455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1524000" y="2606675"/>
            <a:ext cx="1371600" cy="1828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 name="Rectangle 3"/>
          <p:cNvSpPr/>
          <p:nvPr/>
        </p:nvSpPr>
        <p:spPr>
          <a:xfrm rot="1665520">
            <a:off x="1709738" y="5164138"/>
            <a:ext cx="1000125" cy="990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pSp>
        <p:nvGrpSpPr>
          <p:cNvPr id="5" name="Group 7"/>
          <p:cNvGrpSpPr>
            <a:grpSpLocks/>
          </p:cNvGrpSpPr>
          <p:nvPr/>
        </p:nvGrpSpPr>
        <p:grpSpPr bwMode="auto">
          <a:xfrm>
            <a:off x="1219200" y="2149475"/>
            <a:ext cx="1646238" cy="2743200"/>
            <a:chOff x="5257800" y="990600"/>
            <a:chExt cx="1678651" cy="1679575"/>
          </a:xfrm>
        </p:grpSpPr>
        <p:sp>
          <p:nvSpPr>
            <p:cNvPr id="43072" name="Line 40"/>
            <p:cNvSpPr>
              <a:spLocks noChangeShapeType="1"/>
            </p:cNvSpPr>
            <p:nvPr/>
          </p:nvSpPr>
          <p:spPr bwMode="auto">
            <a:xfrm flipV="1">
              <a:off x="5257800" y="1143000"/>
              <a:ext cx="1530350" cy="1527175"/>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en-IN"/>
            </a:p>
          </p:txBody>
        </p:sp>
        <p:sp>
          <p:nvSpPr>
            <p:cNvPr id="43073" name="Line 41"/>
            <p:cNvSpPr>
              <a:spLocks noChangeShapeType="1"/>
            </p:cNvSpPr>
            <p:nvPr/>
          </p:nvSpPr>
          <p:spPr bwMode="auto">
            <a:xfrm flipV="1">
              <a:off x="5276850" y="2463800"/>
              <a:ext cx="185737" cy="1905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43074" name="Line 41"/>
            <p:cNvSpPr>
              <a:spLocks noChangeShapeType="1"/>
            </p:cNvSpPr>
            <p:nvPr/>
          </p:nvSpPr>
          <p:spPr bwMode="auto">
            <a:xfrm flipV="1">
              <a:off x="6750714" y="990600"/>
              <a:ext cx="185737" cy="1905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grpSp>
      <p:cxnSp>
        <p:nvCxnSpPr>
          <p:cNvPr id="10" name="Straight Connector 9"/>
          <p:cNvCxnSpPr/>
          <p:nvPr/>
        </p:nvCxnSpPr>
        <p:spPr>
          <a:xfrm rot="5400000" flipH="1" flipV="1">
            <a:off x="1066801" y="3521075"/>
            <a:ext cx="1828800" cy="3175"/>
          </a:xfrm>
          <a:prstGeom prst="line">
            <a:avLst/>
          </a:prstGeom>
          <a:ln w="2540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rot="5400000" flipH="1" flipV="1">
            <a:off x="1448594" y="3520281"/>
            <a:ext cx="1828800" cy="1588"/>
          </a:xfrm>
          <a:prstGeom prst="line">
            <a:avLst/>
          </a:prstGeom>
          <a:ln w="25400">
            <a:solidFill>
              <a:srgbClr val="FF0000"/>
            </a:solidFill>
            <a:prstDash val="solid"/>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endCxn id="4" idx="3"/>
          </p:cNvCxnSpPr>
          <p:nvPr/>
        </p:nvCxnSpPr>
        <p:spPr>
          <a:xfrm rot="16200000" flipH="1">
            <a:off x="978694" y="4218781"/>
            <a:ext cx="3284538" cy="60325"/>
          </a:xfrm>
          <a:prstGeom prst="line">
            <a:avLst/>
          </a:prstGeom>
          <a:ln/>
        </p:spPr>
        <p:style>
          <a:lnRef idx="1">
            <a:schemeClr val="dk1"/>
          </a:lnRef>
          <a:fillRef idx="0">
            <a:schemeClr val="dk1"/>
          </a:fillRef>
          <a:effectRef idx="0">
            <a:schemeClr val="dk1"/>
          </a:effectRef>
          <a:fontRef idx="minor">
            <a:schemeClr val="tx1"/>
          </a:fontRef>
        </p:style>
      </p:cxnSp>
      <p:sp>
        <p:nvSpPr>
          <p:cNvPr id="43017" name="TextBox 13"/>
          <p:cNvSpPr txBox="1">
            <a:spLocks noChangeArrowheads="1"/>
          </p:cNvSpPr>
          <p:nvPr/>
        </p:nvSpPr>
        <p:spPr bwMode="auto">
          <a:xfrm>
            <a:off x="1066800" y="5654675"/>
            <a:ext cx="457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latin typeface="Arial" panose="020B0604020202020204" pitchFamily="34" charset="0"/>
              </a:rPr>
              <a:t>a(p)</a:t>
            </a:r>
          </a:p>
        </p:txBody>
      </p:sp>
      <p:sp>
        <p:nvSpPr>
          <p:cNvPr id="43018" name="TextBox 14"/>
          <p:cNvSpPr txBox="1">
            <a:spLocks noChangeArrowheads="1"/>
          </p:cNvSpPr>
          <p:nvPr/>
        </p:nvSpPr>
        <p:spPr bwMode="auto">
          <a:xfrm>
            <a:off x="1905000" y="4664075"/>
            <a:ext cx="457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latin typeface="Arial" panose="020B0604020202020204" pitchFamily="34" charset="0"/>
              </a:rPr>
              <a:t>d(s)</a:t>
            </a:r>
          </a:p>
        </p:txBody>
      </p:sp>
      <p:sp>
        <p:nvSpPr>
          <p:cNvPr id="43019" name="TextBox 15"/>
          <p:cNvSpPr txBox="1">
            <a:spLocks noChangeArrowheads="1"/>
          </p:cNvSpPr>
          <p:nvPr/>
        </p:nvSpPr>
        <p:spPr bwMode="auto">
          <a:xfrm>
            <a:off x="2133600" y="6416675"/>
            <a:ext cx="457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latin typeface="Arial" panose="020B0604020202020204" pitchFamily="34" charset="0"/>
              </a:rPr>
              <a:t>b(q)</a:t>
            </a:r>
          </a:p>
        </p:txBody>
      </p:sp>
      <p:sp>
        <p:nvSpPr>
          <p:cNvPr id="43020" name="TextBox 16"/>
          <p:cNvSpPr txBox="1">
            <a:spLocks noChangeArrowheads="1"/>
          </p:cNvSpPr>
          <p:nvPr/>
        </p:nvSpPr>
        <p:spPr bwMode="auto">
          <a:xfrm>
            <a:off x="2895600" y="5349875"/>
            <a:ext cx="457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latin typeface="Arial" panose="020B0604020202020204" pitchFamily="34" charset="0"/>
              </a:rPr>
              <a:t>c(r)</a:t>
            </a:r>
          </a:p>
        </p:txBody>
      </p:sp>
      <p:sp>
        <p:nvSpPr>
          <p:cNvPr id="43021" name="TextBox 17"/>
          <p:cNvSpPr txBox="1">
            <a:spLocks noChangeArrowheads="1"/>
          </p:cNvSpPr>
          <p:nvPr/>
        </p:nvSpPr>
        <p:spPr bwMode="auto">
          <a:xfrm>
            <a:off x="1219200" y="2406650"/>
            <a:ext cx="381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latin typeface="Arial" panose="020B0604020202020204" pitchFamily="34" charset="0"/>
              </a:rPr>
              <a:t>a’</a:t>
            </a:r>
          </a:p>
        </p:txBody>
      </p:sp>
      <p:sp>
        <p:nvSpPr>
          <p:cNvPr id="43022" name="TextBox 18"/>
          <p:cNvSpPr txBox="1">
            <a:spLocks noChangeArrowheads="1"/>
          </p:cNvSpPr>
          <p:nvPr/>
        </p:nvSpPr>
        <p:spPr bwMode="auto">
          <a:xfrm>
            <a:off x="2895600" y="2406650"/>
            <a:ext cx="457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latin typeface="Arial" panose="020B0604020202020204" pitchFamily="34" charset="0"/>
              </a:rPr>
              <a:t>c’</a:t>
            </a:r>
          </a:p>
        </p:txBody>
      </p:sp>
      <p:sp>
        <p:nvSpPr>
          <p:cNvPr id="43023" name="TextBox 19"/>
          <p:cNvSpPr txBox="1">
            <a:spLocks noChangeArrowheads="1"/>
          </p:cNvSpPr>
          <p:nvPr/>
        </p:nvSpPr>
        <p:spPr bwMode="auto">
          <a:xfrm>
            <a:off x="2209800" y="2378075"/>
            <a:ext cx="3810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latin typeface="Arial" panose="020B0604020202020204" pitchFamily="34" charset="0"/>
              </a:rPr>
              <a:t>b’</a:t>
            </a:r>
          </a:p>
        </p:txBody>
      </p:sp>
      <p:sp>
        <p:nvSpPr>
          <p:cNvPr id="43024" name="TextBox 20"/>
          <p:cNvSpPr txBox="1">
            <a:spLocks noChangeArrowheads="1"/>
          </p:cNvSpPr>
          <p:nvPr/>
        </p:nvSpPr>
        <p:spPr bwMode="auto">
          <a:xfrm>
            <a:off x="1752600" y="2378075"/>
            <a:ext cx="4572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200">
                <a:latin typeface="Arial" panose="020B0604020202020204" pitchFamily="34" charset="0"/>
              </a:rPr>
              <a:t>d’</a:t>
            </a:r>
          </a:p>
        </p:txBody>
      </p:sp>
      <p:cxnSp>
        <p:nvCxnSpPr>
          <p:cNvPr id="23" name="Straight Connector 22"/>
          <p:cNvCxnSpPr>
            <a:stCxn id="43022" idx="1"/>
          </p:cNvCxnSpPr>
          <p:nvPr/>
        </p:nvCxnSpPr>
        <p:spPr>
          <a:xfrm rot="10800000" flipV="1">
            <a:off x="2895600" y="2544763"/>
            <a:ext cx="1588" cy="189071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1525588" y="4435475"/>
            <a:ext cx="1370012"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p:nvPr/>
        </p:nvCxnSpPr>
        <p:spPr>
          <a:xfrm>
            <a:off x="2590800" y="2606675"/>
            <a:ext cx="38100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p:nvPr/>
        </p:nvCxnSpPr>
        <p:spPr>
          <a:xfrm rot="5400000">
            <a:off x="1677194" y="3748881"/>
            <a:ext cx="1371600"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endCxn id="50" idx="3"/>
          </p:cNvCxnSpPr>
          <p:nvPr/>
        </p:nvCxnSpPr>
        <p:spPr>
          <a:xfrm rot="16200000" flipH="1">
            <a:off x="742157" y="4685506"/>
            <a:ext cx="3271838" cy="28575"/>
          </a:xfrm>
          <a:prstGeom prst="line">
            <a:avLst/>
          </a:prstGeom>
          <a:ln/>
        </p:spPr>
        <p:style>
          <a:lnRef idx="1">
            <a:schemeClr val="dk1"/>
          </a:lnRef>
          <a:fillRef idx="0">
            <a:schemeClr val="dk1"/>
          </a:fillRef>
          <a:effectRef idx="0">
            <a:schemeClr val="dk1"/>
          </a:effectRef>
          <a:fontRef idx="minor">
            <a:schemeClr val="tx1"/>
          </a:fontRef>
        </p:style>
      </p:cxnSp>
      <p:cxnSp>
        <p:nvCxnSpPr>
          <p:cNvPr id="35" name="Straight Connector 34"/>
          <p:cNvCxnSpPr/>
          <p:nvPr/>
        </p:nvCxnSpPr>
        <p:spPr>
          <a:xfrm rot="5400000">
            <a:off x="1334294" y="4320381"/>
            <a:ext cx="1295400" cy="1588"/>
          </a:xfrm>
          <a:prstGeom prst="line">
            <a:avLst/>
          </a:prstGeom>
          <a:ln/>
        </p:spPr>
        <p:style>
          <a:lnRef idx="1">
            <a:schemeClr val="dk1"/>
          </a:lnRef>
          <a:fillRef idx="0">
            <a:schemeClr val="dk1"/>
          </a:fillRef>
          <a:effectRef idx="0">
            <a:schemeClr val="dk1"/>
          </a:effectRef>
          <a:fontRef idx="minor">
            <a:schemeClr val="tx1"/>
          </a:fontRef>
        </p:style>
      </p:cxnSp>
      <p:cxnSp>
        <p:nvCxnSpPr>
          <p:cNvPr id="38" name="Straight Connector 37"/>
          <p:cNvCxnSpPr>
            <a:endCxn id="48" idx="2"/>
          </p:cNvCxnSpPr>
          <p:nvPr/>
        </p:nvCxnSpPr>
        <p:spPr>
          <a:xfrm rot="5400000">
            <a:off x="817562" y="5141913"/>
            <a:ext cx="1414463" cy="1588"/>
          </a:xfrm>
          <a:prstGeom prst="line">
            <a:avLst/>
          </a:prstGeom>
          <a:ln/>
        </p:spPr>
        <p:style>
          <a:lnRef idx="1">
            <a:schemeClr val="dk1"/>
          </a:lnRef>
          <a:fillRef idx="0">
            <a:schemeClr val="dk1"/>
          </a:fillRef>
          <a:effectRef idx="0">
            <a:schemeClr val="dk1"/>
          </a:effectRef>
          <a:fontRef idx="minor">
            <a:schemeClr val="tx1"/>
          </a:fontRef>
        </p:style>
      </p:cxnSp>
      <p:sp>
        <p:nvSpPr>
          <p:cNvPr id="40" name="TextBox 39"/>
          <p:cNvSpPr txBox="1">
            <a:spLocks noChangeArrowheads="1"/>
          </p:cNvSpPr>
          <p:nvPr/>
        </p:nvSpPr>
        <p:spPr bwMode="auto">
          <a:xfrm>
            <a:off x="2667000" y="5121275"/>
            <a:ext cx="2286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100">
                <a:latin typeface="Arial" panose="020B0604020202020204" pitchFamily="34" charset="0"/>
              </a:rPr>
              <a:t>1</a:t>
            </a:r>
          </a:p>
        </p:txBody>
      </p:sp>
      <p:sp>
        <p:nvSpPr>
          <p:cNvPr id="41" name="TextBox 40"/>
          <p:cNvSpPr txBox="1">
            <a:spLocks noChangeArrowheads="1"/>
          </p:cNvSpPr>
          <p:nvPr/>
        </p:nvSpPr>
        <p:spPr bwMode="auto">
          <a:xfrm>
            <a:off x="2667000" y="5883275"/>
            <a:ext cx="2286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100">
                <a:latin typeface="Arial" panose="020B0604020202020204" pitchFamily="34" charset="0"/>
              </a:rPr>
              <a:t>2</a:t>
            </a:r>
          </a:p>
        </p:txBody>
      </p:sp>
      <p:sp>
        <p:nvSpPr>
          <p:cNvPr id="42" name="TextBox 41"/>
          <p:cNvSpPr txBox="1">
            <a:spLocks noChangeArrowheads="1"/>
          </p:cNvSpPr>
          <p:nvPr/>
        </p:nvSpPr>
        <p:spPr bwMode="auto">
          <a:xfrm>
            <a:off x="1676400" y="4816475"/>
            <a:ext cx="2286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100">
                <a:latin typeface="Arial" panose="020B0604020202020204" pitchFamily="34" charset="0"/>
              </a:rPr>
              <a:t>5</a:t>
            </a:r>
          </a:p>
        </p:txBody>
      </p:sp>
      <p:sp>
        <p:nvSpPr>
          <p:cNvPr id="43" name="TextBox 42"/>
          <p:cNvSpPr txBox="1">
            <a:spLocks noChangeArrowheads="1"/>
          </p:cNvSpPr>
          <p:nvPr/>
        </p:nvSpPr>
        <p:spPr bwMode="auto">
          <a:xfrm>
            <a:off x="1371600" y="5883275"/>
            <a:ext cx="2286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100">
                <a:latin typeface="Arial" panose="020B0604020202020204" pitchFamily="34" charset="0"/>
              </a:rPr>
              <a:t>4</a:t>
            </a:r>
          </a:p>
        </p:txBody>
      </p:sp>
      <p:sp>
        <p:nvSpPr>
          <p:cNvPr id="44" name="TextBox 43"/>
          <p:cNvSpPr txBox="1">
            <a:spLocks noChangeArrowheads="1"/>
          </p:cNvSpPr>
          <p:nvPr/>
        </p:nvSpPr>
        <p:spPr bwMode="auto">
          <a:xfrm>
            <a:off x="2057400" y="6264275"/>
            <a:ext cx="2286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100">
                <a:latin typeface="Arial" panose="020B0604020202020204" pitchFamily="34" charset="0"/>
              </a:rPr>
              <a:t>3</a:t>
            </a:r>
          </a:p>
        </p:txBody>
      </p:sp>
      <p:sp>
        <p:nvSpPr>
          <p:cNvPr id="45" name="Oval 44"/>
          <p:cNvSpPr>
            <a:spLocks noChangeAspect="1"/>
          </p:cNvSpPr>
          <p:nvPr/>
        </p:nvSpPr>
        <p:spPr>
          <a:xfrm>
            <a:off x="2624138" y="5307013"/>
            <a:ext cx="46037" cy="4603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6" name="Oval 45"/>
          <p:cNvSpPr>
            <a:spLocks noChangeAspect="1"/>
          </p:cNvSpPr>
          <p:nvPr/>
        </p:nvSpPr>
        <p:spPr>
          <a:xfrm>
            <a:off x="2636838" y="5867400"/>
            <a:ext cx="46037" cy="4445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7" name="Oval 46"/>
          <p:cNvSpPr>
            <a:spLocks noChangeAspect="1"/>
          </p:cNvSpPr>
          <p:nvPr/>
        </p:nvSpPr>
        <p:spPr>
          <a:xfrm>
            <a:off x="2819400" y="5426075"/>
            <a:ext cx="46038" cy="460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8" name="Oval 47"/>
          <p:cNvSpPr>
            <a:spLocks noChangeAspect="1"/>
          </p:cNvSpPr>
          <p:nvPr/>
        </p:nvSpPr>
        <p:spPr>
          <a:xfrm>
            <a:off x="1524000" y="5827713"/>
            <a:ext cx="46038" cy="4445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49" name="Oval 48"/>
          <p:cNvSpPr>
            <a:spLocks noChangeAspect="1"/>
          </p:cNvSpPr>
          <p:nvPr/>
        </p:nvSpPr>
        <p:spPr>
          <a:xfrm>
            <a:off x="1981200" y="4968875"/>
            <a:ext cx="46038" cy="46038"/>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0" name="Oval 49"/>
          <p:cNvSpPr>
            <a:spLocks noChangeAspect="1"/>
          </p:cNvSpPr>
          <p:nvPr/>
        </p:nvSpPr>
        <p:spPr>
          <a:xfrm>
            <a:off x="2386013" y="6297613"/>
            <a:ext cx="44450" cy="46037"/>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cxnSp>
        <p:nvCxnSpPr>
          <p:cNvPr id="58" name="Straight Connector 57"/>
          <p:cNvCxnSpPr>
            <a:endCxn id="43020" idx="1"/>
          </p:cNvCxnSpPr>
          <p:nvPr/>
        </p:nvCxnSpPr>
        <p:spPr>
          <a:xfrm rot="5400000">
            <a:off x="2331245" y="4923631"/>
            <a:ext cx="1128712" cy="3175"/>
          </a:xfrm>
          <a:prstGeom prst="line">
            <a:avLst/>
          </a:prstGeom>
          <a:ln/>
        </p:spPr>
        <p:style>
          <a:lnRef idx="1">
            <a:schemeClr val="dk1"/>
          </a:lnRef>
          <a:fillRef idx="0">
            <a:schemeClr val="dk1"/>
          </a:fillRef>
          <a:effectRef idx="0">
            <a:schemeClr val="dk1"/>
          </a:effectRef>
          <a:fontRef idx="minor">
            <a:schemeClr val="tx1"/>
          </a:fontRef>
        </p:style>
      </p:cxnSp>
      <p:cxnSp>
        <p:nvCxnSpPr>
          <p:cNvPr id="60" name="Straight Connector 59"/>
          <p:cNvCxnSpPr>
            <a:stCxn id="49" idx="1"/>
            <a:endCxn id="43020" idx="1"/>
          </p:cNvCxnSpPr>
          <p:nvPr/>
        </p:nvCxnSpPr>
        <p:spPr>
          <a:xfrm rot="16200000" flipH="1">
            <a:off x="2185193" y="4777582"/>
            <a:ext cx="512763" cy="9080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a:endCxn id="50" idx="4"/>
          </p:cNvCxnSpPr>
          <p:nvPr/>
        </p:nvCxnSpPr>
        <p:spPr>
          <a:xfrm flipH="1">
            <a:off x="2408238" y="5500688"/>
            <a:ext cx="441325" cy="84296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p:nvPr/>
        </p:nvCxnSpPr>
        <p:spPr>
          <a:xfrm rot="16200000" flipH="1">
            <a:off x="1727994" y="5652294"/>
            <a:ext cx="512762" cy="90805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p:nvPr/>
        </p:nvCxnSpPr>
        <p:spPr>
          <a:xfrm rot="10800000" flipV="1">
            <a:off x="1524000" y="5011738"/>
            <a:ext cx="487363" cy="8540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Straight Connector 65"/>
          <p:cNvCxnSpPr>
            <a:stCxn id="45" idx="5"/>
            <a:endCxn id="46" idx="4"/>
          </p:cNvCxnSpPr>
          <p:nvPr/>
        </p:nvCxnSpPr>
        <p:spPr>
          <a:xfrm rot="5400000">
            <a:off x="2378075" y="5627688"/>
            <a:ext cx="566737" cy="1588"/>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p:nvPr/>
        </p:nvCxnSpPr>
        <p:spPr>
          <a:xfrm flipV="1">
            <a:off x="1935163" y="5102225"/>
            <a:ext cx="228600" cy="76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p:nvPr/>
        </p:nvCxnSpPr>
        <p:spPr>
          <a:xfrm flipV="1">
            <a:off x="1854200" y="5184775"/>
            <a:ext cx="457200" cy="1524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p:nvPr/>
        </p:nvCxnSpPr>
        <p:spPr>
          <a:xfrm flipV="1">
            <a:off x="1752600" y="5273675"/>
            <a:ext cx="685800" cy="2286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p:nvPr/>
        </p:nvCxnSpPr>
        <p:spPr>
          <a:xfrm flipV="1">
            <a:off x="1600200" y="5349875"/>
            <a:ext cx="990600" cy="381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p:nvPr/>
        </p:nvCxnSpPr>
        <p:spPr>
          <a:xfrm flipV="1">
            <a:off x="1646238" y="5489575"/>
            <a:ext cx="990600" cy="3810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flipV="1">
            <a:off x="1752600" y="5654675"/>
            <a:ext cx="914400" cy="34131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flipV="1">
            <a:off x="1941513" y="5849938"/>
            <a:ext cx="685800" cy="2286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flipV="1">
            <a:off x="2120900" y="6005513"/>
            <a:ext cx="457200" cy="1524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flipV="1">
            <a:off x="2273300" y="6162675"/>
            <a:ext cx="228600" cy="762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3058" name="TextBox 52"/>
          <p:cNvSpPr txBox="1">
            <a:spLocks noChangeArrowheads="1"/>
          </p:cNvSpPr>
          <p:nvPr/>
        </p:nvSpPr>
        <p:spPr bwMode="auto">
          <a:xfrm>
            <a:off x="152400" y="495300"/>
            <a:ext cx="8991600" cy="163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a:solidFill>
                  <a:srgbClr val="0000CC"/>
                </a:solidFill>
                <a:latin typeface="Arial" panose="020B0604020202020204" pitchFamily="34" charset="0"/>
              </a:rPr>
              <a:t>A Square prism, side of base 30 mm and axis 60 mm long, rests with its base on H.P. and one of its rectangular faces is inclined at 30</a:t>
            </a:r>
            <a:r>
              <a:rPr lang="en-US" altLang="en-US" sz="2000" baseline="30000">
                <a:solidFill>
                  <a:srgbClr val="0000CC"/>
                </a:solidFill>
                <a:latin typeface="Arial" panose="020B0604020202020204" pitchFamily="34" charset="0"/>
              </a:rPr>
              <a:t>o</a:t>
            </a:r>
            <a:r>
              <a:rPr lang="en-US" altLang="en-US" sz="2000">
                <a:solidFill>
                  <a:srgbClr val="0000CC"/>
                </a:solidFill>
                <a:latin typeface="Arial" panose="020B0604020202020204" pitchFamily="34" charset="0"/>
              </a:rPr>
              <a:t> to VP. A section</a:t>
            </a:r>
          </a:p>
          <a:p>
            <a:pPr eaLnBrk="1" hangingPunct="1">
              <a:spcBef>
                <a:spcPct val="0"/>
              </a:spcBef>
              <a:buFontTx/>
              <a:buNone/>
            </a:pPr>
            <a:r>
              <a:rPr lang="en-US" altLang="en-US" sz="2000">
                <a:solidFill>
                  <a:srgbClr val="0000CC"/>
                </a:solidFill>
                <a:latin typeface="Arial" panose="020B0604020202020204" pitchFamily="34" charset="0"/>
              </a:rPr>
              <a:t>Plane perpendicular to V.P. and inclined at 60</a:t>
            </a:r>
            <a:r>
              <a:rPr lang="en-US" altLang="en-US" sz="2000" baseline="30000">
                <a:solidFill>
                  <a:srgbClr val="0000CC"/>
                </a:solidFill>
                <a:latin typeface="Arial" panose="020B0604020202020204" pitchFamily="34" charset="0"/>
              </a:rPr>
              <a:t>o</a:t>
            </a:r>
            <a:r>
              <a:rPr lang="en-US" altLang="en-US" sz="2000">
                <a:solidFill>
                  <a:srgbClr val="0000CC"/>
                </a:solidFill>
                <a:latin typeface="Arial" panose="020B0604020202020204" pitchFamily="34" charset="0"/>
              </a:rPr>
              <a:t> to H.P. cuts the axis of the prism at a point 20 mm from its top end. Draw the sectional top view and true shape of the section</a:t>
            </a:r>
          </a:p>
        </p:txBody>
      </p:sp>
      <p:cxnSp>
        <p:nvCxnSpPr>
          <p:cNvPr id="55" name="Straight Connector 54"/>
          <p:cNvCxnSpPr/>
          <p:nvPr/>
        </p:nvCxnSpPr>
        <p:spPr>
          <a:xfrm>
            <a:off x="533400" y="4435475"/>
            <a:ext cx="3200400" cy="0"/>
          </a:xfrm>
          <a:prstGeom prst="line">
            <a:avLst/>
          </a:prstGeom>
        </p:spPr>
        <p:style>
          <a:lnRef idx="1">
            <a:schemeClr val="dk1"/>
          </a:lnRef>
          <a:fillRef idx="0">
            <a:schemeClr val="dk1"/>
          </a:fillRef>
          <a:effectRef idx="0">
            <a:schemeClr val="dk1"/>
          </a:effectRef>
          <a:fontRef idx="minor">
            <a:schemeClr val="tx1"/>
          </a:fontRef>
        </p:style>
      </p:cxnSp>
      <p:grpSp>
        <p:nvGrpSpPr>
          <p:cNvPr id="43060" name="Group 56"/>
          <p:cNvGrpSpPr>
            <a:grpSpLocks/>
          </p:cNvGrpSpPr>
          <p:nvPr/>
        </p:nvGrpSpPr>
        <p:grpSpPr bwMode="auto">
          <a:xfrm>
            <a:off x="2057400" y="5486400"/>
            <a:ext cx="304800" cy="304800"/>
            <a:chOff x="4800600" y="2286000"/>
            <a:chExt cx="304800" cy="304800"/>
          </a:xfrm>
        </p:grpSpPr>
        <p:cxnSp>
          <p:nvCxnSpPr>
            <p:cNvPr id="59" name="Straight Connector 58"/>
            <p:cNvCxnSpPr/>
            <p:nvPr/>
          </p:nvCxnSpPr>
          <p:spPr>
            <a:xfrm>
              <a:off x="4953000" y="2286000"/>
              <a:ext cx="0" cy="30480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4800600" y="2438400"/>
              <a:ext cx="304800" cy="0"/>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7" name="Straight Connector 6"/>
          <p:cNvCxnSpPr>
            <a:stCxn id="49" idx="7"/>
            <a:endCxn id="50" idx="0"/>
          </p:cNvCxnSpPr>
          <p:nvPr/>
        </p:nvCxnSpPr>
        <p:spPr>
          <a:xfrm>
            <a:off x="2020888" y="4975225"/>
            <a:ext cx="387350" cy="1322388"/>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p:cNvCxnSpPr>
            <a:stCxn id="48" idx="1"/>
            <a:endCxn id="47" idx="5"/>
          </p:cNvCxnSpPr>
          <p:nvPr/>
        </p:nvCxnSpPr>
        <p:spPr>
          <a:xfrm flipV="1">
            <a:off x="1530350" y="5465763"/>
            <a:ext cx="1328738" cy="368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endCxn id="3" idx="2"/>
          </p:cNvCxnSpPr>
          <p:nvPr/>
        </p:nvCxnSpPr>
        <p:spPr>
          <a:xfrm flipV="1">
            <a:off x="2209800" y="4435475"/>
            <a:ext cx="0" cy="1219200"/>
          </a:xfrm>
          <a:prstGeom prst="line">
            <a:avLst/>
          </a:prstGeom>
        </p:spPr>
        <p:style>
          <a:lnRef idx="1">
            <a:schemeClr val="dk1"/>
          </a:lnRef>
          <a:fillRef idx="0">
            <a:schemeClr val="dk1"/>
          </a:fillRef>
          <a:effectRef idx="0">
            <a:schemeClr val="dk1"/>
          </a:effectRef>
          <a:fontRef idx="minor">
            <a:schemeClr val="tx1"/>
          </a:fontRef>
        </p:style>
      </p:cxnSp>
      <p:cxnSp>
        <p:nvCxnSpPr>
          <p:cNvPr id="18" name="Straight Connector 17"/>
          <p:cNvCxnSpPr>
            <a:stCxn id="3" idx="2"/>
          </p:cNvCxnSpPr>
          <p:nvPr/>
        </p:nvCxnSpPr>
        <p:spPr>
          <a:xfrm flipV="1">
            <a:off x="2209800" y="2654300"/>
            <a:ext cx="0" cy="1781175"/>
          </a:xfrm>
          <a:prstGeom prst="line">
            <a:avLst/>
          </a:prstGeom>
          <a:ln>
            <a:prstDash val="dashDot"/>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914400" y="3228975"/>
            <a:ext cx="1447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flipH="1">
            <a:off x="914400" y="2605088"/>
            <a:ext cx="685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flipV="1">
            <a:off x="1371600" y="2605088"/>
            <a:ext cx="0" cy="623887"/>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1111858" y="2790549"/>
            <a:ext cx="369332" cy="249427"/>
          </a:xfrm>
          <a:prstGeom prst="rect">
            <a:avLst/>
          </a:prstGeom>
          <a:noFill/>
        </p:spPr>
        <p:txBody>
          <a:bodyPr vert="vert270" wrap="none">
            <a:spAutoFit/>
          </a:bodyPr>
          <a:lstStyle/>
          <a:p>
            <a:pPr eaLnBrk="1" fontAlgn="auto" hangingPunct="1">
              <a:spcBef>
                <a:spcPts val="0"/>
              </a:spcBef>
              <a:spcAft>
                <a:spcPts val="0"/>
              </a:spcAft>
              <a:defRPr/>
            </a:pPr>
            <a:r>
              <a:rPr lang="en-US" sz="1200" dirty="0">
                <a:latin typeface="+mn-lt"/>
              </a:rPr>
              <a:t>20</a:t>
            </a:r>
          </a:p>
        </p:txBody>
      </p:sp>
      <p:sp>
        <p:nvSpPr>
          <p:cNvPr id="43069" name="Rectangle 66"/>
          <p:cNvSpPr>
            <a:spLocks noChangeArrowheads="1"/>
          </p:cNvSpPr>
          <p:nvPr/>
        </p:nvSpPr>
        <p:spPr bwMode="auto">
          <a:xfrm>
            <a:off x="1676400" y="0"/>
            <a:ext cx="569118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50000"/>
              </a:lnSpc>
              <a:spcBef>
                <a:spcPct val="0"/>
              </a:spcBef>
              <a:buFontTx/>
              <a:buNone/>
            </a:pPr>
            <a:r>
              <a:rPr lang="en-US" altLang="en-US" sz="2400" b="1">
                <a:solidFill>
                  <a:srgbClr val="0000FF"/>
                </a:solidFill>
                <a:latin typeface="Times New Roman" panose="02020603050405020304" pitchFamily="18" charset="0"/>
                <a:cs typeface="Times New Roman" panose="02020603050405020304" pitchFamily="18" charset="0"/>
              </a:rPr>
              <a:t>Perpendicular to V.P.  and inclined to H.P.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3" presetClass="entr" presetSubtype="10" fill="hold" nodeType="withEffect">
                                  <p:stCondLst>
                                    <p:cond delay="0"/>
                                  </p:stCondLst>
                                  <p:childTnLst>
                                    <p:set>
                                      <p:cBhvr>
                                        <p:cTn id="6" dur="1" fill="hold">
                                          <p:stCondLst>
                                            <p:cond delay="0"/>
                                          </p:stCondLst>
                                        </p:cTn>
                                        <p:tgtEl>
                                          <p:spTgt spid="34"/>
                                        </p:tgtEl>
                                        <p:attrNameLst>
                                          <p:attrName>style.visibility</p:attrName>
                                        </p:attrNameLst>
                                      </p:cBhvr>
                                      <p:to>
                                        <p:strVal val="visible"/>
                                      </p:to>
                                    </p:set>
                                    <p:animEffect transition="in" filter="blinds(horizontal)">
                                      <p:cBhvr>
                                        <p:cTn id="7" dur="500"/>
                                        <p:tgtEl>
                                          <p:spTgt spid="34"/>
                                        </p:tgtEl>
                                      </p:cBhvr>
                                    </p:animEffect>
                                  </p:childTnLst>
                                </p:cTn>
                              </p:par>
                              <p:par>
                                <p:cTn id="8" presetID="3" presetClass="entr" presetSubtype="10" fill="hold" nodeType="withEffect">
                                  <p:stCondLst>
                                    <p:cond delay="0"/>
                                  </p:stCondLst>
                                  <p:childTnLst>
                                    <p:set>
                                      <p:cBhvr>
                                        <p:cTn id="9" dur="1" fill="hold">
                                          <p:stCondLst>
                                            <p:cond delay="0"/>
                                          </p:stCondLst>
                                        </p:cTn>
                                        <p:tgtEl>
                                          <p:spTgt spid="38"/>
                                        </p:tgtEl>
                                        <p:attrNameLst>
                                          <p:attrName>style.visibility</p:attrName>
                                        </p:attrNameLst>
                                      </p:cBhvr>
                                      <p:to>
                                        <p:strVal val="visible"/>
                                      </p:to>
                                    </p:set>
                                    <p:animEffect transition="in" filter="blinds(horizontal)">
                                      <p:cBhvr>
                                        <p:cTn id="10" dur="500"/>
                                        <p:tgtEl>
                                          <p:spTgt spid="38"/>
                                        </p:tgtEl>
                                      </p:cBhvr>
                                    </p:animEffect>
                                  </p:childTnLst>
                                </p:cTn>
                              </p:par>
                              <p:par>
                                <p:cTn id="11" presetID="3" presetClass="entr" presetSubtype="10" fill="hold" nodeType="withEffect">
                                  <p:stCondLst>
                                    <p:cond delay="0"/>
                                  </p:stCondLst>
                                  <p:childTnLst>
                                    <p:set>
                                      <p:cBhvr>
                                        <p:cTn id="12" dur="1" fill="hold">
                                          <p:stCondLst>
                                            <p:cond delay="0"/>
                                          </p:stCondLst>
                                        </p:cTn>
                                        <p:tgtEl>
                                          <p:spTgt spid="58"/>
                                        </p:tgtEl>
                                        <p:attrNameLst>
                                          <p:attrName>style.visibility</p:attrName>
                                        </p:attrNameLst>
                                      </p:cBhvr>
                                      <p:to>
                                        <p:strVal val="visible"/>
                                      </p:to>
                                    </p:set>
                                    <p:animEffect transition="in" filter="blinds(horizontal)">
                                      <p:cBhvr>
                                        <p:cTn id="13" dur="500"/>
                                        <p:tgtEl>
                                          <p:spTgt spid="58"/>
                                        </p:tgtEl>
                                      </p:cBhvr>
                                    </p:animEffect>
                                  </p:childTnLst>
                                </p:cTn>
                              </p:par>
                              <p:par>
                                <p:cTn id="14" presetID="3" presetClass="entr" presetSubtype="10" fill="hold"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blinds(horizontal)">
                                      <p:cBhvr>
                                        <p:cTn id="16" dur="500"/>
                                        <p:tgtEl>
                                          <p:spTgt spid="3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5"/>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30"/>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blinds(horizontal)">
                                      <p:cBhvr>
                                        <p:cTn id="37" dur="500"/>
                                        <p:tgtEl>
                                          <p:spTgt spid="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blinds(horizontal)">
                                      <p:cBhvr>
                                        <p:cTn id="42" dur="500"/>
                                        <p:tgtEl>
                                          <p:spTgt spid="31"/>
                                        </p:tgtEl>
                                      </p:cBhvr>
                                    </p:animEffect>
                                  </p:childTnLst>
                                </p:cTn>
                              </p:par>
                              <p:par>
                                <p:cTn id="43" presetID="3" presetClass="entr" presetSubtype="10" fill="hold" nodeType="withEffect">
                                  <p:stCondLst>
                                    <p:cond delay="0"/>
                                  </p:stCondLst>
                                  <p:childTnLst>
                                    <p:set>
                                      <p:cBhvr>
                                        <p:cTn id="44" dur="1" fill="hold">
                                          <p:stCondLst>
                                            <p:cond delay="0"/>
                                          </p:stCondLst>
                                        </p:cTn>
                                        <p:tgtEl>
                                          <p:spTgt spid="29"/>
                                        </p:tgtEl>
                                        <p:attrNameLst>
                                          <p:attrName>style.visibility</p:attrName>
                                        </p:attrNameLst>
                                      </p:cBhvr>
                                      <p:to>
                                        <p:strVal val="visible"/>
                                      </p:to>
                                    </p:set>
                                    <p:animEffect transition="in" filter="blinds(horizontal)">
                                      <p:cBhvr>
                                        <p:cTn id="45" dur="500"/>
                                        <p:tgtEl>
                                          <p:spTgt spid="29"/>
                                        </p:tgtEl>
                                      </p:cBhvr>
                                    </p:animEffect>
                                  </p:childTnLst>
                                </p:cTn>
                              </p:par>
                              <p:par>
                                <p:cTn id="46" presetID="3" presetClass="entr" presetSubtype="10" fill="hold"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blinds(horizontal)">
                                      <p:cBhvr>
                                        <p:cTn id="48" dur="500"/>
                                        <p:tgtEl>
                                          <p:spTgt spid="23"/>
                                        </p:tgtEl>
                                      </p:cBhvr>
                                    </p:animEffect>
                                  </p:childTnLst>
                                </p:cTn>
                              </p:par>
                              <p:par>
                                <p:cTn id="49" presetID="3" presetClass="entr" presetSubtype="10" fill="hold" nodeType="withEffect">
                                  <p:stCondLst>
                                    <p:cond delay="0"/>
                                  </p:stCondLst>
                                  <p:childTnLst>
                                    <p:set>
                                      <p:cBhvr>
                                        <p:cTn id="50" dur="1" fill="hold">
                                          <p:stCondLst>
                                            <p:cond delay="0"/>
                                          </p:stCondLst>
                                        </p:cTn>
                                        <p:tgtEl>
                                          <p:spTgt spid="27"/>
                                        </p:tgtEl>
                                        <p:attrNameLst>
                                          <p:attrName>style.visibility</p:attrName>
                                        </p:attrNameLst>
                                      </p:cBhvr>
                                      <p:to>
                                        <p:strVal val="visible"/>
                                      </p:to>
                                    </p:set>
                                    <p:animEffect transition="in" filter="blinds(horizontal)">
                                      <p:cBhvr>
                                        <p:cTn id="51" dur="500"/>
                                        <p:tgtEl>
                                          <p:spTgt spid="27"/>
                                        </p:tgtEl>
                                      </p:cBhvr>
                                    </p:animEffect>
                                  </p:childTnLst>
                                </p:cTn>
                              </p:par>
                              <p:par>
                                <p:cTn id="52" presetID="3" presetClass="entr" presetSubtype="10" fill="hold" nodeType="with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blinds(horizontal)">
                                      <p:cBhvr>
                                        <p:cTn id="54" dur="500"/>
                                        <p:tgtEl>
                                          <p:spTgt spid="1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45"/>
                                        </p:tgtEl>
                                        <p:attrNameLst>
                                          <p:attrName>style.visibility</p:attrName>
                                        </p:attrNameLst>
                                      </p:cBhvr>
                                      <p:to>
                                        <p:strVal val="visible"/>
                                      </p:to>
                                    </p:set>
                                    <p:animEffect transition="in" filter="blinds(horizontal)">
                                      <p:cBhvr>
                                        <p:cTn id="59" dur="500"/>
                                        <p:tgtEl>
                                          <p:spTgt spid="45"/>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blinds(horizontal)">
                                      <p:cBhvr>
                                        <p:cTn id="62" dur="500"/>
                                        <p:tgtEl>
                                          <p:spTgt spid="46"/>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40"/>
                                        </p:tgtEl>
                                        <p:attrNameLst>
                                          <p:attrName>style.visibility</p:attrName>
                                        </p:attrNameLst>
                                      </p:cBhvr>
                                      <p:to>
                                        <p:strVal val="visible"/>
                                      </p:to>
                                    </p:set>
                                    <p:animEffect transition="in" filter="blinds(horizontal)">
                                      <p:cBhvr>
                                        <p:cTn id="65" dur="500"/>
                                        <p:tgtEl>
                                          <p:spTgt spid="40"/>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41"/>
                                        </p:tgtEl>
                                        <p:attrNameLst>
                                          <p:attrName>style.visibility</p:attrName>
                                        </p:attrNameLst>
                                      </p:cBhvr>
                                      <p:to>
                                        <p:strVal val="visible"/>
                                      </p:to>
                                    </p:set>
                                    <p:animEffect transition="in" filter="blinds(horizontal)">
                                      <p:cBhvr>
                                        <p:cTn id="68" dur="500"/>
                                        <p:tgtEl>
                                          <p:spTgt spid="41"/>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49"/>
                                        </p:tgtEl>
                                        <p:attrNameLst>
                                          <p:attrName>style.visibility</p:attrName>
                                        </p:attrNameLst>
                                      </p:cBhvr>
                                      <p:to>
                                        <p:strVal val="visible"/>
                                      </p:to>
                                    </p:set>
                                    <p:animEffect transition="in" filter="blinds(horizontal)">
                                      <p:cBhvr>
                                        <p:cTn id="73" dur="500"/>
                                        <p:tgtEl>
                                          <p:spTgt spid="49"/>
                                        </p:tgtEl>
                                      </p:cBhvr>
                                    </p:animEffect>
                                  </p:childTnLst>
                                </p:cTn>
                              </p:par>
                              <p:par>
                                <p:cTn id="74" presetID="3" presetClass="entr" presetSubtype="10" fill="hold" grpId="0" nodeType="withEffect">
                                  <p:stCondLst>
                                    <p:cond delay="0"/>
                                  </p:stCondLst>
                                  <p:childTnLst>
                                    <p:set>
                                      <p:cBhvr>
                                        <p:cTn id="75" dur="1" fill="hold">
                                          <p:stCondLst>
                                            <p:cond delay="0"/>
                                          </p:stCondLst>
                                        </p:cTn>
                                        <p:tgtEl>
                                          <p:spTgt spid="42"/>
                                        </p:tgtEl>
                                        <p:attrNameLst>
                                          <p:attrName>style.visibility</p:attrName>
                                        </p:attrNameLst>
                                      </p:cBhvr>
                                      <p:to>
                                        <p:strVal val="visible"/>
                                      </p:to>
                                    </p:set>
                                    <p:animEffect transition="in" filter="blinds(horizontal)">
                                      <p:cBhvr>
                                        <p:cTn id="76" dur="500"/>
                                        <p:tgtEl>
                                          <p:spTgt spid="42"/>
                                        </p:tgtEl>
                                      </p:cBhvr>
                                    </p:animEffect>
                                  </p:childTnLst>
                                </p:cTn>
                              </p:par>
                              <p:par>
                                <p:cTn id="77" presetID="3" presetClass="entr" presetSubtype="10" fill="hold" grpId="0" nodeType="withEffect">
                                  <p:stCondLst>
                                    <p:cond delay="0"/>
                                  </p:stCondLst>
                                  <p:childTnLst>
                                    <p:set>
                                      <p:cBhvr>
                                        <p:cTn id="78" dur="1" fill="hold">
                                          <p:stCondLst>
                                            <p:cond delay="0"/>
                                          </p:stCondLst>
                                        </p:cTn>
                                        <p:tgtEl>
                                          <p:spTgt spid="43"/>
                                        </p:tgtEl>
                                        <p:attrNameLst>
                                          <p:attrName>style.visibility</p:attrName>
                                        </p:attrNameLst>
                                      </p:cBhvr>
                                      <p:to>
                                        <p:strVal val="visible"/>
                                      </p:to>
                                    </p:set>
                                    <p:animEffect transition="in" filter="blinds(horizontal)">
                                      <p:cBhvr>
                                        <p:cTn id="79" dur="500"/>
                                        <p:tgtEl>
                                          <p:spTgt spid="43"/>
                                        </p:tgtEl>
                                      </p:cBhvr>
                                    </p:animEffect>
                                  </p:childTnLst>
                                </p:cTn>
                              </p:par>
                              <p:par>
                                <p:cTn id="80" presetID="3" presetClass="entr" presetSubtype="10" fill="hold" grpId="0" nodeType="withEffect">
                                  <p:stCondLst>
                                    <p:cond delay="0"/>
                                  </p:stCondLst>
                                  <p:childTnLst>
                                    <p:set>
                                      <p:cBhvr>
                                        <p:cTn id="81" dur="1" fill="hold">
                                          <p:stCondLst>
                                            <p:cond delay="0"/>
                                          </p:stCondLst>
                                        </p:cTn>
                                        <p:tgtEl>
                                          <p:spTgt spid="48"/>
                                        </p:tgtEl>
                                        <p:attrNameLst>
                                          <p:attrName>style.visibility</p:attrName>
                                        </p:attrNameLst>
                                      </p:cBhvr>
                                      <p:to>
                                        <p:strVal val="visible"/>
                                      </p:to>
                                    </p:set>
                                    <p:animEffect transition="in" filter="blinds(horizontal)">
                                      <p:cBhvr>
                                        <p:cTn id="82" dur="500"/>
                                        <p:tgtEl>
                                          <p:spTgt spid="48"/>
                                        </p:tgtEl>
                                      </p:cBhvr>
                                    </p:animEffect>
                                  </p:childTnLst>
                                </p:cTn>
                              </p:par>
                              <p:par>
                                <p:cTn id="83" presetID="3" presetClass="entr" presetSubtype="10" fill="hold" grpId="0" nodeType="withEffect">
                                  <p:stCondLst>
                                    <p:cond delay="0"/>
                                  </p:stCondLst>
                                  <p:childTnLst>
                                    <p:set>
                                      <p:cBhvr>
                                        <p:cTn id="84" dur="1" fill="hold">
                                          <p:stCondLst>
                                            <p:cond delay="0"/>
                                          </p:stCondLst>
                                        </p:cTn>
                                        <p:tgtEl>
                                          <p:spTgt spid="44"/>
                                        </p:tgtEl>
                                        <p:attrNameLst>
                                          <p:attrName>style.visibility</p:attrName>
                                        </p:attrNameLst>
                                      </p:cBhvr>
                                      <p:to>
                                        <p:strVal val="visible"/>
                                      </p:to>
                                    </p:set>
                                    <p:animEffect transition="in" filter="blinds(horizontal)">
                                      <p:cBhvr>
                                        <p:cTn id="85" dur="500"/>
                                        <p:tgtEl>
                                          <p:spTgt spid="44"/>
                                        </p:tgtEl>
                                      </p:cBhvr>
                                    </p:animEffect>
                                  </p:childTnLst>
                                </p:cTn>
                              </p:par>
                              <p:par>
                                <p:cTn id="86" presetID="3" presetClass="entr" presetSubtype="10" fill="hold" grpId="0" nodeType="withEffect">
                                  <p:stCondLst>
                                    <p:cond delay="0"/>
                                  </p:stCondLst>
                                  <p:childTnLst>
                                    <p:set>
                                      <p:cBhvr>
                                        <p:cTn id="87" dur="1" fill="hold">
                                          <p:stCondLst>
                                            <p:cond delay="0"/>
                                          </p:stCondLst>
                                        </p:cTn>
                                        <p:tgtEl>
                                          <p:spTgt spid="50"/>
                                        </p:tgtEl>
                                        <p:attrNameLst>
                                          <p:attrName>style.visibility</p:attrName>
                                        </p:attrNameLst>
                                      </p:cBhvr>
                                      <p:to>
                                        <p:strVal val="visible"/>
                                      </p:to>
                                    </p:set>
                                    <p:animEffect transition="in" filter="blinds(horizontal)">
                                      <p:cBhvr>
                                        <p:cTn id="88" dur="500"/>
                                        <p:tgtEl>
                                          <p:spTgt spid="50"/>
                                        </p:tgtEl>
                                      </p:cBhvr>
                                    </p:animEffect>
                                  </p:childTnLst>
                                </p:cTn>
                              </p:par>
                              <p:par>
                                <p:cTn id="89" presetID="3" presetClass="entr" presetSubtype="10" fill="hold" grpId="0" nodeType="withEffect">
                                  <p:stCondLst>
                                    <p:cond delay="0"/>
                                  </p:stCondLst>
                                  <p:childTnLst>
                                    <p:set>
                                      <p:cBhvr>
                                        <p:cTn id="90" dur="1" fill="hold">
                                          <p:stCondLst>
                                            <p:cond delay="0"/>
                                          </p:stCondLst>
                                        </p:cTn>
                                        <p:tgtEl>
                                          <p:spTgt spid="47"/>
                                        </p:tgtEl>
                                        <p:attrNameLst>
                                          <p:attrName>style.visibility</p:attrName>
                                        </p:attrNameLst>
                                      </p:cBhvr>
                                      <p:to>
                                        <p:strVal val="visible"/>
                                      </p:to>
                                    </p:set>
                                    <p:animEffect transition="in" filter="blinds(horizontal)">
                                      <p:cBhvr>
                                        <p:cTn id="91" dur="500"/>
                                        <p:tgtEl>
                                          <p:spTgt spid="47"/>
                                        </p:tgtEl>
                                      </p:cBhvr>
                                    </p:animEffect>
                                  </p:childTnLst>
                                </p:cTn>
                              </p:par>
                              <p:par>
                                <p:cTn id="92" presetID="3" presetClass="entr" presetSubtype="10" fill="hold" nodeType="withEffect">
                                  <p:stCondLst>
                                    <p:cond delay="0"/>
                                  </p:stCondLst>
                                  <p:childTnLst>
                                    <p:set>
                                      <p:cBhvr>
                                        <p:cTn id="93" dur="1" fill="hold">
                                          <p:stCondLst>
                                            <p:cond delay="0"/>
                                          </p:stCondLst>
                                        </p:cTn>
                                        <p:tgtEl>
                                          <p:spTgt spid="13"/>
                                        </p:tgtEl>
                                        <p:attrNameLst>
                                          <p:attrName>style.visibility</p:attrName>
                                        </p:attrNameLst>
                                      </p:cBhvr>
                                      <p:to>
                                        <p:strVal val="visible"/>
                                      </p:to>
                                    </p:set>
                                    <p:animEffect transition="in" filter="blinds(horizontal)">
                                      <p:cBhvr>
                                        <p:cTn id="94" dur="500"/>
                                        <p:tgtEl>
                                          <p:spTgt spid="13"/>
                                        </p:tgtEl>
                                      </p:cBhvr>
                                    </p:animEffect>
                                  </p:childTnLst>
                                </p:cTn>
                              </p:par>
                            </p:childTnLst>
                          </p:cTn>
                        </p:par>
                      </p:childTnLst>
                    </p:cTn>
                  </p:par>
                  <p:par>
                    <p:cTn id="95" fill="hold" nodeType="clickPar">
                      <p:stCondLst>
                        <p:cond delay="indefinite"/>
                      </p:stCondLst>
                      <p:childTnLst>
                        <p:par>
                          <p:cTn id="96" fill="hold" nodeType="withGroup">
                            <p:stCondLst>
                              <p:cond delay="0"/>
                            </p:stCondLst>
                            <p:childTnLst>
                              <p:par>
                                <p:cTn id="97" presetID="3" presetClass="entr" presetSubtype="10" fill="hold" nodeType="clickEffect">
                                  <p:stCondLst>
                                    <p:cond delay="0"/>
                                  </p:stCondLst>
                                  <p:childTnLst>
                                    <p:set>
                                      <p:cBhvr>
                                        <p:cTn id="98" dur="1" fill="hold">
                                          <p:stCondLst>
                                            <p:cond delay="0"/>
                                          </p:stCondLst>
                                        </p:cTn>
                                        <p:tgtEl>
                                          <p:spTgt spid="62"/>
                                        </p:tgtEl>
                                        <p:attrNameLst>
                                          <p:attrName>style.visibility</p:attrName>
                                        </p:attrNameLst>
                                      </p:cBhvr>
                                      <p:to>
                                        <p:strVal val="visible"/>
                                      </p:to>
                                    </p:set>
                                    <p:animEffect transition="in" filter="blinds(horizontal)">
                                      <p:cBhvr>
                                        <p:cTn id="99" dur="500"/>
                                        <p:tgtEl>
                                          <p:spTgt spid="62"/>
                                        </p:tgtEl>
                                      </p:cBhvr>
                                    </p:animEffect>
                                  </p:childTnLst>
                                </p:cTn>
                              </p:par>
                              <p:par>
                                <p:cTn id="100" presetID="3" presetClass="entr" presetSubtype="10" fill="hold" nodeType="withEffect">
                                  <p:stCondLst>
                                    <p:cond delay="0"/>
                                  </p:stCondLst>
                                  <p:childTnLst>
                                    <p:set>
                                      <p:cBhvr>
                                        <p:cTn id="101" dur="1" fill="hold">
                                          <p:stCondLst>
                                            <p:cond delay="0"/>
                                          </p:stCondLst>
                                        </p:cTn>
                                        <p:tgtEl>
                                          <p:spTgt spid="63"/>
                                        </p:tgtEl>
                                        <p:attrNameLst>
                                          <p:attrName>style.visibility</p:attrName>
                                        </p:attrNameLst>
                                      </p:cBhvr>
                                      <p:to>
                                        <p:strVal val="visible"/>
                                      </p:to>
                                    </p:set>
                                    <p:animEffect transition="in" filter="blinds(horizontal)">
                                      <p:cBhvr>
                                        <p:cTn id="102" dur="500"/>
                                        <p:tgtEl>
                                          <p:spTgt spid="63"/>
                                        </p:tgtEl>
                                      </p:cBhvr>
                                    </p:animEffect>
                                  </p:childTnLst>
                                </p:cTn>
                              </p:par>
                              <p:par>
                                <p:cTn id="103" presetID="3" presetClass="entr" presetSubtype="10" fill="hold" nodeType="withEffect">
                                  <p:stCondLst>
                                    <p:cond delay="0"/>
                                  </p:stCondLst>
                                  <p:childTnLst>
                                    <p:set>
                                      <p:cBhvr>
                                        <p:cTn id="104" dur="1" fill="hold">
                                          <p:stCondLst>
                                            <p:cond delay="0"/>
                                          </p:stCondLst>
                                        </p:cTn>
                                        <p:tgtEl>
                                          <p:spTgt spid="64"/>
                                        </p:tgtEl>
                                        <p:attrNameLst>
                                          <p:attrName>style.visibility</p:attrName>
                                        </p:attrNameLst>
                                      </p:cBhvr>
                                      <p:to>
                                        <p:strVal val="visible"/>
                                      </p:to>
                                    </p:set>
                                    <p:animEffect transition="in" filter="blinds(horizontal)">
                                      <p:cBhvr>
                                        <p:cTn id="105" dur="500"/>
                                        <p:tgtEl>
                                          <p:spTgt spid="64"/>
                                        </p:tgtEl>
                                      </p:cBhvr>
                                    </p:animEffect>
                                  </p:childTnLst>
                                </p:cTn>
                              </p:par>
                              <p:par>
                                <p:cTn id="106" presetID="3" presetClass="entr" presetSubtype="10" fill="hold" nodeType="withEffect">
                                  <p:stCondLst>
                                    <p:cond delay="0"/>
                                  </p:stCondLst>
                                  <p:childTnLst>
                                    <p:set>
                                      <p:cBhvr>
                                        <p:cTn id="107" dur="1" fill="hold">
                                          <p:stCondLst>
                                            <p:cond delay="0"/>
                                          </p:stCondLst>
                                        </p:cTn>
                                        <p:tgtEl>
                                          <p:spTgt spid="60"/>
                                        </p:tgtEl>
                                        <p:attrNameLst>
                                          <p:attrName>style.visibility</p:attrName>
                                        </p:attrNameLst>
                                      </p:cBhvr>
                                      <p:to>
                                        <p:strVal val="visible"/>
                                      </p:to>
                                    </p:set>
                                    <p:animEffect transition="in" filter="blinds(horizontal)">
                                      <p:cBhvr>
                                        <p:cTn id="108" dur="500"/>
                                        <p:tgtEl>
                                          <p:spTgt spid="60"/>
                                        </p:tgtEl>
                                      </p:cBhvr>
                                    </p:animEffect>
                                  </p:childTnLst>
                                </p:cTn>
                              </p:par>
                              <p:par>
                                <p:cTn id="109" presetID="3" presetClass="entr" presetSubtype="10" fill="hold" nodeType="withEffect">
                                  <p:stCondLst>
                                    <p:cond delay="0"/>
                                  </p:stCondLst>
                                  <p:childTnLst>
                                    <p:set>
                                      <p:cBhvr>
                                        <p:cTn id="110" dur="1" fill="hold">
                                          <p:stCondLst>
                                            <p:cond delay="0"/>
                                          </p:stCondLst>
                                        </p:cTn>
                                        <p:tgtEl>
                                          <p:spTgt spid="66"/>
                                        </p:tgtEl>
                                        <p:attrNameLst>
                                          <p:attrName>style.visibility</p:attrName>
                                        </p:attrNameLst>
                                      </p:cBhvr>
                                      <p:to>
                                        <p:strVal val="visible"/>
                                      </p:to>
                                    </p:set>
                                    <p:animEffect transition="in" filter="blinds(horizontal)">
                                      <p:cBhvr>
                                        <p:cTn id="111" dur="500"/>
                                        <p:tgtEl>
                                          <p:spTgt spid="66"/>
                                        </p:tgtEl>
                                      </p:cBhvr>
                                    </p:animEffect>
                                  </p:childTnLst>
                                </p:cTn>
                              </p:par>
                            </p:childTnLst>
                          </p:cTn>
                        </p:par>
                      </p:childTnLst>
                    </p:cTn>
                  </p:par>
                  <p:par>
                    <p:cTn id="112" fill="hold" nodeType="clickPar">
                      <p:stCondLst>
                        <p:cond delay="indefinite"/>
                      </p:stCondLst>
                      <p:childTnLst>
                        <p:par>
                          <p:cTn id="113" fill="hold" nodeType="withGroup">
                            <p:stCondLst>
                              <p:cond delay="0"/>
                            </p:stCondLst>
                            <p:childTnLst>
                              <p:par>
                                <p:cTn id="114" presetID="3" presetClass="entr" presetSubtype="10" fill="hold" nodeType="clickEffect">
                                  <p:stCondLst>
                                    <p:cond delay="0"/>
                                  </p:stCondLst>
                                  <p:childTnLst>
                                    <p:set>
                                      <p:cBhvr>
                                        <p:cTn id="115" dur="1" fill="hold">
                                          <p:stCondLst>
                                            <p:cond delay="0"/>
                                          </p:stCondLst>
                                        </p:cTn>
                                        <p:tgtEl>
                                          <p:spTgt spid="68"/>
                                        </p:tgtEl>
                                        <p:attrNameLst>
                                          <p:attrName>style.visibility</p:attrName>
                                        </p:attrNameLst>
                                      </p:cBhvr>
                                      <p:to>
                                        <p:strVal val="visible"/>
                                      </p:to>
                                    </p:set>
                                    <p:animEffect transition="in" filter="blinds(horizontal)">
                                      <p:cBhvr>
                                        <p:cTn id="116" dur="500"/>
                                        <p:tgtEl>
                                          <p:spTgt spid="68"/>
                                        </p:tgtEl>
                                      </p:cBhvr>
                                    </p:animEffect>
                                  </p:childTnLst>
                                </p:cTn>
                              </p:par>
                              <p:par>
                                <p:cTn id="117" presetID="3" presetClass="entr" presetSubtype="10" fill="hold" nodeType="withEffect">
                                  <p:stCondLst>
                                    <p:cond delay="0"/>
                                  </p:stCondLst>
                                  <p:childTnLst>
                                    <p:set>
                                      <p:cBhvr>
                                        <p:cTn id="118" dur="1" fill="hold">
                                          <p:stCondLst>
                                            <p:cond delay="0"/>
                                          </p:stCondLst>
                                        </p:cTn>
                                        <p:tgtEl>
                                          <p:spTgt spid="69"/>
                                        </p:tgtEl>
                                        <p:attrNameLst>
                                          <p:attrName>style.visibility</p:attrName>
                                        </p:attrNameLst>
                                      </p:cBhvr>
                                      <p:to>
                                        <p:strVal val="visible"/>
                                      </p:to>
                                    </p:set>
                                    <p:animEffect transition="in" filter="blinds(horizontal)">
                                      <p:cBhvr>
                                        <p:cTn id="119" dur="500"/>
                                        <p:tgtEl>
                                          <p:spTgt spid="69"/>
                                        </p:tgtEl>
                                      </p:cBhvr>
                                    </p:animEffect>
                                  </p:childTnLst>
                                </p:cTn>
                              </p:par>
                              <p:par>
                                <p:cTn id="120" presetID="3" presetClass="entr" presetSubtype="10" fill="hold" nodeType="withEffect">
                                  <p:stCondLst>
                                    <p:cond delay="0"/>
                                  </p:stCondLst>
                                  <p:childTnLst>
                                    <p:set>
                                      <p:cBhvr>
                                        <p:cTn id="121" dur="1" fill="hold">
                                          <p:stCondLst>
                                            <p:cond delay="0"/>
                                          </p:stCondLst>
                                        </p:cTn>
                                        <p:tgtEl>
                                          <p:spTgt spid="70"/>
                                        </p:tgtEl>
                                        <p:attrNameLst>
                                          <p:attrName>style.visibility</p:attrName>
                                        </p:attrNameLst>
                                      </p:cBhvr>
                                      <p:to>
                                        <p:strVal val="visible"/>
                                      </p:to>
                                    </p:set>
                                    <p:animEffect transition="in" filter="blinds(horizontal)">
                                      <p:cBhvr>
                                        <p:cTn id="122" dur="500"/>
                                        <p:tgtEl>
                                          <p:spTgt spid="70"/>
                                        </p:tgtEl>
                                      </p:cBhvr>
                                    </p:animEffect>
                                  </p:childTnLst>
                                </p:cTn>
                              </p:par>
                              <p:par>
                                <p:cTn id="123" presetID="3" presetClass="entr" presetSubtype="10" fill="hold" nodeType="withEffect">
                                  <p:stCondLst>
                                    <p:cond delay="0"/>
                                  </p:stCondLst>
                                  <p:childTnLst>
                                    <p:set>
                                      <p:cBhvr>
                                        <p:cTn id="124" dur="1" fill="hold">
                                          <p:stCondLst>
                                            <p:cond delay="0"/>
                                          </p:stCondLst>
                                        </p:cTn>
                                        <p:tgtEl>
                                          <p:spTgt spid="71"/>
                                        </p:tgtEl>
                                        <p:attrNameLst>
                                          <p:attrName>style.visibility</p:attrName>
                                        </p:attrNameLst>
                                      </p:cBhvr>
                                      <p:to>
                                        <p:strVal val="visible"/>
                                      </p:to>
                                    </p:set>
                                    <p:animEffect transition="in" filter="blinds(horizontal)">
                                      <p:cBhvr>
                                        <p:cTn id="125" dur="500"/>
                                        <p:tgtEl>
                                          <p:spTgt spid="71"/>
                                        </p:tgtEl>
                                      </p:cBhvr>
                                    </p:animEffect>
                                  </p:childTnLst>
                                </p:cTn>
                              </p:par>
                              <p:par>
                                <p:cTn id="126" presetID="3" presetClass="entr" presetSubtype="10" fill="hold" nodeType="withEffect">
                                  <p:stCondLst>
                                    <p:cond delay="0"/>
                                  </p:stCondLst>
                                  <p:childTnLst>
                                    <p:set>
                                      <p:cBhvr>
                                        <p:cTn id="127" dur="1" fill="hold">
                                          <p:stCondLst>
                                            <p:cond delay="0"/>
                                          </p:stCondLst>
                                        </p:cTn>
                                        <p:tgtEl>
                                          <p:spTgt spid="77"/>
                                        </p:tgtEl>
                                        <p:attrNameLst>
                                          <p:attrName>style.visibility</p:attrName>
                                        </p:attrNameLst>
                                      </p:cBhvr>
                                      <p:to>
                                        <p:strVal val="visible"/>
                                      </p:to>
                                    </p:set>
                                    <p:animEffect transition="in" filter="blinds(horizontal)">
                                      <p:cBhvr>
                                        <p:cTn id="128" dur="500"/>
                                        <p:tgtEl>
                                          <p:spTgt spid="77"/>
                                        </p:tgtEl>
                                      </p:cBhvr>
                                    </p:animEffect>
                                  </p:childTnLst>
                                </p:cTn>
                              </p:par>
                              <p:par>
                                <p:cTn id="129" presetID="3" presetClass="entr" presetSubtype="10" fill="hold" nodeType="withEffect">
                                  <p:stCondLst>
                                    <p:cond delay="0"/>
                                  </p:stCondLst>
                                  <p:childTnLst>
                                    <p:set>
                                      <p:cBhvr>
                                        <p:cTn id="130" dur="1" fill="hold">
                                          <p:stCondLst>
                                            <p:cond delay="0"/>
                                          </p:stCondLst>
                                        </p:cTn>
                                        <p:tgtEl>
                                          <p:spTgt spid="78"/>
                                        </p:tgtEl>
                                        <p:attrNameLst>
                                          <p:attrName>style.visibility</p:attrName>
                                        </p:attrNameLst>
                                      </p:cBhvr>
                                      <p:to>
                                        <p:strVal val="visible"/>
                                      </p:to>
                                    </p:set>
                                    <p:animEffect transition="in" filter="blinds(horizontal)">
                                      <p:cBhvr>
                                        <p:cTn id="131" dur="500"/>
                                        <p:tgtEl>
                                          <p:spTgt spid="78"/>
                                        </p:tgtEl>
                                      </p:cBhvr>
                                    </p:animEffect>
                                  </p:childTnLst>
                                </p:cTn>
                              </p:par>
                              <p:par>
                                <p:cTn id="132" presetID="3" presetClass="entr" presetSubtype="10" fill="hold" nodeType="withEffect">
                                  <p:stCondLst>
                                    <p:cond delay="0"/>
                                  </p:stCondLst>
                                  <p:childTnLst>
                                    <p:set>
                                      <p:cBhvr>
                                        <p:cTn id="133" dur="1" fill="hold">
                                          <p:stCondLst>
                                            <p:cond delay="0"/>
                                          </p:stCondLst>
                                        </p:cTn>
                                        <p:tgtEl>
                                          <p:spTgt spid="80"/>
                                        </p:tgtEl>
                                        <p:attrNameLst>
                                          <p:attrName>style.visibility</p:attrName>
                                        </p:attrNameLst>
                                      </p:cBhvr>
                                      <p:to>
                                        <p:strVal val="visible"/>
                                      </p:to>
                                    </p:set>
                                    <p:animEffect transition="in" filter="blinds(horizontal)">
                                      <p:cBhvr>
                                        <p:cTn id="134" dur="500"/>
                                        <p:tgtEl>
                                          <p:spTgt spid="80"/>
                                        </p:tgtEl>
                                      </p:cBhvr>
                                    </p:animEffect>
                                  </p:childTnLst>
                                </p:cTn>
                              </p:par>
                              <p:par>
                                <p:cTn id="135" presetID="3" presetClass="entr" presetSubtype="10" fill="hold" nodeType="withEffect">
                                  <p:stCondLst>
                                    <p:cond delay="0"/>
                                  </p:stCondLst>
                                  <p:childTnLst>
                                    <p:set>
                                      <p:cBhvr>
                                        <p:cTn id="136" dur="1" fill="hold">
                                          <p:stCondLst>
                                            <p:cond delay="0"/>
                                          </p:stCondLst>
                                        </p:cTn>
                                        <p:tgtEl>
                                          <p:spTgt spid="81"/>
                                        </p:tgtEl>
                                        <p:attrNameLst>
                                          <p:attrName>style.visibility</p:attrName>
                                        </p:attrNameLst>
                                      </p:cBhvr>
                                      <p:to>
                                        <p:strVal val="visible"/>
                                      </p:to>
                                    </p:set>
                                    <p:animEffect transition="in" filter="blinds(horizontal)">
                                      <p:cBhvr>
                                        <p:cTn id="137" dur="500"/>
                                        <p:tgtEl>
                                          <p:spTgt spid="81"/>
                                        </p:tgtEl>
                                      </p:cBhvr>
                                    </p:animEffect>
                                  </p:childTnLst>
                                </p:cTn>
                              </p:par>
                              <p:par>
                                <p:cTn id="138" presetID="3" presetClass="entr" presetSubtype="10" fill="hold" nodeType="withEffect">
                                  <p:stCondLst>
                                    <p:cond delay="0"/>
                                  </p:stCondLst>
                                  <p:childTnLst>
                                    <p:set>
                                      <p:cBhvr>
                                        <p:cTn id="139" dur="1" fill="hold">
                                          <p:stCondLst>
                                            <p:cond delay="0"/>
                                          </p:stCondLst>
                                        </p:cTn>
                                        <p:tgtEl>
                                          <p:spTgt spid="82"/>
                                        </p:tgtEl>
                                        <p:attrNameLst>
                                          <p:attrName>style.visibility</p:attrName>
                                        </p:attrNameLst>
                                      </p:cBhvr>
                                      <p:to>
                                        <p:strVal val="visible"/>
                                      </p:to>
                                    </p:set>
                                    <p:animEffect transition="in" filter="blinds(horizontal)">
                                      <p:cBhvr>
                                        <p:cTn id="140" dur="500"/>
                                        <p:tgtEl>
                                          <p:spTgt spid="82"/>
                                        </p:tgtEl>
                                      </p:cBhvr>
                                    </p:animEffect>
                                  </p:childTnLst>
                                </p:cTn>
                              </p:par>
                            </p:childTnLst>
                          </p:cTn>
                        </p:par>
                      </p:childTnLst>
                    </p:cTn>
                  </p:par>
                  <p:par>
                    <p:cTn id="141" fill="hold" nodeType="clickPar">
                      <p:stCondLst>
                        <p:cond delay="indefinite"/>
                      </p:stCondLst>
                      <p:childTnLst>
                        <p:par>
                          <p:cTn id="142" fill="hold" nodeType="withGroup">
                            <p:stCondLst>
                              <p:cond delay="0"/>
                            </p:stCondLst>
                            <p:childTnLst>
                              <p:par>
                                <p:cTn id="143" presetID="3" presetClass="entr" presetSubtype="10" fill="hold" nodeType="clickEffect">
                                  <p:stCondLst>
                                    <p:cond delay="0"/>
                                  </p:stCondLst>
                                  <p:childTnLst>
                                    <p:set>
                                      <p:cBhvr>
                                        <p:cTn id="144" dur="1" fill="hold">
                                          <p:stCondLst>
                                            <p:cond delay="0"/>
                                          </p:stCondLst>
                                        </p:cTn>
                                        <p:tgtEl>
                                          <p:spTgt spid="2"/>
                                        </p:tgtEl>
                                        <p:attrNameLst>
                                          <p:attrName>style.visibility</p:attrName>
                                        </p:attrNameLst>
                                      </p:cBhvr>
                                      <p:to>
                                        <p:strVal val="visible"/>
                                      </p:to>
                                    </p:set>
                                    <p:animEffect transition="in" filter="blinds(horizontal)">
                                      <p:cBhvr>
                                        <p:cTn id="14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43" grpId="0"/>
      <p:bldP spid="44" grpId="0"/>
      <p:bldP spid="45" grpId="0" animBg="1"/>
      <p:bldP spid="46" grpId="0" animBg="1"/>
      <p:bldP spid="47" grpId="0" animBg="1"/>
      <p:bldP spid="48" grpId="0" animBg="1"/>
      <p:bldP spid="49" grpId="0" animBg="1"/>
      <p:bldP spid="50"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ext Box 4"/>
          <p:cNvSpPr txBox="1">
            <a:spLocks noChangeArrowheads="1"/>
          </p:cNvSpPr>
          <p:nvPr/>
        </p:nvSpPr>
        <p:spPr bwMode="auto">
          <a:xfrm>
            <a:off x="0" y="0"/>
            <a:ext cx="9144000" cy="1190625"/>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a:latin typeface="Times New Roman" panose="02020603050405020304" pitchFamily="18" charset="0"/>
              </a:rPr>
              <a:t>A square pyramid, base 40 mm side and axis 65 mm long, has its base on the HP and all the edges of the base equally inclined to the VP. It is cut by a section plane, perpendicular to the VP, inclined at 45</a:t>
            </a:r>
            <a:r>
              <a:rPr lang="en-US" altLang="en-US" sz="1800">
                <a:latin typeface="Times New Roman" panose="02020603050405020304" pitchFamily="18" charset="0"/>
                <a:cs typeface="Arial" panose="020B0604020202020204" pitchFamily="34" charset="0"/>
              </a:rPr>
              <a:t>º to the HP and bisecting the axis. Draw its sectional top view, sectional side view and true shape of the section.</a:t>
            </a:r>
          </a:p>
        </p:txBody>
      </p:sp>
      <p:sp>
        <p:nvSpPr>
          <p:cNvPr id="46083" name="AutoShape 5"/>
          <p:cNvSpPr>
            <a:spLocks noChangeArrowheads="1"/>
          </p:cNvSpPr>
          <p:nvPr/>
        </p:nvSpPr>
        <p:spPr bwMode="auto">
          <a:xfrm>
            <a:off x="3708400" y="4686300"/>
            <a:ext cx="1700213" cy="1701800"/>
          </a:xfrm>
          <a:prstGeom prst="diamond">
            <a:avLst/>
          </a:prstGeom>
          <a:solidFill>
            <a:schemeClr val="accent1">
              <a:alpha val="0"/>
            </a:schemeClr>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Arial" panose="020B0604020202020204" pitchFamily="34" charset="0"/>
            </a:endParaRPr>
          </a:p>
        </p:txBody>
      </p:sp>
      <p:sp>
        <p:nvSpPr>
          <p:cNvPr id="46084" name="Line 6"/>
          <p:cNvSpPr>
            <a:spLocks noChangeShapeType="1"/>
          </p:cNvSpPr>
          <p:nvPr/>
        </p:nvSpPr>
        <p:spPr bwMode="auto">
          <a:xfrm>
            <a:off x="2286000" y="4330700"/>
            <a:ext cx="5803900" cy="3175"/>
          </a:xfrm>
          <a:prstGeom prst="line">
            <a:avLst/>
          </a:prstGeom>
          <a:noFill/>
          <a:ln w="9525">
            <a:solidFill>
              <a:schemeClr val="folHlink"/>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085" name="Text Box 7"/>
          <p:cNvSpPr txBox="1">
            <a:spLocks noChangeArrowheads="1"/>
          </p:cNvSpPr>
          <p:nvPr/>
        </p:nvSpPr>
        <p:spPr bwMode="auto">
          <a:xfrm>
            <a:off x="1897063" y="4149725"/>
            <a:ext cx="508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a:solidFill>
                  <a:schemeClr val="folHlink"/>
                </a:solidFill>
                <a:latin typeface="Arial" panose="020B0604020202020204" pitchFamily="34" charset="0"/>
              </a:rPr>
              <a:t>X</a:t>
            </a:r>
          </a:p>
        </p:txBody>
      </p:sp>
      <p:sp>
        <p:nvSpPr>
          <p:cNvPr id="46086" name="Text Box 8"/>
          <p:cNvSpPr txBox="1">
            <a:spLocks noChangeArrowheads="1"/>
          </p:cNvSpPr>
          <p:nvPr/>
        </p:nvSpPr>
        <p:spPr bwMode="auto">
          <a:xfrm>
            <a:off x="7975600" y="4076700"/>
            <a:ext cx="508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a:solidFill>
                  <a:schemeClr val="folHlink"/>
                </a:solidFill>
                <a:latin typeface="Arial" panose="020B0604020202020204" pitchFamily="34" charset="0"/>
              </a:rPr>
              <a:t>Y</a:t>
            </a:r>
          </a:p>
        </p:txBody>
      </p:sp>
      <p:sp>
        <p:nvSpPr>
          <p:cNvPr id="8199" name="Line 9"/>
          <p:cNvSpPr>
            <a:spLocks noChangeShapeType="1"/>
          </p:cNvSpPr>
          <p:nvPr/>
        </p:nvSpPr>
        <p:spPr bwMode="auto">
          <a:xfrm flipV="1">
            <a:off x="3375025" y="4330700"/>
            <a:ext cx="1530350" cy="1527175"/>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pPr>
              <a:defRPr/>
            </a:pPr>
            <a:endParaRPr lang="en-US"/>
          </a:p>
        </p:txBody>
      </p:sp>
      <p:sp>
        <p:nvSpPr>
          <p:cNvPr id="8200" name="Arc 10"/>
          <p:cNvSpPr>
            <a:spLocks/>
          </p:cNvSpPr>
          <p:nvPr/>
        </p:nvSpPr>
        <p:spPr bwMode="auto">
          <a:xfrm rot="16767740" flipH="1">
            <a:off x="4734719" y="4326731"/>
            <a:ext cx="98425" cy="131763"/>
          </a:xfrm>
          <a:custGeom>
            <a:avLst/>
            <a:gdLst>
              <a:gd name="T0" fmla="*/ 0 w 19758"/>
              <a:gd name="T1" fmla="*/ 0 h 21600"/>
              <a:gd name="T2" fmla="*/ 301937692 w 19758"/>
              <a:gd name="T3" fmla="*/ 663208617 h 21600"/>
              <a:gd name="T4" fmla="*/ 0 w 19758"/>
              <a:gd name="T5" fmla="*/ 1112990922 h 21600"/>
              <a:gd name="T6" fmla="*/ 0 60000 65536"/>
              <a:gd name="T7" fmla="*/ 0 60000 65536"/>
              <a:gd name="T8" fmla="*/ 0 60000 65536"/>
              <a:gd name="T9" fmla="*/ 0 w 19758"/>
              <a:gd name="T10" fmla="*/ 0 h 21600"/>
              <a:gd name="T11" fmla="*/ 19758 w 19758"/>
              <a:gd name="T12" fmla="*/ 21600 h 21600"/>
            </a:gdLst>
            <a:ahLst/>
            <a:cxnLst>
              <a:cxn ang="T6">
                <a:pos x="T0" y="T1"/>
              </a:cxn>
              <a:cxn ang="T7">
                <a:pos x="T2" y="T3"/>
              </a:cxn>
              <a:cxn ang="T8">
                <a:pos x="T4" y="T5"/>
              </a:cxn>
            </a:cxnLst>
            <a:rect l="T9" t="T10" r="T11" b="T12"/>
            <a:pathLst>
              <a:path w="19758" h="21600" fill="none" extrusionOk="0">
                <a:moveTo>
                  <a:pt x="-1" y="0"/>
                </a:moveTo>
                <a:cubicBezTo>
                  <a:pt x="8553" y="0"/>
                  <a:pt x="16301" y="5047"/>
                  <a:pt x="19757" y="12871"/>
                </a:cubicBezTo>
              </a:path>
              <a:path w="19758" h="21600" stroke="0" extrusionOk="0">
                <a:moveTo>
                  <a:pt x="-1" y="0"/>
                </a:moveTo>
                <a:cubicBezTo>
                  <a:pt x="8553" y="0"/>
                  <a:pt x="16301" y="5047"/>
                  <a:pt x="19757" y="12871"/>
                </a:cubicBezTo>
                <a:lnTo>
                  <a:pt x="0" y="21600"/>
                </a:lnTo>
                <a:close/>
              </a:path>
            </a:pathLst>
          </a:custGeom>
          <a:ln>
            <a:headEnd/>
            <a:tailEnd/>
          </a:ln>
        </p:spPr>
        <p:style>
          <a:lnRef idx="2">
            <a:schemeClr val="dk1"/>
          </a:lnRef>
          <a:fillRef idx="1">
            <a:schemeClr val="lt1"/>
          </a:fillRef>
          <a:effectRef idx="0">
            <a:schemeClr val="dk1"/>
          </a:effectRef>
          <a:fontRef idx="minor">
            <a:schemeClr val="dk1"/>
          </a:fontRef>
        </p:style>
        <p:txBody>
          <a:bodyPr wrap="none" anchor="ctr"/>
          <a:lstStyle/>
          <a:p>
            <a:pPr>
              <a:defRPr/>
            </a:pPr>
            <a:endParaRPr lang="en-US"/>
          </a:p>
        </p:txBody>
      </p:sp>
      <p:sp>
        <p:nvSpPr>
          <p:cNvPr id="46089" name="Text Box 11"/>
          <p:cNvSpPr txBox="1">
            <a:spLocks noChangeArrowheads="1"/>
          </p:cNvSpPr>
          <p:nvPr/>
        </p:nvSpPr>
        <p:spPr bwMode="auto">
          <a:xfrm>
            <a:off x="4249738" y="4330700"/>
            <a:ext cx="46831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400">
                <a:latin typeface="Arial" panose="020B0604020202020204" pitchFamily="34" charset="0"/>
              </a:rPr>
              <a:t>45</a:t>
            </a:r>
            <a:r>
              <a:rPr lang="en-US" altLang="en-US" sz="1400">
                <a:latin typeface="Arial" panose="020B0604020202020204" pitchFamily="34" charset="0"/>
                <a:cs typeface="Arial" panose="020B0604020202020204" pitchFamily="34" charset="0"/>
              </a:rPr>
              <a:t>º</a:t>
            </a:r>
          </a:p>
        </p:txBody>
      </p:sp>
      <p:sp>
        <p:nvSpPr>
          <p:cNvPr id="46090" name="Line 14"/>
          <p:cNvSpPr>
            <a:spLocks noChangeShapeType="1"/>
          </p:cNvSpPr>
          <p:nvPr/>
        </p:nvSpPr>
        <p:spPr bwMode="auto">
          <a:xfrm flipV="1">
            <a:off x="3708400" y="4686300"/>
            <a:ext cx="850900" cy="8477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091" name="Line 15"/>
          <p:cNvSpPr>
            <a:spLocks noChangeShapeType="1"/>
          </p:cNvSpPr>
          <p:nvPr/>
        </p:nvSpPr>
        <p:spPr bwMode="auto">
          <a:xfrm>
            <a:off x="3708400" y="5534025"/>
            <a:ext cx="1965325"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092" name="Line 16"/>
          <p:cNvSpPr>
            <a:spLocks noChangeShapeType="1"/>
          </p:cNvSpPr>
          <p:nvPr/>
        </p:nvSpPr>
        <p:spPr bwMode="auto">
          <a:xfrm rot="5400000">
            <a:off x="3573462" y="5673726"/>
            <a:ext cx="1965325"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093" name="Line 19"/>
          <p:cNvSpPr>
            <a:spLocks noChangeShapeType="1"/>
          </p:cNvSpPr>
          <p:nvPr/>
        </p:nvSpPr>
        <p:spPr bwMode="auto">
          <a:xfrm>
            <a:off x="3705225" y="5534025"/>
            <a:ext cx="17002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094" name="Line 20"/>
          <p:cNvSpPr>
            <a:spLocks noChangeShapeType="1"/>
          </p:cNvSpPr>
          <p:nvPr/>
        </p:nvSpPr>
        <p:spPr bwMode="auto">
          <a:xfrm>
            <a:off x="4556125" y="4686300"/>
            <a:ext cx="3175" cy="1701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095" name="Text Box 21"/>
          <p:cNvSpPr txBox="1">
            <a:spLocks noChangeArrowheads="1"/>
          </p:cNvSpPr>
          <p:nvPr/>
        </p:nvSpPr>
        <p:spPr bwMode="auto">
          <a:xfrm>
            <a:off x="3432175" y="5326063"/>
            <a:ext cx="3333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a:latin typeface="Arial" panose="020B0604020202020204" pitchFamily="34" charset="0"/>
              </a:rPr>
              <a:t>a</a:t>
            </a:r>
          </a:p>
        </p:txBody>
      </p:sp>
      <p:sp>
        <p:nvSpPr>
          <p:cNvPr id="46096" name="Text Box 22"/>
          <p:cNvSpPr txBox="1">
            <a:spLocks noChangeArrowheads="1"/>
          </p:cNvSpPr>
          <p:nvPr/>
        </p:nvSpPr>
        <p:spPr bwMode="auto">
          <a:xfrm>
            <a:off x="4402138" y="6303963"/>
            <a:ext cx="3333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a:latin typeface="Arial" panose="020B0604020202020204" pitchFamily="34" charset="0"/>
              </a:rPr>
              <a:t>b</a:t>
            </a:r>
          </a:p>
        </p:txBody>
      </p:sp>
      <p:sp>
        <p:nvSpPr>
          <p:cNvPr id="46097" name="Text Box 23"/>
          <p:cNvSpPr txBox="1">
            <a:spLocks noChangeArrowheads="1"/>
          </p:cNvSpPr>
          <p:nvPr/>
        </p:nvSpPr>
        <p:spPr bwMode="auto">
          <a:xfrm>
            <a:off x="5340350" y="5326063"/>
            <a:ext cx="3333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a:latin typeface="Arial" panose="020B0604020202020204" pitchFamily="34" charset="0"/>
              </a:rPr>
              <a:t>c</a:t>
            </a:r>
          </a:p>
        </p:txBody>
      </p:sp>
      <p:sp>
        <p:nvSpPr>
          <p:cNvPr id="46098" name="Text Box 24"/>
          <p:cNvSpPr txBox="1">
            <a:spLocks noChangeArrowheads="1"/>
          </p:cNvSpPr>
          <p:nvPr/>
        </p:nvSpPr>
        <p:spPr bwMode="auto">
          <a:xfrm>
            <a:off x="4559300" y="4487863"/>
            <a:ext cx="3333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a:latin typeface="Arial" panose="020B0604020202020204" pitchFamily="34" charset="0"/>
              </a:rPr>
              <a:t>d</a:t>
            </a:r>
          </a:p>
        </p:txBody>
      </p:sp>
      <p:sp>
        <p:nvSpPr>
          <p:cNvPr id="46099" name="Text Box 25"/>
          <p:cNvSpPr txBox="1">
            <a:spLocks noChangeArrowheads="1"/>
          </p:cNvSpPr>
          <p:nvPr/>
        </p:nvSpPr>
        <p:spPr bwMode="auto">
          <a:xfrm>
            <a:off x="4286250" y="5326063"/>
            <a:ext cx="3333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a:latin typeface="Arial" panose="020B0604020202020204" pitchFamily="34" charset="0"/>
              </a:rPr>
              <a:t>o</a:t>
            </a:r>
          </a:p>
        </p:txBody>
      </p:sp>
      <p:sp>
        <p:nvSpPr>
          <p:cNvPr id="46100" name="Line 26"/>
          <p:cNvSpPr>
            <a:spLocks noChangeShapeType="1"/>
          </p:cNvSpPr>
          <p:nvPr/>
        </p:nvSpPr>
        <p:spPr bwMode="auto">
          <a:xfrm flipV="1">
            <a:off x="3657600" y="4330700"/>
            <a:ext cx="0" cy="1203325"/>
          </a:xfrm>
          <a:prstGeom prst="line">
            <a:avLst/>
          </a:prstGeom>
          <a:noFill/>
          <a:ln w="9525">
            <a:solidFill>
              <a:srgbClr val="00B0F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101" name="Line 27"/>
          <p:cNvSpPr>
            <a:spLocks noChangeShapeType="1"/>
          </p:cNvSpPr>
          <p:nvPr/>
        </p:nvSpPr>
        <p:spPr bwMode="auto">
          <a:xfrm flipV="1">
            <a:off x="4556125" y="1905000"/>
            <a:ext cx="0" cy="3641725"/>
          </a:xfrm>
          <a:prstGeom prst="line">
            <a:avLst/>
          </a:prstGeom>
          <a:noFill/>
          <a:ln w="9525">
            <a:solidFill>
              <a:srgbClr val="00B0F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102" name="Line 28"/>
          <p:cNvSpPr>
            <a:spLocks noChangeShapeType="1"/>
          </p:cNvSpPr>
          <p:nvPr/>
        </p:nvSpPr>
        <p:spPr bwMode="auto">
          <a:xfrm flipV="1">
            <a:off x="5357813" y="4343400"/>
            <a:ext cx="0" cy="1203325"/>
          </a:xfrm>
          <a:prstGeom prst="line">
            <a:avLst/>
          </a:prstGeom>
          <a:noFill/>
          <a:ln w="9525">
            <a:solidFill>
              <a:srgbClr val="00B0F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103" name="Line 30"/>
          <p:cNvSpPr>
            <a:spLocks noChangeShapeType="1"/>
          </p:cNvSpPr>
          <p:nvPr/>
        </p:nvSpPr>
        <p:spPr bwMode="auto">
          <a:xfrm>
            <a:off x="4556125" y="2384425"/>
            <a:ext cx="0" cy="1946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104" name="Line 31"/>
          <p:cNvSpPr>
            <a:spLocks noChangeShapeType="1"/>
          </p:cNvSpPr>
          <p:nvPr/>
        </p:nvSpPr>
        <p:spPr bwMode="auto">
          <a:xfrm flipV="1">
            <a:off x="3705225" y="2384425"/>
            <a:ext cx="854075" cy="1946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105" name="Line 32"/>
          <p:cNvSpPr>
            <a:spLocks noChangeShapeType="1"/>
          </p:cNvSpPr>
          <p:nvPr/>
        </p:nvSpPr>
        <p:spPr bwMode="auto">
          <a:xfrm flipH="1" flipV="1">
            <a:off x="4559300" y="2384425"/>
            <a:ext cx="846138" cy="194627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6106" name="Text Box 33"/>
          <p:cNvSpPr txBox="1">
            <a:spLocks noChangeArrowheads="1"/>
          </p:cNvSpPr>
          <p:nvPr/>
        </p:nvSpPr>
        <p:spPr bwMode="auto">
          <a:xfrm>
            <a:off x="3500438" y="4305300"/>
            <a:ext cx="4143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a:latin typeface="Arial" panose="020B0604020202020204" pitchFamily="34" charset="0"/>
              </a:rPr>
              <a:t>a’</a:t>
            </a:r>
          </a:p>
        </p:txBody>
      </p:sp>
      <p:sp>
        <p:nvSpPr>
          <p:cNvPr id="46107" name="Text Box 34"/>
          <p:cNvSpPr txBox="1">
            <a:spLocks noChangeArrowheads="1"/>
          </p:cNvSpPr>
          <p:nvPr/>
        </p:nvSpPr>
        <p:spPr bwMode="auto">
          <a:xfrm>
            <a:off x="4264025" y="4037013"/>
            <a:ext cx="4143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a:latin typeface="Arial" panose="020B0604020202020204" pitchFamily="34" charset="0"/>
              </a:rPr>
              <a:t>b’</a:t>
            </a:r>
          </a:p>
        </p:txBody>
      </p:sp>
      <p:sp>
        <p:nvSpPr>
          <p:cNvPr id="46108" name="Text Box 35"/>
          <p:cNvSpPr txBox="1">
            <a:spLocks noChangeArrowheads="1"/>
          </p:cNvSpPr>
          <p:nvPr/>
        </p:nvSpPr>
        <p:spPr bwMode="auto">
          <a:xfrm>
            <a:off x="5322888" y="4221163"/>
            <a:ext cx="414337"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a:latin typeface="Arial" panose="020B0604020202020204" pitchFamily="34" charset="0"/>
              </a:rPr>
              <a:t>c’</a:t>
            </a:r>
          </a:p>
        </p:txBody>
      </p:sp>
      <p:sp>
        <p:nvSpPr>
          <p:cNvPr id="46109" name="Text Box 36"/>
          <p:cNvSpPr txBox="1">
            <a:spLocks noChangeArrowheads="1"/>
          </p:cNvSpPr>
          <p:nvPr/>
        </p:nvSpPr>
        <p:spPr bwMode="auto">
          <a:xfrm>
            <a:off x="4481513" y="4038600"/>
            <a:ext cx="4524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a:latin typeface="Arial" panose="020B0604020202020204" pitchFamily="34" charset="0"/>
              </a:rPr>
              <a:t>d’</a:t>
            </a:r>
          </a:p>
        </p:txBody>
      </p:sp>
      <p:sp>
        <p:nvSpPr>
          <p:cNvPr id="46110" name="Text Box 37"/>
          <p:cNvSpPr txBox="1">
            <a:spLocks noChangeArrowheads="1"/>
          </p:cNvSpPr>
          <p:nvPr/>
        </p:nvSpPr>
        <p:spPr bwMode="auto">
          <a:xfrm>
            <a:off x="4422775" y="2068513"/>
            <a:ext cx="4191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a:latin typeface="Arial" panose="020B0604020202020204" pitchFamily="34" charset="0"/>
              </a:rPr>
              <a:t>o’</a:t>
            </a:r>
          </a:p>
        </p:txBody>
      </p:sp>
      <p:sp>
        <p:nvSpPr>
          <p:cNvPr id="37926" name="Oval 38"/>
          <p:cNvSpPr>
            <a:spLocks noChangeArrowheads="1"/>
          </p:cNvSpPr>
          <p:nvPr/>
        </p:nvSpPr>
        <p:spPr bwMode="auto">
          <a:xfrm>
            <a:off x="4533900" y="3327400"/>
            <a:ext cx="46038" cy="46038"/>
          </a:xfrm>
          <a:prstGeom prst="ellipse">
            <a:avLst/>
          </a:prstGeom>
          <a:solidFill>
            <a:srgbClr val="FF0000">
              <a:alpha val="45097"/>
            </a:srgbClr>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Arial" panose="020B0604020202020204" pitchFamily="34" charset="0"/>
            </a:endParaRPr>
          </a:p>
        </p:txBody>
      </p:sp>
      <p:sp>
        <p:nvSpPr>
          <p:cNvPr id="37928" name="Line 40"/>
          <p:cNvSpPr>
            <a:spLocks noChangeShapeType="1"/>
          </p:cNvSpPr>
          <p:nvPr/>
        </p:nvSpPr>
        <p:spPr bwMode="auto">
          <a:xfrm flipV="1">
            <a:off x="3598863" y="2782888"/>
            <a:ext cx="1530350" cy="1527175"/>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en-IN"/>
          </a:p>
        </p:txBody>
      </p:sp>
      <p:sp>
        <p:nvSpPr>
          <p:cNvPr id="37929" name="Line 41"/>
          <p:cNvSpPr>
            <a:spLocks noChangeShapeType="1"/>
          </p:cNvSpPr>
          <p:nvPr/>
        </p:nvSpPr>
        <p:spPr bwMode="auto">
          <a:xfrm flipV="1">
            <a:off x="3617913" y="4103688"/>
            <a:ext cx="185737" cy="1905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7930" name="Line 42"/>
          <p:cNvSpPr>
            <a:spLocks noChangeShapeType="1"/>
          </p:cNvSpPr>
          <p:nvPr/>
        </p:nvSpPr>
        <p:spPr bwMode="auto">
          <a:xfrm flipV="1">
            <a:off x="4856163" y="2782888"/>
            <a:ext cx="273050" cy="2762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7931" name="Line 43"/>
          <p:cNvSpPr>
            <a:spLocks noChangeShapeType="1"/>
          </p:cNvSpPr>
          <p:nvPr/>
        </p:nvSpPr>
        <p:spPr bwMode="auto">
          <a:xfrm flipH="1" flipV="1">
            <a:off x="3808413" y="4106863"/>
            <a:ext cx="1587" cy="1427162"/>
          </a:xfrm>
          <a:prstGeom prst="line">
            <a:avLst/>
          </a:prstGeom>
          <a:noFill/>
          <a:ln w="9525">
            <a:solidFill>
              <a:schemeClr val="accent4">
                <a:lumMod val="75000"/>
              </a:schemeClr>
            </a:solidFill>
            <a:round/>
            <a:headEnd/>
            <a:tailEnd/>
          </a:ln>
        </p:spPr>
        <p:txBody>
          <a:bodyPr/>
          <a:lstStyle/>
          <a:p>
            <a:pPr>
              <a:defRPr/>
            </a:pPr>
            <a:endParaRPr lang="en-US"/>
          </a:p>
        </p:txBody>
      </p:sp>
      <p:sp>
        <p:nvSpPr>
          <p:cNvPr id="37932" name="Line 44"/>
          <p:cNvSpPr>
            <a:spLocks noChangeShapeType="1"/>
          </p:cNvSpPr>
          <p:nvPr/>
        </p:nvSpPr>
        <p:spPr bwMode="auto">
          <a:xfrm flipH="1" flipV="1">
            <a:off x="4852988" y="3060700"/>
            <a:ext cx="3175" cy="2473325"/>
          </a:xfrm>
          <a:prstGeom prst="line">
            <a:avLst/>
          </a:prstGeom>
          <a:noFill/>
          <a:ln w="9525">
            <a:solidFill>
              <a:schemeClr val="accent4">
                <a:lumMod val="75000"/>
              </a:schemeClr>
            </a:solidFill>
            <a:round/>
            <a:headEnd/>
            <a:tailEnd/>
          </a:ln>
        </p:spPr>
        <p:txBody>
          <a:bodyPr/>
          <a:lstStyle/>
          <a:p>
            <a:pPr>
              <a:defRPr/>
            </a:pPr>
            <a:endParaRPr lang="en-US"/>
          </a:p>
        </p:txBody>
      </p:sp>
      <p:sp>
        <p:nvSpPr>
          <p:cNvPr id="37933" name="Line 45"/>
          <p:cNvSpPr>
            <a:spLocks noChangeShapeType="1"/>
          </p:cNvSpPr>
          <p:nvPr/>
        </p:nvSpPr>
        <p:spPr bwMode="auto">
          <a:xfrm flipH="1">
            <a:off x="4135438" y="3351213"/>
            <a:ext cx="420687" cy="0"/>
          </a:xfrm>
          <a:prstGeom prst="line">
            <a:avLst/>
          </a:prstGeom>
          <a:noFill/>
          <a:ln w="9525">
            <a:solidFill>
              <a:schemeClr val="accent4">
                <a:lumMod val="75000"/>
              </a:schemeClr>
            </a:solidFill>
            <a:round/>
            <a:headEnd/>
            <a:tailEnd/>
          </a:ln>
        </p:spPr>
        <p:txBody>
          <a:bodyPr/>
          <a:lstStyle/>
          <a:p>
            <a:pPr>
              <a:defRPr/>
            </a:pPr>
            <a:endParaRPr lang="en-US"/>
          </a:p>
        </p:txBody>
      </p:sp>
      <p:sp>
        <p:nvSpPr>
          <p:cNvPr id="37934" name="Line 46"/>
          <p:cNvSpPr>
            <a:spLocks noChangeShapeType="1"/>
          </p:cNvSpPr>
          <p:nvPr/>
        </p:nvSpPr>
        <p:spPr bwMode="auto">
          <a:xfrm>
            <a:off x="4135438" y="3351213"/>
            <a:ext cx="0" cy="2182812"/>
          </a:xfrm>
          <a:prstGeom prst="line">
            <a:avLst/>
          </a:prstGeom>
          <a:noFill/>
          <a:ln w="9525">
            <a:solidFill>
              <a:schemeClr val="accent4">
                <a:lumMod val="75000"/>
              </a:schemeClr>
            </a:solidFill>
            <a:round/>
            <a:headEnd/>
            <a:tailEnd/>
          </a:ln>
        </p:spPr>
        <p:txBody>
          <a:bodyPr/>
          <a:lstStyle/>
          <a:p>
            <a:pPr>
              <a:defRPr/>
            </a:pPr>
            <a:endParaRPr lang="en-US"/>
          </a:p>
        </p:txBody>
      </p:sp>
      <p:sp>
        <p:nvSpPr>
          <p:cNvPr id="37935" name="Arc 47"/>
          <p:cNvSpPr>
            <a:spLocks/>
          </p:cNvSpPr>
          <p:nvPr/>
        </p:nvSpPr>
        <p:spPr bwMode="auto">
          <a:xfrm rot="10800000" flipV="1">
            <a:off x="4135438" y="5116513"/>
            <a:ext cx="423862" cy="841375"/>
          </a:xfrm>
          <a:custGeom>
            <a:avLst/>
            <a:gdLst>
              <a:gd name="T0" fmla="*/ 2147483647 w 21736"/>
              <a:gd name="T1" fmla="*/ 0 h 43200"/>
              <a:gd name="T2" fmla="*/ 0 w 21736"/>
              <a:gd name="T3" fmla="*/ 2147483647 h 43200"/>
              <a:gd name="T4" fmla="*/ 2147483647 w 21736"/>
              <a:gd name="T5" fmla="*/ 2147483647 h 43200"/>
              <a:gd name="T6" fmla="*/ 0 60000 65536"/>
              <a:gd name="T7" fmla="*/ 0 60000 65536"/>
              <a:gd name="T8" fmla="*/ 0 60000 65536"/>
              <a:gd name="T9" fmla="*/ 0 w 21736"/>
              <a:gd name="T10" fmla="*/ 0 h 43200"/>
              <a:gd name="T11" fmla="*/ 21736 w 21736"/>
              <a:gd name="T12" fmla="*/ 43200 h 43200"/>
            </a:gdLst>
            <a:ahLst/>
            <a:cxnLst>
              <a:cxn ang="T6">
                <a:pos x="T0" y="T1"/>
              </a:cxn>
              <a:cxn ang="T7">
                <a:pos x="T2" y="T3"/>
              </a:cxn>
              <a:cxn ang="T8">
                <a:pos x="T4" y="T5"/>
              </a:cxn>
            </a:cxnLst>
            <a:rect l="T9" t="T10" r="T11" b="T12"/>
            <a:pathLst>
              <a:path w="21736" h="43200" fill="none" extrusionOk="0">
                <a:moveTo>
                  <a:pt x="135" y="0"/>
                </a:moveTo>
                <a:cubicBezTo>
                  <a:pt x="12065" y="0"/>
                  <a:pt x="21736" y="9670"/>
                  <a:pt x="21736" y="21600"/>
                </a:cubicBezTo>
                <a:cubicBezTo>
                  <a:pt x="21736" y="33529"/>
                  <a:pt x="12065" y="43200"/>
                  <a:pt x="136" y="43200"/>
                </a:cubicBezTo>
                <a:cubicBezTo>
                  <a:pt x="90" y="43200"/>
                  <a:pt x="45" y="43199"/>
                  <a:pt x="0" y="43199"/>
                </a:cubicBezTo>
              </a:path>
              <a:path w="21736" h="43200" stroke="0" extrusionOk="0">
                <a:moveTo>
                  <a:pt x="135" y="0"/>
                </a:moveTo>
                <a:cubicBezTo>
                  <a:pt x="12065" y="0"/>
                  <a:pt x="21736" y="9670"/>
                  <a:pt x="21736" y="21600"/>
                </a:cubicBezTo>
                <a:cubicBezTo>
                  <a:pt x="21736" y="33529"/>
                  <a:pt x="12065" y="43200"/>
                  <a:pt x="136" y="43200"/>
                </a:cubicBezTo>
                <a:cubicBezTo>
                  <a:pt x="90" y="43200"/>
                  <a:pt x="45" y="43199"/>
                  <a:pt x="0" y="43199"/>
                </a:cubicBezTo>
                <a:lnTo>
                  <a:pt x="136" y="21600"/>
                </a:lnTo>
                <a:close/>
              </a:path>
            </a:pathLst>
          </a:custGeom>
          <a:noFill/>
          <a:ln w="9525">
            <a:solidFill>
              <a:schemeClr val="tx1">
                <a:lumMod val="95000"/>
                <a:lumOff val="5000"/>
              </a:schemeClr>
            </a:solidFill>
            <a:round/>
            <a:headEnd/>
            <a:tailEnd/>
          </a:ln>
        </p:spPr>
        <p:txBody>
          <a:bodyPr wrap="none" anchor="ctr"/>
          <a:lstStyle/>
          <a:p>
            <a:pPr>
              <a:defRPr/>
            </a:pPr>
            <a:endParaRPr lang="en-US"/>
          </a:p>
        </p:txBody>
      </p:sp>
      <p:sp>
        <p:nvSpPr>
          <p:cNvPr id="37936" name="Oval 48"/>
          <p:cNvSpPr>
            <a:spLocks noChangeArrowheads="1"/>
          </p:cNvSpPr>
          <p:nvPr/>
        </p:nvSpPr>
        <p:spPr bwMode="auto">
          <a:xfrm>
            <a:off x="3779838" y="5510213"/>
            <a:ext cx="46037" cy="46037"/>
          </a:xfrm>
          <a:prstGeom prst="ellipse">
            <a:avLst/>
          </a:prstGeom>
          <a:solidFill>
            <a:srgbClr val="FF0000">
              <a:alpha val="45097"/>
            </a:srgbClr>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Arial" panose="020B0604020202020204" pitchFamily="34" charset="0"/>
            </a:endParaRPr>
          </a:p>
        </p:txBody>
      </p:sp>
      <p:sp>
        <p:nvSpPr>
          <p:cNvPr id="37937" name="Oval 49"/>
          <p:cNvSpPr>
            <a:spLocks noChangeArrowheads="1"/>
          </p:cNvSpPr>
          <p:nvPr/>
        </p:nvSpPr>
        <p:spPr bwMode="auto">
          <a:xfrm>
            <a:off x="4832350" y="5510213"/>
            <a:ext cx="46038" cy="46037"/>
          </a:xfrm>
          <a:prstGeom prst="ellipse">
            <a:avLst/>
          </a:prstGeom>
          <a:solidFill>
            <a:srgbClr val="FF0000">
              <a:alpha val="45097"/>
            </a:srgbClr>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Arial" panose="020B0604020202020204" pitchFamily="34" charset="0"/>
            </a:endParaRPr>
          </a:p>
        </p:txBody>
      </p:sp>
      <p:sp>
        <p:nvSpPr>
          <p:cNvPr id="37938" name="Oval 50"/>
          <p:cNvSpPr>
            <a:spLocks noChangeArrowheads="1"/>
          </p:cNvSpPr>
          <p:nvPr/>
        </p:nvSpPr>
        <p:spPr bwMode="auto">
          <a:xfrm>
            <a:off x="4533900" y="5092700"/>
            <a:ext cx="46038" cy="46038"/>
          </a:xfrm>
          <a:prstGeom prst="ellipse">
            <a:avLst/>
          </a:prstGeom>
          <a:solidFill>
            <a:srgbClr val="FF0000">
              <a:alpha val="45097"/>
            </a:srgbClr>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Arial" panose="020B0604020202020204" pitchFamily="34" charset="0"/>
            </a:endParaRPr>
          </a:p>
        </p:txBody>
      </p:sp>
      <p:sp>
        <p:nvSpPr>
          <p:cNvPr id="37939" name="Oval 51"/>
          <p:cNvSpPr>
            <a:spLocks noChangeArrowheads="1"/>
          </p:cNvSpPr>
          <p:nvPr/>
        </p:nvSpPr>
        <p:spPr bwMode="auto">
          <a:xfrm>
            <a:off x="4533900" y="5934075"/>
            <a:ext cx="46038" cy="46038"/>
          </a:xfrm>
          <a:prstGeom prst="ellipse">
            <a:avLst/>
          </a:prstGeom>
          <a:solidFill>
            <a:srgbClr val="FF0000">
              <a:alpha val="45097"/>
            </a:srgbClr>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Arial" panose="020B0604020202020204" pitchFamily="34" charset="0"/>
            </a:endParaRPr>
          </a:p>
        </p:txBody>
      </p:sp>
      <p:sp>
        <p:nvSpPr>
          <p:cNvPr id="37940" name="Freeform 52"/>
          <p:cNvSpPr>
            <a:spLocks/>
          </p:cNvSpPr>
          <p:nvPr/>
        </p:nvSpPr>
        <p:spPr bwMode="auto">
          <a:xfrm>
            <a:off x="3798888" y="5113338"/>
            <a:ext cx="1054100" cy="838200"/>
          </a:xfrm>
          <a:custGeom>
            <a:avLst/>
            <a:gdLst>
              <a:gd name="T0" fmla="*/ 0 w 664"/>
              <a:gd name="T1" fmla="*/ 2147483646 h 528"/>
              <a:gd name="T2" fmla="*/ 2147483646 w 664"/>
              <a:gd name="T3" fmla="*/ 0 h 528"/>
              <a:gd name="T4" fmla="*/ 2147483646 w 664"/>
              <a:gd name="T5" fmla="*/ 2147483646 h 528"/>
              <a:gd name="T6" fmla="*/ 2147483646 w 664"/>
              <a:gd name="T7" fmla="*/ 2147483646 h 528"/>
              <a:gd name="T8" fmla="*/ 0 w 664"/>
              <a:gd name="T9" fmla="*/ 2147483646 h 528"/>
              <a:gd name="T10" fmla="*/ 0 60000 65536"/>
              <a:gd name="T11" fmla="*/ 0 60000 65536"/>
              <a:gd name="T12" fmla="*/ 0 60000 65536"/>
              <a:gd name="T13" fmla="*/ 0 60000 65536"/>
              <a:gd name="T14" fmla="*/ 0 60000 65536"/>
              <a:gd name="T15" fmla="*/ 0 w 664"/>
              <a:gd name="T16" fmla="*/ 0 h 528"/>
              <a:gd name="T17" fmla="*/ 664 w 664"/>
              <a:gd name="T18" fmla="*/ 528 h 528"/>
            </a:gdLst>
            <a:ahLst/>
            <a:cxnLst>
              <a:cxn ang="T10">
                <a:pos x="T0" y="T1"/>
              </a:cxn>
              <a:cxn ang="T11">
                <a:pos x="T2" y="T3"/>
              </a:cxn>
              <a:cxn ang="T12">
                <a:pos x="T4" y="T5"/>
              </a:cxn>
              <a:cxn ang="T13">
                <a:pos x="T6" y="T7"/>
              </a:cxn>
              <a:cxn ang="T14">
                <a:pos x="T8" y="T9"/>
              </a:cxn>
            </a:cxnLst>
            <a:rect l="T15" t="T16" r="T17" b="T18"/>
            <a:pathLst>
              <a:path w="664" h="528">
                <a:moveTo>
                  <a:pt x="0" y="261"/>
                </a:moveTo>
                <a:lnTo>
                  <a:pt x="474" y="0"/>
                </a:lnTo>
                <a:lnTo>
                  <a:pt x="664" y="261"/>
                </a:lnTo>
                <a:lnTo>
                  <a:pt x="475" y="528"/>
                </a:lnTo>
                <a:lnTo>
                  <a:pt x="0" y="261"/>
                </a:lnTo>
                <a:close/>
              </a:path>
            </a:pathLst>
          </a:custGeom>
          <a:solidFill>
            <a:schemeClr val="accent1">
              <a:alpha val="0"/>
            </a:schemeClr>
          </a:solidFill>
          <a:ln w="22225">
            <a:solidFill>
              <a:schemeClr val="tx1"/>
            </a:solidFill>
            <a:round/>
            <a:headEnd/>
            <a:tailEnd/>
          </a:ln>
        </p:spPr>
        <p:txBody>
          <a:bodyPr/>
          <a:lstStyle/>
          <a:p>
            <a:endParaRPr lang="en-IN"/>
          </a:p>
        </p:txBody>
      </p:sp>
      <p:sp>
        <p:nvSpPr>
          <p:cNvPr id="37942" name="Line 54"/>
          <p:cNvSpPr>
            <a:spLocks noChangeShapeType="1"/>
          </p:cNvSpPr>
          <p:nvPr/>
        </p:nvSpPr>
        <p:spPr bwMode="auto">
          <a:xfrm flipH="1">
            <a:off x="3705225" y="5534025"/>
            <a:ext cx="9842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7943" name="Line 55"/>
          <p:cNvSpPr>
            <a:spLocks noChangeShapeType="1"/>
          </p:cNvSpPr>
          <p:nvPr/>
        </p:nvSpPr>
        <p:spPr bwMode="auto">
          <a:xfrm flipV="1">
            <a:off x="4559300" y="4686300"/>
            <a:ext cx="0" cy="4318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7944" name="Line 56"/>
          <p:cNvSpPr>
            <a:spLocks noChangeShapeType="1"/>
          </p:cNvSpPr>
          <p:nvPr/>
        </p:nvSpPr>
        <p:spPr bwMode="auto">
          <a:xfrm>
            <a:off x="4856163" y="5534025"/>
            <a:ext cx="549275"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7945" name="Line 57"/>
          <p:cNvSpPr>
            <a:spLocks noChangeShapeType="1"/>
          </p:cNvSpPr>
          <p:nvPr/>
        </p:nvSpPr>
        <p:spPr bwMode="auto">
          <a:xfrm>
            <a:off x="4559300" y="5957888"/>
            <a:ext cx="0" cy="4286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7946" name="Text Box 58"/>
          <p:cNvSpPr txBox="1">
            <a:spLocks noChangeArrowheads="1"/>
          </p:cNvSpPr>
          <p:nvPr/>
        </p:nvSpPr>
        <p:spPr bwMode="auto">
          <a:xfrm>
            <a:off x="3779838" y="5281613"/>
            <a:ext cx="27146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200">
                <a:latin typeface="Arial" panose="020B0604020202020204" pitchFamily="34" charset="0"/>
              </a:rPr>
              <a:t>1</a:t>
            </a:r>
          </a:p>
        </p:txBody>
      </p:sp>
      <p:sp>
        <p:nvSpPr>
          <p:cNvPr id="37947" name="Text Box 59"/>
          <p:cNvSpPr txBox="1">
            <a:spLocks noChangeArrowheads="1"/>
          </p:cNvSpPr>
          <p:nvPr/>
        </p:nvSpPr>
        <p:spPr bwMode="auto">
          <a:xfrm>
            <a:off x="4494213" y="5856288"/>
            <a:ext cx="27146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200">
                <a:latin typeface="Arial" panose="020B0604020202020204" pitchFamily="34" charset="0"/>
              </a:rPr>
              <a:t>2</a:t>
            </a:r>
          </a:p>
        </p:txBody>
      </p:sp>
      <p:sp>
        <p:nvSpPr>
          <p:cNvPr id="37948" name="Text Box 60"/>
          <p:cNvSpPr txBox="1">
            <a:spLocks noChangeArrowheads="1"/>
          </p:cNvSpPr>
          <p:nvPr/>
        </p:nvSpPr>
        <p:spPr bwMode="auto">
          <a:xfrm>
            <a:off x="4770438" y="5510213"/>
            <a:ext cx="27146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200">
                <a:latin typeface="Arial" panose="020B0604020202020204" pitchFamily="34" charset="0"/>
              </a:rPr>
              <a:t>3</a:t>
            </a:r>
          </a:p>
        </p:txBody>
      </p:sp>
      <p:sp>
        <p:nvSpPr>
          <p:cNvPr id="37949" name="Text Box 61"/>
          <p:cNvSpPr txBox="1">
            <a:spLocks noChangeArrowheads="1"/>
          </p:cNvSpPr>
          <p:nvPr/>
        </p:nvSpPr>
        <p:spPr bwMode="auto">
          <a:xfrm>
            <a:off x="4533900" y="4954588"/>
            <a:ext cx="27146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200">
                <a:latin typeface="Arial" panose="020B0604020202020204" pitchFamily="34" charset="0"/>
              </a:rPr>
              <a:t>4</a:t>
            </a:r>
          </a:p>
        </p:txBody>
      </p:sp>
      <p:sp>
        <p:nvSpPr>
          <p:cNvPr id="37950" name="Text Box 62"/>
          <p:cNvSpPr txBox="1">
            <a:spLocks noChangeArrowheads="1"/>
          </p:cNvSpPr>
          <p:nvPr/>
        </p:nvSpPr>
        <p:spPr bwMode="auto">
          <a:xfrm>
            <a:off x="3636963" y="3806825"/>
            <a:ext cx="3222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200">
                <a:latin typeface="Arial" panose="020B0604020202020204" pitchFamily="34" charset="0"/>
              </a:rPr>
              <a:t>1’</a:t>
            </a:r>
          </a:p>
        </p:txBody>
      </p:sp>
      <p:sp>
        <p:nvSpPr>
          <p:cNvPr id="37951" name="Text Box 63"/>
          <p:cNvSpPr txBox="1">
            <a:spLocks noChangeArrowheads="1"/>
          </p:cNvSpPr>
          <p:nvPr/>
        </p:nvSpPr>
        <p:spPr bwMode="auto">
          <a:xfrm>
            <a:off x="4319588" y="3286125"/>
            <a:ext cx="3222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200">
                <a:latin typeface="Arial" panose="020B0604020202020204" pitchFamily="34" charset="0"/>
              </a:rPr>
              <a:t>2’</a:t>
            </a:r>
          </a:p>
        </p:txBody>
      </p:sp>
      <p:sp>
        <p:nvSpPr>
          <p:cNvPr id="37952" name="Text Box 64"/>
          <p:cNvSpPr txBox="1">
            <a:spLocks noChangeArrowheads="1"/>
          </p:cNvSpPr>
          <p:nvPr/>
        </p:nvSpPr>
        <p:spPr bwMode="auto">
          <a:xfrm>
            <a:off x="4900613" y="2936875"/>
            <a:ext cx="3222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200">
                <a:latin typeface="Arial" panose="020B0604020202020204" pitchFamily="34" charset="0"/>
              </a:rPr>
              <a:t>3’</a:t>
            </a:r>
          </a:p>
        </p:txBody>
      </p:sp>
      <p:sp>
        <p:nvSpPr>
          <p:cNvPr id="37953" name="Text Box 65"/>
          <p:cNvSpPr txBox="1">
            <a:spLocks noChangeArrowheads="1"/>
          </p:cNvSpPr>
          <p:nvPr/>
        </p:nvSpPr>
        <p:spPr bwMode="auto">
          <a:xfrm>
            <a:off x="4510088" y="3289300"/>
            <a:ext cx="3222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200">
                <a:latin typeface="Arial" panose="020B0604020202020204" pitchFamily="34" charset="0"/>
              </a:rPr>
              <a:t>4’</a:t>
            </a:r>
          </a:p>
        </p:txBody>
      </p:sp>
      <p:sp>
        <p:nvSpPr>
          <p:cNvPr id="37954" name="Line 66"/>
          <p:cNvSpPr>
            <a:spLocks noChangeShapeType="1"/>
          </p:cNvSpPr>
          <p:nvPr/>
        </p:nvSpPr>
        <p:spPr bwMode="auto">
          <a:xfrm flipH="1">
            <a:off x="3705225" y="4103688"/>
            <a:ext cx="96838" cy="22701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7955" name="Line 67"/>
          <p:cNvSpPr>
            <a:spLocks noChangeShapeType="1"/>
          </p:cNvSpPr>
          <p:nvPr/>
        </p:nvSpPr>
        <p:spPr bwMode="auto">
          <a:xfrm>
            <a:off x="4556125" y="3351213"/>
            <a:ext cx="0" cy="97948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7956" name="Line 68"/>
          <p:cNvSpPr>
            <a:spLocks noChangeShapeType="1"/>
          </p:cNvSpPr>
          <p:nvPr/>
        </p:nvSpPr>
        <p:spPr bwMode="auto">
          <a:xfrm>
            <a:off x="4852988" y="3060700"/>
            <a:ext cx="552450" cy="127000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7957" name="Line 69"/>
          <p:cNvSpPr>
            <a:spLocks noChangeShapeType="1"/>
          </p:cNvSpPr>
          <p:nvPr/>
        </p:nvSpPr>
        <p:spPr bwMode="auto">
          <a:xfrm>
            <a:off x="3705225" y="4330700"/>
            <a:ext cx="170338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7958" name="Line 70"/>
          <p:cNvSpPr>
            <a:spLocks noChangeShapeType="1"/>
          </p:cNvSpPr>
          <p:nvPr/>
        </p:nvSpPr>
        <p:spPr bwMode="auto">
          <a:xfrm rot="2700000">
            <a:off x="2526507" y="3571081"/>
            <a:ext cx="1492250" cy="14287"/>
          </a:xfrm>
          <a:prstGeom prst="line">
            <a:avLst/>
          </a:prstGeom>
          <a:noFill/>
          <a:ln w="9525">
            <a:solidFill>
              <a:srgbClr val="96969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7959" name="Line 71"/>
          <p:cNvSpPr>
            <a:spLocks noChangeShapeType="1"/>
          </p:cNvSpPr>
          <p:nvPr/>
        </p:nvSpPr>
        <p:spPr bwMode="auto">
          <a:xfrm>
            <a:off x="3802063" y="4330700"/>
            <a:ext cx="0" cy="1203325"/>
          </a:xfrm>
          <a:prstGeom prst="line">
            <a:avLst/>
          </a:prstGeom>
          <a:ln>
            <a:solidFill>
              <a:srgbClr val="FF0000"/>
            </a:solidFill>
            <a:headEnd/>
            <a:tailEnd/>
          </a:ln>
        </p:spPr>
        <p:style>
          <a:lnRef idx="3">
            <a:schemeClr val="accent2"/>
          </a:lnRef>
          <a:fillRef idx="0">
            <a:schemeClr val="accent2"/>
          </a:fillRef>
          <a:effectRef idx="2">
            <a:schemeClr val="accent2"/>
          </a:effectRef>
          <a:fontRef idx="minor">
            <a:schemeClr val="tx1"/>
          </a:fontRef>
        </p:style>
        <p:txBody>
          <a:bodyPr/>
          <a:lstStyle/>
          <a:p>
            <a:pPr>
              <a:defRPr/>
            </a:pPr>
            <a:endParaRPr lang="en-US"/>
          </a:p>
        </p:txBody>
      </p:sp>
      <p:sp>
        <p:nvSpPr>
          <p:cNvPr id="37960" name="Line 72"/>
          <p:cNvSpPr>
            <a:spLocks noChangeShapeType="1"/>
          </p:cNvSpPr>
          <p:nvPr/>
        </p:nvSpPr>
        <p:spPr bwMode="auto">
          <a:xfrm rot="-2700000">
            <a:off x="3375025" y="3090863"/>
            <a:ext cx="0" cy="120332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7961" name="Line 73"/>
          <p:cNvSpPr>
            <a:spLocks noChangeShapeType="1"/>
          </p:cNvSpPr>
          <p:nvPr/>
        </p:nvSpPr>
        <p:spPr bwMode="auto">
          <a:xfrm rot="2700000">
            <a:off x="3283744" y="2807494"/>
            <a:ext cx="1492250" cy="14288"/>
          </a:xfrm>
          <a:prstGeom prst="line">
            <a:avLst/>
          </a:prstGeom>
          <a:noFill/>
          <a:ln w="9525">
            <a:solidFill>
              <a:srgbClr val="96969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7962" name="Line 74"/>
          <p:cNvSpPr>
            <a:spLocks noChangeShapeType="1"/>
          </p:cNvSpPr>
          <p:nvPr/>
        </p:nvSpPr>
        <p:spPr bwMode="auto">
          <a:xfrm>
            <a:off x="4572000" y="4333875"/>
            <a:ext cx="0" cy="776288"/>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7963" name="Line 75"/>
          <p:cNvSpPr>
            <a:spLocks noChangeShapeType="1"/>
          </p:cNvSpPr>
          <p:nvPr/>
        </p:nvSpPr>
        <p:spPr bwMode="auto">
          <a:xfrm rot="-2700000">
            <a:off x="4286250" y="2687638"/>
            <a:ext cx="0" cy="776287"/>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7964" name="Oval 76"/>
          <p:cNvSpPr>
            <a:spLocks noChangeArrowheads="1"/>
          </p:cNvSpPr>
          <p:nvPr/>
        </p:nvSpPr>
        <p:spPr bwMode="auto">
          <a:xfrm>
            <a:off x="2924175" y="3244850"/>
            <a:ext cx="46038" cy="46038"/>
          </a:xfrm>
          <a:prstGeom prst="ellipse">
            <a:avLst/>
          </a:prstGeom>
          <a:solidFill>
            <a:srgbClr val="FF00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Arial" panose="020B0604020202020204" pitchFamily="34" charset="0"/>
            </a:endParaRPr>
          </a:p>
        </p:txBody>
      </p:sp>
      <p:sp>
        <p:nvSpPr>
          <p:cNvPr id="37965" name="Text Box 77"/>
          <p:cNvSpPr txBox="1">
            <a:spLocks noChangeArrowheads="1"/>
          </p:cNvSpPr>
          <p:nvPr/>
        </p:nvSpPr>
        <p:spPr bwMode="auto">
          <a:xfrm>
            <a:off x="2768600" y="3208338"/>
            <a:ext cx="349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200">
                <a:latin typeface="Arial" panose="020B0604020202020204" pitchFamily="34" charset="0"/>
              </a:rPr>
              <a:t>1</a:t>
            </a:r>
            <a:r>
              <a:rPr lang="en-US" altLang="en-US" sz="1200" baseline="-25000">
                <a:latin typeface="Arial" panose="020B0604020202020204" pitchFamily="34" charset="0"/>
              </a:rPr>
              <a:t>1</a:t>
            </a:r>
          </a:p>
        </p:txBody>
      </p:sp>
      <p:sp>
        <p:nvSpPr>
          <p:cNvPr id="37966" name="Oval 78"/>
          <p:cNvSpPr>
            <a:spLocks noChangeArrowheads="1"/>
          </p:cNvSpPr>
          <p:nvPr/>
        </p:nvSpPr>
        <p:spPr bwMode="auto">
          <a:xfrm>
            <a:off x="3986213" y="2774950"/>
            <a:ext cx="46037" cy="46038"/>
          </a:xfrm>
          <a:prstGeom prst="ellipse">
            <a:avLst/>
          </a:prstGeom>
          <a:solidFill>
            <a:srgbClr val="00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Arial" panose="020B0604020202020204" pitchFamily="34" charset="0"/>
            </a:endParaRPr>
          </a:p>
        </p:txBody>
      </p:sp>
      <p:sp>
        <p:nvSpPr>
          <p:cNvPr id="37967" name="Line 79"/>
          <p:cNvSpPr>
            <a:spLocks noChangeShapeType="1"/>
          </p:cNvSpPr>
          <p:nvPr/>
        </p:nvSpPr>
        <p:spPr bwMode="auto">
          <a:xfrm>
            <a:off x="4572000" y="4327525"/>
            <a:ext cx="0" cy="1628775"/>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7968" name="Line 80"/>
          <p:cNvSpPr>
            <a:spLocks noChangeShapeType="1"/>
          </p:cNvSpPr>
          <p:nvPr/>
        </p:nvSpPr>
        <p:spPr bwMode="auto">
          <a:xfrm rot="-2700000">
            <a:off x="3987800" y="1960563"/>
            <a:ext cx="0" cy="1628775"/>
          </a:xfrm>
          <a:prstGeom prst="line">
            <a:avLst/>
          </a:prstGeom>
          <a:noFill/>
          <a:ln w="9525">
            <a:solidFill>
              <a:srgbClr val="00FF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7969" name="Oval 81"/>
          <p:cNvSpPr>
            <a:spLocks noChangeArrowheads="1"/>
          </p:cNvSpPr>
          <p:nvPr/>
        </p:nvSpPr>
        <p:spPr bwMode="auto">
          <a:xfrm>
            <a:off x="3384550" y="2168525"/>
            <a:ext cx="46038" cy="46038"/>
          </a:xfrm>
          <a:prstGeom prst="ellipse">
            <a:avLst/>
          </a:prstGeom>
          <a:solidFill>
            <a:srgbClr val="00FF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Arial" panose="020B0604020202020204" pitchFamily="34" charset="0"/>
            </a:endParaRPr>
          </a:p>
        </p:txBody>
      </p:sp>
      <p:sp>
        <p:nvSpPr>
          <p:cNvPr id="37970" name="Line 82"/>
          <p:cNvSpPr>
            <a:spLocks noChangeShapeType="1"/>
          </p:cNvSpPr>
          <p:nvPr/>
        </p:nvSpPr>
        <p:spPr bwMode="auto">
          <a:xfrm rot="2700000">
            <a:off x="3580607" y="2518569"/>
            <a:ext cx="1492250" cy="14287"/>
          </a:xfrm>
          <a:prstGeom prst="line">
            <a:avLst/>
          </a:prstGeom>
          <a:noFill/>
          <a:ln w="9525">
            <a:solidFill>
              <a:srgbClr val="969696"/>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7971" name="Line 83"/>
          <p:cNvSpPr>
            <a:spLocks noChangeShapeType="1"/>
          </p:cNvSpPr>
          <p:nvPr/>
        </p:nvSpPr>
        <p:spPr bwMode="auto">
          <a:xfrm>
            <a:off x="4854575" y="4332288"/>
            <a:ext cx="0" cy="1203325"/>
          </a:xfrm>
          <a:prstGeom prst="line">
            <a:avLst/>
          </a:prstGeom>
          <a:ln>
            <a:solidFill>
              <a:srgbClr val="FF0000"/>
            </a:solidFill>
            <a:headEnd/>
            <a:tailEnd/>
          </a:ln>
        </p:spPr>
        <p:style>
          <a:lnRef idx="3">
            <a:schemeClr val="accent2"/>
          </a:lnRef>
          <a:fillRef idx="0">
            <a:schemeClr val="accent2"/>
          </a:fillRef>
          <a:effectRef idx="2">
            <a:schemeClr val="accent2"/>
          </a:effectRef>
          <a:fontRef idx="minor">
            <a:schemeClr val="tx1"/>
          </a:fontRef>
        </p:style>
        <p:txBody>
          <a:bodyPr/>
          <a:lstStyle/>
          <a:p>
            <a:pPr>
              <a:defRPr/>
            </a:pPr>
            <a:endParaRPr lang="en-US"/>
          </a:p>
        </p:txBody>
      </p:sp>
      <p:sp>
        <p:nvSpPr>
          <p:cNvPr id="37972" name="Line 84"/>
          <p:cNvSpPr>
            <a:spLocks noChangeShapeType="1"/>
          </p:cNvSpPr>
          <p:nvPr/>
        </p:nvSpPr>
        <p:spPr bwMode="auto">
          <a:xfrm rot="-2700000">
            <a:off x="4425950" y="2030413"/>
            <a:ext cx="0" cy="1203325"/>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7973" name="Oval 85"/>
          <p:cNvSpPr>
            <a:spLocks noChangeArrowheads="1"/>
          </p:cNvSpPr>
          <p:nvPr/>
        </p:nvSpPr>
        <p:spPr bwMode="auto">
          <a:xfrm>
            <a:off x="3976688" y="2178050"/>
            <a:ext cx="46037" cy="46038"/>
          </a:xfrm>
          <a:prstGeom prst="ellipse">
            <a:avLst/>
          </a:prstGeom>
          <a:solidFill>
            <a:srgbClr val="FF00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Arial" panose="020B0604020202020204" pitchFamily="34" charset="0"/>
            </a:endParaRPr>
          </a:p>
        </p:txBody>
      </p:sp>
      <p:sp>
        <p:nvSpPr>
          <p:cNvPr id="37974" name="Text Box 86"/>
          <p:cNvSpPr txBox="1">
            <a:spLocks noChangeArrowheads="1"/>
          </p:cNvSpPr>
          <p:nvPr/>
        </p:nvSpPr>
        <p:spPr bwMode="auto">
          <a:xfrm>
            <a:off x="3976688" y="2644775"/>
            <a:ext cx="3492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200">
                <a:latin typeface="Arial" panose="020B0604020202020204" pitchFamily="34" charset="0"/>
              </a:rPr>
              <a:t>4</a:t>
            </a:r>
            <a:r>
              <a:rPr lang="en-US" altLang="en-US" sz="1200" baseline="-25000">
                <a:latin typeface="Arial" panose="020B0604020202020204" pitchFamily="34" charset="0"/>
              </a:rPr>
              <a:t>1</a:t>
            </a:r>
          </a:p>
        </p:txBody>
      </p:sp>
      <p:sp>
        <p:nvSpPr>
          <p:cNvPr id="37975" name="Text Box 87"/>
          <p:cNvSpPr txBox="1">
            <a:spLocks noChangeArrowheads="1"/>
          </p:cNvSpPr>
          <p:nvPr/>
        </p:nvSpPr>
        <p:spPr bwMode="auto">
          <a:xfrm>
            <a:off x="3228975" y="1920875"/>
            <a:ext cx="3492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200">
                <a:latin typeface="Arial" panose="020B0604020202020204" pitchFamily="34" charset="0"/>
              </a:rPr>
              <a:t>2</a:t>
            </a:r>
            <a:r>
              <a:rPr lang="en-US" altLang="en-US" sz="1200" baseline="-25000">
                <a:latin typeface="Arial" panose="020B0604020202020204" pitchFamily="34" charset="0"/>
              </a:rPr>
              <a:t>1</a:t>
            </a:r>
          </a:p>
        </p:txBody>
      </p:sp>
      <p:sp>
        <p:nvSpPr>
          <p:cNvPr id="37976" name="Text Box 88"/>
          <p:cNvSpPr txBox="1">
            <a:spLocks noChangeArrowheads="1"/>
          </p:cNvSpPr>
          <p:nvPr/>
        </p:nvSpPr>
        <p:spPr bwMode="auto">
          <a:xfrm>
            <a:off x="3876675" y="1949450"/>
            <a:ext cx="3492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200">
                <a:latin typeface="Arial" panose="020B0604020202020204" pitchFamily="34" charset="0"/>
              </a:rPr>
              <a:t>3</a:t>
            </a:r>
            <a:r>
              <a:rPr lang="en-US" altLang="en-US" sz="1200" baseline="-25000">
                <a:latin typeface="Arial" panose="020B0604020202020204" pitchFamily="34" charset="0"/>
              </a:rPr>
              <a:t>1</a:t>
            </a:r>
          </a:p>
        </p:txBody>
      </p:sp>
      <p:sp>
        <p:nvSpPr>
          <p:cNvPr id="37977" name="Freeform 89"/>
          <p:cNvSpPr>
            <a:spLocks/>
          </p:cNvSpPr>
          <p:nvPr/>
        </p:nvSpPr>
        <p:spPr bwMode="auto">
          <a:xfrm>
            <a:off x="2943225" y="2190750"/>
            <a:ext cx="1062038" cy="1076325"/>
          </a:xfrm>
          <a:custGeom>
            <a:avLst/>
            <a:gdLst>
              <a:gd name="T0" fmla="*/ 0 w 669"/>
              <a:gd name="T1" fmla="*/ 2147483646 h 678"/>
              <a:gd name="T2" fmla="*/ 2147483646 w 669"/>
              <a:gd name="T3" fmla="*/ 0 h 678"/>
              <a:gd name="T4" fmla="*/ 2147483646 w 669"/>
              <a:gd name="T5" fmla="*/ 2147483646 h 678"/>
              <a:gd name="T6" fmla="*/ 2147483646 w 669"/>
              <a:gd name="T7" fmla="*/ 2147483646 h 678"/>
              <a:gd name="T8" fmla="*/ 0 w 669"/>
              <a:gd name="T9" fmla="*/ 2147483646 h 678"/>
              <a:gd name="T10" fmla="*/ 0 60000 65536"/>
              <a:gd name="T11" fmla="*/ 0 60000 65536"/>
              <a:gd name="T12" fmla="*/ 0 60000 65536"/>
              <a:gd name="T13" fmla="*/ 0 60000 65536"/>
              <a:gd name="T14" fmla="*/ 0 60000 65536"/>
              <a:gd name="T15" fmla="*/ 0 w 669"/>
              <a:gd name="T16" fmla="*/ 0 h 678"/>
              <a:gd name="T17" fmla="*/ 669 w 669"/>
              <a:gd name="T18" fmla="*/ 678 h 678"/>
            </a:gdLst>
            <a:ahLst/>
            <a:cxnLst>
              <a:cxn ang="T10">
                <a:pos x="T0" y="T1"/>
              </a:cxn>
              <a:cxn ang="T11">
                <a:pos x="T2" y="T3"/>
              </a:cxn>
              <a:cxn ang="T12">
                <a:pos x="T4" y="T5"/>
              </a:cxn>
              <a:cxn ang="T13">
                <a:pos x="T6" y="T7"/>
              </a:cxn>
              <a:cxn ang="T14">
                <a:pos x="T8" y="T9"/>
              </a:cxn>
            </a:cxnLst>
            <a:rect l="T15" t="T16" r="T17" b="T18"/>
            <a:pathLst>
              <a:path w="669" h="678">
                <a:moveTo>
                  <a:pt x="0" y="678"/>
                </a:moveTo>
                <a:lnTo>
                  <a:pt x="291" y="0"/>
                </a:lnTo>
                <a:lnTo>
                  <a:pt x="663" y="6"/>
                </a:lnTo>
                <a:lnTo>
                  <a:pt x="669" y="381"/>
                </a:lnTo>
                <a:lnTo>
                  <a:pt x="0" y="678"/>
                </a:lnTo>
                <a:close/>
              </a:path>
            </a:pathLst>
          </a:custGeom>
          <a:solidFill>
            <a:schemeClr val="accent1">
              <a:alpha val="0"/>
            </a:schemeClr>
          </a:solidFill>
          <a:ln w="22225">
            <a:solidFill>
              <a:schemeClr val="tx1"/>
            </a:solidFill>
            <a:round/>
            <a:headEnd/>
            <a:tailEnd/>
          </a:ln>
        </p:spPr>
        <p:txBody>
          <a:bodyPr/>
          <a:lstStyle/>
          <a:p>
            <a:endParaRPr lang="en-IN"/>
          </a:p>
        </p:txBody>
      </p:sp>
      <p:sp>
        <p:nvSpPr>
          <p:cNvPr id="37978" name="Freeform 90" descr="Light vertical"/>
          <p:cNvSpPr>
            <a:spLocks/>
          </p:cNvSpPr>
          <p:nvPr/>
        </p:nvSpPr>
        <p:spPr bwMode="auto">
          <a:xfrm>
            <a:off x="2943225" y="2195513"/>
            <a:ext cx="1062038" cy="1076325"/>
          </a:xfrm>
          <a:custGeom>
            <a:avLst/>
            <a:gdLst>
              <a:gd name="T0" fmla="*/ 0 w 669"/>
              <a:gd name="T1" fmla="*/ 2147483646 h 678"/>
              <a:gd name="T2" fmla="*/ 2147483646 w 669"/>
              <a:gd name="T3" fmla="*/ 0 h 678"/>
              <a:gd name="T4" fmla="*/ 2147483646 w 669"/>
              <a:gd name="T5" fmla="*/ 2147483646 h 678"/>
              <a:gd name="T6" fmla="*/ 2147483646 w 669"/>
              <a:gd name="T7" fmla="*/ 2147483646 h 678"/>
              <a:gd name="T8" fmla="*/ 0 w 669"/>
              <a:gd name="T9" fmla="*/ 2147483646 h 678"/>
              <a:gd name="T10" fmla="*/ 0 60000 65536"/>
              <a:gd name="T11" fmla="*/ 0 60000 65536"/>
              <a:gd name="T12" fmla="*/ 0 60000 65536"/>
              <a:gd name="T13" fmla="*/ 0 60000 65536"/>
              <a:gd name="T14" fmla="*/ 0 60000 65536"/>
              <a:gd name="T15" fmla="*/ 0 w 669"/>
              <a:gd name="T16" fmla="*/ 0 h 678"/>
              <a:gd name="T17" fmla="*/ 669 w 669"/>
              <a:gd name="T18" fmla="*/ 678 h 678"/>
            </a:gdLst>
            <a:ahLst/>
            <a:cxnLst>
              <a:cxn ang="T10">
                <a:pos x="T0" y="T1"/>
              </a:cxn>
              <a:cxn ang="T11">
                <a:pos x="T2" y="T3"/>
              </a:cxn>
              <a:cxn ang="T12">
                <a:pos x="T4" y="T5"/>
              </a:cxn>
              <a:cxn ang="T13">
                <a:pos x="T6" y="T7"/>
              </a:cxn>
              <a:cxn ang="T14">
                <a:pos x="T8" y="T9"/>
              </a:cxn>
            </a:cxnLst>
            <a:rect l="T15" t="T16" r="T17" b="T18"/>
            <a:pathLst>
              <a:path w="669" h="678">
                <a:moveTo>
                  <a:pt x="0" y="678"/>
                </a:moveTo>
                <a:lnTo>
                  <a:pt x="291" y="0"/>
                </a:lnTo>
                <a:lnTo>
                  <a:pt x="663" y="6"/>
                </a:lnTo>
                <a:lnTo>
                  <a:pt x="669" y="381"/>
                </a:lnTo>
                <a:lnTo>
                  <a:pt x="0" y="678"/>
                </a:lnTo>
                <a:close/>
              </a:path>
            </a:pathLst>
          </a:custGeom>
          <a:blipFill dpi="0" rotWithShape="0">
            <a:blip r:embed="rId2"/>
            <a:srcRect/>
            <a:tile tx="0" ty="0" sx="100000" sy="100000" flip="none" algn="tl"/>
          </a:blipFill>
          <a:ln w="9525">
            <a:solidFill>
              <a:schemeClr val="tx1"/>
            </a:solidFill>
            <a:round/>
            <a:headEnd/>
            <a:tailEnd/>
          </a:ln>
        </p:spPr>
        <p:txBody>
          <a:bodyPr/>
          <a:lstStyle/>
          <a:p>
            <a:endParaRPr lang="en-IN"/>
          </a:p>
        </p:txBody>
      </p:sp>
      <p:sp>
        <p:nvSpPr>
          <p:cNvPr id="37979" name="Line 91"/>
          <p:cNvSpPr>
            <a:spLocks noChangeShapeType="1"/>
          </p:cNvSpPr>
          <p:nvPr/>
        </p:nvSpPr>
        <p:spPr bwMode="auto">
          <a:xfrm>
            <a:off x="5819775" y="2224088"/>
            <a:ext cx="0" cy="4367212"/>
          </a:xfrm>
          <a:prstGeom prst="line">
            <a:avLst/>
          </a:prstGeom>
          <a:noFill/>
          <a:ln w="9525">
            <a:solidFill>
              <a:srgbClr val="808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7980" name="Text Box 92"/>
          <p:cNvSpPr txBox="1">
            <a:spLocks noChangeArrowheads="1"/>
          </p:cNvSpPr>
          <p:nvPr/>
        </p:nvSpPr>
        <p:spPr bwMode="auto">
          <a:xfrm>
            <a:off x="5645150" y="1836738"/>
            <a:ext cx="3492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200">
                <a:solidFill>
                  <a:srgbClr val="669900"/>
                </a:solidFill>
                <a:latin typeface="Arial" panose="020B0604020202020204" pitchFamily="34" charset="0"/>
              </a:rPr>
              <a:t>X</a:t>
            </a:r>
            <a:r>
              <a:rPr lang="en-US" altLang="en-US" sz="1200" baseline="-25000">
                <a:solidFill>
                  <a:srgbClr val="669900"/>
                </a:solidFill>
                <a:latin typeface="Arial" panose="020B0604020202020204" pitchFamily="34" charset="0"/>
              </a:rPr>
              <a:t>1</a:t>
            </a:r>
          </a:p>
        </p:txBody>
      </p:sp>
      <p:sp>
        <p:nvSpPr>
          <p:cNvPr id="37981" name="Text Box 93"/>
          <p:cNvSpPr txBox="1">
            <a:spLocks noChangeArrowheads="1"/>
          </p:cNvSpPr>
          <p:nvPr/>
        </p:nvSpPr>
        <p:spPr bwMode="auto">
          <a:xfrm>
            <a:off x="5659438" y="6540500"/>
            <a:ext cx="3492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200">
                <a:solidFill>
                  <a:srgbClr val="669900"/>
                </a:solidFill>
                <a:latin typeface="Arial" panose="020B0604020202020204" pitchFamily="34" charset="0"/>
              </a:rPr>
              <a:t>Y</a:t>
            </a:r>
            <a:r>
              <a:rPr lang="en-US" altLang="en-US" sz="1200" baseline="-25000">
                <a:solidFill>
                  <a:srgbClr val="669900"/>
                </a:solidFill>
                <a:latin typeface="Arial" panose="020B0604020202020204" pitchFamily="34" charset="0"/>
              </a:rPr>
              <a:t>1</a:t>
            </a:r>
          </a:p>
        </p:txBody>
      </p:sp>
      <p:sp>
        <p:nvSpPr>
          <p:cNvPr id="37982" name="Line 94"/>
          <p:cNvSpPr>
            <a:spLocks noChangeShapeType="1"/>
          </p:cNvSpPr>
          <p:nvPr/>
        </p:nvSpPr>
        <p:spPr bwMode="auto">
          <a:xfrm>
            <a:off x="4557713" y="4686300"/>
            <a:ext cx="1262062" cy="0"/>
          </a:xfrm>
          <a:prstGeom prst="line">
            <a:avLst/>
          </a:prstGeom>
          <a:noFill/>
          <a:ln w="9525">
            <a:solidFill>
              <a:srgbClr val="7030A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7983" name="Arc 95"/>
          <p:cNvSpPr>
            <a:spLocks/>
          </p:cNvSpPr>
          <p:nvPr/>
        </p:nvSpPr>
        <p:spPr bwMode="auto">
          <a:xfrm flipV="1">
            <a:off x="5815013" y="4329113"/>
            <a:ext cx="357187" cy="357187"/>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7030A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7984" name="Line 96"/>
          <p:cNvSpPr>
            <a:spLocks noChangeShapeType="1"/>
          </p:cNvSpPr>
          <p:nvPr/>
        </p:nvSpPr>
        <p:spPr bwMode="auto">
          <a:xfrm>
            <a:off x="5405438" y="5534025"/>
            <a:ext cx="409575" cy="0"/>
          </a:xfrm>
          <a:prstGeom prst="line">
            <a:avLst/>
          </a:prstGeom>
          <a:noFill/>
          <a:ln w="9525">
            <a:solidFill>
              <a:srgbClr val="7030A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7985" name="Arc 97"/>
          <p:cNvSpPr>
            <a:spLocks/>
          </p:cNvSpPr>
          <p:nvPr/>
        </p:nvSpPr>
        <p:spPr bwMode="auto">
          <a:xfrm flipV="1">
            <a:off x="5819775" y="4333875"/>
            <a:ext cx="1196975" cy="120015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7030A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7986" name="Line 98"/>
          <p:cNvSpPr>
            <a:spLocks noChangeShapeType="1"/>
          </p:cNvSpPr>
          <p:nvPr/>
        </p:nvSpPr>
        <p:spPr bwMode="auto">
          <a:xfrm>
            <a:off x="4556125" y="6386513"/>
            <a:ext cx="1262063" cy="0"/>
          </a:xfrm>
          <a:prstGeom prst="line">
            <a:avLst/>
          </a:prstGeom>
          <a:noFill/>
          <a:ln w="9525">
            <a:solidFill>
              <a:srgbClr val="7030A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7987" name="Arc 99"/>
          <p:cNvSpPr>
            <a:spLocks/>
          </p:cNvSpPr>
          <p:nvPr/>
        </p:nvSpPr>
        <p:spPr bwMode="auto">
          <a:xfrm flipV="1">
            <a:off x="5819775" y="4333875"/>
            <a:ext cx="2057400" cy="2052638"/>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7030A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37988" name="Line 100"/>
          <p:cNvSpPr>
            <a:spLocks noChangeShapeType="1"/>
          </p:cNvSpPr>
          <p:nvPr/>
        </p:nvSpPr>
        <p:spPr bwMode="auto">
          <a:xfrm flipV="1">
            <a:off x="7016750" y="2168525"/>
            <a:ext cx="0" cy="2160588"/>
          </a:xfrm>
          <a:prstGeom prst="line">
            <a:avLst/>
          </a:prstGeom>
          <a:noFill/>
          <a:ln w="9525">
            <a:solidFill>
              <a:schemeClr val="tx1">
                <a:lumMod val="50000"/>
                <a:lumOff val="50000"/>
              </a:schemeClr>
            </a:solidFill>
            <a:round/>
            <a:headEnd/>
            <a:tailEnd/>
          </a:ln>
        </p:spPr>
        <p:txBody>
          <a:bodyPr/>
          <a:lstStyle/>
          <a:p>
            <a:pPr>
              <a:defRPr/>
            </a:pPr>
            <a:endParaRPr lang="en-US"/>
          </a:p>
        </p:txBody>
      </p:sp>
      <p:sp>
        <p:nvSpPr>
          <p:cNvPr id="37989" name="Freeform 101" descr="Light downward diagonal"/>
          <p:cNvSpPr>
            <a:spLocks/>
          </p:cNvSpPr>
          <p:nvPr/>
        </p:nvSpPr>
        <p:spPr bwMode="auto">
          <a:xfrm>
            <a:off x="3798888" y="5119688"/>
            <a:ext cx="1054100" cy="838200"/>
          </a:xfrm>
          <a:custGeom>
            <a:avLst/>
            <a:gdLst>
              <a:gd name="T0" fmla="*/ 0 w 664"/>
              <a:gd name="T1" fmla="*/ 2147483646 h 528"/>
              <a:gd name="T2" fmla="*/ 2147483646 w 664"/>
              <a:gd name="T3" fmla="*/ 0 h 528"/>
              <a:gd name="T4" fmla="*/ 2147483646 w 664"/>
              <a:gd name="T5" fmla="*/ 2147483646 h 528"/>
              <a:gd name="T6" fmla="*/ 2147483646 w 664"/>
              <a:gd name="T7" fmla="*/ 2147483646 h 528"/>
              <a:gd name="T8" fmla="*/ 0 w 664"/>
              <a:gd name="T9" fmla="*/ 2147483646 h 528"/>
              <a:gd name="T10" fmla="*/ 0 60000 65536"/>
              <a:gd name="T11" fmla="*/ 0 60000 65536"/>
              <a:gd name="T12" fmla="*/ 0 60000 65536"/>
              <a:gd name="T13" fmla="*/ 0 60000 65536"/>
              <a:gd name="T14" fmla="*/ 0 60000 65536"/>
              <a:gd name="T15" fmla="*/ 0 w 664"/>
              <a:gd name="T16" fmla="*/ 0 h 528"/>
              <a:gd name="T17" fmla="*/ 664 w 664"/>
              <a:gd name="T18" fmla="*/ 528 h 528"/>
            </a:gdLst>
            <a:ahLst/>
            <a:cxnLst>
              <a:cxn ang="T10">
                <a:pos x="T0" y="T1"/>
              </a:cxn>
              <a:cxn ang="T11">
                <a:pos x="T2" y="T3"/>
              </a:cxn>
              <a:cxn ang="T12">
                <a:pos x="T4" y="T5"/>
              </a:cxn>
              <a:cxn ang="T13">
                <a:pos x="T6" y="T7"/>
              </a:cxn>
              <a:cxn ang="T14">
                <a:pos x="T8" y="T9"/>
              </a:cxn>
            </a:cxnLst>
            <a:rect l="T15" t="T16" r="T17" b="T18"/>
            <a:pathLst>
              <a:path w="664" h="528">
                <a:moveTo>
                  <a:pt x="0" y="261"/>
                </a:moveTo>
                <a:lnTo>
                  <a:pt x="474" y="0"/>
                </a:lnTo>
                <a:lnTo>
                  <a:pt x="664" y="261"/>
                </a:lnTo>
                <a:lnTo>
                  <a:pt x="475" y="528"/>
                </a:lnTo>
                <a:lnTo>
                  <a:pt x="0" y="261"/>
                </a:lnTo>
                <a:close/>
              </a:path>
            </a:pathLst>
          </a:custGeom>
          <a:blipFill dpi="0" rotWithShape="0">
            <a:blip r:embed="rId3"/>
            <a:srcRect/>
            <a:tile tx="0" ty="0" sx="100000" sy="100000" flip="none" algn="tl"/>
          </a:blipFill>
          <a:ln w="9525">
            <a:solidFill>
              <a:schemeClr val="tx1"/>
            </a:solidFill>
            <a:round/>
            <a:headEnd/>
            <a:tailEnd/>
          </a:ln>
        </p:spPr>
        <p:txBody>
          <a:bodyPr/>
          <a:lstStyle/>
          <a:p>
            <a:endParaRPr lang="en-IN"/>
          </a:p>
        </p:txBody>
      </p:sp>
      <p:sp>
        <p:nvSpPr>
          <p:cNvPr id="37990" name="Text Box 102"/>
          <p:cNvSpPr txBox="1">
            <a:spLocks noChangeArrowheads="1"/>
          </p:cNvSpPr>
          <p:nvPr/>
        </p:nvSpPr>
        <p:spPr bwMode="auto">
          <a:xfrm>
            <a:off x="6073775" y="4441825"/>
            <a:ext cx="4270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a:latin typeface="Arial" panose="020B0604020202020204" pitchFamily="34" charset="0"/>
              </a:rPr>
              <a:t>d”</a:t>
            </a:r>
          </a:p>
        </p:txBody>
      </p:sp>
      <p:sp>
        <p:nvSpPr>
          <p:cNvPr id="37991" name="Text Box 103"/>
          <p:cNvSpPr txBox="1">
            <a:spLocks noChangeArrowheads="1"/>
          </p:cNvSpPr>
          <p:nvPr/>
        </p:nvSpPr>
        <p:spPr bwMode="auto">
          <a:xfrm>
            <a:off x="6740525" y="4410075"/>
            <a:ext cx="427038"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a:latin typeface="Arial" panose="020B0604020202020204" pitchFamily="34" charset="0"/>
              </a:rPr>
              <a:t>a”</a:t>
            </a:r>
          </a:p>
        </p:txBody>
      </p:sp>
      <p:sp>
        <p:nvSpPr>
          <p:cNvPr id="37992" name="Text Box 104"/>
          <p:cNvSpPr txBox="1">
            <a:spLocks noChangeArrowheads="1"/>
          </p:cNvSpPr>
          <p:nvPr/>
        </p:nvSpPr>
        <p:spPr bwMode="auto">
          <a:xfrm>
            <a:off x="6953250" y="4379913"/>
            <a:ext cx="4270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a:latin typeface="Arial" panose="020B0604020202020204" pitchFamily="34" charset="0"/>
              </a:rPr>
              <a:t>c”</a:t>
            </a:r>
          </a:p>
        </p:txBody>
      </p:sp>
      <p:sp>
        <p:nvSpPr>
          <p:cNvPr id="37993" name="Text Box 105"/>
          <p:cNvSpPr txBox="1">
            <a:spLocks noChangeArrowheads="1"/>
          </p:cNvSpPr>
          <p:nvPr/>
        </p:nvSpPr>
        <p:spPr bwMode="auto">
          <a:xfrm>
            <a:off x="7662863" y="4451350"/>
            <a:ext cx="427037"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a:latin typeface="Arial" panose="020B0604020202020204" pitchFamily="34" charset="0"/>
              </a:rPr>
              <a:t>b”</a:t>
            </a:r>
          </a:p>
        </p:txBody>
      </p:sp>
      <p:sp>
        <p:nvSpPr>
          <p:cNvPr id="37995" name="Line 107"/>
          <p:cNvSpPr>
            <a:spLocks noChangeShapeType="1"/>
          </p:cNvSpPr>
          <p:nvPr/>
        </p:nvSpPr>
        <p:spPr bwMode="auto">
          <a:xfrm>
            <a:off x="4557713" y="2384425"/>
            <a:ext cx="2459037" cy="0"/>
          </a:xfrm>
          <a:prstGeom prst="line">
            <a:avLst/>
          </a:prstGeom>
          <a:noFill/>
          <a:ln w="9525">
            <a:solidFill>
              <a:srgbClr val="7030A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7996" name="Text Box 108"/>
          <p:cNvSpPr txBox="1">
            <a:spLocks noChangeArrowheads="1"/>
          </p:cNvSpPr>
          <p:nvPr/>
        </p:nvSpPr>
        <p:spPr bwMode="auto">
          <a:xfrm>
            <a:off x="6883400" y="1960563"/>
            <a:ext cx="427038"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800">
                <a:latin typeface="Arial" panose="020B0604020202020204" pitchFamily="34" charset="0"/>
              </a:rPr>
              <a:t>o”</a:t>
            </a:r>
          </a:p>
        </p:txBody>
      </p:sp>
      <p:sp>
        <p:nvSpPr>
          <p:cNvPr id="37997" name="Line 109"/>
          <p:cNvSpPr>
            <a:spLocks noChangeShapeType="1"/>
          </p:cNvSpPr>
          <p:nvPr/>
        </p:nvSpPr>
        <p:spPr bwMode="auto">
          <a:xfrm flipV="1">
            <a:off x="6172200" y="2384425"/>
            <a:ext cx="844550" cy="1944688"/>
          </a:xfrm>
          <a:prstGeom prst="line">
            <a:avLst/>
          </a:prstGeom>
          <a:noFill/>
          <a:ln w="9525">
            <a:solidFill>
              <a:schemeClr val="tx1">
                <a:lumMod val="50000"/>
                <a:lumOff val="50000"/>
              </a:schemeClr>
            </a:solidFill>
            <a:round/>
            <a:headEnd/>
            <a:tailEnd/>
          </a:ln>
        </p:spPr>
        <p:txBody>
          <a:bodyPr/>
          <a:lstStyle/>
          <a:p>
            <a:pPr>
              <a:defRPr/>
            </a:pPr>
            <a:endParaRPr lang="en-US"/>
          </a:p>
        </p:txBody>
      </p:sp>
      <p:sp>
        <p:nvSpPr>
          <p:cNvPr id="37998" name="Line 110"/>
          <p:cNvSpPr>
            <a:spLocks noChangeShapeType="1"/>
          </p:cNvSpPr>
          <p:nvPr/>
        </p:nvSpPr>
        <p:spPr bwMode="auto">
          <a:xfrm flipH="1" flipV="1">
            <a:off x="7016750" y="2384425"/>
            <a:ext cx="860425" cy="1949450"/>
          </a:xfrm>
          <a:prstGeom prst="line">
            <a:avLst/>
          </a:prstGeom>
          <a:noFill/>
          <a:ln w="9525">
            <a:solidFill>
              <a:schemeClr val="tx1">
                <a:lumMod val="50000"/>
                <a:lumOff val="50000"/>
              </a:schemeClr>
            </a:solidFill>
            <a:round/>
            <a:headEnd/>
            <a:tailEnd/>
          </a:ln>
        </p:spPr>
        <p:txBody>
          <a:bodyPr/>
          <a:lstStyle/>
          <a:p>
            <a:pPr>
              <a:defRPr/>
            </a:pPr>
            <a:endParaRPr lang="en-US"/>
          </a:p>
        </p:txBody>
      </p:sp>
      <p:sp>
        <p:nvSpPr>
          <p:cNvPr id="37999" name="Line 111"/>
          <p:cNvSpPr>
            <a:spLocks noChangeShapeType="1"/>
          </p:cNvSpPr>
          <p:nvPr/>
        </p:nvSpPr>
        <p:spPr bwMode="auto">
          <a:xfrm>
            <a:off x="4852988" y="3059113"/>
            <a:ext cx="2163762" cy="0"/>
          </a:xfrm>
          <a:prstGeom prst="line">
            <a:avLst/>
          </a:prstGeom>
          <a:noFill/>
          <a:ln w="9525">
            <a:solidFill>
              <a:srgbClr val="7030A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8000" name="Line 112"/>
          <p:cNvSpPr>
            <a:spLocks noChangeShapeType="1"/>
          </p:cNvSpPr>
          <p:nvPr/>
        </p:nvSpPr>
        <p:spPr bwMode="auto">
          <a:xfrm>
            <a:off x="4552950" y="3346450"/>
            <a:ext cx="2886075" cy="0"/>
          </a:xfrm>
          <a:prstGeom prst="line">
            <a:avLst/>
          </a:prstGeom>
          <a:noFill/>
          <a:ln w="9525">
            <a:solidFill>
              <a:srgbClr val="7030A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8001" name="Line 113"/>
          <p:cNvSpPr>
            <a:spLocks noChangeShapeType="1"/>
          </p:cNvSpPr>
          <p:nvPr/>
        </p:nvSpPr>
        <p:spPr bwMode="auto">
          <a:xfrm>
            <a:off x="3733800" y="4105275"/>
            <a:ext cx="3216275" cy="1588"/>
          </a:xfrm>
          <a:prstGeom prst="line">
            <a:avLst/>
          </a:prstGeom>
          <a:noFill/>
          <a:ln w="9525">
            <a:solidFill>
              <a:schemeClr val="accent4">
                <a:lumMod val="75000"/>
              </a:schemeClr>
            </a:solidFill>
            <a:round/>
            <a:headEnd/>
            <a:tailEnd/>
          </a:ln>
        </p:spPr>
        <p:txBody>
          <a:bodyPr/>
          <a:lstStyle/>
          <a:p>
            <a:pPr>
              <a:defRPr/>
            </a:pPr>
            <a:endParaRPr lang="en-US"/>
          </a:p>
        </p:txBody>
      </p:sp>
      <p:sp>
        <p:nvSpPr>
          <p:cNvPr id="38002" name="Oval 114"/>
          <p:cNvSpPr>
            <a:spLocks noChangeArrowheads="1"/>
          </p:cNvSpPr>
          <p:nvPr/>
        </p:nvSpPr>
        <p:spPr bwMode="auto">
          <a:xfrm>
            <a:off x="6992938" y="3028950"/>
            <a:ext cx="46037" cy="46038"/>
          </a:xfrm>
          <a:prstGeom prst="ellipse">
            <a:avLst/>
          </a:prstGeom>
          <a:solidFill>
            <a:srgbClr val="FF00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Arial" panose="020B0604020202020204" pitchFamily="34" charset="0"/>
            </a:endParaRPr>
          </a:p>
        </p:txBody>
      </p:sp>
      <p:sp>
        <p:nvSpPr>
          <p:cNvPr id="38003" name="Text Box 115"/>
          <p:cNvSpPr txBox="1">
            <a:spLocks noChangeArrowheads="1"/>
          </p:cNvSpPr>
          <p:nvPr/>
        </p:nvSpPr>
        <p:spPr bwMode="auto">
          <a:xfrm>
            <a:off x="6883400" y="2633663"/>
            <a:ext cx="3508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200">
                <a:latin typeface="Arial" panose="020B0604020202020204" pitchFamily="34" charset="0"/>
              </a:rPr>
              <a:t>3”</a:t>
            </a:r>
          </a:p>
        </p:txBody>
      </p:sp>
      <p:sp>
        <p:nvSpPr>
          <p:cNvPr id="38004" name="Oval 116"/>
          <p:cNvSpPr>
            <a:spLocks noChangeArrowheads="1"/>
          </p:cNvSpPr>
          <p:nvPr/>
        </p:nvSpPr>
        <p:spPr bwMode="auto">
          <a:xfrm>
            <a:off x="7415213" y="3322638"/>
            <a:ext cx="46037" cy="46037"/>
          </a:xfrm>
          <a:prstGeom prst="ellipse">
            <a:avLst/>
          </a:prstGeom>
          <a:solidFill>
            <a:srgbClr val="00FF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Arial" panose="020B0604020202020204" pitchFamily="34" charset="0"/>
            </a:endParaRPr>
          </a:p>
        </p:txBody>
      </p:sp>
      <p:sp>
        <p:nvSpPr>
          <p:cNvPr id="38005" name="Text Box 117"/>
          <p:cNvSpPr txBox="1">
            <a:spLocks noChangeArrowheads="1"/>
          </p:cNvSpPr>
          <p:nvPr/>
        </p:nvSpPr>
        <p:spPr bwMode="auto">
          <a:xfrm>
            <a:off x="7461250" y="3128963"/>
            <a:ext cx="35083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200">
                <a:latin typeface="Arial" panose="020B0604020202020204" pitchFamily="34" charset="0"/>
              </a:rPr>
              <a:t>2”</a:t>
            </a:r>
          </a:p>
        </p:txBody>
      </p:sp>
      <p:sp>
        <p:nvSpPr>
          <p:cNvPr id="38009" name="Oval 121"/>
          <p:cNvSpPr>
            <a:spLocks noChangeArrowheads="1"/>
          </p:cNvSpPr>
          <p:nvPr/>
        </p:nvSpPr>
        <p:spPr bwMode="auto">
          <a:xfrm>
            <a:off x="6577013" y="3322638"/>
            <a:ext cx="46037" cy="46037"/>
          </a:xfrm>
          <a:prstGeom prst="ellipse">
            <a:avLst/>
          </a:prstGeom>
          <a:solidFill>
            <a:srgbClr val="0000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Arial" panose="020B0604020202020204" pitchFamily="34" charset="0"/>
            </a:endParaRPr>
          </a:p>
        </p:txBody>
      </p:sp>
      <p:sp>
        <p:nvSpPr>
          <p:cNvPr id="38010" name="Text Box 122"/>
          <p:cNvSpPr txBox="1">
            <a:spLocks noChangeArrowheads="1"/>
          </p:cNvSpPr>
          <p:nvPr/>
        </p:nvSpPr>
        <p:spPr bwMode="auto">
          <a:xfrm>
            <a:off x="6172200" y="3168650"/>
            <a:ext cx="35083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200">
                <a:latin typeface="Arial" panose="020B0604020202020204" pitchFamily="34" charset="0"/>
              </a:rPr>
              <a:t>4”</a:t>
            </a:r>
          </a:p>
        </p:txBody>
      </p:sp>
      <p:sp>
        <p:nvSpPr>
          <p:cNvPr id="38011" name="Oval 123"/>
          <p:cNvSpPr>
            <a:spLocks noChangeArrowheads="1"/>
          </p:cNvSpPr>
          <p:nvPr/>
        </p:nvSpPr>
        <p:spPr bwMode="auto">
          <a:xfrm>
            <a:off x="6992938" y="4081463"/>
            <a:ext cx="46037" cy="46037"/>
          </a:xfrm>
          <a:prstGeom prst="ellipse">
            <a:avLst/>
          </a:prstGeom>
          <a:solidFill>
            <a:srgbClr val="FF00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Arial" panose="020B0604020202020204" pitchFamily="34" charset="0"/>
            </a:endParaRPr>
          </a:p>
        </p:txBody>
      </p:sp>
      <p:sp>
        <p:nvSpPr>
          <p:cNvPr id="38012" name="Text Box 124"/>
          <p:cNvSpPr txBox="1">
            <a:spLocks noChangeArrowheads="1"/>
          </p:cNvSpPr>
          <p:nvPr/>
        </p:nvSpPr>
        <p:spPr bwMode="auto">
          <a:xfrm>
            <a:off x="7088188" y="4035425"/>
            <a:ext cx="35083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1200">
                <a:latin typeface="Arial" panose="020B0604020202020204" pitchFamily="34" charset="0"/>
              </a:rPr>
              <a:t>1”</a:t>
            </a:r>
          </a:p>
        </p:txBody>
      </p:sp>
      <p:sp>
        <p:nvSpPr>
          <p:cNvPr id="38013" name="Freeform 125"/>
          <p:cNvSpPr>
            <a:spLocks/>
          </p:cNvSpPr>
          <p:nvPr/>
        </p:nvSpPr>
        <p:spPr bwMode="auto">
          <a:xfrm>
            <a:off x="6600825" y="3052763"/>
            <a:ext cx="833438" cy="1052512"/>
          </a:xfrm>
          <a:custGeom>
            <a:avLst/>
            <a:gdLst>
              <a:gd name="T0" fmla="*/ 2147483646 w 525"/>
              <a:gd name="T1" fmla="*/ 0 h 663"/>
              <a:gd name="T2" fmla="*/ 0 w 525"/>
              <a:gd name="T3" fmla="*/ 2147483646 h 663"/>
              <a:gd name="T4" fmla="*/ 2147483646 w 525"/>
              <a:gd name="T5" fmla="*/ 2147483646 h 663"/>
              <a:gd name="T6" fmla="*/ 2147483646 w 525"/>
              <a:gd name="T7" fmla="*/ 2147483646 h 663"/>
              <a:gd name="T8" fmla="*/ 2147483646 w 525"/>
              <a:gd name="T9" fmla="*/ 0 h 663"/>
              <a:gd name="T10" fmla="*/ 0 60000 65536"/>
              <a:gd name="T11" fmla="*/ 0 60000 65536"/>
              <a:gd name="T12" fmla="*/ 0 60000 65536"/>
              <a:gd name="T13" fmla="*/ 0 60000 65536"/>
              <a:gd name="T14" fmla="*/ 0 60000 65536"/>
              <a:gd name="T15" fmla="*/ 0 w 525"/>
              <a:gd name="T16" fmla="*/ 0 h 663"/>
              <a:gd name="T17" fmla="*/ 525 w 525"/>
              <a:gd name="T18" fmla="*/ 663 h 663"/>
            </a:gdLst>
            <a:ahLst/>
            <a:cxnLst>
              <a:cxn ang="T10">
                <a:pos x="T0" y="T1"/>
              </a:cxn>
              <a:cxn ang="T11">
                <a:pos x="T2" y="T3"/>
              </a:cxn>
              <a:cxn ang="T12">
                <a:pos x="T4" y="T5"/>
              </a:cxn>
              <a:cxn ang="T13">
                <a:pos x="T6" y="T7"/>
              </a:cxn>
              <a:cxn ang="T14">
                <a:pos x="T8" y="T9"/>
              </a:cxn>
            </a:cxnLst>
            <a:rect l="T15" t="T16" r="T17" b="T18"/>
            <a:pathLst>
              <a:path w="525" h="663">
                <a:moveTo>
                  <a:pt x="261" y="0"/>
                </a:moveTo>
                <a:lnTo>
                  <a:pt x="0" y="183"/>
                </a:lnTo>
                <a:lnTo>
                  <a:pt x="261" y="663"/>
                </a:lnTo>
                <a:lnTo>
                  <a:pt x="525" y="183"/>
                </a:lnTo>
                <a:lnTo>
                  <a:pt x="261" y="0"/>
                </a:lnTo>
                <a:close/>
              </a:path>
            </a:pathLst>
          </a:custGeom>
          <a:solidFill>
            <a:schemeClr val="accent1">
              <a:alpha val="0"/>
            </a:schemeClr>
          </a:solidFill>
          <a:ln w="22225">
            <a:solidFill>
              <a:schemeClr val="tx1"/>
            </a:solidFill>
            <a:round/>
            <a:headEnd/>
            <a:tailEnd/>
          </a:ln>
        </p:spPr>
        <p:txBody>
          <a:bodyPr/>
          <a:lstStyle/>
          <a:p>
            <a:endParaRPr lang="en-IN"/>
          </a:p>
        </p:txBody>
      </p:sp>
      <p:sp>
        <p:nvSpPr>
          <p:cNvPr id="38014" name="Line 126"/>
          <p:cNvSpPr>
            <a:spLocks noChangeShapeType="1"/>
          </p:cNvSpPr>
          <p:nvPr/>
        </p:nvSpPr>
        <p:spPr bwMode="auto">
          <a:xfrm flipH="1">
            <a:off x="6172200" y="3346450"/>
            <a:ext cx="428625" cy="98266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8015" name="Line 127"/>
          <p:cNvSpPr>
            <a:spLocks noChangeShapeType="1"/>
          </p:cNvSpPr>
          <p:nvPr/>
        </p:nvSpPr>
        <p:spPr bwMode="auto">
          <a:xfrm flipV="1">
            <a:off x="7016750" y="4103688"/>
            <a:ext cx="0" cy="23018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8016" name="Line 128"/>
          <p:cNvSpPr>
            <a:spLocks noChangeShapeType="1"/>
          </p:cNvSpPr>
          <p:nvPr/>
        </p:nvSpPr>
        <p:spPr bwMode="auto">
          <a:xfrm>
            <a:off x="7439025" y="3346450"/>
            <a:ext cx="438150" cy="98742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8017" name="Line 129"/>
          <p:cNvSpPr>
            <a:spLocks noChangeShapeType="1"/>
          </p:cNvSpPr>
          <p:nvPr/>
        </p:nvSpPr>
        <p:spPr bwMode="auto">
          <a:xfrm flipV="1">
            <a:off x="6172200" y="4329113"/>
            <a:ext cx="1704975" cy="476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IN"/>
          </a:p>
        </p:txBody>
      </p:sp>
      <p:sp>
        <p:nvSpPr>
          <p:cNvPr id="38018" name="Line 130"/>
          <p:cNvSpPr>
            <a:spLocks noChangeShapeType="1"/>
          </p:cNvSpPr>
          <p:nvPr/>
        </p:nvSpPr>
        <p:spPr bwMode="auto">
          <a:xfrm>
            <a:off x="7016750" y="3052763"/>
            <a:ext cx="0" cy="1054100"/>
          </a:xfrm>
          <a:prstGeom prst="line">
            <a:avLst/>
          </a:prstGeom>
          <a:noFill/>
          <a:ln w="127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38019" name="Freeform 131" descr="Light upward diagonal"/>
          <p:cNvSpPr>
            <a:spLocks/>
          </p:cNvSpPr>
          <p:nvPr/>
        </p:nvSpPr>
        <p:spPr bwMode="auto">
          <a:xfrm>
            <a:off x="6600825" y="3049588"/>
            <a:ext cx="833438" cy="1054100"/>
          </a:xfrm>
          <a:custGeom>
            <a:avLst/>
            <a:gdLst>
              <a:gd name="T0" fmla="*/ 2147483646 w 525"/>
              <a:gd name="T1" fmla="*/ 0 h 663"/>
              <a:gd name="T2" fmla="*/ 0 w 525"/>
              <a:gd name="T3" fmla="*/ 2147483646 h 663"/>
              <a:gd name="T4" fmla="*/ 2147483646 w 525"/>
              <a:gd name="T5" fmla="*/ 2147483646 h 663"/>
              <a:gd name="T6" fmla="*/ 2147483646 w 525"/>
              <a:gd name="T7" fmla="*/ 2147483646 h 663"/>
              <a:gd name="T8" fmla="*/ 2147483646 w 525"/>
              <a:gd name="T9" fmla="*/ 0 h 663"/>
              <a:gd name="T10" fmla="*/ 0 60000 65536"/>
              <a:gd name="T11" fmla="*/ 0 60000 65536"/>
              <a:gd name="T12" fmla="*/ 0 60000 65536"/>
              <a:gd name="T13" fmla="*/ 0 60000 65536"/>
              <a:gd name="T14" fmla="*/ 0 60000 65536"/>
              <a:gd name="T15" fmla="*/ 0 w 525"/>
              <a:gd name="T16" fmla="*/ 0 h 663"/>
              <a:gd name="T17" fmla="*/ 525 w 525"/>
              <a:gd name="T18" fmla="*/ 663 h 663"/>
            </a:gdLst>
            <a:ahLst/>
            <a:cxnLst>
              <a:cxn ang="T10">
                <a:pos x="T0" y="T1"/>
              </a:cxn>
              <a:cxn ang="T11">
                <a:pos x="T2" y="T3"/>
              </a:cxn>
              <a:cxn ang="T12">
                <a:pos x="T4" y="T5"/>
              </a:cxn>
              <a:cxn ang="T13">
                <a:pos x="T6" y="T7"/>
              </a:cxn>
              <a:cxn ang="T14">
                <a:pos x="T8" y="T9"/>
              </a:cxn>
            </a:cxnLst>
            <a:rect l="T15" t="T16" r="T17" b="T18"/>
            <a:pathLst>
              <a:path w="525" h="663">
                <a:moveTo>
                  <a:pt x="261" y="0"/>
                </a:moveTo>
                <a:lnTo>
                  <a:pt x="0" y="183"/>
                </a:lnTo>
                <a:lnTo>
                  <a:pt x="261" y="663"/>
                </a:lnTo>
                <a:lnTo>
                  <a:pt x="525" y="183"/>
                </a:lnTo>
                <a:lnTo>
                  <a:pt x="261" y="0"/>
                </a:lnTo>
                <a:close/>
              </a:path>
            </a:pathLst>
          </a:custGeom>
          <a:blipFill dpi="0" rotWithShape="0">
            <a:blip r:embed="rId4"/>
            <a:srcRect/>
            <a:tile tx="0" ty="0" sx="100000" sy="100000" flip="none" algn="tl"/>
          </a:blipFill>
          <a:ln w="22225">
            <a:solidFill>
              <a:schemeClr val="tx1"/>
            </a:solidFill>
            <a:round/>
            <a:headEnd/>
            <a:tailEnd/>
          </a:ln>
        </p:spPr>
        <p:txBody>
          <a:bodyPr/>
          <a:lstStyle/>
          <a:p>
            <a:endParaRPr lang="en-IN"/>
          </a:p>
        </p:txBody>
      </p:sp>
      <p:sp>
        <p:nvSpPr>
          <p:cNvPr id="120" name="AutoShape 53"/>
          <p:cNvSpPr>
            <a:spLocks noChangeArrowheads="1"/>
          </p:cNvSpPr>
          <p:nvPr/>
        </p:nvSpPr>
        <p:spPr bwMode="auto">
          <a:xfrm>
            <a:off x="3697288" y="4681538"/>
            <a:ext cx="1700212" cy="1700212"/>
          </a:xfrm>
          <a:prstGeom prst="diamond">
            <a:avLst/>
          </a:prstGeom>
          <a:solidFill>
            <a:schemeClr val="accent1">
              <a:alpha val="0"/>
            </a:schemeClr>
          </a:solidFill>
          <a:ln w="222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IN" altLang="en-US" sz="18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7926"/>
                                        </p:tgtEl>
                                        <p:attrNameLst>
                                          <p:attrName>style.visibility</p:attrName>
                                        </p:attrNameLst>
                                      </p:cBhvr>
                                      <p:to>
                                        <p:strVal val="visible"/>
                                      </p:to>
                                    </p:set>
                                    <p:anim calcmode="lin" valueType="num">
                                      <p:cBhvr additive="base">
                                        <p:cTn id="7" dur="500" fill="hold"/>
                                        <p:tgtEl>
                                          <p:spTgt spid="37926"/>
                                        </p:tgtEl>
                                        <p:attrNameLst>
                                          <p:attrName>ppt_x</p:attrName>
                                        </p:attrNameLst>
                                      </p:cBhvr>
                                      <p:tavLst>
                                        <p:tav tm="0">
                                          <p:val>
                                            <p:strVal val="0-#ppt_w/2"/>
                                          </p:val>
                                        </p:tav>
                                        <p:tav tm="100000">
                                          <p:val>
                                            <p:strVal val="#ppt_x"/>
                                          </p:val>
                                        </p:tav>
                                      </p:tavLst>
                                    </p:anim>
                                    <p:anim calcmode="lin" valueType="num">
                                      <p:cBhvr additive="base">
                                        <p:cTn id="8" dur="500" fill="hold"/>
                                        <p:tgtEl>
                                          <p:spTgt spid="3792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1" fill="hold" nodeType="clickEffect">
                                  <p:stCondLst>
                                    <p:cond delay="0"/>
                                  </p:stCondLst>
                                  <p:childTnLst>
                                    <p:set>
                                      <p:cBhvr>
                                        <p:cTn id="12" dur="1" fill="hold">
                                          <p:stCondLst>
                                            <p:cond delay="0"/>
                                          </p:stCondLst>
                                        </p:cTn>
                                        <p:tgtEl>
                                          <p:spTgt spid="37928"/>
                                        </p:tgtEl>
                                        <p:attrNameLst>
                                          <p:attrName>style.visibility</p:attrName>
                                        </p:attrNameLst>
                                      </p:cBhvr>
                                      <p:to>
                                        <p:strVal val="visible"/>
                                      </p:to>
                                    </p:set>
                                    <p:animEffect transition="in" filter="wipe(up)">
                                      <p:cBhvr>
                                        <p:cTn id="13" dur="500"/>
                                        <p:tgtEl>
                                          <p:spTgt spid="3792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4" fill="hold" nodeType="clickEffect">
                                  <p:stCondLst>
                                    <p:cond delay="0"/>
                                  </p:stCondLst>
                                  <p:childTnLst>
                                    <p:set>
                                      <p:cBhvr>
                                        <p:cTn id="17" dur="1" fill="hold">
                                          <p:stCondLst>
                                            <p:cond delay="0"/>
                                          </p:stCondLst>
                                        </p:cTn>
                                        <p:tgtEl>
                                          <p:spTgt spid="37929"/>
                                        </p:tgtEl>
                                        <p:attrNameLst>
                                          <p:attrName>style.visibility</p:attrName>
                                        </p:attrNameLst>
                                      </p:cBhvr>
                                      <p:to>
                                        <p:strVal val="visible"/>
                                      </p:to>
                                    </p:set>
                                    <p:animEffect transition="in" filter="wipe(down)">
                                      <p:cBhvr>
                                        <p:cTn id="18" dur="500"/>
                                        <p:tgtEl>
                                          <p:spTgt spid="37929"/>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4" fill="hold" nodeType="clickEffect">
                                  <p:stCondLst>
                                    <p:cond delay="0"/>
                                  </p:stCondLst>
                                  <p:childTnLst>
                                    <p:set>
                                      <p:cBhvr>
                                        <p:cTn id="22" dur="1" fill="hold">
                                          <p:stCondLst>
                                            <p:cond delay="0"/>
                                          </p:stCondLst>
                                        </p:cTn>
                                        <p:tgtEl>
                                          <p:spTgt spid="37930"/>
                                        </p:tgtEl>
                                        <p:attrNameLst>
                                          <p:attrName>style.visibility</p:attrName>
                                        </p:attrNameLst>
                                      </p:cBhvr>
                                      <p:to>
                                        <p:strVal val="visible"/>
                                      </p:to>
                                    </p:set>
                                    <p:animEffect transition="in" filter="wipe(down)">
                                      <p:cBhvr>
                                        <p:cTn id="23" dur="500"/>
                                        <p:tgtEl>
                                          <p:spTgt spid="37930"/>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1" fill="hold" nodeType="clickEffect">
                                  <p:stCondLst>
                                    <p:cond delay="0"/>
                                  </p:stCondLst>
                                  <p:childTnLst>
                                    <p:set>
                                      <p:cBhvr>
                                        <p:cTn id="27" dur="1" fill="hold">
                                          <p:stCondLst>
                                            <p:cond delay="0"/>
                                          </p:stCondLst>
                                        </p:cTn>
                                        <p:tgtEl>
                                          <p:spTgt spid="37931"/>
                                        </p:tgtEl>
                                        <p:attrNameLst>
                                          <p:attrName>style.visibility</p:attrName>
                                        </p:attrNameLst>
                                      </p:cBhvr>
                                      <p:to>
                                        <p:strVal val="visible"/>
                                      </p:to>
                                    </p:set>
                                    <p:animEffect transition="in" filter="wipe(up)">
                                      <p:cBhvr>
                                        <p:cTn id="28" dur="500"/>
                                        <p:tgtEl>
                                          <p:spTgt spid="37931"/>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8" fill="hold" grpId="0" nodeType="clickEffect">
                                  <p:stCondLst>
                                    <p:cond delay="0"/>
                                  </p:stCondLst>
                                  <p:childTnLst>
                                    <p:set>
                                      <p:cBhvr>
                                        <p:cTn id="32" dur="1" fill="hold">
                                          <p:stCondLst>
                                            <p:cond delay="0"/>
                                          </p:stCondLst>
                                        </p:cTn>
                                        <p:tgtEl>
                                          <p:spTgt spid="37936"/>
                                        </p:tgtEl>
                                        <p:attrNameLst>
                                          <p:attrName>style.visibility</p:attrName>
                                        </p:attrNameLst>
                                      </p:cBhvr>
                                      <p:to>
                                        <p:strVal val="visible"/>
                                      </p:to>
                                    </p:set>
                                    <p:anim calcmode="lin" valueType="num">
                                      <p:cBhvr additive="base">
                                        <p:cTn id="33" dur="500" fill="hold"/>
                                        <p:tgtEl>
                                          <p:spTgt spid="37936"/>
                                        </p:tgtEl>
                                        <p:attrNameLst>
                                          <p:attrName>ppt_x</p:attrName>
                                        </p:attrNameLst>
                                      </p:cBhvr>
                                      <p:tavLst>
                                        <p:tav tm="0">
                                          <p:val>
                                            <p:strVal val="0-#ppt_w/2"/>
                                          </p:val>
                                        </p:tav>
                                        <p:tav tm="100000">
                                          <p:val>
                                            <p:strVal val="#ppt_x"/>
                                          </p:val>
                                        </p:tav>
                                      </p:tavLst>
                                    </p:anim>
                                    <p:anim calcmode="lin" valueType="num">
                                      <p:cBhvr additive="base">
                                        <p:cTn id="34" dur="500" fill="hold"/>
                                        <p:tgtEl>
                                          <p:spTgt spid="37936"/>
                                        </p:tgtEl>
                                        <p:attrNameLst>
                                          <p:attrName>ppt_y</p:attrName>
                                        </p:attrNameLst>
                                      </p:cBhvr>
                                      <p:tavLst>
                                        <p:tav tm="0">
                                          <p:val>
                                            <p:strVal val="#ppt_y"/>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1" fill="hold" nodeType="clickEffect">
                                  <p:stCondLst>
                                    <p:cond delay="0"/>
                                  </p:stCondLst>
                                  <p:childTnLst>
                                    <p:set>
                                      <p:cBhvr>
                                        <p:cTn id="38" dur="1" fill="hold">
                                          <p:stCondLst>
                                            <p:cond delay="0"/>
                                          </p:stCondLst>
                                        </p:cTn>
                                        <p:tgtEl>
                                          <p:spTgt spid="37932"/>
                                        </p:tgtEl>
                                        <p:attrNameLst>
                                          <p:attrName>style.visibility</p:attrName>
                                        </p:attrNameLst>
                                      </p:cBhvr>
                                      <p:to>
                                        <p:strVal val="visible"/>
                                      </p:to>
                                    </p:set>
                                    <p:animEffect transition="in" filter="wipe(up)">
                                      <p:cBhvr>
                                        <p:cTn id="39" dur="500"/>
                                        <p:tgtEl>
                                          <p:spTgt spid="37932"/>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8" fill="hold" grpId="0" nodeType="clickEffect">
                                  <p:stCondLst>
                                    <p:cond delay="0"/>
                                  </p:stCondLst>
                                  <p:childTnLst>
                                    <p:set>
                                      <p:cBhvr>
                                        <p:cTn id="43" dur="1" fill="hold">
                                          <p:stCondLst>
                                            <p:cond delay="0"/>
                                          </p:stCondLst>
                                        </p:cTn>
                                        <p:tgtEl>
                                          <p:spTgt spid="37937"/>
                                        </p:tgtEl>
                                        <p:attrNameLst>
                                          <p:attrName>style.visibility</p:attrName>
                                        </p:attrNameLst>
                                      </p:cBhvr>
                                      <p:to>
                                        <p:strVal val="visible"/>
                                      </p:to>
                                    </p:set>
                                    <p:anim calcmode="lin" valueType="num">
                                      <p:cBhvr additive="base">
                                        <p:cTn id="44" dur="500" fill="hold"/>
                                        <p:tgtEl>
                                          <p:spTgt spid="37937"/>
                                        </p:tgtEl>
                                        <p:attrNameLst>
                                          <p:attrName>ppt_x</p:attrName>
                                        </p:attrNameLst>
                                      </p:cBhvr>
                                      <p:tavLst>
                                        <p:tav tm="0">
                                          <p:val>
                                            <p:strVal val="0-#ppt_w/2"/>
                                          </p:val>
                                        </p:tav>
                                        <p:tav tm="100000">
                                          <p:val>
                                            <p:strVal val="#ppt_x"/>
                                          </p:val>
                                        </p:tav>
                                      </p:tavLst>
                                    </p:anim>
                                    <p:anim calcmode="lin" valueType="num">
                                      <p:cBhvr additive="base">
                                        <p:cTn id="45" dur="500" fill="hold"/>
                                        <p:tgtEl>
                                          <p:spTgt spid="37937"/>
                                        </p:tgtEl>
                                        <p:attrNameLst>
                                          <p:attrName>ppt_y</p:attrName>
                                        </p:attrNameLst>
                                      </p:cBhvr>
                                      <p:tavLst>
                                        <p:tav tm="0">
                                          <p:val>
                                            <p:strVal val="#ppt_y"/>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2" fill="hold" nodeType="clickEffect">
                                  <p:stCondLst>
                                    <p:cond delay="0"/>
                                  </p:stCondLst>
                                  <p:childTnLst>
                                    <p:set>
                                      <p:cBhvr>
                                        <p:cTn id="49" dur="1" fill="hold">
                                          <p:stCondLst>
                                            <p:cond delay="0"/>
                                          </p:stCondLst>
                                        </p:cTn>
                                        <p:tgtEl>
                                          <p:spTgt spid="37933"/>
                                        </p:tgtEl>
                                        <p:attrNameLst>
                                          <p:attrName>style.visibility</p:attrName>
                                        </p:attrNameLst>
                                      </p:cBhvr>
                                      <p:to>
                                        <p:strVal val="visible"/>
                                      </p:to>
                                    </p:set>
                                    <p:animEffect transition="in" filter="wipe(right)">
                                      <p:cBhvr>
                                        <p:cTn id="50" dur="500"/>
                                        <p:tgtEl>
                                          <p:spTgt spid="37933"/>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1" fill="hold" nodeType="clickEffect">
                                  <p:stCondLst>
                                    <p:cond delay="0"/>
                                  </p:stCondLst>
                                  <p:childTnLst>
                                    <p:set>
                                      <p:cBhvr>
                                        <p:cTn id="54" dur="1" fill="hold">
                                          <p:stCondLst>
                                            <p:cond delay="0"/>
                                          </p:stCondLst>
                                        </p:cTn>
                                        <p:tgtEl>
                                          <p:spTgt spid="37934"/>
                                        </p:tgtEl>
                                        <p:attrNameLst>
                                          <p:attrName>style.visibility</p:attrName>
                                        </p:attrNameLst>
                                      </p:cBhvr>
                                      <p:to>
                                        <p:strVal val="visible"/>
                                      </p:to>
                                    </p:set>
                                    <p:animEffect transition="in" filter="wipe(up)">
                                      <p:cBhvr>
                                        <p:cTn id="55" dur="500"/>
                                        <p:tgtEl>
                                          <p:spTgt spid="37934"/>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37935"/>
                                        </p:tgtEl>
                                        <p:attrNameLst>
                                          <p:attrName>style.visibility</p:attrName>
                                        </p:attrNameLst>
                                      </p:cBhvr>
                                      <p:to>
                                        <p:strVal val="visible"/>
                                      </p:to>
                                    </p:set>
                                    <p:animEffect transition="in" filter="wipe(left)">
                                      <p:cBhvr>
                                        <p:cTn id="60" dur="500"/>
                                        <p:tgtEl>
                                          <p:spTgt spid="37935"/>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 presetClass="entr" presetSubtype="8" fill="hold" grpId="0" nodeType="clickEffect">
                                  <p:stCondLst>
                                    <p:cond delay="0"/>
                                  </p:stCondLst>
                                  <p:childTnLst>
                                    <p:set>
                                      <p:cBhvr>
                                        <p:cTn id="64" dur="1" fill="hold">
                                          <p:stCondLst>
                                            <p:cond delay="0"/>
                                          </p:stCondLst>
                                        </p:cTn>
                                        <p:tgtEl>
                                          <p:spTgt spid="37938"/>
                                        </p:tgtEl>
                                        <p:attrNameLst>
                                          <p:attrName>style.visibility</p:attrName>
                                        </p:attrNameLst>
                                      </p:cBhvr>
                                      <p:to>
                                        <p:strVal val="visible"/>
                                      </p:to>
                                    </p:set>
                                    <p:anim calcmode="lin" valueType="num">
                                      <p:cBhvr additive="base">
                                        <p:cTn id="65" dur="500" fill="hold"/>
                                        <p:tgtEl>
                                          <p:spTgt spid="37938"/>
                                        </p:tgtEl>
                                        <p:attrNameLst>
                                          <p:attrName>ppt_x</p:attrName>
                                        </p:attrNameLst>
                                      </p:cBhvr>
                                      <p:tavLst>
                                        <p:tav tm="0">
                                          <p:val>
                                            <p:strVal val="0-#ppt_w/2"/>
                                          </p:val>
                                        </p:tav>
                                        <p:tav tm="100000">
                                          <p:val>
                                            <p:strVal val="#ppt_x"/>
                                          </p:val>
                                        </p:tav>
                                      </p:tavLst>
                                    </p:anim>
                                    <p:anim calcmode="lin" valueType="num">
                                      <p:cBhvr additive="base">
                                        <p:cTn id="66" dur="500" fill="hold"/>
                                        <p:tgtEl>
                                          <p:spTgt spid="37938"/>
                                        </p:tgtEl>
                                        <p:attrNameLst>
                                          <p:attrName>ppt_y</p:attrName>
                                        </p:attrNameLst>
                                      </p:cBhvr>
                                      <p:tavLst>
                                        <p:tav tm="0">
                                          <p:val>
                                            <p:strVal val="#ppt_y"/>
                                          </p:val>
                                        </p:tav>
                                        <p:tav tm="100000">
                                          <p:val>
                                            <p:strVal val="#ppt_y"/>
                                          </p:val>
                                        </p:tav>
                                      </p:tavLst>
                                    </p:anim>
                                  </p:childTnLst>
                                </p:cTn>
                              </p:par>
                            </p:childTnLst>
                          </p:cTn>
                        </p:par>
                      </p:childTnLst>
                    </p:cTn>
                  </p:par>
                  <p:par>
                    <p:cTn id="67" fill="hold" nodeType="clickPar">
                      <p:stCondLst>
                        <p:cond delay="indefinite"/>
                      </p:stCondLst>
                      <p:childTnLst>
                        <p:par>
                          <p:cTn id="68" fill="hold" nodeType="withGroup">
                            <p:stCondLst>
                              <p:cond delay="0"/>
                            </p:stCondLst>
                            <p:childTnLst>
                              <p:par>
                                <p:cTn id="69" presetID="2" presetClass="entr" presetSubtype="8" fill="hold" grpId="0" nodeType="clickEffect">
                                  <p:stCondLst>
                                    <p:cond delay="0"/>
                                  </p:stCondLst>
                                  <p:childTnLst>
                                    <p:set>
                                      <p:cBhvr>
                                        <p:cTn id="70" dur="1" fill="hold">
                                          <p:stCondLst>
                                            <p:cond delay="0"/>
                                          </p:stCondLst>
                                        </p:cTn>
                                        <p:tgtEl>
                                          <p:spTgt spid="37939"/>
                                        </p:tgtEl>
                                        <p:attrNameLst>
                                          <p:attrName>style.visibility</p:attrName>
                                        </p:attrNameLst>
                                      </p:cBhvr>
                                      <p:to>
                                        <p:strVal val="visible"/>
                                      </p:to>
                                    </p:set>
                                    <p:anim calcmode="lin" valueType="num">
                                      <p:cBhvr additive="base">
                                        <p:cTn id="71" dur="500" fill="hold"/>
                                        <p:tgtEl>
                                          <p:spTgt spid="37939"/>
                                        </p:tgtEl>
                                        <p:attrNameLst>
                                          <p:attrName>ppt_x</p:attrName>
                                        </p:attrNameLst>
                                      </p:cBhvr>
                                      <p:tavLst>
                                        <p:tav tm="0">
                                          <p:val>
                                            <p:strVal val="0-#ppt_w/2"/>
                                          </p:val>
                                        </p:tav>
                                        <p:tav tm="100000">
                                          <p:val>
                                            <p:strVal val="#ppt_x"/>
                                          </p:val>
                                        </p:tav>
                                      </p:tavLst>
                                    </p:anim>
                                    <p:anim calcmode="lin" valueType="num">
                                      <p:cBhvr additive="base">
                                        <p:cTn id="72" dur="500" fill="hold"/>
                                        <p:tgtEl>
                                          <p:spTgt spid="37939"/>
                                        </p:tgtEl>
                                        <p:attrNameLst>
                                          <p:attrName>ppt_y</p:attrName>
                                        </p:attrNameLst>
                                      </p:cBhvr>
                                      <p:tavLst>
                                        <p:tav tm="0">
                                          <p:val>
                                            <p:strVal val="#ppt_y"/>
                                          </p:val>
                                        </p:tav>
                                        <p:tav tm="100000">
                                          <p:val>
                                            <p:strVal val="#ppt_y"/>
                                          </p:val>
                                        </p:tav>
                                      </p:tavLst>
                                    </p:anim>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37940"/>
                                        </p:tgtEl>
                                        <p:attrNameLst>
                                          <p:attrName>style.visibility</p:attrName>
                                        </p:attrNameLst>
                                      </p:cBhvr>
                                      <p:to>
                                        <p:strVal val="visible"/>
                                      </p:to>
                                    </p:set>
                                    <p:animEffect transition="in" filter="wipe(left)">
                                      <p:cBhvr>
                                        <p:cTn id="77" dur="3000"/>
                                        <p:tgtEl>
                                          <p:spTgt spid="37940"/>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2" fill="hold" nodeType="clickEffect">
                                  <p:stCondLst>
                                    <p:cond delay="0"/>
                                  </p:stCondLst>
                                  <p:childTnLst>
                                    <p:set>
                                      <p:cBhvr>
                                        <p:cTn id="81" dur="1" fill="hold">
                                          <p:stCondLst>
                                            <p:cond delay="0"/>
                                          </p:stCondLst>
                                        </p:cTn>
                                        <p:tgtEl>
                                          <p:spTgt spid="37942"/>
                                        </p:tgtEl>
                                        <p:attrNameLst>
                                          <p:attrName>style.visibility</p:attrName>
                                        </p:attrNameLst>
                                      </p:cBhvr>
                                      <p:to>
                                        <p:strVal val="visible"/>
                                      </p:to>
                                    </p:set>
                                    <p:animEffect transition="in" filter="wipe(right)">
                                      <p:cBhvr>
                                        <p:cTn id="82" dur="500"/>
                                        <p:tgtEl>
                                          <p:spTgt spid="37942"/>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4" fill="hold" nodeType="clickEffect">
                                  <p:stCondLst>
                                    <p:cond delay="0"/>
                                  </p:stCondLst>
                                  <p:childTnLst>
                                    <p:set>
                                      <p:cBhvr>
                                        <p:cTn id="86" dur="1" fill="hold">
                                          <p:stCondLst>
                                            <p:cond delay="0"/>
                                          </p:stCondLst>
                                        </p:cTn>
                                        <p:tgtEl>
                                          <p:spTgt spid="37943"/>
                                        </p:tgtEl>
                                        <p:attrNameLst>
                                          <p:attrName>style.visibility</p:attrName>
                                        </p:attrNameLst>
                                      </p:cBhvr>
                                      <p:to>
                                        <p:strVal val="visible"/>
                                      </p:to>
                                    </p:set>
                                    <p:animEffect transition="in" filter="wipe(down)">
                                      <p:cBhvr>
                                        <p:cTn id="87" dur="500"/>
                                        <p:tgtEl>
                                          <p:spTgt spid="37943"/>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2" fill="hold" nodeType="clickEffect">
                                  <p:stCondLst>
                                    <p:cond delay="0"/>
                                  </p:stCondLst>
                                  <p:childTnLst>
                                    <p:set>
                                      <p:cBhvr>
                                        <p:cTn id="91" dur="1" fill="hold">
                                          <p:stCondLst>
                                            <p:cond delay="0"/>
                                          </p:stCondLst>
                                        </p:cTn>
                                        <p:tgtEl>
                                          <p:spTgt spid="37944"/>
                                        </p:tgtEl>
                                        <p:attrNameLst>
                                          <p:attrName>style.visibility</p:attrName>
                                        </p:attrNameLst>
                                      </p:cBhvr>
                                      <p:to>
                                        <p:strVal val="visible"/>
                                      </p:to>
                                    </p:set>
                                    <p:animEffect transition="in" filter="wipe(right)">
                                      <p:cBhvr>
                                        <p:cTn id="92" dur="500"/>
                                        <p:tgtEl>
                                          <p:spTgt spid="37944"/>
                                        </p:tgtEl>
                                      </p:cBhvr>
                                    </p:animEffect>
                                  </p:childTnLst>
                                </p:cTn>
                              </p:par>
                            </p:childTnLst>
                          </p:cTn>
                        </p:par>
                      </p:childTnLst>
                    </p:cTn>
                  </p:par>
                  <p:par>
                    <p:cTn id="93" fill="hold" nodeType="clickPar">
                      <p:stCondLst>
                        <p:cond delay="indefinite"/>
                      </p:stCondLst>
                      <p:childTnLst>
                        <p:par>
                          <p:cTn id="94" fill="hold" nodeType="withGroup">
                            <p:stCondLst>
                              <p:cond delay="0"/>
                            </p:stCondLst>
                            <p:childTnLst>
                              <p:par>
                                <p:cTn id="95" presetID="22" presetClass="entr" presetSubtype="1" fill="hold" nodeType="clickEffect">
                                  <p:stCondLst>
                                    <p:cond delay="0"/>
                                  </p:stCondLst>
                                  <p:childTnLst>
                                    <p:set>
                                      <p:cBhvr>
                                        <p:cTn id="96" dur="1" fill="hold">
                                          <p:stCondLst>
                                            <p:cond delay="0"/>
                                          </p:stCondLst>
                                        </p:cTn>
                                        <p:tgtEl>
                                          <p:spTgt spid="37945"/>
                                        </p:tgtEl>
                                        <p:attrNameLst>
                                          <p:attrName>style.visibility</p:attrName>
                                        </p:attrNameLst>
                                      </p:cBhvr>
                                      <p:to>
                                        <p:strVal val="visible"/>
                                      </p:to>
                                    </p:set>
                                    <p:animEffect transition="in" filter="wipe(up)">
                                      <p:cBhvr>
                                        <p:cTn id="97" dur="500"/>
                                        <p:tgtEl>
                                          <p:spTgt spid="37945"/>
                                        </p:tgtEl>
                                      </p:cBhvr>
                                    </p:animEffect>
                                  </p:childTnLst>
                                </p:cTn>
                              </p:par>
                            </p:childTnLst>
                          </p:cTn>
                        </p:par>
                      </p:childTnLst>
                    </p:cTn>
                  </p:par>
                  <p:par>
                    <p:cTn id="98" fill="hold" nodeType="clickPar">
                      <p:stCondLst>
                        <p:cond delay="indefinite"/>
                      </p:stCondLst>
                      <p:childTnLst>
                        <p:par>
                          <p:cTn id="99" fill="hold" nodeType="withGroup">
                            <p:stCondLst>
                              <p:cond delay="0"/>
                            </p:stCondLst>
                            <p:childTnLst>
                              <p:par>
                                <p:cTn id="100" presetID="22" presetClass="entr" presetSubtype="4" fill="hold" grpId="0" nodeType="clickEffect">
                                  <p:stCondLst>
                                    <p:cond delay="0"/>
                                  </p:stCondLst>
                                  <p:childTnLst>
                                    <p:set>
                                      <p:cBhvr>
                                        <p:cTn id="101" dur="1" fill="hold">
                                          <p:stCondLst>
                                            <p:cond delay="0"/>
                                          </p:stCondLst>
                                        </p:cTn>
                                        <p:tgtEl>
                                          <p:spTgt spid="37946"/>
                                        </p:tgtEl>
                                        <p:attrNameLst>
                                          <p:attrName>style.visibility</p:attrName>
                                        </p:attrNameLst>
                                      </p:cBhvr>
                                      <p:to>
                                        <p:strVal val="visible"/>
                                      </p:to>
                                    </p:set>
                                    <p:animEffect transition="in" filter="wipe(down)">
                                      <p:cBhvr>
                                        <p:cTn id="102" dur="500"/>
                                        <p:tgtEl>
                                          <p:spTgt spid="37946"/>
                                        </p:tgtEl>
                                      </p:cBhvr>
                                    </p:animEffect>
                                  </p:childTnLst>
                                </p:cTn>
                              </p:par>
                            </p:childTnLst>
                          </p:cTn>
                        </p:par>
                      </p:childTnLst>
                    </p:cTn>
                  </p:par>
                  <p:par>
                    <p:cTn id="103" fill="hold" nodeType="clickPar">
                      <p:stCondLst>
                        <p:cond delay="indefinite"/>
                      </p:stCondLst>
                      <p:childTnLst>
                        <p:par>
                          <p:cTn id="104" fill="hold" nodeType="withGroup">
                            <p:stCondLst>
                              <p:cond delay="0"/>
                            </p:stCondLst>
                            <p:childTnLst>
                              <p:par>
                                <p:cTn id="105" presetID="22" presetClass="entr" presetSubtype="4" fill="hold" grpId="0" nodeType="clickEffect">
                                  <p:stCondLst>
                                    <p:cond delay="0"/>
                                  </p:stCondLst>
                                  <p:childTnLst>
                                    <p:set>
                                      <p:cBhvr>
                                        <p:cTn id="106" dur="1" fill="hold">
                                          <p:stCondLst>
                                            <p:cond delay="0"/>
                                          </p:stCondLst>
                                        </p:cTn>
                                        <p:tgtEl>
                                          <p:spTgt spid="37947"/>
                                        </p:tgtEl>
                                        <p:attrNameLst>
                                          <p:attrName>style.visibility</p:attrName>
                                        </p:attrNameLst>
                                      </p:cBhvr>
                                      <p:to>
                                        <p:strVal val="visible"/>
                                      </p:to>
                                    </p:set>
                                    <p:animEffect transition="in" filter="wipe(down)">
                                      <p:cBhvr>
                                        <p:cTn id="107" dur="500"/>
                                        <p:tgtEl>
                                          <p:spTgt spid="37947"/>
                                        </p:tgtEl>
                                      </p:cBhvr>
                                    </p:animEffect>
                                  </p:childTnLst>
                                </p:cTn>
                              </p:par>
                            </p:childTnLst>
                          </p:cTn>
                        </p:par>
                      </p:childTnLst>
                    </p:cTn>
                  </p:par>
                  <p:par>
                    <p:cTn id="108" fill="hold" nodeType="clickPar">
                      <p:stCondLst>
                        <p:cond delay="indefinite"/>
                      </p:stCondLst>
                      <p:childTnLst>
                        <p:par>
                          <p:cTn id="109" fill="hold" nodeType="withGroup">
                            <p:stCondLst>
                              <p:cond delay="0"/>
                            </p:stCondLst>
                            <p:childTnLst>
                              <p:par>
                                <p:cTn id="110" presetID="22" presetClass="entr" presetSubtype="4" fill="hold" grpId="0" nodeType="clickEffect">
                                  <p:stCondLst>
                                    <p:cond delay="0"/>
                                  </p:stCondLst>
                                  <p:childTnLst>
                                    <p:set>
                                      <p:cBhvr>
                                        <p:cTn id="111" dur="1" fill="hold">
                                          <p:stCondLst>
                                            <p:cond delay="0"/>
                                          </p:stCondLst>
                                        </p:cTn>
                                        <p:tgtEl>
                                          <p:spTgt spid="37948"/>
                                        </p:tgtEl>
                                        <p:attrNameLst>
                                          <p:attrName>style.visibility</p:attrName>
                                        </p:attrNameLst>
                                      </p:cBhvr>
                                      <p:to>
                                        <p:strVal val="visible"/>
                                      </p:to>
                                    </p:set>
                                    <p:animEffect transition="in" filter="wipe(down)">
                                      <p:cBhvr>
                                        <p:cTn id="112" dur="500"/>
                                        <p:tgtEl>
                                          <p:spTgt spid="37948"/>
                                        </p:tgtEl>
                                      </p:cBhvr>
                                    </p:animEffect>
                                  </p:childTnLst>
                                </p:cTn>
                              </p:par>
                            </p:childTnLst>
                          </p:cTn>
                        </p:par>
                      </p:childTnLst>
                    </p:cTn>
                  </p:par>
                  <p:par>
                    <p:cTn id="113" fill="hold" nodeType="clickPar">
                      <p:stCondLst>
                        <p:cond delay="indefinite"/>
                      </p:stCondLst>
                      <p:childTnLst>
                        <p:par>
                          <p:cTn id="114" fill="hold" nodeType="withGroup">
                            <p:stCondLst>
                              <p:cond delay="0"/>
                            </p:stCondLst>
                            <p:childTnLst>
                              <p:par>
                                <p:cTn id="115" presetID="22" presetClass="entr" presetSubtype="4" fill="hold" grpId="0" nodeType="clickEffect">
                                  <p:stCondLst>
                                    <p:cond delay="0"/>
                                  </p:stCondLst>
                                  <p:childTnLst>
                                    <p:set>
                                      <p:cBhvr>
                                        <p:cTn id="116" dur="1" fill="hold">
                                          <p:stCondLst>
                                            <p:cond delay="0"/>
                                          </p:stCondLst>
                                        </p:cTn>
                                        <p:tgtEl>
                                          <p:spTgt spid="37949"/>
                                        </p:tgtEl>
                                        <p:attrNameLst>
                                          <p:attrName>style.visibility</p:attrName>
                                        </p:attrNameLst>
                                      </p:cBhvr>
                                      <p:to>
                                        <p:strVal val="visible"/>
                                      </p:to>
                                    </p:set>
                                    <p:animEffect transition="in" filter="wipe(down)">
                                      <p:cBhvr>
                                        <p:cTn id="117" dur="500"/>
                                        <p:tgtEl>
                                          <p:spTgt spid="37949"/>
                                        </p:tgtEl>
                                      </p:cBhvr>
                                    </p:animEffect>
                                  </p:childTnLst>
                                </p:cTn>
                              </p:par>
                            </p:childTnLst>
                          </p:cTn>
                        </p:par>
                      </p:childTnLst>
                    </p:cTn>
                  </p:par>
                  <p:par>
                    <p:cTn id="118" fill="hold" nodeType="clickPar">
                      <p:stCondLst>
                        <p:cond delay="indefinite"/>
                      </p:stCondLst>
                      <p:childTnLst>
                        <p:par>
                          <p:cTn id="119" fill="hold" nodeType="withGroup">
                            <p:stCondLst>
                              <p:cond delay="0"/>
                            </p:stCondLst>
                            <p:childTnLst>
                              <p:par>
                                <p:cTn id="120" presetID="22" presetClass="entr" presetSubtype="4" fill="hold" grpId="0" nodeType="clickEffect">
                                  <p:stCondLst>
                                    <p:cond delay="0"/>
                                  </p:stCondLst>
                                  <p:childTnLst>
                                    <p:set>
                                      <p:cBhvr>
                                        <p:cTn id="121" dur="1" fill="hold">
                                          <p:stCondLst>
                                            <p:cond delay="0"/>
                                          </p:stCondLst>
                                        </p:cTn>
                                        <p:tgtEl>
                                          <p:spTgt spid="37950"/>
                                        </p:tgtEl>
                                        <p:attrNameLst>
                                          <p:attrName>style.visibility</p:attrName>
                                        </p:attrNameLst>
                                      </p:cBhvr>
                                      <p:to>
                                        <p:strVal val="visible"/>
                                      </p:to>
                                    </p:set>
                                    <p:animEffect transition="in" filter="wipe(down)">
                                      <p:cBhvr>
                                        <p:cTn id="122" dur="500"/>
                                        <p:tgtEl>
                                          <p:spTgt spid="37950"/>
                                        </p:tgtEl>
                                      </p:cBhvr>
                                    </p:animEffec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2" presetClass="entr" presetSubtype="4" fill="hold" grpId="0" nodeType="clickEffect">
                                  <p:stCondLst>
                                    <p:cond delay="0"/>
                                  </p:stCondLst>
                                  <p:childTnLst>
                                    <p:set>
                                      <p:cBhvr>
                                        <p:cTn id="126" dur="1" fill="hold">
                                          <p:stCondLst>
                                            <p:cond delay="0"/>
                                          </p:stCondLst>
                                        </p:cTn>
                                        <p:tgtEl>
                                          <p:spTgt spid="37951"/>
                                        </p:tgtEl>
                                        <p:attrNameLst>
                                          <p:attrName>style.visibility</p:attrName>
                                        </p:attrNameLst>
                                      </p:cBhvr>
                                      <p:to>
                                        <p:strVal val="visible"/>
                                      </p:to>
                                    </p:set>
                                    <p:animEffect transition="in" filter="wipe(down)">
                                      <p:cBhvr>
                                        <p:cTn id="127" dur="500"/>
                                        <p:tgtEl>
                                          <p:spTgt spid="37951"/>
                                        </p:tgtEl>
                                      </p:cBhvr>
                                    </p:animEffect>
                                  </p:childTnLst>
                                </p:cTn>
                              </p:par>
                            </p:childTnLst>
                          </p:cTn>
                        </p:par>
                      </p:childTnLst>
                    </p:cTn>
                  </p:par>
                  <p:par>
                    <p:cTn id="128" fill="hold" nodeType="clickPar">
                      <p:stCondLst>
                        <p:cond delay="indefinite"/>
                      </p:stCondLst>
                      <p:childTnLst>
                        <p:par>
                          <p:cTn id="129" fill="hold" nodeType="withGroup">
                            <p:stCondLst>
                              <p:cond delay="0"/>
                            </p:stCondLst>
                            <p:childTnLst>
                              <p:par>
                                <p:cTn id="130" presetID="22" presetClass="entr" presetSubtype="4" fill="hold" grpId="0" nodeType="clickEffect">
                                  <p:stCondLst>
                                    <p:cond delay="0"/>
                                  </p:stCondLst>
                                  <p:childTnLst>
                                    <p:set>
                                      <p:cBhvr>
                                        <p:cTn id="131" dur="1" fill="hold">
                                          <p:stCondLst>
                                            <p:cond delay="0"/>
                                          </p:stCondLst>
                                        </p:cTn>
                                        <p:tgtEl>
                                          <p:spTgt spid="37952"/>
                                        </p:tgtEl>
                                        <p:attrNameLst>
                                          <p:attrName>style.visibility</p:attrName>
                                        </p:attrNameLst>
                                      </p:cBhvr>
                                      <p:to>
                                        <p:strVal val="visible"/>
                                      </p:to>
                                    </p:set>
                                    <p:animEffect transition="in" filter="wipe(down)">
                                      <p:cBhvr>
                                        <p:cTn id="132" dur="500"/>
                                        <p:tgtEl>
                                          <p:spTgt spid="37952"/>
                                        </p:tgtEl>
                                      </p:cBhvr>
                                    </p:animEffect>
                                  </p:childTnLst>
                                </p:cTn>
                              </p:par>
                            </p:childTnLst>
                          </p:cTn>
                        </p:par>
                      </p:childTnLst>
                    </p:cTn>
                  </p:par>
                  <p:par>
                    <p:cTn id="133" fill="hold" nodeType="clickPar">
                      <p:stCondLst>
                        <p:cond delay="indefinite"/>
                      </p:stCondLst>
                      <p:childTnLst>
                        <p:par>
                          <p:cTn id="134" fill="hold" nodeType="withGroup">
                            <p:stCondLst>
                              <p:cond delay="0"/>
                            </p:stCondLst>
                            <p:childTnLst>
                              <p:par>
                                <p:cTn id="135" presetID="22" presetClass="entr" presetSubtype="4" fill="hold" grpId="0" nodeType="clickEffect">
                                  <p:stCondLst>
                                    <p:cond delay="0"/>
                                  </p:stCondLst>
                                  <p:childTnLst>
                                    <p:set>
                                      <p:cBhvr>
                                        <p:cTn id="136" dur="1" fill="hold">
                                          <p:stCondLst>
                                            <p:cond delay="0"/>
                                          </p:stCondLst>
                                        </p:cTn>
                                        <p:tgtEl>
                                          <p:spTgt spid="37953"/>
                                        </p:tgtEl>
                                        <p:attrNameLst>
                                          <p:attrName>style.visibility</p:attrName>
                                        </p:attrNameLst>
                                      </p:cBhvr>
                                      <p:to>
                                        <p:strVal val="visible"/>
                                      </p:to>
                                    </p:set>
                                    <p:animEffect transition="in" filter="wipe(down)">
                                      <p:cBhvr>
                                        <p:cTn id="137" dur="500"/>
                                        <p:tgtEl>
                                          <p:spTgt spid="37953"/>
                                        </p:tgtEl>
                                      </p:cBhvr>
                                    </p:animEffect>
                                  </p:childTnLst>
                                </p:cTn>
                              </p:par>
                            </p:childTnLst>
                          </p:cTn>
                        </p:par>
                      </p:childTnLst>
                    </p:cTn>
                  </p:par>
                  <p:par>
                    <p:cTn id="138" fill="hold" nodeType="clickPar">
                      <p:stCondLst>
                        <p:cond delay="indefinite"/>
                      </p:stCondLst>
                      <p:childTnLst>
                        <p:par>
                          <p:cTn id="139" fill="hold" nodeType="withGroup">
                            <p:stCondLst>
                              <p:cond delay="0"/>
                            </p:stCondLst>
                            <p:childTnLst>
                              <p:par>
                                <p:cTn id="140" presetID="22" presetClass="entr" presetSubtype="1" fill="hold" nodeType="clickEffect">
                                  <p:stCondLst>
                                    <p:cond delay="0"/>
                                  </p:stCondLst>
                                  <p:childTnLst>
                                    <p:set>
                                      <p:cBhvr>
                                        <p:cTn id="141" dur="1" fill="hold">
                                          <p:stCondLst>
                                            <p:cond delay="0"/>
                                          </p:stCondLst>
                                        </p:cTn>
                                        <p:tgtEl>
                                          <p:spTgt spid="37954"/>
                                        </p:tgtEl>
                                        <p:attrNameLst>
                                          <p:attrName>style.visibility</p:attrName>
                                        </p:attrNameLst>
                                      </p:cBhvr>
                                      <p:to>
                                        <p:strVal val="visible"/>
                                      </p:to>
                                    </p:set>
                                    <p:animEffect transition="in" filter="wipe(up)">
                                      <p:cBhvr>
                                        <p:cTn id="142" dur="500"/>
                                        <p:tgtEl>
                                          <p:spTgt spid="37954"/>
                                        </p:tgtEl>
                                      </p:cBhvr>
                                    </p:animEffect>
                                  </p:childTnLst>
                                </p:cTn>
                              </p:par>
                            </p:childTnLst>
                          </p:cTn>
                        </p:par>
                      </p:childTnLst>
                    </p:cTn>
                  </p:par>
                  <p:par>
                    <p:cTn id="143" fill="hold" nodeType="clickPar">
                      <p:stCondLst>
                        <p:cond delay="indefinite"/>
                      </p:stCondLst>
                      <p:childTnLst>
                        <p:par>
                          <p:cTn id="144" fill="hold" nodeType="withGroup">
                            <p:stCondLst>
                              <p:cond delay="0"/>
                            </p:stCondLst>
                            <p:childTnLst>
                              <p:par>
                                <p:cTn id="145" presetID="22" presetClass="entr" presetSubtype="1" fill="hold" nodeType="clickEffect">
                                  <p:stCondLst>
                                    <p:cond delay="0"/>
                                  </p:stCondLst>
                                  <p:childTnLst>
                                    <p:set>
                                      <p:cBhvr>
                                        <p:cTn id="146" dur="1" fill="hold">
                                          <p:stCondLst>
                                            <p:cond delay="0"/>
                                          </p:stCondLst>
                                        </p:cTn>
                                        <p:tgtEl>
                                          <p:spTgt spid="37955"/>
                                        </p:tgtEl>
                                        <p:attrNameLst>
                                          <p:attrName>style.visibility</p:attrName>
                                        </p:attrNameLst>
                                      </p:cBhvr>
                                      <p:to>
                                        <p:strVal val="visible"/>
                                      </p:to>
                                    </p:set>
                                    <p:animEffect transition="in" filter="wipe(up)">
                                      <p:cBhvr>
                                        <p:cTn id="147" dur="500"/>
                                        <p:tgtEl>
                                          <p:spTgt spid="37955"/>
                                        </p:tgtEl>
                                      </p:cBhvr>
                                    </p:animEffect>
                                  </p:childTnLst>
                                </p:cTn>
                              </p:par>
                            </p:childTnLst>
                          </p:cTn>
                        </p:par>
                      </p:childTnLst>
                    </p:cTn>
                  </p:par>
                  <p:par>
                    <p:cTn id="148" fill="hold" nodeType="clickPar">
                      <p:stCondLst>
                        <p:cond delay="indefinite"/>
                      </p:stCondLst>
                      <p:childTnLst>
                        <p:par>
                          <p:cTn id="149" fill="hold" nodeType="withGroup">
                            <p:stCondLst>
                              <p:cond delay="0"/>
                            </p:stCondLst>
                            <p:childTnLst>
                              <p:par>
                                <p:cTn id="150" presetID="22" presetClass="entr" presetSubtype="1" fill="hold" nodeType="clickEffect">
                                  <p:stCondLst>
                                    <p:cond delay="0"/>
                                  </p:stCondLst>
                                  <p:childTnLst>
                                    <p:set>
                                      <p:cBhvr>
                                        <p:cTn id="151" dur="1" fill="hold">
                                          <p:stCondLst>
                                            <p:cond delay="0"/>
                                          </p:stCondLst>
                                        </p:cTn>
                                        <p:tgtEl>
                                          <p:spTgt spid="37956"/>
                                        </p:tgtEl>
                                        <p:attrNameLst>
                                          <p:attrName>style.visibility</p:attrName>
                                        </p:attrNameLst>
                                      </p:cBhvr>
                                      <p:to>
                                        <p:strVal val="visible"/>
                                      </p:to>
                                    </p:set>
                                    <p:animEffect transition="in" filter="wipe(up)">
                                      <p:cBhvr>
                                        <p:cTn id="152" dur="500"/>
                                        <p:tgtEl>
                                          <p:spTgt spid="37956"/>
                                        </p:tgtEl>
                                      </p:cBhvr>
                                    </p:animEffect>
                                  </p:childTnLst>
                                </p:cTn>
                              </p:par>
                            </p:childTnLst>
                          </p:cTn>
                        </p:par>
                      </p:childTnLst>
                    </p:cTn>
                  </p:par>
                  <p:par>
                    <p:cTn id="153" fill="hold" nodeType="clickPar">
                      <p:stCondLst>
                        <p:cond delay="indefinite"/>
                      </p:stCondLst>
                      <p:childTnLst>
                        <p:par>
                          <p:cTn id="154" fill="hold" nodeType="withGroup">
                            <p:stCondLst>
                              <p:cond delay="0"/>
                            </p:stCondLst>
                            <p:childTnLst>
                              <p:par>
                                <p:cTn id="155" presetID="22" presetClass="entr" presetSubtype="8" fill="hold" nodeType="clickEffect">
                                  <p:stCondLst>
                                    <p:cond delay="0"/>
                                  </p:stCondLst>
                                  <p:childTnLst>
                                    <p:set>
                                      <p:cBhvr>
                                        <p:cTn id="156" dur="1" fill="hold">
                                          <p:stCondLst>
                                            <p:cond delay="0"/>
                                          </p:stCondLst>
                                        </p:cTn>
                                        <p:tgtEl>
                                          <p:spTgt spid="37957"/>
                                        </p:tgtEl>
                                        <p:attrNameLst>
                                          <p:attrName>style.visibility</p:attrName>
                                        </p:attrNameLst>
                                      </p:cBhvr>
                                      <p:to>
                                        <p:strVal val="visible"/>
                                      </p:to>
                                    </p:set>
                                    <p:animEffect transition="in" filter="wipe(left)">
                                      <p:cBhvr>
                                        <p:cTn id="157" dur="500"/>
                                        <p:tgtEl>
                                          <p:spTgt spid="37957"/>
                                        </p:tgtEl>
                                      </p:cBhvr>
                                    </p:animEffect>
                                  </p:childTnLst>
                                </p:cTn>
                              </p:par>
                            </p:childTnLst>
                          </p:cTn>
                        </p:par>
                      </p:childTnLst>
                    </p:cTn>
                  </p:par>
                  <p:par>
                    <p:cTn id="158" fill="hold" nodeType="clickPar">
                      <p:stCondLst>
                        <p:cond delay="indefinite"/>
                      </p:stCondLst>
                      <p:childTnLst>
                        <p:par>
                          <p:cTn id="159" fill="hold" nodeType="withGroup">
                            <p:stCondLst>
                              <p:cond delay="0"/>
                            </p:stCondLst>
                            <p:childTnLst>
                              <p:par>
                                <p:cTn id="160" presetID="22" presetClass="entr" presetSubtype="4" fill="hold" nodeType="clickEffect">
                                  <p:stCondLst>
                                    <p:cond delay="0"/>
                                  </p:stCondLst>
                                  <p:childTnLst>
                                    <p:set>
                                      <p:cBhvr>
                                        <p:cTn id="161" dur="1" fill="hold">
                                          <p:stCondLst>
                                            <p:cond delay="0"/>
                                          </p:stCondLst>
                                        </p:cTn>
                                        <p:tgtEl>
                                          <p:spTgt spid="37958"/>
                                        </p:tgtEl>
                                        <p:attrNameLst>
                                          <p:attrName>style.visibility</p:attrName>
                                        </p:attrNameLst>
                                      </p:cBhvr>
                                      <p:to>
                                        <p:strVal val="visible"/>
                                      </p:to>
                                    </p:set>
                                    <p:animEffect transition="in" filter="wipe(down)">
                                      <p:cBhvr>
                                        <p:cTn id="162" dur="500"/>
                                        <p:tgtEl>
                                          <p:spTgt spid="37958"/>
                                        </p:tgtEl>
                                      </p:cBhvr>
                                    </p:animEffect>
                                  </p:childTnLst>
                                </p:cTn>
                              </p:par>
                            </p:childTnLst>
                          </p:cTn>
                        </p:par>
                      </p:childTnLst>
                    </p:cTn>
                  </p:par>
                  <p:par>
                    <p:cTn id="163" fill="hold" nodeType="clickPar">
                      <p:stCondLst>
                        <p:cond delay="indefinite"/>
                      </p:stCondLst>
                      <p:childTnLst>
                        <p:par>
                          <p:cTn id="164" fill="hold" nodeType="withGroup">
                            <p:stCondLst>
                              <p:cond delay="0"/>
                            </p:stCondLst>
                            <p:childTnLst>
                              <p:par>
                                <p:cTn id="165" presetID="22" presetClass="entr" presetSubtype="4" fill="hold" nodeType="clickEffect">
                                  <p:stCondLst>
                                    <p:cond delay="0"/>
                                  </p:stCondLst>
                                  <p:childTnLst>
                                    <p:set>
                                      <p:cBhvr>
                                        <p:cTn id="166" dur="1" fill="hold">
                                          <p:stCondLst>
                                            <p:cond delay="0"/>
                                          </p:stCondLst>
                                        </p:cTn>
                                        <p:tgtEl>
                                          <p:spTgt spid="37959"/>
                                        </p:tgtEl>
                                        <p:attrNameLst>
                                          <p:attrName>style.visibility</p:attrName>
                                        </p:attrNameLst>
                                      </p:cBhvr>
                                      <p:to>
                                        <p:strVal val="visible"/>
                                      </p:to>
                                    </p:set>
                                    <p:animEffect transition="in" filter="wipe(down)">
                                      <p:cBhvr>
                                        <p:cTn id="167" dur="500"/>
                                        <p:tgtEl>
                                          <p:spTgt spid="37959"/>
                                        </p:tgtEl>
                                      </p:cBhvr>
                                    </p:animEffect>
                                  </p:childTnLst>
                                </p:cTn>
                              </p:par>
                            </p:childTnLst>
                          </p:cTn>
                        </p:par>
                      </p:childTnLst>
                    </p:cTn>
                  </p:par>
                  <p:par>
                    <p:cTn id="168" fill="hold" nodeType="clickPar">
                      <p:stCondLst>
                        <p:cond delay="indefinite"/>
                      </p:stCondLst>
                      <p:childTnLst>
                        <p:par>
                          <p:cTn id="169" fill="hold" nodeType="withGroup">
                            <p:stCondLst>
                              <p:cond delay="0"/>
                            </p:stCondLst>
                            <p:childTnLst>
                              <p:par>
                                <p:cTn id="170" presetID="22" presetClass="entr" presetSubtype="4" fill="hold" nodeType="clickEffect">
                                  <p:stCondLst>
                                    <p:cond delay="0"/>
                                  </p:stCondLst>
                                  <p:iterate type="lt">
                                    <p:tmPct val="0"/>
                                  </p:iterate>
                                  <p:childTnLst>
                                    <p:set>
                                      <p:cBhvr>
                                        <p:cTn id="171" dur="1" fill="hold">
                                          <p:stCondLst>
                                            <p:cond delay="0"/>
                                          </p:stCondLst>
                                        </p:cTn>
                                        <p:tgtEl>
                                          <p:spTgt spid="37960"/>
                                        </p:tgtEl>
                                        <p:attrNameLst>
                                          <p:attrName>style.visibility</p:attrName>
                                        </p:attrNameLst>
                                      </p:cBhvr>
                                      <p:to>
                                        <p:strVal val="visible"/>
                                      </p:to>
                                    </p:set>
                                    <p:animEffect transition="in" filter="wipe(down)">
                                      <p:cBhvr>
                                        <p:cTn id="172" dur="500"/>
                                        <p:tgtEl>
                                          <p:spTgt spid="37960"/>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2" presetClass="entr" presetSubtype="6" fill="hold" grpId="0" nodeType="clickEffect">
                                  <p:stCondLst>
                                    <p:cond delay="0"/>
                                  </p:stCondLst>
                                  <p:childTnLst>
                                    <p:set>
                                      <p:cBhvr>
                                        <p:cTn id="176" dur="1" fill="hold">
                                          <p:stCondLst>
                                            <p:cond delay="0"/>
                                          </p:stCondLst>
                                        </p:cTn>
                                        <p:tgtEl>
                                          <p:spTgt spid="37964"/>
                                        </p:tgtEl>
                                        <p:attrNameLst>
                                          <p:attrName>style.visibility</p:attrName>
                                        </p:attrNameLst>
                                      </p:cBhvr>
                                      <p:to>
                                        <p:strVal val="visible"/>
                                      </p:to>
                                    </p:set>
                                    <p:anim calcmode="lin" valueType="num">
                                      <p:cBhvr additive="base">
                                        <p:cTn id="177" dur="500" fill="hold"/>
                                        <p:tgtEl>
                                          <p:spTgt spid="37964"/>
                                        </p:tgtEl>
                                        <p:attrNameLst>
                                          <p:attrName>ppt_x</p:attrName>
                                        </p:attrNameLst>
                                      </p:cBhvr>
                                      <p:tavLst>
                                        <p:tav tm="0">
                                          <p:val>
                                            <p:strVal val="1+#ppt_w/2"/>
                                          </p:val>
                                        </p:tav>
                                        <p:tav tm="100000">
                                          <p:val>
                                            <p:strVal val="#ppt_x"/>
                                          </p:val>
                                        </p:tav>
                                      </p:tavLst>
                                    </p:anim>
                                    <p:anim calcmode="lin" valueType="num">
                                      <p:cBhvr additive="base">
                                        <p:cTn id="178" dur="500" fill="hold"/>
                                        <p:tgtEl>
                                          <p:spTgt spid="37964"/>
                                        </p:tgtEl>
                                        <p:attrNameLst>
                                          <p:attrName>ppt_y</p:attrName>
                                        </p:attrNameLst>
                                      </p:cBhvr>
                                      <p:tavLst>
                                        <p:tav tm="0">
                                          <p:val>
                                            <p:strVal val="1+#ppt_h/2"/>
                                          </p:val>
                                        </p:tav>
                                        <p:tav tm="100000">
                                          <p:val>
                                            <p:strVal val="#ppt_y"/>
                                          </p:val>
                                        </p:tav>
                                      </p:tavLst>
                                    </p:anim>
                                  </p:childTnLst>
                                </p:cTn>
                              </p:par>
                            </p:childTnLst>
                          </p:cTn>
                        </p:par>
                      </p:childTnLst>
                    </p:cTn>
                  </p:par>
                  <p:par>
                    <p:cTn id="179" fill="hold" nodeType="clickPar">
                      <p:stCondLst>
                        <p:cond delay="indefinite"/>
                      </p:stCondLst>
                      <p:childTnLst>
                        <p:par>
                          <p:cTn id="180" fill="hold" nodeType="withGroup">
                            <p:stCondLst>
                              <p:cond delay="0"/>
                            </p:stCondLst>
                            <p:childTnLst>
                              <p:par>
                                <p:cTn id="181" presetID="22" presetClass="entr" presetSubtype="4" fill="hold" grpId="0" nodeType="clickEffect">
                                  <p:stCondLst>
                                    <p:cond delay="0"/>
                                  </p:stCondLst>
                                  <p:childTnLst>
                                    <p:set>
                                      <p:cBhvr>
                                        <p:cTn id="182" dur="1" fill="hold">
                                          <p:stCondLst>
                                            <p:cond delay="0"/>
                                          </p:stCondLst>
                                        </p:cTn>
                                        <p:tgtEl>
                                          <p:spTgt spid="37965"/>
                                        </p:tgtEl>
                                        <p:attrNameLst>
                                          <p:attrName>style.visibility</p:attrName>
                                        </p:attrNameLst>
                                      </p:cBhvr>
                                      <p:to>
                                        <p:strVal val="visible"/>
                                      </p:to>
                                    </p:set>
                                    <p:animEffect transition="in" filter="wipe(down)">
                                      <p:cBhvr>
                                        <p:cTn id="183" dur="500"/>
                                        <p:tgtEl>
                                          <p:spTgt spid="37965"/>
                                        </p:tgtEl>
                                      </p:cBhvr>
                                    </p:animEffect>
                                  </p:childTnLst>
                                </p:cTn>
                              </p:par>
                            </p:childTnLst>
                          </p:cTn>
                        </p:par>
                      </p:childTnLst>
                    </p:cTn>
                  </p:par>
                  <p:par>
                    <p:cTn id="184" fill="hold" nodeType="clickPar">
                      <p:stCondLst>
                        <p:cond delay="indefinite"/>
                      </p:stCondLst>
                      <p:childTnLst>
                        <p:par>
                          <p:cTn id="185" fill="hold" nodeType="withGroup">
                            <p:stCondLst>
                              <p:cond delay="0"/>
                            </p:stCondLst>
                            <p:childTnLst>
                              <p:par>
                                <p:cTn id="186" presetID="22" presetClass="entr" presetSubtype="4" fill="hold" nodeType="clickEffect">
                                  <p:stCondLst>
                                    <p:cond delay="0"/>
                                  </p:stCondLst>
                                  <p:childTnLst>
                                    <p:set>
                                      <p:cBhvr>
                                        <p:cTn id="187" dur="1" fill="hold">
                                          <p:stCondLst>
                                            <p:cond delay="0"/>
                                          </p:stCondLst>
                                        </p:cTn>
                                        <p:tgtEl>
                                          <p:spTgt spid="37961"/>
                                        </p:tgtEl>
                                        <p:attrNameLst>
                                          <p:attrName>style.visibility</p:attrName>
                                        </p:attrNameLst>
                                      </p:cBhvr>
                                      <p:to>
                                        <p:strVal val="visible"/>
                                      </p:to>
                                    </p:set>
                                    <p:animEffect transition="in" filter="wipe(down)">
                                      <p:cBhvr>
                                        <p:cTn id="188" dur="500"/>
                                        <p:tgtEl>
                                          <p:spTgt spid="37961"/>
                                        </p:tgtEl>
                                      </p:cBhvr>
                                    </p:animEffect>
                                  </p:childTnLst>
                                </p:cTn>
                              </p:par>
                            </p:childTnLst>
                          </p:cTn>
                        </p:par>
                      </p:childTnLst>
                    </p:cTn>
                  </p:par>
                  <p:par>
                    <p:cTn id="189" fill="hold" nodeType="clickPar">
                      <p:stCondLst>
                        <p:cond delay="indefinite"/>
                      </p:stCondLst>
                      <p:childTnLst>
                        <p:par>
                          <p:cTn id="190" fill="hold" nodeType="withGroup">
                            <p:stCondLst>
                              <p:cond delay="0"/>
                            </p:stCondLst>
                            <p:childTnLst>
                              <p:par>
                                <p:cTn id="191" presetID="22" presetClass="entr" presetSubtype="1" fill="hold" nodeType="clickEffect">
                                  <p:stCondLst>
                                    <p:cond delay="0"/>
                                  </p:stCondLst>
                                  <p:childTnLst>
                                    <p:set>
                                      <p:cBhvr>
                                        <p:cTn id="192" dur="1" fill="hold">
                                          <p:stCondLst>
                                            <p:cond delay="0"/>
                                          </p:stCondLst>
                                        </p:cTn>
                                        <p:tgtEl>
                                          <p:spTgt spid="37962"/>
                                        </p:tgtEl>
                                        <p:attrNameLst>
                                          <p:attrName>style.visibility</p:attrName>
                                        </p:attrNameLst>
                                      </p:cBhvr>
                                      <p:to>
                                        <p:strVal val="visible"/>
                                      </p:to>
                                    </p:set>
                                    <p:animEffect transition="in" filter="wipe(up)">
                                      <p:cBhvr>
                                        <p:cTn id="193" dur="500"/>
                                        <p:tgtEl>
                                          <p:spTgt spid="37962"/>
                                        </p:tgtEl>
                                      </p:cBhvr>
                                    </p:animEffec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22" presetClass="entr" presetSubtype="4" fill="hold" nodeType="clickEffect">
                                  <p:stCondLst>
                                    <p:cond delay="0"/>
                                  </p:stCondLst>
                                  <p:childTnLst>
                                    <p:set>
                                      <p:cBhvr>
                                        <p:cTn id="197" dur="1" fill="hold">
                                          <p:stCondLst>
                                            <p:cond delay="0"/>
                                          </p:stCondLst>
                                        </p:cTn>
                                        <p:tgtEl>
                                          <p:spTgt spid="37963"/>
                                        </p:tgtEl>
                                        <p:attrNameLst>
                                          <p:attrName>style.visibility</p:attrName>
                                        </p:attrNameLst>
                                      </p:cBhvr>
                                      <p:to>
                                        <p:strVal val="visible"/>
                                      </p:to>
                                    </p:set>
                                    <p:animEffect transition="in" filter="wipe(down)">
                                      <p:cBhvr>
                                        <p:cTn id="198" dur="500"/>
                                        <p:tgtEl>
                                          <p:spTgt spid="37963"/>
                                        </p:tgtEl>
                                      </p:cBhvr>
                                    </p:animEffect>
                                  </p:childTnLst>
                                </p:cTn>
                              </p:par>
                            </p:childTnLst>
                          </p:cTn>
                        </p:par>
                      </p:childTnLst>
                    </p:cTn>
                  </p:par>
                  <p:par>
                    <p:cTn id="199" fill="hold" nodeType="clickPar">
                      <p:stCondLst>
                        <p:cond delay="indefinite"/>
                      </p:stCondLst>
                      <p:childTnLst>
                        <p:par>
                          <p:cTn id="200" fill="hold" nodeType="withGroup">
                            <p:stCondLst>
                              <p:cond delay="0"/>
                            </p:stCondLst>
                            <p:childTnLst>
                              <p:par>
                                <p:cTn id="201" presetID="2" presetClass="entr" presetSubtype="6" fill="hold" grpId="0" nodeType="clickEffect">
                                  <p:stCondLst>
                                    <p:cond delay="0"/>
                                  </p:stCondLst>
                                  <p:childTnLst>
                                    <p:set>
                                      <p:cBhvr>
                                        <p:cTn id="202" dur="1" fill="hold">
                                          <p:stCondLst>
                                            <p:cond delay="0"/>
                                          </p:stCondLst>
                                        </p:cTn>
                                        <p:tgtEl>
                                          <p:spTgt spid="37966"/>
                                        </p:tgtEl>
                                        <p:attrNameLst>
                                          <p:attrName>style.visibility</p:attrName>
                                        </p:attrNameLst>
                                      </p:cBhvr>
                                      <p:to>
                                        <p:strVal val="visible"/>
                                      </p:to>
                                    </p:set>
                                    <p:anim calcmode="lin" valueType="num">
                                      <p:cBhvr additive="base">
                                        <p:cTn id="203" dur="500" fill="hold"/>
                                        <p:tgtEl>
                                          <p:spTgt spid="37966"/>
                                        </p:tgtEl>
                                        <p:attrNameLst>
                                          <p:attrName>ppt_x</p:attrName>
                                        </p:attrNameLst>
                                      </p:cBhvr>
                                      <p:tavLst>
                                        <p:tav tm="0">
                                          <p:val>
                                            <p:strVal val="1+#ppt_w/2"/>
                                          </p:val>
                                        </p:tav>
                                        <p:tav tm="100000">
                                          <p:val>
                                            <p:strVal val="#ppt_x"/>
                                          </p:val>
                                        </p:tav>
                                      </p:tavLst>
                                    </p:anim>
                                    <p:anim calcmode="lin" valueType="num">
                                      <p:cBhvr additive="base">
                                        <p:cTn id="204" dur="500" fill="hold"/>
                                        <p:tgtEl>
                                          <p:spTgt spid="37966"/>
                                        </p:tgtEl>
                                        <p:attrNameLst>
                                          <p:attrName>ppt_y</p:attrName>
                                        </p:attrNameLst>
                                      </p:cBhvr>
                                      <p:tavLst>
                                        <p:tav tm="0">
                                          <p:val>
                                            <p:strVal val="1+#ppt_h/2"/>
                                          </p:val>
                                        </p:tav>
                                        <p:tav tm="100000">
                                          <p:val>
                                            <p:strVal val="#ppt_y"/>
                                          </p:val>
                                        </p:tav>
                                      </p:tavLst>
                                    </p:anim>
                                  </p:childTnLst>
                                </p:cTn>
                              </p:par>
                            </p:childTnLst>
                          </p:cTn>
                        </p:par>
                      </p:childTnLst>
                    </p:cTn>
                  </p:par>
                  <p:par>
                    <p:cTn id="205" fill="hold" nodeType="clickPar">
                      <p:stCondLst>
                        <p:cond delay="indefinite"/>
                      </p:stCondLst>
                      <p:childTnLst>
                        <p:par>
                          <p:cTn id="206" fill="hold" nodeType="withGroup">
                            <p:stCondLst>
                              <p:cond delay="0"/>
                            </p:stCondLst>
                            <p:childTnLst>
                              <p:par>
                                <p:cTn id="207" presetID="22" presetClass="entr" presetSubtype="4" fill="hold" grpId="0" nodeType="clickEffect">
                                  <p:stCondLst>
                                    <p:cond delay="0"/>
                                  </p:stCondLst>
                                  <p:childTnLst>
                                    <p:set>
                                      <p:cBhvr>
                                        <p:cTn id="208" dur="1" fill="hold">
                                          <p:stCondLst>
                                            <p:cond delay="0"/>
                                          </p:stCondLst>
                                        </p:cTn>
                                        <p:tgtEl>
                                          <p:spTgt spid="37974"/>
                                        </p:tgtEl>
                                        <p:attrNameLst>
                                          <p:attrName>style.visibility</p:attrName>
                                        </p:attrNameLst>
                                      </p:cBhvr>
                                      <p:to>
                                        <p:strVal val="visible"/>
                                      </p:to>
                                    </p:set>
                                    <p:animEffect transition="in" filter="wipe(down)">
                                      <p:cBhvr>
                                        <p:cTn id="209" dur="500"/>
                                        <p:tgtEl>
                                          <p:spTgt spid="37974"/>
                                        </p:tgtEl>
                                      </p:cBhvr>
                                    </p:animEffect>
                                  </p:childTnLst>
                                </p:cTn>
                              </p:par>
                            </p:childTnLst>
                          </p:cTn>
                        </p:par>
                      </p:childTnLst>
                    </p:cTn>
                  </p:par>
                  <p:par>
                    <p:cTn id="210" fill="hold" nodeType="clickPar">
                      <p:stCondLst>
                        <p:cond delay="indefinite"/>
                      </p:stCondLst>
                      <p:childTnLst>
                        <p:par>
                          <p:cTn id="211" fill="hold" nodeType="withGroup">
                            <p:stCondLst>
                              <p:cond delay="0"/>
                            </p:stCondLst>
                            <p:childTnLst>
                              <p:par>
                                <p:cTn id="212" presetID="22" presetClass="entr" presetSubtype="1" fill="hold" nodeType="clickEffect">
                                  <p:stCondLst>
                                    <p:cond delay="0"/>
                                  </p:stCondLst>
                                  <p:childTnLst>
                                    <p:set>
                                      <p:cBhvr>
                                        <p:cTn id="213" dur="1" fill="hold">
                                          <p:stCondLst>
                                            <p:cond delay="0"/>
                                          </p:stCondLst>
                                        </p:cTn>
                                        <p:tgtEl>
                                          <p:spTgt spid="37967"/>
                                        </p:tgtEl>
                                        <p:attrNameLst>
                                          <p:attrName>style.visibility</p:attrName>
                                        </p:attrNameLst>
                                      </p:cBhvr>
                                      <p:to>
                                        <p:strVal val="visible"/>
                                      </p:to>
                                    </p:set>
                                    <p:animEffect transition="in" filter="wipe(up)">
                                      <p:cBhvr>
                                        <p:cTn id="214" dur="500"/>
                                        <p:tgtEl>
                                          <p:spTgt spid="37967"/>
                                        </p:tgtEl>
                                      </p:cBhvr>
                                    </p:animEffect>
                                  </p:childTnLst>
                                </p:cTn>
                              </p:par>
                            </p:childTnLst>
                          </p:cTn>
                        </p:par>
                      </p:childTnLst>
                    </p:cTn>
                  </p:par>
                  <p:par>
                    <p:cTn id="215" fill="hold" nodeType="clickPar">
                      <p:stCondLst>
                        <p:cond delay="indefinite"/>
                      </p:stCondLst>
                      <p:childTnLst>
                        <p:par>
                          <p:cTn id="216" fill="hold" nodeType="withGroup">
                            <p:stCondLst>
                              <p:cond delay="0"/>
                            </p:stCondLst>
                            <p:childTnLst>
                              <p:par>
                                <p:cTn id="217" presetID="22" presetClass="entr" presetSubtype="4" fill="hold" nodeType="clickEffect">
                                  <p:stCondLst>
                                    <p:cond delay="0"/>
                                  </p:stCondLst>
                                  <p:childTnLst>
                                    <p:set>
                                      <p:cBhvr>
                                        <p:cTn id="218" dur="1" fill="hold">
                                          <p:stCondLst>
                                            <p:cond delay="0"/>
                                          </p:stCondLst>
                                        </p:cTn>
                                        <p:tgtEl>
                                          <p:spTgt spid="37968"/>
                                        </p:tgtEl>
                                        <p:attrNameLst>
                                          <p:attrName>style.visibility</p:attrName>
                                        </p:attrNameLst>
                                      </p:cBhvr>
                                      <p:to>
                                        <p:strVal val="visible"/>
                                      </p:to>
                                    </p:set>
                                    <p:animEffect transition="in" filter="wipe(down)">
                                      <p:cBhvr>
                                        <p:cTn id="219" dur="500"/>
                                        <p:tgtEl>
                                          <p:spTgt spid="37968"/>
                                        </p:tgtEl>
                                      </p:cBhvr>
                                    </p:animEffect>
                                  </p:childTnLst>
                                </p:cTn>
                              </p:par>
                            </p:childTnLst>
                          </p:cTn>
                        </p:par>
                      </p:childTnLst>
                    </p:cTn>
                  </p:par>
                  <p:par>
                    <p:cTn id="220" fill="hold" nodeType="clickPar">
                      <p:stCondLst>
                        <p:cond delay="indefinite"/>
                      </p:stCondLst>
                      <p:childTnLst>
                        <p:par>
                          <p:cTn id="221" fill="hold" nodeType="withGroup">
                            <p:stCondLst>
                              <p:cond delay="0"/>
                            </p:stCondLst>
                            <p:childTnLst>
                              <p:par>
                                <p:cTn id="222" presetID="2" presetClass="entr" presetSubtype="6" fill="hold" grpId="0" nodeType="clickEffect">
                                  <p:stCondLst>
                                    <p:cond delay="0"/>
                                  </p:stCondLst>
                                  <p:childTnLst>
                                    <p:set>
                                      <p:cBhvr>
                                        <p:cTn id="223" dur="1" fill="hold">
                                          <p:stCondLst>
                                            <p:cond delay="0"/>
                                          </p:stCondLst>
                                        </p:cTn>
                                        <p:tgtEl>
                                          <p:spTgt spid="37969"/>
                                        </p:tgtEl>
                                        <p:attrNameLst>
                                          <p:attrName>style.visibility</p:attrName>
                                        </p:attrNameLst>
                                      </p:cBhvr>
                                      <p:to>
                                        <p:strVal val="visible"/>
                                      </p:to>
                                    </p:set>
                                    <p:anim calcmode="lin" valueType="num">
                                      <p:cBhvr additive="base">
                                        <p:cTn id="224" dur="500" fill="hold"/>
                                        <p:tgtEl>
                                          <p:spTgt spid="37969"/>
                                        </p:tgtEl>
                                        <p:attrNameLst>
                                          <p:attrName>ppt_x</p:attrName>
                                        </p:attrNameLst>
                                      </p:cBhvr>
                                      <p:tavLst>
                                        <p:tav tm="0">
                                          <p:val>
                                            <p:strVal val="1+#ppt_w/2"/>
                                          </p:val>
                                        </p:tav>
                                        <p:tav tm="100000">
                                          <p:val>
                                            <p:strVal val="#ppt_x"/>
                                          </p:val>
                                        </p:tav>
                                      </p:tavLst>
                                    </p:anim>
                                    <p:anim calcmode="lin" valueType="num">
                                      <p:cBhvr additive="base">
                                        <p:cTn id="225" dur="500" fill="hold"/>
                                        <p:tgtEl>
                                          <p:spTgt spid="37969"/>
                                        </p:tgtEl>
                                        <p:attrNameLst>
                                          <p:attrName>ppt_y</p:attrName>
                                        </p:attrNameLst>
                                      </p:cBhvr>
                                      <p:tavLst>
                                        <p:tav tm="0">
                                          <p:val>
                                            <p:strVal val="1+#ppt_h/2"/>
                                          </p:val>
                                        </p:tav>
                                        <p:tav tm="100000">
                                          <p:val>
                                            <p:strVal val="#ppt_y"/>
                                          </p:val>
                                        </p:tav>
                                      </p:tavLst>
                                    </p:anim>
                                  </p:childTnLst>
                                </p:cTn>
                              </p:par>
                            </p:childTnLst>
                          </p:cTn>
                        </p:par>
                      </p:childTnLst>
                    </p:cTn>
                  </p:par>
                  <p:par>
                    <p:cTn id="226" fill="hold" nodeType="clickPar">
                      <p:stCondLst>
                        <p:cond delay="indefinite"/>
                      </p:stCondLst>
                      <p:childTnLst>
                        <p:par>
                          <p:cTn id="227" fill="hold" nodeType="withGroup">
                            <p:stCondLst>
                              <p:cond delay="0"/>
                            </p:stCondLst>
                            <p:childTnLst>
                              <p:par>
                                <p:cTn id="228" presetID="22" presetClass="entr" presetSubtype="4" fill="hold" grpId="0" nodeType="clickEffect">
                                  <p:stCondLst>
                                    <p:cond delay="0"/>
                                  </p:stCondLst>
                                  <p:childTnLst>
                                    <p:set>
                                      <p:cBhvr>
                                        <p:cTn id="229" dur="1" fill="hold">
                                          <p:stCondLst>
                                            <p:cond delay="0"/>
                                          </p:stCondLst>
                                        </p:cTn>
                                        <p:tgtEl>
                                          <p:spTgt spid="37975"/>
                                        </p:tgtEl>
                                        <p:attrNameLst>
                                          <p:attrName>style.visibility</p:attrName>
                                        </p:attrNameLst>
                                      </p:cBhvr>
                                      <p:to>
                                        <p:strVal val="visible"/>
                                      </p:to>
                                    </p:set>
                                    <p:animEffect transition="in" filter="wipe(down)">
                                      <p:cBhvr>
                                        <p:cTn id="230" dur="500"/>
                                        <p:tgtEl>
                                          <p:spTgt spid="37975"/>
                                        </p:tgtEl>
                                      </p:cBhvr>
                                    </p:animEffect>
                                  </p:childTnLst>
                                </p:cTn>
                              </p:par>
                            </p:childTnLst>
                          </p:cTn>
                        </p:par>
                      </p:childTnLst>
                    </p:cTn>
                  </p:par>
                  <p:par>
                    <p:cTn id="231" fill="hold" nodeType="clickPar">
                      <p:stCondLst>
                        <p:cond delay="indefinite"/>
                      </p:stCondLst>
                      <p:childTnLst>
                        <p:par>
                          <p:cTn id="232" fill="hold" nodeType="withGroup">
                            <p:stCondLst>
                              <p:cond delay="0"/>
                            </p:stCondLst>
                            <p:childTnLst>
                              <p:par>
                                <p:cTn id="233" presetID="22" presetClass="entr" presetSubtype="4" fill="hold" nodeType="clickEffect">
                                  <p:stCondLst>
                                    <p:cond delay="0"/>
                                  </p:stCondLst>
                                  <p:childTnLst>
                                    <p:set>
                                      <p:cBhvr>
                                        <p:cTn id="234" dur="1" fill="hold">
                                          <p:stCondLst>
                                            <p:cond delay="0"/>
                                          </p:stCondLst>
                                        </p:cTn>
                                        <p:tgtEl>
                                          <p:spTgt spid="37970"/>
                                        </p:tgtEl>
                                        <p:attrNameLst>
                                          <p:attrName>style.visibility</p:attrName>
                                        </p:attrNameLst>
                                      </p:cBhvr>
                                      <p:to>
                                        <p:strVal val="visible"/>
                                      </p:to>
                                    </p:set>
                                    <p:animEffect transition="in" filter="wipe(down)">
                                      <p:cBhvr>
                                        <p:cTn id="235" dur="500"/>
                                        <p:tgtEl>
                                          <p:spTgt spid="37970"/>
                                        </p:tgtEl>
                                      </p:cBhvr>
                                    </p:animEffect>
                                  </p:childTnLst>
                                </p:cTn>
                              </p:par>
                            </p:childTnLst>
                          </p:cTn>
                        </p:par>
                      </p:childTnLst>
                    </p:cTn>
                  </p:par>
                  <p:par>
                    <p:cTn id="236" fill="hold" nodeType="clickPar">
                      <p:stCondLst>
                        <p:cond delay="indefinite"/>
                      </p:stCondLst>
                      <p:childTnLst>
                        <p:par>
                          <p:cTn id="237" fill="hold" nodeType="withGroup">
                            <p:stCondLst>
                              <p:cond delay="0"/>
                            </p:stCondLst>
                            <p:childTnLst>
                              <p:par>
                                <p:cTn id="238" presetID="22" presetClass="entr" presetSubtype="4" fill="hold" nodeType="clickEffect">
                                  <p:stCondLst>
                                    <p:cond delay="0"/>
                                  </p:stCondLst>
                                  <p:childTnLst>
                                    <p:set>
                                      <p:cBhvr>
                                        <p:cTn id="239" dur="1" fill="hold">
                                          <p:stCondLst>
                                            <p:cond delay="0"/>
                                          </p:stCondLst>
                                        </p:cTn>
                                        <p:tgtEl>
                                          <p:spTgt spid="37971"/>
                                        </p:tgtEl>
                                        <p:attrNameLst>
                                          <p:attrName>style.visibility</p:attrName>
                                        </p:attrNameLst>
                                      </p:cBhvr>
                                      <p:to>
                                        <p:strVal val="visible"/>
                                      </p:to>
                                    </p:set>
                                    <p:animEffect transition="in" filter="wipe(down)">
                                      <p:cBhvr>
                                        <p:cTn id="240" dur="500"/>
                                        <p:tgtEl>
                                          <p:spTgt spid="37971"/>
                                        </p:tgtEl>
                                      </p:cBhvr>
                                    </p:animEffect>
                                  </p:childTnLst>
                                </p:cTn>
                              </p:par>
                            </p:childTnLst>
                          </p:cTn>
                        </p:par>
                      </p:childTnLst>
                    </p:cTn>
                  </p:par>
                  <p:par>
                    <p:cTn id="241" fill="hold" nodeType="clickPar">
                      <p:stCondLst>
                        <p:cond delay="indefinite"/>
                      </p:stCondLst>
                      <p:childTnLst>
                        <p:par>
                          <p:cTn id="242" fill="hold" nodeType="withGroup">
                            <p:stCondLst>
                              <p:cond delay="0"/>
                            </p:stCondLst>
                            <p:childTnLst>
                              <p:par>
                                <p:cTn id="243" presetID="22" presetClass="entr" presetSubtype="4" fill="hold" nodeType="clickEffect">
                                  <p:stCondLst>
                                    <p:cond delay="0"/>
                                  </p:stCondLst>
                                  <p:iterate type="lt">
                                    <p:tmPct val="0"/>
                                  </p:iterate>
                                  <p:childTnLst>
                                    <p:set>
                                      <p:cBhvr>
                                        <p:cTn id="244" dur="1" fill="hold">
                                          <p:stCondLst>
                                            <p:cond delay="0"/>
                                          </p:stCondLst>
                                        </p:cTn>
                                        <p:tgtEl>
                                          <p:spTgt spid="37972"/>
                                        </p:tgtEl>
                                        <p:attrNameLst>
                                          <p:attrName>style.visibility</p:attrName>
                                        </p:attrNameLst>
                                      </p:cBhvr>
                                      <p:to>
                                        <p:strVal val="visible"/>
                                      </p:to>
                                    </p:set>
                                    <p:animEffect transition="in" filter="wipe(down)">
                                      <p:cBhvr>
                                        <p:cTn id="245" dur="500"/>
                                        <p:tgtEl>
                                          <p:spTgt spid="37972"/>
                                        </p:tgtEl>
                                      </p:cBhvr>
                                    </p:animEffect>
                                  </p:childTnLst>
                                </p:cTn>
                              </p:par>
                            </p:childTnLst>
                          </p:cTn>
                        </p:par>
                      </p:childTnLst>
                    </p:cTn>
                  </p:par>
                  <p:par>
                    <p:cTn id="246" fill="hold" nodeType="clickPar">
                      <p:stCondLst>
                        <p:cond delay="indefinite"/>
                      </p:stCondLst>
                      <p:childTnLst>
                        <p:par>
                          <p:cTn id="247" fill="hold" nodeType="withGroup">
                            <p:stCondLst>
                              <p:cond delay="0"/>
                            </p:stCondLst>
                            <p:childTnLst>
                              <p:par>
                                <p:cTn id="248" presetID="2" presetClass="entr" presetSubtype="6" fill="hold" grpId="0" nodeType="clickEffect">
                                  <p:stCondLst>
                                    <p:cond delay="0"/>
                                  </p:stCondLst>
                                  <p:childTnLst>
                                    <p:set>
                                      <p:cBhvr>
                                        <p:cTn id="249" dur="1" fill="hold">
                                          <p:stCondLst>
                                            <p:cond delay="0"/>
                                          </p:stCondLst>
                                        </p:cTn>
                                        <p:tgtEl>
                                          <p:spTgt spid="37973"/>
                                        </p:tgtEl>
                                        <p:attrNameLst>
                                          <p:attrName>style.visibility</p:attrName>
                                        </p:attrNameLst>
                                      </p:cBhvr>
                                      <p:to>
                                        <p:strVal val="visible"/>
                                      </p:to>
                                    </p:set>
                                    <p:anim calcmode="lin" valueType="num">
                                      <p:cBhvr additive="base">
                                        <p:cTn id="250" dur="500" fill="hold"/>
                                        <p:tgtEl>
                                          <p:spTgt spid="37973"/>
                                        </p:tgtEl>
                                        <p:attrNameLst>
                                          <p:attrName>ppt_x</p:attrName>
                                        </p:attrNameLst>
                                      </p:cBhvr>
                                      <p:tavLst>
                                        <p:tav tm="0">
                                          <p:val>
                                            <p:strVal val="1+#ppt_w/2"/>
                                          </p:val>
                                        </p:tav>
                                        <p:tav tm="100000">
                                          <p:val>
                                            <p:strVal val="#ppt_x"/>
                                          </p:val>
                                        </p:tav>
                                      </p:tavLst>
                                    </p:anim>
                                    <p:anim calcmode="lin" valueType="num">
                                      <p:cBhvr additive="base">
                                        <p:cTn id="251" dur="500" fill="hold"/>
                                        <p:tgtEl>
                                          <p:spTgt spid="37973"/>
                                        </p:tgtEl>
                                        <p:attrNameLst>
                                          <p:attrName>ppt_y</p:attrName>
                                        </p:attrNameLst>
                                      </p:cBhvr>
                                      <p:tavLst>
                                        <p:tav tm="0">
                                          <p:val>
                                            <p:strVal val="1+#ppt_h/2"/>
                                          </p:val>
                                        </p:tav>
                                        <p:tav tm="100000">
                                          <p:val>
                                            <p:strVal val="#ppt_y"/>
                                          </p:val>
                                        </p:tav>
                                      </p:tavLst>
                                    </p:anim>
                                  </p:childTnLst>
                                </p:cTn>
                              </p:par>
                            </p:childTnLst>
                          </p:cTn>
                        </p:par>
                      </p:childTnLst>
                    </p:cTn>
                  </p:par>
                  <p:par>
                    <p:cTn id="252" fill="hold" nodeType="clickPar">
                      <p:stCondLst>
                        <p:cond delay="indefinite"/>
                      </p:stCondLst>
                      <p:childTnLst>
                        <p:par>
                          <p:cTn id="253" fill="hold" nodeType="withGroup">
                            <p:stCondLst>
                              <p:cond delay="0"/>
                            </p:stCondLst>
                            <p:childTnLst>
                              <p:par>
                                <p:cTn id="254" presetID="22" presetClass="entr" presetSubtype="4" fill="hold" grpId="0" nodeType="clickEffect">
                                  <p:stCondLst>
                                    <p:cond delay="0"/>
                                  </p:stCondLst>
                                  <p:childTnLst>
                                    <p:set>
                                      <p:cBhvr>
                                        <p:cTn id="255" dur="1" fill="hold">
                                          <p:stCondLst>
                                            <p:cond delay="0"/>
                                          </p:stCondLst>
                                        </p:cTn>
                                        <p:tgtEl>
                                          <p:spTgt spid="37976"/>
                                        </p:tgtEl>
                                        <p:attrNameLst>
                                          <p:attrName>style.visibility</p:attrName>
                                        </p:attrNameLst>
                                      </p:cBhvr>
                                      <p:to>
                                        <p:strVal val="visible"/>
                                      </p:to>
                                    </p:set>
                                    <p:animEffect transition="in" filter="wipe(down)">
                                      <p:cBhvr>
                                        <p:cTn id="256" dur="500"/>
                                        <p:tgtEl>
                                          <p:spTgt spid="37976"/>
                                        </p:tgtEl>
                                      </p:cBhvr>
                                    </p:animEffect>
                                  </p:childTnLst>
                                </p:cTn>
                              </p:par>
                            </p:childTnLst>
                          </p:cTn>
                        </p:par>
                      </p:childTnLst>
                    </p:cTn>
                  </p:par>
                  <p:par>
                    <p:cTn id="257" fill="hold" nodeType="clickPar">
                      <p:stCondLst>
                        <p:cond delay="indefinite"/>
                      </p:stCondLst>
                      <p:childTnLst>
                        <p:par>
                          <p:cTn id="258" fill="hold" nodeType="withGroup">
                            <p:stCondLst>
                              <p:cond delay="0"/>
                            </p:stCondLst>
                            <p:childTnLst>
                              <p:par>
                                <p:cTn id="259" presetID="22" presetClass="entr" presetSubtype="4" fill="hold" nodeType="clickEffect">
                                  <p:stCondLst>
                                    <p:cond delay="0"/>
                                  </p:stCondLst>
                                  <p:childTnLst>
                                    <p:set>
                                      <p:cBhvr>
                                        <p:cTn id="260" dur="1" fill="hold">
                                          <p:stCondLst>
                                            <p:cond delay="0"/>
                                          </p:stCondLst>
                                        </p:cTn>
                                        <p:tgtEl>
                                          <p:spTgt spid="37977"/>
                                        </p:tgtEl>
                                        <p:attrNameLst>
                                          <p:attrName>style.visibility</p:attrName>
                                        </p:attrNameLst>
                                      </p:cBhvr>
                                      <p:to>
                                        <p:strVal val="visible"/>
                                      </p:to>
                                    </p:set>
                                    <p:animEffect transition="in" filter="wipe(down)">
                                      <p:cBhvr>
                                        <p:cTn id="261" dur="3000"/>
                                        <p:tgtEl>
                                          <p:spTgt spid="37977"/>
                                        </p:tgtEl>
                                      </p:cBhvr>
                                    </p:animEffect>
                                  </p:childTnLst>
                                </p:cTn>
                              </p:par>
                            </p:childTnLst>
                          </p:cTn>
                        </p:par>
                      </p:childTnLst>
                    </p:cTn>
                  </p:par>
                  <p:par>
                    <p:cTn id="262" fill="hold" nodeType="clickPar">
                      <p:stCondLst>
                        <p:cond delay="indefinite"/>
                      </p:stCondLst>
                      <p:childTnLst>
                        <p:par>
                          <p:cTn id="263" fill="hold" nodeType="withGroup">
                            <p:stCondLst>
                              <p:cond delay="0"/>
                            </p:stCondLst>
                            <p:childTnLst>
                              <p:par>
                                <p:cTn id="264" presetID="22" presetClass="entr" presetSubtype="2" fill="hold" nodeType="clickEffect">
                                  <p:stCondLst>
                                    <p:cond delay="0"/>
                                  </p:stCondLst>
                                  <p:childTnLst>
                                    <p:set>
                                      <p:cBhvr>
                                        <p:cTn id="265" dur="1" fill="hold">
                                          <p:stCondLst>
                                            <p:cond delay="0"/>
                                          </p:stCondLst>
                                        </p:cTn>
                                        <p:tgtEl>
                                          <p:spTgt spid="37978"/>
                                        </p:tgtEl>
                                        <p:attrNameLst>
                                          <p:attrName>style.visibility</p:attrName>
                                        </p:attrNameLst>
                                      </p:cBhvr>
                                      <p:to>
                                        <p:strVal val="visible"/>
                                      </p:to>
                                    </p:set>
                                    <p:animEffect transition="in" filter="wipe(right)">
                                      <p:cBhvr>
                                        <p:cTn id="266" dur="5000"/>
                                        <p:tgtEl>
                                          <p:spTgt spid="37978"/>
                                        </p:tgtEl>
                                      </p:cBhvr>
                                    </p:animEffect>
                                  </p:childTnLst>
                                </p:cTn>
                              </p:par>
                            </p:childTnLst>
                          </p:cTn>
                        </p:par>
                      </p:childTnLst>
                    </p:cTn>
                  </p:par>
                  <p:par>
                    <p:cTn id="267" fill="hold" nodeType="clickPar">
                      <p:stCondLst>
                        <p:cond delay="indefinite"/>
                      </p:stCondLst>
                      <p:childTnLst>
                        <p:par>
                          <p:cTn id="268" fill="hold" nodeType="withGroup">
                            <p:stCondLst>
                              <p:cond delay="0"/>
                            </p:stCondLst>
                            <p:childTnLst>
                              <p:par>
                                <p:cTn id="269" presetID="22" presetClass="entr" presetSubtype="8" fill="hold" nodeType="clickEffect">
                                  <p:stCondLst>
                                    <p:cond delay="0"/>
                                  </p:stCondLst>
                                  <p:childTnLst>
                                    <p:set>
                                      <p:cBhvr>
                                        <p:cTn id="270" dur="1" fill="hold">
                                          <p:stCondLst>
                                            <p:cond delay="0"/>
                                          </p:stCondLst>
                                        </p:cTn>
                                        <p:tgtEl>
                                          <p:spTgt spid="37989"/>
                                        </p:tgtEl>
                                        <p:attrNameLst>
                                          <p:attrName>style.visibility</p:attrName>
                                        </p:attrNameLst>
                                      </p:cBhvr>
                                      <p:to>
                                        <p:strVal val="visible"/>
                                      </p:to>
                                    </p:set>
                                    <p:animEffect transition="in" filter="wipe(left)">
                                      <p:cBhvr>
                                        <p:cTn id="271" dur="3000"/>
                                        <p:tgtEl>
                                          <p:spTgt spid="37989"/>
                                        </p:tgtEl>
                                      </p:cBhvr>
                                    </p:animEffect>
                                  </p:childTnLst>
                                </p:cTn>
                              </p:par>
                            </p:childTnLst>
                          </p:cTn>
                        </p:par>
                      </p:childTnLst>
                    </p:cTn>
                  </p:par>
                  <p:par>
                    <p:cTn id="272" fill="hold" nodeType="clickPar">
                      <p:stCondLst>
                        <p:cond delay="indefinite"/>
                      </p:stCondLst>
                      <p:childTnLst>
                        <p:par>
                          <p:cTn id="273" fill="hold" nodeType="withGroup">
                            <p:stCondLst>
                              <p:cond delay="0"/>
                            </p:stCondLst>
                            <p:childTnLst>
                              <p:par>
                                <p:cTn id="274" presetID="22" presetClass="entr" presetSubtype="1" fill="hold" nodeType="clickEffect">
                                  <p:stCondLst>
                                    <p:cond delay="0"/>
                                  </p:stCondLst>
                                  <p:childTnLst>
                                    <p:set>
                                      <p:cBhvr>
                                        <p:cTn id="275" dur="1" fill="hold">
                                          <p:stCondLst>
                                            <p:cond delay="0"/>
                                          </p:stCondLst>
                                        </p:cTn>
                                        <p:tgtEl>
                                          <p:spTgt spid="37979"/>
                                        </p:tgtEl>
                                        <p:attrNameLst>
                                          <p:attrName>style.visibility</p:attrName>
                                        </p:attrNameLst>
                                      </p:cBhvr>
                                      <p:to>
                                        <p:strVal val="visible"/>
                                      </p:to>
                                    </p:set>
                                    <p:animEffect transition="in" filter="wipe(up)">
                                      <p:cBhvr>
                                        <p:cTn id="276" dur="500"/>
                                        <p:tgtEl>
                                          <p:spTgt spid="37979"/>
                                        </p:tgtEl>
                                      </p:cBhvr>
                                    </p:animEffect>
                                  </p:childTnLst>
                                </p:cTn>
                              </p:par>
                              <p:par>
                                <p:cTn id="277" presetID="22" presetClass="entr" presetSubtype="4" fill="hold" grpId="0" nodeType="withEffect">
                                  <p:stCondLst>
                                    <p:cond delay="0"/>
                                  </p:stCondLst>
                                  <p:childTnLst>
                                    <p:set>
                                      <p:cBhvr>
                                        <p:cTn id="278" dur="1" fill="hold">
                                          <p:stCondLst>
                                            <p:cond delay="0"/>
                                          </p:stCondLst>
                                        </p:cTn>
                                        <p:tgtEl>
                                          <p:spTgt spid="37980"/>
                                        </p:tgtEl>
                                        <p:attrNameLst>
                                          <p:attrName>style.visibility</p:attrName>
                                        </p:attrNameLst>
                                      </p:cBhvr>
                                      <p:to>
                                        <p:strVal val="visible"/>
                                      </p:to>
                                    </p:set>
                                    <p:animEffect transition="in" filter="wipe(down)">
                                      <p:cBhvr>
                                        <p:cTn id="279" dur="500"/>
                                        <p:tgtEl>
                                          <p:spTgt spid="37980"/>
                                        </p:tgtEl>
                                      </p:cBhvr>
                                    </p:animEffect>
                                  </p:childTnLst>
                                </p:cTn>
                              </p:par>
                              <p:par>
                                <p:cTn id="280" presetID="22" presetClass="entr" presetSubtype="4" fill="hold" grpId="0" nodeType="withEffect">
                                  <p:stCondLst>
                                    <p:cond delay="0"/>
                                  </p:stCondLst>
                                  <p:childTnLst>
                                    <p:set>
                                      <p:cBhvr>
                                        <p:cTn id="281" dur="1" fill="hold">
                                          <p:stCondLst>
                                            <p:cond delay="0"/>
                                          </p:stCondLst>
                                        </p:cTn>
                                        <p:tgtEl>
                                          <p:spTgt spid="37981"/>
                                        </p:tgtEl>
                                        <p:attrNameLst>
                                          <p:attrName>style.visibility</p:attrName>
                                        </p:attrNameLst>
                                      </p:cBhvr>
                                      <p:to>
                                        <p:strVal val="visible"/>
                                      </p:to>
                                    </p:set>
                                    <p:animEffect transition="in" filter="wipe(down)">
                                      <p:cBhvr>
                                        <p:cTn id="282" dur="500"/>
                                        <p:tgtEl>
                                          <p:spTgt spid="37981"/>
                                        </p:tgtEl>
                                      </p:cBhvr>
                                    </p:animEffect>
                                  </p:childTnLst>
                                </p:cTn>
                              </p:par>
                            </p:childTnLst>
                          </p:cTn>
                        </p:par>
                      </p:childTnLst>
                    </p:cTn>
                  </p:par>
                  <p:par>
                    <p:cTn id="283" fill="hold" nodeType="clickPar">
                      <p:stCondLst>
                        <p:cond delay="indefinite"/>
                      </p:stCondLst>
                      <p:childTnLst>
                        <p:par>
                          <p:cTn id="284" fill="hold" nodeType="withGroup">
                            <p:stCondLst>
                              <p:cond delay="0"/>
                            </p:stCondLst>
                            <p:childTnLst>
                              <p:par>
                                <p:cTn id="285" presetID="22" presetClass="entr" presetSubtype="8" fill="hold" nodeType="clickEffect">
                                  <p:stCondLst>
                                    <p:cond delay="0"/>
                                  </p:stCondLst>
                                  <p:childTnLst>
                                    <p:set>
                                      <p:cBhvr>
                                        <p:cTn id="286" dur="1" fill="hold">
                                          <p:stCondLst>
                                            <p:cond delay="0"/>
                                          </p:stCondLst>
                                        </p:cTn>
                                        <p:tgtEl>
                                          <p:spTgt spid="37982"/>
                                        </p:tgtEl>
                                        <p:attrNameLst>
                                          <p:attrName>style.visibility</p:attrName>
                                        </p:attrNameLst>
                                      </p:cBhvr>
                                      <p:to>
                                        <p:strVal val="visible"/>
                                      </p:to>
                                    </p:set>
                                    <p:animEffect transition="in" filter="wipe(left)">
                                      <p:cBhvr>
                                        <p:cTn id="287" dur="500"/>
                                        <p:tgtEl>
                                          <p:spTgt spid="37982"/>
                                        </p:tgtEl>
                                      </p:cBhvr>
                                    </p:animEffect>
                                  </p:childTnLst>
                                </p:cTn>
                              </p:par>
                            </p:childTnLst>
                          </p:cTn>
                        </p:par>
                      </p:childTnLst>
                    </p:cTn>
                  </p:par>
                  <p:par>
                    <p:cTn id="288" fill="hold" nodeType="clickPar">
                      <p:stCondLst>
                        <p:cond delay="indefinite"/>
                      </p:stCondLst>
                      <p:childTnLst>
                        <p:par>
                          <p:cTn id="289" fill="hold" nodeType="withGroup">
                            <p:stCondLst>
                              <p:cond delay="0"/>
                            </p:stCondLst>
                            <p:childTnLst>
                              <p:par>
                                <p:cTn id="290" presetID="22" presetClass="entr" presetSubtype="4" fill="hold" nodeType="clickEffect">
                                  <p:stCondLst>
                                    <p:cond delay="0"/>
                                  </p:stCondLst>
                                  <p:childTnLst>
                                    <p:set>
                                      <p:cBhvr>
                                        <p:cTn id="291" dur="1" fill="hold">
                                          <p:stCondLst>
                                            <p:cond delay="0"/>
                                          </p:stCondLst>
                                        </p:cTn>
                                        <p:tgtEl>
                                          <p:spTgt spid="37983"/>
                                        </p:tgtEl>
                                        <p:attrNameLst>
                                          <p:attrName>style.visibility</p:attrName>
                                        </p:attrNameLst>
                                      </p:cBhvr>
                                      <p:to>
                                        <p:strVal val="visible"/>
                                      </p:to>
                                    </p:set>
                                    <p:animEffect transition="in" filter="wipe(down)">
                                      <p:cBhvr>
                                        <p:cTn id="292" dur="500"/>
                                        <p:tgtEl>
                                          <p:spTgt spid="37983"/>
                                        </p:tgtEl>
                                      </p:cBhvr>
                                    </p:animEffect>
                                  </p:childTnLst>
                                </p:cTn>
                              </p:par>
                            </p:childTnLst>
                          </p:cTn>
                        </p:par>
                      </p:childTnLst>
                    </p:cTn>
                  </p:par>
                  <p:par>
                    <p:cTn id="293" fill="hold" nodeType="clickPar">
                      <p:stCondLst>
                        <p:cond delay="indefinite"/>
                      </p:stCondLst>
                      <p:childTnLst>
                        <p:par>
                          <p:cTn id="294" fill="hold" nodeType="withGroup">
                            <p:stCondLst>
                              <p:cond delay="0"/>
                            </p:stCondLst>
                            <p:childTnLst>
                              <p:par>
                                <p:cTn id="295" presetID="22" presetClass="entr" presetSubtype="4" fill="hold" grpId="0" nodeType="clickEffect">
                                  <p:stCondLst>
                                    <p:cond delay="0"/>
                                  </p:stCondLst>
                                  <p:childTnLst>
                                    <p:set>
                                      <p:cBhvr>
                                        <p:cTn id="296" dur="1" fill="hold">
                                          <p:stCondLst>
                                            <p:cond delay="0"/>
                                          </p:stCondLst>
                                        </p:cTn>
                                        <p:tgtEl>
                                          <p:spTgt spid="37990"/>
                                        </p:tgtEl>
                                        <p:attrNameLst>
                                          <p:attrName>style.visibility</p:attrName>
                                        </p:attrNameLst>
                                      </p:cBhvr>
                                      <p:to>
                                        <p:strVal val="visible"/>
                                      </p:to>
                                    </p:set>
                                    <p:animEffect transition="in" filter="wipe(down)">
                                      <p:cBhvr>
                                        <p:cTn id="297" dur="500"/>
                                        <p:tgtEl>
                                          <p:spTgt spid="37990"/>
                                        </p:tgtEl>
                                      </p:cBhvr>
                                    </p:animEffect>
                                  </p:childTnLst>
                                </p:cTn>
                              </p:par>
                            </p:childTnLst>
                          </p:cTn>
                        </p:par>
                      </p:childTnLst>
                    </p:cTn>
                  </p:par>
                  <p:par>
                    <p:cTn id="298" fill="hold" nodeType="clickPar">
                      <p:stCondLst>
                        <p:cond delay="indefinite"/>
                      </p:stCondLst>
                      <p:childTnLst>
                        <p:par>
                          <p:cTn id="299" fill="hold" nodeType="withGroup">
                            <p:stCondLst>
                              <p:cond delay="0"/>
                            </p:stCondLst>
                            <p:childTnLst>
                              <p:par>
                                <p:cTn id="300" presetID="22" presetClass="entr" presetSubtype="8" fill="hold" nodeType="clickEffect">
                                  <p:stCondLst>
                                    <p:cond delay="0"/>
                                  </p:stCondLst>
                                  <p:childTnLst>
                                    <p:set>
                                      <p:cBhvr>
                                        <p:cTn id="301" dur="1" fill="hold">
                                          <p:stCondLst>
                                            <p:cond delay="0"/>
                                          </p:stCondLst>
                                        </p:cTn>
                                        <p:tgtEl>
                                          <p:spTgt spid="37984"/>
                                        </p:tgtEl>
                                        <p:attrNameLst>
                                          <p:attrName>style.visibility</p:attrName>
                                        </p:attrNameLst>
                                      </p:cBhvr>
                                      <p:to>
                                        <p:strVal val="visible"/>
                                      </p:to>
                                    </p:set>
                                    <p:animEffect transition="in" filter="wipe(left)">
                                      <p:cBhvr>
                                        <p:cTn id="302" dur="500"/>
                                        <p:tgtEl>
                                          <p:spTgt spid="37984"/>
                                        </p:tgtEl>
                                      </p:cBhvr>
                                    </p:animEffect>
                                  </p:childTnLst>
                                </p:cTn>
                              </p:par>
                            </p:childTnLst>
                          </p:cTn>
                        </p:par>
                      </p:childTnLst>
                    </p:cTn>
                  </p:par>
                  <p:par>
                    <p:cTn id="303" fill="hold" nodeType="clickPar">
                      <p:stCondLst>
                        <p:cond delay="indefinite"/>
                      </p:stCondLst>
                      <p:childTnLst>
                        <p:par>
                          <p:cTn id="304" fill="hold" nodeType="withGroup">
                            <p:stCondLst>
                              <p:cond delay="0"/>
                            </p:stCondLst>
                            <p:childTnLst>
                              <p:par>
                                <p:cTn id="305" presetID="22" presetClass="entr" presetSubtype="4" fill="hold" nodeType="clickEffect">
                                  <p:stCondLst>
                                    <p:cond delay="0"/>
                                  </p:stCondLst>
                                  <p:childTnLst>
                                    <p:set>
                                      <p:cBhvr>
                                        <p:cTn id="306" dur="1" fill="hold">
                                          <p:stCondLst>
                                            <p:cond delay="0"/>
                                          </p:stCondLst>
                                        </p:cTn>
                                        <p:tgtEl>
                                          <p:spTgt spid="37985"/>
                                        </p:tgtEl>
                                        <p:attrNameLst>
                                          <p:attrName>style.visibility</p:attrName>
                                        </p:attrNameLst>
                                      </p:cBhvr>
                                      <p:to>
                                        <p:strVal val="visible"/>
                                      </p:to>
                                    </p:set>
                                    <p:animEffect transition="in" filter="wipe(down)">
                                      <p:cBhvr>
                                        <p:cTn id="307" dur="500"/>
                                        <p:tgtEl>
                                          <p:spTgt spid="37985"/>
                                        </p:tgtEl>
                                      </p:cBhvr>
                                    </p:animEffect>
                                  </p:childTnLst>
                                </p:cTn>
                              </p:par>
                            </p:childTnLst>
                          </p:cTn>
                        </p:par>
                      </p:childTnLst>
                    </p:cTn>
                  </p:par>
                  <p:par>
                    <p:cTn id="308" fill="hold" nodeType="clickPar">
                      <p:stCondLst>
                        <p:cond delay="indefinite"/>
                      </p:stCondLst>
                      <p:childTnLst>
                        <p:par>
                          <p:cTn id="309" fill="hold" nodeType="withGroup">
                            <p:stCondLst>
                              <p:cond delay="0"/>
                            </p:stCondLst>
                            <p:childTnLst>
                              <p:par>
                                <p:cTn id="310" presetID="22" presetClass="entr" presetSubtype="4" fill="hold" grpId="0" nodeType="clickEffect">
                                  <p:stCondLst>
                                    <p:cond delay="0"/>
                                  </p:stCondLst>
                                  <p:childTnLst>
                                    <p:set>
                                      <p:cBhvr>
                                        <p:cTn id="311" dur="1" fill="hold">
                                          <p:stCondLst>
                                            <p:cond delay="0"/>
                                          </p:stCondLst>
                                        </p:cTn>
                                        <p:tgtEl>
                                          <p:spTgt spid="37991"/>
                                        </p:tgtEl>
                                        <p:attrNameLst>
                                          <p:attrName>style.visibility</p:attrName>
                                        </p:attrNameLst>
                                      </p:cBhvr>
                                      <p:to>
                                        <p:strVal val="visible"/>
                                      </p:to>
                                    </p:set>
                                    <p:animEffect transition="in" filter="wipe(down)">
                                      <p:cBhvr>
                                        <p:cTn id="312" dur="500"/>
                                        <p:tgtEl>
                                          <p:spTgt spid="37991"/>
                                        </p:tgtEl>
                                      </p:cBhvr>
                                    </p:animEffect>
                                  </p:childTnLst>
                                </p:cTn>
                              </p:par>
                              <p:par>
                                <p:cTn id="313" presetID="22" presetClass="entr" presetSubtype="4" fill="hold" grpId="0" nodeType="withEffect">
                                  <p:stCondLst>
                                    <p:cond delay="0"/>
                                  </p:stCondLst>
                                  <p:childTnLst>
                                    <p:set>
                                      <p:cBhvr>
                                        <p:cTn id="314" dur="1" fill="hold">
                                          <p:stCondLst>
                                            <p:cond delay="0"/>
                                          </p:stCondLst>
                                        </p:cTn>
                                        <p:tgtEl>
                                          <p:spTgt spid="37992"/>
                                        </p:tgtEl>
                                        <p:attrNameLst>
                                          <p:attrName>style.visibility</p:attrName>
                                        </p:attrNameLst>
                                      </p:cBhvr>
                                      <p:to>
                                        <p:strVal val="visible"/>
                                      </p:to>
                                    </p:set>
                                    <p:animEffect transition="in" filter="wipe(down)">
                                      <p:cBhvr>
                                        <p:cTn id="315" dur="500"/>
                                        <p:tgtEl>
                                          <p:spTgt spid="37992"/>
                                        </p:tgtEl>
                                      </p:cBhvr>
                                    </p:animEffect>
                                  </p:childTnLst>
                                </p:cTn>
                              </p:par>
                            </p:childTnLst>
                          </p:cTn>
                        </p:par>
                      </p:childTnLst>
                    </p:cTn>
                  </p:par>
                  <p:par>
                    <p:cTn id="316" fill="hold" nodeType="clickPar">
                      <p:stCondLst>
                        <p:cond delay="indefinite"/>
                      </p:stCondLst>
                      <p:childTnLst>
                        <p:par>
                          <p:cTn id="317" fill="hold" nodeType="withGroup">
                            <p:stCondLst>
                              <p:cond delay="0"/>
                            </p:stCondLst>
                            <p:childTnLst>
                              <p:par>
                                <p:cTn id="318" presetID="22" presetClass="entr" presetSubtype="8" fill="hold" nodeType="clickEffect">
                                  <p:stCondLst>
                                    <p:cond delay="0"/>
                                  </p:stCondLst>
                                  <p:childTnLst>
                                    <p:set>
                                      <p:cBhvr>
                                        <p:cTn id="319" dur="1" fill="hold">
                                          <p:stCondLst>
                                            <p:cond delay="0"/>
                                          </p:stCondLst>
                                        </p:cTn>
                                        <p:tgtEl>
                                          <p:spTgt spid="37986"/>
                                        </p:tgtEl>
                                        <p:attrNameLst>
                                          <p:attrName>style.visibility</p:attrName>
                                        </p:attrNameLst>
                                      </p:cBhvr>
                                      <p:to>
                                        <p:strVal val="visible"/>
                                      </p:to>
                                    </p:set>
                                    <p:animEffect transition="in" filter="wipe(left)">
                                      <p:cBhvr>
                                        <p:cTn id="320" dur="500"/>
                                        <p:tgtEl>
                                          <p:spTgt spid="37986"/>
                                        </p:tgtEl>
                                      </p:cBhvr>
                                    </p:animEffect>
                                  </p:childTnLst>
                                </p:cTn>
                              </p:par>
                            </p:childTnLst>
                          </p:cTn>
                        </p:par>
                      </p:childTnLst>
                    </p:cTn>
                  </p:par>
                  <p:par>
                    <p:cTn id="321" fill="hold" nodeType="clickPar">
                      <p:stCondLst>
                        <p:cond delay="indefinite"/>
                      </p:stCondLst>
                      <p:childTnLst>
                        <p:par>
                          <p:cTn id="322" fill="hold" nodeType="withGroup">
                            <p:stCondLst>
                              <p:cond delay="0"/>
                            </p:stCondLst>
                            <p:childTnLst>
                              <p:par>
                                <p:cTn id="323" presetID="22" presetClass="entr" presetSubtype="4" fill="hold" nodeType="clickEffect">
                                  <p:stCondLst>
                                    <p:cond delay="0"/>
                                  </p:stCondLst>
                                  <p:childTnLst>
                                    <p:set>
                                      <p:cBhvr>
                                        <p:cTn id="324" dur="1" fill="hold">
                                          <p:stCondLst>
                                            <p:cond delay="0"/>
                                          </p:stCondLst>
                                        </p:cTn>
                                        <p:tgtEl>
                                          <p:spTgt spid="37987"/>
                                        </p:tgtEl>
                                        <p:attrNameLst>
                                          <p:attrName>style.visibility</p:attrName>
                                        </p:attrNameLst>
                                      </p:cBhvr>
                                      <p:to>
                                        <p:strVal val="visible"/>
                                      </p:to>
                                    </p:set>
                                    <p:animEffect transition="in" filter="wipe(down)">
                                      <p:cBhvr>
                                        <p:cTn id="325" dur="500"/>
                                        <p:tgtEl>
                                          <p:spTgt spid="37987"/>
                                        </p:tgtEl>
                                      </p:cBhvr>
                                    </p:animEffect>
                                  </p:childTnLst>
                                </p:cTn>
                              </p:par>
                            </p:childTnLst>
                          </p:cTn>
                        </p:par>
                      </p:childTnLst>
                    </p:cTn>
                  </p:par>
                  <p:par>
                    <p:cTn id="326" fill="hold" nodeType="clickPar">
                      <p:stCondLst>
                        <p:cond delay="indefinite"/>
                      </p:stCondLst>
                      <p:childTnLst>
                        <p:par>
                          <p:cTn id="327" fill="hold" nodeType="withGroup">
                            <p:stCondLst>
                              <p:cond delay="0"/>
                            </p:stCondLst>
                            <p:childTnLst>
                              <p:par>
                                <p:cTn id="328" presetID="22" presetClass="entr" presetSubtype="4" fill="hold" nodeType="clickEffect">
                                  <p:stCondLst>
                                    <p:cond delay="0"/>
                                  </p:stCondLst>
                                  <p:childTnLst>
                                    <p:set>
                                      <p:cBhvr>
                                        <p:cTn id="329" dur="1" fill="hold">
                                          <p:stCondLst>
                                            <p:cond delay="0"/>
                                          </p:stCondLst>
                                        </p:cTn>
                                        <p:tgtEl>
                                          <p:spTgt spid="37988"/>
                                        </p:tgtEl>
                                        <p:attrNameLst>
                                          <p:attrName>style.visibility</p:attrName>
                                        </p:attrNameLst>
                                      </p:cBhvr>
                                      <p:to>
                                        <p:strVal val="visible"/>
                                      </p:to>
                                    </p:set>
                                    <p:animEffect transition="in" filter="wipe(down)">
                                      <p:cBhvr>
                                        <p:cTn id="330" dur="500"/>
                                        <p:tgtEl>
                                          <p:spTgt spid="37988"/>
                                        </p:tgtEl>
                                      </p:cBhvr>
                                    </p:animEffect>
                                  </p:childTnLst>
                                </p:cTn>
                              </p:par>
                              <p:par>
                                <p:cTn id="331" presetID="22" presetClass="entr" presetSubtype="4" fill="hold" grpId="0" nodeType="withEffect">
                                  <p:stCondLst>
                                    <p:cond delay="0"/>
                                  </p:stCondLst>
                                  <p:childTnLst>
                                    <p:set>
                                      <p:cBhvr>
                                        <p:cTn id="332" dur="1" fill="hold">
                                          <p:stCondLst>
                                            <p:cond delay="0"/>
                                          </p:stCondLst>
                                        </p:cTn>
                                        <p:tgtEl>
                                          <p:spTgt spid="37993"/>
                                        </p:tgtEl>
                                        <p:attrNameLst>
                                          <p:attrName>style.visibility</p:attrName>
                                        </p:attrNameLst>
                                      </p:cBhvr>
                                      <p:to>
                                        <p:strVal val="visible"/>
                                      </p:to>
                                    </p:set>
                                    <p:animEffect transition="in" filter="wipe(down)">
                                      <p:cBhvr>
                                        <p:cTn id="333" dur="500"/>
                                        <p:tgtEl>
                                          <p:spTgt spid="37993"/>
                                        </p:tgtEl>
                                      </p:cBhvr>
                                    </p:animEffect>
                                  </p:childTnLst>
                                </p:cTn>
                              </p:par>
                            </p:childTnLst>
                          </p:cTn>
                        </p:par>
                      </p:childTnLst>
                    </p:cTn>
                  </p:par>
                  <p:par>
                    <p:cTn id="334" fill="hold" nodeType="clickPar">
                      <p:stCondLst>
                        <p:cond delay="indefinite"/>
                      </p:stCondLst>
                      <p:childTnLst>
                        <p:par>
                          <p:cTn id="335" fill="hold" nodeType="withGroup">
                            <p:stCondLst>
                              <p:cond delay="0"/>
                            </p:stCondLst>
                            <p:childTnLst>
                              <p:par>
                                <p:cTn id="336" presetID="22" presetClass="entr" presetSubtype="8" fill="hold" nodeType="clickEffect">
                                  <p:stCondLst>
                                    <p:cond delay="0"/>
                                  </p:stCondLst>
                                  <p:childTnLst>
                                    <p:set>
                                      <p:cBhvr>
                                        <p:cTn id="337" dur="1" fill="hold">
                                          <p:stCondLst>
                                            <p:cond delay="0"/>
                                          </p:stCondLst>
                                        </p:cTn>
                                        <p:tgtEl>
                                          <p:spTgt spid="37995"/>
                                        </p:tgtEl>
                                        <p:attrNameLst>
                                          <p:attrName>style.visibility</p:attrName>
                                        </p:attrNameLst>
                                      </p:cBhvr>
                                      <p:to>
                                        <p:strVal val="visible"/>
                                      </p:to>
                                    </p:set>
                                    <p:animEffect transition="in" filter="wipe(left)">
                                      <p:cBhvr>
                                        <p:cTn id="338" dur="500"/>
                                        <p:tgtEl>
                                          <p:spTgt spid="37995"/>
                                        </p:tgtEl>
                                      </p:cBhvr>
                                    </p:animEffect>
                                  </p:childTnLst>
                                </p:cTn>
                              </p:par>
                            </p:childTnLst>
                          </p:cTn>
                        </p:par>
                      </p:childTnLst>
                    </p:cTn>
                  </p:par>
                  <p:par>
                    <p:cTn id="339" fill="hold" nodeType="clickPar">
                      <p:stCondLst>
                        <p:cond delay="indefinite"/>
                      </p:stCondLst>
                      <p:childTnLst>
                        <p:par>
                          <p:cTn id="340" fill="hold" nodeType="withGroup">
                            <p:stCondLst>
                              <p:cond delay="0"/>
                            </p:stCondLst>
                            <p:childTnLst>
                              <p:par>
                                <p:cTn id="341" presetID="22" presetClass="entr" presetSubtype="4" fill="hold" grpId="0" nodeType="clickEffect">
                                  <p:stCondLst>
                                    <p:cond delay="0"/>
                                  </p:stCondLst>
                                  <p:childTnLst>
                                    <p:set>
                                      <p:cBhvr>
                                        <p:cTn id="342" dur="1" fill="hold">
                                          <p:stCondLst>
                                            <p:cond delay="0"/>
                                          </p:stCondLst>
                                        </p:cTn>
                                        <p:tgtEl>
                                          <p:spTgt spid="37996"/>
                                        </p:tgtEl>
                                        <p:attrNameLst>
                                          <p:attrName>style.visibility</p:attrName>
                                        </p:attrNameLst>
                                      </p:cBhvr>
                                      <p:to>
                                        <p:strVal val="visible"/>
                                      </p:to>
                                    </p:set>
                                    <p:animEffect transition="in" filter="wipe(down)">
                                      <p:cBhvr>
                                        <p:cTn id="343" dur="500"/>
                                        <p:tgtEl>
                                          <p:spTgt spid="37996"/>
                                        </p:tgtEl>
                                      </p:cBhvr>
                                    </p:animEffect>
                                  </p:childTnLst>
                                </p:cTn>
                              </p:par>
                            </p:childTnLst>
                          </p:cTn>
                        </p:par>
                      </p:childTnLst>
                    </p:cTn>
                  </p:par>
                  <p:par>
                    <p:cTn id="344" fill="hold" nodeType="clickPar">
                      <p:stCondLst>
                        <p:cond delay="indefinite"/>
                      </p:stCondLst>
                      <p:childTnLst>
                        <p:par>
                          <p:cTn id="345" fill="hold" nodeType="withGroup">
                            <p:stCondLst>
                              <p:cond delay="0"/>
                            </p:stCondLst>
                            <p:childTnLst>
                              <p:par>
                                <p:cTn id="346" presetID="22" presetClass="entr" presetSubtype="4" fill="hold" nodeType="clickEffect">
                                  <p:stCondLst>
                                    <p:cond delay="0"/>
                                  </p:stCondLst>
                                  <p:childTnLst>
                                    <p:set>
                                      <p:cBhvr>
                                        <p:cTn id="347" dur="1" fill="hold">
                                          <p:stCondLst>
                                            <p:cond delay="0"/>
                                          </p:stCondLst>
                                        </p:cTn>
                                        <p:tgtEl>
                                          <p:spTgt spid="37997"/>
                                        </p:tgtEl>
                                        <p:attrNameLst>
                                          <p:attrName>style.visibility</p:attrName>
                                        </p:attrNameLst>
                                      </p:cBhvr>
                                      <p:to>
                                        <p:strVal val="visible"/>
                                      </p:to>
                                    </p:set>
                                    <p:animEffect transition="in" filter="wipe(down)">
                                      <p:cBhvr>
                                        <p:cTn id="348" dur="500"/>
                                        <p:tgtEl>
                                          <p:spTgt spid="37997"/>
                                        </p:tgtEl>
                                      </p:cBhvr>
                                    </p:animEffect>
                                  </p:childTnLst>
                                </p:cTn>
                              </p:par>
                            </p:childTnLst>
                          </p:cTn>
                        </p:par>
                      </p:childTnLst>
                    </p:cTn>
                  </p:par>
                  <p:par>
                    <p:cTn id="349" fill="hold" nodeType="clickPar">
                      <p:stCondLst>
                        <p:cond delay="indefinite"/>
                      </p:stCondLst>
                      <p:childTnLst>
                        <p:par>
                          <p:cTn id="350" fill="hold" nodeType="withGroup">
                            <p:stCondLst>
                              <p:cond delay="0"/>
                            </p:stCondLst>
                            <p:childTnLst>
                              <p:par>
                                <p:cTn id="351" presetID="22" presetClass="entr" presetSubtype="4" fill="hold" nodeType="clickEffect">
                                  <p:stCondLst>
                                    <p:cond delay="0"/>
                                  </p:stCondLst>
                                  <p:childTnLst>
                                    <p:set>
                                      <p:cBhvr>
                                        <p:cTn id="352" dur="1" fill="hold">
                                          <p:stCondLst>
                                            <p:cond delay="0"/>
                                          </p:stCondLst>
                                        </p:cTn>
                                        <p:tgtEl>
                                          <p:spTgt spid="37998"/>
                                        </p:tgtEl>
                                        <p:attrNameLst>
                                          <p:attrName>style.visibility</p:attrName>
                                        </p:attrNameLst>
                                      </p:cBhvr>
                                      <p:to>
                                        <p:strVal val="visible"/>
                                      </p:to>
                                    </p:set>
                                    <p:animEffect transition="in" filter="wipe(down)">
                                      <p:cBhvr>
                                        <p:cTn id="353" dur="500"/>
                                        <p:tgtEl>
                                          <p:spTgt spid="37998"/>
                                        </p:tgtEl>
                                      </p:cBhvr>
                                    </p:animEffect>
                                  </p:childTnLst>
                                </p:cTn>
                              </p:par>
                            </p:childTnLst>
                          </p:cTn>
                        </p:par>
                      </p:childTnLst>
                    </p:cTn>
                  </p:par>
                  <p:par>
                    <p:cTn id="354" fill="hold" nodeType="clickPar">
                      <p:stCondLst>
                        <p:cond delay="indefinite"/>
                      </p:stCondLst>
                      <p:childTnLst>
                        <p:par>
                          <p:cTn id="355" fill="hold" nodeType="withGroup">
                            <p:stCondLst>
                              <p:cond delay="0"/>
                            </p:stCondLst>
                            <p:childTnLst>
                              <p:par>
                                <p:cTn id="356" presetID="22" presetClass="entr" presetSubtype="8" fill="hold" nodeType="clickEffect">
                                  <p:stCondLst>
                                    <p:cond delay="0"/>
                                  </p:stCondLst>
                                  <p:childTnLst>
                                    <p:set>
                                      <p:cBhvr>
                                        <p:cTn id="357" dur="1" fill="hold">
                                          <p:stCondLst>
                                            <p:cond delay="0"/>
                                          </p:stCondLst>
                                        </p:cTn>
                                        <p:tgtEl>
                                          <p:spTgt spid="37999"/>
                                        </p:tgtEl>
                                        <p:attrNameLst>
                                          <p:attrName>style.visibility</p:attrName>
                                        </p:attrNameLst>
                                      </p:cBhvr>
                                      <p:to>
                                        <p:strVal val="visible"/>
                                      </p:to>
                                    </p:set>
                                    <p:animEffect transition="in" filter="wipe(left)">
                                      <p:cBhvr>
                                        <p:cTn id="358" dur="500"/>
                                        <p:tgtEl>
                                          <p:spTgt spid="37999"/>
                                        </p:tgtEl>
                                      </p:cBhvr>
                                    </p:animEffect>
                                  </p:childTnLst>
                                </p:cTn>
                              </p:par>
                            </p:childTnLst>
                          </p:cTn>
                        </p:par>
                      </p:childTnLst>
                    </p:cTn>
                  </p:par>
                  <p:par>
                    <p:cTn id="359" fill="hold" nodeType="clickPar">
                      <p:stCondLst>
                        <p:cond delay="indefinite"/>
                      </p:stCondLst>
                      <p:childTnLst>
                        <p:par>
                          <p:cTn id="360" fill="hold" nodeType="withGroup">
                            <p:stCondLst>
                              <p:cond delay="0"/>
                            </p:stCondLst>
                            <p:childTnLst>
                              <p:par>
                                <p:cTn id="361" presetID="2" presetClass="entr" presetSubtype="8" fill="hold" grpId="0" nodeType="clickEffect">
                                  <p:stCondLst>
                                    <p:cond delay="0"/>
                                  </p:stCondLst>
                                  <p:childTnLst>
                                    <p:set>
                                      <p:cBhvr>
                                        <p:cTn id="362" dur="1" fill="hold">
                                          <p:stCondLst>
                                            <p:cond delay="0"/>
                                          </p:stCondLst>
                                        </p:cTn>
                                        <p:tgtEl>
                                          <p:spTgt spid="38002"/>
                                        </p:tgtEl>
                                        <p:attrNameLst>
                                          <p:attrName>style.visibility</p:attrName>
                                        </p:attrNameLst>
                                      </p:cBhvr>
                                      <p:to>
                                        <p:strVal val="visible"/>
                                      </p:to>
                                    </p:set>
                                    <p:anim calcmode="lin" valueType="num">
                                      <p:cBhvr additive="base">
                                        <p:cTn id="363" dur="500" fill="hold"/>
                                        <p:tgtEl>
                                          <p:spTgt spid="38002"/>
                                        </p:tgtEl>
                                        <p:attrNameLst>
                                          <p:attrName>ppt_x</p:attrName>
                                        </p:attrNameLst>
                                      </p:cBhvr>
                                      <p:tavLst>
                                        <p:tav tm="0">
                                          <p:val>
                                            <p:strVal val="0-#ppt_w/2"/>
                                          </p:val>
                                        </p:tav>
                                        <p:tav tm="100000">
                                          <p:val>
                                            <p:strVal val="#ppt_x"/>
                                          </p:val>
                                        </p:tav>
                                      </p:tavLst>
                                    </p:anim>
                                    <p:anim calcmode="lin" valueType="num">
                                      <p:cBhvr additive="base">
                                        <p:cTn id="364" dur="500" fill="hold"/>
                                        <p:tgtEl>
                                          <p:spTgt spid="38002"/>
                                        </p:tgtEl>
                                        <p:attrNameLst>
                                          <p:attrName>ppt_y</p:attrName>
                                        </p:attrNameLst>
                                      </p:cBhvr>
                                      <p:tavLst>
                                        <p:tav tm="0">
                                          <p:val>
                                            <p:strVal val="#ppt_y"/>
                                          </p:val>
                                        </p:tav>
                                        <p:tav tm="100000">
                                          <p:val>
                                            <p:strVal val="#ppt_y"/>
                                          </p:val>
                                        </p:tav>
                                      </p:tavLst>
                                    </p:anim>
                                  </p:childTnLst>
                                </p:cTn>
                              </p:par>
                            </p:childTnLst>
                          </p:cTn>
                        </p:par>
                      </p:childTnLst>
                    </p:cTn>
                  </p:par>
                  <p:par>
                    <p:cTn id="365" fill="hold" nodeType="clickPar">
                      <p:stCondLst>
                        <p:cond delay="indefinite"/>
                      </p:stCondLst>
                      <p:childTnLst>
                        <p:par>
                          <p:cTn id="366" fill="hold" nodeType="withGroup">
                            <p:stCondLst>
                              <p:cond delay="0"/>
                            </p:stCondLst>
                            <p:childTnLst>
                              <p:par>
                                <p:cTn id="367" presetID="22" presetClass="entr" presetSubtype="4" fill="hold" grpId="0" nodeType="clickEffect">
                                  <p:stCondLst>
                                    <p:cond delay="0"/>
                                  </p:stCondLst>
                                  <p:childTnLst>
                                    <p:set>
                                      <p:cBhvr>
                                        <p:cTn id="368" dur="1" fill="hold">
                                          <p:stCondLst>
                                            <p:cond delay="0"/>
                                          </p:stCondLst>
                                        </p:cTn>
                                        <p:tgtEl>
                                          <p:spTgt spid="38003"/>
                                        </p:tgtEl>
                                        <p:attrNameLst>
                                          <p:attrName>style.visibility</p:attrName>
                                        </p:attrNameLst>
                                      </p:cBhvr>
                                      <p:to>
                                        <p:strVal val="visible"/>
                                      </p:to>
                                    </p:set>
                                    <p:animEffect transition="in" filter="wipe(down)">
                                      <p:cBhvr>
                                        <p:cTn id="369" dur="500"/>
                                        <p:tgtEl>
                                          <p:spTgt spid="38003"/>
                                        </p:tgtEl>
                                      </p:cBhvr>
                                    </p:animEffect>
                                  </p:childTnLst>
                                </p:cTn>
                              </p:par>
                            </p:childTnLst>
                          </p:cTn>
                        </p:par>
                      </p:childTnLst>
                    </p:cTn>
                  </p:par>
                  <p:par>
                    <p:cTn id="370" fill="hold" nodeType="clickPar">
                      <p:stCondLst>
                        <p:cond delay="indefinite"/>
                      </p:stCondLst>
                      <p:childTnLst>
                        <p:par>
                          <p:cTn id="371" fill="hold" nodeType="withGroup">
                            <p:stCondLst>
                              <p:cond delay="0"/>
                            </p:stCondLst>
                            <p:childTnLst>
                              <p:par>
                                <p:cTn id="372" presetID="22" presetClass="entr" presetSubtype="8" fill="hold" nodeType="clickEffect">
                                  <p:stCondLst>
                                    <p:cond delay="0"/>
                                  </p:stCondLst>
                                  <p:childTnLst>
                                    <p:set>
                                      <p:cBhvr>
                                        <p:cTn id="373" dur="1" fill="hold">
                                          <p:stCondLst>
                                            <p:cond delay="0"/>
                                          </p:stCondLst>
                                        </p:cTn>
                                        <p:tgtEl>
                                          <p:spTgt spid="38000"/>
                                        </p:tgtEl>
                                        <p:attrNameLst>
                                          <p:attrName>style.visibility</p:attrName>
                                        </p:attrNameLst>
                                      </p:cBhvr>
                                      <p:to>
                                        <p:strVal val="visible"/>
                                      </p:to>
                                    </p:set>
                                    <p:animEffect transition="in" filter="wipe(left)">
                                      <p:cBhvr>
                                        <p:cTn id="374" dur="500"/>
                                        <p:tgtEl>
                                          <p:spTgt spid="38000"/>
                                        </p:tgtEl>
                                      </p:cBhvr>
                                    </p:animEffect>
                                  </p:childTnLst>
                                </p:cTn>
                              </p:par>
                            </p:childTnLst>
                          </p:cTn>
                        </p:par>
                      </p:childTnLst>
                    </p:cTn>
                  </p:par>
                  <p:par>
                    <p:cTn id="375" fill="hold" nodeType="clickPar">
                      <p:stCondLst>
                        <p:cond delay="indefinite"/>
                      </p:stCondLst>
                      <p:childTnLst>
                        <p:par>
                          <p:cTn id="376" fill="hold" nodeType="withGroup">
                            <p:stCondLst>
                              <p:cond delay="0"/>
                            </p:stCondLst>
                            <p:childTnLst>
                              <p:par>
                                <p:cTn id="377" presetID="2" presetClass="entr" presetSubtype="8" fill="hold" grpId="0" nodeType="clickEffect">
                                  <p:stCondLst>
                                    <p:cond delay="0"/>
                                  </p:stCondLst>
                                  <p:childTnLst>
                                    <p:set>
                                      <p:cBhvr>
                                        <p:cTn id="378" dur="1" fill="hold">
                                          <p:stCondLst>
                                            <p:cond delay="0"/>
                                          </p:stCondLst>
                                        </p:cTn>
                                        <p:tgtEl>
                                          <p:spTgt spid="38004"/>
                                        </p:tgtEl>
                                        <p:attrNameLst>
                                          <p:attrName>style.visibility</p:attrName>
                                        </p:attrNameLst>
                                      </p:cBhvr>
                                      <p:to>
                                        <p:strVal val="visible"/>
                                      </p:to>
                                    </p:set>
                                    <p:anim calcmode="lin" valueType="num">
                                      <p:cBhvr additive="base">
                                        <p:cTn id="379" dur="500" fill="hold"/>
                                        <p:tgtEl>
                                          <p:spTgt spid="38004"/>
                                        </p:tgtEl>
                                        <p:attrNameLst>
                                          <p:attrName>ppt_x</p:attrName>
                                        </p:attrNameLst>
                                      </p:cBhvr>
                                      <p:tavLst>
                                        <p:tav tm="0">
                                          <p:val>
                                            <p:strVal val="0-#ppt_w/2"/>
                                          </p:val>
                                        </p:tav>
                                        <p:tav tm="100000">
                                          <p:val>
                                            <p:strVal val="#ppt_x"/>
                                          </p:val>
                                        </p:tav>
                                      </p:tavLst>
                                    </p:anim>
                                    <p:anim calcmode="lin" valueType="num">
                                      <p:cBhvr additive="base">
                                        <p:cTn id="380" dur="500" fill="hold"/>
                                        <p:tgtEl>
                                          <p:spTgt spid="38004"/>
                                        </p:tgtEl>
                                        <p:attrNameLst>
                                          <p:attrName>ppt_y</p:attrName>
                                        </p:attrNameLst>
                                      </p:cBhvr>
                                      <p:tavLst>
                                        <p:tav tm="0">
                                          <p:val>
                                            <p:strVal val="#ppt_y"/>
                                          </p:val>
                                        </p:tav>
                                        <p:tav tm="100000">
                                          <p:val>
                                            <p:strVal val="#ppt_y"/>
                                          </p:val>
                                        </p:tav>
                                      </p:tavLst>
                                    </p:anim>
                                  </p:childTnLst>
                                </p:cTn>
                              </p:par>
                            </p:childTnLst>
                          </p:cTn>
                        </p:par>
                      </p:childTnLst>
                    </p:cTn>
                  </p:par>
                  <p:par>
                    <p:cTn id="381" fill="hold" nodeType="clickPar">
                      <p:stCondLst>
                        <p:cond delay="indefinite"/>
                      </p:stCondLst>
                      <p:childTnLst>
                        <p:par>
                          <p:cTn id="382" fill="hold" nodeType="withGroup">
                            <p:stCondLst>
                              <p:cond delay="0"/>
                            </p:stCondLst>
                            <p:childTnLst>
                              <p:par>
                                <p:cTn id="383" presetID="22" presetClass="entr" presetSubtype="4" fill="hold" grpId="0" nodeType="clickEffect">
                                  <p:stCondLst>
                                    <p:cond delay="0"/>
                                  </p:stCondLst>
                                  <p:childTnLst>
                                    <p:set>
                                      <p:cBhvr>
                                        <p:cTn id="384" dur="1" fill="hold">
                                          <p:stCondLst>
                                            <p:cond delay="0"/>
                                          </p:stCondLst>
                                        </p:cTn>
                                        <p:tgtEl>
                                          <p:spTgt spid="38005"/>
                                        </p:tgtEl>
                                        <p:attrNameLst>
                                          <p:attrName>style.visibility</p:attrName>
                                        </p:attrNameLst>
                                      </p:cBhvr>
                                      <p:to>
                                        <p:strVal val="visible"/>
                                      </p:to>
                                    </p:set>
                                    <p:animEffect transition="in" filter="wipe(down)">
                                      <p:cBhvr>
                                        <p:cTn id="385" dur="500"/>
                                        <p:tgtEl>
                                          <p:spTgt spid="38005"/>
                                        </p:tgtEl>
                                      </p:cBhvr>
                                    </p:animEffect>
                                  </p:childTnLst>
                                </p:cTn>
                              </p:par>
                            </p:childTnLst>
                          </p:cTn>
                        </p:par>
                      </p:childTnLst>
                    </p:cTn>
                  </p:par>
                  <p:par>
                    <p:cTn id="386" fill="hold" nodeType="clickPar">
                      <p:stCondLst>
                        <p:cond delay="indefinite"/>
                      </p:stCondLst>
                      <p:childTnLst>
                        <p:par>
                          <p:cTn id="387" fill="hold" nodeType="withGroup">
                            <p:stCondLst>
                              <p:cond delay="0"/>
                            </p:stCondLst>
                            <p:childTnLst>
                              <p:par>
                                <p:cTn id="388" presetID="2" presetClass="entr" presetSubtype="8" fill="hold" grpId="0" nodeType="clickEffect">
                                  <p:stCondLst>
                                    <p:cond delay="0"/>
                                  </p:stCondLst>
                                  <p:childTnLst>
                                    <p:set>
                                      <p:cBhvr>
                                        <p:cTn id="389" dur="1" fill="hold">
                                          <p:stCondLst>
                                            <p:cond delay="0"/>
                                          </p:stCondLst>
                                        </p:cTn>
                                        <p:tgtEl>
                                          <p:spTgt spid="38009"/>
                                        </p:tgtEl>
                                        <p:attrNameLst>
                                          <p:attrName>style.visibility</p:attrName>
                                        </p:attrNameLst>
                                      </p:cBhvr>
                                      <p:to>
                                        <p:strVal val="visible"/>
                                      </p:to>
                                    </p:set>
                                    <p:anim calcmode="lin" valueType="num">
                                      <p:cBhvr additive="base">
                                        <p:cTn id="390" dur="500" fill="hold"/>
                                        <p:tgtEl>
                                          <p:spTgt spid="38009"/>
                                        </p:tgtEl>
                                        <p:attrNameLst>
                                          <p:attrName>ppt_x</p:attrName>
                                        </p:attrNameLst>
                                      </p:cBhvr>
                                      <p:tavLst>
                                        <p:tav tm="0">
                                          <p:val>
                                            <p:strVal val="0-#ppt_w/2"/>
                                          </p:val>
                                        </p:tav>
                                        <p:tav tm="100000">
                                          <p:val>
                                            <p:strVal val="#ppt_x"/>
                                          </p:val>
                                        </p:tav>
                                      </p:tavLst>
                                    </p:anim>
                                    <p:anim calcmode="lin" valueType="num">
                                      <p:cBhvr additive="base">
                                        <p:cTn id="391" dur="500" fill="hold"/>
                                        <p:tgtEl>
                                          <p:spTgt spid="38009"/>
                                        </p:tgtEl>
                                        <p:attrNameLst>
                                          <p:attrName>ppt_y</p:attrName>
                                        </p:attrNameLst>
                                      </p:cBhvr>
                                      <p:tavLst>
                                        <p:tav tm="0">
                                          <p:val>
                                            <p:strVal val="#ppt_y"/>
                                          </p:val>
                                        </p:tav>
                                        <p:tav tm="100000">
                                          <p:val>
                                            <p:strVal val="#ppt_y"/>
                                          </p:val>
                                        </p:tav>
                                      </p:tavLst>
                                    </p:anim>
                                  </p:childTnLst>
                                </p:cTn>
                              </p:par>
                            </p:childTnLst>
                          </p:cTn>
                        </p:par>
                      </p:childTnLst>
                    </p:cTn>
                  </p:par>
                  <p:par>
                    <p:cTn id="392" fill="hold" nodeType="clickPar">
                      <p:stCondLst>
                        <p:cond delay="indefinite"/>
                      </p:stCondLst>
                      <p:childTnLst>
                        <p:par>
                          <p:cTn id="393" fill="hold" nodeType="withGroup">
                            <p:stCondLst>
                              <p:cond delay="0"/>
                            </p:stCondLst>
                            <p:childTnLst>
                              <p:par>
                                <p:cTn id="394" presetID="22" presetClass="entr" presetSubtype="4" fill="hold" grpId="0" nodeType="clickEffect">
                                  <p:stCondLst>
                                    <p:cond delay="0"/>
                                  </p:stCondLst>
                                  <p:childTnLst>
                                    <p:set>
                                      <p:cBhvr>
                                        <p:cTn id="395" dur="1" fill="hold">
                                          <p:stCondLst>
                                            <p:cond delay="0"/>
                                          </p:stCondLst>
                                        </p:cTn>
                                        <p:tgtEl>
                                          <p:spTgt spid="38010"/>
                                        </p:tgtEl>
                                        <p:attrNameLst>
                                          <p:attrName>style.visibility</p:attrName>
                                        </p:attrNameLst>
                                      </p:cBhvr>
                                      <p:to>
                                        <p:strVal val="visible"/>
                                      </p:to>
                                    </p:set>
                                    <p:animEffect transition="in" filter="wipe(down)">
                                      <p:cBhvr>
                                        <p:cTn id="396" dur="500"/>
                                        <p:tgtEl>
                                          <p:spTgt spid="38010"/>
                                        </p:tgtEl>
                                      </p:cBhvr>
                                    </p:animEffect>
                                  </p:childTnLst>
                                </p:cTn>
                              </p:par>
                            </p:childTnLst>
                          </p:cTn>
                        </p:par>
                      </p:childTnLst>
                    </p:cTn>
                  </p:par>
                  <p:par>
                    <p:cTn id="397" fill="hold" nodeType="clickPar">
                      <p:stCondLst>
                        <p:cond delay="indefinite"/>
                      </p:stCondLst>
                      <p:childTnLst>
                        <p:par>
                          <p:cTn id="398" fill="hold" nodeType="withGroup">
                            <p:stCondLst>
                              <p:cond delay="0"/>
                            </p:stCondLst>
                            <p:childTnLst>
                              <p:par>
                                <p:cTn id="399" presetID="22" presetClass="entr" presetSubtype="8" fill="hold" nodeType="clickEffect">
                                  <p:stCondLst>
                                    <p:cond delay="0"/>
                                  </p:stCondLst>
                                  <p:childTnLst>
                                    <p:set>
                                      <p:cBhvr>
                                        <p:cTn id="400" dur="1" fill="hold">
                                          <p:stCondLst>
                                            <p:cond delay="0"/>
                                          </p:stCondLst>
                                        </p:cTn>
                                        <p:tgtEl>
                                          <p:spTgt spid="38001"/>
                                        </p:tgtEl>
                                        <p:attrNameLst>
                                          <p:attrName>style.visibility</p:attrName>
                                        </p:attrNameLst>
                                      </p:cBhvr>
                                      <p:to>
                                        <p:strVal val="visible"/>
                                      </p:to>
                                    </p:set>
                                    <p:animEffect transition="in" filter="wipe(left)">
                                      <p:cBhvr>
                                        <p:cTn id="401" dur="500"/>
                                        <p:tgtEl>
                                          <p:spTgt spid="38001"/>
                                        </p:tgtEl>
                                      </p:cBhvr>
                                    </p:animEffect>
                                  </p:childTnLst>
                                </p:cTn>
                              </p:par>
                            </p:childTnLst>
                          </p:cTn>
                        </p:par>
                      </p:childTnLst>
                    </p:cTn>
                  </p:par>
                  <p:par>
                    <p:cTn id="402" fill="hold" nodeType="clickPar">
                      <p:stCondLst>
                        <p:cond delay="indefinite"/>
                      </p:stCondLst>
                      <p:childTnLst>
                        <p:par>
                          <p:cTn id="403" fill="hold" nodeType="withGroup">
                            <p:stCondLst>
                              <p:cond delay="0"/>
                            </p:stCondLst>
                            <p:childTnLst>
                              <p:par>
                                <p:cTn id="404" presetID="2" presetClass="entr" presetSubtype="8" fill="hold" grpId="0" nodeType="clickEffect">
                                  <p:stCondLst>
                                    <p:cond delay="0"/>
                                  </p:stCondLst>
                                  <p:childTnLst>
                                    <p:set>
                                      <p:cBhvr>
                                        <p:cTn id="405" dur="1" fill="hold">
                                          <p:stCondLst>
                                            <p:cond delay="0"/>
                                          </p:stCondLst>
                                        </p:cTn>
                                        <p:tgtEl>
                                          <p:spTgt spid="38011"/>
                                        </p:tgtEl>
                                        <p:attrNameLst>
                                          <p:attrName>style.visibility</p:attrName>
                                        </p:attrNameLst>
                                      </p:cBhvr>
                                      <p:to>
                                        <p:strVal val="visible"/>
                                      </p:to>
                                    </p:set>
                                    <p:anim calcmode="lin" valueType="num">
                                      <p:cBhvr additive="base">
                                        <p:cTn id="406" dur="500" fill="hold"/>
                                        <p:tgtEl>
                                          <p:spTgt spid="38011"/>
                                        </p:tgtEl>
                                        <p:attrNameLst>
                                          <p:attrName>ppt_x</p:attrName>
                                        </p:attrNameLst>
                                      </p:cBhvr>
                                      <p:tavLst>
                                        <p:tav tm="0">
                                          <p:val>
                                            <p:strVal val="0-#ppt_w/2"/>
                                          </p:val>
                                        </p:tav>
                                        <p:tav tm="100000">
                                          <p:val>
                                            <p:strVal val="#ppt_x"/>
                                          </p:val>
                                        </p:tav>
                                      </p:tavLst>
                                    </p:anim>
                                    <p:anim calcmode="lin" valueType="num">
                                      <p:cBhvr additive="base">
                                        <p:cTn id="407" dur="500" fill="hold"/>
                                        <p:tgtEl>
                                          <p:spTgt spid="38011"/>
                                        </p:tgtEl>
                                        <p:attrNameLst>
                                          <p:attrName>ppt_y</p:attrName>
                                        </p:attrNameLst>
                                      </p:cBhvr>
                                      <p:tavLst>
                                        <p:tav tm="0">
                                          <p:val>
                                            <p:strVal val="#ppt_y"/>
                                          </p:val>
                                        </p:tav>
                                        <p:tav tm="100000">
                                          <p:val>
                                            <p:strVal val="#ppt_y"/>
                                          </p:val>
                                        </p:tav>
                                      </p:tavLst>
                                    </p:anim>
                                  </p:childTnLst>
                                </p:cTn>
                              </p:par>
                            </p:childTnLst>
                          </p:cTn>
                        </p:par>
                      </p:childTnLst>
                    </p:cTn>
                  </p:par>
                  <p:par>
                    <p:cTn id="408" fill="hold" nodeType="clickPar">
                      <p:stCondLst>
                        <p:cond delay="indefinite"/>
                      </p:stCondLst>
                      <p:childTnLst>
                        <p:par>
                          <p:cTn id="409" fill="hold" nodeType="withGroup">
                            <p:stCondLst>
                              <p:cond delay="0"/>
                            </p:stCondLst>
                            <p:childTnLst>
                              <p:par>
                                <p:cTn id="410" presetID="22" presetClass="entr" presetSubtype="4" fill="hold" grpId="0" nodeType="clickEffect">
                                  <p:stCondLst>
                                    <p:cond delay="0"/>
                                  </p:stCondLst>
                                  <p:childTnLst>
                                    <p:set>
                                      <p:cBhvr>
                                        <p:cTn id="411" dur="1" fill="hold">
                                          <p:stCondLst>
                                            <p:cond delay="0"/>
                                          </p:stCondLst>
                                        </p:cTn>
                                        <p:tgtEl>
                                          <p:spTgt spid="38012"/>
                                        </p:tgtEl>
                                        <p:attrNameLst>
                                          <p:attrName>style.visibility</p:attrName>
                                        </p:attrNameLst>
                                      </p:cBhvr>
                                      <p:to>
                                        <p:strVal val="visible"/>
                                      </p:to>
                                    </p:set>
                                    <p:animEffect transition="in" filter="wipe(down)">
                                      <p:cBhvr>
                                        <p:cTn id="412" dur="500"/>
                                        <p:tgtEl>
                                          <p:spTgt spid="38012"/>
                                        </p:tgtEl>
                                      </p:cBhvr>
                                    </p:animEffect>
                                  </p:childTnLst>
                                </p:cTn>
                              </p:par>
                            </p:childTnLst>
                          </p:cTn>
                        </p:par>
                      </p:childTnLst>
                    </p:cTn>
                  </p:par>
                  <p:par>
                    <p:cTn id="413" fill="hold" nodeType="clickPar">
                      <p:stCondLst>
                        <p:cond delay="indefinite"/>
                      </p:stCondLst>
                      <p:childTnLst>
                        <p:par>
                          <p:cTn id="414" fill="hold" nodeType="withGroup">
                            <p:stCondLst>
                              <p:cond delay="0"/>
                            </p:stCondLst>
                            <p:childTnLst>
                              <p:par>
                                <p:cTn id="415" presetID="22" presetClass="entr" presetSubtype="1" fill="hold" nodeType="clickEffect">
                                  <p:stCondLst>
                                    <p:cond delay="0"/>
                                  </p:stCondLst>
                                  <p:childTnLst>
                                    <p:set>
                                      <p:cBhvr>
                                        <p:cTn id="416" dur="1" fill="hold">
                                          <p:stCondLst>
                                            <p:cond delay="0"/>
                                          </p:stCondLst>
                                        </p:cTn>
                                        <p:tgtEl>
                                          <p:spTgt spid="38013"/>
                                        </p:tgtEl>
                                        <p:attrNameLst>
                                          <p:attrName>style.visibility</p:attrName>
                                        </p:attrNameLst>
                                      </p:cBhvr>
                                      <p:to>
                                        <p:strVal val="visible"/>
                                      </p:to>
                                    </p:set>
                                    <p:animEffect transition="in" filter="wipe(up)">
                                      <p:cBhvr>
                                        <p:cTn id="417" dur="3000"/>
                                        <p:tgtEl>
                                          <p:spTgt spid="38013"/>
                                        </p:tgtEl>
                                      </p:cBhvr>
                                    </p:animEffect>
                                  </p:childTnLst>
                                </p:cTn>
                              </p:par>
                            </p:childTnLst>
                          </p:cTn>
                        </p:par>
                      </p:childTnLst>
                    </p:cTn>
                  </p:par>
                  <p:par>
                    <p:cTn id="418" fill="hold" nodeType="clickPar">
                      <p:stCondLst>
                        <p:cond delay="indefinite"/>
                      </p:stCondLst>
                      <p:childTnLst>
                        <p:par>
                          <p:cTn id="419" fill="hold" nodeType="withGroup">
                            <p:stCondLst>
                              <p:cond delay="0"/>
                            </p:stCondLst>
                            <p:childTnLst>
                              <p:par>
                                <p:cTn id="420" presetID="22" presetClass="entr" presetSubtype="1" fill="hold" nodeType="clickEffect">
                                  <p:stCondLst>
                                    <p:cond delay="0"/>
                                  </p:stCondLst>
                                  <p:childTnLst>
                                    <p:set>
                                      <p:cBhvr>
                                        <p:cTn id="421" dur="1" fill="hold">
                                          <p:stCondLst>
                                            <p:cond delay="0"/>
                                          </p:stCondLst>
                                        </p:cTn>
                                        <p:tgtEl>
                                          <p:spTgt spid="38014"/>
                                        </p:tgtEl>
                                        <p:attrNameLst>
                                          <p:attrName>style.visibility</p:attrName>
                                        </p:attrNameLst>
                                      </p:cBhvr>
                                      <p:to>
                                        <p:strVal val="visible"/>
                                      </p:to>
                                    </p:set>
                                    <p:animEffect transition="in" filter="wipe(up)">
                                      <p:cBhvr>
                                        <p:cTn id="422" dur="500"/>
                                        <p:tgtEl>
                                          <p:spTgt spid="38014"/>
                                        </p:tgtEl>
                                      </p:cBhvr>
                                    </p:animEffect>
                                  </p:childTnLst>
                                </p:cTn>
                              </p:par>
                            </p:childTnLst>
                          </p:cTn>
                        </p:par>
                      </p:childTnLst>
                    </p:cTn>
                  </p:par>
                  <p:par>
                    <p:cTn id="423" fill="hold" nodeType="clickPar">
                      <p:stCondLst>
                        <p:cond delay="indefinite"/>
                      </p:stCondLst>
                      <p:childTnLst>
                        <p:par>
                          <p:cTn id="424" fill="hold" nodeType="withGroup">
                            <p:stCondLst>
                              <p:cond delay="0"/>
                            </p:stCondLst>
                            <p:childTnLst>
                              <p:par>
                                <p:cTn id="425" presetID="22" presetClass="entr" presetSubtype="1" fill="hold" nodeType="clickEffect">
                                  <p:stCondLst>
                                    <p:cond delay="0"/>
                                  </p:stCondLst>
                                  <p:childTnLst>
                                    <p:set>
                                      <p:cBhvr>
                                        <p:cTn id="426" dur="1" fill="hold">
                                          <p:stCondLst>
                                            <p:cond delay="0"/>
                                          </p:stCondLst>
                                        </p:cTn>
                                        <p:tgtEl>
                                          <p:spTgt spid="38015"/>
                                        </p:tgtEl>
                                        <p:attrNameLst>
                                          <p:attrName>style.visibility</p:attrName>
                                        </p:attrNameLst>
                                      </p:cBhvr>
                                      <p:to>
                                        <p:strVal val="visible"/>
                                      </p:to>
                                    </p:set>
                                    <p:animEffect transition="in" filter="wipe(up)">
                                      <p:cBhvr>
                                        <p:cTn id="427" dur="500"/>
                                        <p:tgtEl>
                                          <p:spTgt spid="38015"/>
                                        </p:tgtEl>
                                      </p:cBhvr>
                                    </p:animEffect>
                                  </p:childTnLst>
                                </p:cTn>
                              </p:par>
                            </p:childTnLst>
                          </p:cTn>
                        </p:par>
                      </p:childTnLst>
                    </p:cTn>
                  </p:par>
                  <p:par>
                    <p:cTn id="428" fill="hold" nodeType="clickPar">
                      <p:stCondLst>
                        <p:cond delay="indefinite"/>
                      </p:stCondLst>
                      <p:childTnLst>
                        <p:par>
                          <p:cTn id="429" fill="hold" nodeType="withGroup">
                            <p:stCondLst>
                              <p:cond delay="0"/>
                            </p:stCondLst>
                            <p:childTnLst>
                              <p:par>
                                <p:cTn id="430" presetID="22" presetClass="entr" presetSubtype="1" fill="hold" nodeType="clickEffect">
                                  <p:stCondLst>
                                    <p:cond delay="0"/>
                                  </p:stCondLst>
                                  <p:childTnLst>
                                    <p:set>
                                      <p:cBhvr>
                                        <p:cTn id="431" dur="1" fill="hold">
                                          <p:stCondLst>
                                            <p:cond delay="0"/>
                                          </p:stCondLst>
                                        </p:cTn>
                                        <p:tgtEl>
                                          <p:spTgt spid="38016"/>
                                        </p:tgtEl>
                                        <p:attrNameLst>
                                          <p:attrName>style.visibility</p:attrName>
                                        </p:attrNameLst>
                                      </p:cBhvr>
                                      <p:to>
                                        <p:strVal val="visible"/>
                                      </p:to>
                                    </p:set>
                                    <p:animEffect transition="in" filter="wipe(up)">
                                      <p:cBhvr>
                                        <p:cTn id="432" dur="500"/>
                                        <p:tgtEl>
                                          <p:spTgt spid="38016"/>
                                        </p:tgtEl>
                                      </p:cBhvr>
                                    </p:animEffect>
                                  </p:childTnLst>
                                </p:cTn>
                              </p:par>
                            </p:childTnLst>
                          </p:cTn>
                        </p:par>
                      </p:childTnLst>
                    </p:cTn>
                  </p:par>
                  <p:par>
                    <p:cTn id="433" fill="hold" nodeType="clickPar">
                      <p:stCondLst>
                        <p:cond delay="indefinite"/>
                      </p:stCondLst>
                      <p:childTnLst>
                        <p:par>
                          <p:cTn id="434" fill="hold" nodeType="withGroup">
                            <p:stCondLst>
                              <p:cond delay="0"/>
                            </p:stCondLst>
                            <p:childTnLst>
                              <p:par>
                                <p:cTn id="435" presetID="22" presetClass="entr" presetSubtype="8" fill="hold" nodeType="clickEffect">
                                  <p:stCondLst>
                                    <p:cond delay="0"/>
                                  </p:stCondLst>
                                  <p:childTnLst>
                                    <p:set>
                                      <p:cBhvr>
                                        <p:cTn id="436" dur="1" fill="hold">
                                          <p:stCondLst>
                                            <p:cond delay="0"/>
                                          </p:stCondLst>
                                        </p:cTn>
                                        <p:tgtEl>
                                          <p:spTgt spid="38017"/>
                                        </p:tgtEl>
                                        <p:attrNameLst>
                                          <p:attrName>style.visibility</p:attrName>
                                        </p:attrNameLst>
                                      </p:cBhvr>
                                      <p:to>
                                        <p:strVal val="visible"/>
                                      </p:to>
                                    </p:set>
                                    <p:animEffect transition="in" filter="wipe(left)">
                                      <p:cBhvr>
                                        <p:cTn id="437" dur="500"/>
                                        <p:tgtEl>
                                          <p:spTgt spid="38017"/>
                                        </p:tgtEl>
                                      </p:cBhvr>
                                    </p:animEffect>
                                  </p:childTnLst>
                                </p:cTn>
                              </p:par>
                            </p:childTnLst>
                          </p:cTn>
                        </p:par>
                      </p:childTnLst>
                    </p:cTn>
                  </p:par>
                  <p:par>
                    <p:cTn id="438" fill="hold" nodeType="clickPar">
                      <p:stCondLst>
                        <p:cond delay="indefinite"/>
                      </p:stCondLst>
                      <p:childTnLst>
                        <p:par>
                          <p:cTn id="439" fill="hold" nodeType="withGroup">
                            <p:stCondLst>
                              <p:cond delay="0"/>
                            </p:stCondLst>
                            <p:childTnLst>
                              <p:par>
                                <p:cTn id="440" presetID="22" presetClass="entr" presetSubtype="1" fill="hold" nodeType="clickEffect">
                                  <p:stCondLst>
                                    <p:cond delay="0"/>
                                  </p:stCondLst>
                                  <p:childTnLst>
                                    <p:set>
                                      <p:cBhvr>
                                        <p:cTn id="441" dur="1" fill="hold">
                                          <p:stCondLst>
                                            <p:cond delay="0"/>
                                          </p:stCondLst>
                                        </p:cTn>
                                        <p:tgtEl>
                                          <p:spTgt spid="38018"/>
                                        </p:tgtEl>
                                        <p:attrNameLst>
                                          <p:attrName>style.visibility</p:attrName>
                                        </p:attrNameLst>
                                      </p:cBhvr>
                                      <p:to>
                                        <p:strVal val="visible"/>
                                      </p:to>
                                    </p:set>
                                    <p:animEffect transition="in" filter="wipe(up)">
                                      <p:cBhvr>
                                        <p:cTn id="442" dur="500"/>
                                        <p:tgtEl>
                                          <p:spTgt spid="38018"/>
                                        </p:tgtEl>
                                      </p:cBhvr>
                                    </p:animEffect>
                                  </p:childTnLst>
                                </p:cTn>
                              </p:par>
                            </p:childTnLst>
                          </p:cTn>
                        </p:par>
                      </p:childTnLst>
                    </p:cTn>
                  </p:par>
                  <p:par>
                    <p:cTn id="443" fill="hold" nodeType="clickPar">
                      <p:stCondLst>
                        <p:cond delay="indefinite"/>
                      </p:stCondLst>
                      <p:childTnLst>
                        <p:par>
                          <p:cTn id="444" fill="hold" nodeType="withGroup">
                            <p:stCondLst>
                              <p:cond delay="0"/>
                            </p:stCondLst>
                            <p:childTnLst>
                              <p:par>
                                <p:cTn id="445" presetID="22" presetClass="entr" presetSubtype="1" fill="hold" nodeType="clickEffect">
                                  <p:stCondLst>
                                    <p:cond delay="0"/>
                                  </p:stCondLst>
                                  <p:childTnLst>
                                    <p:set>
                                      <p:cBhvr>
                                        <p:cTn id="446" dur="1" fill="hold">
                                          <p:stCondLst>
                                            <p:cond delay="0"/>
                                          </p:stCondLst>
                                        </p:cTn>
                                        <p:tgtEl>
                                          <p:spTgt spid="38019"/>
                                        </p:tgtEl>
                                        <p:attrNameLst>
                                          <p:attrName>style.visibility</p:attrName>
                                        </p:attrNameLst>
                                      </p:cBhvr>
                                      <p:to>
                                        <p:strVal val="visible"/>
                                      </p:to>
                                    </p:set>
                                    <p:animEffect transition="in" filter="wipe(up)">
                                      <p:cBhvr>
                                        <p:cTn id="447" dur="5000"/>
                                        <p:tgtEl>
                                          <p:spTgt spid="38019"/>
                                        </p:tgtEl>
                                      </p:cBhvr>
                                    </p:animEffect>
                                  </p:childTnLst>
                                </p:cTn>
                              </p:par>
                            </p:childTnLst>
                          </p:cTn>
                        </p:par>
                      </p:childTnLst>
                    </p:cTn>
                  </p:par>
                  <p:par>
                    <p:cTn id="448" fill="hold" nodeType="clickPar">
                      <p:stCondLst>
                        <p:cond delay="indefinite"/>
                      </p:stCondLst>
                      <p:childTnLst>
                        <p:par>
                          <p:cTn id="449" fill="hold" nodeType="withGroup">
                            <p:stCondLst>
                              <p:cond delay="0"/>
                            </p:stCondLst>
                            <p:childTnLst>
                              <p:par>
                                <p:cTn id="450" presetID="22" presetClass="entr" presetSubtype="4" fill="hold" grpId="0" nodeType="clickEffect">
                                  <p:stCondLst>
                                    <p:cond delay="0"/>
                                  </p:stCondLst>
                                  <p:childTnLst>
                                    <p:set>
                                      <p:cBhvr>
                                        <p:cTn id="451" dur="1" fill="hold">
                                          <p:stCondLst>
                                            <p:cond delay="0"/>
                                          </p:stCondLst>
                                        </p:cTn>
                                        <p:tgtEl>
                                          <p:spTgt spid="120"/>
                                        </p:tgtEl>
                                        <p:attrNameLst>
                                          <p:attrName>style.visibility</p:attrName>
                                        </p:attrNameLst>
                                      </p:cBhvr>
                                      <p:to>
                                        <p:strVal val="visible"/>
                                      </p:to>
                                    </p:set>
                                    <p:animEffect transition="in" filter="wipe(down)">
                                      <p:cBhvr>
                                        <p:cTn id="452" dur="3000"/>
                                        <p:tgtEl>
                                          <p:spTgt spid="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926" grpId="0" animBg="1"/>
      <p:bldP spid="37936" grpId="0" animBg="1"/>
      <p:bldP spid="37937" grpId="0" animBg="1"/>
      <p:bldP spid="37938" grpId="0" animBg="1"/>
      <p:bldP spid="37939" grpId="0" animBg="1"/>
      <p:bldP spid="37946" grpId="0"/>
      <p:bldP spid="37947" grpId="0"/>
      <p:bldP spid="37948" grpId="0"/>
      <p:bldP spid="37949" grpId="0"/>
      <p:bldP spid="37950" grpId="0"/>
      <p:bldP spid="37951" grpId="0"/>
      <p:bldP spid="37952" grpId="0"/>
      <p:bldP spid="37953" grpId="0"/>
      <p:bldP spid="37964" grpId="0" animBg="1"/>
      <p:bldP spid="37965" grpId="0"/>
      <p:bldP spid="37966" grpId="0" animBg="1"/>
      <p:bldP spid="37969" grpId="0" animBg="1"/>
      <p:bldP spid="37973" grpId="0" animBg="1"/>
      <p:bldP spid="37974" grpId="0"/>
      <p:bldP spid="37975" grpId="0"/>
      <p:bldP spid="37976" grpId="0"/>
      <p:bldP spid="37980" grpId="0"/>
      <p:bldP spid="37981" grpId="0"/>
      <p:bldP spid="37990" grpId="0"/>
      <p:bldP spid="37991" grpId="0"/>
      <p:bldP spid="37992" grpId="0"/>
      <p:bldP spid="37993" grpId="0"/>
      <p:bldP spid="37996" grpId="0"/>
      <p:bldP spid="38002" grpId="0" animBg="1"/>
      <p:bldP spid="38003" grpId="0"/>
      <p:bldP spid="38004" grpId="0" animBg="1"/>
      <p:bldP spid="38005" grpId="0"/>
      <p:bldP spid="38009" grpId="0" animBg="1"/>
      <p:bldP spid="38010" grpId="0"/>
      <p:bldP spid="38011" grpId="0" animBg="1"/>
      <p:bldP spid="38012" grpId="0"/>
      <p:bldP spid="120"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ext Box 4"/>
          <p:cNvSpPr txBox="1">
            <a:spLocks noChangeArrowheads="1"/>
          </p:cNvSpPr>
          <p:nvPr/>
        </p:nvSpPr>
        <p:spPr bwMode="auto">
          <a:xfrm>
            <a:off x="0" y="0"/>
            <a:ext cx="9144000" cy="830263"/>
          </a:xfrm>
          <a:prstGeom prst="rect">
            <a:avLst/>
          </a:prstGeom>
          <a:solidFill>
            <a:srgbClr val="FFFF99"/>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600">
                <a:latin typeface="Times New Roman" panose="02020603050405020304" pitchFamily="18" charset="0"/>
              </a:rPr>
              <a:t>A Hexagonal prism has a face on the H.P. and the axis parallel to the V.P. It is cut by a vertical section plane the H.T. of which makes an angle of 45 with XY and which cuts the axis at a point 20 mm from one of its ends. Draw its sectional front view and the true shape of the section. Side of base 25 mm long height 65mm.</a:t>
            </a:r>
            <a:endParaRPr lang="en-US" altLang="en-US" sz="1600">
              <a:latin typeface="Times New Roman" panose="02020603050405020304" pitchFamily="18" charset="0"/>
              <a:cs typeface="Times New Roman" panose="02020603050405020304" pitchFamily="18" charset="0"/>
            </a:endParaRPr>
          </a:p>
        </p:txBody>
      </p:sp>
      <p:sp>
        <p:nvSpPr>
          <p:cNvPr id="47107" name="Line 6"/>
          <p:cNvSpPr>
            <a:spLocks noChangeShapeType="1"/>
          </p:cNvSpPr>
          <p:nvPr/>
        </p:nvSpPr>
        <p:spPr bwMode="auto">
          <a:xfrm>
            <a:off x="658813" y="3325813"/>
            <a:ext cx="76327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08" name="Text Box 7"/>
          <p:cNvSpPr txBox="1">
            <a:spLocks noChangeArrowheads="1"/>
          </p:cNvSpPr>
          <p:nvPr/>
        </p:nvSpPr>
        <p:spPr bwMode="auto">
          <a:xfrm>
            <a:off x="252413" y="3148013"/>
            <a:ext cx="584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a:latin typeface="Arial" panose="020B0604020202020204" pitchFamily="34" charset="0"/>
              </a:rPr>
              <a:t>X</a:t>
            </a:r>
          </a:p>
        </p:txBody>
      </p:sp>
      <p:sp>
        <p:nvSpPr>
          <p:cNvPr id="47109" name="Text Box 8"/>
          <p:cNvSpPr txBox="1">
            <a:spLocks noChangeArrowheads="1"/>
          </p:cNvSpPr>
          <p:nvPr/>
        </p:nvSpPr>
        <p:spPr bwMode="auto">
          <a:xfrm>
            <a:off x="8291513" y="3089275"/>
            <a:ext cx="584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a:latin typeface="Arial" panose="020B0604020202020204" pitchFamily="34" charset="0"/>
              </a:rPr>
              <a:t>Y</a:t>
            </a:r>
          </a:p>
        </p:txBody>
      </p:sp>
      <p:sp>
        <p:nvSpPr>
          <p:cNvPr id="47110" name="AutoShape 9"/>
          <p:cNvSpPr>
            <a:spLocks noChangeArrowheads="1"/>
          </p:cNvSpPr>
          <p:nvPr/>
        </p:nvSpPr>
        <p:spPr bwMode="auto">
          <a:xfrm rot="5400000">
            <a:off x="1362869" y="3866357"/>
            <a:ext cx="1371600" cy="1179512"/>
          </a:xfrm>
          <a:prstGeom prst="hexagon">
            <a:avLst>
              <a:gd name="adj" fmla="val 29071"/>
              <a:gd name="vf" fmla="val 115470"/>
            </a:avLst>
          </a:prstGeom>
          <a:solidFill>
            <a:schemeClr val="accent1">
              <a:alpha val="0"/>
            </a:schemeClr>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sp>
        <p:nvSpPr>
          <p:cNvPr id="47111" name="Rectangle 10"/>
          <p:cNvSpPr>
            <a:spLocks noChangeArrowheads="1"/>
          </p:cNvSpPr>
          <p:nvPr/>
        </p:nvSpPr>
        <p:spPr bwMode="auto">
          <a:xfrm>
            <a:off x="1458913" y="1543050"/>
            <a:ext cx="1179512" cy="1782763"/>
          </a:xfrm>
          <a:prstGeom prst="rect">
            <a:avLst/>
          </a:prstGeom>
          <a:solidFill>
            <a:schemeClr val="accent1">
              <a:alpha val="0"/>
            </a:schemeClr>
          </a:solidFill>
          <a:ln w="9525">
            <a:solidFill>
              <a:schemeClr val="tx1"/>
            </a:solidFill>
            <a:miter lim="800000"/>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sp>
        <p:nvSpPr>
          <p:cNvPr id="47112" name="Line 11"/>
          <p:cNvSpPr>
            <a:spLocks noChangeShapeType="1"/>
          </p:cNvSpPr>
          <p:nvPr/>
        </p:nvSpPr>
        <p:spPr bwMode="auto">
          <a:xfrm flipV="1">
            <a:off x="1458913" y="3325813"/>
            <a:ext cx="0" cy="787400"/>
          </a:xfrm>
          <a:prstGeom prst="line">
            <a:avLst/>
          </a:prstGeom>
          <a:noFill/>
          <a:ln w="9525">
            <a:solidFill>
              <a:srgbClr val="7030A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13" name="Text Box 12"/>
          <p:cNvSpPr txBox="1">
            <a:spLocks noChangeArrowheads="1"/>
          </p:cNvSpPr>
          <p:nvPr/>
        </p:nvSpPr>
        <p:spPr bwMode="auto">
          <a:xfrm>
            <a:off x="1220788" y="3903663"/>
            <a:ext cx="2667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a</a:t>
            </a:r>
          </a:p>
        </p:txBody>
      </p:sp>
      <p:sp>
        <p:nvSpPr>
          <p:cNvPr id="47114" name="Text Box 13"/>
          <p:cNvSpPr txBox="1">
            <a:spLocks noChangeArrowheads="1"/>
          </p:cNvSpPr>
          <p:nvPr/>
        </p:nvSpPr>
        <p:spPr bwMode="auto">
          <a:xfrm>
            <a:off x="1825625" y="3562350"/>
            <a:ext cx="266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b</a:t>
            </a:r>
          </a:p>
        </p:txBody>
      </p:sp>
      <p:sp>
        <p:nvSpPr>
          <p:cNvPr id="47115" name="Text Box 14"/>
          <p:cNvSpPr txBox="1">
            <a:spLocks noChangeArrowheads="1"/>
          </p:cNvSpPr>
          <p:nvPr/>
        </p:nvSpPr>
        <p:spPr bwMode="auto">
          <a:xfrm>
            <a:off x="2584450" y="3908425"/>
            <a:ext cx="266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c</a:t>
            </a:r>
          </a:p>
        </p:txBody>
      </p:sp>
      <p:sp>
        <p:nvSpPr>
          <p:cNvPr id="47116" name="Text Box 15"/>
          <p:cNvSpPr txBox="1">
            <a:spLocks noChangeArrowheads="1"/>
          </p:cNvSpPr>
          <p:nvPr/>
        </p:nvSpPr>
        <p:spPr bwMode="auto">
          <a:xfrm>
            <a:off x="2533650" y="4741863"/>
            <a:ext cx="2667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d</a:t>
            </a:r>
          </a:p>
        </p:txBody>
      </p:sp>
      <p:sp>
        <p:nvSpPr>
          <p:cNvPr id="47117" name="Text Box 16"/>
          <p:cNvSpPr txBox="1">
            <a:spLocks noChangeArrowheads="1"/>
          </p:cNvSpPr>
          <p:nvPr/>
        </p:nvSpPr>
        <p:spPr bwMode="auto">
          <a:xfrm>
            <a:off x="1916113" y="5084763"/>
            <a:ext cx="2667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e</a:t>
            </a:r>
          </a:p>
        </p:txBody>
      </p:sp>
      <p:sp>
        <p:nvSpPr>
          <p:cNvPr id="47118" name="Text Box 17"/>
          <p:cNvSpPr txBox="1">
            <a:spLocks noChangeArrowheads="1"/>
          </p:cNvSpPr>
          <p:nvPr/>
        </p:nvSpPr>
        <p:spPr bwMode="auto">
          <a:xfrm>
            <a:off x="1277938" y="4762500"/>
            <a:ext cx="2667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f</a:t>
            </a:r>
          </a:p>
        </p:txBody>
      </p:sp>
      <p:sp>
        <p:nvSpPr>
          <p:cNvPr id="47119" name="Line 18"/>
          <p:cNvSpPr>
            <a:spLocks noChangeShapeType="1"/>
          </p:cNvSpPr>
          <p:nvPr/>
        </p:nvSpPr>
        <p:spPr bwMode="auto">
          <a:xfrm flipV="1">
            <a:off x="2049463" y="3325813"/>
            <a:ext cx="0" cy="1816100"/>
          </a:xfrm>
          <a:prstGeom prst="line">
            <a:avLst/>
          </a:prstGeom>
          <a:noFill/>
          <a:ln w="9525">
            <a:solidFill>
              <a:srgbClr val="7030A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20" name="Line 19"/>
          <p:cNvSpPr>
            <a:spLocks noChangeShapeType="1"/>
          </p:cNvSpPr>
          <p:nvPr/>
        </p:nvSpPr>
        <p:spPr bwMode="auto">
          <a:xfrm flipV="1">
            <a:off x="2641600" y="3325813"/>
            <a:ext cx="0" cy="787400"/>
          </a:xfrm>
          <a:prstGeom prst="line">
            <a:avLst/>
          </a:prstGeom>
          <a:noFill/>
          <a:ln w="9525">
            <a:solidFill>
              <a:srgbClr val="7030A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21" name="Line 20"/>
          <p:cNvSpPr>
            <a:spLocks noChangeShapeType="1"/>
          </p:cNvSpPr>
          <p:nvPr/>
        </p:nvSpPr>
        <p:spPr bwMode="auto">
          <a:xfrm flipV="1">
            <a:off x="2049463" y="1543050"/>
            <a:ext cx="0" cy="1782763"/>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22" name="Text Box 21"/>
          <p:cNvSpPr txBox="1">
            <a:spLocks noChangeArrowheads="1"/>
          </p:cNvSpPr>
          <p:nvPr/>
        </p:nvSpPr>
        <p:spPr bwMode="auto">
          <a:xfrm>
            <a:off x="1335088" y="3279775"/>
            <a:ext cx="406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a’</a:t>
            </a:r>
          </a:p>
        </p:txBody>
      </p:sp>
      <p:sp>
        <p:nvSpPr>
          <p:cNvPr id="47123" name="Text Box 22"/>
          <p:cNvSpPr txBox="1">
            <a:spLocks noChangeArrowheads="1"/>
          </p:cNvSpPr>
          <p:nvPr/>
        </p:nvSpPr>
        <p:spPr bwMode="auto">
          <a:xfrm>
            <a:off x="1909763" y="3276600"/>
            <a:ext cx="406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b’</a:t>
            </a:r>
          </a:p>
        </p:txBody>
      </p:sp>
      <p:sp>
        <p:nvSpPr>
          <p:cNvPr id="47124" name="Text Box 23"/>
          <p:cNvSpPr txBox="1">
            <a:spLocks noChangeArrowheads="1"/>
          </p:cNvSpPr>
          <p:nvPr/>
        </p:nvSpPr>
        <p:spPr bwMode="auto">
          <a:xfrm>
            <a:off x="2463800" y="3260725"/>
            <a:ext cx="406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c’</a:t>
            </a:r>
          </a:p>
        </p:txBody>
      </p:sp>
      <p:sp>
        <p:nvSpPr>
          <p:cNvPr id="47125" name="Text Box 24"/>
          <p:cNvSpPr txBox="1">
            <a:spLocks noChangeArrowheads="1"/>
          </p:cNvSpPr>
          <p:nvPr/>
        </p:nvSpPr>
        <p:spPr bwMode="auto">
          <a:xfrm>
            <a:off x="2454275" y="3414713"/>
            <a:ext cx="406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d’</a:t>
            </a:r>
          </a:p>
        </p:txBody>
      </p:sp>
      <p:sp>
        <p:nvSpPr>
          <p:cNvPr id="47126" name="Text Box 25"/>
          <p:cNvSpPr txBox="1">
            <a:spLocks noChangeArrowheads="1"/>
          </p:cNvSpPr>
          <p:nvPr/>
        </p:nvSpPr>
        <p:spPr bwMode="auto">
          <a:xfrm>
            <a:off x="1912938" y="3414713"/>
            <a:ext cx="406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e’</a:t>
            </a:r>
          </a:p>
        </p:txBody>
      </p:sp>
      <p:sp>
        <p:nvSpPr>
          <p:cNvPr id="47127" name="Text Box 26"/>
          <p:cNvSpPr txBox="1">
            <a:spLocks noChangeArrowheads="1"/>
          </p:cNvSpPr>
          <p:nvPr/>
        </p:nvSpPr>
        <p:spPr bwMode="auto">
          <a:xfrm>
            <a:off x="1350963" y="3433763"/>
            <a:ext cx="406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f’</a:t>
            </a:r>
          </a:p>
        </p:txBody>
      </p:sp>
      <p:sp>
        <p:nvSpPr>
          <p:cNvPr id="47128" name="Line 27"/>
          <p:cNvSpPr>
            <a:spLocks noChangeShapeType="1"/>
          </p:cNvSpPr>
          <p:nvPr/>
        </p:nvSpPr>
        <p:spPr bwMode="auto">
          <a:xfrm flipH="1">
            <a:off x="836613" y="4113213"/>
            <a:ext cx="6032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29" name="Line 28"/>
          <p:cNvSpPr>
            <a:spLocks noChangeShapeType="1"/>
          </p:cNvSpPr>
          <p:nvPr/>
        </p:nvSpPr>
        <p:spPr bwMode="auto">
          <a:xfrm flipH="1">
            <a:off x="839788" y="4789488"/>
            <a:ext cx="60325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30" name="Line 29"/>
          <p:cNvSpPr>
            <a:spLocks noChangeShapeType="1"/>
          </p:cNvSpPr>
          <p:nvPr/>
        </p:nvSpPr>
        <p:spPr bwMode="auto">
          <a:xfrm>
            <a:off x="963613" y="4113213"/>
            <a:ext cx="0" cy="676275"/>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7131" name="Text Box 30"/>
          <p:cNvSpPr txBox="1">
            <a:spLocks noChangeArrowheads="1"/>
          </p:cNvSpPr>
          <p:nvPr/>
        </p:nvSpPr>
        <p:spPr bwMode="auto">
          <a:xfrm rot="-5400000">
            <a:off x="711994" y="4348957"/>
            <a:ext cx="3587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latin typeface="Arial" panose="020B0604020202020204" pitchFamily="34" charset="0"/>
              </a:rPr>
              <a:t>25</a:t>
            </a:r>
          </a:p>
        </p:txBody>
      </p:sp>
      <p:sp>
        <p:nvSpPr>
          <p:cNvPr id="47132" name="Line 31"/>
          <p:cNvSpPr>
            <a:spLocks noChangeShapeType="1"/>
          </p:cNvSpPr>
          <p:nvPr/>
        </p:nvSpPr>
        <p:spPr bwMode="auto">
          <a:xfrm flipH="1">
            <a:off x="754063" y="1543050"/>
            <a:ext cx="704850" cy="0"/>
          </a:xfrm>
          <a:prstGeom prst="line">
            <a:avLst/>
          </a:prstGeom>
          <a:noFill/>
          <a:ln w="9525">
            <a:solidFill>
              <a:schemeClr val="bg2"/>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33" name="Line 32"/>
          <p:cNvSpPr>
            <a:spLocks noChangeShapeType="1"/>
          </p:cNvSpPr>
          <p:nvPr/>
        </p:nvSpPr>
        <p:spPr bwMode="auto">
          <a:xfrm>
            <a:off x="969963" y="1543050"/>
            <a:ext cx="0" cy="1782763"/>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7134" name="Text Box 33"/>
          <p:cNvSpPr txBox="1">
            <a:spLocks noChangeArrowheads="1"/>
          </p:cNvSpPr>
          <p:nvPr/>
        </p:nvSpPr>
        <p:spPr bwMode="auto">
          <a:xfrm rot="-5400000">
            <a:off x="711994" y="2299494"/>
            <a:ext cx="358775"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latin typeface="Arial" panose="020B0604020202020204" pitchFamily="34" charset="0"/>
              </a:rPr>
              <a:t>65</a:t>
            </a:r>
          </a:p>
        </p:txBody>
      </p:sp>
      <p:sp>
        <p:nvSpPr>
          <p:cNvPr id="47135" name="Text Box 34"/>
          <p:cNvSpPr txBox="1">
            <a:spLocks noChangeArrowheads="1"/>
          </p:cNvSpPr>
          <p:nvPr/>
        </p:nvSpPr>
        <p:spPr bwMode="auto">
          <a:xfrm>
            <a:off x="1328738" y="1144588"/>
            <a:ext cx="406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a’</a:t>
            </a:r>
          </a:p>
        </p:txBody>
      </p:sp>
      <p:sp>
        <p:nvSpPr>
          <p:cNvPr id="47136" name="Text Box 35"/>
          <p:cNvSpPr txBox="1">
            <a:spLocks noChangeArrowheads="1"/>
          </p:cNvSpPr>
          <p:nvPr/>
        </p:nvSpPr>
        <p:spPr bwMode="auto">
          <a:xfrm>
            <a:off x="1903413" y="1141413"/>
            <a:ext cx="406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b’</a:t>
            </a:r>
          </a:p>
        </p:txBody>
      </p:sp>
      <p:sp>
        <p:nvSpPr>
          <p:cNvPr id="47137" name="Text Box 36"/>
          <p:cNvSpPr txBox="1">
            <a:spLocks noChangeArrowheads="1"/>
          </p:cNvSpPr>
          <p:nvPr/>
        </p:nvSpPr>
        <p:spPr bwMode="auto">
          <a:xfrm>
            <a:off x="2457450" y="1125538"/>
            <a:ext cx="406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c’</a:t>
            </a:r>
          </a:p>
        </p:txBody>
      </p:sp>
      <p:sp>
        <p:nvSpPr>
          <p:cNvPr id="47138" name="Text Box 37"/>
          <p:cNvSpPr txBox="1">
            <a:spLocks noChangeArrowheads="1"/>
          </p:cNvSpPr>
          <p:nvPr/>
        </p:nvSpPr>
        <p:spPr bwMode="auto">
          <a:xfrm>
            <a:off x="2447925" y="1279525"/>
            <a:ext cx="406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d’</a:t>
            </a:r>
          </a:p>
        </p:txBody>
      </p:sp>
      <p:sp>
        <p:nvSpPr>
          <p:cNvPr id="47139" name="Text Box 38"/>
          <p:cNvSpPr txBox="1">
            <a:spLocks noChangeArrowheads="1"/>
          </p:cNvSpPr>
          <p:nvPr/>
        </p:nvSpPr>
        <p:spPr bwMode="auto">
          <a:xfrm>
            <a:off x="1903413" y="1277938"/>
            <a:ext cx="406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e’</a:t>
            </a:r>
          </a:p>
        </p:txBody>
      </p:sp>
      <p:sp>
        <p:nvSpPr>
          <p:cNvPr id="47140" name="Text Box 39"/>
          <p:cNvSpPr txBox="1">
            <a:spLocks noChangeArrowheads="1"/>
          </p:cNvSpPr>
          <p:nvPr/>
        </p:nvSpPr>
        <p:spPr bwMode="auto">
          <a:xfrm>
            <a:off x="1344613" y="1298575"/>
            <a:ext cx="406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f’</a:t>
            </a:r>
          </a:p>
        </p:txBody>
      </p:sp>
      <p:grpSp>
        <p:nvGrpSpPr>
          <p:cNvPr id="47141" name="Group 145"/>
          <p:cNvGrpSpPr>
            <a:grpSpLocks/>
          </p:cNvGrpSpPr>
          <p:nvPr/>
        </p:nvGrpSpPr>
        <p:grpSpPr bwMode="auto">
          <a:xfrm rot="5400000">
            <a:off x="3892550" y="1847850"/>
            <a:ext cx="1179513" cy="1782763"/>
            <a:chOff x="1611313" y="1847850"/>
            <a:chExt cx="1179512" cy="1782763"/>
          </a:xfrm>
        </p:grpSpPr>
        <p:sp>
          <p:nvSpPr>
            <p:cNvPr id="38954" name="Rectangle 42"/>
            <p:cNvSpPr>
              <a:spLocks noChangeArrowheads="1"/>
            </p:cNvSpPr>
            <p:nvPr/>
          </p:nvSpPr>
          <p:spPr bwMode="auto">
            <a:xfrm>
              <a:off x="1611313" y="1847850"/>
              <a:ext cx="1179512" cy="1782763"/>
            </a:xfrm>
            <a:prstGeom prst="rect">
              <a:avLst/>
            </a:prstGeom>
            <a:ln w="9525">
              <a:headEnd/>
              <a:tailEnd/>
            </a:ln>
          </p:spPr>
          <p:style>
            <a:lnRef idx="2">
              <a:schemeClr val="dk1"/>
            </a:lnRef>
            <a:fillRef idx="1">
              <a:schemeClr val="lt1"/>
            </a:fillRef>
            <a:effectRef idx="0">
              <a:schemeClr val="dk1"/>
            </a:effectRef>
            <a:fontRef idx="minor">
              <a:schemeClr val="dk1"/>
            </a:fontRef>
          </p:style>
          <p:txBody>
            <a:bodyPr wrap="none" anchor="ctr"/>
            <a:lstStyle/>
            <a:p>
              <a:pPr algn="ctr" eaLnBrk="1" fontAlgn="auto" hangingPunct="1">
                <a:spcBef>
                  <a:spcPts val="0"/>
                </a:spcBef>
                <a:spcAft>
                  <a:spcPts val="0"/>
                </a:spcAft>
                <a:defRPr/>
              </a:pPr>
              <a:endParaRPr lang="en-US"/>
            </a:p>
          </p:txBody>
        </p:sp>
        <p:sp>
          <p:nvSpPr>
            <p:cNvPr id="38955" name="Line 43"/>
            <p:cNvSpPr>
              <a:spLocks noChangeShapeType="1"/>
            </p:cNvSpPr>
            <p:nvPr/>
          </p:nvSpPr>
          <p:spPr bwMode="auto">
            <a:xfrm flipV="1">
              <a:off x="2201862" y="1847850"/>
              <a:ext cx="0" cy="1782763"/>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pPr eaLnBrk="1" fontAlgn="auto" hangingPunct="1">
                <a:spcBef>
                  <a:spcPts val="0"/>
                </a:spcBef>
                <a:spcAft>
                  <a:spcPts val="0"/>
                </a:spcAft>
                <a:defRPr/>
              </a:pPr>
              <a:endParaRPr lang="en-IN"/>
            </a:p>
          </p:txBody>
        </p:sp>
      </p:grpSp>
      <p:sp>
        <p:nvSpPr>
          <p:cNvPr id="47142" name="Text Box 49"/>
          <p:cNvSpPr txBox="1">
            <a:spLocks noChangeArrowheads="1"/>
          </p:cNvSpPr>
          <p:nvPr/>
        </p:nvSpPr>
        <p:spPr bwMode="auto">
          <a:xfrm>
            <a:off x="5368925" y="2017713"/>
            <a:ext cx="406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a’</a:t>
            </a:r>
          </a:p>
        </p:txBody>
      </p:sp>
      <p:sp>
        <p:nvSpPr>
          <p:cNvPr id="47143" name="Text Box 50"/>
          <p:cNvSpPr txBox="1">
            <a:spLocks noChangeArrowheads="1"/>
          </p:cNvSpPr>
          <p:nvPr/>
        </p:nvSpPr>
        <p:spPr bwMode="auto">
          <a:xfrm>
            <a:off x="5416550" y="2597150"/>
            <a:ext cx="406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b’</a:t>
            </a:r>
          </a:p>
        </p:txBody>
      </p:sp>
      <p:sp>
        <p:nvSpPr>
          <p:cNvPr id="47144" name="Text Box 51"/>
          <p:cNvSpPr txBox="1">
            <a:spLocks noChangeArrowheads="1"/>
          </p:cNvSpPr>
          <p:nvPr/>
        </p:nvSpPr>
        <p:spPr bwMode="auto">
          <a:xfrm>
            <a:off x="5413375" y="3098800"/>
            <a:ext cx="406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c’</a:t>
            </a:r>
          </a:p>
        </p:txBody>
      </p:sp>
      <p:sp>
        <p:nvSpPr>
          <p:cNvPr id="47145" name="Text Box 52"/>
          <p:cNvSpPr txBox="1">
            <a:spLocks noChangeArrowheads="1"/>
          </p:cNvSpPr>
          <p:nvPr/>
        </p:nvSpPr>
        <p:spPr bwMode="auto">
          <a:xfrm>
            <a:off x="5524500" y="3108325"/>
            <a:ext cx="406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d’</a:t>
            </a:r>
          </a:p>
        </p:txBody>
      </p:sp>
      <p:sp>
        <p:nvSpPr>
          <p:cNvPr id="47146" name="Text Box 53"/>
          <p:cNvSpPr txBox="1">
            <a:spLocks noChangeArrowheads="1"/>
          </p:cNvSpPr>
          <p:nvPr/>
        </p:nvSpPr>
        <p:spPr bwMode="auto">
          <a:xfrm>
            <a:off x="5565775" y="2597150"/>
            <a:ext cx="406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e’</a:t>
            </a:r>
          </a:p>
        </p:txBody>
      </p:sp>
      <p:sp>
        <p:nvSpPr>
          <p:cNvPr id="47147" name="Text Box 54"/>
          <p:cNvSpPr txBox="1">
            <a:spLocks noChangeArrowheads="1"/>
          </p:cNvSpPr>
          <p:nvPr/>
        </p:nvSpPr>
        <p:spPr bwMode="auto">
          <a:xfrm>
            <a:off x="5514975" y="2011363"/>
            <a:ext cx="406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f’</a:t>
            </a:r>
          </a:p>
        </p:txBody>
      </p:sp>
      <p:sp>
        <p:nvSpPr>
          <p:cNvPr id="47148" name="Text Box 55"/>
          <p:cNvSpPr txBox="1">
            <a:spLocks noChangeArrowheads="1"/>
          </p:cNvSpPr>
          <p:nvPr/>
        </p:nvSpPr>
        <p:spPr bwMode="auto">
          <a:xfrm>
            <a:off x="3119438" y="2057400"/>
            <a:ext cx="406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a’</a:t>
            </a:r>
          </a:p>
        </p:txBody>
      </p:sp>
      <p:sp>
        <p:nvSpPr>
          <p:cNvPr id="47149" name="Text Box 56"/>
          <p:cNvSpPr txBox="1">
            <a:spLocks noChangeArrowheads="1"/>
          </p:cNvSpPr>
          <p:nvPr/>
        </p:nvSpPr>
        <p:spPr bwMode="auto">
          <a:xfrm>
            <a:off x="3167063" y="2636838"/>
            <a:ext cx="406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b’</a:t>
            </a:r>
          </a:p>
        </p:txBody>
      </p:sp>
      <p:sp>
        <p:nvSpPr>
          <p:cNvPr id="47150" name="Text Box 57"/>
          <p:cNvSpPr txBox="1">
            <a:spLocks noChangeArrowheads="1"/>
          </p:cNvSpPr>
          <p:nvPr/>
        </p:nvSpPr>
        <p:spPr bwMode="auto">
          <a:xfrm>
            <a:off x="3163888" y="3138488"/>
            <a:ext cx="406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c’</a:t>
            </a:r>
          </a:p>
        </p:txBody>
      </p:sp>
      <p:sp>
        <p:nvSpPr>
          <p:cNvPr id="47151" name="Text Box 58"/>
          <p:cNvSpPr txBox="1">
            <a:spLocks noChangeArrowheads="1"/>
          </p:cNvSpPr>
          <p:nvPr/>
        </p:nvSpPr>
        <p:spPr bwMode="auto">
          <a:xfrm>
            <a:off x="3275013" y="3148013"/>
            <a:ext cx="406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d’</a:t>
            </a:r>
          </a:p>
        </p:txBody>
      </p:sp>
      <p:sp>
        <p:nvSpPr>
          <p:cNvPr id="47152" name="Text Box 59"/>
          <p:cNvSpPr txBox="1">
            <a:spLocks noChangeArrowheads="1"/>
          </p:cNvSpPr>
          <p:nvPr/>
        </p:nvSpPr>
        <p:spPr bwMode="auto">
          <a:xfrm>
            <a:off x="3316288" y="2636838"/>
            <a:ext cx="406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e’</a:t>
            </a:r>
          </a:p>
        </p:txBody>
      </p:sp>
      <p:sp>
        <p:nvSpPr>
          <p:cNvPr id="47153" name="Text Box 60"/>
          <p:cNvSpPr txBox="1">
            <a:spLocks noChangeArrowheads="1"/>
          </p:cNvSpPr>
          <p:nvPr/>
        </p:nvSpPr>
        <p:spPr bwMode="auto">
          <a:xfrm>
            <a:off x="3265488" y="2051050"/>
            <a:ext cx="4064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f’</a:t>
            </a:r>
          </a:p>
        </p:txBody>
      </p:sp>
      <p:sp>
        <p:nvSpPr>
          <p:cNvPr id="47154" name="Line 61"/>
          <p:cNvSpPr>
            <a:spLocks noChangeShapeType="1"/>
          </p:cNvSpPr>
          <p:nvPr/>
        </p:nvSpPr>
        <p:spPr bwMode="auto">
          <a:xfrm>
            <a:off x="3605213" y="3325813"/>
            <a:ext cx="0" cy="1816100"/>
          </a:xfrm>
          <a:prstGeom prst="line">
            <a:avLst/>
          </a:prstGeom>
          <a:noFill/>
          <a:ln w="9525">
            <a:solidFill>
              <a:srgbClr val="00B0F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55" name="Line 62"/>
          <p:cNvSpPr>
            <a:spLocks noChangeShapeType="1"/>
          </p:cNvSpPr>
          <p:nvPr/>
        </p:nvSpPr>
        <p:spPr bwMode="auto">
          <a:xfrm>
            <a:off x="5387975" y="3335338"/>
            <a:ext cx="0" cy="1816100"/>
          </a:xfrm>
          <a:prstGeom prst="line">
            <a:avLst/>
          </a:prstGeom>
          <a:noFill/>
          <a:ln w="9525">
            <a:solidFill>
              <a:srgbClr val="00B0F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56" name="Line 63"/>
          <p:cNvSpPr>
            <a:spLocks noChangeShapeType="1"/>
          </p:cNvSpPr>
          <p:nvPr/>
        </p:nvSpPr>
        <p:spPr bwMode="auto">
          <a:xfrm>
            <a:off x="2049463" y="3770313"/>
            <a:ext cx="3338512" cy="0"/>
          </a:xfrm>
          <a:prstGeom prst="line">
            <a:avLst/>
          </a:prstGeom>
          <a:noFill/>
          <a:ln w="9525">
            <a:solidFill>
              <a:srgbClr val="7030A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57" name="Line 64"/>
          <p:cNvSpPr>
            <a:spLocks noChangeShapeType="1"/>
          </p:cNvSpPr>
          <p:nvPr/>
        </p:nvSpPr>
        <p:spPr bwMode="auto">
          <a:xfrm>
            <a:off x="1458913" y="4113213"/>
            <a:ext cx="3929062" cy="0"/>
          </a:xfrm>
          <a:prstGeom prst="line">
            <a:avLst/>
          </a:prstGeom>
          <a:noFill/>
          <a:ln w="9525">
            <a:solidFill>
              <a:srgbClr val="7030A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58" name="Line 65"/>
          <p:cNvSpPr>
            <a:spLocks noChangeShapeType="1"/>
          </p:cNvSpPr>
          <p:nvPr/>
        </p:nvSpPr>
        <p:spPr bwMode="auto">
          <a:xfrm>
            <a:off x="1458913" y="4792663"/>
            <a:ext cx="3929062" cy="0"/>
          </a:xfrm>
          <a:prstGeom prst="line">
            <a:avLst/>
          </a:prstGeom>
          <a:noFill/>
          <a:ln w="9525">
            <a:solidFill>
              <a:srgbClr val="7030A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59" name="Line 66"/>
          <p:cNvSpPr>
            <a:spLocks noChangeShapeType="1"/>
          </p:cNvSpPr>
          <p:nvPr/>
        </p:nvSpPr>
        <p:spPr bwMode="auto">
          <a:xfrm>
            <a:off x="2049463" y="5151438"/>
            <a:ext cx="3338512" cy="0"/>
          </a:xfrm>
          <a:prstGeom prst="line">
            <a:avLst/>
          </a:prstGeom>
          <a:noFill/>
          <a:ln w="9525">
            <a:solidFill>
              <a:srgbClr val="7030A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60" name="Text Box 67"/>
          <p:cNvSpPr txBox="1">
            <a:spLocks noChangeArrowheads="1"/>
          </p:cNvSpPr>
          <p:nvPr/>
        </p:nvSpPr>
        <p:spPr bwMode="auto">
          <a:xfrm>
            <a:off x="5440363" y="4627563"/>
            <a:ext cx="4079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d</a:t>
            </a:r>
            <a:r>
              <a:rPr lang="en-US" altLang="en-US" sz="1200" b="1" baseline="-25000">
                <a:latin typeface="Arial" panose="020B0604020202020204" pitchFamily="34" charset="0"/>
              </a:rPr>
              <a:t>1</a:t>
            </a:r>
          </a:p>
        </p:txBody>
      </p:sp>
      <p:sp>
        <p:nvSpPr>
          <p:cNvPr id="47161" name="Text Box 68"/>
          <p:cNvSpPr txBox="1">
            <a:spLocks noChangeArrowheads="1"/>
          </p:cNvSpPr>
          <p:nvPr/>
        </p:nvSpPr>
        <p:spPr bwMode="auto">
          <a:xfrm>
            <a:off x="5329238" y="3956050"/>
            <a:ext cx="40798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a</a:t>
            </a:r>
            <a:r>
              <a:rPr lang="en-US" altLang="en-US" sz="1200" b="1" baseline="-25000">
                <a:latin typeface="Arial" panose="020B0604020202020204" pitchFamily="34" charset="0"/>
              </a:rPr>
              <a:t>1</a:t>
            </a:r>
          </a:p>
        </p:txBody>
      </p:sp>
      <p:sp>
        <p:nvSpPr>
          <p:cNvPr id="47162" name="Text Box 69"/>
          <p:cNvSpPr txBox="1">
            <a:spLocks noChangeArrowheads="1"/>
          </p:cNvSpPr>
          <p:nvPr/>
        </p:nvSpPr>
        <p:spPr bwMode="auto">
          <a:xfrm>
            <a:off x="5321300" y="3603625"/>
            <a:ext cx="4079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b</a:t>
            </a:r>
            <a:r>
              <a:rPr lang="en-US" altLang="en-US" sz="1200" b="1" baseline="-25000">
                <a:latin typeface="Arial" panose="020B0604020202020204" pitchFamily="34" charset="0"/>
              </a:rPr>
              <a:t>1</a:t>
            </a:r>
          </a:p>
        </p:txBody>
      </p:sp>
      <p:sp>
        <p:nvSpPr>
          <p:cNvPr id="47163" name="Text Box 70"/>
          <p:cNvSpPr txBox="1">
            <a:spLocks noChangeArrowheads="1"/>
          </p:cNvSpPr>
          <p:nvPr/>
        </p:nvSpPr>
        <p:spPr bwMode="auto">
          <a:xfrm>
            <a:off x="5476875" y="3956050"/>
            <a:ext cx="4079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c</a:t>
            </a:r>
            <a:r>
              <a:rPr lang="en-US" altLang="en-US" sz="1200" b="1" baseline="-25000">
                <a:latin typeface="Arial" panose="020B0604020202020204" pitchFamily="34" charset="0"/>
              </a:rPr>
              <a:t>1</a:t>
            </a:r>
          </a:p>
        </p:txBody>
      </p:sp>
      <p:sp>
        <p:nvSpPr>
          <p:cNvPr id="47164" name="Text Box 71"/>
          <p:cNvSpPr txBox="1">
            <a:spLocks noChangeArrowheads="1"/>
          </p:cNvSpPr>
          <p:nvPr/>
        </p:nvSpPr>
        <p:spPr bwMode="auto">
          <a:xfrm>
            <a:off x="5329238" y="4986338"/>
            <a:ext cx="4079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e</a:t>
            </a:r>
            <a:r>
              <a:rPr lang="en-US" altLang="en-US" sz="1200" b="1" baseline="-25000">
                <a:latin typeface="Arial" panose="020B0604020202020204" pitchFamily="34" charset="0"/>
              </a:rPr>
              <a:t>1</a:t>
            </a:r>
          </a:p>
        </p:txBody>
      </p:sp>
      <p:sp>
        <p:nvSpPr>
          <p:cNvPr id="47165" name="Text Box 72"/>
          <p:cNvSpPr txBox="1">
            <a:spLocks noChangeArrowheads="1"/>
          </p:cNvSpPr>
          <p:nvPr/>
        </p:nvSpPr>
        <p:spPr bwMode="auto">
          <a:xfrm>
            <a:off x="5329238" y="4627563"/>
            <a:ext cx="4079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f</a:t>
            </a:r>
            <a:r>
              <a:rPr lang="en-US" altLang="en-US" sz="1200" b="1" baseline="-25000">
                <a:latin typeface="Arial" panose="020B0604020202020204" pitchFamily="34" charset="0"/>
              </a:rPr>
              <a:t>1</a:t>
            </a:r>
          </a:p>
        </p:txBody>
      </p:sp>
      <p:sp>
        <p:nvSpPr>
          <p:cNvPr id="47166" name="Text Box 73"/>
          <p:cNvSpPr txBox="1">
            <a:spLocks noChangeArrowheads="1"/>
          </p:cNvSpPr>
          <p:nvPr/>
        </p:nvSpPr>
        <p:spPr bwMode="auto">
          <a:xfrm>
            <a:off x="3240088" y="4665663"/>
            <a:ext cx="4079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d</a:t>
            </a:r>
            <a:r>
              <a:rPr lang="en-US" altLang="en-US" sz="1200" b="1" baseline="-25000">
                <a:latin typeface="Arial" panose="020B0604020202020204" pitchFamily="34" charset="0"/>
              </a:rPr>
              <a:t>1</a:t>
            </a:r>
          </a:p>
        </p:txBody>
      </p:sp>
      <p:sp>
        <p:nvSpPr>
          <p:cNvPr id="47167" name="Text Box 74"/>
          <p:cNvSpPr txBox="1">
            <a:spLocks noChangeArrowheads="1"/>
          </p:cNvSpPr>
          <p:nvPr/>
        </p:nvSpPr>
        <p:spPr bwMode="auto">
          <a:xfrm>
            <a:off x="3062288" y="3975100"/>
            <a:ext cx="40798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a</a:t>
            </a:r>
            <a:r>
              <a:rPr lang="en-US" altLang="en-US" sz="1200" b="1" baseline="-25000">
                <a:latin typeface="Arial" panose="020B0604020202020204" pitchFamily="34" charset="0"/>
              </a:rPr>
              <a:t>1</a:t>
            </a:r>
          </a:p>
        </p:txBody>
      </p:sp>
      <p:sp>
        <p:nvSpPr>
          <p:cNvPr id="47168" name="Text Box 75"/>
          <p:cNvSpPr txBox="1">
            <a:spLocks noChangeArrowheads="1"/>
          </p:cNvSpPr>
          <p:nvPr/>
        </p:nvSpPr>
        <p:spPr bwMode="auto">
          <a:xfrm>
            <a:off x="3240088" y="3603625"/>
            <a:ext cx="40798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b</a:t>
            </a:r>
            <a:r>
              <a:rPr lang="en-US" altLang="en-US" sz="1200" b="1" baseline="-25000">
                <a:latin typeface="Arial" panose="020B0604020202020204" pitchFamily="34" charset="0"/>
              </a:rPr>
              <a:t>1</a:t>
            </a:r>
          </a:p>
        </p:txBody>
      </p:sp>
      <p:sp>
        <p:nvSpPr>
          <p:cNvPr id="47169" name="Text Box 76"/>
          <p:cNvSpPr txBox="1">
            <a:spLocks noChangeArrowheads="1"/>
          </p:cNvSpPr>
          <p:nvPr/>
        </p:nvSpPr>
        <p:spPr bwMode="auto">
          <a:xfrm>
            <a:off x="3265488" y="3989388"/>
            <a:ext cx="4079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c</a:t>
            </a:r>
            <a:r>
              <a:rPr lang="en-US" altLang="en-US" sz="1200" b="1" baseline="-25000">
                <a:latin typeface="Arial" panose="020B0604020202020204" pitchFamily="34" charset="0"/>
              </a:rPr>
              <a:t>1</a:t>
            </a:r>
          </a:p>
        </p:txBody>
      </p:sp>
      <p:sp>
        <p:nvSpPr>
          <p:cNvPr id="47170" name="Text Box 77"/>
          <p:cNvSpPr txBox="1">
            <a:spLocks noChangeArrowheads="1"/>
          </p:cNvSpPr>
          <p:nvPr/>
        </p:nvSpPr>
        <p:spPr bwMode="auto">
          <a:xfrm>
            <a:off x="3240088" y="5018088"/>
            <a:ext cx="4079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e</a:t>
            </a:r>
            <a:r>
              <a:rPr lang="en-US" altLang="en-US" sz="1200" b="1" baseline="-25000">
                <a:latin typeface="Arial" panose="020B0604020202020204" pitchFamily="34" charset="0"/>
              </a:rPr>
              <a:t>1</a:t>
            </a:r>
          </a:p>
        </p:txBody>
      </p:sp>
      <p:sp>
        <p:nvSpPr>
          <p:cNvPr id="47171" name="Text Box 78"/>
          <p:cNvSpPr txBox="1">
            <a:spLocks noChangeArrowheads="1"/>
          </p:cNvSpPr>
          <p:nvPr/>
        </p:nvSpPr>
        <p:spPr bwMode="auto">
          <a:xfrm>
            <a:off x="3090863" y="4665663"/>
            <a:ext cx="4079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latin typeface="Arial" panose="020B0604020202020204" pitchFamily="34" charset="0"/>
              </a:rPr>
              <a:t>f</a:t>
            </a:r>
            <a:r>
              <a:rPr lang="en-US" altLang="en-US" sz="1200" b="1" baseline="-25000">
                <a:latin typeface="Arial" panose="020B0604020202020204" pitchFamily="34" charset="0"/>
              </a:rPr>
              <a:t>1</a:t>
            </a:r>
          </a:p>
        </p:txBody>
      </p:sp>
      <p:sp>
        <p:nvSpPr>
          <p:cNvPr id="47172" name="Line 80"/>
          <p:cNvSpPr>
            <a:spLocks noChangeShapeType="1"/>
          </p:cNvSpPr>
          <p:nvPr/>
        </p:nvSpPr>
        <p:spPr bwMode="auto">
          <a:xfrm>
            <a:off x="2049463" y="4449763"/>
            <a:ext cx="3338512" cy="0"/>
          </a:xfrm>
          <a:prstGeom prst="line">
            <a:avLst/>
          </a:prstGeom>
          <a:noFill/>
          <a:ln w="9525">
            <a:solidFill>
              <a:srgbClr val="7030A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7173" name="Line 81"/>
          <p:cNvSpPr>
            <a:spLocks noChangeShapeType="1"/>
          </p:cNvSpPr>
          <p:nvPr/>
        </p:nvSpPr>
        <p:spPr bwMode="auto">
          <a:xfrm>
            <a:off x="3608388" y="4449763"/>
            <a:ext cx="1782762" cy="0"/>
          </a:xfrm>
          <a:prstGeom prst="line">
            <a:avLst/>
          </a:prstGeom>
          <a:noFill/>
          <a:ln w="1587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en-IN"/>
          </a:p>
        </p:txBody>
      </p:sp>
      <p:sp>
        <p:nvSpPr>
          <p:cNvPr id="38995" name="Oval 83"/>
          <p:cNvSpPr>
            <a:spLocks noChangeArrowheads="1"/>
          </p:cNvSpPr>
          <p:nvPr/>
        </p:nvSpPr>
        <p:spPr bwMode="auto">
          <a:xfrm>
            <a:off x="4813300" y="4425950"/>
            <a:ext cx="46038" cy="46038"/>
          </a:xfrm>
          <a:prstGeom prst="ellipse">
            <a:avLst/>
          </a:prstGeom>
          <a:solidFill>
            <a:srgbClr val="FF00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sp>
        <p:nvSpPr>
          <p:cNvPr id="38996" name="Line 84"/>
          <p:cNvSpPr>
            <a:spLocks noChangeShapeType="1"/>
          </p:cNvSpPr>
          <p:nvPr/>
        </p:nvSpPr>
        <p:spPr bwMode="auto">
          <a:xfrm rot="2700000">
            <a:off x="4759325" y="3508375"/>
            <a:ext cx="0" cy="2038350"/>
          </a:xfrm>
          <a:prstGeom prst="line">
            <a:avLst/>
          </a:prstGeom>
          <a:noFill/>
          <a:ln w="9525">
            <a:solidFill>
              <a:srgbClr val="993300"/>
            </a:solidFill>
            <a:prstDash val="lgDashDot"/>
            <a:round/>
            <a:headEnd/>
            <a:tailEnd/>
          </a:ln>
          <a:extLst>
            <a:ext uri="{909E8E84-426E-40DD-AFC4-6F175D3DCCD1}">
              <a14:hiddenFill xmlns:a14="http://schemas.microsoft.com/office/drawing/2010/main">
                <a:noFill/>
              </a14:hiddenFill>
            </a:ext>
          </a:extLst>
        </p:spPr>
        <p:txBody>
          <a:bodyPr/>
          <a:lstStyle/>
          <a:p>
            <a:endParaRPr lang="en-IN"/>
          </a:p>
        </p:txBody>
      </p:sp>
      <p:sp>
        <p:nvSpPr>
          <p:cNvPr id="38997" name="Line 85"/>
          <p:cNvSpPr>
            <a:spLocks noChangeShapeType="1"/>
          </p:cNvSpPr>
          <p:nvPr/>
        </p:nvSpPr>
        <p:spPr bwMode="auto">
          <a:xfrm>
            <a:off x="4832350" y="4451350"/>
            <a:ext cx="0" cy="622300"/>
          </a:xfrm>
          <a:prstGeom prst="line">
            <a:avLst/>
          </a:prstGeom>
          <a:ln>
            <a:headEnd/>
            <a:tailEnd/>
          </a:ln>
        </p:spPr>
        <p:style>
          <a:lnRef idx="1">
            <a:schemeClr val="dk1"/>
          </a:lnRef>
          <a:fillRef idx="0">
            <a:schemeClr val="dk1"/>
          </a:fillRef>
          <a:effectRef idx="0">
            <a:schemeClr val="dk1"/>
          </a:effectRef>
          <a:fontRef idx="minor">
            <a:schemeClr val="tx1"/>
          </a:fontRef>
        </p:style>
        <p:txBody>
          <a:bodyPr/>
          <a:lstStyle/>
          <a:p>
            <a:pPr eaLnBrk="1" fontAlgn="auto" hangingPunct="1">
              <a:spcBef>
                <a:spcPts val="0"/>
              </a:spcBef>
              <a:spcAft>
                <a:spcPts val="0"/>
              </a:spcAft>
              <a:defRPr/>
            </a:pPr>
            <a:endParaRPr lang="en-IN"/>
          </a:p>
        </p:txBody>
      </p:sp>
      <p:sp>
        <p:nvSpPr>
          <p:cNvPr id="38998" name="Line 86"/>
          <p:cNvSpPr>
            <a:spLocks noChangeShapeType="1"/>
          </p:cNvSpPr>
          <p:nvPr/>
        </p:nvSpPr>
        <p:spPr bwMode="auto">
          <a:xfrm>
            <a:off x="4832350" y="4970463"/>
            <a:ext cx="550863" cy="0"/>
          </a:xfrm>
          <a:prstGeom prst="line">
            <a:avLst/>
          </a:prstGeom>
          <a:ln>
            <a:headEnd type="triangle" w="med" len="med"/>
            <a:tailEnd type="triangle" w="med" len="med"/>
          </a:ln>
        </p:spPr>
        <p:style>
          <a:lnRef idx="1">
            <a:schemeClr val="dk1"/>
          </a:lnRef>
          <a:fillRef idx="0">
            <a:schemeClr val="dk1"/>
          </a:fillRef>
          <a:effectRef idx="0">
            <a:schemeClr val="dk1"/>
          </a:effectRef>
          <a:fontRef idx="minor">
            <a:schemeClr val="tx1"/>
          </a:fontRef>
        </p:style>
        <p:txBody>
          <a:bodyPr/>
          <a:lstStyle/>
          <a:p>
            <a:pPr eaLnBrk="1" fontAlgn="auto" hangingPunct="1">
              <a:spcBef>
                <a:spcPts val="0"/>
              </a:spcBef>
              <a:spcAft>
                <a:spcPts val="0"/>
              </a:spcAft>
              <a:defRPr/>
            </a:pPr>
            <a:endParaRPr lang="en-IN"/>
          </a:p>
        </p:txBody>
      </p:sp>
      <p:sp>
        <p:nvSpPr>
          <p:cNvPr id="38999" name="Text Box 87"/>
          <p:cNvSpPr txBox="1">
            <a:spLocks noChangeArrowheads="1"/>
          </p:cNvSpPr>
          <p:nvPr/>
        </p:nvSpPr>
        <p:spPr bwMode="auto">
          <a:xfrm>
            <a:off x="4930775" y="4765675"/>
            <a:ext cx="358775" cy="274638"/>
          </a:xfrm>
          <a:prstGeom prst="rect">
            <a:avLst/>
          </a:prstGeom>
          <a:noFill/>
          <a:ln w="9525">
            <a:noFill/>
            <a:miter lim="800000"/>
            <a:headEnd/>
            <a:tailEnd/>
          </a:ln>
        </p:spPr>
        <p:txBody>
          <a:bodyPr>
            <a:spAutoFit/>
          </a:bodyPr>
          <a:lstStyle/>
          <a:p>
            <a:pPr eaLnBrk="1" fontAlgn="auto" hangingPunct="1">
              <a:spcBef>
                <a:spcPct val="50000"/>
              </a:spcBef>
              <a:spcAft>
                <a:spcPts val="0"/>
              </a:spcAft>
              <a:defRPr/>
            </a:pPr>
            <a:r>
              <a:rPr lang="en-US" sz="1200" dirty="0">
                <a:solidFill>
                  <a:schemeClr val="tx1">
                    <a:lumMod val="75000"/>
                    <a:lumOff val="25000"/>
                  </a:schemeClr>
                </a:solidFill>
                <a:latin typeface="+mn-lt"/>
              </a:rPr>
              <a:t>20</a:t>
            </a:r>
          </a:p>
        </p:txBody>
      </p:sp>
      <p:sp>
        <p:nvSpPr>
          <p:cNvPr id="39000" name="Line 88"/>
          <p:cNvSpPr>
            <a:spLocks noChangeShapeType="1"/>
          </p:cNvSpPr>
          <p:nvPr/>
        </p:nvSpPr>
        <p:spPr bwMode="auto">
          <a:xfrm flipH="1">
            <a:off x="3925888" y="5153025"/>
            <a:ext cx="206375" cy="212725"/>
          </a:xfrm>
          <a:prstGeom prst="line">
            <a:avLst/>
          </a:prstGeom>
          <a:ln>
            <a:headEnd/>
            <a:tailEnd/>
          </a:ln>
        </p:spPr>
        <p:style>
          <a:lnRef idx="2">
            <a:schemeClr val="accent2"/>
          </a:lnRef>
          <a:fillRef idx="0">
            <a:schemeClr val="accent2"/>
          </a:fillRef>
          <a:effectRef idx="1">
            <a:schemeClr val="accent2"/>
          </a:effectRef>
          <a:fontRef idx="minor">
            <a:schemeClr val="tx1"/>
          </a:fontRef>
        </p:style>
        <p:txBody>
          <a:bodyPr/>
          <a:lstStyle/>
          <a:p>
            <a:pPr eaLnBrk="1" fontAlgn="auto" hangingPunct="1">
              <a:spcBef>
                <a:spcPts val="0"/>
              </a:spcBef>
              <a:spcAft>
                <a:spcPts val="0"/>
              </a:spcAft>
              <a:defRPr/>
            </a:pPr>
            <a:endParaRPr lang="en-IN"/>
          </a:p>
        </p:txBody>
      </p:sp>
      <p:sp>
        <p:nvSpPr>
          <p:cNvPr id="39001" name="Line 89"/>
          <p:cNvSpPr>
            <a:spLocks noChangeShapeType="1"/>
          </p:cNvSpPr>
          <p:nvPr/>
        </p:nvSpPr>
        <p:spPr bwMode="auto">
          <a:xfrm flipH="1">
            <a:off x="5386388" y="3689350"/>
            <a:ext cx="206375" cy="212725"/>
          </a:xfrm>
          <a:prstGeom prst="line">
            <a:avLst/>
          </a:prstGeom>
          <a:ln>
            <a:headEnd/>
            <a:tailEnd/>
          </a:ln>
        </p:spPr>
        <p:style>
          <a:lnRef idx="2">
            <a:schemeClr val="accent2"/>
          </a:lnRef>
          <a:fillRef idx="0">
            <a:schemeClr val="accent2"/>
          </a:fillRef>
          <a:effectRef idx="1">
            <a:schemeClr val="accent2"/>
          </a:effectRef>
          <a:fontRef idx="minor">
            <a:schemeClr val="tx1"/>
          </a:fontRef>
        </p:style>
        <p:txBody>
          <a:bodyPr/>
          <a:lstStyle/>
          <a:p>
            <a:pPr eaLnBrk="1" fontAlgn="auto" hangingPunct="1">
              <a:spcBef>
                <a:spcPts val="0"/>
              </a:spcBef>
              <a:spcAft>
                <a:spcPts val="0"/>
              </a:spcAft>
              <a:defRPr/>
            </a:pPr>
            <a:endParaRPr lang="en-IN"/>
          </a:p>
        </p:txBody>
      </p:sp>
      <p:sp>
        <p:nvSpPr>
          <p:cNvPr id="39004" name="Line 92"/>
          <p:cNvSpPr>
            <a:spLocks noChangeShapeType="1"/>
          </p:cNvSpPr>
          <p:nvPr/>
        </p:nvSpPr>
        <p:spPr bwMode="auto">
          <a:xfrm>
            <a:off x="3605213" y="3770313"/>
            <a:ext cx="1782762"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05" name="Line 93"/>
          <p:cNvSpPr>
            <a:spLocks noChangeShapeType="1"/>
          </p:cNvSpPr>
          <p:nvPr/>
        </p:nvSpPr>
        <p:spPr bwMode="auto">
          <a:xfrm>
            <a:off x="3605213" y="4113213"/>
            <a:ext cx="156845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06" name="Line 94"/>
          <p:cNvSpPr>
            <a:spLocks noChangeShapeType="1"/>
          </p:cNvSpPr>
          <p:nvPr/>
        </p:nvSpPr>
        <p:spPr bwMode="auto">
          <a:xfrm>
            <a:off x="3605213" y="4789488"/>
            <a:ext cx="8890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07" name="Line 95"/>
          <p:cNvSpPr>
            <a:spLocks noChangeShapeType="1"/>
          </p:cNvSpPr>
          <p:nvPr/>
        </p:nvSpPr>
        <p:spPr bwMode="auto">
          <a:xfrm>
            <a:off x="3605213" y="5151438"/>
            <a:ext cx="53022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08" name="Line 96"/>
          <p:cNvSpPr>
            <a:spLocks noChangeShapeType="1"/>
          </p:cNvSpPr>
          <p:nvPr/>
        </p:nvSpPr>
        <p:spPr bwMode="auto">
          <a:xfrm>
            <a:off x="3605213" y="3779838"/>
            <a:ext cx="0" cy="1371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09" name="Line 97"/>
          <p:cNvSpPr>
            <a:spLocks noChangeShapeType="1"/>
          </p:cNvSpPr>
          <p:nvPr/>
        </p:nvSpPr>
        <p:spPr bwMode="auto">
          <a:xfrm>
            <a:off x="5386388" y="3768725"/>
            <a:ext cx="0" cy="133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10" name="Line 98"/>
          <p:cNvSpPr>
            <a:spLocks noChangeShapeType="1"/>
          </p:cNvSpPr>
          <p:nvPr/>
        </p:nvSpPr>
        <p:spPr bwMode="auto">
          <a:xfrm flipV="1">
            <a:off x="4135438" y="2736850"/>
            <a:ext cx="0" cy="2414588"/>
          </a:xfrm>
          <a:prstGeom prst="line">
            <a:avLst/>
          </a:prstGeom>
          <a:noFill/>
          <a:ln w="9525">
            <a:solidFill>
              <a:srgbClr val="00B0F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11" name="Line 99"/>
          <p:cNvSpPr>
            <a:spLocks noChangeShapeType="1"/>
          </p:cNvSpPr>
          <p:nvPr/>
        </p:nvSpPr>
        <p:spPr bwMode="auto">
          <a:xfrm flipV="1">
            <a:off x="4494213" y="2146300"/>
            <a:ext cx="0" cy="2643188"/>
          </a:xfrm>
          <a:prstGeom prst="line">
            <a:avLst/>
          </a:prstGeom>
          <a:noFill/>
          <a:ln w="9525">
            <a:solidFill>
              <a:srgbClr val="00B0F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12" name="Line 100"/>
          <p:cNvSpPr>
            <a:spLocks noChangeShapeType="1"/>
          </p:cNvSpPr>
          <p:nvPr/>
        </p:nvSpPr>
        <p:spPr bwMode="auto">
          <a:xfrm flipV="1">
            <a:off x="5173663" y="2146300"/>
            <a:ext cx="0" cy="1966913"/>
          </a:xfrm>
          <a:prstGeom prst="line">
            <a:avLst/>
          </a:prstGeom>
          <a:noFill/>
          <a:ln w="9525">
            <a:solidFill>
              <a:srgbClr val="00B0F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13" name="Line 101"/>
          <p:cNvSpPr>
            <a:spLocks noChangeShapeType="1"/>
          </p:cNvSpPr>
          <p:nvPr/>
        </p:nvSpPr>
        <p:spPr bwMode="auto">
          <a:xfrm flipH="1">
            <a:off x="1824038" y="3903663"/>
            <a:ext cx="3565525" cy="0"/>
          </a:xfrm>
          <a:prstGeom prst="line">
            <a:avLst/>
          </a:prstGeom>
          <a:noFill/>
          <a:ln w="9525">
            <a:solidFill>
              <a:srgbClr val="3366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14" name="Oval 102"/>
          <p:cNvSpPr>
            <a:spLocks noChangeArrowheads="1"/>
          </p:cNvSpPr>
          <p:nvPr/>
        </p:nvSpPr>
        <p:spPr bwMode="auto">
          <a:xfrm>
            <a:off x="1804988" y="3879850"/>
            <a:ext cx="46037"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sp>
        <p:nvSpPr>
          <p:cNvPr id="39015" name="Oval 103"/>
          <p:cNvSpPr>
            <a:spLocks noChangeArrowheads="1"/>
          </p:cNvSpPr>
          <p:nvPr/>
        </p:nvSpPr>
        <p:spPr bwMode="auto">
          <a:xfrm>
            <a:off x="2254250" y="3878263"/>
            <a:ext cx="46038" cy="46037"/>
          </a:xfrm>
          <a:prstGeom prst="ellipse">
            <a:avLst/>
          </a:prstGeom>
          <a:solidFill>
            <a:srgbClr val="3366FF"/>
          </a:solidFill>
          <a:ln w="9525" algn="ctr">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sp>
        <p:nvSpPr>
          <p:cNvPr id="39017" name="Line 105"/>
          <p:cNvSpPr>
            <a:spLocks noChangeShapeType="1"/>
          </p:cNvSpPr>
          <p:nvPr/>
        </p:nvSpPr>
        <p:spPr bwMode="auto">
          <a:xfrm flipV="1">
            <a:off x="1824038" y="1543050"/>
            <a:ext cx="0" cy="2360613"/>
          </a:xfrm>
          <a:prstGeom prst="line">
            <a:avLst/>
          </a:prstGeom>
          <a:noFill/>
          <a:ln w="9525">
            <a:solidFill>
              <a:srgbClr val="3366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18" name="Oval 106"/>
          <p:cNvSpPr>
            <a:spLocks noChangeArrowheads="1"/>
          </p:cNvSpPr>
          <p:nvPr/>
        </p:nvSpPr>
        <p:spPr bwMode="auto">
          <a:xfrm>
            <a:off x="1800225" y="1527175"/>
            <a:ext cx="46038"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sp>
        <p:nvSpPr>
          <p:cNvPr id="39019" name="Line 107"/>
          <p:cNvSpPr>
            <a:spLocks noChangeShapeType="1"/>
          </p:cNvSpPr>
          <p:nvPr/>
        </p:nvSpPr>
        <p:spPr bwMode="auto">
          <a:xfrm flipV="1">
            <a:off x="2278063" y="1543050"/>
            <a:ext cx="0" cy="2360613"/>
          </a:xfrm>
          <a:prstGeom prst="line">
            <a:avLst/>
          </a:prstGeom>
          <a:noFill/>
          <a:ln w="9525">
            <a:solidFill>
              <a:srgbClr val="3366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20" name="Oval 108"/>
          <p:cNvSpPr>
            <a:spLocks noChangeArrowheads="1"/>
          </p:cNvSpPr>
          <p:nvPr/>
        </p:nvSpPr>
        <p:spPr bwMode="auto">
          <a:xfrm>
            <a:off x="2254250" y="1519238"/>
            <a:ext cx="46038" cy="46037"/>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grpSp>
        <p:nvGrpSpPr>
          <p:cNvPr id="3" name="Group 111"/>
          <p:cNvGrpSpPr>
            <a:grpSpLocks/>
          </p:cNvGrpSpPr>
          <p:nvPr/>
        </p:nvGrpSpPr>
        <p:grpSpPr bwMode="auto">
          <a:xfrm rot="5400000">
            <a:off x="5137150" y="2713038"/>
            <a:ext cx="500063" cy="46037"/>
            <a:chOff x="2776" y="1582"/>
            <a:chExt cx="315" cy="29"/>
          </a:xfrm>
        </p:grpSpPr>
        <p:sp>
          <p:nvSpPr>
            <p:cNvPr id="47247" name="Oval 109"/>
            <p:cNvSpPr>
              <a:spLocks noChangeArrowheads="1"/>
            </p:cNvSpPr>
            <p:nvPr/>
          </p:nvSpPr>
          <p:spPr bwMode="auto">
            <a:xfrm>
              <a:off x="2776" y="1582"/>
              <a:ext cx="29" cy="29"/>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sp>
          <p:nvSpPr>
            <p:cNvPr id="47248" name="Oval 110"/>
            <p:cNvSpPr>
              <a:spLocks noChangeArrowheads="1"/>
            </p:cNvSpPr>
            <p:nvPr/>
          </p:nvSpPr>
          <p:spPr bwMode="auto">
            <a:xfrm>
              <a:off x="3062" y="1582"/>
              <a:ext cx="29" cy="29"/>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grpSp>
      <p:sp>
        <p:nvSpPr>
          <p:cNvPr id="39024" name="Oval 112"/>
          <p:cNvSpPr>
            <a:spLocks noChangeArrowheads="1"/>
          </p:cNvSpPr>
          <p:nvPr/>
        </p:nvSpPr>
        <p:spPr bwMode="auto">
          <a:xfrm>
            <a:off x="5149850" y="3298825"/>
            <a:ext cx="46038"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sp>
        <p:nvSpPr>
          <p:cNvPr id="39025" name="Text Box 113"/>
          <p:cNvSpPr txBox="1">
            <a:spLocks noChangeArrowheads="1"/>
          </p:cNvSpPr>
          <p:nvPr/>
        </p:nvSpPr>
        <p:spPr bwMode="auto">
          <a:xfrm>
            <a:off x="5330825" y="2373313"/>
            <a:ext cx="314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000" b="1">
                <a:solidFill>
                  <a:schemeClr val="accent2"/>
                </a:solidFill>
                <a:latin typeface="Arial" panose="020B0604020202020204" pitchFamily="34" charset="0"/>
              </a:rPr>
              <a:t>1’</a:t>
            </a:r>
          </a:p>
        </p:txBody>
      </p:sp>
      <p:sp>
        <p:nvSpPr>
          <p:cNvPr id="39026" name="Text Box 114"/>
          <p:cNvSpPr txBox="1">
            <a:spLocks noChangeArrowheads="1"/>
          </p:cNvSpPr>
          <p:nvPr/>
        </p:nvSpPr>
        <p:spPr bwMode="auto">
          <a:xfrm>
            <a:off x="5330825" y="2844800"/>
            <a:ext cx="314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000" b="1">
                <a:solidFill>
                  <a:schemeClr val="accent2"/>
                </a:solidFill>
                <a:latin typeface="Arial" panose="020B0604020202020204" pitchFamily="34" charset="0"/>
              </a:rPr>
              <a:t>2’</a:t>
            </a:r>
          </a:p>
        </p:txBody>
      </p:sp>
      <p:sp>
        <p:nvSpPr>
          <p:cNvPr id="39027" name="Text Box 115"/>
          <p:cNvSpPr txBox="1">
            <a:spLocks noChangeArrowheads="1"/>
          </p:cNvSpPr>
          <p:nvPr/>
        </p:nvSpPr>
        <p:spPr bwMode="auto">
          <a:xfrm>
            <a:off x="5040313" y="3316288"/>
            <a:ext cx="314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000" b="1">
                <a:solidFill>
                  <a:schemeClr val="accent2"/>
                </a:solidFill>
                <a:latin typeface="Arial" panose="020B0604020202020204" pitchFamily="34" charset="0"/>
              </a:rPr>
              <a:t>3’</a:t>
            </a:r>
          </a:p>
        </p:txBody>
      </p:sp>
      <p:sp>
        <p:nvSpPr>
          <p:cNvPr id="39028" name="Text Box 116"/>
          <p:cNvSpPr txBox="1">
            <a:spLocks noChangeArrowheads="1"/>
          </p:cNvSpPr>
          <p:nvPr/>
        </p:nvSpPr>
        <p:spPr bwMode="auto">
          <a:xfrm>
            <a:off x="4337050" y="3321050"/>
            <a:ext cx="314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000" b="1">
                <a:solidFill>
                  <a:schemeClr val="accent2"/>
                </a:solidFill>
                <a:latin typeface="Arial" panose="020B0604020202020204" pitchFamily="34" charset="0"/>
              </a:rPr>
              <a:t>4’</a:t>
            </a:r>
          </a:p>
        </p:txBody>
      </p:sp>
      <p:sp>
        <p:nvSpPr>
          <p:cNvPr id="39029" name="Oval 117"/>
          <p:cNvSpPr>
            <a:spLocks noChangeArrowheads="1"/>
          </p:cNvSpPr>
          <p:nvPr/>
        </p:nvSpPr>
        <p:spPr bwMode="auto">
          <a:xfrm>
            <a:off x="4471988" y="3298825"/>
            <a:ext cx="46037"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sp>
        <p:nvSpPr>
          <p:cNvPr id="39030" name="Oval 118"/>
          <p:cNvSpPr>
            <a:spLocks noChangeArrowheads="1"/>
          </p:cNvSpPr>
          <p:nvPr/>
        </p:nvSpPr>
        <p:spPr bwMode="auto">
          <a:xfrm>
            <a:off x="4111625" y="2713038"/>
            <a:ext cx="46038" cy="46037"/>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sp>
        <p:nvSpPr>
          <p:cNvPr id="39031" name="Text Box 119"/>
          <p:cNvSpPr txBox="1">
            <a:spLocks noChangeArrowheads="1"/>
          </p:cNvSpPr>
          <p:nvPr/>
        </p:nvSpPr>
        <p:spPr bwMode="auto">
          <a:xfrm>
            <a:off x="3925888" y="2532063"/>
            <a:ext cx="314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000" b="1">
                <a:solidFill>
                  <a:schemeClr val="accent2"/>
                </a:solidFill>
                <a:latin typeface="Arial" panose="020B0604020202020204" pitchFamily="34" charset="0"/>
              </a:rPr>
              <a:t>5’</a:t>
            </a:r>
          </a:p>
        </p:txBody>
      </p:sp>
      <p:sp>
        <p:nvSpPr>
          <p:cNvPr id="39032" name="Oval 120"/>
          <p:cNvSpPr>
            <a:spLocks noChangeArrowheads="1"/>
          </p:cNvSpPr>
          <p:nvPr/>
        </p:nvSpPr>
        <p:spPr bwMode="auto">
          <a:xfrm>
            <a:off x="4470400" y="2119313"/>
            <a:ext cx="46038" cy="46037"/>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sp>
        <p:nvSpPr>
          <p:cNvPr id="39033" name="Text Box 121"/>
          <p:cNvSpPr txBox="1">
            <a:spLocks noChangeArrowheads="1"/>
          </p:cNvSpPr>
          <p:nvPr/>
        </p:nvSpPr>
        <p:spPr bwMode="auto">
          <a:xfrm>
            <a:off x="4338638" y="1901825"/>
            <a:ext cx="314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000" b="1">
                <a:solidFill>
                  <a:schemeClr val="accent2"/>
                </a:solidFill>
                <a:latin typeface="Arial" panose="020B0604020202020204" pitchFamily="34" charset="0"/>
              </a:rPr>
              <a:t>6’</a:t>
            </a:r>
          </a:p>
        </p:txBody>
      </p:sp>
      <p:sp>
        <p:nvSpPr>
          <p:cNvPr id="39034" name="Oval 122"/>
          <p:cNvSpPr>
            <a:spLocks noChangeArrowheads="1"/>
          </p:cNvSpPr>
          <p:nvPr/>
        </p:nvSpPr>
        <p:spPr bwMode="auto">
          <a:xfrm>
            <a:off x="5149850" y="2122488"/>
            <a:ext cx="46038" cy="46037"/>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sp>
        <p:nvSpPr>
          <p:cNvPr id="39035" name="Text Box 123"/>
          <p:cNvSpPr txBox="1">
            <a:spLocks noChangeArrowheads="1"/>
          </p:cNvSpPr>
          <p:nvPr/>
        </p:nvSpPr>
        <p:spPr bwMode="auto">
          <a:xfrm>
            <a:off x="4994275" y="1928813"/>
            <a:ext cx="314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000" b="1">
                <a:solidFill>
                  <a:schemeClr val="accent2"/>
                </a:solidFill>
                <a:latin typeface="Arial" panose="020B0604020202020204" pitchFamily="34" charset="0"/>
              </a:rPr>
              <a:t>7’</a:t>
            </a:r>
          </a:p>
        </p:txBody>
      </p:sp>
      <p:sp>
        <p:nvSpPr>
          <p:cNvPr id="39036" name="Freeform 124"/>
          <p:cNvSpPr>
            <a:spLocks/>
          </p:cNvSpPr>
          <p:nvPr/>
        </p:nvSpPr>
        <p:spPr bwMode="auto">
          <a:xfrm>
            <a:off x="4135438" y="2141538"/>
            <a:ext cx="1250950" cy="1181100"/>
          </a:xfrm>
          <a:custGeom>
            <a:avLst/>
            <a:gdLst>
              <a:gd name="T0" fmla="*/ 2147483646 w 788"/>
              <a:gd name="T1" fmla="*/ 2147483646 h 744"/>
              <a:gd name="T2" fmla="*/ 2147483646 w 788"/>
              <a:gd name="T3" fmla="*/ 2147483646 h 744"/>
              <a:gd name="T4" fmla="*/ 2147483646 w 788"/>
              <a:gd name="T5" fmla="*/ 2147483646 h 744"/>
              <a:gd name="T6" fmla="*/ 2147483646 w 788"/>
              <a:gd name="T7" fmla="*/ 2147483646 h 744"/>
              <a:gd name="T8" fmla="*/ 0 w 788"/>
              <a:gd name="T9" fmla="*/ 2147483646 h 744"/>
              <a:gd name="T10" fmla="*/ 2147483646 w 788"/>
              <a:gd name="T11" fmla="*/ 0 h 744"/>
              <a:gd name="T12" fmla="*/ 2147483646 w 788"/>
              <a:gd name="T13" fmla="*/ 2147483646 h 744"/>
              <a:gd name="T14" fmla="*/ 2147483646 w 788"/>
              <a:gd name="T15" fmla="*/ 2147483646 h 744"/>
              <a:gd name="T16" fmla="*/ 0 60000 65536"/>
              <a:gd name="T17" fmla="*/ 0 60000 65536"/>
              <a:gd name="T18" fmla="*/ 0 60000 65536"/>
              <a:gd name="T19" fmla="*/ 0 60000 65536"/>
              <a:gd name="T20" fmla="*/ 0 60000 65536"/>
              <a:gd name="T21" fmla="*/ 0 60000 65536"/>
              <a:gd name="T22" fmla="*/ 0 60000 65536"/>
              <a:gd name="T23" fmla="*/ 0 60000 65536"/>
              <a:gd name="T24" fmla="*/ 0 w 788"/>
              <a:gd name="T25" fmla="*/ 0 h 744"/>
              <a:gd name="T26" fmla="*/ 788 w 788"/>
              <a:gd name="T27" fmla="*/ 744 h 7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88" h="744">
                <a:moveTo>
                  <a:pt x="788" y="230"/>
                </a:moveTo>
                <a:lnTo>
                  <a:pt x="788" y="516"/>
                </a:lnTo>
                <a:lnTo>
                  <a:pt x="654" y="744"/>
                </a:lnTo>
                <a:lnTo>
                  <a:pt x="228" y="744"/>
                </a:lnTo>
                <a:lnTo>
                  <a:pt x="0" y="370"/>
                </a:lnTo>
                <a:lnTo>
                  <a:pt x="226" y="0"/>
                </a:lnTo>
                <a:lnTo>
                  <a:pt x="654" y="2"/>
                </a:lnTo>
                <a:lnTo>
                  <a:pt x="788" y="230"/>
                </a:lnTo>
                <a:close/>
              </a:path>
            </a:pathLst>
          </a:custGeom>
          <a:solidFill>
            <a:schemeClr val="accent1">
              <a:alpha val="0"/>
            </a:schemeClr>
          </a:solidFill>
          <a:ln w="19050">
            <a:solidFill>
              <a:schemeClr val="tx1"/>
            </a:solidFill>
            <a:round/>
            <a:headEnd/>
            <a:tailEnd/>
          </a:ln>
        </p:spPr>
        <p:txBody>
          <a:bodyPr/>
          <a:lstStyle/>
          <a:p>
            <a:endParaRPr lang="en-IN"/>
          </a:p>
        </p:txBody>
      </p:sp>
      <p:sp>
        <p:nvSpPr>
          <p:cNvPr id="39037" name="Line 125"/>
          <p:cNvSpPr>
            <a:spLocks noChangeShapeType="1"/>
          </p:cNvSpPr>
          <p:nvPr/>
        </p:nvSpPr>
        <p:spPr bwMode="auto">
          <a:xfrm flipH="1">
            <a:off x="3605213" y="2141538"/>
            <a:ext cx="8890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38" name="Line 126"/>
          <p:cNvSpPr>
            <a:spLocks noChangeShapeType="1"/>
          </p:cNvSpPr>
          <p:nvPr/>
        </p:nvSpPr>
        <p:spPr bwMode="auto">
          <a:xfrm flipH="1">
            <a:off x="4135438" y="2736850"/>
            <a:ext cx="1243012" cy="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IN"/>
          </a:p>
        </p:txBody>
      </p:sp>
      <p:sp>
        <p:nvSpPr>
          <p:cNvPr id="39039" name="Line 127"/>
          <p:cNvSpPr>
            <a:spLocks noChangeShapeType="1"/>
          </p:cNvSpPr>
          <p:nvPr/>
        </p:nvSpPr>
        <p:spPr bwMode="auto">
          <a:xfrm flipH="1">
            <a:off x="3606800" y="3325813"/>
            <a:ext cx="889000"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40" name="Line 128"/>
          <p:cNvSpPr>
            <a:spLocks noChangeShapeType="1"/>
          </p:cNvSpPr>
          <p:nvPr/>
        </p:nvSpPr>
        <p:spPr bwMode="auto">
          <a:xfrm flipH="1">
            <a:off x="3611563" y="2736850"/>
            <a:ext cx="5238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41" name="Line 129"/>
          <p:cNvSpPr>
            <a:spLocks noChangeShapeType="1"/>
          </p:cNvSpPr>
          <p:nvPr/>
        </p:nvSpPr>
        <p:spPr bwMode="auto">
          <a:xfrm flipH="1" flipV="1">
            <a:off x="3605213" y="2143125"/>
            <a:ext cx="1587" cy="118427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42" name="Text Box 130"/>
          <p:cNvSpPr txBox="1">
            <a:spLocks noChangeArrowheads="1"/>
          </p:cNvSpPr>
          <p:nvPr/>
        </p:nvSpPr>
        <p:spPr bwMode="auto">
          <a:xfrm>
            <a:off x="5362575" y="3786188"/>
            <a:ext cx="314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000" b="1">
                <a:solidFill>
                  <a:schemeClr val="accent2"/>
                </a:solidFill>
                <a:latin typeface="Arial" panose="020B0604020202020204" pitchFamily="34" charset="0"/>
              </a:rPr>
              <a:t>1</a:t>
            </a:r>
          </a:p>
        </p:txBody>
      </p:sp>
      <p:sp>
        <p:nvSpPr>
          <p:cNvPr id="39043" name="Text Box 131"/>
          <p:cNvSpPr txBox="1">
            <a:spLocks noChangeArrowheads="1"/>
          </p:cNvSpPr>
          <p:nvPr/>
        </p:nvSpPr>
        <p:spPr bwMode="auto">
          <a:xfrm>
            <a:off x="5499100" y="3786188"/>
            <a:ext cx="314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000" b="1">
                <a:solidFill>
                  <a:schemeClr val="accent2"/>
                </a:solidFill>
                <a:latin typeface="Arial" panose="020B0604020202020204" pitchFamily="34" charset="0"/>
              </a:rPr>
              <a:t>2</a:t>
            </a:r>
          </a:p>
        </p:txBody>
      </p:sp>
      <p:sp>
        <p:nvSpPr>
          <p:cNvPr id="39044" name="Text Box 132"/>
          <p:cNvSpPr txBox="1">
            <a:spLocks noChangeArrowheads="1"/>
          </p:cNvSpPr>
          <p:nvPr/>
        </p:nvSpPr>
        <p:spPr bwMode="auto">
          <a:xfrm>
            <a:off x="4859338" y="3890963"/>
            <a:ext cx="314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000" b="1">
                <a:solidFill>
                  <a:schemeClr val="accent2"/>
                </a:solidFill>
                <a:latin typeface="Arial" panose="020B0604020202020204" pitchFamily="34" charset="0"/>
              </a:rPr>
              <a:t>3</a:t>
            </a:r>
          </a:p>
        </p:txBody>
      </p:sp>
      <p:sp>
        <p:nvSpPr>
          <p:cNvPr id="39045" name="Text Box 133"/>
          <p:cNvSpPr txBox="1">
            <a:spLocks noChangeArrowheads="1"/>
          </p:cNvSpPr>
          <p:nvPr/>
        </p:nvSpPr>
        <p:spPr bwMode="auto">
          <a:xfrm>
            <a:off x="4281488" y="4583113"/>
            <a:ext cx="314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000" b="1">
                <a:solidFill>
                  <a:schemeClr val="accent2"/>
                </a:solidFill>
                <a:latin typeface="Arial" panose="020B0604020202020204" pitchFamily="34" charset="0"/>
              </a:rPr>
              <a:t>4</a:t>
            </a:r>
          </a:p>
        </p:txBody>
      </p:sp>
      <p:sp>
        <p:nvSpPr>
          <p:cNvPr id="39046" name="Text Box 134"/>
          <p:cNvSpPr txBox="1">
            <a:spLocks noChangeArrowheads="1"/>
          </p:cNvSpPr>
          <p:nvPr/>
        </p:nvSpPr>
        <p:spPr bwMode="auto">
          <a:xfrm>
            <a:off x="3978275" y="5195888"/>
            <a:ext cx="314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000" b="1">
                <a:solidFill>
                  <a:schemeClr val="accent2"/>
                </a:solidFill>
                <a:latin typeface="Arial" panose="020B0604020202020204" pitchFamily="34" charset="0"/>
              </a:rPr>
              <a:t>5</a:t>
            </a:r>
          </a:p>
        </p:txBody>
      </p:sp>
      <p:sp>
        <p:nvSpPr>
          <p:cNvPr id="39047" name="Text Box 135"/>
          <p:cNvSpPr txBox="1">
            <a:spLocks noChangeArrowheads="1"/>
          </p:cNvSpPr>
          <p:nvPr/>
        </p:nvSpPr>
        <p:spPr bwMode="auto">
          <a:xfrm>
            <a:off x="4419600" y="4575175"/>
            <a:ext cx="314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000" b="1">
                <a:solidFill>
                  <a:schemeClr val="accent2"/>
                </a:solidFill>
                <a:latin typeface="Arial" panose="020B0604020202020204" pitchFamily="34" charset="0"/>
              </a:rPr>
              <a:t>6</a:t>
            </a:r>
          </a:p>
        </p:txBody>
      </p:sp>
      <p:sp>
        <p:nvSpPr>
          <p:cNvPr id="39048" name="Text Box 136"/>
          <p:cNvSpPr txBox="1">
            <a:spLocks noChangeArrowheads="1"/>
          </p:cNvSpPr>
          <p:nvPr/>
        </p:nvSpPr>
        <p:spPr bwMode="auto">
          <a:xfrm>
            <a:off x="4973638" y="3894138"/>
            <a:ext cx="31432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000" b="1">
                <a:solidFill>
                  <a:schemeClr val="accent2"/>
                </a:solidFill>
                <a:latin typeface="Arial" panose="020B0604020202020204" pitchFamily="34" charset="0"/>
              </a:rPr>
              <a:t>7</a:t>
            </a:r>
          </a:p>
        </p:txBody>
      </p:sp>
      <p:sp>
        <p:nvSpPr>
          <p:cNvPr id="39049" name="Line 137"/>
          <p:cNvSpPr>
            <a:spLocks noChangeShapeType="1"/>
          </p:cNvSpPr>
          <p:nvPr/>
        </p:nvSpPr>
        <p:spPr bwMode="auto">
          <a:xfrm rot="2700000">
            <a:off x="5555457" y="4333081"/>
            <a:ext cx="0" cy="2249487"/>
          </a:xfrm>
          <a:prstGeom prst="line">
            <a:avLst/>
          </a:prstGeom>
          <a:noFill/>
          <a:ln w="9525">
            <a:solidFill>
              <a:srgbClr val="9933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50" name="Line 138"/>
          <p:cNvSpPr>
            <a:spLocks noChangeShapeType="1"/>
          </p:cNvSpPr>
          <p:nvPr/>
        </p:nvSpPr>
        <p:spPr bwMode="auto">
          <a:xfrm rot="2700000">
            <a:off x="3829844" y="5879307"/>
            <a:ext cx="2078037" cy="0"/>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52" name="Line 140"/>
          <p:cNvSpPr>
            <a:spLocks noChangeShapeType="1"/>
          </p:cNvSpPr>
          <p:nvPr/>
        </p:nvSpPr>
        <p:spPr bwMode="auto">
          <a:xfrm rot="2700000">
            <a:off x="4115594" y="5685632"/>
            <a:ext cx="2535237" cy="0"/>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54" name="Line 142"/>
          <p:cNvSpPr>
            <a:spLocks noChangeShapeType="1"/>
          </p:cNvSpPr>
          <p:nvPr/>
        </p:nvSpPr>
        <p:spPr bwMode="auto">
          <a:xfrm rot="2700000">
            <a:off x="4802981" y="4991894"/>
            <a:ext cx="2484438" cy="0"/>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55" name="Line 143"/>
          <p:cNvSpPr>
            <a:spLocks noChangeShapeType="1"/>
          </p:cNvSpPr>
          <p:nvPr/>
        </p:nvSpPr>
        <p:spPr bwMode="auto">
          <a:xfrm rot="2700000">
            <a:off x="5037932" y="4718844"/>
            <a:ext cx="2303462" cy="0"/>
          </a:xfrm>
          <a:prstGeom prst="line">
            <a:avLst/>
          </a:prstGeom>
          <a:noFill/>
          <a:ln w="9525">
            <a:solidFill>
              <a:srgbClr val="FF66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056" name="Text Box 144"/>
          <p:cNvSpPr txBox="1">
            <a:spLocks noChangeArrowheads="1"/>
          </p:cNvSpPr>
          <p:nvPr/>
        </p:nvSpPr>
        <p:spPr bwMode="auto">
          <a:xfrm>
            <a:off x="4164013" y="6157913"/>
            <a:ext cx="474662"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a:solidFill>
                  <a:srgbClr val="993300"/>
                </a:solidFill>
                <a:latin typeface="Arial" panose="020B0604020202020204" pitchFamily="34" charset="0"/>
              </a:rPr>
              <a:t>X</a:t>
            </a:r>
            <a:r>
              <a:rPr lang="en-US" altLang="en-US" sz="1800" baseline="-25000">
                <a:solidFill>
                  <a:srgbClr val="993300"/>
                </a:solidFill>
                <a:latin typeface="Arial" panose="020B0604020202020204" pitchFamily="34" charset="0"/>
              </a:rPr>
              <a:t>1</a:t>
            </a:r>
          </a:p>
        </p:txBody>
      </p:sp>
      <p:sp>
        <p:nvSpPr>
          <p:cNvPr id="39057" name="Text Box 145"/>
          <p:cNvSpPr txBox="1">
            <a:spLocks noChangeArrowheads="1"/>
          </p:cNvSpPr>
          <p:nvPr/>
        </p:nvSpPr>
        <p:spPr bwMode="auto">
          <a:xfrm>
            <a:off x="6367463" y="4333875"/>
            <a:ext cx="474662"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a:solidFill>
                  <a:srgbClr val="993300"/>
                </a:solidFill>
                <a:latin typeface="Arial" panose="020B0604020202020204" pitchFamily="34" charset="0"/>
              </a:rPr>
              <a:t>Y</a:t>
            </a:r>
            <a:r>
              <a:rPr lang="en-US" altLang="en-US" sz="1800" baseline="-25000">
                <a:solidFill>
                  <a:srgbClr val="993300"/>
                </a:solidFill>
                <a:latin typeface="Arial" panose="020B0604020202020204" pitchFamily="34" charset="0"/>
              </a:rPr>
              <a:t>1</a:t>
            </a:r>
          </a:p>
        </p:txBody>
      </p:sp>
      <p:sp>
        <p:nvSpPr>
          <p:cNvPr id="39058" name="Oval 146"/>
          <p:cNvSpPr>
            <a:spLocks noChangeArrowheads="1"/>
          </p:cNvSpPr>
          <p:nvPr/>
        </p:nvSpPr>
        <p:spPr bwMode="auto">
          <a:xfrm>
            <a:off x="6007100" y="4954588"/>
            <a:ext cx="46038" cy="46037"/>
          </a:xfrm>
          <a:prstGeom prst="ellipse">
            <a:avLst/>
          </a:prstGeom>
          <a:solidFill>
            <a:srgbClr val="FF00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sp>
        <p:nvSpPr>
          <p:cNvPr id="39059" name="Text Box 147"/>
          <p:cNvSpPr txBox="1">
            <a:spLocks noChangeArrowheads="1"/>
          </p:cNvSpPr>
          <p:nvPr/>
        </p:nvSpPr>
        <p:spPr bwMode="auto">
          <a:xfrm>
            <a:off x="5729288" y="4743450"/>
            <a:ext cx="407987"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solidFill>
                  <a:schemeClr val="accent2"/>
                </a:solidFill>
                <a:latin typeface="Arial" panose="020B0604020202020204" pitchFamily="34" charset="0"/>
              </a:rPr>
              <a:t>3</a:t>
            </a:r>
            <a:r>
              <a:rPr lang="en-US" altLang="en-US" sz="1200" b="1" baseline="-25000">
                <a:solidFill>
                  <a:schemeClr val="accent2"/>
                </a:solidFill>
                <a:latin typeface="Arial" panose="020B0604020202020204" pitchFamily="34" charset="0"/>
              </a:rPr>
              <a:t>1</a:t>
            </a:r>
            <a:r>
              <a:rPr lang="en-US" altLang="en-US" sz="1200" b="1">
                <a:solidFill>
                  <a:schemeClr val="accent2"/>
                </a:solidFill>
                <a:latin typeface="Arial" panose="020B0604020202020204" pitchFamily="34" charset="0"/>
              </a:rPr>
              <a:t>’</a:t>
            </a:r>
          </a:p>
        </p:txBody>
      </p:sp>
      <p:sp>
        <p:nvSpPr>
          <p:cNvPr id="39060" name="Oval 148"/>
          <p:cNvSpPr>
            <a:spLocks noChangeArrowheads="1"/>
          </p:cNvSpPr>
          <p:nvPr/>
        </p:nvSpPr>
        <p:spPr bwMode="auto">
          <a:xfrm>
            <a:off x="5332413" y="5632450"/>
            <a:ext cx="46037" cy="46038"/>
          </a:xfrm>
          <a:prstGeom prst="ellipse">
            <a:avLst/>
          </a:prstGeom>
          <a:solidFill>
            <a:srgbClr val="FF00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sp>
        <p:nvSpPr>
          <p:cNvPr id="39061" name="Text Box 149"/>
          <p:cNvSpPr txBox="1">
            <a:spLocks noChangeArrowheads="1"/>
          </p:cNvSpPr>
          <p:nvPr/>
        </p:nvSpPr>
        <p:spPr bwMode="auto">
          <a:xfrm>
            <a:off x="5032375" y="5389563"/>
            <a:ext cx="4079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solidFill>
                  <a:schemeClr val="accent2"/>
                </a:solidFill>
                <a:latin typeface="Arial" panose="020B0604020202020204" pitchFamily="34" charset="0"/>
              </a:rPr>
              <a:t>4</a:t>
            </a:r>
            <a:r>
              <a:rPr lang="en-US" altLang="en-US" sz="1200" b="1" baseline="-25000">
                <a:solidFill>
                  <a:schemeClr val="accent2"/>
                </a:solidFill>
                <a:latin typeface="Arial" panose="020B0604020202020204" pitchFamily="34" charset="0"/>
              </a:rPr>
              <a:t>1</a:t>
            </a:r>
            <a:r>
              <a:rPr lang="en-US" altLang="en-US" sz="1200" b="1">
                <a:solidFill>
                  <a:schemeClr val="accent2"/>
                </a:solidFill>
                <a:latin typeface="Arial" panose="020B0604020202020204" pitchFamily="34" charset="0"/>
              </a:rPr>
              <a:t>’</a:t>
            </a:r>
          </a:p>
        </p:txBody>
      </p:sp>
      <p:sp>
        <p:nvSpPr>
          <p:cNvPr id="39062" name="Freeform 150"/>
          <p:cNvSpPr>
            <a:spLocks/>
          </p:cNvSpPr>
          <p:nvPr/>
        </p:nvSpPr>
        <p:spPr bwMode="auto">
          <a:xfrm rot="-2700000">
            <a:off x="5153025" y="5214938"/>
            <a:ext cx="1758950" cy="1181100"/>
          </a:xfrm>
          <a:custGeom>
            <a:avLst/>
            <a:gdLst>
              <a:gd name="T0" fmla="*/ 2147483646 w 788"/>
              <a:gd name="T1" fmla="*/ 2147483646 h 744"/>
              <a:gd name="T2" fmla="*/ 2147483646 w 788"/>
              <a:gd name="T3" fmla="*/ 2147483646 h 744"/>
              <a:gd name="T4" fmla="*/ 2147483646 w 788"/>
              <a:gd name="T5" fmla="*/ 2147483646 h 744"/>
              <a:gd name="T6" fmla="*/ 2147483646 w 788"/>
              <a:gd name="T7" fmla="*/ 2147483646 h 744"/>
              <a:gd name="T8" fmla="*/ 0 w 788"/>
              <a:gd name="T9" fmla="*/ 2147483646 h 744"/>
              <a:gd name="T10" fmla="*/ 2147483646 w 788"/>
              <a:gd name="T11" fmla="*/ 0 h 744"/>
              <a:gd name="T12" fmla="*/ 2147483646 w 788"/>
              <a:gd name="T13" fmla="*/ 2147483646 h 744"/>
              <a:gd name="T14" fmla="*/ 2147483646 w 788"/>
              <a:gd name="T15" fmla="*/ 2147483646 h 744"/>
              <a:gd name="T16" fmla="*/ 0 60000 65536"/>
              <a:gd name="T17" fmla="*/ 0 60000 65536"/>
              <a:gd name="T18" fmla="*/ 0 60000 65536"/>
              <a:gd name="T19" fmla="*/ 0 60000 65536"/>
              <a:gd name="T20" fmla="*/ 0 60000 65536"/>
              <a:gd name="T21" fmla="*/ 0 60000 65536"/>
              <a:gd name="T22" fmla="*/ 0 60000 65536"/>
              <a:gd name="T23" fmla="*/ 0 60000 65536"/>
              <a:gd name="T24" fmla="*/ 0 w 788"/>
              <a:gd name="T25" fmla="*/ 0 h 744"/>
              <a:gd name="T26" fmla="*/ 788 w 788"/>
              <a:gd name="T27" fmla="*/ 744 h 7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88" h="744">
                <a:moveTo>
                  <a:pt x="788" y="230"/>
                </a:moveTo>
                <a:lnTo>
                  <a:pt x="788" y="516"/>
                </a:lnTo>
                <a:lnTo>
                  <a:pt x="654" y="744"/>
                </a:lnTo>
                <a:lnTo>
                  <a:pt x="228" y="744"/>
                </a:lnTo>
                <a:lnTo>
                  <a:pt x="0" y="370"/>
                </a:lnTo>
                <a:lnTo>
                  <a:pt x="226" y="0"/>
                </a:lnTo>
                <a:lnTo>
                  <a:pt x="654" y="2"/>
                </a:lnTo>
                <a:lnTo>
                  <a:pt x="788" y="230"/>
                </a:lnTo>
                <a:close/>
              </a:path>
            </a:pathLst>
          </a:custGeom>
          <a:solidFill>
            <a:schemeClr val="accent1">
              <a:alpha val="0"/>
            </a:schemeClr>
          </a:solidFill>
          <a:ln w="19050">
            <a:solidFill>
              <a:schemeClr val="tx1"/>
            </a:solidFill>
            <a:round/>
            <a:headEnd/>
            <a:tailEnd/>
          </a:ln>
        </p:spPr>
        <p:txBody>
          <a:bodyPr/>
          <a:lstStyle/>
          <a:p>
            <a:endParaRPr lang="en-IN"/>
          </a:p>
        </p:txBody>
      </p:sp>
      <p:sp>
        <p:nvSpPr>
          <p:cNvPr id="39063" name="Oval 151"/>
          <p:cNvSpPr>
            <a:spLocks noChangeArrowheads="1"/>
          </p:cNvSpPr>
          <p:nvPr/>
        </p:nvSpPr>
        <p:spPr bwMode="auto">
          <a:xfrm>
            <a:off x="6480175" y="5006975"/>
            <a:ext cx="46038" cy="46038"/>
          </a:xfrm>
          <a:prstGeom prst="ellipse">
            <a:avLst/>
          </a:prstGeom>
          <a:solidFill>
            <a:srgbClr val="FF00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sp>
        <p:nvSpPr>
          <p:cNvPr id="39064" name="Text Box 152"/>
          <p:cNvSpPr txBox="1">
            <a:spLocks noChangeArrowheads="1"/>
          </p:cNvSpPr>
          <p:nvPr/>
        </p:nvSpPr>
        <p:spPr bwMode="auto">
          <a:xfrm>
            <a:off x="6432550" y="4802188"/>
            <a:ext cx="4079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solidFill>
                  <a:schemeClr val="accent2"/>
                </a:solidFill>
                <a:latin typeface="Arial" panose="020B0604020202020204" pitchFamily="34" charset="0"/>
              </a:rPr>
              <a:t>2</a:t>
            </a:r>
            <a:r>
              <a:rPr lang="en-US" altLang="en-US" sz="1200" b="1" baseline="-25000">
                <a:solidFill>
                  <a:schemeClr val="accent2"/>
                </a:solidFill>
                <a:latin typeface="Arial" panose="020B0604020202020204" pitchFamily="34" charset="0"/>
              </a:rPr>
              <a:t>1</a:t>
            </a:r>
            <a:r>
              <a:rPr lang="en-US" altLang="en-US" sz="1200" b="1">
                <a:solidFill>
                  <a:schemeClr val="accent2"/>
                </a:solidFill>
                <a:latin typeface="Arial" panose="020B0604020202020204" pitchFamily="34" charset="0"/>
              </a:rPr>
              <a:t>’</a:t>
            </a:r>
          </a:p>
        </p:txBody>
      </p:sp>
      <p:sp>
        <p:nvSpPr>
          <p:cNvPr id="39065" name="Oval 153"/>
          <p:cNvSpPr>
            <a:spLocks noChangeArrowheads="1"/>
          </p:cNvSpPr>
          <p:nvPr/>
        </p:nvSpPr>
        <p:spPr bwMode="auto">
          <a:xfrm>
            <a:off x="6799263" y="5329238"/>
            <a:ext cx="46037" cy="46037"/>
          </a:xfrm>
          <a:prstGeom prst="ellipse">
            <a:avLst/>
          </a:prstGeom>
          <a:solidFill>
            <a:srgbClr val="FF00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sp>
        <p:nvSpPr>
          <p:cNvPr id="39066" name="Text Box 154"/>
          <p:cNvSpPr txBox="1">
            <a:spLocks noChangeArrowheads="1"/>
          </p:cNvSpPr>
          <p:nvPr/>
        </p:nvSpPr>
        <p:spPr bwMode="auto">
          <a:xfrm>
            <a:off x="6734175" y="5113338"/>
            <a:ext cx="4079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solidFill>
                  <a:schemeClr val="accent2"/>
                </a:solidFill>
                <a:latin typeface="Arial" panose="020B0604020202020204" pitchFamily="34" charset="0"/>
              </a:rPr>
              <a:t>1</a:t>
            </a:r>
            <a:r>
              <a:rPr lang="en-US" altLang="en-US" sz="1200" b="1" baseline="-25000">
                <a:solidFill>
                  <a:schemeClr val="accent2"/>
                </a:solidFill>
                <a:latin typeface="Arial" panose="020B0604020202020204" pitchFamily="34" charset="0"/>
              </a:rPr>
              <a:t>1</a:t>
            </a:r>
            <a:r>
              <a:rPr lang="en-US" altLang="en-US" sz="1200" b="1">
                <a:solidFill>
                  <a:schemeClr val="accent2"/>
                </a:solidFill>
                <a:latin typeface="Arial" panose="020B0604020202020204" pitchFamily="34" charset="0"/>
              </a:rPr>
              <a:t>’</a:t>
            </a:r>
          </a:p>
        </p:txBody>
      </p:sp>
      <p:sp>
        <p:nvSpPr>
          <p:cNvPr id="39067" name="Oval 155"/>
          <p:cNvSpPr>
            <a:spLocks noChangeArrowheads="1"/>
          </p:cNvSpPr>
          <p:nvPr/>
        </p:nvSpPr>
        <p:spPr bwMode="auto">
          <a:xfrm>
            <a:off x="6842125" y="5781675"/>
            <a:ext cx="46038" cy="46038"/>
          </a:xfrm>
          <a:prstGeom prst="ellipse">
            <a:avLst/>
          </a:prstGeom>
          <a:solidFill>
            <a:srgbClr val="FF00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sp>
        <p:nvSpPr>
          <p:cNvPr id="39068" name="Text Box 156"/>
          <p:cNvSpPr txBox="1">
            <a:spLocks noChangeArrowheads="1"/>
          </p:cNvSpPr>
          <p:nvPr/>
        </p:nvSpPr>
        <p:spPr bwMode="auto">
          <a:xfrm>
            <a:off x="6842125" y="5732463"/>
            <a:ext cx="4079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solidFill>
                  <a:schemeClr val="accent2"/>
                </a:solidFill>
                <a:latin typeface="Arial" panose="020B0604020202020204" pitchFamily="34" charset="0"/>
              </a:rPr>
              <a:t>7</a:t>
            </a:r>
            <a:r>
              <a:rPr lang="en-US" altLang="en-US" sz="1200" b="1" baseline="-25000">
                <a:solidFill>
                  <a:schemeClr val="accent2"/>
                </a:solidFill>
                <a:latin typeface="Arial" panose="020B0604020202020204" pitchFamily="34" charset="0"/>
              </a:rPr>
              <a:t>1</a:t>
            </a:r>
            <a:r>
              <a:rPr lang="en-US" altLang="en-US" sz="1200" b="1">
                <a:solidFill>
                  <a:schemeClr val="accent2"/>
                </a:solidFill>
                <a:latin typeface="Arial" panose="020B0604020202020204" pitchFamily="34" charset="0"/>
              </a:rPr>
              <a:t>’</a:t>
            </a:r>
          </a:p>
        </p:txBody>
      </p:sp>
      <p:sp>
        <p:nvSpPr>
          <p:cNvPr id="39069" name="Oval 157"/>
          <p:cNvSpPr>
            <a:spLocks noChangeArrowheads="1"/>
          </p:cNvSpPr>
          <p:nvPr/>
        </p:nvSpPr>
        <p:spPr bwMode="auto">
          <a:xfrm>
            <a:off x="6162675" y="6459538"/>
            <a:ext cx="46038" cy="46037"/>
          </a:xfrm>
          <a:prstGeom prst="ellipse">
            <a:avLst/>
          </a:prstGeom>
          <a:solidFill>
            <a:srgbClr val="FF00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sp>
        <p:nvSpPr>
          <p:cNvPr id="39070" name="Text Box 158"/>
          <p:cNvSpPr txBox="1">
            <a:spLocks noChangeArrowheads="1"/>
          </p:cNvSpPr>
          <p:nvPr/>
        </p:nvSpPr>
        <p:spPr bwMode="auto">
          <a:xfrm>
            <a:off x="6434138" y="6450013"/>
            <a:ext cx="4079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solidFill>
                  <a:schemeClr val="accent2"/>
                </a:solidFill>
                <a:latin typeface="Arial" panose="020B0604020202020204" pitchFamily="34" charset="0"/>
              </a:rPr>
              <a:t>6</a:t>
            </a:r>
            <a:r>
              <a:rPr lang="en-US" altLang="en-US" sz="1200" b="1" baseline="-25000">
                <a:solidFill>
                  <a:schemeClr val="accent2"/>
                </a:solidFill>
                <a:latin typeface="Arial" panose="020B0604020202020204" pitchFamily="34" charset="0"/>
              </a:rPr>
              <a:t>1</a:t>
            </a:r>
            <a:r>
              <a:rPr lang="en-US" altLang="en-US" sz="1200" b="1">
                <a:solidFill>
                  <a:schemeClr val="accent2"/>
                </a:solidFill>
                <a:latin typeface="Arial" panose="020B0604020202020204" pitchFamily="34" charset="0"/>
              </a:rPr>
              <a:t>’</a:t>
            </a:r>
          </a:p>
        </p:txBody>
      </p:sp>
      <p:sp>
        <p:nvSpPr>
          <p:cNvPr id="39071" name="Oval 159"/>
          <p:cNvSpPr>
            <a:spLocks noChangeArrowheads="1"/>
          </p:cNvSpPr>
          <p:nvPr/>
        </p:nvSpPr>
        <p:spPr bwMode="auto">
          <a:xfrm>
            <a:off x="5386388" y="6400800"/>
            <a:ext cx="46037" cy="46038"/>
          </a:xfrm>
          <a:prstGeom prst="ellipse">
            <a:avLst/>
          </a:prstGeom>
          <a:solidFill>
            <a:srgbClr val="FF0000"/>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latin typeface="Arial" panose="020B0604020202020204" pitchFamily="34" charset="0"/>
            </a:endParaRPr>
          </a:p>
        </p:txBody>
      </p:sp>
      <p:sp>
        <p:nvSpPr>
          <p:cNvPr id="39072" name="Text Box 160"/>
          <p:cNvSpPr txBox="1">
            <a:spLocks noChangeArrowheads="1"/>
          </p:cNvSpPr>
          <p:nvPr/>
        </p:nvSpPr>
        <p:spPr bwMode="auto">
          <a:xfrm>
            <a:off x="5186363" y="6367463"/>
            <a:ext cx="4079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b="1">
                <a:solidFill>
                  <a:schemeClr val="accent2"/>
                </a:solidFill>
                <a:latin typeface="Arial" panose="020B0604020202020204" pitchFamily="34" charset="0"/>
              </a:rPr>
              <a:t>5</a:t>
            </a:r>
            <a:r>
              <a:rPr lang="en-US" altLang="en-US" sz="1200" b="1" baseline="-25000">
                <a:solidFill>
                  <a:schemeClr val="accent2"/>
                </a:solidFill>
                <a:latin typeface="Arial" panose="020B0604020202020204" pitchFamily="34" charset="0"/>
              </a:rPr>
              <a:t>1</a:t>
            </a:r>
            <a:r>
              <a:rPr lang="en-US" altLang="en-US" sz="1200" b="1">
                <a:latin typeface="Arial" panose="020B0604020202020204" pitchFamily="34" charset="0"/>
              </a:rPr>
              <a:t>’</a:t>
            </a:r>
          </a:p>
        </p:txBody>
      </p:sp>
      <p:sp>
        <p:nvSpPr>
          <p:cNvPr id="39073" name="Freeform 161" descr="Light downward diagonal"/>
          <p:cNvSpPr>
            <a:spLocks/>
          </p:cNvSpPr>
          <p:nvPr/>
        </p:nvSpPr>
        <p:spPr bwMode="auto">
          <a:xfrm>
            <a:off x="4127500" y="2139950"/>
            <a:ext cx="1250950" cy="1181100"/>
          </a:xfrm>
          <a:custGeom>
            <a:avLst/>
            <a:gdLst>
              <a:gd name="T0" fmla="*/ 2147483646 w 788"/>
              <a:gd name="T1" fmla="*/ 2147483646 h 744"/>
              <a:gd name="T2" fmla="*/ 2147483646 w 788"/>
              <a:gd name="T3" fmla="*/ 2147483646 h 744"/>
              <a:gd name="T4" fmla="*/ 2147483646 w 788"/>
              <a:gd name="T5" fmla="*/ 2147483646 h 744"/>
              <a:gd name="T6" fmla="*/ 2147483646 w 788"/>
              <a:gd name="T7" fmla="*/ 2147483646 h 744"/>
              <a:gd name="T8" fmla="*/ 0 w 788"/>
              <a:gd name="T9" fmla="*/ 2147483646 h 744"/>
              <a:gd name="T10" fmla="*/ 2147483646 w 788"/>
              <a:gd name="T11" fmla="*/ 0 h 744"/>
              <a:gd name="T12" fmla="*/ 2147483646 w 788"/>
              <a:gd name="T13" fmla="*/ 2147483646 h 744"/>
              <a:gd name="T14" fmla="*/ 2147483646 w 788"/>
              <a:gd name="T15" fmla="*/ 2147483646 h 744"/>
              <a:gd name="T16" fmla="*/ 0 60000 65536"/>
              <a:gd name="T17" fmla="*/ 0 60000 65536"/>
              <a:gd name="T18" fmla="*/ 0 60000 65536"/>
              <a:gd name="T19" fmla="*/ 0 60000 65536"/>
              <a:gd name="T20" fmla="*/ 0 60000 65536"/>
              <a:gd name="T21" fmla="*/ 0 60000 65536"/>
              <a:gd name="T22" fmla="*/ 0 60000 65536"/>
              <a:gd name="T23" fmla="*/ 0 60000 65536"/>
              <a:gd name="T24" fmla="*/ 0 w 788"/>
              <a:gd name="T25" fmla="*/ 0 h 744"/>
              <a:gd name="T26" fmla="*/ 788 w 788"/>
              <a:gd name="T27" fmla="*/ 744 h 7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88" h="744">
                <a:moveTo>
                  <a:pt x="788" y="230"/>
                </a:moveTo>
                <a:lnTo>
                  <a:pt x="788" y="516"/>
                </a:lnTo>
                <a:lnTo>
                  <a:pt x="654" y="744"/>
                </a:lnTo>
                <a:lnTo>
                  <a:pt x="228" y="744"/>
                </a:lnTo>
                <a:lnTo>
                  <a:pt x="0" y="370"/>
                </a:lnTo>
                <a:lnTo>
                  <a:pt x="226" y="0"/>
                </a:lnTo>
                <a:lnTo>
                  <a:pt x="654" y="2"/>
                </a:lnTo>
                <a:lnTo>
                  <a:pt x="788" y="230"/>
                </a:lnTo>
                <a:close/>
              </a:path>
            </a:pathLst>
          </a:custGeom>
          <a:blipFill dpi="0" rotWithShape="0">
            <a:blip r:embed="rId3"/>
            <a:srcRect/>
            <a:tile tx="0" ty="0" sx="100000" sy="100000" flip="none" algn="tl"/>
          </a:blipFill>
          <a:ln w="9525">
            <a:solidFill>
              <a:schemeClr val="tx1"/>
            </a:solidFill>
            <a:round/>
            <a:headEnd/>
            <a:tailEnd/>
          </a:ln>
        </p:spPr>
        <p:txBody>
          <a:bodyPr/>
          <a:lstStyle/>
          <a:p>
            <a:endParaRPr lang="en-IN"/>
          </a:p>
        </p:txBody>
      </p:sp>
      <p:sp>
        <p:nvSpPr>
          <p:cNvPr id="39074" name="Freeform 162" descr="Light vertical"/>
          <p:cNvSpPr>
            <a:spLocks/>
          </p:cNvSpPr>
          <p:nvPr/>
        </p:nvSpPr>
        <p:spPr bwMode="auto">
          <a:xfrm rot="-2700000">
            <a:off x="5156200" y="5214938"/>
            <a:ext cx="1758950" cy="1181100"/>
          </a:xfrm>
          <a:custGeom>
            <a:avLst/>
            <a:gdLst>
              <a:gd name="T0" fmla="*/ 2147483646 w 788"/>
              <a:gd name="T1" fmla="*/ 2147483646 h 744"/>
              <a:gd name="T2" fmla="*/ 2147483646 w 788"/>
              <a:gd name="T3" fmla="*/ 2147483646 h 744"/>
              <a:gd name="T4" fmla="*/ 2147483646 w 788"/>
              <a:gd name="T5" fmla="*/ 2147483646 h 744"/>
              <a:gd name="T6" fmla="*/ 2147483646 w 788"/>
              <a:gd name="T7" fmla="*/ 2147483646 h 744"/>
              <a:gd name="T8" fmla="*/ 0 w 788"/>
              <a:gd name="T9" fmla="*/ 2147483646 h 744"/>
              <a:gd name="T10" fmla="*/ 2147483646 w 788"/>
              <a:gd name="T11" fmla="*/ 0 h 744"/>
              <a:gd name="T12" fmla="*/ 2147483646 w 788"/>
              <a:gd name="T13" fmla="*/ 2147483646 h 744"/>
              <a:gd name="T14" fmla="*/ 2147483646 w 788"/>
              <a:gd name="T15" fmla="*/ 2147483646 h 744"/>
              <a:gd name="T16" fmla="*/ 0 60000 65536"/>
              <a:gd name="T17" fmla="*/ 0 60000 65536"/>
              <a:gd name="T18" fmla="*/ 0 60000 65536"/>
              <a:gd name="T19" fmla="*/ 0 60000 65536"/>
              <a:gd name="T20" fmla="*/ 0 60000 65536"/>
              <a:gd name="T21" fmla="*/ 0 60000 65536"/>
              <a:gd name="T22" fmla="*/ 0 60000 65536"/>
              <a:gd name="T23" fmla="*/ 0 60000 65536"/>
              <a:gd name="T24" fmla="*/ 0 w 788"/>
              <a:gd name="T25" fmla="*/ 0 h 744"/>
              <a:gd name="T26" fmla="*/ 788 w 788"/>
              <a:gd name="T27" fmla="*/ 744 h 74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88" h="744">
                <a:moveTo>
                  <a:pt x="788" y="230"/>
                </a:moveTo>
                <a:lnTo>
                  <a:pt x="788" y="516"/>
                </a:lnTo>
                <a:lnTo>
                  <a:pt x="654" y="744"/>
                </a:lnTo>
                <a:lnTo>
                  <a:pt x="228" y="744"/>
                </a:lnTo>
                <a:lnTo>
                  <a:pt x="0" y="370"/>
                </a:lnTo>
                <a:lnTo>
                  <a:pt x="226" y="0"/>
                </a:lnTo>
                <a:lnTo>
                  <a:pt x="654" y="2"/>
                </a:lnTo>
                <a:lnTo>
                  <a:pt x="788" y="230"/>
                </a:lnTo>
                <a:close/>
              </a:path>
            </a:pathLst>
          </a:custGeom>
          <a:blipFill dpi="0" rotWithShape="0">
            <a:blip r:embed="rId4"/>
            <a:srcRect/>
            <a:tile tx="0" ty="0" sx="100000" sy="100000" flip="none" algn="tl"/>
          </a:blipFill>
          <a:ln w="9525">
            <a:solidFill>
              <a:schemeClr val="tx1"/>
            </a:solidFill>
            <a:round/>
            <a:headEnd/>
            <a:tailEnd/>
          </a:ln>
        </p:spPr>
        <p:txBody>
          <a:bodyPr/>
          <a:lstStyle/>
          <a:p>
            <a:endParaRPr lang="en-IN"/>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8997"/>
                                        </p:tgtEl>
                                        <p:attrNameLst>
                                          <p:attrName>style.visibility</p:attrName>
                                        </p:attrNameLst>
                                      </p:cBhvr>
                                      <p:to>
                                        <p:strVal val="visible"/>
                                      </p:to>
                                    </p:set>
                                    <p:animEffect transition="in" filter="wipe(up)">
                                      <p:cBhvr>
                                        <p:cTn id="7" dur="500"/>
                                        <p:tgtEl>
                                          <p:spTgt spid="389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8998"/>
                                        </p:tgtEl>
                                        <p:attrNameLst>
                                          <p:attrName>style.visibility</p:attrName>
                                        </p:attrNameLst>
                                      </p:cBhvr>
                                      <p:to>
                                        <p:strVal val="visible"/>
                                      </p:to>
                                    </p:set>
                                    <p:animEffect transition="in" filter="wipe(left)">
                                      <p:cBhvr>
                                        <p:cTn id="12" dur="500"/>
                                        <p:tgtEl>
                                          <p:spTgt spid="38998"/>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38999"/>
                                        </p:tgtEl>
                                        <p:attrNameLst>
                                          <p:attrName>style.visibility</p:attrName>
                                        </p:attrNameLst>
                                      </p:cBhvr>
                                      <p:to>
                                        <p:strVal val="visible"/>
                                      </p:to>
                                    </p:set>
                                    <p:animEffect transition="in" filter="wipe(down)">
                                      <p:cBhvr>
                                        <p:cTn id="15" dur="500"/>
                                        <p:tgtEl>
                                          <p:spTgt spid="38999"/>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3" fill="hold" grpId="0" nodeType="clickEffect">
                                  <p:stCondLst>
                                    <p:cond delay="0"/>
                                  </p:stCondLst>
                                  <p:childTnLst>
                                    <p:set>
                                      <p:cBhvr>
                                        <p:cTn id="19" dur="1" fill="hold">
                                          <p:stCondLst>
                                            <p:cond delay="0"/>
                                          </p:stCondLst>
                                        </p:cTn>
                                        <p:tgtEl>
                                          <p:spTgt spid="38995"/>
                                        </p:tgtEl>
                                        <p:attrNameLst>
                                          <p:attrName>style.visibility</p:attrName>
                                        </p:attrNameLst>
                                      </p:cBhvr>
                                      <p:to>
                                        <p:strVal val="visible"/>
                                      </p:to>
                                    </p:set>
                                    <p:anim calcmode="lin" valueType="num">
                                      <p:cBhvr additive="base">
                                        <p:cTn id="20" dur="1000" fill="hold"/>
                                        <p:tgtEl>
                                          <p:spTgt spid="38995"/>
                                        </p:tgtEl>
                                        <p:attrNameLst>
                                          <p:attrName>ppt_x</p:attrName>
                                        </p:attrNameLst>
                                      </p:cBhvr>
                                      <p:tavLst>
                                        <p:tav tm="0">
                                          <p:val>
                                            <p:strVal val="1+#ppt_w/2"/>
                                          </p:val>
                                        </p:tav>
                                        <p:tav tm="100000">
                                          <p:val>
                                            <p:strVal val="#ppt_x"/>
                                          </p:val>
                                        </p:tav>
                                      </p:tavLst>
                                    </p:anim>
                                    <p:anim calcmode="lin" valueType="num">
                                      <p:cBhvr additive="base">
                                        <p:cTn id="21" dur="1000" fill="hold"/>
                                        <p:tgtEl>
                                          <p:spTgt spid="38995"/>
                                        </p:tgtEl>
                                        <p:attrNameLst>
                                          <p:attrName>ppt_y</p:attrName>
                                        </p:attrNameLst>
                                      </p:cBhvr>
                                      <p:tavLst>
                                        <p:tav tm="0">
                                          <p:val>
                                            <p:strVal val="0-#ppt_h/2"/>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1" fill="hold" nodeType="clickEffect">
                                  <p:stCondLst>
                                    <p:cond delay="0"/>
                                  </p:stCondLst>
                                  <p:childTnLst>
                                    <p:set>
                                      <p:cBhvr>
                                        <p:cTn id="25" dur="1" fill="hold">
                                          <p:stCondLst>
                                            <p:cond delay="0"/>
                                          </p:stCondLst>
                                        </p:cTn>
                                        <p:tgtEl>
                                          <p:spTgt spid="38996"/>
                                        </p:tgtEl>
                                        <p:attrNameLst>
                                          <p:attrName>style.visibility</p:attrName>
                                        </p:attrNameLst>
                                      </p:cBhvr>
                                      <p:to>
                                        <p:strVal val="visible"/>
                                      </p:to>
                                    </p:set>
                                    <p:animEffect transition="in" filter="wipe(up)">
                                      <p:cBhvr>
                                        <p:cTn id="26" dur="500"/>
                                        <p:tgtEl>
                                          <p:spTgt spid="3899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1" fill="hold" nodeType="clickEffect">
                                  <p:stCondLst>
                                    <p:cond delay="0"/>
                                  </p:stCondLst>
                                  <p:childTnLst>
                                    <p:set>
                                      <p:cBhvr>
                                        <p:cTn id="30" dur="1" fill="hold">
                                          <p:stCondLst>
                                            <p:cond delay="0"/>
                                          </p:stCondLst>
                                        </p:cTn>
                                        <p:tgtEl>
                                          <p:spTgt spid="39000"/>
                                        </p:tgtEl>
                                        <p:attrNameLst>
                                          <p:attrName>style.visibility</p:attrName>
                                        </p:attrNameLst>
                                      </p:cBhvr>
                                      <p:to>
                                        <p:strVal val="visible"/>
                                      </p:to>
                                    </p:set>
                                    <p:animEffect transition="in" filter="wipe(up)">
                                      <p:cBhvr>
                                        <p:cTn id="31" dur="500"/>
                                        <p:tgtEl>
                                          <p:spTgt spid="39000"/>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1" fill="hold" nodeType="clickEffect">
                                  <p:stCondLst>
                                    <p:cond delay="0"/>
                                  </p:stCondLst>
                                  <p:childTnLst>
                                    <p:set>
                                      <p:cBhvr>
                                        <p:cTn id="35" dur="1" fill="hold">
                                          <p:stCondLst>
                                            <p:cond delay="0"/>
                                          </p:stCondLst>
                                        </p:cTn>
                                        <p:tgtEl>
                                          <p:spTgt spid="39001"/>
                                        </p:tgtEl>
                                        <p:attrNameLst>
                                          <p:attrName>style.visibility</p:attrName>
                                        </p:attrNameLst>
                                      </p:cBhvr>
                                      <p:to>
                                        <p:strVal val="visible"/>
                                      </p:to>
                                    </p:set>
                                    <p:animEffect transition="in" filter="wipe(up)">
                                      <p:cBhvr>
                                        <p:cTn id="36" dur="500"/>
                                        <p:tgtEl>
                                          <p:spTgt spid="39001"/>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39004"/>
                                        </p:tgtEl>
                                        <p:attrNameLst>
                                          <p:attrName>style.visibility</p:attrName>
                                        </p:attrNameLst>
                                      </p:cBhvr>
                                      <p:to>
                                        <p:strVal val="visible"/>
                                      </p:to>
                                    </p:set>
                                    <p:animEffect transition="in" filter="wipe(left)">
                                      <p:cBhvr>
                                        <p:cTn id="41" dur="500"/>
                                        <p:tgtEl>
                                          <p:spTgt spid="39004"/>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39005"/>
                                        </p:tgtEl>
                                        <p:attrNameLst>
                                          <p:attrName>style.visibility</p:attrName>
                                        </p:attrNameLst>
                                      </p:cBhvr>
                                      <p:to>
                                        <p:strVal val="visible"/>
                                      </p:to>
                                    </p:set>
                                    <p:animEffect transition="in" filter="wipe(left)">
                                      <p:cBhvr>
                                        <p:cTn id="46" dur="500"/>
                                        <p:tgtEl>
                                          <p:spTgt spid="39005"/>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39006"/>
                                        </p:tgtEl>
                                        <p:attrNameLst>
                                          <p:attrName>style.visibility</p:attrName>
                                        </p:attrNameLst>
                                      </p:cBhvr>
                                      <p:to>
                                        <p:strVal val="visible"/>
                                      </p:to>
                                    </p:set>
                                    <p:animEffect transition="in" filter="wipe(left)">
                                      <p:cBhvr>
                                        <p:cTn id="51" dur="500"/>
                                        <p:tgtEl>
                                          <p:spTgt spid="39006"/>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39007"/>
                                        </p:tgtEl>
                                        <p:attrNameLst>
                                          <p:attrName>style.visibility</p:attrName>
                                        </p:attrNameLst>
                                      </p:cBhvr>
                                      <p:to>
                                        <p:strVal val="visible"/>
                                      </p:to>
                                    </p:set>
                                    <p:animEffect transition="in" filter="wipe(left)">
                                      <p:cBhvr>
                                        <p:cTn id="56" dur="500"/>
                                        <p:tgtEl>
                                          <p:spTgt spid="39007"/>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4" fill="hold" nodeType="clickEffect">
                                  <p:stCondLst>
                                    <p:cond delay="0"/>
                                  </p:stCondLst>
                                  <p:childTnLst>
                                    <p:set>
                                      <p:cBhvr>
                                        <p:cTn id="60" dur="1" fill="hold">
                                          <p:stCondLst>
                                            <p:cond delay="0"/>
                                          </p:stCondLst>
                                        </p:cTn>
                                        <p:tgtEl>
                                          <p:spTgt spid="39008"/>
                                        </p:tgtEl>
                                        <p:attrNameLst>
                                          <p:attrName>style.visibility</p:attrName>
                                        </p:attrNameLst>
                                      </p:cBhvr>
                                      <p:to>
                                        <p:strVal val="visible"/>
                                      </p:to>
                                    </p:set>
                                    <p:animEffect transition="in" filter="wipe(down)">
                                      <p:cBhvr>
                                        <p:cTn id="61" dur="500"/>
                                        <p:tgtEl>
                                          <p:spTgt spid="39008"/>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4" fill="hold" nodeType="clickEffect">
                                  <p:stCondLst>
                                    <p:cond delay="0"/>
                                  </p:stCondLst>
                                  <p:childTnLst>
                                    <p:set>
                                      <p:cBhvr>
                                        <p:cTn id="65" dur="1" fill="hold">
                                          <p:stCondLst>
                                            <p:cond delay="0"/>
                                          </p:stCondLst>
                                        </p:cTn>
                                        <p:tgtEl>
                                          <p:spTgt spid="39009"/>
                                        </p:tgtEl>
                                        <p:attrNameLst>
                                          <p:attrName>style.visibility</p:attrName>
                                        </p:attrNameLst>
                                      </p:cBhvr>
                                      <p:to>
                                        <p:strVal val="visible"/>
                                      </p:to>
                                    </p:set>
                                    <p:animEffect transition="in" filter="wipe(down)">
                                      <p:cBhvr>
                                        <p:cTn id="66" dur="500"/>
                                        <p:tgtEl>
                                          <p:spTgt spid="39009"/>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4" fill="hold" nodeType="clickEffect">
                                  <p:stCondLst>
                                    <p:cond delay="0"/>
                                  </p:stCondLst>
                                  <p:childTnLst>
                                    <p:set>
                                      <p:cBhvr>
                                        <p:cTn id="70" dur="1" fill="hold">
                                          <p:stCondLst>
                                            <p:cond delay="0"/>
                                          </p:stCondLst>
                                        </p:cTn>
                                        <p:tgtEl>
                                          <p:spTgt spid="39010"/>
                                        </p:tgtEl>
                                        <p:attrNameLst>
                                          <p:attrName>style.visibility</p:attrName>
                                        </p:attrNameLst>
                                      </p:cBhvr>
                                      <p:to>
                                        <p:strVal val="visible"/>
                                      </p:to>
                                    </p:set>
                                    <p:animEffect transition="in" filter="wipe(down)">
                                      <p:cBhvr>
                                        <p:cTn id="71" dur="500"/>
                                        <p:tgtEl>
                                          <p:spTgt spid="39010"/>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22" presetClass="entr" presetSubtype="4" fill="hold" nodeType="clickEffect">
                                  <p:stCondLst>
                                    <p:cond delay="0"/>
                                  </p:stCondLst>
                                  <p:childTnLst>
                                    <p:set>
                                      <p:cBhvr>
                                        <p:cTn id="75" dur="1" fill="hold">
                                          <p:stCondLst>
                                            <p:cond delay="0"/>
                                          </p:stCondLst>
                                        </p:cTn>
                                        <p:tgtEl>
                                          <p:spTgt spid="39011"/>
                                        </p:tgtEl>
                                        <p:attrNameLst>
                                          <p:attrName>style.visibility</p:attrName>
                                        </p:attrNameLst>
                                      </p:cBhvr>
                                      <p:to>
                                        <p:strVal val="visible"/>
                                      </p:to>
                                    </p:set>
                                    <p:animEffect transition="in" filter="wipe(down)">
                                      <p:cBhvr>
                                        <p:cTn id="76" dur="500"/>
                                        <p:tgtEl>
                                          <p:spTgt spid="39011"/>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4" fill="hold" nodeType="clickEffect">
                                  <p:stCondLst>
                                    <p:cond delay="0"/>
                                  </p:stCondLst>
                                  <p:childTnLst>
                                    <p:set>
                                      <p:cBhvr>
                                        <p:cTn id="80" dur="1" fill="hold">
                                          <p:stCondLst>
                                            <p:cond delay="0"/>
                                          </p:stCondLst>
                                        </p:cTn>
                                        <p:tgtEl>
                                          <p:spTgt spid="39012"/>
                                        </p:tgtEl>
                                        <p:attrNameLst>
                                          <p:attrName>style.visibility</p:attrName>
                                        </p:attrNameLst>
                                      </p:cBhvr>
                                      <p:to>
                                        <p:strVal val="visible"/>
                                      </p:to>
                                    </p:set>
                                    <p:animEffect transition="in" filter="wipe(down)">
                                      <p:cBhvr>
                                        <p:cTn id="81" dur="500"/>
                                        <p:tgtEl>
                                          <p:spTgt spid="39012"/>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 presetClass="entr" presetSubtype="3" fill="hold" grpId="0" nodeType="clickEffect">
                                  <p:stCondLst>
                                    <p:cond delay="0"/>
                                  </p:stCondLst>
                                  <p:childTnLst>
                                    <p:set>
                                      <p:cBhvr>
                                        <p:cTn id="85" dur="1" fill="hold">
                                          <p:stCondLst>
                                            <p:cond delay="0"/>
                                          </p:stCondLst>
                                        </p:cTn>
                                        <p:tgtEl>
                                          <p:spTgt spid="39024"/>
                                        </p:tgtEl>
                                        <p:attrNameLst>
                                          <p:attrName>style.visibility</p:attrName>
                                        </p:attrNameLst>
                                      </p:cBhvr>
                                      <p:to>
                                        <p:strVal val="visible"/>
                                      </p:to>
                                    </p:set>
                                    <p:anim calcmode="lin" valueType="num">
                                      <p:cBhvr additive="base">
                                        <p:cTn id="86" dur="1000" fill="hold"/>
                                        <p:tgtEl>
                                          <p:spTgt spid="39024"/>
                                        </p:tgtEl>
                                        <p:attrNameLst>
                                          <p:attrName>ppt_x</p:attrName>
                                        </p:attrNameLst>
                                      </p:cBhvr>
                                      <p:tavLst>
                                        <p:tav tm="0">
                                          <p:val>
                                            <p:strVal val="1+#ppt_w/2"/>
                                          </p:val>
                                        </p:tav>
                                        <p:tav tm="100000">
                                          <p:val>
                                            <p:strVal val="#ppt_x"/>
                                          </p:val>
                                        </p:tav>
                                      </p:tavLst>
                                    </p:anim>
                                    <p:anim calcmode="lin" valueType="num">
                                      <p:cBhvr additive="base">
                                        <p:cTn id="87" dur="1000" fill="hold"/>
                                        <p:tgtEl>
                                          <p:spTgt spid="39024"/>
                                        </p:tgtEl>
                                        <p:attrNameLst>
                                          <p:attrName>ppt_y</p:attrName>
                                        </p:attrNameLst>
                                      </p:cBhvr>
                                      <p:tavLst>
                                        <p:tav tm="0">
                                          <p:val>
                                            <p:strVal val="0-#ppt_h/2"/>
                                          </p:val>
                                        </p:tav>
                                        <p:tav tm="100000">
                                          <p:val>
                                            <p:strVal val="#ppt_y"/>
                                          </p:val>
                                        </p:tav>
                                      </p:tavLst>
                                    </p:anim>
                                  </p:childTnLst>
                                </p:cTn>
                              </p:par>
                            </p:childTnLst>
                          </p:cTn>
                        </p:par>
                      </p:childTnLst>
                    </p:cTn>
                  </p:par>
                  <p:par>
                    <p:cTn id="88" fill="hold" nodeType="clickPar">
                      <p:stCondLst>
                        <p:cond delay="indefinite"/>
                      </p:stCondLst>
                      <p:childTnLst>
                        <p:par>
                          <p:cTn id="89" fill="hold" nodeType="withGroup">
                            <p:stCondLst>
                              <p:cond delay="0"/>
                            </p:stCondLst>
                            <p:childTnLst>
                              <p:par>
                                <p:cTn id="90" presetID="2" presetClass="entr" presetSubtype="3" fill="hold" grpId="0" nodeType="clickEffect">
                                  <p:stCondLst>
                                    <p:cond delay="0"/>
                                  </p:stCondLst>
                                  <p:childTnLst>
                                    <p:set>
                                      <p:cBhvr>
                                        <p:cTn id="91" dur="1" fill="hold">
                                          <p:stCondLst>
                                            <p:cond delay="0"/>
                                          </p:stCondLst>
                                        </p:cTn>
                                        <p:tgtEl>
                                          <p:spTgt spid="39029"/>
                                        </p:tgtEl>
                                        <p:attrNameLst>
                                          <p:attrName>style.visibility</p:attrName>
                                        </p:attrNameLst>
                                      </p:cBhvr>
                                      <p:to>
                                        <p:strVal val="visible"/>
                                      </p:to>
                                    </p:set>
                                    <p:anim calcmode="lin" valueType="num">
                                      <p:cBhvr additive="base">
                                        <p:cTn id="92" dur="1000" fill="hold"/>
                                        <p:tgtEl>
                                          <p:spTgt spid="39029"/>
                                        </p:tgtEl>
                                        <p:attrNameLst>
                                          <p:attrName>ppt_x</p:attrName>
                                        </p:attrNameLst>
                                      </p:cBhvr>
                                      <p:tavLst>
                                        <p:tav tm="0">
                                          <p:val>
                                            <p:strVal val="1+#ppt_w/2"/>
                                          </p:val>
                                        </p:tav>
                                        <p:tav tm="100000">
                                          <p:val>
                                            <p:strVal val="#ppt_x"/>
                                          </p:val>
                                        </p:tav>
                                      </p:tavLst>
                                    </p:anim>
                                    <p:anim calcmode="lin" valueType="num">
                                      <p:cBhvr additive="base">
                                        <p:cTn id="93" dur="1000" fill="hold"/>
                                        <p:tgtEl>
                                          <p:spTgt spid="39029"/>
                                        </p:tgtEl>
                                        <p:attrNameLst>
                                          <p:attrName>ppt_y</p:attrName>
                                        </p:attrNameLst>
                                      </p:cBhvr>
                                      <p:tavLst>
                                        <p:tav tm="0">
                                          <p:val>
                                            <p:strVal val="0-#ppt_h/2"/>
                                          </p:val>
                                        </p:tav>
                                        <p:tav tm="100000">
                                          <p:val>
                                            <p:strVal val="#ppt_y"/>
                                          </p:val>
                                        </p:tav>
                                      </p:tavLst>
                                    </p:anim>
                                  </p:childTnLst>
                                </p:cTn>
                              </p:par>
                            </p:childTnLst>
                          </p:cTn>
                        </p:par>
                      </p:childTnLst>
                    </p:cTn>
                  </p:par>
                  <p:par>
                    <p:cTn id="94" fill="hold" nodeType="clickPar">
                      <p:stCondLst>
                        <p:cond delay="indefinite"/>
                      </p:stCondLst>
                      <p:childTnLst>
                        <p:par>
                          <p:cTn id="95" fill="hold" nodeType="withGroup">
                            <p:stCondLst>
                              <p:cond delay="0"/>
                            </p:stCondLst>
                            <p:childTnLst>
                              <p:par>
                                <p:cTn id="96" presetID="2" presetClass="entr" presetSubtype="3" fill="hold" grpId="0" nodeType="clickEffect">
                                  <p:stCondLst>
                                    <p:cond delay="0"/>
                                  </p:stCondLst>
                                  <p:childTnLst>
                                    <p:set>
                                      <p:cBhvr>
                                        <p:cTn id="97" dur="1" fill="hold">
                                          <p:stCondLst>
                                            <p:cond delay="0"/>
                                          </p:stCondLst>
                                        </p:cTn>
                                        <p:tgtEl>
                                          <p:spTgt spid="39030"/>
                                        </p:tgtEl>
                                        <p:attrNameLst>
                                          <p:attrName>style.visibility</p:attrName>
                                        </p:attrNameLst>
                                      </p:cBhvr>
                                      <p:to>
                                        <p:strVal val="visible"/>
                                      </p:to>
                                    </p:set>
                                    <p:anim calcmode="lin" valueType="num">
                                      <p:cBhvr additive="base">
                                        <p:cTn id="98" dur="1000" fill="hold"/>
                                        <p:tgtEl>
                                          <p:spTgt spid="39030"/>
                                        </p:tgtEl>
                                        <p:attrNameLst>
                                          <p:attrName>ppt_x</p:attrName>
                                        </p:attrNameLst>
                                      </p:cBhvr>
                                      <p:tavLst>
                                        <p:tav tm="0">
                                          <p:val>
                                            <p:strVal val="1+#ppt_w/2"/>
                                          </p:val>
                                        </p:tav>
                                        <p:tav tm="100000">
                                          <p:val>
                                            <p:strVal val="#ppt_x"/>
                                          </p:val>
                                        </p:tav>
                                      </p:tavLst>
                                    </p:anim>
                                    <p:anim calcmode="lin" valueType="num">
                                      <p:cBhvr additive="base">
                                        <p:cTn id="99" dur="1000" fill="hold"/>
                                        <p:tgtEl>
                                          <p:spTgt spid="39030"/>
                                        </p:tgtEl>
                                        <p:attrNameLst>
                                          <p:attrName>ppt_y</p:attrName>
                                        </p:attrNameLst>
                                      </p:cBhvr>
                                      <p:tavLst>
                                        <p:tav tm="0">
                                          <p:val>
                                            <p:strVal val="0-#ppt_h/2"/>
                                          </p:val>
                                        </p:tav>
                                        <p:tav tm="100000">
                                          <p:val>
                                            <p:strVal val="#ppt_y"/>
                                          </p:val>
                                        </p:tav>
                                      </p:tavLst>
                                    </p:anim>
                                  </p:childTnLst>
                                </p:cTn>
                              </p:par>
                            </p:childTnLst>
                          </p:cTn>
                        </p:par>
                      </p:childTnLst>
                    </p:cTn>
                  </p:par>
                  <p:par>
                    <p:cTn id="100" fill="hold" nodeType="clickPar">
                      <p:stCondLst>
                        <p:cond delay="indefinite"/>
                      </p:stCondLst>
                      <p:childTnLst>
                        <p:par>
                          <p:cTn id="101" fill="hold" nodeType="withGroup">
                            <p:stCondLst>
                              <p:cond delay="0"/>
                            </p:stCondLst>
                            <p:childTnLst>
                              <p:par>
                                <p:cTn id="102" presetID="2" presetClass="entr" presetSubtype="3" fill="hold" grpId="0" nodeType="clickEffect">
                                  <p:stCondLst>
                                    <p:cond delay="0"/>
                                  </p:stCondLst>
                                  <p:childTnLst>
                                    <p:set>
                                      <p:cBhvr>
                                        <p:cTn id="103" dur="1" fill="hold">
                                          <p:stCondLst>
                                            <p:cond delay="0"/>
                                          </p:stCondLst>
                                        </p:cTn>
                                        <p:tgtEl>
                                          <p:spTgt spid="39032"/>
                                        </p:tgtEl>
                                        <p:attrNameLst>
                                          <p:attrName>style.visibility</p:attrName>
                                        </p:attrNameLst>
                                      </p:cBhvr>
                                      <p:to>
                                        <p:strVal val="visible"/>
                                      </p:to>
                                    </p:set>
                                    <p:anim calcmode="lin" valueType="num">
                                      <p:cBhvr additive="base">
                                        <p:cTn id="104" dur="1000" fill="hold"/>
                                        <p:tgtEl>
                                          <p:spTgt spid="39032"/>
                                        </p:tgtEl>
                                        <p:attrNameLst>
                                          <p:attrName>ppt_x</p:attrName>
                                        </p:attrNameLst>
                                      </p:cBhvr>
                                      <p:tavLst>
                                        <p:tav tm="0">
                                          <p:val>
                                            <p:strVal val="1+#ppt_w/2"/>
                                          </p:val>
                                        </p:tav>
                                        <p:tav tm="100000">
                                          <p:val>
                                            <p:strVal val="#ppt_x"/>
                                          </p:val>
                                        </p:tav>
                                      </p:tavLst>
                                    </p:anim>
                                    <p:anim calcmode="lin" valueType="num">
                                      <p:cBhvr additive="base">
                                        <p:cTn id="105" dur="1000" fill="hold"/>
                                        <p:tgtEl>
                                          <p:spTgt spid="39032"/>
                                        </p:tgtEl>
                                        <p:attrNameLst>
                                          <p:attrName>ppt_y</p:attrName>
                                        </p:attrNameLst>
                                      </p:cBhvr>
                                      <p:tavLst>
                                        <p:tav tm="0">
                                          <p:val>
                                            <p:strVal val="0-#ppt_h/2"/>
                                          </p:val>
                                        </p:tav>
                                        <p:tav tm="100000">
                                          <p:val>
                                            <p:strVal val="#ppt_y"/>
                                          </p:val>
                                        </p:tav>
                                      </p:tavLst>
                                    </p:anim>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 presetClass="entr" presetSubtype="3" fill="hold" grpId="0" nodeType="clickEffect">
                                  <p:stCondLst>
                                    <p:cond delay="0"/>
                                  </p:stCondLst>
                                  <p:childTnLst>
                                    <p:set>
                                      <p:cBhvr>
                                        <p:cTn id="109" dur="1" fill="hold">
                                          <p:stCondLst>
                                            <p:cond delay="0"/>
                                          </p:stCondLst>
                                        </p:cTn>
                                        <p:tgtEl>
                                          <p:spTgt spid="39034"/>
                                        </p:tgtEl>
                                        <p:attrNameLst>
                                          <p:attrName>style.visibility</p:attrName>
                                        </p:attrNameLst>
                                      </p:cBhvr>
                                      <p:to>
                                        <p:strVal val="visible"/>
                                      </p:to>
                                    </p:set>
                                    <p:anim calcmode="lin" valueType="num">
                                      <p:cBhvr additive="base">
                                        <p:cTn id="110" dur="1000" fill="hold"/>
                                        <p:tgtEl>
                                          <p:spTgt spid="39034"/>
                                        </p:tgtEl>
                                        <p:attrNameLst>
                                          <p:attrName>ppt_x</p:attrName>
                                        </p:attrNameLst>
                                      </p:cBhvr>
                                      <p:tavLst>
                                        <p:tav tm="0">
                                          <p:val>
                                            <p:strVal val="1+#ppt_w/2"/>
                                          </p:val>
                                        </p:tav>
                                        <p:tav tm="100000">
                                          <p:val>
                                            <p:strVal val="#ppt_x"/>
                                          </p:val>
                                        </p:tav>
                                      </p:tavLst>
                                    </p:anim>
                                    <p:anim calcmode="lin" valueType="num">
                                      <p:cBhvr additive="base">
                                        <p:cTn id="111" dur="1000" fill="hold"/>
                                        <p:tgtEl>
                                          <p:spTgt spid="39034"/>
                                        </p:tgtEl>
                                        <p:attrNameLst>
                                          <p:attrName>ppt_y</p:attrName>
                                        </p:attrNameLst>
                                      </p:cBhvr>
                                      <p:tavLst>
                                        <p:tav tm="0">
                                          <p:val>
                                            <p:strVal val="0-#ppt_h/2"/>
                                          </p:val>
                                        </p:tav>
                                        <p:tav tm="100000">
                                          <p:val>
                                            <p:strVal val="#ppt_y"/>
                                          </p:val>
                                        </p:tav>
                                      </p:tavLst>
                                    </p:anim>
                                  </p:childTnLst>
                                </p:cTn>
                              </p:par>
                            </p:childTnLst>
                          </p:cTn>
                        </p:par>
                      </p:childTnLst>
                    </p:cTn>
                  </p:par>
                  <p:par>
                    <p:cTn id="112" fill="hold" nodeType="clickPar">
                      <p:stCondLst>
                        <p:cond delay="indefinite"/>
                      </p:stCondLst>
                      <p:childTnLst>
                        <p:par>
                          <p:cTn id="113" fill="hold" nodeType="withGroup">
                            <p:stCondLst>
                              <p:cond delay="0"/>
                            </p:stCondLst>
                            <p:childTnLst>
                              <p:par>
                                <p:cTn id="114" presetID="22" presetClass="entr" presetSubtype="2" fill="hold" nodeType="clickEffect">
                                  <p:stCondLst>
                                    <p:cond delay="0"/>
                                  </p:stCondLst>
                                  <p:childTnLst>
                                    <p:set>
                                      <p:cBhvr>
                                        <p:cTn id="115" dur="1" fill="hold">
                                          <p:stCondLst>
                                            <p:cond delay="0"/>
                                          </p:stCondLst>
                                        </p:cTn>
                                        <p:tgtEl>
                                          <p:spTgt spid="39013"/>
                                        </p:tgtEl>
                                        <p:attrNameLst>
                                          <p:attrName>style.visibility</p:attrName>
                                        </p:attrNameLst>
                                      </p:cBhvr>
                                      <p:to>
                                        <p:strVal val="visible"/>
                                      </p:to>
                                    </p:set>
                                    <p:animEffect transition="in" filter="wipe(right)">
                                      <p:cBhvr>
                                        <p:cTn id="116" dur="500"/>
                                        <p:tgtEl>
                                          <p:spTgt spid="39013"/>
                                        </p:tgtEl>
                                      </p:cBhvr>
                                    </p:animEffect>
                                  </p:childTnLst>
                                </p:cTn>
                              </p:par>
                            </p:childTnLst>
                          </p:cTn>
                        </p:par>
                      </p:childTnLst>
                    </p:cTn>
                  </p:par>
                  <p:par>
                    <p:cTn id="117" fill="hold" nodeType="clickPar">
                      <p:stCondLst>
                        <p:cond delay="indefinite"/>
                      </p:stCondLst>
                      <p:childTnLst>
                        <p:par>
                          <p:cTn id="118" fill="hold" nodeType="withGroup">
                            <p:stCondLst>
                              <p:cond delay="0"/>
                            </p:stCondLst>
                            <p:childTnLst>
                              <p:par>
                                <p:cTn id="119" presetID="2" presetClass="entr" presetSubtype="3" fill="hold" grpId="0" nodeType="clickEffect">
                                  <p:stCondLst>
                                    <p:cond delay="0"/>
                                  </p:stCondLst>
                                  <p:childTnLst>
                                    <p:set>
                                      <p:cBhvr>
                                        <p:cTn id="120" dur="1" fill="hold">
                                          <p:stCondLst>
                                            <p:cond delay="0"/>
                                          </p:stCondLst>
                                        </p:cTn>
                                        <p:tgtEl>
                                          <p:spTgt spid="39014"/>
                                        </p:tgtEl>
                                        <p:attrNameLst>
                                          <p:attrName>style.visibility</p:attrName>
                                        </p:attrNameLst>
                                      </p:cBhvr>
                                      <p:to>
                                        <p:strVal val="visible"/>
                                      </p:to>
                                    </p:set>
                                    <p:anim calcmode="lin" valueType="num">
                                      <p:cBhvr additive="base">
                                        <p:cTn id="121" dur="1000" fill="hold"/>
                                        <p:tgtEl>
                                          <p:spTgt spid="39014"/>
                                        </p:tgtEl>
                                        <p:attrNameLst>
                                          <p:attrName>ppt_x</p:attrName>
                                        </p:attrNameLst>
                                      </p:cBhvr>
                                      <p:tavLst>
                                        <p:tav tm="0">
                                          <p:val>
                                            <p:strVal val="1+#ppt_w/2"/>
                                          </p:val>
                                        </p:tav>
                                        <p:tav tm="100000">
                                          <p:val>
                                            <p:strVal val="#ppt_x"/>
                                          </p:val>
                                        </p:tav>
                                      </p:tavLst>
                                    </p:anim>
                                    <p:anim calcmode="lin" valueType="num">
                                      <p:cBhvr additive="base">
                                        <p:cTn id="122" dur="1000" fill="hold"/>
                                        <p:tgtEl>
                                          <p:spTgt spid="39014"/>
                                        </p:tgtEl>
                                        <p:attrNameLst>
                                          <p:attrName>ppt_y</p:attrName>
                                        </p:attrNameLst>
                                      </p:cBhvr>
                                      <p:tavLst>
                                        <p:tav tm="0">
                                          <p:val>
                                            <p:strVal val="0-#ppt_h/2"/>
                                          </p:val>
                                        </p:tav>
                                        <p:tav tm="100000">
                                          <p:val>
                                            <p:strVal val="#ppt_y"/>
                                          </p:val>
                                        </p:tav>
                                      </p:tavLst>
                                    </p:anim>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 presetClass="entr" presetSubtype="3" fill="hold" grpId="0" nodeType="clickEffect">
                                  <p:stCondLst>
                                    <p:cond delay="0"/>
                                  </p:stCondLst>
                                  <p:childTnLst>
                                    <p:set>
                                      <p:cBhvr>
                                        <p:cTn id="126" dur="1" fill="hold">
                                          <p:stCondLst>
                                            <p:cond delay="0"/>
                                          </p:stCondLst>
                                        </p:cTn>
                                        <p:tgtEl>
                                          <p:spTgt spid="39015"/>
                                        </p:tgtEl>
                                        <p:attrNameLst>
                                          <p:attrName>style.visibility</p:attrName>
                                        </p:attrNameLst>
                                      </p:cBhvr>
                                      <p:to>
                                        <p:strVal val="visible"/>
                                      </p:to>
                                    </p:set>
                                    <p:anim calcmode="lin" valueType="num">
                                      <p:cBhvr additive="base">
                                        <p:cTn id="127" dur="1000" fill="hold"/>
                                        <p:tgtEl>
                                          <p:spTgt spid="39015"/>
                                        </p:tgtEl>
                                        <p:attrNameLst>
                                          <p:attrName>ppt_x</p:attrName>
                                        </p:attrNameLst>
                                      </p:cBhvr>
                                      <p:tavLst>
                                        <p:tav tm="0">
                                          <p:val>
                                            <p:strVal val="1+#ppt_w/2"/>
                                          </p:val>
                                        </p:tav>
                                        <p:tav tm="100000">
                                          <p:val>
                                            <p:strVal val="#ppt_x"/>
                                          </p:val>
                                        </p:tav>
                                      </p:tavLst>
                                    </p:anim>
                                    <p:anim calcmode="lin" valueType="num">
                                      <p:cBhvr additive="base">
                                        <p:cTn id="128" dur="1000" fill="hold"/>
                                        <p:tgtEl>
                                          <p:spTgt spid="39015"/>
                                        </p:tgtEl>
                                        <p:attrNameLst>
                                          <p:attrName>ppt_y</p:attrName>
                                        </p:attrNameLst>
                                      </p:cBhvr>
                                      <p:tavLst>
                                        <p:tav tm="0">
                                          <p:val>
                                            <p:strVal val="0-#ppt_h/2"/>
                                          </p:val>
                                        </p:tav>
                                        <p:tav tm="100000">
                                          <p:val>
                                            <p:strVal val="#ppt_y"/>
                                          </p:val>
                                        </p:tav>
                                      </p:tavLst>
                                    </p:anim>
                                  </p:childTnLst>
                                </p:cTn>
                              </p:par>
                            </p:childTnLst>
                          </p:cTn>
                        </p:par>
                      </p:childTnLst>
                    </p:cTn>
                  </p:par>
                  <p:par>
                    <p:cTn id="129" fill="hold" nodeType="clickPar">
                      <p:stCondLst>
                        <p:cond delay="indefinite"/>
                      </p:stCondLst>
                      <p:childTnLst>
                        <p:par>
                          <p:cTn id="130" fill="hold" nodeType="withGroup">
                            <p:stCondLst>
                              <p:cond delay="0"/>
                            </p:stCondLst>
                            <p:childTnLst>
                              <p:par>
                                <p:cTn id="131" presetID="22" presetClass="entr" presetSubtype="4" fill="hold" nodeType="clickEffect">
                                  <p:stCondLst>
                                    <p:cond delay="0"/>
                                  </p:stCondLst>
                                  <p:childTnLst>
                                    <p:set>
                                      <p:cBhvr>
                                        <p:cTn id="132" dur="1" fill="hold">
                                          <p:stCondLst>
                                            <p:cond delay="0"/>
                                          </p:stCondLst>
                                        </p:cTn>
                                        <p:tgtEl>
                                          <p:spTgt spid="39017"/>
                                        </p:tgtEl>
                                        <p:attrNameLst>
                                          <p:attrName>style.visibility</p:attrName>
                                        </p:attrNameLst>
                                      </p:cBhvr>
                                      <p:to>
                                        <p:strVal val="visible"/>
                                      </p:to>
                                    </p:set>
                                    <p:animEffect transition="in" filter="wipe(down)">
                                      <p:cBhvr>
                                        <p:cTn id="133" dur="500"/>
                                        <p:tgtEl>
                                          <p:spTgt spid="39017"/>
                                        </p:tgtEl>
                                      </p:cBhvr>
                                    </p:animEffect>
                                  </p:childTnLst>
                                </p:cTn>
                              </p:par>
                            </p:childTnLst>
                          </p:cTn>
                        </p:par>
                      </p:childTnLst>
                    </p:cTn>
                  </p:par>
                  <p:par>
                    <p:cTn id="134" fill="hold" nodeType="clickPar">
                      <p:stCondLst>
                        <p:cond delay="indefinite"/>
                      </p:stCondLst>
                      <p:childTnLst>
                        <p:par>
                          <p:cTn id="135" fill="hold" nodeType="withGroup">
                            <p:stCondLst>
                              <p:cond delay="0"/>
                            </p:stCondLst>
                            <p:childTnLst>
                              <p:par>
                                <p:cTn id="136" presetID="2" presetClass="entr" presetSubtype="3" fill="hold" grpId="0" nodeType="clickEffect">
                                  <p:stCondLst>
                                    <p:cond delay="0"/>
                                  </p:stCondLst>
                                  <p:childTnLst>
                                    <p:set>
                                      <p:cBhvr>
                                        <p:cTn id="137" dur="1" fill="hold">
                                          <p:stCondLst>
                                            <p:cond delay="0"/>
                                          </p:stCondLst>
                                        </p:cTn>
                                        <p:tgtEl>
                                          <p:spTgt spid="39018"/>
                                        </p:tgtEl>
                                        <p:attrNameLst>
                                          <p:attrName>style.visibility</p:attrName>
                                        </p:attrNameLst>
                                      </p:cBhvr>
                                      <p:to>
                                        <p:strVal val="visible"/>
                                      </p:to>
                                    </p:set>
                                    <p:anim calcmode="lin" valueType="num">
                                      <p:cBhvr additive="base">
                                        <p:cTn id="138" dur="1000" fill="hold"/>
                                        <p:tgtEl>
                                          <p:spTgt spid="39018"/>
                                        </p:tgtEl>
                                        <p:attrNameLst>
                                          <p:attrName>ppt_x</p:attrName>
                                        </p:attrNameLst>
                                      </p:cBhvr>
                                      <p:tavLst>
                                        <p:tav tm="0">
                                          <p:val>
                                            <p:strVal val="1+#ppt_w/2"/>
                                          </p:val>
                                        </p:tav>
                                        <p:tav tm="100000">
                                          <p:val>
                                            <p:strVal val="#ppt_x"/>
                                          </p:val>
                                        </p:tav>
                                      </p:tavLst>
                                    </p:anim>
                                    <p:anim calcmode="lin" valueType="num">
                                      <p:cBhvr additive="base">
                                        <p:cTn id="139" dur="1000" fill="hold"/>
                                        <p:tgtEl>
                                          <p:spTgt spid="39018"/>
                                        </p:tgtEl>
                                        <p:attrNameLst>
                                          <p:attrName>ppt_y</p:attrName>
                                        </p:attrNameLst>
                                      </p:cBhvr>
                                      <p:tavLst>
                                        <p:tav tm="0">
                                          <p:val>
                                            <p:strVal val="0-#ppt_h/2"/>
                                          </p:val>
                                        </p:tav>
                                        <p:tav tm="100000">
                                          <p:val>
                                            <p:strVal val="#ppt_y"/>
                                          </p:val>
                                        </p:tav>
                                      </p:tavLst>
                                    </p:anim>
                                  </p:childTnLst>
                                </p:cTn>
                              </p:par>
                            </p:childTnLst>
                          </p:cTn>
                        </p:par>
                      </p:childTnLst>
                    </p:cTn>
                  </p:par>
                  <p:par>
                    <p:cTn id="140" fill="hold" nodeType="clickPar">
                      <p:stCondLst>
                        <p:cond delay="indefinite"/>
                      </p:stCondLst>
                      <p:childTnLst>
                        <p:par>
                          <p:cTn id="141" fill="hold" nodeType="withGroup">
                            <p:stCondLst>
                              <p:cond delay="0"/>
                            </p:stCondLst>
                            <p:childTnLst>
                              <p:par>
                                <p:cTn id="142" presetID="22" presetClass="entr" presetSubtype="4" fill="hold" nodeType="clickEffect">
                                  <p:stCondLst>
                                    <p:cond delay="0"/>
                                  </p:stCondLst>
                                  <p:childTnLst>
                                    <p:set>
                                      <p:cBhvr>
                                        <p:cTn id="143" dur="1" fill="hold">
                                          <p:stCondLst>
                                            <p:cond delay="0"/>
                                          </p:stCondLst>
                                        </p:cTn>
                                        <p:tgtEl>
                                          <p:spTgt spid="39019"/>
                                        </p:tgtEl>
                                        <p:attrNameLst>
                                          <p:attrName>style.visibility</p:attrName>
                                        </p:attrNameLst>
                                      </p:cBhvr>
                                      <p:to>
                                        <p:strVal val="visible"/>
                                      </p:to>
                                    </p:set>
                                    <p:animEffect transition="in" filter="wipe(down)">
                                      <p:cBhvr>
                                        <p:cTn id="144" dur="500"/>
                                        <p:tgtEl>
                                          <p:spTgt spid="39019"/>
                                        </p:tgtEl>
                                      </p:cBhvr>
                                    </p:animEffect>
                                  </p:childTnLst>
                                </p:cTn>
                              </p:par>
                            </p:childTnLst>
                          </p:cTn>
                        </p:par>
                      </p:childTnLst>
                    </p:cTn>
                  </p:par>
                  <p:par>
                    <p:cTn id="145" fill="hold" nodeType="clickPar">
                      <p:stCondLst>
                        <p:cond delay="indefinite"/>
                      </p:stCondLst>
                      <p:childTnLst>
                        <p:par>
                          <p:cTn id="146" fill="hold" nodeType="withGroup">
                            <p:stCondLst>
                              <p:cond delay="0"/>
                            </p:stCondLst>
                            <p:childTnLst>
                              <p:par>
                                <p:cTn id="147" presetID="2" presetClass="entr" presetSubtype="3" fill="hold" grpId="0" nodeType="clickEffect">
                                  <p:stCondLst>
                                    <p:cond delay="0"/>
                                  </p:stCondLst>
                                  <p:childTnLst>
                                    <p:set>
                                      <p:cBhvr>
                                        <p:cTn id="148" dur="1" fill="hold">
                                          <p:stCondLst>
                                            <p:cond delay="0"/>
                                          </p:stCondLst>
                                        </p:cTn>
                                        <p:tgtEl>
                                          <p:spTgt spid="39020"/>
                                        </p:tgtEl>
                                        <p:attrNameLst>
                                          <p:attrName>style.visibility</p:attrName>
                                        </p:attrNameLst>
                                      </p:cBhvr>
                                      <p:to>
                                        <p:strVal val="visible"/>
                                      </p:to>
                                    </p:set>
                                    <p:anim calcmode="lin" valueType="num">
                                      <p:cBhvr additive="base">
                                        <p:cTn id="149" dur="1000" fill="hold"/>
                                        <p:tgtEl>
                                          <p:spTgt spid="39020"/>
                                        </p:tgtEl>
                                        <p:attrNameLst>
                                          <p:attrName>ppt_x</p:attrName>
                                        </p:attrNameLst>
                                      </p:cBhvr>
                                      <p:tavLst>
                                        <p:tav tm="0">
                                          <p:val>
                                            <p:strVal val="1+#ppt_w/2"/>
                                          </p:val>
                                        </p:tav>
                                        <p:tav tm="100000">
                                          <p:val>
                                            <p:strVal val="#ppt_x"/>
                                          </p:val>
                                        </p:tav>
                                      </p:tavLst>
                                    </p:anim>
                                    <p:anim calcmode="lin" valueType="num">
                                      <p:cBhvr additive="base">
                                        <p:cTn id="150" dur="1000" fill="hold"/>
                                        <p:tgtEl>
                                          <p:spTgt spid="39020"/>
                                        </p:tgtEl>
                                        <p:attrNameLst>
                                          <p:attrName>ppt_y</p:attrName>
                                        </p:attrNameLst>
                                      </p:cBhvr>
                                      <p:tavLst>
                                        <p:tav tm="0">
                                          <p:val>
                                            <p:strVal val="0-#ppt_h/2"/>
                                          </p:val>
                                        </p:tav>
                                        <p:tav tm="100000">
                                          <p:val>
                                            <p:strVal val="#ppt_y"/>
                                          </p:val>
                                        </p:tav>
                                      </p:tavLst>
                                    </p:anim>
                                  </p:childTnLst>
                                </p:cTn>
                              </p:par>
                            </p:childTnLst>
                          </p:cTn>
                        </p:par>
                      </p:childTnLst>
                    </p:cTn>
                  </p:par>
                  <p:par>
                    <p:cTn id="151" fill="hold" nodeType="clickPar">
                      <p:stCondLst>
                        <p:cond delay="indefinite"/>
                      </p:stCondLst>
                      <p:childTnLst>
                        <p:par>
                          <p:cTn id="152" fill="hold" nodeType="withGroup">
                            <p:stCondLst>
                              <p:cond delay="0"/>
                            </p:stCondLst>
                            <p:childTnLst>
                              <p:par>
                                <p:cTn id="153" presetID="2" presetClass="entr" presetSubtype="9" fill="hold" nodeType="clickEffect">
                                  <p:stCondLst>
                                    <p:cond delay="0"/>
                                  </p:stCondLst>
                                  <p:childTnLst>
                                    <p:set>
                                      <p:cBhvr>
                                        <p:cTn id="154" dur="1" fill="hold">
                                          <p:stCondLst>
                                            <p:cond delay="0"/>
                                          </p:stCondLst>
                                        </p:cTn>
                                        <p:tgtEl>
                                          <p:spTgt spid="3"/>
                                        </p:tgtEl>
                                        <p:attrNameLst>
                                          <p:attrName>style.visibility</p:attrName>
                                        </p:attrNameLst>
                                      </p:cBhvr>
                                      <p:to>
                                        <p:strVal val="visible"/>
                                      </p:to>
                                    </p:set>
                                    <p:anim calcmode="lin" valueType="num">
                                      <p:cBhvr additive="base">
                                        <p:cTn id="155" dur="500" fill="hold"/>
                                        <p:tgtEl>
                                          <p:spTgt spid="3"/>
                                        </p:tgtEl>
                                        <p:attrNameLst>
                                          <p:attrName>ppt_x</p:attrName>
                                        </p:attrNameLst>
                                      </p:cBhvr>
                                      <p:tavLst>
                                        <p:tav tm="0">
                                          <p:val>
                                            <p:strVal val="0-#ppt_w/2"/>
                                          </p:val>
                                        </p:tav>
                                        <p:tav tm="100000">
                                          <p:val>
                                            <p:strVal val="#ppt_x"/>
                                          </p:val>
                                        </p:tav>
                                      </p:tavLst>
                                    </p:anim>
                                    <p:anim calcmode="lin" valueType="num">
                                      <p:cBhvr additive="base">
                                        <p:cTn id="156" dur="500" fill="hold"/>
                                        <p:tgtEl>
                                          <p:spTgt spid="3"/>
                                        </p:tgtEl>
                                        <p:attrNameLst>
                                          <p:attrName>ppt_y</p:attrName>
                                        </p:attrNameLst>
                                      </p:cBhvr>
                                      <p:tavLst>
                                        <p:tav tm="0">
                                          <p:val>
                                            <p:strVal val="0-#ppt_h/2"/>
                                          </p:val>
                                        </p:tav>
                                        <p:tav tm="100000">
                                          <p:val>
                                            <p:strVal val="#ppt_y"/>
                                          </p:val>
                                        </p:tav>
                                      </p:tavLst>
                                    </p:anim>
                                  </p:childTnLst>
                                </p:cTn>
                              </p:par>
                            </p:childTnLst>
                          </p:cTn>
                        </p:par>
                      </p:childTnLst>
                    </p:cTn>
                  </p:par>
                  <p:par>
                    <p:cTn id="157" fill="hold" nodeType="clickPar">
                      <p:stCondLst>
                        <p:cond delay="indefinite"/>
                      </p:stCondLst>
                      <p:childTnLst>
                        <p:par>
                          <p:cTn id="158" fill="hold" nodeType="withGroup">
                            <p:stCondLst>
                              <p:cond delay="0"/>
                            </p:stCondLst>
                            <p:childTnLst>
                              <p:par>
                                <p:cTn id="159" presetID="22" presetClass="entr" presetSubtype="4" fill="hold" grpId="0" nodeType="clickEffect">
                                  <p:stCondLst>
                                    <p:cond delay="0"/>
                                  </p:stCondLst>
                                  <p:childTnLst>
                                    <p:set>
                                      <p:cBhvr>
                                        <p:cTn id="160" dur="1" fill="hold">
                                          <p:stCondLst>
                                            <p:cond delay="0"/>
                                          </p:stCondLst>
                                        </p:cTn>
                                        <p:tgtEl>
                                          <p:spTgt spid="39025"/>
                                        </p:tgtEl>
                                        <p:attrNameLst>
                                          <p:attrName>style.visibility</p:attrName>
                                        </p:attrNameLst>
                                      </p:cBhvr>
                                      <p:to>
                                        <p:strVal val="visible"/>
                                      </p:to>
                                    </p:set>
                                    <p:animEffect transition="in" filter="wipe(down)">
                                      <p:cBhvr>
                                        <p:cTn id="161" dur="500"/>
                                        <p:tgtEl>
                                          <p:spTgt spid="39025"/>
                                        </p:tgtEl>
                                      </p:cBhvr>
                                    </p:animEffect>
                                  </p:childTnLst>
                                </p:cTn>
                              </p:par>
                              <p:par>
                                <p:cTn id="162" presetID="22" presetClass="entr" presetSubtype="4" fill="hold" grpId="0" nodeType="withEffect">
                                  <p:stCondLst>
                                    <p:cond delay="0"/>
                                  </p:stCondLst>
                                  <p:childTnLst>
                                    <p:set>
                                      <p:cBhvr>
                                        <p:cTn id="163" dur="1" fill="hold">
                                          <p:stCondLst>
                                            <p:cond delay="0"/>
                                          </p:stCondLst>
                                        </p:cTn>
                                        <p:tgtEl>
                                          <p:spTgt spid="39026"/>
                                        </p:tgtEl>
                                        <p:attrNameLst>
                                          <p:attrName>style.visibility</p:attrName>
                                        </p:attrNameLst>
                                      </p:cBhvr>
                                      <p:to>
                                        <p:strVal val="visible"/>
                                      </p:to>
                                    </p:set>
                                    <p:animEffect transition="in" filter="wipe(down)">
                                      <p:cBhvr>
                                        <p:cTn id="164" dur="500"/>
                                        <p:tgtEl>
                                          <p:spTgt spid="39026"/>
                                        </p:tgtEl>
                                      </p:cBhvr>
                                    </p:animEffect>
                                  </p:childTnLst>
                                </p:cTn>
                              </p:par>
                              <p:par>
                                <p:cTn id="165" presetID="22" presetClass="entr" presetSubtype="4" fill="hold" grpId="0" nodeType="withEffect">
                                  <p:stCondLst>
                                    <p:cond delay="0"/>
                                  </p:stCondLst>
                                  <p:childTnLst>
                                    <p:set>
                                      <p:cBhvr>
                                        <p:cTn id="166" dur="1" fill="hold">
                                          <p:stCondLst>
                                            <p:cond delay="0"/>
                                          </p:stCondLst>
                                        </p:cTn>
                                        <p:tgtEl>
                                          <p:spTgt spid="39027"/>
                                        </p:tgtEl>
                                        <p:attrNameLst>
                                          <p:attrName>style.visibility</p:attrName>
                                        </p:attrNameLst>
                                      </p:cBhvr>
                                      <p:to>
                                        <p:strVal val="visible"/>
                                      </p:to>
                                    </p:set>
                                    <p:animEffect transition="in" filter="wipe(down)">
                                      <p:cBhvr>
                                        <p:cTn id="167" dur="500"/>
                                        <p:tgtEl>
                                          <p:spTgt spid="39027"/>
                                        </p:tgtEl>
                                      </p:cBhvr>
                                    </p:animEffect>
                                  </p:childTnLst>
                                </p:cTn>
                              </p:par>
                              <p:par>
                                <p:cTn id="168" presetID="22" presetClass="entr" presetSubtype="4" fill="hold" grpId="0" nodeType="withEffect">
                                  <p:stCondLst>
                                    <p:cond delay="0"/>
                                  </p:stCondLst>
                                  <p:childTnLst>
                                    <p:set>
                                      <p:cBhvr>
                                        <p:cTn id="169" dur="1" fill="hold">
                                          <p:stCondLst>
                                            <p:cond delay="0"/>
                                          </p:stCondLst>
                                        </p:cTn>
                                        <p:tgtEl>
                                          <p:spTgt spid="39028"/>
                                        </p:tgtEl>
                                        <p:attrNameLst>
                                          <p:attrName>style.visibility</p:attrName>
                                        </p:attrNameLst>
                                      </p:cBhvr>
                                      <p:to>
                                        <p:strVal val="visible"/>
                                      </p:to>
                                    </p:set>
                                    <p:animEffect transition="in" filter="wipe(down)">
                                      <p:cBhvr>
                                        <p:cTn id="170" dur="500"/>
                                        <p:tgtEl>
                                          <p:spTgt spid="39028"/>
                                        </p:tgtEl>
                                      </p:cBhvr>
                                    </p:animEffect>
                                  </p:childTnLst>
                                </p:cTn>
                              </p:par>
                              <p:par>
                                <p:cTn id="171" presetID="22" presetClass="entr" presetSubtype="4" fill="hold" grpId="0" nodeType="withEffect">
                                  <p:stCondLst>
                                    <p:cond delay="0"/>
                                  </p:stCondLst>
                                  <p:childTnLst>
                                    <p:set>
                                      <p:cBhvr>
                                        <p:cTn id="172" dur="1" fill="hold">
                                          <p:stCondLst>
                                            <p:cond delay="0"/>
                                          </p:stCondLst>
                                        </p:cTn>
                                        <p:tgtEl>
                                          <p:spTgt spid="39031"/>
                                        </p:tgtEl>
                                        <p:attrNameLst>
                                          <p:attrName>style.visibility</p:attrName>
                                        </p:attrNameLst>
                                      </p:cBhvr>
                                      <p:to>
                                        <p:strVal val="visible"/>
                                      </p:to>
                                    </p:set>
                                    <p:animEffect transition="in" filter="wipe(down)">
                                      <p:cBhvr>
                                        <p:cTn id="173" dur="500"/>
                                        <p:tgtEl>
                                          <p:spTgt spid="39031"/>
                                        </p:tgtEl>
                                      </p:cBhvr>
                                    </p:animEffect>
                                  </p:childTnLst>
                                </p:cTn>
                              </p:par>
                              <p:par>
                                <p:cTn id="174" presetID="22" presetClass="entr" presetSubtype="4" fill="hold" grpId="0" nodeType="withEffect">
                                  <p:stCondLst>
                                    <p:cond delay="0"/>
                                  </p:stCondLst>
                                  <p:childTnLst>
                                    <p:set>
                                      <p:cBhvr>
                                        <p:cTn id="175" dur="1" fill="hold">
                                          <p:stCondLst>
                                            <p:cond delay="0"/>
                                          </p:stCondLst>
                                        </p:cTn>
                                        <p:tgtEl>
                                          <p:spTgt spid="39033"/>
                                        </p:tgtEl>
                                        <p:attrNameLst>
                                          <p:attrName>style.visibility</p:attrName>
                                        </p:attrNameLst>
                                      </p:cBhvr>
                                      <p:to>
                                        <p:strVal val="visible"/>
                                      </p:to>
                                    </p:set>
                                    <p:animEffect transition="in" filter="wipe(down)">
                                      <p:cBhvr>
                                        <p:cTn id="176" dur="500"/>
                                        <p:tgtEl>
                                          <p:spTgt spid="39033"/>
                                        </p:tgtEl>
                                      </p:cBhvr>
                                    </p:animEffect>
                                  </p:childTnLst>
                                </p:cTn>
                              </p:par>
                              <p:par>
                                <p:cTn id="177" presetID="22" presetClass="entr" presetSubtype="4" fill="hold" grpId="0" nodeType="withEffect">
                                  <p:stCondLst>
                                    <p:cond delay="0"/>
                                  </p:stCondLst>
                                  <p:childTnLst>
                                    <p:set>
                                      <p:cBhvr>
                                        <p:cTn id="178" dur="1" fill="hold">
                                          <p:stCondLst>
                                            <p:cond delay="0"/>
                                          </p:stCondLst>
                                        </p:cTn>
                                        <p:tgtEl>
                                          <p:spTgt spid="39035"/>
                                        </p:tgtEl>
                                        <p:attrNameLst>
                                          <p:attrName>style.visibility</p:attrName>
                                        </p:attrNameLst>
                                      </p:cBhvr>
                                      <p:to>
                                        <p:strVal val="visible"/>
                                      </p:to>
                                    </p:set>
                                    <p:animEffect transition="in" filter="wipe(down)">
                                      <p:cBhvr>
                                        <p:cTn id="179" dur="500"/>
                                        <p:tgtEl>
                                          <p:spTgt spid="39035"/>
                                        </p:tgtEl>
                                      </p:cBhvr>
                                    </p:animEffect>
                                  </p:childTnLst>
                                </p:cTn>
                              </p:par>
                            </p:childTnLst>
                          </p:cTn>
                        </p:par>
                      </p:childTnLst>
                    </p:cTn>
                  </p:par>
                  <p:par>
                    <p:cTn id="180" fill="hold" nodeType="clickPar">
                      <p:stCondLst>
                        <p:cond delay="indefinite"/>
                      </p:stCondLst>
                      <p:childTnLst>
                        <p:par>
                          <p:cTn id="181" fill="hold" nodeType="withGroup">
                            <p:stCondLst>
                              <p:cond delay="0"/>
                            </p:stCondLst>
                            <p:childTnLst>
                              <p:par>
                                <p:cTn id="182" presetID="21" presetClass="entr" presetSubtype="4" fill="hold" nodeType="clickEffect">
                                  <p:stCondLst>
                                    <p:cond delay="0"/>
                                  </p:stCondLst>
                                  <p:childTnLst>
                                    <p:set>
                                      <p:cBhvr>
                                        <p:cTn id="183" dur="1" fill="hold">
                                          <p:stCondLst>
                                            <p:cond delay="0"/>
                                          </p:stCondLst>
                                        </p:cTn>
                                        <p:tgtEl>
                                          <p:spTgt spid="39036"/>
                                        </p:tgtEl>
                                        <p:attrNameLst>
                                          <p:attrName>style.visibility</p:attrName>
                                        </p:attrNameLst>
                                      </p:cBhvr>
                                      <p:to>
                                        <p:strVal val="visible"/>
                                      </p:to>
                                    </p:set>
                                    <p:animEffect transition="in" filter="wheel(4)">
                                      <p:cBhvr>
                                        <p:cTn id="184" dur="2000"/>
                                        <p:tgtEl>
                                          <p:spTgt spid="39036"/>
                                        </p:tgtEl>
                                      </p:cBhvr>
                                    </p:animEffect>
                                  </p:childTnLst>
                                </p:cTn>
                              </p:par>
                            </p:childTnLst>
                          </p:cTn>
                        </p:par>
                      </p:childTnLst>
                    </p:cTn>
                  </p:par>
                  <p:par>
                    <p:cTn id="185" fill="hold" nodeType="clickPar">
                      <p:stCondLst>
                        <p:cond delay="indefinite"/>
                      </p:stCondLst>
                      <p:childTnLst>
                        <p:par>
                          <p:cTn id="186" fill="hold" nodeType="withGroup">
                            <p:stCondLst>
                              <p:cond delay="0"/>
                            </p:stCondLst>
                            <p:childTnLst>
                              <p:par>
                                <p:cTn id="187" presetID="22" presetClass="entr" presetSubtype="2" fill="hold" nodeType="clickEffect">
                                  <p:stCondLst>
                                    <p:cond delay="0"/>
                                  </p:stCondLst>
                                  <p:childTnLst>
                                    <p:set>
                                      <p:cBhvr>
                                        <p:cTn id="188" dur="1" fill="hold">
                                          <p:stCondLst>
                                            <p:cond delay="0"/>
                                          </p:stCondLst>
                                        </p:cTn>
                                        <p:tgtEl>
                                          <p:spTgt spid="39037"/>
                                        </p:tgtEl>
                                        <p:attrNameLst>
                                          <p:attrName>style.visibility</p:attrName>
                                        </p:attrNameLst>
                                      </p:cBhvr>
                                      <p:to>
                                        <p:strVal val="visible"/>
                                      </p:to>
                                    </p:set>
                                    <p:animEffect transition="in" filter="wipe(right)">
                                      <p:cBhvr>
                                        <p:cTn id="189" dur="500"/>
                                        <p:tgtEl>
                                          <p:spTgt spid="39037"/>
                                        </p:tgtEl>
                                      </p:cBhvr>
                                    </p:animEffect>
                                  </p:childTnLst>
                                </p:cTn>
                              </p:par>
                            </p:childTnLst>
                          </p:cTn>
                        </p:par>
                      </p:childTnLst>
                    </p:cTn>
                  </p:par>
                  <p:par>
                    <p:cTn id="190" fill="hold" nodeType="clickPar">
                      <p:stCondLst>
                        <p:cond delay="indefinite"/>
                      </p:stCondLst>
                      <p:childTnLst>
                        <p:par>
                          <p:cTn id="191" fill="hold" nodeType="withGroup">
                            <p:stCondLst>
                              <p:cond delay="0"/>
                            </p:stCondLst>
                            <p:childTnLst>
                              <p:par>
                                <p:cTn id="192" presetID="22" presetClass="entr" presetSubtype="2" fill="hold" nodeType="clickEffect">
                                  <p:stCondLst>
                                    <p:cond delay="0"/>
                                  </p:stCondLst>
                                  <p:childTnLst>
                                    <p:set>
                                      <p:cBhvr>
                                        <p:cTn id="193" dur="1" fill="hold">
                                          <p:stCondLst>
                                            <p:cond delay="0"/>
                                          </p:stCondLst>
                                        </p:cTn>
                                        <p:tgtEl>
                                          <p:spTgt spid="39038"/>
                                        </p:tgtEl>
                                        <p:attrNameLst>
                                          <p:attrName>style.visibility</p:attrName>
                                        </p:attrNameLst>
                                      </p:cBhvr>
                                      <p:to>
                                        <p:strVal val="visible"/>
                                      </p:to>
                                    </p:set>
                                    <p:animEffect transition="in" filter="wipe(right)">
                                      <p:cBhvr>
                                        <p:cTn id="194" dur="500"/>
                                        <p:tgtEl>
                                          <p:spTgt spid="39038"/>
                                        </p:tgtEl>
                                      </p:cBhvr>
                                    </p:animEffect>
                                  </p:childTnLst>
                                </p:cTn>
                              </p:par>
                            </p:childTnLst>
                          </p:cTn>
                        </p:par>
                      </p:childTnLst>
                    </p:cTn>
                  </p:par>
                  <p:par>
                    <p:cTn id="195" fill="hold" nodeType="clickPar">
                      <p:stCondLst>
                        <p:cond delay="indefinite"/>
                      </p:stCondLst>
                      <p:childTnLst>
                        <p:par>
                          <p:cTn id="196" fill="hold" nodeType="withGroup">
                            <p:stCondLst>
                              <p:cond delay="0"/>
                            </p:stCondLst>
                            <p:childTnLst>
                              <p:par>
                                <p:cTn id="197" presetID="22" presetClass="entr" presetSubtype="2" fill="hold" nodeType="clickEffect">
                                  <p:stCondLst>
                                    <p:cond delay="0"/>
                                  </p:stCondLst>
                                  <p:childTnLst>
                                    <p:set>
                                      <p:cBhvr>
                                        <p:cTn id="198" dur="1" fill="hold">
                                          <p:stCondLst>
                                            <p:cond delay="0"/>
                                          </p:stCondLst>
                                        </p:cTn>
                                        <p:tgtEl>
                                          <p:spTgt spid="39040"/>
                                        </p:tgtEl>
                                        <p:attrNameLst>
                                          <p:attrName>style.visibility</p:attrName>
                                        </p:attrNameLst>
                                      </p:cBhvr>
                                      <p:to>
                                        <p:strVal val="visible"/>
                                      </p:to>
                                    </p:set>
                                    <p:animEffect transition="in" filter="wipe(right)">
                                      <p:cBhvr>
                                        <p:cTn id="199" dur="500"/>
                                        <p:tgtEl>
                                          <p:spTgt spid="39040"/>
                                        </p:tgtEl>
                                      </p:cBhvr>
                                    </p:animEffect>
                                  </p:childTnLst>
                                </p:cTn>
                              </p:par>
                            </p:childTnLst>
                          </p:cTn>
                        </p:par>
                      </p:childTnLst>
                    </p:cTn>
                  </p:par>
                  <p:par>
                    <p:cTn id="200" fill="hold" nodeType="clickPar">
                      <p:stCondLst>
                        <p:cond delay="indefinite"/>
                      </p:stCondLst>
                      <p:childTnLst>
                        <p:par>
                          <p:cTn id="201" fill="hold" nodeType="withGroup">
                            <p:stCondLst>
                              <p:cond delay="0"/>
                            </p:stCondLst>
                            <p:childTnLst>
                              <p:par>
                                <p:cTn id="202" presetID="22" presetClass="entr" presetSubtype="2" fill="hold" nodeType="clickEffect">
                                  <p:stCondLst>
                                    <p:cond delay="0"/>
                                  </p:stCondLst>
                                  <p:childTnLst>
                                    <p:set>
                                      <p:cBhvr>
                                        <p:cTn id="203" dur="1" fill="hold">
                                          <p:stCondLst>
                                            <p:cond delay="0"/>
                                          </p:stCondLst>
                                        </p:cTn>
                                        <p:tgtEl>
                                          <p:spTgt spid="39039"/>
                                        </p:tgtEl>
                                        <p:attrNameLst>
                                          <p:attrName>style.visibility</p:attrName>
                                        </p:attrNameLst>
                                      </p:cBhvr>
                                      <p:to>
                                        <p:strVal val="visible"/>
                                      </p:to>
                                    </p:set>
                                    <p:animEffect transition="in" filter="wipe(right)">
                                      <p:cBhvr>
                                        <p:cTn id="204" dur="500"/>
                                        <p:tgtEl>
                                          <p:spTgt spid="39039"/>
                                        </p:tgtEl>
                                      </p:cBhvr>
                                    </p:animEffect>
                                  </p:childTnLst>
                                </p:cTn>
                              </p:par>
                            </p:childTnLst>
                          </p:cTn>
                        </p:par>
                      </p:childTnLst>
                    </p:cTn>
                  </p:par>
                  <p:par>
                    <p:cTn id="205" fill="hold" nodeType="clickPar">
                      <p:stCondLst>
                        <p:cond delay="indefinite"/>
                      </p:stCondLst>
                      <p:childTnLst>
                        <p:par>
                          <p:cTn id="206" fill="hold" nodeType="withGroup">
                            <p:stCondLst>
                              <p:cond delay="0"/>
                            </p:stCondLst>
                            <p:childTnLst>
                              <p:par>
                                <p:cTn id="207" presetID="22" presetClass="entr" presetSubtype="4" fill="hold" nodeType="clickEffect">
                                  <p:stCondLst>
                                    <p:cond delay="0"/>
                                  </p:stCondLst>
                                  <p:childTnLst>
                                    <p:set>
                                      <p:cBhvr>
                                        <p:cTn id="208" dur="1" fill="hold">
                                          <p:stCondLst>
                                            <p:cond delay="0"/>
                                          </p:stCondLst>
                                        </p:cTn>
                                        <p:tgtEl>
                                          <p:spTgt spid="39041"/>
                                        </p:tgtEl>
                                        <p:attrNameLst>
                                          <p:attrName>style.visibility</p:attrName>
                                        </p:attrNameLst>
                                      </p:cBhvr>
                                      <p:to>
                                        <p:strVal val="visible"/>
                                      </p:to>
                                    </p:set>
                                    <p:animEffect transition="in" filter="wipe(down)">
                                      <p:cBhvr>
                                        <p:cTn id="209" dur="500"/>
                                        <p:tgtEl>
                                          <p:spTgt spid="39041"/>
                                        </p:tgtEl>
                                      </p:cBhvr>
                                    </p:animEffect>
                                  </p:childTnLst>
                                </p:cTn>
                              </p:par>
                            </p:childTnLst>
                          </p:cTn>
                        </p:par>
                      </p:childTnLst>
                    </p:cTn>
                  </p:par>
                  <p:par>
                    <p:cTn id="210" fill="hold" nodeType="clickPar">
                      <p:stCondLst>
                        <p:cond delay="indefinite"/>
                      </p:stCondLst>
                      <p:childTnLst>
                        <p:par>
                          <p:cTn id="211" fill="hold" nodeType="withGroup">
                            <p:stCondLst>
                              <p:cond delay="0"/>
                            </p:stCondLst>
                            <p:childTnLst>
                              <p:par>
                                <p:cTn id="212" presetID="22" presetClass="entr" presetSubtype="4" fill="hold" grpId="0" nodeType="clickEffect">
                                  <p:stCondLst>
                                    <p:cond delay="0"/>
                                  </p:stCondLst>
                                  <p:childTnLst>
                                    <p:set>
                                      <p:cBhvr>
                                        <p:cTn id="213" dur="1" fill="hold">
                                          <p:stCondLst>
                                            <p:cond delay="0"/>
                                          </p:stCondLst>
                                        </p:cTn>
                                        <p:tgtEl>
                                          <p:spTgt spid="39042"/>
                                        </p:tgtEl>
                                        <p:attrNameLst>
                                          <p:attrName>style.visibility</p:attrName>
                                        </p:attrNameLst>
                                      </p:cBhvr>
                                      <p:to>
                                        <p:strVal val="visible"/>
                                      </p:to>
                                    </p:set>
                                    <p:animEffect transition="in" filter="wipe(down)">
                                      <p:cBhvr>
                                        <p:cTn id="214" dur="500"/>
                                        <p:tgtEl>
                                          <p:spTgt spid="39042"/>
                                        </p:tgtEl>
                                      </p:cBhvr>
                                    </p:animEffect>
                                  </p:childTnLst>
                                </p:cTn>
                              </p:par>
                              <p:par>
                                <p:cTn id="215" presetID="22" presetClass="entr" presetSubtype="4" fill="hold" grpId="0" nodeType="withEffect">
                                  <p:stCondLst>
                                    <p:cond delay="0"/>
                                  </p:stCondLst>
                                  <p:childTnLst>
                                    <p:set>
                                      <p:cBhvr>
                                        <p:cTn id="216" dur="1" fill="hold">
                                          <p:stCondLst>
                                            <p:cond delay="0"/>
                                          </p:stCondLst>
                                        </p:cTn>
                                        <p:tgtEl>
                                          <p:spTgt spid="39043"/>
                                        </p:tgtEl>
                                        <p:attrNameLst>
                                          <p:attrName>style.visibility</p:attrName>
                                        </p:attrNameLst>
                                      </p:cBhvr>
                                      <p:to>
                                        <p:strVal val="visible"/>
                                      </p:to>
                                    </p:set>
                                    <p:animEffect transition="in" filter="wipe(down)">
                                      <p:cBhvr>
                                        <p:cTn id="217" dur="500"/>
                                        <p:tgtEl>
                                          <p:spTgt spid="39043"/>
                                        </p:tgtEl>
                                      </p:cBhvr>
                                    </p:animEffect>
                                  </p:childTnLst>
                                </p:cTn>
                              </p:par>
                              <p:par>
                                <p:cTn id="218" presetID="22" presetClass="entr" presetSubtype="4" fill="hold" grpId="0" nodeType="withEffect">
                                  <p:stCondLst>
                                    <p:cond delay="0"/>
                                  </p:stCondLst>
                                  <p:childTnLst>
                                    <p:set>
                                      <p:cBhvr>
                                        <p:cTn id="219" dur="1" fill="hold">
                                          <p:stCondLst>
                                            <p:cond delay="0"/>
                                          </p:stCondLst>
                                        </p:cTn>
                                        <p:tgtEl>
                                          <p:spTgt spid="39044"/>
                                        </p:tgtEl>
                                        <p:attrNameLst>
                                          <p:attrName>style.visibility</p:attrName>
                                        </p:attrNameLst>
                                      </p:cBhvr>
                                      <p:to>
                                        <p:strVal val="visible"/>
                                      </p:to>
                                    </p:set>
                                    <p:animEffect transition="in" filter="wipe(down)">
                                      <p:cBhvr>
                                        <p:cTn id="220" dur="500"/>
                                        <p:tgtEl>
                                          <p:spTgt spid="39044"/>
                                        </p:tgtEl>
                                      </p:cBhvr>
                                    </p:animEffect>
                                  </p:childTnLst>
                                </p:cTn>
                              </p:par>
                              <p:par>
                                <p:cTn id="221" presetID="22" presetClass="entr" presetSubtype="4" fill="hold" grpId="0" nodeType="withEffect">
                                  <p:stCondLst>
                                    <p:cond delay="0"/>
                                  </p:stCondLst>
                                  <p:childTnLst>
                                    <p:set>
                                      <p:cBhvr>
                                        <p:cTn id="222" dur="1" fill="hold">
                                          <p:stCondLst>
                                            <p:cond delay="0"/>
                                          </p:stCondLst>
                                        </p:cTn>
                                        <p:tgtEl>
                                          <p:spTgt spid="39045"/>
                                        </p:tgtEl>
                                        <p:attrNameLst>
                                          <p:attrName>style.visibility</p:attrName>
                                        </p:attrNameLst>
                                      </p:cBhvr>
                                      <p:to>
                                        <p:strVal val="visible"/>
                                      </p:to>
                                    </p:set>
                                    <p:animEffect transition="in" filter="wipe(down)">
                                      <p:cBhvr>
                                        <p:cTn id="223" dur="500"/>
                                        <p:tgtEl>
                                          <p:spTgt spid="39045"/>
                                        </p:tgtEl>
                                      </p:cBhvr>
                                    </p:animEffect>
                                  </p:childTnLst>
                                </p:cTn>
                              </p:par>
                              <p:par>
                                <p:cTn id="224" presetID="22" presetClass="entr" presetSubtype="4" fill="hold" grpId="0" nodeType="withEffect">
                                  <p:stCondLst>
                                    <p:cond delay="0"/>
                                  </p:stCondLst>
                                  <p:childTnLst>
                                    <p:set>
                                      <p:cBhvr>
                                        <p:cTn id="225" dur="1" fill="hold">
                                          <p:stCondLst>
                                            <p:cond delay="0"/>
                                          </p:stCondLst>
                                        </p:cTn>
                                        <p:tgtEl>
                                          <p:spTgt spid="39046"/>
                                        </p:tgtEl>
                                        <p:attrNameLst>
                                          <p:attrName>style.visibility</p:attrName>
                                        </p:attrNameLst>
                                      </p:cBhvr>
                                      <p:to>
                                        <p:strVal val="visible"/>
                                      </p:to>
                                    </p:set>
                                    <p:animEffect transition="in" filter="wipe(down)">
                                      <p:cBhvr>
                                        <p:cTn id="226" dur="500"/>
                                        <p:tgtEl>
                                          <p:spTgt spid="39046"/>
                                        </p:tgtEl>
                                      </p:cBhvr>
                                    </p:animEffect>
                                  </p:childTnLst>
                                </p:cTn>
                              </p:par>
                              <p:par>
                                <p:cTn id="227" presetID="22" presetClass="entr" presetSubtype="4" fill="hold" grpId="0" nodeType="withEffect">
                                  <p:stCondLst>
                                    <p:cond delay="0"/>
                                  </p:stCondLst>
                                  <p:childTnLst>
                                    <p:set>
                                      <p:cBhvr>
                                        <p:cTn id="228" dur="1" fill="hold">
                                          <p:stCondLst>
                                            <p:cond delay="0"/>
                                          </p:stCondLst>
                                        </p:cTn>
                                        <p:tgtEl>
                                          <p:spTgt spid="39047"/>
                                        </p:tgtEl>
                                        <p:attrNameLst>
                                          <p:attrName>style.visibility</p:attrName>
                                        </p:attrNameLst>
                                      </p:cBhvr>
                                      <p:to>
                                        <p:strVal val="visible"/>
                                      </p:to>
                                    </p:set>
                                    <p:animEffect transition="in" filter="wipe(down)">
                                      <p:cBhvr>
                                        <p:cTn id="229" dur="500"/>
                                        <p:tgtEl>
                                          <p:spTgt spid="39047"/>
                                        </p:tgtEl>
                                      </p:cBhvr>
                                    </p:animEffect>
                                  </p:childTnLst>
                                </p:cTn>
                              </p:par>
                              <p:par>
                                <p:cTn id="230" presetID="22" presetClass="entr" presetSubtype="4" fill="hold" grpId="0" nodeType="withEffect">
                                  <p:stCondLst>
                                    <p:cond delay="0"/>
                                  </p:stCondLst>
                                  <p:childTnLst>
                                    <p:set>
                                      <p:cBhvr>
                                        <p:cTn id="231" dur="1" fill="hold">
                                          <p:stCondLst>
                                            <p:cond delay="0"/>
                                          </p:stCondLst>
                                        </p:cTn>
                                        <p:tgtEl>
                                          <p:spTgt spid="39048"/>
                                        </p:tgtEl>
                                        <p:attrNameLst>
                                          <p:attrName>style.visibility</p:attrName>
                                        </p:attrNameLst>
                                      </p:cBhvr>
                                      <p:to>
                                        <p:strVal val="visible"/>
                                      </p:to>
                                    </p:set>
                                    <p:animEffect transition="in" filter="wipe(down)">
                                      <p:cBhvr>
                                        <p:cTn id="232" dur="500"/>
                                        <p:tgtEl>
                                          <p:spTgt spid="39048"/>
                                        </p:tgtEl>
                                      </p:cBhvr>
                                    </p:animEffect>
                                  </p:childTnLst>
                                </p:cTn>
                              </p:par>
                            </p:childTnLst>
                          </p:cTn>
                        </p:par>
                      </p:childTnLst>
                    </p:cTn>
                  </p:par>
                  <p:par>
                    <p:cTn id="233" fill="hold" nodeType="clickPar">
                      <p:stCondLst>
                        <p:cond delay="indefinite"/>
                      </p:stCondLst>
                      <p:childTnLst>
                        <p:par>
                          <p:cTn id="234" fill="hold" nodeType="withGroup">
                            <p:stCondLst>
                              <p:cond delay="0"/>
                            </p:stCondLst>
                            <p:childTnLst>
                              <p:par>
                                <p:cTn id="235" presetID="22" presetClass="entr" presetSubtype="1" fill="hold" nodeType="clickEffect">
                                  <p:stCondLst>
                                    <p:cond delay="0"/>
                                  </p:stCondLst>
                                  <p:childTnLst>
                                    <p:set>
                                      <p:cBhvr>
                                        <p:cTn id="236" dur="1" fill="hold">
                                          <p:stCondLst>
                                            <p:cond delay="0"/>
                                          </p:stCondLst>
                                        </p:cTn>
                                        <p:tgtEl>
                                          <p:spTgt spid="39049"/>
                                        </p:tgtEl>
                                        <p:attrNameLst>
                                          <p:attrName>style.visibility</p:attrName>
                                        </p:attrNameLst>
                                      </p:cBhvr>
                                      <p:to>
                                        <p:strVal val="visible"/>
                                      </p:to>
                                    </p:set>
                                    <p:animEffect transition="in" filter="wipe(up)">
                                      <p:cBhvr>
                                        <p:cTn id="237" dur="500"/>
                                        <p:tgtEl>
                                          <p:spTgt spid="39049"/>
                                        </p:tgtEl>
                                      </p:cBhvr>
                                    </p:animEffect>
                                  </p:childTnLst>
                                </p:cTn>
                              </p:par>
                            </p:childTnLst>
                          </p:cTn>
                        </p:par>
                      </p:childTnLst>
                    </p:cTn>
                  </p:par>
                  <p:par>
                    <p:cTn id="238" fill="hold" nodeType="clickPar">
                      <p:stCondLst>
                        <p:cond delay="indefinite"/>
                      </p:stCondLst>
                      <p:childTnLst>
                        <p:par>
                          <p:cTn id="239" fill="hold" nodeType="withGroup">
                            <p:stCondLst>
                              <p:cond delay="0"/>
                            </p:stCondLst>
                            <p:childTnLst>
                              <p:par>
                                <p:cTn id="240" presetID="22" presetClass="entr" presetSubtype="4" fill="hold" grpId="0" nodeType="clickEffect">
                                  <p:stCondLst>
                                    <p:cond delay="0"/>
                                  </p:stCondLst>
                                  <p:childTnLst>
                                    <p:set>
                                      <p:cBhvr>
                                        <p:cTn id="241" dur="1" fill="hold">
                                          <p:stCondLst>
                                            <p:cond delay="0"/>
                                          </p:stCondLst>
                                        </p:cTn>
                                        <p:tgtEl>
                                          <p:spTgt spid="39056"/>
                                        </p:tgtEl>
                                        <p:attrNameLst>
                                          <p:attrName>style.visibility</p:attrName>
                                        </p:attrNameLst>
                                      </p:cBhvr>
                                      <p:to>
                                        <p:strVal val="visible"/>
                                      </p:to>
                                    </p:set>
                                    <p:animEffect transition="in" filter="wipe(down)">
                                      <p:cBhvr>
                                        <p:cTn id="242" dur="500"/>
                                        <p:tgtEl>
                                          <p:spTgt spid="39056"/>
                                        </p:tgtEl>
                                      </p:cBhvr>
                                    </p:animEffect>
                                  </p:childTnLst>
                                </p:cTn>
                              </p:par>
                            </p:childTnLst>
                          </p:cTn>
                        </p:par>
                      </p:childTnLst>
                    </p:cTn>
                  </p:par>
                  <p:par>
                    <p:cTn id="243" fill="hold" nodeType="clickPar">
                      <p:stCondLst>
                        <p:cond delay="indefinite"/>
                      </p:stCondLst>
                      <p:childTnLst>
                        <p:par>
                          <p:cTn id="244" fill="hold" nodeType="withGroup">
                            <p:stCondLst>
                              <p:cond delay="0"/>
                            </p:stCondLst>
                            <p:childTnLst>
                              <p:par>
                                <p:cTn id="245" presetID="22" presetClass="entr" presetSubtype="4" fill="hold" grpId="0" nodeType="clickEffect">
                                  <p:stCondLst>
                                    <p:cond delay="0"/>
                                  </p:stCondLst>
                                  <p:childTnLst>
                                    <p:set>
                                      <p:cBhvr>
                                        <p:cTn id="246" dur="1" fill="hold">
                                          <p:stCondLst>
                                            <p:cond delay="0"/>
                                          </p:stCondLst>
                                        </p:cTn>
                                        <p:tgtEl>
                                          <p:spTgt spid="39057"/>
                                        </p:tgtEl>
                                        <p:attrNameLst>
                                          <p:attrName>style.visibility</p:attrName>
                                        </p:attrNameLst>
                                      </p:cBhvr>
                                      <p:to>
                                        <p:strVal val="visible"/>
                                      </p:to>
                                    </p:set>
                                    <p:animEffect transition="in" filter="wipe(down)">
                                      <p:cBhvr>
                                        <p:cTn id="247" dur="500"/>
                                        <p:tgtEl>
                                          <p:spTgt spid="39057"/>
                                        </p:tgtEl>
                                      </p:cBhvr>
                                    </p:animEffect>
                                  </p:childTnLst>
                                </p:cTn>
                              </p:par>
                            </p:childTnLst>
                          </p:cTn>
                        </p:par>
                      </p:childTnLst>
                    </p:cTn>
                  </p:par>
                  <p:par>
                    <p:cTn id="248" fill="hold" nodeType="clickPar">
                      <p:stCondLst>
                        <p:cond delay="indefinite"/>
                      </p:stCondLst>
                      <p:childTnLst>
                        <p:par>
                          <p:cTn id="249" fill="hold" nodeType="withGroup">
                            <p:stCondLst>
                              <p:cond delay="0"/>
                            </p:stCondLst>
                            <p:childTnLst>
                              <p:par>
                                <p:cTn id="250" presetID="22" presetClass="entr" presetSubtype="1" fill="hold" nodeType="clickEffect">
                                  <p:stCondLst>
                                    <p:cond delay="0"/>
                                  </p:stCondLst>
                                  <p:childTnLst>
                                    <p:set>
                                      <p:cBhvr>
                                        <p:cTn id="251" dur="1" fill="hold">
                                          <p:stCondLst>
                                            <p:cond delay="0"/>
                                          </p:stCondLst>
                                        </p:cTn>
                                        <p:tgtEl>
                                          <p:spTgt spid="39050"/>
                                        </p:tgtEl>
                                        <p:attrNameLst>
                                          <p:attrName>style.visibility</p:attrName>
                                        </p:attrNameLst>
                                      </p:cBhvr>
                                      <p:to>
                                        <p:strVal val="visible"/>
                                      </p:to>
                                    </p:set>
                                    <p:animEffect transition="in" filter="wipe(up)">
                                      <p:cBhvr>
                                        <p:cTn id="252" dur="1000"/>
                                        <p:tgtEl>
                                          <p:spTgt spid="39050"/>
                                        </p:tgtEl>
                                      </p:cBhvr>
                                    </p:animEffect>
                                  </p:childTnLst>
                                </p:cTn>
                              </p:par>
                            </p:childTnLst>
                          </p:cTn>
                        </p:par>
                      </p:childTnLst>
                    </p:cTn>
                  </p:par>
                  <p:par>
                    <p:cTn id="253" fill="hold" nodeType="clickPar">
                      <p:stCondLst>
                        <p:cond delay="indefinite"/>
                      </p:stCondLst>
                      <p:childTnLst>
                        <p:par>
                          <p:cTn id="254" fill="hold" nodeType="withGroup">
                            <p:stCondLst>
                              <p:cond delay="0"/>
                            </p:stCondLst>
                            <p:childTnLst>
                              <p:par>
                                <p:cTn id="255" presetID="22" presetClass="entr" presetSubtype="1" fill="hold" nodeType="clickEffect">
                                  <p:stCondLst>
                                    <p:cond delay="0"/>
                                  </p:stCondLst>
                                  <p:childTnLst>
                                    <p:set>
                                      <p:cBhvr>
                                        <p:cTn id="256" dur="1" fill="hold">
                                          <p:stCondLst>
                                            <p:cond delay="0"/>
                                          </p:stCondLst>
                                        </p:cTn>
                                        <p:tgtEl>
                                          <p:spTgt spid="39052"/>
                                        </p:tgtEl>
                                        <p:attrNameLst>
                                          <p:attrName>style.visibility</p:attrName>
                                        </p:attrNameLst>
                                      </p:cBhvr>
                                      <p:to>
                                        <p:strVal val="visible"/>
                                      </p:to>
                                    </p:set>
                                    <p:animEffect transition="in" filter="wipe(up)">
                                      <p:cBhvr>
                                        <p:cTn id="257" dur="1000"/>
                                        <p:tgtEl>
                                          <p:spTgt spid="39052"/>
                                        </p:tgtEl>
                                      </p:cBhvr>
                                    </p:animEffect>
                                  </p:childTnLst>
                                </p:cTn>
                              </p:par>
                            </p:childTnLst>
                          </p:cTn>
                        </p:par>
                      </p:childTnLst>
                    </p:cTn>
                  </p:par>
                  <p:par>
                    <p:cTn id="258" fill="hold" nodeType="clickPar">
                      <p:stCondLst>
                        <p:cond delay="indefinite"/>
                      </p:stCondLst>
                      <p:childTnLst>
                        <p:par>
                          <p:cTn id="259" fill="hold" nodeType="withGroup">
                            <p:stCondLst>
                              <p:cond delay="0"/>
                            </p:stCondLst>
                            <p:childTnLst>
                              <p:par>
                                <p:cTn id="260" presetID="22" presetClass="entr" presetSubtype="1" fill="hold" nodeType="clickEffect">
                                  <p:stCondLst>
                                    <p:cond delay="0"/>
                                  </p:stCondLst>
                                  <p:childTnLst>
                                    <p:set>
                                      <p:cBhvr>
                                        <p:cTn id="261" dur="1" fill="hold">
                                          <p:stCondLst>
                                            <p:cond delay="0"/>
                                          </p:stCondLst>
                                        </p:cTn>
                                        <p:tgtEl>
                                          <p:spTgt spid="39054"/>
                                        </p:tgtEl>
                                        <p:attrNameLst>
                                          <p:attrName>style.visibility</p:attrName>
                                        </p:attrNameLst>
                                      </p:cBhvr>
                                      <p:to>
                                        <p:strVal val="visible"/>
                                      </p:to>
                                    </p:set>
                                    <p:animEffect transition="in" filter="wipe(up)">
                                      <p:cBhvr>
                                        <p:cTn id="262" dur="1000"/>
                                        <p:tgtEl>
                                          <p:spTgt spid="39054"/>
                                        </p:tgtEl>
                                      </p:cBhvr>
                                    </p:animEffect>
                                  </p:childTnLst>
                                </p:cTn>
                              </p:par>
                            </p:childTnLst>
                          </p:cTn>
                        </p:par>
                      </p:childTnLst>
                    </p:cTn>
                  </p:par>
                  <p:par>
                    <p:cTn id="263" fill="hold" nodeType="clickPar">
                      <p:stCondLst>
                        <p:cond delay="indefinite"/>
                      </p:stCondLst>
                      <p:childTnLst>
                        <p:par>
                          <p:cTn id="264" fill="hold" nodeType="withGroup">
                            <p:stCondLst>
                              <p:cond delay="0"/>
                            </p:stCondLst>
                            <p:childTnLst>
                              <p:par>
                                <p:cTn id="265" presetID="22" presetClass="entr" presetSubtype="1" fill="hold" nodeType="clickEffect">
                                  <p:stCondLst>
                                    <p:cond delay="0"/>
                                  </p:stCondLst>
                                  <p:childTnLst>
                                    <p:set>
                                      <p:cBhvr>
                                        <p:cTn id="266" dur="1" fill="hold">
                                          <p:stCondLst>
                                            <p:cond delay="0"/>
                                          </p:stCondLst>
                                        </p:cTn>
                                        <p:tgtEl>
                                          <p:spTgt spid="39055"/>
                                        </p:tgtEl>
                                        <p:attrNameLst>
                                          <p:attrName>style.visibility</p:attrName>
                                        </p:attrNameLst>
                                      </p:cBhvr>
                                      <p:to>
                                        <p:strVal val="visible"/>
                                      </p:to>
                                    </p:set>
                                    <p:animEffect transition="in" filter="wipe(up)">
                                      <p:cBhvr>
                                        <p:cTn id="267" dur="1000"/>
                                        <p:tgtEl>
                                          <p:spTgt spid="39055"/>
                                        </p:tgtEl>
                                      </p:cBhvr>
                                    </p:animEffect>
                                  </p:childTnLst>
                                </p:cTn>
                              </p:par>
                            </p:childTnLst>
                          </p:cTn>
                        </p:par>
                      </p:childTnLst>
                    </p:cTn>
                  </p:par>
                  <p:par>
                    <p:cTn id="268" fill="hold" nodeType="clickPar">
                      <p:stCondLst>
                        <p:cond delay="indefinite"/>
                      </p:stCondLst>
                      <p:childTnLst>
                        <p:par>
                          <p:cTn id="269" fill="hold" nodeType="withGroup">
                            <p:stCondLst>
                              <p:cond delay="0"/>
                            </p:stCondLst>
                            <p:childTnLst>
                              <p:par>
                                <p:cTn id="270" presetID="2" presetClass="entr" presetSubtype="3" fill="hold" grpId="0" nodeType="clickEffect">
                                  <p:stCondLst>
                                    <p:cond delay="0"/>
                                  </p:stCondLst>
                                  <p:childTnLst>
                                    <p:set>
                                      <p:cBhvr>
                                        <p:cTn id="271" dur="1" fill="hold">
                                          <p:stCondLst>
                                            <p:cond delay="0"/>
                                          </p:stCondLst>
                                        </p:cTn>
                                        <p:tgtEl>
                                          <p:spTgt spid="39058"/>
                                        </p:tgtEl>
                                        <p:attrNameLst>
                                          <p:attrName>style.visibility</p:attrName>
                                        </p:attrNameLst>
                                      </p:cBhvr>
                                      <p:to>
                                        <p:strVal val="visible"/>
                                      </p:to>
                                    </p:set>
                                    <p:anim calcmode="lin" valueType="num">
                                      <p:cBhvr additive="base">
                                        <p:cTn id="272" dur="1000" fill="hold"/>
                                        <p:tgtEl>
                                          <p:spTgt spid="39058"/>
                                        </p:tgtEl>
                                        <p:attrNameLst>
                                          <p:attrName>ppt_x</p:attrName>
                                        </p:attrNameLst>
                                      </p:cBhvr>
                                      <p:tavLst>
                                        <p:tav tm="0">
                                          <p:val>
                                            <p:strVal val="1+#ppt_w/2"/>
                                          </p:val>
                                        </p:tav>
                                        <p:tav tm="100000">
                                          <p:val>
                                            <p:strVal val="#ppt_x"/>
                                          </p:val>
                                        </p:tav>
                                      </p:tavLst>
                                    </p:anim>
                                    <p:anim calcmode="lin" valueType="num">
                                      <p:cBhvr additive="base">
                                        <p:cTn id="273" dur="1000" fill="hold"/>
                                        <p:tgtEl>
                                          <p:spTgt spid="39058"/>
                                        </p:tgtEl>
                                        <p:attrNameLst>
                                          <p:attrName>ppt_y</p:attrName>
                                        </p:attrNameLst>
                                      </p:cBhvr>
                                      <p:tavLst>
                                        <p:tav tm="0">
                                          <p:val>
                                            <p:strVal val="0-#ppt_h/2"/>
                                          </p:val>
                                        </p:tav>
                                        <p:tav tm="100000">
                                          <p:val>
                                            <p:strVal val="#ppt_y"/>
                                          </p:val>
                                        </p:tav>
                                      </p:tavLst>
                                    </p:anim>
                                  </p:childTnLst>
                                </p:cTn>
                              </p:par>
                              <p:par>
                                <p:cTn id="274" presetID="22" presetClass="entr" presetSubtype="4" fill="hold" grpId="0" nodeType="withEffect">
                                  <p:stCondLst>
                                    <p:cond delay="0"/>
                                  </p:stCondLst>
                                  <p:childTnLst>
                                    <p:set>
                                      <p:cBhvr>
                                        <p:cTn id="275" dur="1" fill="hold">
                                          <p:stCondLst>
                                            <p:cond delay="0"/>
                                          </p:stCondLst>
                                        </p:cTn>
                                        <p:tgtEl>
                                          <p:spTgt spid="39059"/>
                                        </p:tgtEl>
                                        <p:attrNameLst>
                                          <p:attrName>style.visibility</p:attrName>
                                        </p:attrNameLst>
                                      </p:cBhvr>
                                      <p:to>
                                        <p:strVal val="visible"/>
                                      </p:to>
                                    </p:set>
                                    <p:animEffect transition="in" filter="wipe(down)">
                                      <p:cBhvr>
                                        <p:cTn id="276" dur="500"/>
                                        <p:tgtEl>
                                          <p:spTgt spid="39059"/>
                                        </p:tgtEl>
                                      </p:cBhvr>
                                    </p:animEffect>
                                  </p:childTnLst>
                                </p:cTn>
                              </p:par>
                            </p:childTnLst>
                          </p:cTn>
                        </p:par>
                      </p:childTnLst>
                    </p:cTn>
                  </p:par>
                  <p:par>
                    <p:cTn id="277" fill="hold" nodeType="clickPar">
                      <p:stCondLst>
                        <p:cond delay="indefinite"/>
                      </p:stCondLst>
                      <p:childTnLst>
                        <p:par>
                          <p:cTn id="278" fill="hold" nodeType="withGroup">
                            <p:stCondLst>
                              <p:cond delay="0"/>
                            </p:stCondLst>
                            <p:childTnLst>
                              <p:par>
                                <p:cTn id="279" presetID="2" presetClass="entr" presetSubtype="3" fill="hold" grpId="0" nodeType="clickEffect">
                                  <p:stCondLst>
                                    <p:cond delay="0"/>
                                  </p:stCondLst>
                                  <p:childTnLst>
                                    <p:set>
                                      <p:cBhvr>
                                        <p:cTn id="280" dur="1" fill="hold">
                                          <p:stCondLst>
                                            <p:cond delay="0"/>
                                          </p:stCondLst>
                                        </p:cTn>
                                        <p:tgtEl>
                                          <p:spTgt spid="39060"/>
                                        </p:tgtEl>
                                        <p:attrNameLst>
                                          <p:attrName>style.visibility</p:attrName>
                                        </p:attrNameLst>
                                      </p:cBhvr>
                                      <p:to>
                                        <p:strVal val="visible"/>
                                      </p:to>
                                    </p:set>
                                    <p:anim calcmode="lin" valueType="num">
                                      <p:cBhvr additive="base">
                                        <p:cTn id="281" dur="1000" fill="hold"/>
                                        <p:tgtEl>
                                          <p:spTgt spid="39060"/>
                                        </p:tgtEl>
                                        <p:attrNameLst>
                                          <p:attrName>ppt_x</p:attrName>
                                        </p:attrNameLst>
                                      </p:cBhvr>
                                      <p:tavLst>
                                        <p:tav tm="0">
                                          <p:val>
                                            <p:strVal val="1+#ppt_w/2"/>
                                          </p:val>
                                        </p:tav>
                                        <p:tav tm="100000">
                                          <p:val>
                                            <p:strVal val="#ppt_x"/>
                                          </p:val>
                                        </p:tav>
                                      </p:tavLst>
                                    </p:anim>
                                    <p:anim calcmode="lin" valueType="num">
                                      <p:cBhvr additive="base">
                                        <p:cTn id="282" dur="1000" fill="hold"/>
                                        <p:tgtEl>
                                          <p:spTgt spid="39060"/>
                                        </p:tgtEl>
                                        <p:attrNameLst>
                                          <p:attrName>ppt_y</p:attrName>
                                        </p:attrNameLst>
                                      </p:cBhvr>
                                      <p:tavLst>
                                        <p:tav tm="0">
                                          <p:val>
                                            <p:strVal val="0-#ppt_h/2"/>
                                          </p:val>
                                        </p:tav>
                                        <p:tav tm="100000">
                                          <p:val>
                                            <p:strVal val="#ppt_y"/>
                                          </p:val>
                                        </p:tav>
                                      </p:tavLst>
                                    </p:anim>
                                  </p:childTnLst>
                                </p:cTn>
                              </p:par>
                              <p:par>
                                <p:cTn id="283" presetID="22" presetClass="entr" presetSubtype="4" fill="hold" grpId="0" nodeType="withEffect">
                                  <p:stCondLst>
                                    <p:cond delay="0"/>
                                  </p:stCondLst>
                                  <p:childTnLst>
                                    <p:set>
                                      <p:cBhvr>
                                        <p:cTn id="284" dur="1" fill="hold">
                                          <p:stCondLst>
                                            <p:cond delay="0"/>
                                          </p:stCondLst>
                                        </p:cTn>
                                        <p:tgtEl>
                                          <p:spTgt spid="39061"/>
                                        </p:tgtEl>
                                        <p:attrNameLst>
                                          <p:attrName>style.visibility</p:attrName>
                                        </p:attrNameLst>
                                      </p:cBhvr>
                                      <p:to>
                                        <p:strVal val="visible"/>
                                      </p:to>
                                    </p:set>
                                    <p:animEffect transition="in" filter="wipe(down)">
                                      <p:cBhvr>
                                        <p:cTn id="285" dur="500"/>
                                        <p:tgtEl>
                                          <p:spTgt spid="39061"/>
                                        </p:tgtEl>
                                      </p:cBhvr>
                                    </p:animEffect>
                                  </p:childTnLst>
                                </p:cTn>
                              </p:par>
                            </p:childTnLst>
                          </p:cTn>
                        </p:par>
                      </p:childTnLst>
                    </p:cTn>
                  </p:par>
                  <p:par>
                    <p:cTn id="286" fill="hold" nodeType="clickPar">
                      <p:stCondLst>
                        <p:cond delay="indefinite"/>
                      </p:stCondLst>
                      <p:childTnLst>
                        <p:par>
                          <p:cTn id="287" fill="hold" nodeType="withGroup">
                            <p:stCondLst>
                              <p:cond delay="0"/>
                            </p:stCondLst>
                            <p:childTnLst>
                              <p:par>
                                <p:cTn id="288" presetID="2" presetClass="entr" presetSubtype="3" fill="hold" grpId="0" nodeType="clickEffect">
                                  <p:stCondLst>
                                    <p:cond delay="0"/>
                                  </p:stCondLst>
                                  <p:childTnLst>
                                    <p:set>
                                      <p:cBhvr>
                                        <p:cTn id="289" dur="1" fill="hold">
                                          <p:stCondLst>
                                            <p:cond delay="0"/>
                                          </p:stCondLst>
                                        </p:cTn>
                                        <p:tgtEl>
                                          <p:spTgt spid="39063"/>
                                        </p:tgtEl>
                                        <p:attrNameLst>
                                          <p:attrName>style.visibility</p:attrName>
                                        </p:attrNameLst>
                                      </p:cBhvr>
                                      <p:to>
                                        <p:strVal val="visible"/>
                                      </p:to>
                                    </p:set>
                                    <p:anim calcmode="lin" valueType="num">
                                      <p:cBhvr additive="base">
                                        <p:cTn id="290" dur="1000" fill="hold"/>
                                        <p:tgtEl>
                                          <p:spTgt spid="39063"/>
                                        </p:tgtEl>
                                        <p:attrNameLst>
                                          <p:attrName>ppt_x</p:attrName>
                                        </p:attrNameLst>
                                      </p:cBhvr>
                                      <p:tavLst>
                                        <p:tav tm="0">
                                          <p:val>
                                            <p:strVal val="1+#ppt_w/2"/>
                                          </p:val>
                                        </p:tav>
                                        <p:tav tm="100000">
                                          <p:val>
                                            <p:strVal val="#ppt_x"/>
                                          </p:val>
                                        </p:tav>
                                      </p:tavLst>
                                    </p:anim>
                                    <p:anim calcmode="lin" valueType="num">
                                      <p:cBhvr additive="base">
                                        <p:cTn id="291" dur="1000" fill="hold"/>
                                        <p:tgtEl>
                                          <p:spTgt spid="39063"/>
                                        </p:tgtEl>
                                        <p:attrNameLst>
                                          <p:attrName>ppt_y</p:attrName>
                                        </p:attrNameLst>
                                      </p:cBhvr>
                                      <p:tavLst>
                                        <p:tav tm="0">
                                          <p:val>
                                            <p:strVal val="0-#ppt_h/2"/>
                                          </p:val>
                                        </p:tav>
                                        <p:tav tm="100000">
                                          <p:val>
                                            <p:strVal val="#ppt_y"/>
                                          </p:val>
                                        </p:tav>
                                      </p:tavLst>
                                    </p:anim>
                                  </p:childTnLst>
                                </p:cTn>
                              </p:par>
                              <p:par>
                                <p:cTn id="292" presetID="22" presetClass="entr" presetSubtype="4" fill="hold" grpId="0" nodeType="withEffect">
                                  <p:stCondLst>
                                    <p:cond delay="0"/>
                                  </p:stCondLst>
                                  <p:childTnLst>
                                    <p:set>
                                      <p:cBhvr>
                                        <p:cTn id="293" dur="1" fill="hold">
                                          <p:stCondLst>
                                            <p:cond delay="0"/>
                                          </p:stCondLst>
                                        </p:cTn>
                                        <p:tgtEl>
                                          <p:spTgt spid="39064"/>
                                        </p:tgtEl>
                                        <p:attrNameLst>
                                          <p:attrName>style.visibility</p:attrName>
                                        </p:attrNameLst>
                                      </p:cBhvr>
                                      <p:to>
                                        <p:strVal val="visible"/>
                                      </p:to>
                                    </p:set>
                                    <p:animEffect transition="in" filter="wipe(down)">
                                      <p:cBhvr>
                                        <p:cTn id="294" dur="500"/>
                                        <p:tgtEl>
                                          <p:spTgt spid="39064"/>
                                        </p:tgtEl>
                                      </p:cBhvr>
                                    </p:animEffect>
                                  </p:childTnLst>
                                </p:cTn>
                              </p:par>
                            </p:childTnLst>
                          </p:cTn>
                        </p:par>
                      </p:childTnLst>
                    </p:cTn>
                  </p:par>
                  <p:par>
                    <p:cTn id="295" fill="hold" nodeType="clickPar">
                      <p:stCondLst>
                        <p:cond delay="indefinite"/>
                      </p:stCondLst>
                      <p:childTnLst>
                        <p:par>
                          <p:cTn id="296" fill="hold" nodeType="withGroup">
                            <p:stCondLst>
                              <p:cond delay="0"/>
                            </p:stCondLst>
                            <p:childTnLst>
                              <p:par>
                                <p:cTn id="297" presetID="2" presetClass="entr" presetSubtype="3" fill="hold" grpId="0" nodeType="clickEffect">
                                  <p:stCondLst>
                                    <p:cond delay="0"/>
                                  </p:stCondLst>
                                  <p:childTnLst>
                                    <p:set>
                                      <p:cBhvr>
                                        <p:cTn id="298" dur="1" fill="hold">
                                          <p:stCondLst>
                                            <p:cond delay="0"/>
                                          </p:stCondLst>
                                        </p:cTn>
                                        <p:tgtEl>
                                          <p:spTgt spid="39065"/>
                                        </p:tgtEl>
                                        <p:attrNameLst>
                                          <p:attrName>style.visibility</p:attrName>
                                        </p:attrNameLst>
                                      </p:cBhvr>
                                      <p:to>
                                        <p:strVal val="visible"/>
                                      </p:to>
                                    </p:set>
                                    <p:anim calcmode="lin" valueType="num">
                                      <p:cBhvr additive="base">
                                        <p:cTn id="299" dur="1000" fill="hold"/>
                                        <p:tgtEl>
                                          <p:spTgt spid="39065"/>
                                        </p:tgtEl>
                                        <p:attrNameLst>
                                          <p:attrName>ppt_x</p:attrName>
                                        </p:attrNameLst>
                                      </p:cBhvr>
                                      <p:tavLst>
                                        <p:tav tm="0">
                                          <p:val>
                                            <p:strVal val="1+#ppt_w/2"/>
                                          </p:val>
                                        </p:tav>
                                        <p:tav tm="100000">
                                          <p:val>
                                            <p:strVal val="#ppt_x"/>
                                          </p:val>
                                        </p:tav>
                                      </p:tavLst>
                                    </p:anim>
                                    <p:anim calcmode="lin" valueType="num">
                                      <p:cBhvr additive="base">
                                        <p:cTn id="300" dur="1000" fill="hold"/>
                                        <p:tgtEl>
                                          <p:spTgt spid="39065"/>
                                        </p:tgtEl>
                                        <p:attrNameLst>
                                          <p:attrName>ppt_y</p:attrName>
                                        </p:attrNameLst>
                                      </p:cBhvr>
                                      <p:tavLst>
                                        <p:tav tm="0">
                                          <p:val>
                                            <p:strVal val="0-#ppt_h/2"/>
                                          </p:val>
                                        </p:tav>
                                        <p:tav tm="100000">
                                          <p:val>
                                            <p:strVal val="#ppt_y"/>
                                          </p:val>
                                        </p:tav>
                                      </p:tavLst>
                                    </p:anim>
                                  </p:childTnLst>
                                </p:cTn>
                              </p:par>
                              <p:par>
                                <p:cTn id="301" presetID="22" presetClass="entr" presetSubtype="4" fill="hold" grpId="0" nodeType="withEffect">
                                  <p:stCondLst>
                                    <p:cond delay="0"/>
                                  </p:stCondLst>
                                  <p:childTnLst>
                                    <p:set>
                                      <p:cBhvr>
                                        <p:cTn id="302" dur="1" fill="hold">
                                          <p:stCondLst>
                                            <p:cond delay="0"/>
                                          </p:stCondLst>
                                        </p:cTn>
                                        <p:tgtEl>
                                          <p:spTgt spid="39066"/>
                                        </p:tgtEl>
                                        <p:attrNameLst>
                                          <p:attrName>style.visibility</p:attrName>
                                        </p:attrNameLst>
                                      </p:cBhvr>
                                      <p:to>
                                        <p:strVal val="visible"/>
                                      </p:to>
                                    </p:set>
                                    <p:animEffect transition="in" filter="wipe(down)">
                                      <p:cBhvr>
                                        <p:cTn id="303" dur="500"/>
                                        <p:tgtEl>
                                          <p:spTgt spid="39066"/>
                                        </p:tgtEl>
                                      </p:cBhvr>
                                    </p:animEffect>
                                  </p:childTnLst>
                                </p:cTn>
                              </p:par>
                            </p:childTnLst>
                          </p:cTn>
                        </p:par>
                      </p:childTnLst>
                    </p:cTn>
                  </p:par>
                  <p:par>
                    <p:cTn id="304" fill="hold" nodeType="clickPar">
                      <p:stCondLst>
                        <p:cond delay="indefinite"/>
                      </p:stCondLst>
                      <p:childTnLst>
                        <p:par>
                          <p:cTn id="305" fill="hold" nodeType="withGroup">
                            <p:stCondLst>
                              <p:cond delay="0"/>
                            </p:stCondLst>
                            <p:childTnLst>
                              <p:par>
                                <p:cTn id="306" presetID="2" presetClass="entr" presetSubtype="3" fill="hold" grpId="0" nodeType="clickEffect">
                                  <p:stCondLst>
                                    <p:cond delay="0"/>
                                  </p:stCondLst>
                                  <p:childTnLst>
                                    <p:set>
                                      <p:cBhvr>
                                        <p:cTn id="307" dur="1" fill="hold">
                                          <p:stCondLst>
                                            <p:cond delay="0"/>
                                          </p:stCondLst>
                                        </p:cTn>
                                        <p:tgtEl>
                                          <p:spTgt spid="39067"/>
                                        </p:tgtEl>
                                        <p:attrNameLst>
                                          <p:attrName>style.visibility</p:attrName>
                                        </p:attrNameLst>
                                      </p:cBhvr>
                                      <p:to>
                                        <p:strVal val="visible"/>
                                      </p:to>
                                    </p:set>
                                    <p:anim calcmode="lin" valueType="num">
                                      <p:cBhvr additive="base">
                                        <p:cTn id="308" dur="1000" fill="hold"/>
                                        <p:tgtEl>
                                          <p:spTgt spid="39067"/>
                                        </p:tgtEl>
                                        <p:attrNameLst>
                                          <p:attrName>ppt_x</p:attrName>
                                        </p:attrNameLst>
                                      </p:cBhvr>
                                      <p:tavLst>
                                        <p:tav tm="0">
                                          <p:val>
                                            <p:strVal val="1+#ppt_w/2"/>
                                          </p:val>
                                        </p:tav>
                                        <p:tav tm="100000">
                                          <p:val>
                                            <p:strVal val="#ppt_x"/>
                                          </p:val>
                                        </p:tav>
                                      </p:tavLst>
                                    </p:anim>
                                    <p:anim calcmode="lin" valueType="num">
                                      <p:cBhvr additive="base">
                                        <p:cTn id="309" dur="1000" fill="hold"/>
                                        <p:tgtEl>
                                          <p:spTgt spid="39067"/>
                                        </p:tgtEl>
                                        <p:attrNameLst>
                                          <p:attrName>ppt_y</p:attrName>
                                        </p:attrNameLst>
                                      </p:cBhvr>
                                      <p:tavLst>
                                        <p:tav tm="0">
                                          <p:val>
                                            <p:strVal val="0-#ppt_h/2"/>
                                          </p:val>
                                        </p:tav>
                                        <p:tav tm="100000">
                                          <p:val>
                                            <p:strVal val="#ppt_y"/>
                                          </p:val>
                                        </p:tav>
                                      </p:tavLst>
                                    </p:anim>
                                  </p:childTnLst>
                                </p:cTn>
                              </p:par>
                              <p:par>
                                <p:cTn id="310" presetID="22" presetClass="entr" presetSubtype="4" fill="hold" grpId="0" nodeType="withEffect">
                                  <p:stCondLst>
                                    <p:cond delay="0"/>
                                  </p:stCondLst>
                                  <p:childTnLst>
                                    <p:set>
                                      <p:cBhvr>
                                        <p:cTn id="311" dur="1" fill="hold">
                                          <p:stCondLst>
                                            <p:cond delay="0"/>
                                          </p:stCondLst>
                                        </p:cTn>
                                        <p:tgtEl>
                                          <p:spTgt spid="39068"/>
                                        </p:tgtEl>
                                        <p:attrNameLst>
                                          <p:attrName>style.visibility</p:attrName>
                                        </p:attrNameLst>
                                      </p:cBhvr>
                                      <p:to>
                                        <p:strVal val="visible"/>
                                      </p:to>
                                    </p:set>
                                    <p:animEffect transition="in" filter="wipe(down)">
                                      <p:cBhvr>
                                        <p:cTn id="312" dur="500"/>
                                        <p:tgtEl>
                                          <p:spTgt spid="39068"/>
                                        </p:tgtEl>
                                      </p:cBhvr>
                                    </p:animEffect>
                                  </p:childTnLst>
                                </p:cTn>
                              </p:par>
                            </p:childTnLst>
                          </p:cTn>
                        </p:par>
                      </p:childTnLst>
                    </p:cTn>
                  </p:par>
                  <p:par>
                    <p:cTn id="313" fill="hold" nodeType="clickPar">
                      <p:stCondLst>
                        <p:cond delay="indefinite"/>
                      </p:stCondLst>
                      <p:childTnLst>
                        <p:par>
                          <p:cTn id="314" fill="hold" nodeType="withGroup">
                            <p:stCondLst>
                              <p:cond delay="0"/>
                            </p:stCondLst>
                            <p:childTnLst>
                              <p:par>
                                <p:cTn id="315" presetID="2" presetClass="entr" presetSubtype="3" fill="hold" grpId="0" nodeType="clickEffect">
                                  <p:stCondLst>
                                    <p:cond delay="0"/>
                                  </p:stCondLst>
                                  <p:childTnLst>
                                    <p:set>
                                      <p:cBhvr>
                                        <p:cTn id="316" dur="1" fill="hold">
                                          <p:stCondLst>
                                            <p:cond delay="0"/>
                                          </p:stCondLst>
                                        </p:cTn>
                                        <p:tgtEl>
                                          <p:spTgt spid="39069"/>
                                        </p:tgtEl>
                                        <p:attrNameLst>
                                          <p:attrName>style.visibility</p:attrName>
                                        </p:attrNameLst>
                                      </p:cBhvr>
                                      <p:to>
                                        <p:strVal val="visible"/>
                                      </p:to>
                                    </p:set>
                                    <p:anim calcmode="lin" valueType="num">
                                      <p:cBhvr additive="base">
                                        <p:cTn id="317" dur="1000" fill="hold"/>
                                        <p:tgtEl>
                                          <p:spTgt spid="39069"/>
                                        </p:tgtEl>
                                        <p:attrNameLst>
                                          <p:attrName>ppt_x</p:attrName>
                                        </p:attrNameLst>
                                      </p:cBhvr>
                                      <p:tavLst>
                                        <p:tav tm="0">
                                          <p:val>
                                            <p:strVal val="1+#ppt_w/2"/>
                                          </p:val>
                                        </p:tav>
                                        <p:tav tm="100000">
                                          <p:val>
                                            <p:strVal val="#ppt_x"/>
                                          </p:val>
                                        </p:tav>
                                      </p:tavLst>
                                    </p:anim>
                                    <p:anim calcmode="lin" valueType="num">
                                      <p:cBhvr additive="base">
                                        <p:cTn id="318" dur="1000" fill="hold"/>
                                        <p:tgtEl>
                                          <p:spTgt spid="39069"/>
                                        </p:tgtEl>
                                        <p:attrNameLst>
                                          <p:attrName>ppt_y</p:attrName>
                                        </p:attrNameLst>
                                      </p:cBhvr>
                                      <p:tavLst>
                                        <p:tav tm="0">
                                          <p:val>
                                            <p:strVal val="0-#ppt_h/2"/>
                                          </p:val>
                                        </p:tav>
                                        <p:tav tm="100000">
                                          <p:val>
                                            <p:strVal val="#ppt_y"/>
                                          </p:val>
                                        </p:tav>
                                      </p:tavLst>
                                    </p:anim>
                                  </p:childTnLst>
                                </p:cTn>
                              </p:par>
                              <p:par>
                                <p:cTn id="319" presetID="22" presetClass="entr" presetSubtype="4" fill="hold" grpId="0" nodeType="withEffect">
                                  <p:stCondLst>
                                    <p:cond delay="0"/>
                                  </p:stCondLst>
                                  <p:childTnLst>
                                    <p:set>
                                      <p:cBhvr>
                                        <p:cTn id="320" dur="1" fill="hold">
                                          <p:stCondLst>
                                            <p:cond delay="0"/>
                                          </p:stCondLst>
                                        </p:cTn>
                                        <p:tgtEl>
                                          <p:spTgt spid="39070"/>
                                        </p:tgtEl>
                                        <p:attrNameLst>
                                          <p:attrName>style.visibility</p:attrName>
                                        </p:attrNameLst>
                                      </p:cBhvr>
                                      <p:to>
                                        <p:strVal val="visible"/>
                                      </p:to>
                                    </p:set>
                                    <p:animEffect transition="in" filter="wipe(down)">
                                      <p:cBhvr>
                                        <p:cTn id="321" dur="500"/>
                                        <p:tgtEl>
                                          <p:spTgt spid="39070"/>
                                        </p:tgtEl>
                                      </p:cBhvr>
                                    </p:animEffect>
                                  </p:childTnLst>
                                </p:cTn>
                              </p:par>
                            </p:childTnLst>
                          </p:cTn>
                        </p:par>
                      </p:childTnLst>
                    </p:cTn>
                  </p:par>
                  <p:par>
                    <p:cTn id="322" fill="hold" nodeType="clickPar">
                      <p:stCondLst>
                        <p:cond delay="indefinite"/>
                      </p:stCondLst>
                      <p:childTnLst>
                        <p:par>
                          <p:cTn id="323" fill="hold" nodeType="withGroup">
                            <p:stCondLst>
                              <p:cond delay="0"/>
                            </p:stCondLst>
                            <p:childTnLst>
                              <p:par>
                                <p:cTn id="324" presetID="2" presetClass="entr" presetSubtype="3" fill="hold" grpId="0" nodeType="clickEffect">
                                  <p:stCondLst>
                                    <p:cond delay="0"/>
                                  </p:stCondLst>
                                  <p:childTnLst>
                                    <p:set>
                                      <p:cBhvr>
                                        <p:cTn id="325" dur="1" fill="hold">
                                          <p:stCondLst>
                                            <p:cond delay="0"/>
                                          </p:stCondLst>
                                        </p:cTn>
                                        <p:tgtEl>
                                          <p:spTgt spid="39071"/>
                                        </p:tgtEl>
                                        <p:attrNameLst>
                                          <p:attrName>style.visibility</p:attrName>
                                        </p:attrNameLst>
                                      </p:cBhvr>
                                      <p:to>
                                        <p:strVal val="visible"/>
                                      </p:to>
                                    </p:set>
                                    <p:anim calcmode="lin" valueType="num">
                                      <p:cBhvr additive="base">
                                        <p:cTn id="326" dur="1000" fill="hold"/>
                                        <p:tgtEl>
                                          <p:spTgt spid="39071"/>
                                        </p:tgtEl>
                                        <p:attrNameLst>
                                          <p:attrName>ppt_x</p:attrName>
                                        </p:attrNameLst>
                                      </p:cBhvr>
                                      <p:tavLst>
                                        <p:tav tm="0">
                                          <p:val>
                                            <p:strVal val="1+#ppt_w/2"/>
                                          </p:val>
                                        </p:tav>
                                        <p:tav tm="100000">
                                          <p:val>
                                            <p:strVal val="#ppt_x"/>
                                          </p:val>
                                        </p:tav>
                                      </p:tavLst>
                                    </p:anim>
                                    <p:anim calcmode="lin" valueType="num">
                                      <p:cBhvr additive="base">
                                        <p:cTn id="327" dur="1000" fill="hold"/>
                                        <p:tgtEl>
                                          <p:spTgt spid="39071"/>
                                        </p:tgtEl>
                                        <p:attrNameLst>
                                          <p:attrName>ppt_y</p:attrName>
                                        </p:attrNameLst>
                                      </p:cBhvr>
                                      <p:tavLst>
                                        <p:tav tm="0">
                                          <p:val>
                                            <p:strVal val="0-#ppt_h/2"/>
                                          </p:val>
                                        </p:tav>
                                        <p:tav tm="100000">
                                          <p:val>
                                            <p:strVal val="#ppt_y"/>
                                          </p:val>
                                        </p:tav>
                                      </p:tavLst>
                                    </p:anim>
                                  </p:childTnLst>
                                </p:cTn>
                              </p:par>
                              <p:par>
                                <p:cTn id="328" presetID="22" presetClass="entr" presetSubtype="4" fill="hold" grpId="0" nodeType="withEffect">
                                  <p:stCondLst>
                                    <p:cond delay="0"/>
                                  </p:stCondLst>
                                  <p:childTnLst>
                                    <p:set>
                                      <p:cBhvr>
                                        <p:cTn id="329" dur="1" fill="hold">
                                          <p:stCondLst>
                                            <p:cond delay="0"/>
                                          </p:stCondLst>
                                        </p:cTn>
                                        <p:tgtEl>
                                          <p:spTgt spid="39072"/>
                                        </p:tgtEl>
                                        <p:attrNameLst>
                                          <p:attrName>style.visibility</p:attrName>
                                        </p:attrNameLst>
                                      </p:cBhvr>
                                      <p:to>
                                        <p:strVal val="visible"/>
                                      </p:to>
                                    </p:set>
                                    <p:animEffect transition="in" filter="wipe(down)">
                                      <p:cBhvr>
                                        <p:cTn id="330" dur="500"/>
                                        <p:tgtEl>
                                          <p:spTgt spid="39072"/>
                                        </p:tgtEl>
                                      </p:cBhvr>
                                    </p:animEffect>
                                  </p:childTnLst>
                                </p:cTn>
                              </p:par>
                            </p:childTnLst>
                          </p:cTn>
                        </p:par>
                      </p:childTnLst>
                    </p:cTn>
                  </p:par>
                  <p:par>
                    <p:cTn id="331" fill="hold" nodeType="clickPar">
                      <p:stCondLst>
                        <p:cond delay="indefinite"/>
                      </p:stCondLst>
                      <p:childTnLst>
                        <p:par>
                          <p:cTn id="332" fill="hold" nodeType="withGroup">
                            <p:stCondLst>
                              <p:cond delay="0"/>
                            </p:stCondLst>
                            <p:childTnLst>
                              <p:par>
                                <p:cTn id="333" presetID="21" presetClass="entr" presetSubtype="4" fill="hold" nodeType="clickEffect">
                                  <p:stCondLst>
                                    <p:cond delay="0"/>
                                  </p:stCondLst>
                                  <p:childTnLst>
                                    <p:set>
                                      <p:cBhvr>
                                        <p:cTn id="334" dur="1" fill="hold">
                                          <p:stCondLst>
                                            <p:cond delay="0"/>
                                          </p:stCondLst>
                                        </p:cTn>
                                        <p:tgtEl>
                                          <p:spTgt spid="39062"/>
                                        </p:tgtEl>
                                        <p:attrNameLst>
                                          <p:attrName>style.visibility</p:attrName>
                                        </p:attrNameLst>
                                      </p:cBhvr>
                                      <p:to>
                                        <p:strVal val="visible"/>
                                      </p:to>
                                    </p:set>
                                    <p:animEffect transition="in" filter="wheel(4)">
                                      <p:cBhvr>
                                        <p:cTn id="335" dur="2000"/>
                                        <p:tgtEl>
                                          <p:spTgt spid="39062"/>
                                        </p:tgtEl>
                                      </p:cBhvr>
                                    </p:animEffect>
                                  </p:childTnLst>
                                </p:cTn>
                              </p:par>
                            </p:childTnLst>
                          </p:cTn>
                        </p:par>
                      </p:childTnLst>
                    </p:cTn>
                  </p:par>
                  <p:par>
                    <p:cTn id="336" fill="hold" nodeType="clickPar">
                      <p:stCondLst>
                        <p:cond delay="indefinite"/>
                      </p:stCondLst>
                      <p:childTnLst>
                        <p:par>
                          <p:cTn id="337" fill="hold" nodeType="withGroup">
                            <p:stCondLst>
                              <p:cond delay="0"/>
                            </p:stCondLst>
                            <p:childTnLst>
                              <p:par>
                                <p:cTn id="338" presetID="22" presetClass="entr" presetSubtype="1" fill="hold" nodeType="clickEffect">
                                  <p:stCondLst>
                                    <p:cond delay="0"/>
                                  </p:stCondLst>
                                  <p:childTnLst>
                                    <p:set>
                                      <p:cBhvr>
                                        <p:cTn id="339" dur="1" fill="hold">
                                          <p:stCondLst>
                                            <p:cond delay="0"/>
                                          </p:stCondLst>
                                        </p:cTn>
                                        <p:tgtEl>
                                          <p:spTgt spid="39073"/>
                                        </p:tgtEl>
                                        <p:attrNameLst>
                                          <p:attrName>style.visibility</p:attrName>
                                        </p:attrNameLst>
                                      </p:cBhvr>
                                      <p:to>
                                        <p:strVal val="visible"/>
                                      </p:to>
                                    </p:set>
                                    <p:animEffect transition="in" filter="wipe(up)">
                                      <p:cBhvr>
                                        <p:cTn id="340" dur="2000"/>
                                        <p:tgtEl>
                                          <p:spTgt spid="39073"/>
                                        </p:tgtEl>
                                      </p:cBhvr>
                                    </p:animEffect>
                                  </p:childTnLst>
                                </p:cTn>
                              </p:par>
                            </p:childTnLst>
                          </p:cTn>
                        </p:par>
                      </p:childTnLst>
                    </p:cTn>
                  </p:par>
                  <p:par>
                    <p:cTn id="341" fill="hold" nodeType="clickPar">
                      <p:stCondLst>
                        <p:cond delay="indefinite"/>
                      </p:stCondLst>
                      <p:childTnLst>
                        <p:par>
                          <p:cTn id="342" fill="hold" nodeType="withGroup">
                            <p:stCondLst>
                              <p:cond delay="0"/>
                            </p:stCondLst>
                            <p:childTnLst>
                              <p:par>
                                <p:cTn id="343" presetID="22" presetClass="entr" presetSubtype="2" fill="hold" nodeType="clickEffect">
                                  <p:stCondLst>
                                    <p:cond delay="0"/>
                                  </p:stCondLst>
                                  <p:childTnLst>
                                    <p:set>
                                      <p:cBhvr>
                                        <p:cTn id="344" dur="1" fill="hold">
                                          <p:stCondLst>
                                            <p:cond delay="0"/>
                                          </p:stCondLst>
                                        </p:cTn>
                                        <p:tgtEl>
                                          <p:spTgt spid="39074"/>
                                        </p:tgtEl>
                                        <p:attrNameLst>
                                          <p:attrName>style.visibility</p:attrName>
                                        </p:attrNameLst>
                                      </p:cBhvr>
                                      <p:to>
                                        <p:strVal val="visible"/>
                                      </p:to>
                                    </p:set>
                                    <p:animEffect transition="in" filter="wipe(right)">
                                      <p:cBhvr>
                                        <p:cTn id="345" dur="2000"/>
                                        <p:tgtEl>
                                          <p:spTgt spid="39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995" grpId="0" animBg="1"/>
      <p:bldP spid="38999" grpId="0"/>
      <p:bldP spid="39014" grpId="0" animBg="1"/>
      <p:bldP spid="39015" grpId="0" animBg="1"/>
      <p:bldP spid="39018" grpId="0" animBg="1"/>
      <p:bldP spid="39020" grpId="0" animBg="1"/>
      <p:bldP spid="39024" grpId="0" animBg="1"/>
      <p:bldP spid="39025" grpId="0"/>
      <p:bldP spid="39026" grpId="0"/>
      <p:bldP spid="39027" grpId="0"/>
      <p:bldP spid="39028" grpId="0"/>
      <p:bldP spid="39029" grpId="0" animBg="1"/>
      <p:bldP spid="39030" grpId="0" animBg="1"/>
      <p:bldP spid="39031" grpId="0"/>
      <p:bldP spid="39032" grpId="0" animBg="1"/>
      <p:bldP spid="39033" grpId="0"/>
      <p:bldP spid="39034" grpId="0" animBg="1"/>
      <p:bldP spid="39035" grpId="0"/>
      <p:bldP spid="39042" grpId="0"/>
      <p:bldP spid="39043" grpId="0"/>
      <p:bldP spid="39044" grpId="0"/>
      <p:bldP spid="39045" grpId="0"/>
      <p:bldP spid="39046" grpId="0"/>
      <p:bldP spid="39047" grpId="0"/>
      <p:bldP spid="39048" grpId="0"/>
      <p:bldP spid="39056" grpId="0"/>
      <p:bldP spid="39057" grpId="0"/>
      <p:bldP spid="39058" grpId="0" animBg="1"/>
      <p:bldP spid="39059" grpId="0"/>
      <p:bldP spid="39060" grpId="0" animBg="1"/>
      <p:bldP spid="39061" grpId="0"/>
      <p:bldP spid="39063" grpId="0" animBg="1"/>
      <p:bldP spid="39064" grpId="0"/>
      <p:bldP spid="39065" grpId="0" animBg="1"/>
      <p:bldP spid="39066" grpId="0"/>
      <p:bldP spid="39067" grpId="0" animBg="1"/>
      <p:bldP spid="39068" grpId="0"/>
      <p:bldP spid="39069" grpId="0" animBg="1"/>
      <p:bldP spid="39070" grpId="0"/>
      <p:bldP spid="39071" grpId="0" animBg="1"/>
      <p:bldP spid="3907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Text Box 4"/>
          <p:cNvSpPr txBox="1">
            <a:spLocks noChangeArrowheads="1"/>
          </p:cNvSpPr>
          <p:nvPr/>
        </p:nvSpPr>
        <p:spPr bwMode="auto">
          <a:xfrm>
            <a:off x="252413" y="4030663"/>
            <a:ext cx="5842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a:solidFill>
                  <a:srgbClr val="000000"/>
                </a:solidFill>
                <a:latin typeface="Calibri" panose="020F0502020204030204" pitchFamily="34" charset="0"/>
              </a:rPr>
              <a:t>X</a:t>
            </a:r>
          </a:p>
        </p:txBody>
      </p:sp>
      <p:sp>
        <p:nvSpPr>
          <p:cNvPr id="45059" name="Line 5"/>
          <p:cNvSpPr>
            <a:spLocks noChangeShapeType="1"/>
          </p:cNvSpPr>
          <p:nvPr/>
        </p:nvSpPr>
        <p:spPr bwMode="auto">
          <a:xfrm>
            <a:off x="658813" y="4208463"/>
            <a:ext cx="763270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060" name="Text Box 6"/>
          <p:cNvSpPr txBox="1">
            <a:spLocks noChangeArrowheads="1"/>
          </p:cNvSpPr>
          <p:nvPr/>
        </p:nvSpPr>
        <p:spPr bwMode="auto">
          <a:xfrm>
            <a:off x="8291513" y="3971925"/>
            <a:ext cx="584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800">
                <a:solidFill>
                  <a:srgbClr val="000000"/>
                </a:solidFill>
                <a:latin typeface="Calibri" panose="020F0502020204030204" pitchFamily="34" charset="0"/>
              </a:rPr>
              <a:t>Y</a:t>
            </a:r>
          </a:p>
        </p:txBody>
      </p:sp>
      <p:sp>
        <p:nvSpPr>
          <p:cNvPr id="45061" name="Oval 7"/>
          <p:cNvSpPr>
            <a:spLocks noChangeArrowheads="1"/>
          </p:cNvSpPr>
          <p:nvPr/>
        </p:nvSpPr>
        <p:spPr bwMode="auto">
          <a:xfrm>
            <a:off x="1955800" y="4692650"/>
            <a:ext cx="1828800" cy="1828800"/>
          </a:xfrm>
          <a:prstGeom prst="ellipse">
            <a:avLst/>
          </a:prstGeom>
          <a:solidFill>
            <a:schemeClr val="accent1">
              <a:alpha val="0"/>
            </a:schemeClr>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grpSp>
        <p:nvGrpSpPr>
          <p:cNvPr id="45062" name="Group 19"/>
          <p:cNvGrpSpPr>
            <a:grpSpLocks/>
          </p:cNvGrpSpPr>
          <p:nvPr/>
        </p:nvGrpSpPr>
        <p:grpSpPr bwMode="auto">
          <a:xfrm>
            <a:off x="1958975" y="4691063"/>
            <a:ext cx="1831975" cy="1831975"/>
            <a:chOff x="2950" y="2496"/>
            <a:chExt cx="1154" cy="1154"/>
          </a:xfrm>
        </p:grpSpPr>
        <p:sp>
          <p:nvSpPr>
            <p:cNvPr id="13509" name="Line 12"/>
            <p:cNvSpPr>
              <a:spLocks noChangeShapeType="1"/>
            </p:cNvSpPr>
            <p:nvPr/>
          </p:nvSpPr>
          <p:spPr bwMode="auto">
            <a:xfrm>
              <a:off x="2952" y="3074"/>
              <a:ext cx="1152" cy="0"/>
            </a:xfrm>
            <a:prstGeom prst="line">
              <a:avLst/>
            </a:prstGeom>
            <a:noFill/>
            <a:ln w="9525">
              <a:solidFill>
                <a:schemeClr val="bg1">
                  <a:lumMod val="65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13510" name="Line 13"/>
            <p:cNvSpPr>
              <a:spLocks noChangeShapeType="1"/>
            </p:cNvSpPr>
            <p:nvPr/>
          </p:nvSpPr>
          <p:spPr bwMode="auto">
            <a:xfrm rot="1800000">
              <a:off x="2952" y="3074"/>
              <a:ext cx="1152" cy="0"/>
            </a:xfrm>
            <a:prstGeom prst="line">
              <a:avLst/>
            </a:prstGeom>
            <a:noFill/>
            <a:ln w="9525">
              <a:solidFill>
                <a:schemeClr val="bg1">
                  <a:lumMod val="65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13511" name="Line 14"/>
            <p:cNvSpPr>
              <a:spLocks noChangeShapeType="1"/>
            </p:cNvSpPr>
            <p:nvPr/>
          </p:nvSpPr>
          <p:spPr bwMode="auto">
            <a:xfrm rot="3600000">
              <a:off x="2950" y="3074"/>
              <a:ext cx="1152" cy="0"/>
            </a:xfrm>
            <a:prstGeom prst="line">
              <a:avLst/>
            </a:prstGeom>
            <a:noFill/>
            <a:ln w="9525">
              <a:solidFill>
                <a:schemeClr val="bg1">
                  <a:lumMod val="65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13512" name="Line 15"/>
            <p:cNvSpPr>
              <a:spLocks noChangeShapeType="1"/>
            </p:cNvSpPr>
            <p:nvPr/>
          </p:nvSpPr>
          <p:spPr bwMode="auto">
            <a:xfrm rot="5400000">
              <a:off x="2950" y="3074"/>
              <a:ext cx="1152" cy="0"/>
            </a:xfrm>
            <a:prstGeom prst="line">
              <a:avLst/>
            </a:prstGeom>
            <a:noFill/>
            <a:ln w="9525">
              <a:solidFill>
                <a:schemeClr val="bg1">
                  <a:lumMod val="65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13513" name="Line 17"/>
            <p:cNvSpPr>
              <a:spLocks noChangeShapeType="1"/>
            </p:cNvSpPr>
            <p:nvPr/>
          </p:nvSpPr>
          <p:spPr bwMode="auto">
            <a:xfrm rot="-1800000">
              <a:off x="2950" y="3074"/>
              <a:ext cx="1152" cy="0"/>
            </a:xfrm>
            <a:prstGeom prst="line">
              <a:avLst/>
            </a:prstGeom>
            <a:noFill/>
            <a:ln w="9525">
              <a:solidFill>
                <a:schemeClr val="bg1">
                  <a:lumMod val="65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13514" name="Line 18"/>
            <p:cNvSpPr>
              <a:spLocks noChangeShapeType="1"/>
            </p:cNvSpPr>
            <p:nvPr/>
          </p:nvSpPr>
          <p:spPr bwMode="auto">
            <a:xfrm rot="-3600000">
              <a:off x="2950" y="3072"/>
              <a:ext cx="1152" cy="0"/>
            </a:xfrm>
            <a:prstGeom prst="line">
              <a:avLst/>
            </a:prstGeom>
            <a:noFill/>
            <a:ln w="9525">
              <a:solidFill>
                <a:schemeClr val="bg1">
                  <a:lumMod val="65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grpSp>
      <p:sp>
        <p:nvSpPr>
          <p:cNvPr id="39956" name="Line 20"/>
          <p:cNvSpPr>
            <a:spLocks noChangeShapeType="1"/>
          </p:cNvSpPr>
          <p:nvPr/>
        </p:nvSpPr>
        <p:spPr bwMode="auto">
          <a:xfrm flipV="1">
            <a:off x="1955800" y="4208463"/>
            <a:ext cx="3175" cy="1398587"/>
          </a:xfrm>
          <a:prstGeom prst="line">
            <a:avLst/>
          </a:prstGeom>
          <a:noFill/>
          <a:ln w="9525">
            <a:solidFill>
              <a:schemeClr val="bg1">
                <a:lumMod val="5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grpSp>
        <p:nvGrpSpPr>
          <p:cNvPr id="45064" name="Group 21"/>
          <p:cNvGrpSpPr>
            <a:grpSpLocks/>
          </p:cNvGrpSpPr>
          <p:nvPr/>
        </p:nvGrpSpPr>
        <p:grpSpPr bwMode="auto">
          <a:xfrm>
            <a:off x="1609725" y="4422775"/>
            <a:ext cx="2586038" cy="2451100"/>
            <a:chOff x="2819" y="828"/>
            <a:chExt cx="1629" cy="1544"/>
          </a:xfrm>
        </p:grpSpPr>
        <p:sp>
          <p:nvSpPr>
            <p:cNvPr id="45241" name="Text Box 22"/>
            <p:cNvSpPr txBox="1">
              <a:spLocks noChangeArrowheads="1"/>
            </p:cNvSpPr>
            <p:nvPr/>
          </p:nvSpPr>
          <p:spPr bwMode="auto">
            <a:xfrm>
              <a:off x="2819" y="1504"/>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400" b="1">
                  <a:solidFill>
                    <a:srgbClr val="000000"/>
                  </a:solidFill>
                  <a:latin typeface="Calibri" panose="020F0502020204030204" pitchFamily="34" charset="0"/>
                </a:rPr>
                <a:t>1</a:t>
              </a:r>
            </a:p>
          </p:txBody>
        </p:sp>
        <p:sp>
          <p:nvSpPr>
            <p:cNvPr id="45242" name="Text Box 23"/>
            <p:cNvSpPr txBox="1">
              <a:spLocks noChangeArrowheads="1"/>
            </p:cNvSpPr>
            <p:nvPr/>
          </p:nvSpPr>
          <p:spPr bwMode="auto">
            <a:xfrm>
              <a:off x="2935" y="1136"/>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400" b="1">
                  <a:solidFill>
                    <a:srgbClr val="000000"/>
                  </a:solidFill>
                  <a:latin typeface="Calibri" panose="020F0502020204030204" pitchFamily="34" charset="0"/>
                </a:rPr>
                <a:t>2</a:t>
              </a:r>
            </a:p>
          </p:txBody>
        </p:sp>
        <p:sp>
          <p:nvSpPr>
            <p:cNvPr id="45243" name="Text Box 24"/>
            <p:cNvSpPr txBox="1">
              <a:spLocks noChangeArrowheads="1"/>
            </p:cNvSpPr>
            <p:nvPr/>
          </p:nvSpPr>
          <p:spPr bwMode="auto">
            <a:xfrm>
              <a:off x="3151" y="916"/>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400" b="1">
                  <a:solidFill>
                    <a:srgbClr val="000000"/>
                  </a:solidFill>
                  <a:latin typeface="Calibri" panose="020F0502020204030204" pitchFamily="34" charset="0"/>
                </a:rPr>
                <a:t>3</a:t>
              </a:r>
            </a:p>
          </p:txBody>
        </p:sp>
        <p:sp>
          <p:nvSpPr>
            <p:cNvPr id="45244" name="Text Box 25"/>
            <p:cNvSpPr txBox="1">
              <a:spLocks noChangeArrowheads="1"/>
            </p:cNvSpPr>
            <p:nvPr/>
          </p:nvSpPr>
          <p:spPr bwMode="auto">
            <a:xfrm>
              <a:off x="3512" y="828"/>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400" b="1">
                  <a:solidFill>
                    <a:srgbClr val="000000"/>
                  </a:solidFill>
                  <a:latin typeface="Calibri" panose="020F0502020204030204" pitchFamily="34" charset="0"/>
                </a:rPr>
                <a:t>4</a:t>
              </a:r>
            </a:p>
          </p:txBody>
        </p:sp>
        <p:sp>
          <p:nvSpPr>
            <p:cNvPr id="45245" name="Text Box 26"/>
            <p:cNvSpPr txBox="1">
              <a:spLocks noChangeArrowheads="1"/>
            </p:cNvSpPr>
            <p:nvPr/>
          </p:nvSpPr>
          <p:spPr bwMode="auto">
            <a:xfrm>
              <a:off x="3848" y="924"/>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400" b="1">
                  <a:solidFill>
                    <a:srgbClr val="000000"/>
                  </a:solidFill>
                  <a:latin typeface="Calibri" panose="020F0502020204030204" pitchFamily="34" charset="0"/>
                </a:rPr>
                <a:t>5</a:t>
              </a:r>
            </a:p>
          </p:txBody>
        </p:sp>
        <p:sp>
          <p:nvSpPr>
            <p:cNvPr id="45246" name="Text Box 27"/>
            <p:cNvSpPr txBox="1">
              <a:spLocks noChangeArrowheads="1"/>
            </p:cNvSpPr>
            <p:nvPr/>
          </p:nvSpPr>
          <p:spPr bwMode="auto">
            <a:xfrm>
              <a:off x="4088" y="1136"/>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400" b="1">
                  <a:solidFill>
                    <a:srgbClr val="000000"/>
                  </a:solidFill>
                  <a:latin typeface="Calibri" panose="020F0502020204030204" pitchFamily="34" charset="0"/>
                </a:rPr>
                <a:t>6</a:t>
              </a:r>
            </a:p>
          </p:txBody>
        </p:sp>
        <p:sp>
          <p:nvSpPr>
            <p:cNvPr id="45247" name="Text Box 28"/>
            <p:cNvSpPr txBox="1">
              <a:spLocks noChangeArrowheads="1"/>
            </p:cNvSpPr>
            <p:nvPr/>
          </p:nvSpPr>
          <p:spPr bwMode="auto">
            <a:xfrm>
              <a:off x="4208" y="1504"/>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400" b="1">
                  <a:solidFill>
                    <a:srgbClr val="000000"/>
                  </a:solidFill>
                  <a:latin typeface="Calibri" panose="020F0502020204030204" pitchFamily="34" charset="0"/>
                </a:rPr>
                <a:t>7</a:t>
              </a:r>
            </a:p>
          </p:txBody>
        </p:sp>
        <p:sp>
          <p:nvSpPr>
            <p:cNvPr id="45248" name="Text Box 29"/>
            <p:cNvSpPr txBox="1">
              <a:spLocks noChangeArrowheads="1"/>
            </p:cNvSpPr>
            <p:nvPr/>
          </p:nvSpPr>
          <p:spPr bwMode="auto">
            <a:xfrm>
              <a:off x="4104" y="1792"/>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400" b="1">
                  <a:solidFill>
                    <a:srgbClr val="000000"/>
                  </a:solidFill>
                  <a:latin typeface="Calibri" panose="020F0502020204030204" pitchFamily="34" charset="0"/>
                </a:rPr>
                <a:t>8</a:t>
              </a:r>
            </a:p>
          </p:txBody>
        </p:sp>
        <p:sp>
          <p:nvSpPr>
            <p:cNvPr id="45249" name="Text Box 30"/>
            <p:cNvSpPr txBox="1">
              <a:spLocks noChangeArrowheads="1"/>
            </p:cNvSpPr>
            <p:nvPr/>
          </p:nvSpPr>
          <p:spPr bwMode="auto">
            <a:xfrm>
              <a:off x="3912" y="2064"/>
              <a:ext cx="24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400" b="1">
                  <a:solidFill>
                    <a:srgbClr val="000000"/>
                  </a:solidFill>
                  <a:latin typeface="Calibri" panose="020F0502020204030204" pitchFamily="34" charset="0"/>
                </a:rPr>
                <a:t>9</a:t>
              </a:r>
            </a:p>
          </p:txBody>
        </p:sp>
        <p:sp>
          <p:nvSpPr>
            <p:cNvPr id="45250" name="Text Box 31"/>
            <p:cNvSpPr txBox="1">
              <a:spLocks noChangeArrowheads="1"/>
            </p:cNvSpPr>
            <p:nvPr/>
          </p:nvSpPr>
          <p:spPr bwMode="auto">
            <a:xfrm>
              <a:off x="3512" y="2180"/>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400" b="1">
                  <a:solidFill>
                    <a:srgbClr val="000000"/>
                  </a:solidFill>
                  <a:latin typeface="Calibri" panose="020F0502020204030204" pitchFamily="34" charset="0"/>
                </a:rPr>
                <a:t>10</a:t>
              </a:r>
            </a:p>
          </p:txBody>
        </p:sp>
        <p:sp>
          <p:nvSpPr>
            <p:cNvPr id="45251" name="Text Box 32"/>
            <p:cNvSpPr txBox="1">
              <a:spLocks noChangeArrowheads="1"/>
            </p:cNvSpPr>
            <p:nvPr/>
          </p:nvSpPr>
          <p:spPr bwMode="auto">
            <a:xfrm>
              <a:off x="3175" y="2064"/>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400" b="1">
                  <a:solidFill>
                    <a:srgbClr val="000000"/>
                  </a:solidFill>
                  <a:latin typeface="Calibri" panose="020F0502020204030204" pitchFamily="34" charset="0"/>
                </a:rPr>
                <a:t>11</a:t>
              </a:r>
            </a:p>
          </p:txBody>
        </p:sp>
        <p:sp>
          <p:nvSpPr>
            <p:cNvPr id="45252" name="Text Box 33"/>
            <p:cNvSpPr txBox="1">
              <a:spLocks noChangeArrowheads="1"/>
            </p:cNvSpPr>
            <p:nvPr/>
          </p:nvSpPr>
          <p:spPr bwMode="auto">
            <a:xfrm>
              <a:off x="2891" y="1792"/>
              <a:ext cx="33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400" b="1">
                  <a:solidFill>
                    <a:srgbClr val="000000"/>
                  </a:solidFill>
                  <a:latin typeface="Calibri" panose="020F0502020204030204" pitchFamily="34" charset="0"/>
                </a:rPr>
                <a:t>12</a:t>
              </a:r>
            </a:p>
          </p:txBody>
        </p:sp>
      </p:grpSp>
      <p:sp>
        <p:nvSpPr>
          <p:cNvPr id="39970" name="Line 34"/>
          <p:cNvSpPr>
            <a:spLocks noChangeShapeType="1"/>
          </p:cNvSpPr>
          <p:nvPr/>
        </p:nvSpPr>
        <p:spPr bwMode="auto">
          <a:xfrm flipV="1">
            <a:off x="2081213" y="4208463"/>
            <a:ext cx="0" cy="1846262"/>
          </a:xfrm>
          <a:prstGeom prst="line">
            <a:avLst/>
          </a:prstGeom>
          <a:noFill/>
          <a:ln w="9525">
            <a:solidFill>
              <a:schemeClr val="bg1">
                <a:lumMod val="5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39971" name="Line 35"/>
          <p:cNvSpPr>
            <a:spLocks noChangeShapeType="1"/>
          </p:cNvSpPr>
          <p:nvPr/>
        </p:nvSpPr>
        <p:spPr bwMode="auto">
          <a:xfrm flipV="1">
            <a:off x="3781425" y="4208463"/>
            <a:ext cx="3175" cy="1398587"/>
          </a:xfrm>
          <a:prstGeom prst="line">
            <a:avLst/>
          </a:prstGeom>
          <a:noFill/>
          <a:ln w="9525">
            <a:solidFill>
              <a:schemeClr val="bg1">
                <a:lumMod val="5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39972" name="Line 36"/>
          <p:cNvSpPr>
            <a:spLocks noChangeShapeType="1"/>
          </p:cNvSpPr>
          <p:nvPr/>
        </p:nvSpPr>
        <p:spPr bwMode="auto">
          <a:xfrm flipV="1">
            <a:off x="3657600" y="4208463"/>
            <a:ext cx="0" cy="1846262"/>
          </a:xfrm>
          <a:prstGeom prst="line">
            <a:avLst/>
          </a:prstGeom>
          <a:noFill/>
          <a:ln w="9525">
            <a:solidFill>
              <a:schemeClr val="bg1">
                <a:lumMod val="5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39973" name="Line 37"/>
          <p:cNvSpPr>
            <a:spLocks noChangeShapeType="1"/>
          </p:cNvSpPr>
          <p:nvPr/>
        </p:nvSpPr>
        <p:spPr bwMode="auto">
          <a:xfrm flipV="1">
            <a:off x="2414588" y="4208463"/>
            <a:ext cx="0" cy="2189162"/>
          </a:xfrm>
          <a:prstGeom prst="line">
            <a:avLst/>
          </a:prstGeom>
          <a:noFill/>
          <a:ln w="9525">
            <a:solidFill>
              <a:schemeClr val="bg1">
                <a:lumMod val="5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39974" name="Line 38"/>
          <p:cNvSpPr>
            <a:spLocks noChangeShapeType="1"/>
          </p:cNvSpPr>
          <p:nvPr/>
        </p:nvSpPr>
        <p:spPr bwMode="auto">
          <a:xfrm flipV="1">
            <a:off x="3324225" y="4208463"/>
            <a:ext cx="0" cy="2189162"/>
          </a:xfrm>
          <a:prstGeom prst="line">
            <a:avLst/>
          </a:prstGeom>
          <a:noFill/>
          <a:ln w="9525">
            <a:solidFill>
              <a:schemeClr val="bg1">
                <a:lumMod val="5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39975" name="Line 39"/>
          <p:cNvSpPr>
            <a:spLocks noChangeShapeType="1"/>
          </p:cNvSpPr>
          <p:nvPr/>
        </p:nvSpPr>
        <p:spPr bwMode="auto">
          <a:xfrm flipV="1">
            <a:off x="2873375" y="2259013"/>
            <a:ext cx="0" cy="4260850"/>
          </a:xfrm>
          <a:prstGeom prst="line">
            <a:avLst/>
          </a:prstGeom>
          <a:noFill/>
          <a:ln w="9525">
            <a:solidFill>
              <a:schemeClr val="bg1">
                <a:lumMod val="5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45071" name="Line 41"/>
          <p:cNvSpPr>
            <a:spLocks noChangeShapeType="1"/>
          </p:cNvSpPr>
          <p:nvPr/>
        </p:nvSpPr>
        <p:spPr bwMode="auto">
          <a:xfrm>
            <a:off x="2873375" y="2259013"/>
            <a:ext cx="0" cy="1946275"/>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en-IN"/>
          </a:p>
        </p:txBody>
      </p:sp>
      <p:sp>
        <p:nvSpPr>
          <p:cNvPr id="45072" name="Text Box 43"/>
          <p:cNvSpPr txBox="1">
            <a:spLocks noChangeArrowheads="1"/>
          </p:cNvSpPr>
          <p:nvPr/>
        </p:nvSpPr>
        <p:spPr bwMode="auto">
          <a:xfrm>
            <a:off x="1755775" y="4170363"/>
            <a:ext cx="2667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solidFill>
                  <a:srgbClr val="000000"/>
                </a:solidFill>
                <a:latin typeface="Calibri" panose="020F0502020204030204" pitchFamily="34" charset="0"/>
              </a:rPr>
              <a:t>1</a:t>
            </a:r>
          </a:p>
        </p:txBody>
      </p:sp>
      <p:sp>
        <p:nvSpPr>
          <p:cNvPr id="45073" name="Line 42"/>
          <p:cNvSpPr>
            <a:spLocks noChangeShapeType="1"/>
          </p:cNvSpPr>
          <p:nvPr/>
        </p:nvSpPr>
        <p:spPr bwMode="auto">
          <a:xfrm>
            <a:off x="1954213" y="4208463"/>
            <a:ext cx="1830387" cy="0"/>
          </a:xfrm>
          <a:prstGeom prst="line">
            <a:avLst/>
          </a:prstGeom>
          <a:noFill/>
          <a:ln w="6350">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074" name="Text Box 45"/>
          <p:cNvSpPr txBox="1">
            <a:spLocks noChangeArrowheads="1"/>
          </p:cNvSpPr>
          <p:nvPr/>
        </p:nvSpPr>
        <p:spPr bwMode="auto">
          <a:xfrm>
            <a:off x="1978025" y="3998913"/>
            <a:ext cx="388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solidFill>
                  <a:srgbClr val="000000"/>
                </a:solidFill>
                <a:latin typeface="Calibri" panose="020F0502020204030204" pitchFamily="34" charset="0"/>
              </a:rPr>
              <a:t>  2 12</a:t>
            </a:r>
          </a:p>
        </p:txBody>
      </p:sp>
      <p:sp>
        <p:nvSpPr>
          <p:cNvPr id="45075" name="Text Box 52"/>
          <p:cNvSpPr txBox="1">
            <a:spLocks noChangeArrowheads="1"/>
          </p:cNvSpPr>
          <p:nvPr/>
        </p:nvSpPr>
        <p:spPr bwMode="auto">
          <a:xfrm>
            <a:off x="2241550" y="3979863"/>
            <a:ext cx="388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solidFill>
                  <a:srgbClr val="000000"/>
                </a:solidFill>
                <a:latin typeface="Calibri" panose="020F0502020204030204" pitchFamily="34" charset="0"/>
              </a:rPr>
              <a:t>3 11</a:t>
            </a:r>
          </a:p>
        </p:txBody>
      </p:sp>
      <p:sp>
        <p:nvSpPr>
          <p:cNvPr id="45076" name="Text Box 53"/>
          <p:cNvSpPr txBox="1">
            <a:spLocks noChangeArrowheads="1"/>
          </p:cNvSpPr>
          <p:nvPr/>
        </p:nvSpPr>
        <p:spPr bwMode="auto">
          <a:xfrm>
            <a:off x="2584450" y="3979863"/>
            <a:ext cx="3889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solidFill>
                  <a:srgbClr val="000000"/>
                </a:solidFill>
                <a:latin typeface="Calibri" panose="020F0502020204030204" pitchFamily="34" charset="0"/>
              </a:rPr>
              <a:t>4 10</a:t>
            </a:r>
          </a:p>
        </p:txBody>
      </p:sp>
      <p:sp>
        <p:nvSpPr>
          <p:cNvPr id="45077" name="Text Box 54"/>
          <p:cNvSpPr txBox="1">
            <a:spLocks noChangeArrowheads="1"/>
          </p:cNvSpPr>
          <p:nvPr/>
        </p:nvSpPr>
        <p:spPr bwMode="auto">
          <a:xfrm>
            <a:off x="3098800" y="3987800"/>
            <a:ext cx="311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solidFill>
                  <a:srgbClr val="000000"/>
                </a:solidFill>
                <a:latin typeface="Calibri" panose="020F0502020204030204" pitchFamily="34" charset="0"/>
              </a:rPr>
              <a:t>5 9</a:t>
            </a:r>
          </a:p>
        </p:txBody>
      </p:sp>
      <p:sp>
        <p:nvSpPr>
          <p:cNvPr id="45078" name="Text Box 55"/>
          <p:cNvSpPr txBox="1">
            <a:spLocks noChangeArrowheads="1"/>
          </p:cNvSpPr>
          <p:nvPr/>
        </p:nvSpPr>
        <p:spPr bwMode="auto">
          <a:xfrm>
            <a:off x="3406775" y="3986213"/>
            <a:ext cx="311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solidFill>
                  <a:srgbClr val="000000"/>
                </a:solidFill>
                <a:latin typeface="Calibri" panose="020F0502020204030204" pitchFamily="34" charset="0"/>
              </a:rPr>
              <a:t>6 8</a:t>
            </a:r>
          </a:p>
        </p:txBody>
      </p:sp>
      <p:sp>
        <p:nvSpPr>
          <p:cNvPr id="45079" name="Text Box 56"/>
          <p:cNvSpPr txBox="1">
            <a:spLocks noChangeArrowheads="1"/>
          </p:cNvSpPr>
          <p:nvPr/>
        </p:nvSpPr>
        <p:spPr bwMode="auto">
          <a:xfrm>
            <a:off x="3725863" y="4138613"/>
            <a:ext cx="2667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solidFill>
                  <a:srgbClr val="000000"/>
                </a:solidFill>
                <a:latin typeface="Calibri" panose="020F0502020204030204" pitchFamily="34" charset="0"/>
              </a:rPr>
              <a:t>7</a:t>
            </a:r>
          </a:p>
        </p:txBody>
      </p:sp>
      <p:sp>
        <p:nvSpPr>
          <p:cNvPr id="45080" name="Line 57"/>
          <p:cNvSpPr>
            <a:spLocks noChangeShapeType="1"/>
          </p:cNvSpPr>
          <p:nvPr/>
        </p:nvSpPr>
        <p:spPr bwMode="auto">
          <a:xfrm flipV="1">
            <a:off x="1955800" y="2259013"/>
            <a:ext cx="917575" cy="1951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39994" name="Line 58"/>
          <p:cNvSpPr>
            <a:spLocks noChangeShapeType="1"/>
          </p:cNvSpPr>
          <p:nvPr/>
        </p:nvSpPr>
        <p:spPr bwMode="auto">
          <a:xfrm flipV="1">
            <a:off x="2081213" y="2259013"/>
            <a:ext cx="792162" cy="1951037"/>
          </a:xfrm>
          <a:prstGeom prst="line">
            <a:avLst/>
          </a:prstGeom>
          <a:noFill/>
          <a:ln w="9525">
            <a:solidFill>
              <a:schemeClr val="bg1">
                <a:lumMod val="5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39995" name="Line 59"/>
          <p:cNvSpPr>
            <a:spLocks noChangeShapeType="1"/>
          </p:cNvSpPr>
          <p:nvPr/>
        </p:nvSpPr>
        <p:spPr bwMode="auto">
          <a:xfrm flipV="1">
            <a:off x="2414588" y="2259013"/>
            <a:ext cx="458787" cy="1951037"/>
          </a:xfrm>
          <a:prstGeom prst="line">
            <a:avLst/>
          </a:prstGeom>
          <a:noFill/>
          <a:ln w="9525">
            <a:solidFill>
              <a:schemeClr val="bg1">
                <a:lumMod val="5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39996" name="Line 60"/>
          <p:cNvSpPr>
            <a:spLocks noChangeShapeType="1"/>
          </p:cNvSpPr>
          <p:nvPr/>
        </p:nvSpPr>
        <p:spPr bwMode="auto">
          <a:xfrm flipH="1" flipV="1">
            <a:off x="2873375" y="2259013"/>
            <a:ext cx="450850" cy="1949450"/>
          </a:xfrm>
          <a:prstGeom prst="line">
            <a:avLst/>
          </a:prstGeom>
          <a:noFill/>
          <a:ln w="9525">
            <a:solidFill>
              <a:schemeClr val="bg1">
                <a:lumMod val="5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39997" name="Line 61"/>
          <p:cNvSpPr>
            <a:spLocks noChangeShapeType="1"/>
          </p:cNvSpPr>
          <p:nvPr/>
        </p:nvSpPr>
        <p:spPr bwMode="auto">
          <a:xfrm flipH="1" flipV="1">
            <a:off x="2873375" y="2259013"/>
            <a:ext cx="784225" cy="1946275"/>
          </a:xfrm>
          <a:prstGeom prst="line">
            <a:avLst/>
          </a:prstGeom>
          <a:noFill/>
          <a:ln w="9525">
            <a:solidFill>
              <a:schemeClr val="bg1">
                <a:lumMod val="5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45085" name="Line 62"/>
          <p:cNvSpPr>
            <a:spLocks noChangeShapeType="1"/>
          </p:cNvSpPr>
          <p:nvPr/>
        </p:nvSpPr>
        <p:spPr bwMode="auto">
          <a:xfrm flipH="1" flipV="1">
            <a:off x="2873375" y="2259013"/>
            <a:ext cx="908050" cy="19494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5086" name="Text Box 63"/>
          <p:cNvSpPr txBox="1">
            <a:spLocks noChangeArrowheads="1"/>
          </p:cNvSpPr>
          <p:nvPr/>
        </p:nvSpPr>
        <p:spPr bwMode="auto">
          <a:xfrm>
            <a:off x="2646363" y="5375275"/>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400">
                <a:solidFill>
                  <a:srgbClr val="000000"/>
                </a:solidFill>
                <a:latin typeface="Calibri" panose="020F0502020204030204" pitchFamily="34" charset="0"/>
              </a:rPr>
              <a:t>o</a:t>
            </a:r>
          </a:p>
        </p:txBody>
      </p:sp>
      <p:sp>
        <p:nvSpPr>
          <p:cNvPr id="45087" name="Text Box 64"/>
          <p:cNvSpPr txBox="1">
            <a:spLocks noChangeArrowheads="1"/>
          </p:cNvSpPr>
          <p:nvPr/>
        </p:nvSpPr>
        <p:spPr bwMode="auto">
          <a:xfrm>
            <a:off x="2736850" y="1962150"/>
            <a:ext cx="3619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400">
                <a:solidFill>
                  <a:srgbClr val="000000"/>
                </a:solidFill>
                <a:latin typeface="Calibri" panose="020F0502020204030204" pitchFamily="34" charset="0"/>
              </a:rPr>
              <a:t>o’</a:t>
            </a:r>
          </a:p>
        </p:txBody>
      </p:sp>
      <p:sp>
        <p:nvSpPr>
          <p:cNvPr id="40001" name="Line 65"/>
          <p:cNvSpPr>
            <a:spLocks noChangeShapeType="1"/>
          </p:cNvSpPr>
          <p:nvPr/>
        </p:nvSpPr>
        <p:spPr bwMode="auto">
          <a:xfrm rot="-2700000">
            <a:off x="1585913" y="3365500"/>
            <a:ext cx="2078037" cy="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en-IN"/>
          </a:p>
        </p:txBody>
      </p:sp>
      <p:sp>
        <p:nvSpPr>
          <p:cNvPr id="40002" name="Line 66"/>
          <p:cNvSpPr>
            <a:spLocks noChangeShapeType="1"/>
          </p:cNvSpPr>
          <p:nvPr/>
        </p:nvSpPr>
        <p:spPr bwMode="auto">
          <a:xfrm flipV="1">
            <a:off x="3562350" y="2259013"/>
            <a:ext cx="0" cy="85090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0003" name="Line 67"/>
          <p:cNvSpPr>
            <a:spLocks noChangeShapeType="1"/>
          </p:cNvSpPr>
          <p:nvPr/>
        </p:nvSpPr>
        <p:spPr bwMode="auto">
          <a:xfrm>
            <a:off x="2873375" y="2259013"/>
            <a:ext cx="7842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004" name="Line 68"/>
          <p:cNvSpPr>
            <a:spLocks noChangeShapeType="1"/>
          </p:cNvSpPr>
          <p:nvPr/>
        </p:nvSpPr>
        <p:spPr bwMode="auto">
          <a:xfrm>
            <a:off x="2879725" y="3109913"/>
            <a:ext cx="7842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005" name="Text Box 69"/>
          <p:cNvSpPr txBox="1">
            <a:spLocks noChangeArrowheads="1"/>
          </p:cNvSpPr>
          <p:nvPr/>
        </p:nvSpPr>
        <p:spPr bwMode="auto">
          <a:xfrm rot="-5400000">
            <a:off x="3438525" y="2568575"/>
            <a:ext cx="3937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400">
                <a:solidFill>
                  <a:srgbClr val="000000"/>
                </a:solidFill>
                <a:latin typeface="Calibri" panose="020F0502020204030204" pitchFamily="34" charset="0"/>
              </a:rPr>
              <a:t>35</a:t>
            </a:r>
          </a:p>
        </p:txBody>
      </p:sp>
      <p:sp>
        <p:nvSpPr>
          <p:cNvPr id="40007" name="Line 71"/>
          <p:cNvSpPr>
            <a:spLocks noChangeShapeType="1"/>
          </p:cNvSpPr>
          <p:nvPr/>
        </p:nvSpPr>
        <p:spPr bwMode="auto">
          <a:xfrm>
            <a:off x="2106613" y="3879850"/>
            <a:ext cx="0" cy="1733550"/>
          </a:xfrm>
          <a:prstGeom prst="line">
            <a:avLst/>
          </a:prstGeom>
          <a:noFill/>
          <a:ln w="9525">
            <a:solidFill>
              <a:schemeClr val="bg1">
                <a:lumMod val="5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40008" name="Line 72"/>
          <p:cNvSpPr>
            <a:spLocks noChangeShapeType="1"/>
          </p:cNvSpPr>
          <p:nvPr/>
        </p:nvSpPr>
        <p:spPr bwMode="auto">
          <a:xfrm>
            <a:off x="2284413" y="3702050"/>
            <a:ext cx="0" cy="2282825"/>
          </a:xfrm>
          <a:prstGeom prst="line">
            <a:avLst/>
          </a:prstGeom>
          <a:noFill/>
          <a:ln w="9525">
            <a:solidFill>
              <a:schemeClr val="bg1">
                <a:lumMod val="5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40009" name="Line 73"/>
          <p:cNvSpPr>
            <a:spLocks noChangeShapeType="1"/>
          </p:cNvSpPr>
          <p:nvPr/>
        </p:nvSpPr>
        <p:spPr bwMode="auto">
          <a:xfrm>
            <a:off x="2608263" y="3376613"/>
            <a:ext cx="0" cy="2678112"/>
          </a:xfrm>
          <a:prstGeom prst="line">
            <a:avLst/>
          </a:prstGeom>
          <a:noFill/>
          <a:ln w="9525">
            <a:solidFill>
              <a:schemeClr val="bg1">
                <a:lumMod val="5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40010" name="Line 74"/>
          <p:cNvSpPr>
            <a:spLocks noChangeShapeType="1"/>
          </p:cNvSpPr>
          <p:nvPr/>
        </p:nvSpPr>
        <p:spPr bwMode="auto">
          <a:xfrm>
            <a:off x="3030538" y="2951163"/>
            <a:ext cx="0" cy="2976562"/>
          </a:xfrm>
          <a:prstGeom prst="line">
            <a:avLst/>
          </a:prstGeom>
          <a:noFill/>
          <a:ln w="9525">
            <a:solidFill>
              <a:schemeClr val="bg1">
                <a:lumMod val="5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40011" name="Line 75"/>
          <p:cNvSpPr>
            <a:spLocks noChangeShapeType="1"/>
          </p:cNvSpPr>
          <p:nvPr/>
        </p:nvSpPr>
        <p:spPr bwMode="auto">
          <a:xfrm flipH="1">
            <a:off x="2470150" y="3109913"/>
            <a:ext cx="403225" cy="0"/>
          </a:xfrm>
          <a:prstGeom prst="line">
            <a:avLst/>
          </a:prstGeom>
          <a:noFill/>
          <a:ln w="9525">
            <a:solidFill>
              <a:srgbClr val="FF00FF"/>
            </a:solidFill>
            <a:round/>
            <a:headEnd/>
            <a:tailEnd type="triangle" w="med" len="med"/>
          </a:ln>
          <a:extLst>
            <a:ext uri="{909E8E84-426E-40DD-AFC4-6F175D3DCCD1}">
              <a14:hiddenFill xmlns:a14="http://schemas.microsoft.com/office/drawing/2010/main">
                <a:noFill/>
              </a14:hiddenFill>
            </a:ext>
          </a:extLst>
        </p:spPr>
        <p:txBody>
          <a:bodyPr/>
          <a:lstStyle/>
          <a:p>
            <a:endParaRPr lang="en-IN"/>
          </a:p>
        </p:txBody>
      </p:sp>
      <p:sp>
        <p:nvSpPr>
          <p:cNvPr id="40012" name="Line 76"/>
          <p:cNvSpPr>
            <a:spLocks noChangeShapeType="1"/>
          </p:cNvSpPr>
          <p:nvPr/>
        </p:nvSpPr>
        <p:spPr bwMode="auto">
          <a:xfrm>
            <a:off x="2470150" y="3109913"/>
            <a:ext cx="0" cy="2498725"/>
          </a:xfrm>
          <a:prstGeom prst="line">
            <a:avLst/>
          </a:prstGeom>
          <a:noFill/>
          <a:ln w="9525">
            <a:solidFill>
              <a:srgbClr val="FF00FF"/>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013" name="Arc 77"/>
          <p:cNvSpPr>
            <a:spLocks/>
          </p:cNvSpPr>
          <p:nvPr/>
        </p:nvSpPr>
        <p:spPr bwMode="auto">
          <a:xfrm rot="-5400000">
            <a:off x="2269332" y="5414169"/>
            <a:ext cx="806450" cy="401637"/>
          </a:xfrm>
          <a:custGeom>
            <a:avLst/>
            <a:gdLst>
              <a:gd name="T0" fmla="*/ 0 w 43196"/>
              <a:gd name="T1" fmla="*/ 2147483646 h 21600"/>
              <a:gd name="T2" fmla="*/ 2147483646 w 43196"/>
              <a:gd name="T3" fmla="*/ 2147483646 h 21600"/>
              <a:gd name="T4" fmla="*/ 2147483646 w 43196"/>
              <a:gd name="T5" fmla="*/ 2147483646 h 21600"/>
              <a:gd name="T6" fmla="*/ 0 60000 65536"/>
              <a:gd name="T7" fmla="*/ 0 60000 65536"/>
              <a:gd name="T8" fmla="*/ 0 60000 65536"/>
              <a:gd name="T9" fmla="*/ 0 w 43196"/>
              <a:gd name="T10" fmla="*/ 0 h 21600"/>
              <a:gd name="T11" fmla="*/ 43196 w 43196"/>
              <a:gd name="T12" fmla="*/ 21600 h 21600"/>
            </a:gdLst>
            <a:ahLst/>
            <a:cxnLst>
              <a:cxn ang="T6">
                <a:pos x="T0" y="T1"/>
              </a:cxn>
              <a:cxn ang="T7">
                <a:pos x="T2" y="T3"/>
              </a:cxn>
              <a:cxn ang="T8">
                <a:pos x="T4" y="T5"/>
              </a:cxn>
            </a:cxnLst>
            <a:rect l="T9" t="T10" r="T11" b="T12"/>
            <a:pathLst>
              <a:path w="43196" h="21600" fill="none" extrusionOk="0">
                <a:moveTo>
                  <a:pt x="-1" y="21193"/>
                </a:moveTo>
                <a:cubicBezTo>
                  <a:pt x="221" y="9424"/>
                  <a:pt x="9824" y="-1"/>
                  <a:pt x="21596" y="0"/>
                </a:cubicBezTo>
                <a:cubicBezTo>
                  <a:pt x="33525" y="0"/>
                  <a:pt x="43196" y="9670"/>
                  <a:pt x="43196" y="21600"/>
                </a:cubicBezTo>
              </a:path>
              <a:path w="43196" h="21600" stroke="0" extrusionOk="0">
                <a:moveTo>
                  <a:pt x="-1" y="21193"/>
                </a:moveTo>
                <a:cubicBezTo>
                  <a:pt x="221" y="9424"/>
                  <a:pt x="9824" y="-1"/>
                  <a:pt x="21596" y="0"/>
                </a:cubicBezTo>
                <a:cubicBezTo>
                  <a:pt x="33525" y="0"/>
                  <a:pt x="43196" y="9670"/>
                  <a:pt x="43196" y="21600"/>
                </a:cubicBezTo>
                <a:lnTo>
                  <a:pt x="21596" y="21600"/>
                </a:lnTo>
                <a:lnTo>
                  <a:pt x="-1" y="21193"/>
                </a:lnTo>
                <a:close/>
              </a:path>
            </a:pathLst>
          </a:custGeom>
          <a:noFill/>
          <a:ln w="9525">
            <a:solidFill>
              <a:srgbClr val="FF00FF"/>
            </a:solidFill>
            <a:round/>
            <a:headEnd type="triangle" w="med" len="med"/>
            <a:tailEnd type="triangle" w="med" len="me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0014" name="Line 78"/>
          <p:cNvSpPr>
            <a:spLocks noChangeShapeType="1"/>
          </p:cNvSpPr>
          <p:nvPr/>
        </p:nvSpPr>
        <p:spPr bwMode="auto">
          <a:xfrm>
            <a:off x="3119438" y="2865438"/>
            <a:ext cx="0" cy="2976562"/>
          </a:xfrm>
          <a:prstGeom prst="line">
            <a:avLst/>
          </a:prstGeom>
          <a:noFill/>
          <a:ln w="9525">
            <a:solidFill>
              <a:schemeClr val="bg1">
                <a:lumMod val="5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40015" name="Line 79"/>
          <p:cNvSpPr>
            <a:spLocks noChangeShapeType="1"/>
          </p:cNvSpPr>
          <p:nvPr/>
        </p:nvSpPr>
        <p:spPr bwMode="auto">
          <a:xfrm>
            <a:off x="3144838" y="2840038"/>
            <a:ext cx="0" cy="2976562"/>
          </a:xfrm>
          <a:prstGeom prst="line">
            <a:avLst/>
          </a:prstGeom>
          <a:noFill/>
          <a:ln w="9525">
            <a:solidFill>
              <a:schemeClr val="bg1">
                <a:lumMod val="5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40016" name="Oval 80"/>
          <p:cNvSpPr>
            <a:spLocks noChangeArrowheads="1"/>
          </p:cNvSpPr>
          <p:nvPr/>
        </p:nvSpPr>
        <p:spPr bwMode="auto">
          <a:xfrm>
            <a:off x="2105025" y="5146675"/>
            <a:ext cx="1038225" cy="917575"/>
          </a:xfrm>
          <a:prstGeom prst="ellipse">
            <a:avLst/>
          </a:prstGeom>
          <a:solidFill>
            <a:schemeClr val="accent1">
              <a:alpha val="0"/>
            </a:schemeClr>
          </a:solidFill>
          <a:ln w="222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017" name="Text Box 81"/>
          <p:cNvSpPr txBox="1">
            <a:spLocks noChangeArrowheads="1"/>
          </p:cNvSpPr>
          <p:nvPr/>
        </p:nvSpPr>
        <p:spPr bwMode="auto">
          <a:xfrm>
            <a:off x="1922463" y="5500688"/>
            <a:ext cx="252412"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a</a:t>
            </a:r>
          </a:p>
        </p:txBody>
      </p:sp>
      <p:sp>
        <p:nvSpPr>
          <p:cNvPr id="40019" name="Text Box 83"/>
          <p:cNvSpPr txBox="1">
            <a:spLocks noChangeArrowheads="1"/>
          </p:cNvSpPr>
          <p:nvPr/>
        </p:nvSpPr>
        <p:spPr bwMode="auto">
          <a:xfrm>
            <a:off x="2095500" y="5106988"/>
            <a:ext cx="2667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b</a:t>
            </a:r>
          </a:p>
        </p:txBody>
      </p:sp>
      <p:sp>
        <p:nvSpPr>
          <p:cNvPr id="40020" name="Text Box 84"/>
          <p:cNvSpPr txBox="1">
            <a:spLocks noChangeArrowheads="1"/>
          </p:cNvSpPr>
          <p:nvPr/>
        </p:nvSpPr>
        <p:spPr bwMode="auto">
          <a:xfrm>
            <a:off x="2482850" y="6040438"/>
            <a:ext cx="2667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k</a:t>
            </a:r>
          </a:p>
        </p:txBody>
      </p:sp>
      <p:sp>
        <p:nvSpPr>
          <p:cNvPr id="40021" name="Text Box 85"/>
          <p:cNvSpPr txBox="1">
            <a:spLocks noChangeArrowheads="1"/>
          </p:cNvSpPr>
          <p:nvPr/>
        </p:nvSpPr>
        <p:spPr bwMode="auto">
          <a:xfrm>
            <a:off x="2447925" y="4964113"/>
            <a:ext cx="2667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c</a:t>
            </a:r>
          </a:p>
        </p:txBody>
      </p:sp>
      <p:sp>
        <p:nvSpPr>
          <p:cNvPr id="40022" name="Text Box 86"/>
          <p:cNvSpPr txBox="1">
            <a:spLocks noChangeArrowheads="1"/>
          </p:cNvSpPr>
          <p:nvPr/>
        </p:nvSpPr>
        <p:spPr bwMode="auto">
          <a:xfrm>
            <a:off x="2784475" y="5043488"/>
            <a:ext cx="2667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d</a:t>
            </a:r>
          </a:p>
        </p:txBody>
      </p:sp>
      <p:sp>
        <p:nvSpPr>
          <p:cNvPr id="40023" name="Text Box 87"/>
          <p:cNvSpPr txBox="1">
            <a:spLocks noChangeArrowheads="1"/>
          </p:cNvSpPr>
          <p:nvPr/>
        </p:nvSpPr>
        <p:spPr bwMode="auto">
          <a:xfrm>
            <a:off x="2154238" y="5922963"/>
            <a:ext cx="2667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l</a:t>
            </a:r>
          </a:p>
        </p:txBody>
      </p:sp>
      <p:sp>
        <p:nvSpPr>
          <p:cNvPr id="40024" name="Text Box 88"/>
          <p:cNvSpPr txBox="1">
            <a:spLocks noChangeArrowheads="1"/>
          </p:cNvSpPr>
          <p:nvPr/>
        </p:nvSpPr>
        <p:spPr bwMode="auto">
          <a:xfrm>
            <a:off x="2917825" y="5143500"/>
            <a:ext cx="2667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e</a:t>
            </a:r>
          </a:p>
        </p:txBody>
      </p:sp>
      <p:sp>
        <p:nvSpPr>
          <p:cNvPr id="40026" name="Text Box 90"/>
          <p:cNvSpPr txBox="1">
            <a:spLocks noChangeArrowheads="1"/>
          </p:cNvSpPr>
          <p:nvPr/>
        </p:nvSpPr>
        <p:spPr bwMode="auto">
          <a:xfrm>
            <a:off x="3057525" y="5343525"/>
            <a:ext cx="2667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f</a:t>
            </a:r>
          </a:p>
        </p:txBody>
      </p:sp>
      <p:sp>
        <p:nvSpPr>
          <p:cNvPr id="40027" name="Text Box 91"/>
          <p:cNvSpPr txBox="1">
            <a:spLocks noChangeArrowheads="1"/>
          </p:cNvSpPr>
          <p:nvPr/>
        </p:nvSpPr>
        <p:spPr bwMode="auto">
          <a:xfrm>
            <a:off x="3082925" y="5476875"/>
            <a:ext cx="2667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g</a:t>
            </a:r>
          </a:p>
        </p:txBody>
      </p:sp>
      <p:sp>
        <p:nvSpPr>
          <p:cNvPr id="40028" name="Text Box 92"/>
          <p:cNvSpPr txBox="1">
            <a:spLocks noChangeArrowheads="1"/>
          </p:cNvSpPr>
          <p:nvPr/>
        </p:nvSpPr>
        <p:spPr bwMode="auto">
          <a:xfrm>
            <a:off x="3030538" y="5708650"/>
            <a:ext cx="2667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h</a:t>
            </a:r>
          </a:p>
        </p:txBody>
      </p:sp>
      <p:sp>
        <p:nvSpPr>
          <p:cNvPr id="40029" name="Text Box 93"/>
          <p:cNvSpPr txBox="1">
            <a:spLocks noChangeArrowheads="1"/>
          </p:cNvSpPr>
          <p:nvPr/>
        </p:nvSpPr>
        <p:spPr bwMode="auto">
          <a:xfrm>
            <a:off x="2924175" y="5876925"/>
            <a:ext cx="2667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i</a:t>
            </a:r>
          </a:p>
        </p:txBody>
      </p:sp>
      <p:sp>
        <p:nvSpPr>
          <p:cNvPr id="40030" name="Text Box 94"/>
          <p:cNvSpPr txBox="1">
            <a:spLocks noChangeArrowheads="1"/>
          </p:cNvSpPr>
          <p:nvPr/>
        </p:nvSpPr>
        <p:spPr bwMode="auto">
          <a:xfrm>
            <a:off x="2768600" y="6005513"/>
            <a:ext cx="2667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j</a:t>
            </a:r>
          </a:p>
        </p:txBody>
      </p:sp>
      <p:sp>
        <p:nvSpPr>
          <p:cNvPr id="40031" name="Text Box 95"/>
          <p:cNvSpPr txBox="1">
            <a:spLocks noChangeArrowheads="1"/>
          </p:cNvSpPr>
          <p:nvPr/>
        </p:nvSpPr>
        <p:spPr bwMode="auto">
          <a:xfrm>
            <a:off x="1868488" y="3771900"/>
            <a:ext cx="2921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a’</a:t>
            </a:r>
          </a:p>
        </p:txBody>
      </p:sp>
      <p:sp>
        <p:nvSpPr>
          <p:cNvPr id="40032" name="Text Box 96"/>
          <p:cNvSpPr txBox="1">
            <a:spLocks noChangeArrowheads="1"/>
          </p:cNvSpPr>
          <p:nvPr/>
        </p:nvSpPr>
        <p:spPr bwMode="auto">
          <a:xfrm>
            <a:off x="2206625" y="3636963"/>
            <a:ext cx="2921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b’</a:t>
            </a:r>
          </a:p>
        </p:txBody>
      </p:sp>
      <p:sp>
        <p:nvSpPr>
          <p:cNvPr id="40033" name="Text Box 97"/>
          <p:cNvSpPr txBox="1">
            <a:spLocks noChangeArrowheads="1"/>
          </p:cNvSpPr>
          <p:nvPr/>
        </p:nvSpPr>
        <p:spPr bwMode="auto">
          <a:xfrm>
            <a:off x="2554288" y="3378200"/>
            <a:ext cx="319087"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k’</a:t>
            </a:r>
          </a:p>
        </p:txBody>
      </p:sp>
      <p:sp>
        <p:nvSpPr>
          <p:cNvPr id="40034" name="Text Box 98"/>
          <p:cNvSpPr txBox="1">
            <a:spLocks noChangeArrowheads="1"/>
          </p:cNvSpPr>
          <p:nvPr/>
        </p:nvSpPr>
        <p:spPr bwMode="auto">
          <a:xfrm>
            <a:off x="2540000" y="3297238"/>
            <a:ext cx="303213"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c’</a:t>
            </a:r>
          </a:p>
        </p:txBody>
      </p:sp>
      <p:sp>
        <p:nvSpPr>
          <p:cNvPr id="40035" name="Text Box 99"/>
          <p:cNvSpPr txBox="1">
            <a:spLocks noChangeArrowheads="1"/>
          </p:cNvSpPr>
          <p:nvPr/>
        </p:nvSpPr>
        <p:spPr bwMode="auto">
          <a:xfrm>
            <a:off x="2749550" y="3067050"/>
            <a:ext cx="334963"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d’</a:t>
            </a:r>
          </a:p>
        </p:txBody>
      </p:sp>
      <p:sp>
        <p:nvSpPr>
          <p:cNvPr id="40036" name="Text Box 100"/>
          <p:cNvSpPr txBox="1">
            <a:spLocks noChangeArrowheads="1"/>
          </p:cNvSpPr>
          <p:nvPr/>
        </p:nvSpPr>
        <p:spPr bwMode="auto">
          <a:xfrm>
            <a:off x="2228850" y="3740150"/>
            <a:ext cx="2667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l’</a:t>
            </a:r>
          </a:p>
        </p:txBody>
      </p:sp>
      <p:sp>
        <p:nvSpPr>
          <p:cNvPr id="40037" name="Text Box 101"/>
          <p:cNvSpPr txBox="1">
            <a:spLocks noChangeArrowheads="1"/>
          </p:cNvSpPr>
          <p:nvPr/>
        </p:nvSpPr>
        <p:spPr bwMode="auto">
          <a:xfrm>
            <a:off x="2924175" y="2882900"/>
            <a:ext cx="325438"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e’</a:t>
            </a:r>
          </a:p>
        </p:txBody>
      </p:sp>
      <p:sp>
        <p:nvSpPr>
          <p:cNvPr id="40038" name="Text Box 102"/>
          <p:cNvSpPr txBox="1">
            <a:spLocks noChangeArrowheads="1"/>
          </p:cNvSpPr>
          <p:nvPr/>
        </p:nvSpPr>
        <p:spPr bwMode="auto">
          <a:xfrm>
            <a:off x="3008313" y="2817813"/>
            <a:ext cx="2667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f’</a:t>
            </a:r>
          </a:p>
        </p:txBody>
      </p:sp>
      <p:sp>
        <p:nvSpPr>
          <p:cNvPr id="40039" name="Text Box 103"/>
          <p:cNvSpPr txBox="1">
            <a:spLocks noChangeArrowheads="1"/>
          </p:cNvSpPr>
          <p:nvPr/>
        </p:nvSpPr>
        <p:spPr bwMode="auto">
          <a:xfrm>
            <a:off x="3082925" y="2725738"/>
            <a:ext cx="358775"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g’</a:t>
            </a:r>
          </a:p>
        </p:txBody>
      </p:sp>
      <p:sp>
        <p:nvSpPr>
          <p:cNvPr id="40040" name="Text Box 104"/>
          <p:cNvSpPr txBox="1">
            <a:spLocks noChangeArrowheads="1"/>
          </p:cNvSpPr>
          <p:nvPr/>
        </p:nvSpPr>
        <p:spPr bwMode="auto">
          <a:xfrm>
            <a:off x="3030538" y="2911475"/>
            <a:ext cx="29845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h’</a:t>
            </a:r>
          </a:p>
        </p:txBody>
      </p:sp>
      <p:sp>
        <p:nvSpPr>
          <p:cNvPr id="40041" name="Text Box 105"/>
          <p:cNvSpPr txBox="1">
            <a:spLocks noChangeArrowheads="1"/>
          </p:cNvSpPr>
          <p:nvPr/>
        </p:nvSpPr>
        <p:spPr bwMode="auto">
          <a:xfrm>
            <a:off x="2917825" y="3011488"/>
            <a:ext cx="2667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i’</a:t>
            </a:r>
          </a:p>
        </p:txBody>
      </p:sp>
      <p:sp>
        <p:nvSpPr>
          <p:cNvPr id="40042" name="Text Box 106"/>
          <p:cNvSpPr txBox="1">
            <a:spLocks noChangeArrowheads="1"/>
          </p:cNvSpPr>
          <p:nvPr/>
        </p:nvSpPr>
        <p:spPr bwMode="auto">
          <a:xfrm>
            <a:off x="2768600" y="3173413"/>
            <a:ext cx="2667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j’</a:t>
            </a:r>
          </a:p>
        </p:txBody>
      </p:sp>
      <p:sp>
        <p:nvSpPr>
          <p:cNvPr id="40044" name="Line 108"/>
          <p:cNvSpPr>
            <a:spLocks noChangeShapeType="1"/>
          </p:cNvSpPr>
          <p:nvPr/>
        </p:nvSpPr>
        <p:spPr bwMode="auto">
          <a:xfrm flipH="1">
            <a:off x="1954213" y="3879850"/>
            <a:ext cx="152400" cy="328613"/>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045" name="Line 109"/>
          <p:cNvSpPr>
            <a:spLocks noChangeShapeType="1"/>
          </p:cNvSpPr>
          <p:nvPr/>
        </p:nvSpPr>
        <p:spPr bwMode="auto">
          <a:xfrm>
            <a:off x="3144838" y="2840038"/>
            <a:ext cx="636587" cy="1373187"/>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048" name="Line 112"/>
          <p:cNvSpPr>
            <a:spLocks noChangeShapeType="1"/>
          </p:cNvSpPr>
          <p:nvPr/>
        </p:nvSpPr>
        <p:spPr bwMode="auto">
          <a:xfrm rot="2700000">
            <a:off x="481807" y="3212306"/>
            <a:ext cx="1905000" cy="1587"/>
          </a:xfrm>
          <a:prstGeom prst="line">
            <a:avLst/>
          </a:prstGeom>
          <a:noFill/>
          <a:ln w="9525">
            <a:solidFill>
              <a:schemeClr val="accent1">
                <a:lumMod val="60000"/>
                <a:lumOff val="4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40050" name="Line 114"/>
          <p:cNvSpPr>
            <a:spLocks noChangeShapeType="1"/>
          </p:cNvSpPr>
          <p:nvPr/>
        </p:nvSpPr>
        <p:spPr bwMode="auto">
          <a:xfrm rot="2700000">
            <a:off x="954881" y="2691607"/>
            <a:ext cx="1935163" cy="0"/>
          </a:xfrm>
          <a:prstGeom prst="line">
            <a:avLst/>
          </a:prstGeom>
          <a:noFill/>
          <a:ln w="9525">
            <a:solidFill>
              <a:schemeClr val="accent1">
                <a:lumMod val="60000"/>
                <a:lumOff val="4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40051" name="Line 115"/>
          <p:cNvSpPr>
            <a:spLocks noChangeShapeType="1"/>
          </p:cNvSpPr>
          <p:nvPr/>
        </p:nvSpPr>
        <p:spPr bwMode="auto">
          <a:xfrm rot="2700000">
            <a:off x="1132681" y="2385219"/>
            <a:ext cx="2039938" cy="0"/>
          </a:xfrm>
          <a:prstGeom prst="line">
            <a:avLst/>
          </a:prstGeom>
          <a:noFill/>
          <a:ln w="9525">
            <a:solidFill>
              <a:schemeClr val="accent1">
                <a:lumMod val="60000"/>
                <a:lumOff val="4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40052" name="Line 116"/>
          <p:cNvSpPr>
            <a:spLocks noChangeShapeType="1"/>
          </p:cNvSpPr>
          <p:nvPr/>
        </p:nvSpPr>
        <p:spPr bwMode="auto">
          <a:xfrm rot="2700000">
            <a:off x="1495425" y="2317750"/>
            <a:ext cx="1803400" cy="0"/>
          </a:xfrm>
          <a:prstGeom prst="line">
            <a:avLst/>
          </a:prstGeom>
          <a:noFill/>
          <a:ln w="9525">
            <a:solidFill>
              <a:schemeClr val="accent1">
                <a:lumMod val="60000"/>
                <a:lumOff val="4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40053" name="Line 117"/>
          <p:cNvSpPr>
            <a:spLocks noChangeShapeType="1"/>
          </p:cNvSpPr>
          <p:nvPr/>
        </p:nvSpPr>
        <p:spPr bwMode="auto">
          <a:xfrm rot="2700000">
            <a:off x="1693069" y="2274094"/>
            <a:ext cx="1665288" cy="0"/>
          </a:xfrm>
          <a:prstGeom prst="line">
            <a:avLst/>
          </a:prstGeom>
          <a:noFill/>
          <a:ln w="9525">
            <a:solidFill>
              <a:schemeClr val="accent1">
                <a:lumMod val="60000"/>
                <a:lumOff val="4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40054" name="Line 118"/>
          <p:cNvSpPr>
            <a:spLocks noChangeShapeType="1"/>
          </p:cNvSpPr>
          <p:nvPr/>
        </p:nvSpPr>
        <p:spPr bwMode="auto">
          <a:xfrm rot="2700000">
            <a:off x="1741487" y="2259013"/>
            <a:ext cx="1641475" cy="0"/>
          </a:xfrm>
          <a:prstGeom prst="line">
            <a:avLst/>
          </a:prstGeom>
          <a:noFill/>
          <a:ln w="9525">
            <a:solidFill>
              <a:schemeClr val="accent1">
                <a:lumMod val="60000"/>
                <a:lumOff val="4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40057" name="Oval 121"/>
          <p:cNvSpPr>
            <a:spLocks noChangeArrowheads="1"/>
          </p:cNvSpPr>
          <p:nvPr/>
        </p:nvSpPr>
        <p:spPr bwMode="auto">
          <a:xfrm rot="-2700000">
            <a:off x="898525" y="1906588"/>
            <a:ext cx="1466850" cy="939800"/>
          </a:xfrm>
          <a:prstGeom prst="ellipse">
            <a:avLst/>
          </a:prstGeom>
          <a:solidFill>
            <a:schemeClr val="accent1">
              <a:alpha val="0"/>
            </a:schemeClr>
          </a:solidFill>
          <a:ln w="222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058" name="Line 122"/>
          <p:cNvSpPr>
            <a:spLocks noChangeShapeType="1"/>
          </p:cNvSpPr>
          <p:nvPr/>
        </p:nvSpPr>
        <p:spPr bwMode="auto">
          <a:xfrm rot="18900000" flipV="1">
            <a:off x="1604963" y="2073275"/>
            <a:ext cx="0" cy="1905000"/>
          </a:xfrm>
          <a:prstGeom prst="line">
            <a:avLst/>
          </a:prstGeom>
          <a:noFill/>
          <a:ln w="9525">
            <a:solidFill>
              <a:schemeClr val="accent1">
                <a:lumMod val="60000"/>
                <a:lumOff val="40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40059" name="Text Box 123"/>
          <p:cNvSpPr txBox="1">
            <a:spLocks noChangeArrowheads="1"/>
          </p:cNvSpPr>
          <p:nvPr/>
        </p:nvSpPr>
        <p:spPr bwMode="auto">
          <a:xfrm rot="-2877047">
            <a:off x="797719" y="2866232"/>
            <a:ext cx="2921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a:solidFill>
                  <a:srgbClr val="000000"/>
                </a:solidFill>
                <a:latin typeface="Calibri" panose="020F0502020204030204" pitchFamily="34" charset="0"/>
              </a:rPr>
              <a:t>a</a:t>
            </a:r>
            <a:r>
              <a:rPr lang="en-US" altLang="en-US" sz="800" baseline="-25000">
                <a:solidFill>
                  <a:srgbClr val="000000"/>
                </a:solidFill>
                <a:latin typeface="Calibri" panose="020F0502020204030204" pitchFamily="34" charset="0"/>
              </a:rPr>
              <a:t>1</a:t>
            </a:r>
          </a:p>
        </p:txBody>
      </p:sp>
      <p:sp>
        <p:nvSpPr>
          <p:cNvPr id="40060" name="Oval 124"/>
          <p:cNvSpPr>
            <a:spLocks noChangeArrowheads="1"/>
          </p:cNvSpPr>
          <p:nvPr/>
        </p:nvSpPr>
        <p:spPr bwMode="auto">
          <a:xfrm>
            <a:off x="1089025" y="2873375"/>
            <a:ext cx="46038"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061" name="Oval 125"/>
          <p:cNvSpPr>
            <a:spLocks noChangeArrowheads="1"/>
          </p:cNvSpPr>
          <p:nvPr/>
        </p:nvSpPr>
        <p:spPr bwMode="auto">
          <a:xfrm>
            <a:off x="1020763" y="2441575"/>
            <a:ext cx="46037"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062" name="Text Box 126"/>
          <p:cNvSpPr txBox="1">
            <a:spLocks noChangeArrowheads="1"/>
          </p:cNvSpPr>
          <p:nvPr/>
        </p:nvSpPr>
        <p:spPr bwMode="auto">
          <a:xfrm rot="-2877047">
            <a:off x="645319" y="2191544"/>
            <a:ext cx="2921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a:solidFill>
                  <a:srgbClr val="000000"/>
                </a:solidFill>
                <a:latin typeface="Calibri" panose="020F0502020204030204" pitchFamily="34" charset="0"/>
              </a:rPr>
              <a:t>b</a:t>
            </a:r>
            <a:r>
              <a:rPr lang="en-US" altLang="en-US" sz="800" baseline="-25000">
                <a:solidFill>
                  <a:srgbClr val="000000"/>
                </a:solidFill>
                <a:latin typeface="Calibri" panose="020F0502020204030204" pitchFamily="34" charset="0"/>
              </a:rPr>
              <a:t>1</a:t>
            </a:r>
          </a:p>
        </p:txBody>
      </p:sp>
      <p:sp>
        <p:nvSpPr>
          <p:cNvPr id="40063" name="Oval 127"/>
          <p:cNvSpPr>
            <a:spLocks noChangeArrowheads="1"/>
          </p:cNvSpPr>
          <p:nvPr/>
        </p:nvSpPr>
        <p:spPr bwMode="auto">
          <a:xfrm>
            <a:off x="1262063" y="2038350"/>
            <a:ext cx="46037"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064" name="Text Box 128"/>
          <p:cNvSpPr txBox="1">
            <a:spLocks noChangeArrowheads="1"/>
          </p:cNvSpPr>
          <p:nvPr/>
        </p:nvSpPr>
        <p:spPr bwMode="auto">
          <a:xfrm rot="-2877047">
            <a:off x="956469" y="1788319"/>
            <a:ext cx="2921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a:solidFill>
                  <a:srgbClr val="000000"/>
                </a:solidFill>
                <a:latin typeface="Calibri" panose="020F0502020204030204" pitchFamily="34" charset="0"/>
              </a:rPr>
              <a:t>c</a:t>
            </a:r>
            <a:r>
              <a:rPr lang="en-US" altLang="en-US" sz="800" baseline="-25000">
                <a:solidFill>
                  <a:srgbClr val="000000"/>
                </a:solidFill>
                <a:latin typeface="Calibri" panose="020F0502020204030204" pitchFamily="34" charset="0"/>
              </a:rPr>
              <a:t>1</a:t>
            </a:r>
          </a:p>
        </p:txBody>
      </p:sp>
      <p:sp>
        <p:nvSpPr>
          <p:cNvPr id="40065" name="Oval 129"/>
          <p:cNvSpPr>
            <a:spLocks noChangeArrowheads="1"/>
          </p:cNvSpPr>
          <p:nvPr/>
        </p:nvSpPr>
        <p:spPr bwMode="auto">
          <a:xfrm>
            <a:off x="1573213" y="1809750"/>
            <a:ext cx="46037"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066" name="Text Box 130"/>
          <p:cNvSpPr txBox="1">
            <a:spLocks noChangeArrowheads="1"/>
          </p:cNvSpPr>
          <p:nvPr/>
        </p:nvSpPr>
        <p:spPr bwMode="auto">
          <a:xfrm rot="-2877047">
            <a:off x="1323182" y="1653381"/>
            <a:ext cx="2921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a:solidFill>
                  <a:srgbClr val="000000"/>
                </a:solidFill>
                <a:latin typeface="Calibri" panose="020F0502020204030204" pitchFamily="34" charset="0"/>
              </a:rPr>
              <a:t>d</a:t>
            </a:r>
            <a:r>
              <a:rPr lang="en-US" altLang="en-US" sz="800" baseline="-25000">
                <a:solidFill>
                  <a:srgbClr val="000000"/>
                </a:solidFill>
                <a:latin typeface="Calibri" panose="020F0502020204030204" pitchFamily="34" charset="0"/>
              </a:rPr>
              <a:t>1</a:t>
            </a:r>
          </a:p>
        </p:txBody>
      </p:sp>
      <p:sp>
        <p:nvSpPr>
          <p:cNvPr id="40067" name="Oval 131"/>
          <p:cNvSpPr>
            <a:spLocks noChangeArrowheads="1"/>
          </p:cNvSpPr>
          <p:nvPr/>
        </p:nvSpPr>
        <p:spPr bwMode="auto">
          <a:xfrm>
            <a:off x="1817688" y="1739900"/>
            <a:ext cx="46037"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068" name="Text Box 132"/>
          <p:cNvSpPr txBox="1">
            <a:spLocks noChangeArrowheads="1"/>
          </p:cNvSpPr>
          <p:nvPr/>
        </p:nvSpPr>
        <p:spPr bwMode="auto">
          <a:xfrm rot="-2877047">
            <a:off x="1610519" y="1486694"/>
            <a:ext cx="292100" cy="214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a:solidFill>
                  <a:srgbClr val="000000"/>
                </a:solidFill>
                <a:latin typeface="Calibri" panose="020F0502020204030204" pitchFamily="34" charset="0"/>
              </a:rPr>
              <a:t>e</a:t>
            </a:r>
            <a:r>
              <a:rPr lang="en-US" altLang="en-US" sz="800" baseline="-25000">
                <a:solidFill>
                  <a:srgbClr val="000000"/>
                </a:solidFill>
                <a:latin typeface="Calibri" panose="020F0502020204030204" pitchFamily="34" charset="0"/>
              </a:rPr>
              <a:t>1</a:t>
            </a:r>
          </a:p>
        </p:txBody>
      </p:sp>
      <p:sp>
        <p:nvSpPr>
          <p:cNvPr id="40069" name="Oval 133"/>
          <p:cNvSpPr>
            <a:spLocks noChangeArrowheads="1"/>
          </p:cNvSpPr>
          <p:nvPr/>
        </p:nvSpPr>
        <p:spPr bwMode="auto">
          <a:xfrm>
            <a:off x="2009775" y="1762125"/>
            <a:ext cx="46038"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070" name="Text Box 134"/>
          <p:cNvSpPr txBox="1">
            <a:spLocks noChangeArrowheads="1"/>
          </p:cNvSpPr>
          <p:nvPr/>
        </p:nvSpPr>
        <p:spPr bwMode="auto">
          <a:xfrm rot="-2877047">
            <a:off x="1869282" y="1532731"/>
            <a:ext cx="2921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a:solidFill>
                  <a:srgbClr val="000000"/>
                </a:solidFill>
                <a:latin typeface="Calibri" panose="020F0502020204030204" pitchFamily="34" charset="0"/>
              </a:rPr>
              <a:t>f</a:t>
            </a:r>
            <a:r>
              <a:rPr lang="en-US" altLang="en-US" sz="800" baseline="-25000">
                <a:solidFill>
                  <a:srgbClr val="000000"/>
                </a:solidFill>
                <a:latin typeface="Calibri" panose="020F0502020204030204" pitchFamily="34" charset="0"/>
              </a:rPr>
              <a:t>1</a:t>
            </a:r>
          </a:p>
        </p:txBody>
      </p:sp>
      <p:sp>
        <p:nvSpPr>
          <p:cNvPr id="40071" name="Oval 135"/>
          <p:cNvSpPr>
            <a:spLocks noChangeArrowheads="1"/>
          </p:cNvSpPr>
          <p:nvPr/>
        </p:nvSpPr>
        <p:spPr bwMode="auto">
          <a:xfrm>
            <a:off x="2135188" y="1831975"/>
            <a:ext cx="46037"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072" name="Text Box 136"/>
          <p:cNvSpPr txBox="1">
            <a:spLocks noChangeArrowheads="1"/>
          </p:cNvSpPr>
          <p:nvPr/>
        </p:nvSpPr>
        <p:spPr bwMode="auto">
          <a:xfrm rot="-2877047">
            <a:off x="2161382" y="1578768"/>
            <a:ext cx="2921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a:solidFill>
                  <a:srgbClr val="000000"/>
                </a:solidFill>
                <a:latin typeface="Calibri" panose="020F0502020204030204" pitchFamily="34" charset="0"/>
              </a:rPr>
              <a:t>g</a:t>
            </a:r>
            <a:r>
              <a:rPr lang="en-US" altLang="en-US" sz="800" baseline="-25000">
                <a:solidFill>
                  <a:srgbClr val="000000"/>
                </a:solidFill>
                <a:latin typeface="Calibri" panose="020F0502020204030204" pitchFamily="34" charset="0"/>
              </a:rPr>
              <a:t>1</a:t>
            </a:r>
          </a:p>
        </p:txBody>
      </p:sp>
      <p:sp>
        <p:nvSpPr>
          <p:cNvPr id="40073" name="Oval 137"/>
          <p:cNvSpPr>
            <a:spLocks noChangeArrowheads="1"/>
          </p:cNvSpPr>
          <p:nvPr/>
        </p:nvSpPr>
        <p:spPr bwMode="auto">
          <a:xfrm>
            <a:off x="2203450" y="1954213"/>
            <a:ext cx="46038" cy="46037"/>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074" name="Text Box 138"/>
          <p:cNvSpPr txBox="1">
            <a:spLocks noChangeArrowheads="1"/>
          </p:cNvSpPr>
          <p:nvPr/>
        </p:nvSpPr>
        <p:spPr bwMode="auto">
          <a:xfrm rot="-2877047">
            <a:off x="2313782" y="1731168"/>
            <a:ext cx="2921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a:solidFill>
                  <a:srgbClr val="000000"/>
                </a:solidFill>
                <a:latin typeface="Calibri" panose="020F0502020204030204" pitchFamily="34" charset="0"/>
              </a:rPr>
              <a:t>h</a:t>
            </a:r>
            <a:r>
              <a:rPr lang="en-US" altLang="en-US" sz="800" baseline="-25000">
                <a:solidFill>
                  <a:srgbClr val="000000"/>
                </a:solidFill>
                <a:latin typeface="Calibri" panose="020F0502020204030204" pitchFamily="34" charset="0"/>
              </a:rPr>
              <a:t>1</a:t>
            </a:r>
          </a:p>
        </p:txBody>
      </p:sp>
      <p:sp>
        <p:nvSpPr>
          <p:cNvPr id="40075" name="Oval 139"/>
          <p:cNvSpPr>
            <a:spLocks noChangeArrowheads="1"/>
          </p:cNvSpPr>
          <p:nvPr/>
        </p:nvSpPr>
        <p:spPr bwMode="auto">
          <a:xfrm>
            <a:off x="2222500" y="2143125"/>
            <a:ext cx="46038"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076" name="Text Box 140"/>
          <p:cNvSpPr txBox="1">
            <a:spLocks noChangeArrowheads="1"/>
          </p:cNvSpPr>
          <p:nvPr/>
        </p:nvSpPr>
        <p:spPr bwMode="auto">
          <a:xfrm rot="-2877047">
            <a:off x="2466182" y="1883568"/>
            <a:ext cx="2921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a:solidFill>
                  <a:srgbClr val="000000"/>
                </a:solidFill>
                <a:latin typeface="Calibri" panose="020F0502020204030204" pitchFamily="34" charset="0"/>
              </a:rPr>
              <a:t>i</a:t>
            </a:r>
            <a:r>
              <a:rPr lang="en-US" altLang="en-US" sz="800" baseline="-25000">
                <a:solidFill>
                  <a:srgbClr val="000000"/>
                </a:solidFill>
                <a:latin typeface="Calibri" panose="020F0502020204030204" pitchFamily="34" charset="0"/>
              </a:rPr>
              <a:t>1</a:t>
            </a:r>
          </a:p>
        </p:txBody>
      </p:sp>
      <p:sp>
        <p:nvSpPr>
          <p:cNvPr id="40077" name="Oval 141"/>
          <p:cNvSpPr>
            <a:spLocks noChangeArrowheads="1"/>
          </p:cNvSpPr>
          <p:nvPr/>
        </p:nvSpPr>
        <p:spPr bwMode="auto">
          <a:xfrm>
            <a:off x="2151063" y="2382838"/>
            <a:ext cx="46037" cy="46037"/>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078" name="Text Box 142"/>
          <p:cNvSpPr txBox="1">
            <a:spLocks noChangeArrowheads="1"/>
          </p:cNvSpPr>
          <p:nvPr/>
        </p:nvSpPr>
        <p:spPr bwMode="auto">
          <a:xfrm rot="-2877047">
            <a:off x="2272507" y="2383631"/>
            <a:ext cx="2921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a:solidFill>
                  <a:srgbClr val="000000"/>
                </a:solidFill>
                <a:latin typeface="Calibri" panose="020F0502020204030204" pitchFamily="34" charset="0"/>
              </a:rPr>
              <a:t>j</a:t>
            </a:r>
            <a:r>
              <a:rPr lang="en-US" altLang="en-US" sz="800" baseline="-25000">
                <a:solidFill>
                  <a:srgbClr val="000000"/>
                </a:solidFill>
                <a:latin typeface="Calibri" panose="020F0502020204030204" pitchFamily="34" charset="0"/>
              </a:rPr>
              <a:t>1</a:t>
            </a:r>
          </a:p>
        </p:txBody>
      </p:sp>
      <p:sp>
        <p:nvSpPr>
          <p:cNvPr id="40079" name="Oval 143"/>
          <p:cNvSpPr>
            <a:spLocks noChangeArrowheads="1"/>
          </p:cNvSpPr>
          <p:nvPr/>
        </p:nvSpPr>
        <p:spPr bwMode="auto">
          <a:xfrm>
            <a:off x="1927225" y="2701925"/>
            <a:ext cx="46038"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080" name="Text Box 144"/>
          <p:cNvSpPr txBox="1">
            <a:spLocks noChangeArrowheads="1"/>
          </p:cNvSpPr>
          <p:nvPr/>
        </p:nvSpPr>
        <p:spPr bwMode="auto">
          <a:xfrm rot="-2877047">
            <a:off x="2062957" y="2618581"/>
            <a:ext cx="2921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a:solidFill>
                  <a:srgbClr val="000000"/>
                </a:solidFill>
                <a:latin typeface="Calibri" panose="020F0502020204030204" pitchFamily="34" charset="0"/>
              </a:rPr>
              <a:t>k</a:t>
            </a:r>
            <a:r>
              <a:rPr lang="en-US" altLang="en-US" sz="800" baseline="-25000">
                <a:solidFill>
                  <a:srgbClr val="000000"/>
                </a:solidFill>
                <a:latin typeface="Calibri" panose="020F0502020204030204" pitchFamily="34" charset="0"/>
              </a:rPr>
              <a:t>1</a:t>
            </a:r>
          </a:p>
        </p:txBody>
      </p:sp>
      <p:sp>
        <p:nvSpPr>
          <p:cNvPr id="40081" name="Oval 145"/>
          <p:cNvSpPr>
            <a:spLocks noChangeArrowheads="1"/>
          </p:cNvSpPr>
          <p:nvPr/>
        </p:nvSpPr>
        <p:spPr bwMode="auto">
          <a:xfrm>
            <a:off x="1520825" y="2940050"/>
            <a:ext cx="46038"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082" name="Text Box 146"/>
          <p:cNvSpPr txBox="1">
            <a:spLocks noChangeArrowheads="1"/>
          </p:cNvSpPr>
          <p:nvPr/>
        </p:nvSpPr>
        <p:spPr bwMode="auto">
          <a:xfrm rot="-2877047">
            <a:off x="1716882" y="2921793"/>
            <a:ext cx="292100" cy="214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a:solidFill>
                  <a:srgbClr val="000000"/>
                </a:solidFill>
                <a:latin typeface="Calibri" panose="020F0502020204030204" pitchFamily="34" charset="0"/>
              </a:rPr>
              <a:t>l</a:t>
            </a:r>
            <a:r>
              <a:rPr lang="en-US" altLang="en-US" sz="800" baseline="-25000">
                <a:solidFill>
                  <a:srgbClr val="000000"/>
                </a:solidFill>
                <a:latin typeface="Calibri" panose="020F0502020204030204" pitchFamily="34" charset="0"/>
              </a:rPr>
              <a:t>1</a:t>
            </a:r>
          </a:p>
        </p:txBody>
      </p:sp>
      <p:sp>
        <p:nvSpPr>
          <p:cNvPr id="40098" name="Oval 162"/>
          <p:cNvSpPr>
            <a:spLocks noChangeArrowheads="1"/>
          </p:cNvSpPr>
          <p:nvPr/>
        </p:nvSpPr>
        <p:spPr bwMode="auto">
          <a:xfrm>
            <a:off x="2082800" y="5589588"/>
            <a:ext cx="46038" cy="46037"/>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099" name="Oval 163"/>
          <p:cNvSpPr>
            <a:spLocks noChangeArrowheads="1"/>
          </p:cNvSpPr>
          <p:nvPr/>
        </p:nvSpPr>
        <p:spPr bwMode="auto">
          <a:xfrm>
            <a:off x="2260600" y="5248275"/>
            <a:ext cx="46038"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100" name="Oval 164"/>
          <p:cNvSpPr>
            <a:spLocks noChangeArrowheads="1"/>
          </p:cNvSpPr>
          <p:nvPr/>
        </p:nvSpPr>
        <p:spPr bwMode="auto">
          <a:xfrm>
            <a:off x="2584450" y="5119688"/>
            <a:ext cx="46038" cy="46037"/>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101" name="Oval 165"/>
          <p:cNvSpPr>
            <a:spLocks noChangeArrowheads="1"/>
          </p:cNvSpPr>
          <p:nvPr/>
        </p:nvSpPr>
        <p:spPr bwMode="auto">
          <a:xfrm>
            <a:off x="2846388" y="5187950"/>
            <a:ext cx="46037"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102" name="Oval 166"/>
          <p:cNvSpPr>
            <a:spLocks noChangeArrowheads="1"/>
          </p:cNvSpPr>
          <p:nvPr/>
        </p:nvSpPr>
        <p:spPr bwMode="auto">
          <a:xfrm>
            <a:off x="3008313" y="5318125"/>
            <a:ext cx="46037"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103" name="Oval 167"/>
          <p:cNvSpPr>
            <a:spLocks noChangeArrowheads="1"/>
          </p:cNvSpPr>
          <p:nvPr/>
        </p:nvSpPr>
        <p:spPr bwMode="auto">
          <a:xfrm>
            <a:off x="3097213" y="5451475"/>
            <a:ext cx="46037"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104" name="Oval 168"/>
          <p:cNvSpPr>
            <a:spLocks noChangeArrowheads="1"/>
          </p:cNvSpPr>
          <p:nvPr/>
        </p:nvSpPr>
        <p:spPr bwMode="auto">
          <a:xfrm>
            <a:off x="3122613" y="5584825"/>
            <a:ext cx="46037"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105" name="Oval 169"/>
          <p:cNvSpPr>
            <a:spLocks noChangeArrowheads="1"/>
          </p:cNvSpPr>
          <p:nvPr/>
        </p:nvSpPr>
        <p:spPr bwMode="auto">
          <a:xfrm>
            <a:off x="3092450" y="5722938"/>
            <a:ext cx="46038" cy="46037"/>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106" name="Oval 170"/>
          <p:cNvSpPr>
            <a:spLocks noChangeArrowheads="1"/>
          </p:cNvSpPr>
          <p:nvPr/>
        </p:nvSpPr>
        <p:spPr bwMode="auto">
          <a:xfrm>
            <a:off x="3005138" y="5851525"/>
            <a:ext cx="46037"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107" name="Oval 171"/>
          <p:cNvSpPr>
            <a:spLocks noChangeArrowheads="1"/>
          </p:cNvSpPr>
          <p:nvPr/>
        </p:nvSpPr>
        <p:spPr bwMode="auto">
          <a:xfrm>
            <a:off x="2846388" y="5994400"/>
            <a:ext cx="46037"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108" name="Oval 172"/>
          <p:cNvSpPr>
            <a:spLocks noChangeArrowheads="1"/>
          </p:cNvSpPr>
          <p:nvPr/>
        </p:nvSpPr>
        <p:spPr bwMode="auto">
          <a:xfrm>
            <a:off x="2584450" y="6040438"/>
            <a:ext cx="46038" cy="46037"/>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109" name="Oval 173"/>
          <p:cNvSpPr>
            <a:spLocks noChangeArrowheads="1"/>
          </p:cNvSpPr>
          <p:nvPr/>
        </p:nvSpPr>
        <p:spPr bwMode="auto">
          <a:xfrm>
            <a:off x="2260600" y="5924550"/>
            <a:ext cx="46038" cy="46038"/>
          </a:xfrm>
          <a:prstGeom prst="ellipse">
            <a:avLst/>
          </a:prstGeom>
          <a:solidFill>
            <a:srgbClr val="3366FF"/>
          </a:solid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110" name="Line 174"/>
          <p:cNvSpPr>
            <a:spLocks noChangeShapeType="1"/>
          </p:cNvSpPr>
          <p:nvPr/>
        </p:nvSpPr>
        <p:spPr bwMode="auto">
          <a:xfrm>
            <a:off x="4572000" y="1257300"/>
            <a:ext cx="0" cy="5467350"/>
          </a:xfrm>
          <a:prstGeom prst="line">
            <a:avLst/>
          </a:prstGeom>
          <a:noFill/>
          <a:ln w="9525">
            <a:solidFill>
              <a:srgbClr val="8000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111" name="Text Box 175"/>
          <p:cNvSpPr txBox="1">
            <a:spLocks noChangeArrowheads="1"/>
          </p:cNvSpPr>
          <p:nvPr/>
        </p:nvSpPr>
        <p:spPr bwMode="auto">
          <a:xfrm>
            <a:off x="4572000" y="1212850"/>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400">
                <a:solidFill>
                  <a:srgbClr val="000000"/>
                </a:solidFill>
                <a:latin typeface="Calibri" panose="020F0502020204030204" pitchFamily="34" charset="0"/>
              </a:rPr>
              <a:t>X</a:t>
            </a:r>
            <a:r>
              <a:rPr lang="en-US" altLang="en-US" sz="1400" baseline="-25000">
                <a:solidFill>
                  <a:srgbClr val="000000"/>
                </a:solidFill>
                <a:latin typeface="Calibri" panose="020F0502020204030204" pitchFamily="34" charset="0"/>
              </a:rPr>
              <a:t>1</a:t>
            </a:r>
          </a:p>
        </p:txBody>
      </p:sp>
      <p:sp>
        <p:nvSpPr>
          <p:cNvPr id="40112" name="Text Box 176"/>
          <p:cNvSpPr txBox="1">
            <a:spLocks noChangeArrowheads="1"/>
          </p:cNvSpPr>
          <p:nvPr/>
        </p:nvSpPr>
        <p:spPr bwMode="auto">
          <a:xfrm>
            <a:off x="4524375" y="6519863"/>
            <a:ext cx="5334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400">
                <a:solidFill>
                  <a:srgbClr val="000000"/>
                </a:solidFill>
                <a:latin typeface="Calibri" panose="020F0502020204030204" pitchFamily="34" charset="0"/>
              </a:rPr>
              <a:t>Y</a:t>
            </a:r>
            <a:r>
              <a:rPr lang="en-US" altLang="en-US" sz="1400" baseline="-25000">
                <a:solidFill>
                  <a:srgbClr val="000000"/>
                </a:solidFill>
                <a:latin typeface="Calibri" panose="020F0502020204030204" pitchFamily="34" charset="0"/>
              </a:rPr>
              <a:t>1</a:t>
            </a:r>
          </a:p>
        </p:txBody>
      </p:sp>
      <p:sp>
        <p:nvSpPr>
          <p:cNvPr id="40113" name="Line 177"/>
          <p:cNvSpPr>
            <a:spLocks noChangeShapeType="1"/>
          </p:cNvSpPr>
          <p:nvPr/>
        </p:nvSpPr>
        <p:spPr bwMode="auto">
          <a:xfrm>
            <a:off x="2873375" y="4691063"/>
            <a:ext cx="1698625" cy="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114" name="Line 178"/>
          <p:cNvSpPr>
            <a:spLocks noChangeShapeType="1"/>
          </p:cNvSpPr>
          <p:nvPr/>
        </p:nvSpPr>
        <p:spPr bwMode="auto">
          <a:xfrm>
            <a:off x="2870200" y="6524625"/>
            <a:ext cx="1698625" cy="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116" name="Line 180"/>
          <p:cNvSpPr>
            <a:spLocks noChangeShapeType="1"/>
          </p:cNvSpPr>
          <p:nvPr/>
        </p:nvSpPr>
        <p:spPr bwMode="auto">
          <a:xfrm>
            <a:off x="2414588" y="4816475"/>
            <a:ext cx="2157412" cy="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117" name="Line 181"/>
          <p:cNvSpPr>
            <a:spLocks noChangeShapeType="1"/>
          </p:cNvSpPr>
          <p:nvPr/>
        </p:nvSpPr>
        <p:spPr bwMode="auto">
          <a:xfrm>
            <a:off x="2414588" y="6399213"/>
            <a:ext cx="2157412" cy="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118" name="Line 182"/>
          <p:cNvSpPr>
            <a:spLocks noChangeShapeType="1"/>
          </p:cNvSpPr>
          <p:nvPr/>
        </p:nvSpPr>
        <p:spPr bwMode="auto">
          <a:xfrm>
            <a:off x="2081213" y="5146675"/>
            <a:ext cx="2490787" cy="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119" name="Line 183"/>
          <p:cNvSpPr>
            <a:spLocks noChangeShapeType="1"/>
          </p:cNvSpPr>
          <p:nvPr/>
        </p:nvSpPr>
        <p:spPr bwMode="auto">
          <a:xfrm>
            <a:off x="2078038" y="6064250"/>
            <a:ext cx="2490787" cy="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120" name="Line 184"/>
          <p:cNvSpPr>
            <a:spLocks noChangeShapeType="1"/>
          </p:cNvSpPr>
          <p:nvPr/>
        </p:nvSpPr>
        <p:spPr bwMode="auto">
          <a:xfrm>
            <a:off x="1955800" y="5608638"/>
            <a:ext cx="2613025" cy="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122" name="Arc 186"/>
          <p:cNvSpPr>
            <a:spLocks/>
          </p:cNvSpPr>
          <p:nvPr/>
        </p:nvSpPr>
        <p:spPr bwMode="auto">
          <a:xfrm flipV="1">
            <a:off x="4568825" y="4208463"/>
            <a:ext cx="484188" cy="482600"/>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0123" name="Arc 187"/>
          <p:cNvSpPr>
            <a:spLocks/>
          </p:cNvSpPr>
          <p:nvPr/>
        </p:nvSpPr>
        <p:spPr bwMode="auto">
          <a:xfrm flipV="1">
            <a:off x="4572000" y="4205288"/>
            <a:ext cx="612775" cy="611187"/>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8" y="0"/>
                  <a:pt x="21599" y="9670"/>
                  <a:pt x="21599" y="21599"/>
                </a:cubicBezTo>
              </a:path>
              <a:path w="21600" h="21600" stroke="0" extrusionOk="0">
                <a:moveTo>
                  <a:pt x="-1" y="0"/>
                </a:moveTo>
                <a:cubicBezTo>
                  <a:pt x="11928" y="0"/>
                  <a:pt x="21599" y="9670"/>
                  <a:pt x="21599" y="21599"/>
                </a:cubicBezTo>
                <a:lnTo>
                  <a:pt x="0" y="21600"/>
                </a:lnTo>
                <a:lnTo>
                  <a:pt x="-1" y="0"/>
                </a:lnTo>
                <a:close/>
              </a:path>
            </a:pathLst>
          </a:custGeom>
          <a:noFill/>
          <a:ln w="9525">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0124" name="Arc 188"/>
          <p:cNvSpPr>
            <a:spLocks/>
          </p:cNvSpPr>
          <p:nvPr/>
        </p:nvSpPr>
        <p:spPr bwMode="auto">
          <a:xfrm flipV="1">
            <a:off x="4572000" y="4208463"/>
            <a:ext cx="931863" cy="935037"/>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8" y="0"/>
                  <a:pt x="21599" y="9670"/>
                  <a:pt x="21599" y="21599"/>
                </a:cubicBezTo>
              </a:path>
              <a:path w="21600" h="21600" stroke="0" extrusionOk="0">
                <a:moveTo>
                  <a:pt x="-1" y="0"/>
                </a:moveTo>
                <a:cubicBezTo>
                  <a:pt x="11928" y="0"/>
                  <a:pt x="21599" y="9670"/>
                  <a:pt x="21599" y="21599"/>
                </a:cubicBezTo>
                <a:lnTo>
                  <a:pt x="0" y="21600"/>
                </a:lnTo>
                <a:lnTo>
                  <a:pt x="-1" y="0"/>
                </a:lnTo>
                <a:close/>
              </a:path>
            </a:pathLst>
          </a:custGeom>
          <a:noFill/>
          <a:ln w="9525">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0125" name="Arc 189"/>
          <p:cNvSpPr>
            <a:spLocks/>
          </p:cNvSpPr>
          <p:nvPr/>
        </p:nvSpPr>
        <p:spPr bwMode="auto">
          <a:xfrm flipV="1">
            <a:off x="4568825" y="4210050"/>
            <a:ext cx="1398588" cy="1395413"/>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8" y="0"/>
                  <a:pt x="21599" y="9670"/>
                  <a:pt x="21599" y="21599"/>
                </a:cubicBezTo>
              </a:path>
              <a:path w="21600" h="21600" stroke="0" extrusionOk="0">
                <a:moveTo>
                  <a:pt x="-1" y="0"/>
                </a:moveTo>
                <a:cubicBezTo>
                  <a:pt x="11928" y="0"/>
                  <a:pt x="21599" y="9670"/>
                  <a:pt x="21599" y="21599"/>
                </a:cubicBezTo>
                <a:lnTo>
                  <a:pt x="0" y="21600"/>
                </a:lnTo>
                <a:lnTo>
                  <a:pt x="-1" y="0"/>
                </a:lnTo>
                <a:close/>
              </a:path>
            </a:pathLst>
          </a:custGeom>
          <a:noFill/>
          <a:ln w="9525">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0126" name="Arc 190"/>
          <p:cNvSpPr>
            <a:spLocks/>
          </p:cNvSpPr>
          <p:nvPr/>
        </p:nvSpPr>
        <p:spPr bwMode="auto">
          <a:xfrm flipV="1">
            <a:off x="4568825" y="4208463"/>
            <a:ext cx="1855788" cy="1855787"/>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8" y="0"/>
                  <a:pt x="21599" y="9670"/>
                  <a:pt x="21599" y="21599"/>
                </a:cubicBezTo>
              </a:path>
              <a:path w="21600" h="21600" stroke="0" extrusionOk="0">
                <a:moveTo>
                  <a:pt x="-1" y="0"/>
                </a:moveTo>
                <a:cubicBezTo>
                  <a:pt x="11928" y="0"/>
                  <a:pt x="21599" y="9670"/>
                  <a:pt x="21599" y="21599"/>
                </a:cubicBezTo>
                <a:lnTo>
                  <a:pt x="0" y="21600"/>
                </a:lnTo>
                <a:lnTo>
                  <a:pt x="-1" y="0"/>
                </a:lnTo>
                <a:close/>
              </a:path>
            </a:pathLst>
          </a:custGeom>
          <a:noFill/>
          <a:ln w="9525">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0127" name="Arc 191"/>
          <p:cNvSpPr>
            <a:spLocks/>
          </p:cNvSpPr>
          <p:nvPr/>
        </p:nvSpPr>
        <p:spPr bwMode="auto">
          <a:xfrm flipV="1">
            <a:off x="4572000" y="4206875"/>
            <a:ext cx="2193925" cy="2193925"/>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8" y="0"/>
                  <a:pt x="21599" y="9670"/>
                  <a:pt x="21599" y="21599"/>
                </a:cubicBezTo>
              </a:path>
              <a:path w="21600" h="21600" stroke="0" extrusionOk="0">
                <a:moveTo>
                  <a:pt x="-1" y="0"/>
                </a:moveTo>
                <a:cubicBezTo>
                  <a:pt x="11928" y="0"/>
                  <a:pt x="21599" y="9670"/>
                  <a:pt x="21599" y="21599"/>
                </a:cubicBezTo>
                <a:lnTo>
                  <a:pt x="0" y="21600"/>
                </a:lnTo>
                <a:lnTo>
                  <a:pt x="-1" y="0"/>
                </a:lnTo>
                <a:close/>
              </a:path>
            </a:pathLst>
          </a:custGeom>
          <a:noFill/>
          <a:ln w="9525">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0128" name="Arc 192"/>
          <p:cNvSpPr>
            <a:spLocks/>
          </p:cNvSpPr>
          <p:nvPr/>
        </p:nvSpPr>
        <p:spPr bwMode="auto">
          <a:xfrm flipV="1">
            <a:off x="4568825" y="4206875"/>
            <a:ext cx="2312988" cy="2312988"/>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8" y="0"/>
                  <a:pt x="21599" y="9670"/>
                  <a:pt x="21599" y="21599"/>
                </a:cubicBezTo>
              </a:path>
              <a:path w="21600" h="21600" stroke="0" extrusionOk="0">
                <a:moveTo>
                  <a:pt x="-1" y="0"/>
                </a:moveTo>
                <a:cubicBezTo>
                  <a:pt x="11928" y="0"/>
                  <a:pt x="21599" y="9670"/>
                  <a:pt x="21599" y="21599"/>
                </a:cubicBezTo>
                <a:lnTo>
                  <a:pt x="0" y="21600"/>
                </a:lnTo>
                <a:lnTo>
                  <a:pt x="-1" y="0"/>
                </a:lnTo>
                <a:close/>
              </a:path>
            </a:pathLst>
          </a:custGeom>
          <a:noFill/>
          <a:ln w="9525">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IN"/>
          </a:p>
        </p:txBody>
      </p:sp>
      <p:sp>
        <p:nvSpPr>
          <p:cNvPr id="40129" name="Line 193"/>
          <p:cNvSpPr>
            <a:spLocks noChangeShapeType="1"/>
          </p:cNvSpPr>
          <p:nvPr/>
        </p:nvSpPr>
        <p:spPr bwMode="auto">
          <a:xfrm flipV="1">
            <a:off x="5967413" y="2260600"/>
            <a:ext cx="0" cy="1949450"/>
          </a:xfrm>
          <a:prstGeom prst="line">
            <a:avLst/>
          </a:prstGeom>
          <a:noFill/>
          <a:ln w="9525">
            <a:solidFill>
              <a:schemeClr val="tx1"/>
            </a:solidFill>
            <a:prstDash val="lgDashDot"/>
            <a:round/>
            <a:headEnd/>
            <a:tailEnd/>
          </a:ln>
          <a:extLst>
            <a:ext uri="{909E8E84-426E-40DD-AFC4-6F175D3DCCD1}">
              <a14:hiddenFill xmlns:a14="http://schemas.microsoft.com/office/drawing/2010/main">
                <a:noFill/>
              </a14:hiddenFill>
            </a:ext>
          </a:extLst>
        </p:spPr>
        <p:txBody>
          <a:bodyPr/>
          <a:lstStyle/>
          <a:p>
            <a:endParaRPr lang="en-IN"/>
          </a:p>
        </p:txBody>
      </p:sp>
      <p:sp>
        <p:nvSpPr>
          <p:cNvPr id="40130" name="Line 194"/>
          <p:cNvSpPr>
            <a:spLocks noChangeShapeType="1"/>
          </p:cNvSpPr>
          <p:nvPr/>
        </p:nvSpPr>
        <p:spPr bwMode="auto">
          <a:xfrm>
            <a:off x="2870200" y="2259013"/>
            <a:ext cx="309721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131" name="Line 195"/>
          <p:cNvSpPr>
            <a:spLocks noChangeShapeType="1"/>
          </p:cNvSpPr>
          <p:nvPr/>
        </p:nvSpPr>
        <p:spPr bwMode="auto">
          <a:xfrm flipV="1">
            <a:off x="5053013" y="2259013"/>
            <a:ext cx="914400" cy="1951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132" name="Line 196"/>
          <p:cNvSpPr>
            <a:spLocks noChangeShapeType="1"/>
          </p:cNvSpPr>
          <p:nvPr/>
        </p:nvSpPr>
        <p:spPr bwMode="auto">
          <a:xfrm flipV="1">
            <a:off x="5184775" y="2259013"/>
            <a:ext cx="782638" cy="1951037"/>
          </a:xfrm>
          <a:prstGeom prst="line">
            <a:avLst/>
          </a:prstGeom>
          <a:noFill/>
          <a:ln w="9525">
            <a:solidFill>
              <a:schemeClr val="bg1">
                <a:lumMod val="65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40133" name="Line 197"/>
          <p:cNvSpPr>
            <a:spLocks noChangeShapeType="1"/>
          </p:cNvSpPr>
          <p:nvPr/>
        </p:nvSpPr>
        <p:spPr bwMode="auto">
          <a:xfrm flipV="1">
            <a:off x="5503863" y="2259013"/>
            <a:ext cx="463550" cy="1951037"/>
          </a:xfrm>
          <a:prstGeom prst="line">
            <a:avLst/>
          </a:prstGeom>
          <a:noFill/>
          <a:ln w="9525">
            <a:solidFill>
              <a:schemeClr val="bg1">
                <a:lumMod val="65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40134" name="Line 198"/>
          <p:cNvSpPr>
            <a:spLocks noChangeShapeType="1"/>
          </p:cNvSpPr>
          <p:nvPr/>
        </p:nvSpPr>
        <p:spPr bwMode="auto">
          <a:xfrm flipH="1" flipV="1">
            <a:off x="5967413" y="2259013"/>
            <a:ext cx="457200" cy="1951037"/>
          </a:xfrm>
          <a:prstGeom prst="line">
            <a:avLst/>
          </a:prstGeom>
          <a:noFill/>
          <a:ln w="9525">
            <a:solidFill>
              <a:schemeClr val="bg1">
                <a:lumMod val="65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40135" name="Line 199"/>
          <p:cNvSpPr>
            <a:spLocks noChangeShapeType="1"/>
          </p:cNvSpPr>
          <p:nvPr/>
        </p:nvSpPr>
        <p:spPr bwMode="auto">
          <a:xfrm flipH="1" flipV="1">
            <a:off x="5967413" y="2259013"/>
            <a:ext cx="798512" cy="1946275"/>
          </a:xfrm>
          <a:prstGeom prst="line">
            <a:avLst/>
          </a:prstGeom>
          <a:noFill/>
          <a:ln w="9525">
            <a:solidFill>
              <a:schemeClr val="bg1">
                <a:lumMod val="65000"/>
              </a:schemeClr>
            </a:solidFill>
            <a:round/>
            <a:headEnd/>
            <a:tailEnd/>
          </a:ln>
        </p:spPr>
        <p:txBody>
          <a:bodyPr/>
          <a:lstStyle/>
          <a:p>
            <a:pPr eaLnBrk="1" fontAlgn="auto" hangingPunct="1">
              <a:spcBef>
                <a:spcPts val="0"/>
              </a:spcBef>
              <a:spcAft>
                <a:spcPts val="0"/>
              </a:spcAft>
              <a:defRPr/>
            </a:pPr>
            <a:endParaRPr lang="en-IN">
              <a:solidFill>
                <a:prstClr val="black"/>
              </a:solidFill>
              <a:latin typeface="Calibri"/>
            </a:endParaRPr>
          </a:p>
        </p:txBody>
      </p:sp>
      <p:sp>
        <p:nvSpPr>
          <p:cNvPr id="40137" name="Line 201"/>
          <p:cNvSpPr>
            <a:spLocks noChangeShapeType="1"/>
          </p:cNvSpPr>
          <p:nvPr/>
        </p:nvSpPr>
        <p:spPr bwMode="auto">
          <a:xfrm flipH="1" flipV="1">
            <a:off x="5967413" y="2259013"/>
            <a:ext cx="914400" cy="1951037"/>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138" name="Line 202"/>
          <p:cNvSpPr>
            <a:spLocks noChangeShapeType="1"/>
          </p:cNvSpPr>
          <p:nvPr/>
        </p:nvSpPr>
        <p:spPr bwMode="auto">
          <a:xfrm>
            <a:off x="3143250" y="2840038"/>
            <a:ext cx="2824163" cy="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139" name="Line 203"/>
          <p:cNvSpPr>
            <a:spLocks noChangeShapeType="1"/>
          </p:cNvSpPr>
          <p:nvPr/>
        </p:nvSpPr>
        <p:spPr bwMode="auto">
          <a:xfrm>
            <a:off x="3119438" y="2870200"/>
            <a:ext cx="2990850" cy="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140" name="Line 204"/>
          <p:cNvSpPr>
            <a:spLocks noChangeShapeType="1"/>
          </p:cNvSpPr>
          <p:nvPr/>
        </p:nvSpPr>
        <p:spPr bwMode="auto">
          <a:xfrm flipV="1">
            <a:off x="3030538" y="2951163"/>
            <a:ext cx="3217862" cy="1587"/>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141" name="Line 205"/>
          <p:cNvSpPr>
            <a:spLocks noChangeShapeType="1"/>
          </p:cNvSpPr>
          <p:nvPr/>
        </p:nvSpPr>
        <p:spPr bwMode="auto">
          <a:xfrm>
            <a:off x="2873375" y="3109913"/>
            <a:ext cx="3489325" cy="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142" name="Line 206"/>
          <p:cNvSpPr>
            <a:spLocks noChangeShapeType="1"/>
          </p:cNvSpPr>
          <p:nvPr/>
        </p:nvSpPr>
        <p:spPr bwMode="auto">
          <a:xfrm flipV="1">
            <a:off x="2608263" y="3365500"/>
            <a:ext cx="3816350" cy="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143" name="Line 207"/>
          <p:cNvSpPr>
            <a:spLocks noChangeShapeType="1"/>
          </p:cNvSpPr>
          <p:nvPr/>
        </p:nvSpPr>
        <p:spPr bwMode="auto">
          <a:xfrm flipV="1">
            <a:off x="2284413" y="3702050"/>
            <a:ext cx="4024312" cy="1588"/>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144" name="Line 208"/>
          <p:cNvSpPr>
            <a:spLocks noChangeShapeType="1"/>
          </p:cNvSpPr>
          <p:nvPr/>
        </p:nvSpPr>
        <p:spPr bwMode="auto">
          <a:xfrm flipV="1">
            <a:off x="2108200" y="3879850"/>
            <a:ext cx="3859213" cy="0"/>
          </a:xfrm>
          <a:prstGeom prst="line">
            <a:avLst/>
          </a:prstGeom>
          <a:noFill/>
          <a:ln w="9525">
            <a:solidFill>
              <a:srgbClr val="FF9900"/>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145" name="Oval 209"/>
          <p:cNvSpPr>
            <a:spLocks noChangeArrowheads="1"/>
          </p:cNvSpPr>
          <p:nvPr/>
        </p:nvSpPr>
        <p:spPr bwMode="auto">
          <a:xfrm>
            <a:off x="5519738" y="2833688"/>
            <a:ext cx="904875" cy="1039812"/>
          </a:xfrm>
          <a:prstGeom prst="ellipse">
            <a:avLst/>
          </a:prstGeom>
          <a:solidFill>
            <a:schemeClr val="accent1">
              <a:alpha val="0"/>
            </a:schemeClr>
          </a:solidFill>
          <a:ln w="222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146" name="Text Box 210"/>
          <p:cNvSpPr txBox="1">
            <a:spLocks noChangeArrowheads="1"/>
          </p:cNvSpPr>
          <p:nvPr/>
        </p:nvSpPr>
        <p:spPr bwMode="auto">
          <a:xfrm>
            <a:off x="4837113" y="4168775"/>
            <a:ext cx="3476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solidFill>
                  <a:srgbClr val="000000"/>
                </a:solidFill>
                <a:latin typeface="Calibri" panose="020F0502020204030204" pitchFamily="34" charset="0"/>
              </a:rPr>
              <a:t>4”</a:t>
            </a:r>
          </a:p>
        </p:txBody>
      </p:sp>
      <p:sp>
        <p:nvSpPr>
          <p:cNvPr id="40147" name="Text Box 211"/>
          <p:cNvSpPr txBox="1">
            <a:spLocks noChangeArrowheads="1"/>
          </p:cNvSpPr>
          <p:nvPr/>
        </p:nvSpPr>
        <p:spPr bwMode="auto">
          <a:xfrm>
            <a:off x="5045075" y="4165600"/>
            <a:ext cx="3476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solidFill>
                  <a:srgbClr val="000000"/>
                </a:solidFill>
                <a:latin typeface="Calibri" panose="020F0502020204030204" pitchFamily="34" charset="0"/>
              </a:rPr>
              <a:t>5”</a:t>
            </a:r>
          </a:p>
        </p:txBody>
      </p:sp>
      <p:sp>
        <p:nvSpPr>
          <p:cNvPr id="40148" name="Text Box 212"/>
          <p:cNvSpPr txBox="1">
            <a:spLocks noChangeArrowheads="1"/>
          </p:cNvSpPr>
          <p:nvPr/>
        </p:nvSpPr>
        <p:spPr bwMode="auto">
          <a:xfrm>
            <a:off x="5373688" y="4156075"/>
            <a:ext cx="3476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solidFill>
                  <a:srgbClr val="000000"/>
                </a:solidFill>
                <a:latin typeface="Calibri" panose="020F0502020204030204" pitchFamily="34" charset="0"/>
              </a:rPr>
              <a:t>6”</a:t>
            </a:r>
          </a:p>
        </p:txBody>
      </p:sp>
      <p:sp>
        <p:nvSpPr>
          <p:cNvPr id="40149" name="Text Box 213"/>
          <p:cNvSpPr txBox="1">
            <a:spLocks noChangeArrowheads="1"/>
          </p:cNvSpPr>
          <p:nvPr/>
        </p:nvSpPr>
        <p:spPr bwMode="auto">
          <a:xfrm>
            <a:off x="5826125" y="4159250"/>
            <a:ext cx="3476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solidFill>
                  <a:srgbClr val="000000"/>
                </a:solidFill>
                <a:latin typeface="Calibri" panose="020F0502020204030204" pitchFamily="34" charset="0"/>
              </a:rPr>
              <a:t>7”</a:t>
            </a:r>
          </a:p>
        </p:txBody>
      </p:sp>
      <p:sp>
        <p:nvSpPr>
          <p:cNvPr id="40150" name="Text Box 214"/>
          <p:cNvSpPr txBox="1">
            <a:spLocks noChangeArrowheads="1"/>
          </p:cNvSpPr>
          <p:nvPr/>
        </p:nvSpPr>
        <p:spPr bwMode="auto">
          <a:xfrm>
            <a:off x="6292850" y="4156075"/>
            <a:ext cx="3476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solidFill>
                  <a:srgbClr val="000000"/>
                </a:solidFill>
                <a:latin typeface="Calibri" panose="020F0502020204030204" pitchFamily="34" charset="0"/>
              </a:rPr>
              <a:t>8”</a:t>
            </a:r>
          </a:p>
        </p:txBody>
      </p:sp>
      <p:sp>
        <p:nvSpPr>
          <p:cNvPr id="40151" name="Text Box 215"/>
          <p:cNvSpPr txBox="1">
            <a:spLocks noChangeArrowheads="1"/>
          </p:cNvSpPr>
          <p:nvPr/>
        </p:nvSpPr>
        <p:spPr bwMode="auto">
          <a:xfrm>
            <a:off x="6607175" y="4152900"/>
            <a:ext cx="3476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solidFill>
                  <a:srgbClr val="000000"/>
                </a:solidFill>
                <a:latin typeface="Calibri" panose="020F0502020204030204" pitchFamily="34" charset="0"/>
              </a:rPr>
              <a:t>9”</a:t>
            </a:r>
          </a:p>
        </p:txBody>
      </p:sp>
      <p:sp>
        <p:nvSpPr>
          <p:cNvPr id="40152" name="Text Box 216"/>
          <p:cNvSpPr txBox="1">
            <a:spLocks noChangeArrowheads="1"/>
          </p:cNvSpPr>
          <p:nvPr/>
        </p:nvSpPr>
        <p:spPr bwMode="auto">
          <a:xfrm>
            <a:off x="6750050" y="4151313"/>
            <a:ext cx="4206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solidFill>
                  <a:srgbClr val="000000"/>
                </a:solidFill>
                <a:latin typeface="Calibri" panose="020F0502020204030204" pitchFamily="34" charset="0"/>
              </a:rPr>
              <a:t>10”</a:t>
            </a:r>
          </a:p>
        </p:txBody>
      </p:sp>
      <p:sp>
        <p:nvSpPr>
          <p:cNvPr id="40153" name="Text Box 217"/>
          <p:cNvSpPr txBox="1">
            <a:spLocks noChangeArrowheads="1"/>
          </p:cNvSpPr>
          <p:nvPr/>
        </p:nvSpPr>
        <p:spPr bwMode="auto">
          <a:xfrm>
            <a:off x="6554788" y="4341813"/>
            <a:ext cx="42068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solidFill>
                  <a:srgbClr val="000000"/>
                </a:solidFill>
                <a:latin typeface="Calibri" panose="020F0502020204030204" pitchFamily="34" charset="0"/>
              </a:rPr>
              <a:t>11”</a:t>
            </a:r>
          </a:p>
        </p:txBody>
      </p:sp>
      <p:sp>
        <p:nvSpPr>
          <p:cNvPr id="40154" name="Text Box 218"/>
          <p:cNvSpPr txBox="1">
            <a:spLocks noChangeArrowheads="1"/>
          </p:cNvSpPr>
          <p:nvPr/>
        </p:nvSpPr>
        <p:spPr bwMode="auto">
          <a:xfrm>
            <a:off x="6245225" y="4297363"/>
            <a:ext cx="420688"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solidFill>
                  <a:srgbClr val="000000"/>
                </a:solidFill>
                <a:latin typeface="Calibri" panose="020F0502020204030204" pitchFamily="34" charset="0"/>
              </a:rPr>
              <a:t>12”</a:t>
            </a:r>
          </a:p>
        </p:txBody>
      </p:sp>
      <p:sp>
        <p:nvSpPr>
          <p:cNvPr id="40155" name="Text Box 219"/>
          <p:cNvSpPr txBox="1">
            <a:spLocks noChangeArrowheads="1"/>
          </p:cNvSpPr>
          <p:nvPr/>
        </p:nvSpPr>
        <p:spPr bwMode="auto">
          <a:xfrm>
            <a:off x="5826125" y="4295775"/>
            <a:ext cx="3476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solidFill>
                  <a:srgbClr val="000000"/>
                </a:solidFill>
                <a:latin typeface="Calibri" panose="020F0502020204030204" pitchFamily="34" charset="0"/>
              </a:rPr>
              <a:t>1”</a:t>
            </a:r>
          </a:p>
        </p:txBody>
      </p:sp>
      <p:sp>
        <p:nvSpPr>
          <p:cNvPr id="40156" name="Text Box 220"/>
          <p:cNvSpPr txBox="1">
            <a:spLocks noChangeArrowheads="1"/>
          </p:cNvSpPr>
          <p:nvPr/>
        </p:nvSpPr>
        <p:spPr bwMode="auto">
          <a:xfrm>
            <a:off x="5360988" y="4284663"/>
            <a:ext cx="347662"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solidFill>
                  <a:srgbClr val="000000"/>
                </a:solidFill>
                <a:latin typeface="Calibri" panose="020F0502020204030204" pitchFamily="34" charset="0"/>
              </a:rPr>
              <a:t>2”</a:t>
            </a:r>
          </a:p>
        </p:txBody>
      </p:sp>
      <p:sp>
        <p:nvSpPr>
          <p:cNvPr id="40157" name="Text Box 221"/>
          <p:cNvSpPr txBox="1">
            <a:spLocks noChangeArrowheads="1"/>
          </p:cNvSpPr>
          <p:nvPr/>
        </p:nvSpPr>
        <p:spPr bwMode="auto">
          <a:xfrm>
            <a:off x="5045075" y="4302125"/>
            <a:ext cx="3476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solidFill>
                  <a:srgbClr val="000000"/>
                </a:solidFill>
                <a:latin typeface="Calibri" panose="020F0502020204030204" pitchFamily="34" charset="0"/>
              </a:rPr>
              <a:t>3”</a:t>
            </a:r>
          </a:p>
        </p:txBody>
      </p:sp>
      <p:sp>
        <p:nvSpPr>
          <p:cNvPr id="40158" name="Text Box 222"/>
          <p:cNvSpPr txBox="1">
            <a:spLocks noChangeArrowheads="1"/>
          </p:cNvSpPr>
          <p:nvPr/>
        </p:nvSpPr>
        <p:spPr bwMode="auto">
          <a:xfrm>
            <a:off x="5826125" y="1946275"/>
            <a:ext cx="3476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1200">
                <a:solidFill>
                  <a:srgbClr val="000000"/>
                </a:solidFill>
                <a:latin typeface="Calibri" panose="020F0502020204030204" pitchFamily="34" charset="0"/>
              </a:rPr>
              <a:t>o”</a:t>
            </a:r>
          </a:p>
        </p:txBody>
      </p:sp>
      <p:grpSp>
        <p:nvGrpSpPr>
          <p:cNvPr id="4" name="Group 236"/>
          <p:cNvGrpSpPr>
            <a:grpSpLocks/>
          </p:cNvGrpSpPr>
          <p:nvPr/>
        </p:nvGrpSpPr>
        <p:grpSpPr bwMode="auto">
          <a:xfrm>
            <a:off x="5294313" y="2659063"/>
            <a:ext cx="1493837" cy="1398587"/>
            <a:chOff x="4431" y="1658"/>
            <a:chExt cx="941" cy="881"/>
          </a:xfrm>
        </p:grpSpPr>
        <p:sp>
          <p:nvSpPr>
            <p:cNvPr id="45229" name="Text Box 223"/>
            <p:cNvSpPr txBox="1">
              <a:spLocks noChangeArrowheads="1"/>
            </p:cNvSpPr>
            <p:nvPr/>
          </p:nvSpPr>
          <p:spPr bwMode="auto">
            <a:xfrm>
              <a:off x="4798" y="2404"/>
              <a:ext cx="18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a”</a:t>
              </a:r>
            </a:p>
          </p:txBody>
        </p:sp>
        <p:sp>
          <p:nvSpPr>
            <p:cNvPr id="45230" name="Text Box 224"/>
            <p:cNvSpPr txBox="1">
              <a:spLocks noChangeArrowheads="1"/>
            </p:cNvSpPr>
            <p:nvPr/>
          </p:nvSpPr>
          <p:spPr bwMode="auto">
            <a:xfrm>
              <a:off x="4517" y="2287"/>
              <a:ext cx="25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b”</a:t>
              </a:r>
            </a:p>
          </p:txBody>
        </p:sp>
        <p:sp>
          <p:nvSpPr>
            <p:cNvPr id="45231" name="Text Box 225"/>
            <p:cNvSpPr txBox="1">
              <a:spLocks noChangeArrowheads="1"/>
            </p:cNvSpPr>
            <p:nvPr/>
          </p:nvSpPr>
          <p:spPr bwMode="auto">
            <a:xfrm>
              <a:off x="4431" y="2077"/>
              <a:ext cx="26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c”</a:t>
              </a:r>
            </a:p>
          </p:txBody>
        </p:sp>
        <p:sp>
          <p:nvSpPr>
            <p:cNvPr id="45232" name="Text Box 226"/>
            <p:cNvSpPr txBox="1">
              <a:spLocks noChangeArrowheads="1"/>
            </p:cNvSpPr>
            <p:nvPr/>
          </p:nvSpPr>
          <p:spPr bwMode="auto">
            <a:xfrm>
              <a:off x="4447" y="1960"/>
              <a:ext cx="26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d”</a:t>
              </a:r>
            </a:p>
          </p:txBody>
        </p:sp>
        <p:sp>
          <p:nvSpPr>
            <p:cNvPr id="45233" name="Text Box 227"/>
            <p:cNvSpPr txBox="1">
              <a:spLocks noChangeArrowheads="1"/>
            </p:cNvSpPr>
            <p:nvPr/>
          </p:nvSpPr>
          <p:spPr bwMode="auto">
            <a:xfrm>
              <a:off x="4497" y="1839"/>
              <a:ext cx="26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e”</a:t>
              </a:r>
            </a:p>
          </p:txBody>
        </p:sp>
        <p:sp>
          <p:nvSpPr>
            <p:cNvPr id="45234" name="Text Box 228"/>
            <p:cNvSpPr txBox="1">
              <a:spLocks noChangeArrowheads="1"/>
            </p:cNvSpPr>
            <p:nvPr/>
          </p:nvSpPr>
          <p:spPr bwMode="auto">
            <a:xfrm>
              <a:off x="4637" y="1725"/>
              <a:ext cx="26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f”</a:t>
              </a:r>
            </a:p>
          </p:txBody>
        </p:sp>
        <p:sp>
          <p:nvSpPr>
            <p:cNvPr id="45235" name="Text Box 229"/>
            <p:cNvSpPr txBox="1">
              <a:spLocks noChangeArrowheads="1"/>
            </p:cNvSpPr>
            <p:nvPr/>
          </p:nvSpPr>
          <p:spPr bwMode="auto">
            <a:xfrm>
              <a:off x="4785" y="1658"/>
              <a:ext cx="26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g”</a:t>
              </a:r>
            </a:p>
          </p:txBody>
        </p:sp>
        <p:sp>
          <p:nvSpPr>
            <p:cNvPr id="45236" name="Text Box 230"/>
            <p:cNvSpPr txBox="1">
              <a:spLocks noChangeArrowheads="1"/>
            </p:cNvSpPr>
            <p:nvPr/>
          </p:nvSpPr>
          <p:spPr bwMode="auto">
            <a:xfrm>
              <a:off x="4916" y="1705"/>
              <a:ext cx="26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h”</a:t>
              </a:r>
            </a:p>
          </p:txBody>
        </p:sp>
        <p:sp>
          <p:nvSpPr>
            <p:cNvPr id="45237" name="Text Box 231"/>
            <p:cNvSpPr txBox="1">
              <a:spLocks noChangeArrowheads="1"/>
            </p:cNvSpPr>
            <p:nvPr/>
          </p:nvSpPr>
          <p:spPr bwMode="auto">
            <a:xfrm>
              <a:off x="5044" y="1816"/>
              <a:ext cx="26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i”</a:t>
              </a:r>
            </a:p>
          </p:txBody>
        </p:sp>
        <p:sp>
          <p:nvSpPr>
            <p:cNvPr id="45238" name="Text Box 232"/>
            <p:cNvSpPr txBox="1">
              <a:spLocks noChangeArrowheads="1"/>
            </p:cNvSpPr>
            <p:nvPr/>
          </p:nvSpPr>
          <p:spPr bwMode="auto">
            <a:xfrm>
              <a:off x="5108" y="1951"/>
              <a:ext cx="26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j”</a:t>
              </a:r>
            </a:p>
          </p:txBody>
        </p:sp>
        <p:sp>
          <p:nvSpPr>
            <p:cNvPr id="45239" name="Text Box 233"/>
            <p:cNvSpPr txBox="1">
              <a:spLocks noChangeArrowheads="1"/>
            </p:cNvSpPr>
            <p:nvPr/>
          </p:nvSpPr>
          <p:spPr bwMode="auto">
            <a:xfrm>
              <a:off x="5109" y="2077"/>
              <a:ext cx="26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k”</a:t>
              </a:r>
            </a:p>
          </p:txBody>
        </p:sp>
        <p:sp>
          <p:nvSpPr>
            <p:cNvPr id="45240" name="Text Box 234"/>
            <p:cNvSpPr txBox="1">
              <a:spLocks noChangeArrowheads="1"/>
            </p:cNvSpPr>
            <p:nvPr/>
          </p:nvSpPr>
          <p:spPr bwMode="auto">
            <a:xfrm>
              <a:off x="5029" y="2288"/>
              <a:ext cx="26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800" b="1">
                  <a:solidFill>
                    <a:srgbClr val="000000"/>
                  </a:solidFill>
                  <a:latin typeface="Calibri" panose="020F0502020204030204" pitchFamily="34" charset="0"/>
                </a:rPr>
                <a:t>l”</a:t>
              </a:r>
            </a:p>
          </p:txBody>
        </p:sp>
      </p:grpSp>
      <p:sp>
        <p:nvSpPr>
          <p:cNvPr id="40171" name="Oval 235" descr="Wide downward diagonal"/>
          <p:cNvSpPr>
            <a:spLocks noChangeArrowheads="1"/>
          </p:cNvSpPr>
          <p:nvPr/>
        </p:nvSpPr>
        <p:spPr bwMode="auto">
          <a:xfrm>
            <a:off x="5519738" y="2827338"/>
            <a:ext cx="904875" cy="1039812"/>
          </a:xfrm>
          <a:prstGeom prst="ellipse">
            <a:avLst/>
          </a:prstGeom>
          <a:blipFill dpi="0" rotWithShape="0">
            <a:blip r:embed="rId2"/>
            <a:srcRect/>
            <a:tile tx="0" ty="0" sx="100000" sy="100000" flip="none" algn="tl"/>
          </a:blip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174" name="Oval 238" descr="Wide downward diagonal"/>
          <p:cNvSpPr>
            <a:spLocks noChangeArrowheads="1"/>
          </p:cNvSpPr>
          <p:nvPr/>
        </p:nvSpPr>
        <p:spPr bwMode="auto">
          <a:xfrm>
            <a:off x="2105025" y="5143500"/>
            <a:ext cx="1038225" cy="917575"/>
          </a:xfrm>
          <a:prstGeom prst="ellipse">
            <a:avLst/>
          </a:prstGeom>
          <a:blipFill dpi="0" rotWithShape="0">
            <a:blip r:embed="rId3"/>
            <a:srcRect/>
            <a:tile tx="0" ty="0" sx="100000" sy="100000" flip="none" algn="tl"/>
          </a:blip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175" name="Oval 239" descr="Light vertical"/>
          <p:cNvSpPr>
            <a:spLocks noChangeArrowheads="1"/>
          </p:cNvSpPr>
          <p:nvPr/>
        </p:nvSpPr>
        <p:spPr bwMode="auto">
          <a:xfrm rot="-2700000">
            <a:off x="898525" y="1906588"/>
            <a:ext cx="1466850" cy="939800"/>
          </a:xfrm>
          <a:prstGeom prst="ellipse">
            <a:avLst/>
          </a:prstGeom>
          <a:blipFill dpi="0" rotWithShape="0">
            <a:blip r:embed="rId4"/>
            <a:srcRect/>
            <a:tile tx="0" ty="0" sx="100000" sy="100000" flip="none" algn="tl"/>
          </a:blipFill>
          <a:ln w="95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0176" name="Line 240"/>
          <p:cNvSpPr>
            <a:spLocks noChangeShapeType="1"/>
          </p:cNvSpPr>
          <p:nvPr/>
        </p:nvSpPr>
        <p:spPr bwMode="auto">
          <a:xfrm>
            <a:off x="1958975" y="4205288"/>
            <a:ext cx="1822450" cy="3175"/>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178" name="Line 242"/>
          <p:cNvSpPr>
            <a:spLocks noChangeShapeType="1"/>
          </p:cNvSpPr>
          <p:nvPr/>
        </p:nvSpPr>
        <p:spPr bwMode="auto">
          <a:xfrm flipH="1">
            <a:off x="5053013" y="3109913"/>
            <a:ext cx="515937" cy="1103312"/>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179" name="Line 243"/>
          <p:cNvSpPr>
            <a:spLocks noChangeShapeType="1"/>
          </p:cNvSpPr>
          <p:nvPr/>
        </p:nvSpPr>
        <p:spPr bwMode="auto">
          <a:xfrm>
            <a:off x="6362700" y="3109913"/>
            <a:ext cx="519113" cy="109855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40180" name="Line 244"/>
          <p:cNvSpPr>
            <a:spLocks noChangeShapeType="1"/>
          </p:cNvSpPr>
          <p:nvPr/>
        </p:nvSpPr>
        <p:spPr bwMode="auto">
          <a:xfrm>
            <a:off x="5057775" y="4210050"/>
            <a:ext cx="1824038" cy="0"/>
          </a:xfrm>
          <a:prstGeom prst="line">
            <a:avLst/>
          </a:prstGeom>
          <a:noFill/>
          <a:ln w="22225">
            <a:solidFill>
              <a:schemeClr val="tx1"/>
            </a:solidFill>
            <a:round/>
            <a:headEnd/>
            <a:tailEnd/>
          </a:ln>
          <a:extLst>
            <a:ext uri="{909E8E84-426E-40DD-AFC4-6F175D3DCCD1}">
              <a14:hiddenFill xmlns:a14="http://schemas.microsoft.com/office/drawing/2010/main">
                <a:noFill/>
              </a14:hiddenFill>
            </a:ext>
          </a:extLst>
        </p:spPr>
        <p:txBody>
          <a:bodyPr/>
          <a:lstStyle/>
          <a:p>
            <a:endParaRPr lang="en-IN"/>
          </a:p>
        </p:txBody>
      </p:sp>
      <p:sp>
        <p:nvSpPr>
          <p:cNvPr id="203" name="Oval 237"/>
          <p:cNvSpPr>
            <a:spLocks noChangeArrowheads="1"/>
          </p:cNvSpPr>
          <p:nvPr/>
        </p:nvSpPr>
        <p:spPr bwMode="auto">
          <a:xfrm>
            <a:off x="1962150" y="4691063"/>
            <a:ext cx="1828800" cy="1828800"/>
          </a:xfrm>
          <a:prstGeom prst="ellipse">
            <a:avLst/>
          </a:prstGeom>
          <a:solidFill>
            <a:schemeClr val="accent1">
              <a:alpha val="0"/>
            </a:schemeClr>
          </a:solidFill>
          <a:ln w="22225">
            <a:solidFill>
              <a:schemeClr val="tx1"/>
            </a:solidFill>
            <a:round/>
            <a:headEnd/>
            <a:tailEnd/>
          </a:ln>
        </p:spPr>
        <p:txBody>
          <a:bodyPr wrap="none" anchor="ct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IN" altLang="en-US" sz="1800">
              <a:solidFill>
                <a:srgbClr val="000000"/>
              </a:solidFill>
              <a:latin typeface="Calibri" panose="020F0502020204030204" pitchFamily="34" charset="0"/>
            </a:endParaRPr>
          </a:p>
        </p:txBody>
      </p:sp>
      <p:sp>
        <p:nvSpPr>
          <p:cNvPr id="45228" name="Text Box 40"/>
          <p:cNvSpPr txBox="1">
            <a:spLocks noChangeArrowheads="1"/>
          </p:cNvSpPr>
          <p:nvPr/>
        </p:nvSpPr>
        <p:spPr bwMode="auto">
          <a:xfrm>
            <a:off x="252413" y="-17463"/>
            <a:ext cx="8763000" cy="17843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Garamond" panose="02020404030301010803" pitchFamily="18" charset="0"/>
              </a:defRPr>
            </a:lvl1pPr>
            <a:lvl2pPr marL="742950" indent="-285750">
              <a:spcBef>
                <a:spcPct val="20000"/>
              </a:spcBef>
              <a:buFont typeface="Arial" panose="020B0604020202020204" pitchFamily="34" charset="0"/>
              <a:buChar char="–"/>
              <a:defRPr sz="2800">
                <a:solidFill>
                  <a:schemeClr val="tx1"/>
                </a:solidFill>
                <a:latin typeface="Times" panose="02020603050405020304" pitchFamily="18"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50000"/>
              </a:spcBef>
              <a:buFontTx/>
              <a:buNone/>
            </a:pPr>
            <a:r>
              <a:rPr lang="en-US" altLang="en-US" sz="2000">
                <a:solidFill>
                  <a:srgbClr val="000000"/>
                </a:solidFill>
                <a:latin typeface="Times New Roman" panose="02020603050405020304" pitchFamily="18" charset="0"/>
              </a:rPr>
              <a:t>A cone base 75 mm diameter and axis 80 mm long is resting on its base on H.P. It is cut by a section plane perpendicular to the V.P., inclined at 45</a:t>
            </a:r>
            <a:r>
              <a:rPr lang="en-US" altLang="en-US" sz="2000">
                <a:solidFill>
                  <a:srgbClr val="000000"/>
                </a:solidFill>
                <a:latin typeface="Times New Roman" panose="02020603050405020304" pitchFamily="18" charset="0"/>
                <a:cs typeface="Times New Roman" panose="02020603050405020304" pitchFamily="18" charset="0"/>
              </a:rPr>
              <a:t>º to the H.P. and cutting the axis at a point 35 mm from the apex.  </a:t>
            </a:r>
          </a:p>
          <a:p>
            <a:pPr eaLnBrk="1" hangingPunct="1">
              <a:spcBef>
                <a:spcPct val="50000"/>
              </a:spcBef>
              <a:buFontTx/>
              <a:buNone/>
            </a:pPr>
            <a:r>
              <a:rPr lang="en-US" altLang="en-US" sz="2000">
                <a:solidFill>
                  <a:srgbClr val="000000"/>
                </a:solidFill>
                <a:latin typeface="Times New Roman" panose="02020603050405020304" pitchFamily="18" charset="0"/>
              </a:rPr>
              <a:t>Draw the front view, sectional top view, sectional side view and true shape of the section.</a:t>
            </a:r>
            <a:endParaRPr lang="en-US" altLang="en-US" sz="2000">
              <a:solidFill>
                <a:srgbClr val="00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005"/>
                                        </p:tgtEl>
                                        <p:attrNameLst>
                                          <p:attrName>style.visibility</p:attrName>
                                        </p:attrNameLst>
                                      </p:cBhvr>
                                      <p:to>
                                        <p:strVal val="visible"/>
                                      </p:to>
                                    </p:set>
                                    <p:animEffect transition="in" filter="wipe(left)">
                                      <p:cBhvr>
                                        <p:cTn id="7" dur="500"/>
                                        <p:tgtEl>
                                          <p:spTgt spid="40005"/>
                                        </p:tgtEl>
                                      </p:cBhvr>
                                    </p:animEffect>
                                  </p:childTnLst>
                                </p:cTn>
                              </p:par>
                              <p:par>
                                <p:cTn id="8" presetID="22" presetClass="entr" presetSubtype="8" fill="hold" nodeType="withEffect">
                                  <p:stCondLst>
                                    <p:cond delay="0"/>
                                  </p:stCondLst>
                                  <p:childTnLst>
                                    <p:set>
                                      <p:cBhvr>
                                        <p:cTn id="9" dur="1" fill="hold">
                                          <p:stCondLst>
                                            <p:cond delay="0"/>
                                          </p:stCondLst>
                                        </p:cTn>
                                        <p:tgtEl>
                                          <p:spTgt spid="40004"/>
                                        </p:tgtEl>
                                        <p:attrNameLst>
                                          <p:attrName>style.visibility</p:attrName>
                                        </p:attrNameLst>
                                      </p:cBhvr>
                                      <p:to>
                                        <p:strVal val="visible"/>
                                      </p:to>
                                    </p:set>
                                    <p:animEffect transition="in" filter="wipe(left)">
                                      <p:cBhvr>
                                        <p:cTn id="10" dur="500"/>
                                        <p:tgtEl>
                                          <p:spTgt spid="40004"/>
                                        </p:tgtEl>
                                      </p:cBhvr>
                                    </p:animEffect>
                                  </p:childTnLst>
                                </p:cTn>
                              </p:par>
                              <p:par>
                                <p:cTn id="11" presetID="22" presetClass="entr" presetSubtype="8" fill="hold" nodeType="withEffect">
                                  <p:stCondLst>
                                    <p:cond delay="0"/>
                                  </p:stCondLst>
                                  <p:childTnLst>
                                    <p:set>
                                      <p:cBhvr>
                                        <p:cTn id="12" dur="1" fill="hold">
                                          <p:stCondLst>
                                            <p:cond delay="0"/>
                                          </p:stCondLst>
                                        </p:cTn>
                                        <p:tgtEl>
                                          <p:spTgt spid="40002"/>
                                        </p:tgtEl>
                                        <p:attrNameLst>
                                          <p:attrName>style.visibility</p:attrName>
                                        </p:attrNameLst>
                                      </p:cBhvr>
                                      <p:to>
                                        <p:strVal val="visible"/>
                                      </p:to>
                                    </p:set>
                                    <p:animEffect transition="in" filter="wipe(left)">
                                      <p:cBhvr>
                                        <p:cTn id="13" dur="500"/>
                                        <p:tgtEl>
                                          <p:spTgt spid="40002"/>
                                        </p:tgtEl>
                                      </p:cBhvr>
                                    </p:animEffect>
                                  </p:childTnLst>
                                </p:cTn>
                              </p:par>
                              <p:par>
                                <p:cTn id="14" presetID="22" presetClass="entr" presetSubtype="8" fill="hold" nodeType="withEffect">
                                  <p:stCondLst>
                                    <p:cond delay="0"/>
                                  </p:stCondLst>
                                  <p:childTnLst>
                                    <p:set>
                                      <p:cBhvr>
                                        <p:cTn id="15" dur="1" fill="hold">
                                          <p:stCondLst>
                                            <p:cond delay="0"/>
                                          </p:stCondLst>
                                        </p:cTn>
                                        <p:tgtEl>
                                          <p:spTgt spid="40003"/>
                                        </p:tgtEl>
                                        <p:attrNameLst>
                                          <p:attrName>style.visibility</p:attrName>
                                        </p:attrNameLst>
                                      </p:cBhvr>
                                      <p:to>
                                        <p:strVal val="visible"/>
                                      </p:to>
                                    </p:set>
                                    <p:animEffect transition="in" filter="wipe(left)">
                                      <p:cBhvr>
                                        <p:cTn id="16" dur="500"/>
                                        <p:tgtEl>
                                          <p:spTgt spid="40003"/>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4" fill="hold" nodeType="clickEffect">
                                  <p:stCondLst>
                                    <p:cond delay="0"/>
                                  </p:stCondLst>
                                  <p:childTnLst>
                                    <p:set>
                                      <p:cBhvr>
                                        <p:cTn id="20" dur="1" fill="hold">
                                          <p:stCondLst>
                                            <p:cond delay="0"/>
                                          </p:stCondLst>
                                        </p:cTn>
                                        <p:tgtEl>
                                          <p:spTgt spid="40001"/>
                                        </p:tgtEl>
                                        <p:attrNameLst>
                                          <p:attrName>style.visibility</p:attrName>
                                        </p:attrNameLst>
                                      </p:cBhvr>
                                      <p:to>
                                        <p:strVal val="visible"/>
                                      </p:to>
                                    </p:set>
                                    <p:animEffect transition="in" filter="wipe(down)">
                                      <p:cBhvr>
                                        <p:cTn id="21" dur="500"/>
                                        <p:tgtEl>
                                          <p:spTgt spid="4000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grpId="0" nodeType="clickEffect">
                                  <p:stCondLst>
                                    <p:cond delay="0"/>
                                  </p:stCondLst>
                                  <p:childTnLst>
                                    <p:set>
                                      <p:cBhvr>
                                        <p:cTn id="25" dur="1" fill="hold">
                                          <p:stCondLst>
                                            <p:cond delay="0"/>
                                          </p:stCondLst>
                                        </p:cTn>
                                        <p:tgtEl>
                                          <p:spTgt spid="40031"/>
                                        </p:tgtEl>
                                        <p:attrNameLst>
                                          <p:attrName>style.visibility</p:attrName>
                                        </p:attrNameLst>
                                      </p:cBhvr>
                                      <p:to>
                                        <p:strVal val="visible"/>
                                      </p:to>
                                    </p:set>
                                    <p:animEffect transition="in" filter="wipe(down)">
                                      <p:cBhvr>
                                        <p:cTn id="26" dur="500"/>
                                        <p:tgtEl>
                                          <p:spTgt spid="40031"/>
                                        </p:tgtEl>
                                      </p:cBhvr>
                                    </p:animEffect>
                                  </p:childTnLst>
                                </p:cTn>
                              </p:par>
                              <p:par>
                                <p:cTn id="27" presetID="22" presetClass="entr" presetSubtype="4" fill="hold" grpId="0" nodeType="withEffect">
                                  <p:stCondLst>
                                    <p:cond delay="0"/>
                                  </p:stCondLst>
                                  <p:childTnLst>
                                    <p:set>
                                      <p:cBhvr>
                                        <p:cTn id="28" dur="1" fill="hold">
                                          <p:stCondLst>
                                            <p:cond delay="0"/>
                                          </p:stCondLst>
                                        </p:cTn>
                                        <p:tgtEl>
                                          <p:spTgt spid="40032"/>
                                        </p:tgtEl>
                                        <p:attrNameLst>
                                          <p:attrName>style.visibility</p:attrName>
                                        </p:attrNameLst>
                                      </p:cBhvr>
                                      <p:to>
                                        <p:strVal val="visible"/>
                                      </p:to>
                                    </p:set>
                                    <p:animEffect transition="in" filter="wipe(down)">
                                      <p:cBhvr>
                                        <p:cTn id="29" dur="500"/>
                                        <p:tgtEl>
                                          <p:spTgt spid="40032"/>
                                        </p:tgtEl>
                                      </p:cBhvr>
                                    </p:animEffect>
                                  </p:childTnLst>
                                </p:cTn>
                              </p:par>
                              <p:par>
                                <p:cTn id="30" presetID="22" presetClass="entr" presetSubtype="4" fill="hold" grpId="0" nodeType="withEffect">
                                  <p:stCondLst>
                                    <p:cond delay="0"/>
                                  </p:stCondLst>
                                  <p:childTnLst>
                                    <p:set>
                                      <p:cBhvr>
                                        <p:cTn id="31" dur="1" fill="hold">
                                          <p:stCondLst>
                                            <p:cond delay="0"/>
                                          </p:stCondLst>
                                        </p:cTn>
                                        <p:tgtEl>
                                          <p:spTgt spid="40033"/>
                                        </p:tgtEl>
                                        <p:attrNameLst>
                                          <p:attrName>style.visibility</p:attrName>
                                        </p:attrNameLst>
                                      </p:cBhvr>
                                      <p:to>
                                        <p:strVal val="visible"/>
                                      </p:to>
                                    </p:set>
                                    <p:animEffect transition="in" filter="wipe(down)">
                                      <p:cBhvr>
                                        <p:cTn id="32" dur="500"/>
                                        <p:tgtEl>
                                          <p:spTgt spid="40033"/>
                                        </p:tgtEl>
                                      </p:cBhvr>
                                    </p:animEffect>
                                  </p:childTnLst>
                                </p:cTn>
                              </p:par>
                              <p:par>
                                <p:cTn id="33" presetID="22" presetClass="entr" presetSubtype="4" fill="hold" grpId="0" nodeType="withEffect">
                                  <p:stCondLst>
                                    <p:cond delay="0"/>
                                  </p:stCondLst>
                                  <p:childTnLst>
                                    <p:set>
                                      <p:cBhvr>
                                        <p:cTn id="34" dur="1" fill="hold">
                                          <p:stCondLst>
                                            <p:cond delay="0"/>
                                          </p:stCondLst>
                                        </p:cTn>
                                        <p:tgtEl>
                                          <p:spTgt spid="40034"/>
                                        </p:tgtEl>
                                        <p:attrNameLst>
                                          <p:attrName>style.visibility</p:attrName>
                                        </p:attrNameLst>
                                      </p:cBhvr>
                                      <p:to>
                                        <p:strVal val="visible"/>
                                      </p:to>
                                    </p:set>
                                    <p:animEffect transition="in" filter="wipe(down)">
                                      <p:cBhvr>
                                        <p:cTn id="35" dur="500"/>
                                        <p:tgtEl>
                                          <p:spTgt spid="40034"/>
                                        </p:tgtEl>
                                      </p:cBhvr>
                                    </p:animEffect>
                                  </p:childTnLst>
                                </p:cTn>
                              </p:par>
                              <p:par>
                                <p:cTn id="36" presetID="22" presetClass="entr" presetSubtype="4" fill="hold" grpId="0" nodeType="withEffect">
                                  <p:stCondLst>
                                    <p:cond delay="0"/>
                                  </p:stCondLst>
                                  <p:childTnLst>
                                    <p:set>
                                      <p:cBhvr>
                                        <p:cTn id="37" dur="1" fill="hold">
                                          <p:stCondLst>
                                            <p:cond delay="0"/>
                                          </p:stCondLst>
                                        </p:cTn>
                                        <p:tgtEl>
                                          <p:spTgt spid="40035"/>
                                        </p:tgtEl>
                                        <p:attrNameLst>
                                          <p:attrName>style.visibility</p:attrName>
                                        </p:attrNameLst>
                                      </p:cBhvr>
                                      <p:to>
                                        <p:strVal val="visible"/>
                                      </p:to>
                                    </p:set>
                                    <p:animEffect transition="in" filter="wipe(down)">
                                      <p:cBhvr>
                                        <p:cTn id="38" dur="500"/>
                                        <p:tgtEl>
                                          <p:spTgt spid="40035"/>
                                        </p:tgtEl>
                                      </p:cBhvr>
                                    </p:animEffect>
                                  </p:childTnLst>
                                </p:cTn>
                              </p:par>
                              <p:par>
                                <p:cTn id="39" presetID="22" presetClass="entr" presetSubtype="4" fill="hold" grpId="0" nodeType="withEffect">
                                  <p:stCondLst>
                                    <p:cond delay="0"/>
                                  </p:stCondLst>
                                  <p:childTnLst>
                                    <p:set>
                                      <p:cBhvr>
                                        <p:cTn id="40" dur="1" fill="hold">
                                          <p:stCondLst>
                                            <p:cond delay="0"/>
                                          </p:stCondLst>
                                        </p:cTn>
                                        <p:tgtEl>
                                          <p:spTgt spid="40036"/>
                                        </p:tgtEl>
                                        <p:attrNameLst>
                                          <p:attrName>style.visibility</p:attrName>
                                        </p:attrNameLst>
                                      </p:cBhvr>
                                      <p:to>
                                        <p:strVal val="visible"/>
                                      </p:to>
                                    </p:set>
                                    <p:animEffect transition="in" filter="wipe(down)">
                                      <p:cBhvr>
                                        <p:cTn id="41" dur="500"/>
                                        <p:tgtEl>
                                          <p:spTgt spid="40036"/>
                                        </p:tgtEl>
                                      </p:cBhvr>
                                    </p:animEffect>
                                  </p:childTnLst>
                                </p:cTn>
                              </p:par>
                              <p:par>
                                <p:cTn id="42" presetID="22" presetClass="entr" presetSubtype="4" fill="hold" grpId="0" nodeType="withEffect">
                                  <p:stCondLst>
                                    <p:cond delay="0"/>
                                  </p:stCondLst>
                                  <p:childTnLst>
                                    <p:set>
                                      <p:cBhvr>
                                        <p:cTn id="43" dur="1" fill="hold">
                                          <p:stCondLst>
                                            <p:cond delay="0"/>
                                          </p:stCondLst>
                                        </p:cTn>
                                        <p:tgtEl>
                                          <p:spTgt spid="40037"/>
                                        </p:tgtEl>
                                        <p:attrNameLst>
                                          <p:attrName>style.visibility</p:attrName>
                                        </p:attrNameLst>
                                      </p:cBhvr>
                                      <p:to>
                                        <p:strVal val="visible"/>
                                      </p:to>
                                    </p:set>
                                    <p:animEffect transition="in" filter="wipe(down)">
                                      <p:cBhvr>
                                        <p:cTn id="44" dur="500"/>
                                        <p:tgtEl>
                                          <p:spTgt spid="40037"/>
                                        </p:tgtEl>
                                      </p:cBhvr>
                                    </p:animEffect>
                                  </p:childTnLst>
                                </p:cTn>
                              </p:par>
                              <p:par>
                                <p:cTn id="45" presetID="22" presetClass="entr" presetSubtype="4" fill="hold" grpId="0" nodeType="withEffect">
                                  <p:stCondLst>
                                    <p:cond delay="0"/>
                                  </p:stCondLst>
                                  <p:childTnLst>
                                    <p:set>
                                      <p:cBhvr>
                                        <p:cTn id="46" dur="1" fill="hold">
                                          <p:stCondLst>
                                            <p:cond delay="0"/>
                                          </p:stCondLst>
                                        </p:cTn>
                                        <p:tgtEl>
                                          <p:spTgt spid="40038"/>
                                        </p:tgtEl>
                                        <p:attrNameLst>
                                          <p:attrName>style.visibility</p:attrName>
                                        </p:attrNameLst>
                                      </p:cBhvr>
                                      <p:to>
                                        <p:strVal val="visible"/>
                                      </p:to>
                                    </p:set>
                                    <p:animEffect transition="in" filter="wipe(down)">
                                      <p:cBhvr>
                                        <p:cTn id="47" dur="500"/>
                                        <p:tgtEl>
                                          <p:spTgt spid="40038"/>
                                        </p:tgtEl>
                                      </p:cBhvr>
                                    </p:animEffect>
                                  </p:childTnLst>
                                </p:cTn>
                              </p:par>
                              <p:par>
                                <p:cTn id="48" presetID="22" presetClass="entr" presetSubtype="4" fill="hold" grpId="0" nodeType="withEffect">
                                  <p:stCondLst>
                                    <p:cond delay="0"/>
                                  </p:stCondLst>
                                  <p:childTnLst>
                                    <p:set>
                                      <p:cBhvr>
                                        <p:cTn id="49" dur="1" fill="hold">
                                          <p:stCondLst>
                                            <p:cond delay="0"/>
                                          </p:stCondLst>
                                        </p:cTn>
                                        <p:tgtEl>
                                          <p:spTgt spid="40039"/>
                                        </p:tgtEl>
                                        <p:attrNameLst>
                                          <p:attrName>style.visibility</p:attrName>
                                        </p:attrNameLst>
                                      </p:cBhvr>
                                      <p:to>
                                        <p:strVal val="visible"/>
                                      </p:to>
                                    </p:set>
                                    <p:animEffect transition="in" filter="wipe(down)">
                                      <p:cBhvr>
                                        <p:cTn id="50" dur="500"/>
                                        <p:tgtEl>
                                          <p:spTgt spid="40039"/>
                                        </p:tgtEl>
                                      </p:cBhvr>
                                    </p:animEffect>
                                  </p:childTnLst>
                                </p:cTn>
                              </p:par>
                              <p:par>
                                <p:cTn id="51" presetID="22" presetClass="entr" presetSubtype="4" fill="hold" grpId="0" nodeType="withEffect">
                                  <p:stCondLst>
                                    <p:cond delay="0"/>
                                  </p:stCondLst>
                                  <p:childTnLst>
                                    <p:set>
                                      <p:cBhvr>
                                        <p:cTn id="52" dur="1" fill="hold">
                                          <p:stCondLst>
                                            <p:cond delay="0"/>
                                          </p:stCondLst>
                                        </p:cTn>
                                        <p:tgtEl>
                                          <p:spTgt spid="40040"/>
                                        </p:tgtEl>
                                        <p:attrNameLst>
                                          <p:attrName>style.visibility</p:attrName>
                                        </p:attrNameLst>
                                      </p:cBhvr>
                                      <p:to>
                                        <p:strVal val="visible"/>
                                      </p:to>
                                    </p:set>
                                    <p:animEffect transition="in" filter="wipe(down)">
                                      <p:cBhvr>
                                        <p:cTn id="53" dur="500"/>
                                        <p:tgtEl>
                                          <p:spTgt spid="40040"/>
                                        </p:tgtEl>
                                      </p:cBhvr>
                                    </p:animEffect>
                                  </p:childTnLst>
                                </p:cTn>
                              </p:par>
                              <p:par>
                                <p:cTn id="54" presetID="22" presetClass="entr" presetSubtype="4" fill="hold" grpId="0" nodeType="withEffect">
                                  <p:stCondLst>
                                    <p:cond delay="0"/>
                                  </p:stCondLst>
                                  <p:childTnLst>
                                    <p:set>
                                      <p:cBhvr>
                                        <p:cTn id="55" dur="1" fill="hold">
                                          <p:stCondLst>
                                            <p:cond delay="0"/>
                                          </p:stCondLst>
                                        </p:cTn>
                                        <p:tgtEl>
                                          <p:spTgt spid="40041"/>
                                        </p:tgtEl>
                                        <p:attrNameLst>
                                          <p:attrName>style.visibility</p:attrName>
                                        </p:attrNameLst>
                                      </p:cBhvr>
                                      <p:to>
                                        <p:strVal val="visible"/>
                                      </p:to>
                                    </p:set>
                                    <p:animEffect transition="in" filter="wipe(down)">
                                      <p:cBhvr>
                                        <p:cTn id="56" dur="500"/>
                                        <p:tgtEl>
                                          <p:spTgt spid="40041"/>
                                        </p:tgtEl>
                                      </p:cBhvr>
                                    </p:animEffect>
                                  </p:childTnLst>
                                </p:cTn>
                              </p:par>
                              <p:par>
                                <p:cTn id="57" presetID="22" presetClass="entr" presetSubtype="4" fill="hold" grpId="0" nodeType="withEffect">
                                  <p:stCondLst>
                                    <p:cond delay="0"/>
                                  </p:stCondLst>
                                  <p:childTnLst>
                                    <p:set>
                                      <p:cBhvr>
                                        <p:cTn id="58" dur="1" fill="hold">
                                          <p:stCondLst>
                                            <p:cond delay="0"/>
                                          </p:stCondLst>
                                        </p:cTn>
                                        <p:tgtEl>
                                          <p:spTgt spid="40042"/>
                                        </p:tgtEl>
                                        <p:attrNameLst>
                                          <p:attrName>style.visibility</p:attrName>
                                        </p:attrNameLst>
                                      </p:cBhvr>
                                      <p:to>
                                        <p:strVal val="visible"/>
                                      </p:to>
                                    </p:set>
                                    <p:animEffect transition="in" filter="wipe(down)">
                                      <p:cBhvr>
                                        <p:cTn id="59" dur="500"/>
                                        <p:tgtEl>
                                          <p:spTgt spid="40042"/>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2" presetClass="entr" presetSubtype="1" fill="hold" nodeType="clickEffect">
                                  <p:stCondLst>
                                    <p:cond delay="0"/>
                                  </p:stCondLst>
                                  <p:childTnLst>
                                    <p:set>
                                      <p:cBhvr>
                                        <p:cTn id="63" dur="1" fill="hold">
                                          <p:stCondLst>
                                            <p:cond delay="0"/>
                                          </p:stCondLst>
                                        </p:cTn>
                                        <p:tgtEl>
                                          <p:spTgt spid="40007"/>
                                        </p:tgtEl>
                                        <p:attrNameLst>
                                          <p:attrName>style.visibility</p:attrName>
                                        </p:attrNameLst>
                                      </p:cBhvr>
                                      <p:to>
                                        <p:strVal val="visible"/>
                                      </p:to>
                                    </p:set>
                                    <p:animEffect transition="in" filter="wipe(up)">
                                      <p:cBhvr>
                                        <p:cTn id="64" dur="500"/>
                                        <p:tgtEl>
                                          <p:spTgt spid="40007"/>
                                        </p:tgtEl>
                                      </p:cBhvr>
                                    </p:animEffect>
                                  </p:childTnLst>
                                </p:cTn>
                              </p:par>
                              <p:par>
                                <p:cTn id="65" presetID="22" presetClass="entr" presetSubtype="1" fill="hold" nodeType="withEffect">
                                  <p:stCondLst>
                                    <p:cond delay="0"/>
                                  </p:stCondLst>
                                  <p:childTnLst>
                                    <p:set>
                                      <p:cBhvr>
                                        <p:cTn id="66" dur="1" fill="hold">
                                          <p:stCondLst>
                                            <p:cond delay="0"/>
                                          </p:stCondLst>
                                        </p:cTn>
                                        <p:tgtEl>
                                          <p:spTgt spid="40008"/>
                                        </p:tgtEl>
                                        <p:attrNameLst>
                                          <p:attrName>style.visibility</p:attrName>
                                        </p:attrNameLst>
                                      </p:cBhvr>
                                      <p:to>
                                        <p:strVal val="visible"/>
                                      </p:to>
                                    </p:set>
                                    <p:animEffect transition="in" filter="wipe(up)">
                                      <p:cBhvr>
                                        <p:cTn id="67" dur="500"/>
                                        <p:tgtEl>
                                          <p:spTgt spid="40008"/>
                                        </p:tgtEl>
                                      </p:cBhvr>
                                    </p:animEffect>
                                  </p:childTnLst>
                                </p:cTn>
                              </p:par>
                              <p:par>
                                <p:cTn id="68" presetID="22" presetClass="entr" presetSubtype="1" fill="hold" nodeType="withEffect">
                                  <p:stCondLst>
                                    <p:cond delay="0"/>
                                  </p:stCondLst>
                                  <p:childTnLst>
                                    <p:set>
                                      <p:cBhvr>
                                        <p:cTn id="69" dur="1" fill="hold">
                                          <p:stCondLst>
                                            <p:cond delay="0"/>
                                          </p:stCondLst>
                                        </p:cTn>
                                        <p:tgtEl>
                                          <p:spTgt spid="40009"/>
                                        </p:tgtEl>
                                        <p:attrNameLst>
                                          <p:attrName>style.visibility</p:attrName>
                                        </p:attrNameLst>
                                      </p:cBhvr>
                                      <p:to>
                                        <p:strVal val="visible"/>
                                      </p:to>
                                    </p:set>
                                    <p:animEffect transition="in" filter="wipe(up)">
                                      <p:cBhvr>
                                        <p:cTn id="70" dur="500"/>
                                        <p:tgtEl>
                                          <p:spTgt spid="40009"/>
                                        </p:tgtEl>
                                      </p:cBhvr>
                                    </p:animEffect>
                                  </p:childTnLst>
                                </p:cTn>
                              </p:par>
                            </p:childTnLst>
                          </p:cTn>
                        </p:par>
                        <p:par>
                          <p:cTn id="71" fill="hold" nodeType="afterGroup">
                            <p:stCondLst>
                              <p:cond delay="500"/>
                            </p:stCondLst>
                            <p:childTnLst>
                              <p:par>
                                <p:cTn id="72" presetID="22" presetClass="entr" presetSubtype="4" fill="hold" nodeType="afterEffect">
                                  <p:stCondLst>
                                    <p:cond delay="0"/>
                                  </p:stCondLst>
                                  <p:childTnLst>
                                    <p:set>
                                      <p:cBhvr>
                                        <p:cTn id="73" dur="1" fill="hold">
                                          <p:stCondLst>
                                            <p:cond delay="0"/>
                                          </p:stCondLst>
                                        </p:cTn>
                                        <p:tgtEl>
                                          <p:spTgt spid="40098"/>
                                        </p:tgtEl>
                                        <p:attrNameLst>
                                          <p:attrName>style.visibility</p:attrName>
                                        </p:attrNameLst>
                                      </p:cBhvr>
                                      <p:to>
                                        <p:strVal val="visible"/>
                                      </p:to>
                                    </p:set>
                                    <p:animEffect transition="in" filter="wipe(down)">
                                      <p:cBhvr>
                                        <p:cTn id="74" dur="500"/>
                                        <p:tgtEl>
                                          <p:spTgt spid="40098"/>
                                        </p:tgtEl>
                                      </p:cBhvr>
                                    </p:animEffect>
                                  </p:childTnLst>
                                </p:cTn>
                              </p:par>
                              <p:par>
                                <p:cTn id="75" presetID="22" presetClass="entr" presetSubtype="4" fill="hold" grpId="0" nodeType="withEffect">
                                  <p:stCondLst>
                                    <p:cond delay="0"/>
                                  </p:stCondLst>
                                  <p:childTnLst>
                                    <p:set>
                                      <p:cBhvr>
                                        <p:cTn id="76" dur="1" fill="hold">
                                          <p:stCondLst>
                                            <p:cond delay="0"/>
                                          </p:stCondLst>
                                        </p:cTn>
                                        <p:tgtEl>
                                          <p:spTgt spid="40099"/>
                                        </p:tgtEl>
                                        <p:attrNameLst>
                                          <p:attrName>style.visibility</p:attrName>
                                        </p:attrNameLst>
                                      </p:cBhvr>
                                      <p:to>
                                        <p:strVal val="visible"/>
                                      </p:to>
                                    </p:set>
                                    <p:animEffect transition="in" filter="wipe(down)">
                                      <p:cBhvr>
                                        <p:cTn id="77" dur="500"/>
                                        <p:tgtEl>
                                          <p:spTgt spid="40099"/>
                                        </p:tgtEl>
                                      </p:cBhvr>
                                    </p:animEffect>
                                  </p:childTnLst>
                                </p:cTn>
                              </p:par>
                              <p:par>
                                <p:cTn id="78" presetID="22" presetClass="entr" presetSubtype="4" fill="hold" grpId="0" nodeType="withEffect">
                                  <p:stCondLst>
                                    <p:cond delay="0"/>
                                  </p:stCondLst>
                                  <p:childTnLst>
                                    <p:set>
                                      <p:cBhvr>
                                        <p:cTn id="79" dur="1" fill="hold">
                                          <p:stCondLst>
                                            <p:cond delay="0"/>
                                          </p:stCondLst>
                                        </p:cTn>
                                        <p:tgtEl>
                                          <p:spTgt spid="40100"/>
                                        </p:tgtEl>
                                        <p:attrNameLst>
                                          <p:attrName>style.visibility</p:attrName>
                                        </p:attrNameLst>
                                      </p:cBhvr>
                                      <p:to>
                                        <p:strVal val="visible"/>
                                      </p:to>
                                    </p:set>
                                    <p:animEffect transition="in" filter="wipe(down)">
                                      <p:cBhvr>
                                        <p:cTn id="80" dur="500"/>
                                        <p:tgtEl>
                                          <p:spTgt spid="40100"/>
                                        </p:tgtEl>
                                      </p:cBhvr>
                                    </p:animEffect>
                                  </p:childTnLst>
                                </p:cTn>
                              </p:par>
                              <p:par>
                                <p:cTn id="81" presetID="22" presetClass="entr" presetSubtype="4" fill="hold" grpId="0" nodeType="withEffect">
                                  <p:stCondLst>
                                    <p:cond delay="0"/>
                                  </p:stCondLst>
                                  <p:childTnLst>
                                    <p:set>
                                      <p:cBhvr>
                                        <p:cTn id="82" dur="1" fill="hold">
                                          <p:stCondLst>
                                            <p:cond delay="0"/>
                                          </p:stCondLst>
                                        </p:cTn>
                                        <p:tgtEl>
                                          <p:spTgt spid="40108"/>
                                        </p:tgtEl>
                                        <p:attrNameLst>
                                          <p:attrName>style.visibility</p:attrName>
                                        </p:attrNameLst>
                                      </p:cBhvr>
                                      <p:to>
                                        <p:strVal val="visible"/>
                                      </p:to>
                                    </p:set>
                                    <p:animEffect transition="in" filter="wipe(down)">
                                      <p:cBhvr>
                                        <p:cTn id="83" dur="500"/>
                                        <p:tgtEl>
                                          <p:spTgt spid="40108"/>
                                        </p:tgtEl>
                                      </p:cBhvr>
                                    </p:animEffect>
                                  </p:childTnLst>
                                </p:cTn>
                              </p:par>
                              <p:par>
                                <p:cTn id="84" presetID="22" presetClass="entr" presetSubtype="4" fill="hold" grpId="0" nodeType="withEffect">
                                  <p:stCondLst>
                                    <p:cond delay="0"/>
                                  </p:stCondLst>
                                  <p:childTnLst>
                                    <p:set>
                                      <p:cBhvr>
                                        <p:cTn id="85" dur="1" fill="hold">
                                          <p:stCondLst>
                                            <p:cond delay="0"/>
                                          </p:stCondLst>
                                        </p:cTn>
                                        <p:tgtEl>
                                          <p:spTgt spid="40109"/>
                                        </p:tgtEl>
                                        <p:attrNameLst>
                                          <p:attrName>style.visibility</p:attrName>
                                        </p:attrNameLst>
                                      </p:cBhvr>
                                      <p:to>
                                        <p:strVal val="visible"/>
                                      </p:to>
                                    </p:set>
                                    <p:animEffect transition="in" filter="wipe(down)">
                                      <p:cBhvr>
                                        <p:cTn id="86" dur="500"/>
                                        <p:tgtEl>
                                          <p:spTgt spid="40109"/>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2" fill="hold" nodeType="clickEffect">
                                  <p:stCondLst>
                                    <p:cond delay="0"/>
                                  </p:stCondLst>
                                  <p:childTnLst>
                                    <p:set>
                                      <p:cBhvr>
                                        <p:cTn id="90" dur="1" fill="hold">
                                          <p:stCondLst>
                                            <p:cond delay="0"/>
                                          </p:stCondLst>
                                        </p:cTn>
                                        <p:tgtEl>
                                          <p:spTgt spid="40011"/>
                                        </p:tgtEl>
                                        <p:attrNameLst>
                                          <p:attrName>style.visibility</p:attrName>
                                        </p:attrNameLst>
                                      </p:cBhvr>
                                      <p:to>
                                        <p:strVal val="visible"/>
                                      </p:to>
                                    </p:set>
                                    <p:animEffect transition="in" filter="wipe(right)">
                                      <p:cBhvr>
                                        <p:cTn id="91" dur="500"/>
                                        <p:tgtEl>
                                          <p:spTgt spid="40011"/>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1" fill="hold" nodeType="clickEffect">
                                  <p:stCondLst>
                                    <p:cond delay="0"/>
                                  </p:stCondLst>
                                  <p:childTnLst>
                                    <p:set>
                                      <p:cBhvr>
                                        <p:cTn id="95" dur="1" fill="hold">
                                          <p:stCondLst>
                                            <p:cond delay="0"/>
                                          </p:stCondLst>
                                        </p:cTn>
                                        <p:tgtEl>
                                          <p:spTgt spid="40012"/>
                                        </p:tgtEl>
                                        <p:attrNameLst>
                                          <p:attrName>style.visibility</p:attrName>
                                        </p:attrNameLst>
                                      </p:cBhvr>
                                      <p:to>
                                        <p:strVal val="visible"/>
                                      </p:to>
                                    </p:set>
                                    <p:animEffect transition="in" filter="wipe(up)">
                                      <p:cBhvr>
                                        <p:cTn id="96" dur="500"/>
                                        <p:tgtEl>
                                          <p:spTgt spid="40012"/>
                                        </p:tgtEl>
                                      </p:cBhvr>
                                    </p:animEffect>
                                  </p:childTnLst>
                                </p:cTn>
                              </p:par>
                            </p:childTnLst>
                          </p:cTn>
                        </p:par>
                      </p:childTnLst>
                    </p:cTn>
                  </p:par>
                  <p:par>
                    <p:cTn id="97" fill="hold" nodeType="clickPar">
                      <p:stCondLst>
                        <p:cond delay="indefinite"/>
                      </p:stCondLst>
                      <p:childTnLst>
                        <p:par>
                          <p:cTn id="98" fill="hold" nodeType="withGroup">
                            <p:stCondLst>
                              <p:cond delay="0"/>
                            </p:stCondLst>
                            <p:childTnLst>
                              <p:par>
                                <p:cTn id="99" presetID="22" presetClass="entr" presetSubtype="8" fill="hold" nodeType="clickEffect">
                                  <p:stCondLst>
                                    <p:cond delay="0"/>
                                  </p:stCondLst>
                                  <p:childTnLst>
                                    <p:set>
                                      <p:cBhvr>
                                        <p:cTn id="100" dur="1" fill="hold">
                                          <p:stCondLst>
                                            <p:cond delay="0"/>
                                          </p:stCondLst>
                                        </p:cTn>
                                        <p:tgtEl>
                                          <p:spTgt spid="40013"/>
                                        </p:tgtEl>
                                        <p:attrNameLst>
                                          <p:attrName>style.visibility</p:attrName>
                                        </p:attrNameLst>
                                      </p:cBhvr>
                                      <p:to>
                                        <p:strVal val="visible"/>
                                      </p:to>
                                    </p:set>
                                    <p:animEffect transition="in" filter="wipe(left)">
                                      <p:cBhvr>
                                        <p:cTn id="101" dur="500"/>
                                        <p:tgtEl>
                                          <p:spTgt spid="40013"/>
                                        </p:tgtEl>
                                      </p:cBhvr>
                                    </p:animEffect>
                                  </p:childTnLst>
                                </p:cTn>
                              </p:par>
                            </p:childTnLst>
                          </p:cTn>
                        </p:par>
                        <p:par>
                          <p:cTn id="102" fill="hold" nodeType="afterGroup">
                            <p:stCondLst>
                              <p:cond delay="500"/>
                            </p:stCondLst>
                            <p:childTnLst>
                              <p:par>
                                <p:cTn id="103" presetID="22" presetClass="entr" presetSubtype="4" fill="hold" grpId="0" nodeType="afterEffect">
                                  <p:stCondLst>
                                    <p:cond delay="0"/>
                                  </p:stCondLst>
                                  <p:childTnLst>
                                    <p:set>
                                      <p:cBhvr>
                                        <p:cTn id="104" dur="1" fill="hold">
                                          <p:stCondLst>
                                            <p:cond delay="0"/>
                                          </p:stCondLst>
                                        </p:cTn>
                                        <p:tgtEl>
                                          <p:spTgt spid="40101"/>
                                        </p:tgtEl>
                                        <p:attrNameLst>
                                          <p:attrName>style.visibility</p:attrName>
                                        </p:attrNameLst>
                                      </p:cBhvr>
                                      <p:to>
                                        <p:strVal val="visible"/>
                                      </p:to>
                                    </p:set>
                                    <p:animEffect transition="in" filter="wipe(down)">
                                      <p:cBhvr>
                                        <p:cTn id="105" dur="500"/>
                                        <p:tgtEl>
                                          <p:spTgt spid="40101"/>
                                        </p:tgtEl>
                                      </p:cBhvr>
                                    </p:animEffect>
                                  </p:childTnLst>
                                </p:cTn>
                              </p:par>
                              <p:par>
                                <p:cTn id="106" presetID="22" presetClass="entr" presetSubtype="4" fill="hold" grpId="0" nodeType="withEffect">
                                  <p:stCondLst>
                                    <p:cond delay="0"/>
                                  </p:stCondLst>
                                  <p:childTnLst>
                                    <p:set>
                                      <p:cBhvr>
                                        <p:cTn id="107" dur="1" fill="hold">
                                          <p:stCondLst>
                                            <p:cond delay="0"/>
                                          </p:stCondLst>
                                        </p:cTn>
                                        <p:tgtEl>
                                          <p:spTgt spid="40107"/>
                                        </p:tgtEl>
                                        <p:attrNameLst>
                                          <p:attrName>style.visibility</p:attrName>
                                        </p:attrNameLst>
                                      </p:cBhvr>
                                      <p:to>
                                        <p:strVal val="visible"/>
                                      </p:to>
                                    </p:set>
                                    <p:animEffect transition="in" filter="wipe(down)">
                                      <p:cBhvr>
                                        <p:cTn id="108" dur="500"/>
                                        <p:tgtEl>
                                          <p:spTgt spid="40107"/>
                                        </p:tgtEl>
                                      </p:cBhvr>
                                    </p:animEffect>
                                  </p:childTnLst>
                                </p:cTn>
                              </p:par>
                            </p:childTnLst>
                          </p:cTn>
                        </p:par>
                      </p:childTnLst>
                    </p:cTn>
                  </p:par>
                  <p:par>
                    <p:cTn id="109" fill="hold" nodeType="clickPar">
                      <p:stCondLst>
                        <p:cond delay="indefinite"/>
                      </p:stCondLst>
                      <p:childTnLst>
                        <p:par>
                          <p:cTn id="110" fill="hold" nodeType="withGroup">
                            <p:stCondLst>
                              <p:cond delay="0"/>
                            </p:stCondLst>
                            <p:childTnLst>
                              <p:par>
                                <p:cTn id="111" presetID="22" presetClass="entr" presetSubtype="1" fill="hold" nodeType="clickEffect">
                                  <p:stCondLst>
                                    <p:cond delay="0"/>
                                  </p:stCondLst>
                                  <p:childTnLst>
                                    <p:set>
                                      <p:cBhvr>
                                        <p:cTn id="112" dur="1" fill="hold">
                                          <p:stCondLst>
                                            <p:cond delay="0"/>
                                          </p:stCondLst>
                                        </p:cTn>
                                        <p:tgtEl>
                                          <p:spTgt spid="40010"/>
                                        </p:tgtEl>
                                        <p:attrNameLst>
                                          <p:attrName>style.visibility</p:attrName>
                                        </p:attrNameLst>
                                      </p:cBhvr>
                                      <p:to>
                                        <p:strVal val="visible"/>
                                      </p:to>
                                    </p:set>
                                    <p:animEffect transition="in" filter="wipe(up)">
                                      <p:cBhvr>
                                        <p:cTn id="113" dur="500"/>
                                        <p:tgtEl>
                                          <p:spTgt spid="40010"/>
                                        </p:tgtEl>
                                      </p:cBhvr>
                                    </p:animEffect>
                                  </p:childTnLst>
                                </p:cTn>
                              </p:par>
                              <p:par>
                                <p:cTn id="114" presetID="22" presetClass="entr" presetSubtype="1" fill="hold" nodeType="withEffect">
                                  <p:stCondLst>
                                    <p:cond delay="0"/>
                                  </p:stCondLst>
                                  <p:childTnLst>
                                    <p:set>
                                      <p:cBhvr>
                                        <p:cTn id="115" dur="1" fill="hold">
                                          <p:stCondLst>
                                            <p:cond delay="0"/>
                                          </p:stCondLst>
                                        </p:cTn>
                                        <p:tgtEl>
                                          <p:spTgt spid="40014"/>
                                        </p:tgtEl>
                                        <p:attrNameLst>
                                          <p:attrName>style.visibility</p:attrName>
                                        </p:attrNameLst>
                                      </p:cBhvr>
                                      <p:to>
                                        <p:strVal val="visible"/>
                                      </p:to>
                                    </p:set>
                                    <p:animEffect transition="in" filter="wipe(up)">
                                      <p:cBhvr>
                                        <p:cTn id="116" dur="500"/>
                                        <p:tgtEl>
                                          <p:spTgt spid="40014"/>
                                        </p:tgtEl>
                                      </p:cBhvr>
                                    </p:animEffect>
                                  </p:childTnLst>
                                </p:cTn>
                              </p:par>
                              <p:par>
                                <p:cTn id="117" presetID="22" presetClass="entr" presetSubtype="1" fill="hold" nodeType="withEffect">
                                  <p:stCondLst>
                                    <p:cond delay="0"/>
                                  </p:stCondLst>
                                  <p:childTnLst>
                                    <p:set>
                                      <p:cBhvr>
                                        <p:cTn id="118" dur="1" fill="hold">
                                          <p:stCondLst>
                                            <p:cond delay="0"/>
                                          </p:stCondLst>
                                        </p:cTn>
                                        <p:tgtEl>
                                          <p:spTgt spid="40015"/>
                                        </p:tgtEl>
                                        <p:attrNameLst>
                                          <p:attrName>style.visibility</p:attrName>
                                        </p:attrNameLst>
                                      </p:cBhvr>
                                      <p:to>
                                        <p:strVal val="visible"/>
                                      </p:to>
                                    </p:set>
                                    <p:animEffect transition="in" filter="wipe(up)">
                                      <p:cBhvr>
                                        <p:cTn id="119" dur="500"/>
                                        <p:tgtEl>
                                          <p:spTgt spid="40015"/>
                                        </p:tgtEl>
                                      </p:cBhvr>
                                    </p:animEffect>
                                  </p:childTnLst>
                                </p:cTn>
                              </p:par>
                            </p:childTnLst>
                          </p:cTn>
                        </p:par>
                        <p:par>
                          <p:cTn id="120" fill="hold" nodeType="afterGroup">
                            <p:stCondLst>
                              <p:cond delay="500"/>
                            </p:stCondLst>
                            <p:childTnLst>
                              <p:par>
                                <p:cTn id="121" presetID="22" presetClass="entr" presetSubtype="4" fill="hold" grpId="0" nodeType="afterEffect">
                                  <p:stCondLst>
                                    <p:cond delay="0"/>
                                  </p:stCondLst>
                                  <p:childTnLst>
                                    <p:set>
                                      <p:cBhvr>
                                        <p:cTn id="122" dur="1" fill="hold">
                                          <p:stCondLst>
                                            <p:cond delay="0"/>
                                          </p:stCondLst>
                                        </p:cTn>
                                        <p:tgtEl>
                                          <p:spTgt spid="40102"/>
                                        </p:tgtEl>
                                        <p:attrNameLst>
                                          <p:attrName>style.visibility</p:attrName>
                                        </p:attrNameLst>
                                      </p:cBhvr>
                                      <p:to>
                                        <p:strVal val="visible"/>
                                      </p:to>
                                    </p:set>
                                    <p:animEffect transition="in" filter="wipe(down)">
                                      <p:cBhvr>
                                        <p:cTn id="123" dur="500"/>
                                        <p:tgtEl>
                                          <p:spTgt spid="40102"/>
                                        </p:tgtEl>
                                      </p:cBhvr>
                                    </p:animEffect>
                                  </p:childTnLst>
                                </p:cTn>
                              </p:par>
                              <p:par>
                                <p:cTn id="124" presetID="22" presetClass="entr" presetSubtype="4" fill="hold" grpId="0" nodeType="withEffect">
                                  <p:stCondLst>
                                    <p:cond delay="0"/>
                                  </p:stCondLst>
                                  <p:childTnLst>
                                    <p:set>
                                      <p:cBhvr>
                                        <p:cTn id="125" dur="1" fill="hold">
                                          <p:stCondLst>
                                            <p:cond delay="0"/>
                                          </p:stCondLst>
                                        </p:cTn>
                                        <p:tgtEl>
                                          <p:spTgt spid="40103"/>
                                        </p:tgtEl>
                                        <p:attrNameLst>
                                          <p:attrName>style.visibility</p:attrName>
                                        </p:attrNameLst>
                                      </p:cBhvr>
                                      <p:to>
                                        <p:strVal val="visible"/>
                                      </p:to>
                                    </p:set>
                                    <p:animEffect transition="in" filter="wipe(down)">
                                      <p:cBhvr>
                                        <p:cTn id="126" dur="500"/>
                                        <p:tgtEl>
                                          <p:spTgt spid="40103"/>
                                        </p:tgtEl>
                                      </p:cBhvr>
                                    </p:animEffect>
                                  </p:childTnLst>
                                </p:cTn>
                              </p:par>
                              <p:par>
                                <p:cTn id="127" presetID="22" presetClass="entr" presetSubtype="4" fill="hold" grpId="0" nodeType="withEffect">
                                  <p:stCondLst>
                                    <p:cond delay="0"/>
                                  </p:stCondLst>
                                  <p:childTnLst>
                                    <p:set>
                                      <p:cBhvr>
                                        <p:cTn id="128" dur="1" fill="hold">
                                          <p:stCondLst>
                                            <p:cond delay="0"/>
                                          </p:stCondLst>
                                        </p:cTn>
                                        <p:tgtEl>
                                          <p:spTgt spid="40104"/>
                                        </p:tgtEl>
                                        <p:attrNameLst>
                                          <p:attrName>style.visibility</p:attrName>
                                        </p:attrNameLst>
                                      </p:cBhvr>
                                      <p:to>
                                        <p:strVal val="visible"/>
                                      </p:to>
                                    </p:set>
                                    <p:animEffect transition="in" filter="wipe(down)">
                                      <p:cBhvr>
                                        <p:cTn id="129" dur="500"/>
                                        <p:tgtEl>
                                          <p:spTgt spid="40104"/>
                                        </p:tgtEl>
                                      </p:cBhvr>
                                    </p:animEffect>
                                  </p:childTnLst>
                                </p:cTn>
                              </p:par>
                              <p:par>
                                <p:cTn id="130" presetID="22" presetClass="entr" presetSubtype="4" fill="hold" grpId="0" nodeType="withEffect">
                                  <p:stCondLst>
                                    <p:cond delay="0"/>
                                  </p:stCondLst>
                                  <p:childTnLst>
                                    <p:set>
                                      <p:cBhvr>
                                        <p:cTn id="131" dur="1" fill="hold">
                                          <p:stCondLst>
                                            <p:cond delay="0"/>
                                          </p:stCondLst>
                                        </p:cTn>
                                        <p:tgtEl>
                                          <p:spTgt spid="40105"/>
                                        </p:tgtEl>
                                        <p:attrNameLst>
                                          <p:attrName>style.visibility</p:attrName>
                                        </p:attrNameLst>
                                      </p:cBhvr>
                                      <p:to>
                                        <p:strVal val="visible"/>
                                      </p:to>
                                    </p:set>
                                    <p:animEffect transition="in" filter="wipe(down)">
                                      <p:cBhvr>
                                        <p:cTn id="132" dur="500"/>
                                        <p:tgtEl>
                                          <p:spTgt spid="40105"/>
                                        </p:tgtEl>
                                      </p:cBhvr>
                                    </p:animEffect>
                                  </p:childTnLst>
                                </p:cTn>
                              </p:par>
                              <p:par>
                                <p:cTn id="133" presetID="22" presetClass="entr" presetSubtype="4" fill="hold" grpId="0" nodeType="withEffect">
                                  <p:stCondLst>
                                    <p:cond delay="0"/>
                                  </p:stCondLst>
                                  <p:childTnLst>
                                    <p:set>
                                      <p:cBhvr>
                                        <p:cTn id="134" dur="1" fill="hold">
                                          <p:stCondLst>
                                            <p:cond delay="0"/>
                                          </p:stCondLst>
                                        </p:cTn>
                                        <p:tgtEl>
                                          <p:spTgt spid="40106"/>
                                        </p:tgtEl>
                                        <p:attrNameLst>
                                          <p:attrName>style.visibility</p:attrName>
                                        </p:attrNameLst>
                                      </p:cBhvr>
                                      <p:to>
                                        <p:strVal val="visible"/>
                                      </p:to>
                                    </p:set>
                                    <p:animEffect transition="in" filter="wipe(down)">
                                      <p:cBhvr>
                                        <p:cTn id="135" dur="500"/>
                                        <p:tgtEl>
                                          <p:spTgt spid="40106"/>
                                        </p:tgtEl>
                                      </p:cBhvr>
                                    </p:animEffect>
                                  </p:childTnLst>
                                </p:cTn>
                              </p:par>
                            </p:childTnLst>
                          </p:cTn>
                        </p:par>
                        <p:par>
                          <p:cTn id="136" fill="hold" nodeType="afterGroup">
                            <p:stCondLst>
                              <p:cond delay="1000"/>
                            </p:stCondLst>
                            <p:childTnLst>
                              <p:par>
                                <p:cTn id="137" presetID="22" presetClass="entr" presetSubtype="4" fill="hold" grpId="0" nodeType="afterEffect">
                                  <p:stCondLst>
                                    <p:cond delay="0"/>
                                  </p:stCondLst>
                                  <p:childTnLst>
                                    <p:set>
                                      <p:cBhvr>
                                        <p:cTn id="138" dur="1" fill="hold">
                                          <p:stCondLst>
                                            <p:cond delay="0"/>
                                          </p:stCondLst>
                                        </p:cTn>
                                        <p:tgtEl>
                                          <p:spTgt spid="40017"/>
                                        </p:tgtEl>
                                        <p:attrNameLst>
                                          <p:attrName>style.visibility</p:attrName>
                                        </p:attrNameLst>
                                      </p:cBhvr>
                                      <p:to>
                                        <p:strVal val="visible"/>
                                      </p:to>
                                    </p:set>
                                    <p:animEffect transition="in" filter="wipe(down)">
                                      <p:cBhvr>
                                        <p:cTn id="139" dur="500"/>
                                        <p:tgtEl>
                                          <p:spTgt spid="40017"/>
                                        </p:tgtEl>
                                      </p:cBhvr>
                                    </p:animEffect>
                                  </p:childTnLst>
                                </p:cTn>
                              </p:par>
                              <p:par>
                                <p:cTn id="140" presetID="22" presetClass="entr" presetSubtype="4" fill="hold" grpId="0" nodeType="withEffect">
                                  <p:stCondLst>
                                    <p:cond delay="0"/>
                                  </p:stCondLst>
                                  <p:childTnLst>
                                    <p:set>
                                      <p:cBhvr>
                                        <p:cTn id="141" dur="1" fill="hold">
                                          <p:stCondLst>
                                            <p:cond delay="0"/>
                                          </p:stCondLst>
                                        </p:cTn>
                                        <p:tgtEl>
                                          <p:spTgt spid="40019"/>
                                        </p:tgtEl>
                                        <p:attrNameLst>
                                          <p:attrName>style.visibility</p:attrName>
                                        </p:attrNameLst>
                                      </p:cBhvr>
                                      <p:to>
                                        <p:strVal val="visible"/>
                                      </p:to>
                                    </p:set>
                                    <p:animEffect transition="in" filter="wipe(down)">
                                      <p:cBhvr>
                                        <p:cTn id="142" dur="500"/>
                                        <p:tgtEl>
                                          <p:spTgt spid="40019"/>
                                        </p:tgtEl>
                                      </p:cBhvr>
                                    </p:animEffect>
                                  </p:childTnLst>
                                </p:cTn>
                              </p:par>
                              <p:par>
                                <p:cTn id="143" presetID="22" presetClass="entr" presetSubtype="4" fill="hold" grpId="0" nodeType="withEffect">
                                  <p:stCondLst>
                                    <p:cond delay="0"/>
                                  </p:stCondLst>
                                  <p:childTnLst>
                                    <p:set>
                                      <p:cBhvr>
                                        <p:cTn id="144" dur="1" fill="hold">
                                          <p:stCondLst>
                                            <p:cond delay="0"/>
                                          </p:stCondLst>
                                        </p:cTn>
                                        <p:tgtEl>
                                          <p:spTgt spid="40020"/>
                                        </p:tgtEl>
                                        <p:attrNameLst>
                                          <p:attrName>style.visibility</p:attrName>
                                        </p:attrNameLst>
                                      </p:cBhvr>
                                      <p:to>
                                        <p:strVal val="visible"/>
                                      </p:to>
                                    </p:set>
                                    <p:animEffect transition="in" filter="wipe(down)">
                                      <p:cBhvr>
                                        <p:cTn id="145" dur="500"/>
                                        <p:tgtEl>
                                          <p:spTgt spid="40020"/>
                                        </p:tgtEl>
                                      </p:cBhvr>
                                    </p:animEffect>
                                  </p:childTnLst>
                                </p:cTn>
                              </p:par>
                              <p:par>
                                <p:cTn id="146" presetID="22" presetClass="entr" presetSubtype="4" fill="hold" grpId="0" nodeType="withEffect">
                                  <p:stCondLst>
                                    <p:cond delay="0"/>
                                  </p:stCondLst>
                                  <p:childTnLst>
                                    <p:set>
                                      <p:cBhvr>
                                        <p:cTn id="147" dur="1" fill="hold">
                                          <p:stCondLst>
                                            <p:cond delay="0"/>
                                          </p:stCondLst>
                                        </p:cTn>
                                        <p:tgtEl>
                                          <p:spTgt spid="40021"/>
                                        </p:tgtEl>
                                        <p:attrNameLst>
                                          <p:attrName>style.visibility</p:attrName>
                                        </p:attrNameLst>
                                      </p:cBhvr>
                                      <p:to>
                                        <p:strVal val="visible"/>
                                      </p:to>
                                    </p:set>
                                    <p:animEffect transition="in" filter="wipe(down)">
                                      <p:cBhvr>
                                        <p:cTn id="148" dur="500"/>
                                        <p:tgtEl>
                                          <p:spTgt spid="40021"/>
                                        </p:tgtEl>
                                      </p:cBhvr>
                                    </p:animEffect>
                                  </p:childTnLst>
                                </p:cTn>
                              </p:par>
                              <p:par>
                                <p:cTn id="149" presetID="22" presetClass="entr" presetSubtype="4" fill="hold" grpId="0" nodeType="withEffect">
                                  <p:stCondLst>
                                    <p:cond delay="0"/>
                                  </p:stCondLst>
                                  <p:childTnLst>
                                    <p:set>
                                      <p:cBhvr>
                                        <p:cTn id="150" dur="1" fill="hold">
                                          <p:stCondLst>
                                            <p:cond delay="0"/>
                                          </p:stCondLst>
                                        </p:cTn>
                                        <p:tgtEl>
                                          <p:spTgt spid="40022"/>
                                        </p:tgtEl>
                                        <p:attrNameLst>
                                          <p:attrName>style.visibility</p:attrName>
                                        </p:attrNameLst>
                                      </p:cBhvr>
                                      <p:to>
                                        <p:strVal val="visible"/>
                                      </p:to>
                                    </p:set>
                                    <p:animEffect transition="in" filter="wipe(down)">
                                      <p:cBhvr>
                                        <p:cTn id="151" dur="500"/>
                                        <p:tgtEl>
                                          <p:spTgt spid="40022"/>
                                        </p:tgtEl>
                                      </p:cBhvr>
                                    </p:animEffect>
                                  </p:childTnLst>
                                </p:cTn>
                              </p:par>
                              <p:par>
                                <p:cTn id="152" presetID="22" presetClass="entr" presetSubtype="4" fill="hold" grpId="0" nodeType="withEffect">
                                  <p:stCondLst>
                                    <p:cond delay="0"/>
                                  </p:stCondLst>
                                  <p:childTnLst>
                                    <p:set>
                                      <p:cBhvr>
                                        <p:cTn id="153" dur="1" fill="hold">
                                          <p:stCondLst>
                                            <p:cond delay="0"/>
                                          </p:stCondLst>
                                        </p:cTn>
                                        <p:tgtEl>
                                          <p:spTgt spid="40023"/>
                                        </p:tgtEl>
                                        <p:attrNameLst>
                                          <p:attrName>style.visibility</p:attrName>
                                        </p:attrNameLst>
                                      </p:cBhvr>
                                      <p:to>
                                        <p:strVal val="visible"/>
                                      </p:to>
                                    </p:set>
                                    <p:animEffect transition="in" filter="wipe(down)">
                                      <p:cBhvr>
                                        <p:cTn id="154" dur="500"/>
                                        <p:tgtEl>
                                          <p:spTgt spid="40023"/>
                                        </p:tgtEl>
                                      </p:cBhvr>
                                    </p:animEffect>
                                  </p:childTnLst>
                                </p:cTn>
                              </p:par>
                              <p:par>
                                <p:cTn id="155" presetID="22" presetClass="entr" presetSubtype="4" fill="hold" grpId="0" nodeType="withEffect">
                                  <p:stCondLst>
                                    <p:cond delay="0"/>
                                  </p:stCondLst>
                                  <p:childTnLst>
                                    <p:set>
                                      <p:cBhvr>
                                        <p:cTn id="156" dur="1" fill="hold">
                                          <p:stCondLst>
                                            <p:cond delay="0"/>
                                          </p:stCondLst>
                                        </p:cTn>
                                        <p:tgtEl>
                                          <p:spTgt spid="40024"/>
                                        </p:tgtEl>
                                        <p:attrNameLst>
                                          <p:attrName>style.visibility</p:attrName>
                                        </p:attrNameLst>
                                      </p:cBhvr>
                                      <p:to>
                                        <p:strVal val="visible"/>
                                      </p:to>
                                    </p:set>
                                    <p:animEffect transition="in" filter="wipe(down)">
                                      <p:cBhvr>
                                        <p:cTn id="157" dur="500"/>
                                        <p:tgtEl>
                                          <p:spTgt spid="40024"/>
                                        </p:tgtEl>
                                      </p:cBhvr>
                                    </p:animEffect>
                                  </p:childTnLst>
                                </p:cTn>
                              </p:par>
                              <p:par>
                                <p:cTn id="158" presetID="22" presetClass="entr" presetSubtype="4" fill="hold" grpId="0" nodeType="withEffect">
                                  <p:stCondLst>
                                    <p:cond delay="0"/>
                                  </p:stCondLst>
                                  <p:childTnLst>
                                    <p:set>
                                      <p:cBhvr>
                                        <p:cTn id="159" dur="1" fill="hold">
                                          <p:stCondLst>
                                            <p:cond delay="0"/>
                                          </p:stCondLst>
                                        </p:cTn>
                                        <p:tgtEl>
                                          <p:spTgt spid="40026"/>
                                        </p:tgtEl>
                                        <p:attrNameLst>
                                          <p:attrName>style.visibility</p:attrName>
                                        </p:attrNameLst>
                                      </p:cBhvr>
                                      <p:to>
                                        <p:strVal val="visible"/>
                                      </p:to>
                                    </p:set>
                                    <p:animEffect transition="in" filter="wipe(down)">
                                      <p:cBhvr>
                                        <p:cTn id="160" dur="500"/>
                                        <p:tgtEl>
                                          <p:spTgt spid="40026"/>
                                        </p:tgtEl>
                                      </p:cBhvr>
                                    </p:animEffect>
                                  </p:childTnLst>
                                </p:cTn>
                              </p:par>
                              <p:par>
                                <p:cTn id="161" presetID="22" presetClass="entr" presetSubtype="4" fill="hold" grpId="0" nodeType="withEffect">
                                  <p:stCondLst>
                                    <p:cond delay="0"/>
                                  </p:stCondLst>
                                  <p:childTnLst>
                                    <p:set>
                                      <p:cBhvr>
                                        <p:cTn id="162" dur="1" fill="hold">
                                          <p:stCondLst>
                                            <p:cond delay="0"/>
                                          </p:stCondLst>
                                        </p:cTn>
                                        <p:tgtEl>
                                          <p:spTgt spid="40027"/>
                                        </p:tgtEl>
                                        <p:attrNameLst>
                                          <p:attrName>style.visibility</p:attrName>
                                        </p:attrNameLst>
                                      </p:cBhvr>
                                      <p:to>
                                        <p:strVal val="visible"/>
                                      </p:to>
                                    </p:set>
                                    <p:animEffect transition="in" filter="wipe(down)">
                                      <p:cBhvr>
                                        <p:cTn id="163" dur="500"/>
                                        <p:tgtEl>
                                          <p:spTgt spid="40027"/>
                                        </p:tgtEl>
                                      </p:cBhvr>
                                    </p:animEffect>
                                  </p:childTnLst>
                                </p:cTn>
                              </p:par>
                              <p:par>
                                <p:cTn id="164" presetID="22" presetClass="entr" presetSubtype="4" fill="hold" grpId="0" nodeType="withEffect">
                                  <p:stCondLst>
                                    <p:cond delay="0"/>
                                  </p:stCondLst>
                                  <p:childTnLst>
                                    <p:set>
                                      <p:cBhvr>
                                        <p:cTn id="165" dur="1" fill="hold">
                                          <p:stCondLst>
                                            <p:cond delay="0"/>
                                          </p:stCondLst>
                                        </p:cTn>
                                        <p:tgtEl>
                                          <p:spTgt spid="40028"/>
                                        </p:tgtEl>
                                        <p:attrNameLst>
                                          <p:attrName>style.visibility</p:attrName>
                                        </p:attrNameLst>
                                      </p:cBhvr>
                                      <p:to>
                                        <p:strVal val="visible"/>
                                      </p:to>
                                    </p:set>
                                    <p:animEffect transition="in" filter="wipe(down)">
                                      <p:cBhvr>
                                        <p:cTn id="166" dur="500"/>
                                        <p:tgtEl>
                                          <p:spTgt spid="40028"/>
                                        </p:tgtEl>
                                      </p:cBhvr>
                                    </p:animEffect>
                                  </p:childTnLst>
                                </p:cTn>
                              </p:par>
                              <p:par>
                                <p:cTn id="167" presetID="22" presetClass="entr" presetSubtype="4" fill="hold" grpId="0" nodeType="withEffect">
                                  <p:stCondLst>
                                    <p:cond delay="0"/>
                                  </p:stCondLst>
                                  <p:childTnLst>
                                    <p:set>
                                      <p:cBhvr>
                                        <p:cTn id="168" dur="1" fill="hold">
                                          <p:stCondLst>
                                            <p:cond delay="0"/>
                                          </p:stCondLst>
                                        </p:cTn>
                                        <p:tgtEl>
                                          <p:spTgt spid="40029"/>
                                        </p:tgtEl>
                                        <p:attrNameLst>
                                          <p:attrName>style.visibility</p:attrName>
                                        </p:attrNameLst>
                                      </p:cBhvr>
                                      <p:to>
                                        <p:strVal val="visible"/>
                                      </p:to>
                                    </p:set>
                                    <p:animEffect transition="in" filter="wipe(down)">
                                      <p:cBhvr>
                                        <p:cTn id="169" dur="500"/>
                                        <p:tgtEl>
                                          <p:spTgt spid="40029"/>
                                        </p:tgtEl>
                                      </p:cBhvr>
                                    </p:animEffect>
                                  </p:childTnLst>
                                </p:cTn>
                              </p:par>
                              <p:par>
                                <p:cTn id="170" presetID="22" presetClass="entr" presetSubtype="4" fill="hold" grpId="0" nodeType="withEffect">
                                  <p:stCondLst>
                                    <p:cond delay="0"/>
                                  </p:stCondLst>
                                  <p:childTnLst>
                                    <p:set>
                                      <p:cBhvr>
                                        <p:cTn id="171" dur="1" fill="hold">
                                          <p:stCondLst>
                                            <p:cond delay="0"/>
                                          </p:stCondLst>
                                        </p:cTn>
                                        <p:tgtEl>
                                          <p:spTgt spid="40030"/>
                                        </p:tgtEl>
                                        <p:attrNameLst>
                                          <p:attrName>style.visibility</p:attrName>
                                        </p:attrNameLst>
                                      </p:cBhvr>
                                      <p:to>
                                        <p:strVal val="visible"/>
                                      </p:to>
                                    </p:set>
                                    <p:animEffect transition="in" filter="wipe(down)">
                                      <p:cBhvr>
                                        <p:cTn id="172" dur="500"/>
                                        <p:tgtEl>
                                          <p:spTgt spid="40030"/>
                                        </p:tgtEl>
                                      </p:cBhvr>
                                    </p:animEffect>
                                  </p:childTnLst>
                                </p:cTn>
                              </p:par>
                            </p:childTnLst>
                          </p:cTn>
                        </p:par>
                      </p:childTnLst>
                    </p:cTn>
                  </p:par>
                  <p:par>
                    <p:cTn id="173" fill="hold" nodeType="clickPar">
                      <p:stCondLst>
                        <p:cond delay="indefinite"/>
                      </p:stCondLst>
                      <p:childTnLst>
                        <p:par>
                          <p:cTn id="174" fill="hold" nodeType="withGroup">
                            <p:stCondLst>
                              <p:cond delay="0"/>
                            </p:stCondLst>
                            <p:childTnLst>
                              <p:par>
                                <p:cTn id="175" presetID="22" presetClass="entr" presetSubtype="4" fill="hold" grpId="0" nodeType="clickEffect">
                                  <p:stCondLst>
                                    <p:cond delay="0"/>
                                  </p:stCondLst>
                                  <p:childTnLst>
                                    <p:set>
                                      <p:cBhvr>
                                        <p:cTn id="176" dur="1" fill="hold">
                                          <p:stCondLst>
                                            <p:cond delay="0"/>
                                          </p:stCondLst>
                                        </p:cTn>
                                        <p:tgtEl>
                                          <p:spTgt spid="40016"/>
                                        </p:tgtEl>
                                        <p:attrNameLst>
                                          <p:attrName>style.visibility</p:attrName>
                                        </p:attrNameLst>
                                      </p:cBhvr>
                                      <p:to>
                                        <p:strVal val="visible"/>
                                      </p:to>
                                    </p:set>
                                    <p:animEffect transition="in" filter="wipe(down)">
                                      <p:cBhvr>
                                        <p:cTn id="177" dur="500"/>
                                        <p:tgtEl>
                                          <p:spTgt spid="40016"/>
                                        </p:tgtEl>
                                      </p:cBhvr>
                                    </p:animEffect>
                                  </p:childTnLst>
                                </p:cTn>
                              </p:par>
                            </p:childTnLst>
                          </p:cTn>
                        </p:par>
                      </p:childTnLst>
                    </p:cTn>
                  </p:par>
                  <p:par>
                    <p:cTn id="178" fill="hold" nodeType="clickPar">
                      <p:stCondLst>
                        <p:cond delay="indefinite"/>
                      </p:stCondLst>
                      <p:childTnLst>
                        <p:par>
                          <p:cTn id="179" fill="hold" nodeType="withGroup">
                            <p:stCondLst>
                              <p:cond delay="0"/>
                            </p:stCondLst>
                            <p:childTnLst>
                              <p:par>
                                <p:cTn id="180" presetID="21" presetClass="entr" presetSubtype="4" fill="hold" grpId="0" nodeType="clickEffect">
                                  <p:stCondLst>
                                    <p:cond delay="0"/>
                                  </p:stCondLst>
                                  <p:childTnLst>
                                    <p:set>
                                      <p:cBhvr>
                                        <p:cTn id="181" dur="1" fill="hold">
                                          <p:stCondLst>
                                            <p:cond delay="0"/>
                                          </p:stCondLst>
                                        </p:cTn>
                                        <p:tgtEl>
                                          <p:spTgt spid="203"/>
                                        </p:tgtEl>
                                        <p:attrNameLst>
                                          <p:attrName>style.visibility</p:attrName>
                                        </p:attrNameLst>
                                      </p:cBhvr>
                                      <p:to>
                                        <p:strVal val="visible"/>
                                      </p:to>
                                    </p:set>
                                    <p:animEffect transition="in" filter="wheel(4)">
                                      <p:cBhvr>
                                        <p:cTn id="182" dur="500"/>
                                        <p:tgtEl>
                                          <p:spTgt spid="203"/>
                                        </p:tgtEl>
                                      </p:cBhvr>
                                    </p:animEffect>
                                  </p:childTnLst>
                                </p:cTn>
                              </p:par>
                            </p:childTnLst>
                          </p:cTn>
                        </p:par>
                      </p:childTnLst>
                    </p:cTn>
                  </p:par>
                  <p:par>
                    <p:cTn id="183" fill="hold" nodeType="clickPar">
                      <p:stCondLst>
                        <p:cond delay="indefinite"/>
                      </p:stCondLst>
                      <p:childTnLst>
                        <p:par>
                          <p:cTn id="184" fill="hold" nodeType="withGroup">
                            <p:stCondLst>
                              <p:cond delay="0"/>
                            </p:stCondLst>
                            <p:childTnLst>
                              <p:par>
                                <p:cTn id="185" presetID="22" presetClass="entr" presetSubtype="4" fill="hold" nodeType="clickEffect">
                                  <p:stCondLst>
                                    <p:cond delay="0"/>
                                  </p:stCondLst>
                                  <p:childTnLst>
                                    <p:set>
                                      <p:cBhvr>
                                        <p:cTn id="186" dur="1" fill="hold">
                                          <p:stCondLst>
                                            <p:cond delay="0"/>
                                          </p:stCondLst>
                                        </p:cTn>
                                        <p:tgtEl>
                                          <p:spTgt spid="40044"/>
                                        </p:tgtEl>
                                        <p:attrNameLst>
                                          <p:attrName>style.visibility</p:attrName>
                                        </p:attrNameLst>
                                      </p:cBhvr>
                                      <p:to>
                                        <p:strVal val="visible"/>
                                      </p:to>
                                    </p:set>
                                    <p:animEffect transition="in" filter="wipe(down)">
                                      <p:cBhvr>
                                        <p:cTn id="187" dur="500"/>
                                        <p:tgtEl>
                                          <p:spTgt spid="40044"/>
                                        </p:tgtEl>
                                      </p:cBhvr>
                                    </p:animEffect>
                                  </p:childTnLst>
                                </p:cTn>
                              </p:par>
                              <p:par>
                                <p:cTn id="188" presetID="22" presetClass="entr" presetSubtype="4" fill="hold" nodeType="withEffect">
                                  <p:stCondLst>
                                    <p:cond delay="0"/>
                                  </p:stCondLst>
                                  <p:childTnLst>
                                    <p:set>
                                      <p:cBhvr>
                                        <p:cTn id="189" dur="1" fill="hold">
                                          <p:stCondLst>
                                            <p:cond delay="0"/>
                                          </p:stCondLst>
                                        </p:cTn>
                                        <p:tgtEl>
                                          <p:spTgt spid="40045"/>
                                        </p:tgtEl>
                                        <p:attrNameLst>
                                          <p:attrName>style.visibility</p:attrName>
                                        </p:attrNameLst>
                                      </p:cBhvr>
                                      <p:to>
                                        <p:strVal val="visible"/>
                                      </p:to>
                                    </p:set>
                                    <p:animEffect transition="in" filter="wipe(down)">
                                      <p:cBhvr>
                                        <p:cTn id="190" dur="500"/>
                                        <p:tgtEl>
                                          <p:spTgt spid="40045"/>
                                        </p:tgtEl>
                                      </p:cBhvr>
                                    </p:animEffect>
                                  </p:childTnLst>
                                </p:cTn>
                              </p:par>
                              <p:par>
                                <p:cTn id="191" presetID="22" presetClass="entr" presetSubtype="8" fill="hold" nodeType="withEffect">
                                  <p:stCondLst>
                                    <p:cond delay="0"/>
                                  </p:stCondLst>
                                  <p:childTnLst>
                                    <p:set>
                                      <p:cBhvr>
                                        <p:cTn id="192" dur="1" fill="hold">
                                          <p:stCondLst>
                                            <p:cond delay="0"/>
                                          </p:stCondLst>
                                        </p:cTn>
                                        <p:tgtEl>
                                          <p:spTgt spid="40176"/>
                                        </p:tgtEl>
                                        <p:attrNameLst>
                                          <p:attrName>style.visibility</p:attrName>
                                        </p:attrNameLst>
                                      </p:cBhvr>
                                      <p:to>
                                        <p:strVal val="visible"/>
                                      </p:to>
                                    </p:set>
                                    <p:animEffect transition="in" filter="wipe(left)">
                                      <p:cBhvr>
                                        <p:cTn id="193" dur="500"/>
                                        <p:tgtEl>
                                          <p:spTgt spid="40176"/>
                                        </p:tgtEl>
                                      </p:cBhvr>
                                    </p:animEffect>
                                  </p:childTnLst>
                                </p:cTn>
                              </p:par>
                            </p:childTnLst>
                          </p:cTn>
                        </p:par>
                      </p:childTnLst>
                    </p:cTn>
                  </p:par>
                  <p:par>
                    <p:cTn id="194" fill="hold" nodeType="clickPar">
                      <p:stCondLst>
                        <p:cond delay="indefinite"/>
                      </p:stCondLst>
                      <p:childTnLst>
                        <p:par>
                          <p:cTn id="195" fill="hold" nodeType="withGroup">
                            <p:stCondLst>
                              <p:cond delay="0"/>
                            </p:stCondLst>
                            <p:childTnLst>
                              <p:par>
                                <p:cTn id="196" presetID="22" presetClass="entr" presetSubtype="4" fill="hold" nodeType="clickEffect">
                                  <p:stCondLst>
                                    <p:cond delay="0"/>
                                  </p:stCondLst>
                                  <p:childTnLst>
                                    <p:set>
                                      <p:cBhvr>
                                        <p:cTn id="197" dur="1" fill="hold">
                                          <p:stCondLst>
                                            <p:cond delay="0"/>
                                          </p:stCondLst>
                                        </p:cTn>
                                        <p:tgtEl>
                                          <p:spTgt spid="40048"/>
                                        </p:tgtEl>
                                        <p:attrNameLst>
                                          <p:attrName>style.visibility</p:attrName>
                                        </p:attrNameLst>
                                      </p:cBhvr>
                                      <p:to>
                                        <p:strVal val="visible"/>
                                      </p:to>
                                    </p:set>
                                    <p:animEffect transition="in" filter="wipe(down)">
                                      <p:cBhvr>
                                        <p:cTn id="198" dur="500"/>
                                        <p:tgtEl>
                                          <p:spTgt spid="40048"/>
                                        </p:tgtEl>
                                      </p:cBhvr>
                                    </p:animEffect>
                                  </p:childTnLst>
                                </p:cTn>
                              </p:par>
                              <p:par>
                                <p:cTn id="199" presetID="22" presetClass="entr" presetSubtype="4" fill="hold" nodeType="withEffect">
                                  <p:stCondLst>
                                    <p:cond delay="0"/>
                                  </p:stCondLst>
                                  <p:childTnLst>
                                    <p:set>
                                      <p:cBhvr>
                                        <p:cTn id="200" dur="1" fill="hold">
                                          <p:stCondLst>
                                            <p:cond delay="0"/>
                                          </p:stCondLst>
                                        </p:cTn>
                                        <p:tgtEl>
                                          <p:spTgt spid="40058"/>
                                        </p:tgtEl>
                                        <p:attrNameLst>
                                          <p:attrName>style.visibility</p:attrName>
                                        </p:attrNameLst>
                                      </p:cBhvr>
                                      <p:to>
                                        <p:strVal val="visible"/>
                                      </p:to>
                                    </p:set>
                                    <p:animEffect transition="in" filter="wipe(down)">
                                      <p:cBhvr>
                                        <p:cTn id="201" dur="500"/>
                                        <p:tgtEl>
                                          <p:spTgt spid="40058"/>
                                        </p:tgtEl>
                                      </p:cBhvr>
                                    </p:animEffect>
                                  </p:childTnLst>
                                </p:cTn>
                              </p:par>
                              <p:par>
                                <p:cTn id="202" presetID="22" presetClass="entr" presetSubtype="4" fill="hold" nodeType="withEffect">
                                  <p:stCondLst>
                                    <p:cond delay="0"/>
                                  </p:stCondLst>
                                  <p:childTnLst>
                                    <p:set>
                                      <p:cBhvr>
                                        <p:cTn id="203" dur="1" fill="hold">
                                          <p:stCondLst>
                                            <p:cond delay="0"/>
                                          </p:stCondLst>
                                        </p:cTn>
                                        <p:tgtEl>
                                          <p:spTgt spid="40050"/>
                                        </p:tgtEl>
                                        <p:attrNameLst>
                                          <p:attrName>style.visibility</p:attrName>
                                        </p:attrNameLst>
                                      </p:cBhvr>
                                      <p:to>
                                        <p:strVal val="visible"/>
                                      </p:to>
                                    </p:set>
                                    <p:animEffect transition="in" filter="wipe(down)">
                                      <p:cBhvr>
                                        <p:cTn id="204" dur="500"/>
                                        <p:tgtEl>
                                          <p:spTgt spid="40050"/>
                                        </p:tgtEl>
                                      </p:cBhvr>
                                    </p:animEffect>
                                  </p:childTnLst>
                                </p:cTn>
                              </p:par>
                              <p:par>
                                <p:cTn id="205" presetID="22" presetClass="entr" presetSubtype="4" fill="hold" nodeType="withEffect">
                                  <p:stCondLst>
                                    <p:cond delay="0"/>
                                  </p:stCondLst>
                                  <p:childTnLst>
                                    <p:set>
                                      <p:cBhvr>
                                        <p:cTn id="206" dur="1" fill="hold">
                                          <p:stCondLst>
                                            <p:cond delay="0"/>
                                          </p:stCondLst>
                                        </p:cTn>
                                        <p:tgtEl>
                                          <p:spTgt spid="40051"/>
                                        </p:tgtEl>
                                        <p:attrNameLst>
                                          <p:attrName>style.visibility</p:attrName>
                                        </p:attrNameLst>
                                      </p:cBhvr>
                                      <p:to>
                                        <p:strVal val="visible"/>
                                      </p:to>
                                    </p:set>
                                    <p:animEffect transition="in" filter="wipe(down)">
                                      <p:cBhvr>
                                        <p:cTn id="207" dur="500"/>
                                        <p:tgtEl>
                                          <p:spTgt spid="40051"/>
                                        </p:tgtEl>
                                      </p:cBhvr>
                                    </p:animEffect>
                                  </p:childTnLst>
                                </p:cTn>
                              </p:par>
                              <p:par>
                                <p:cTn id="208" presetID="22" presetClass="entr" presetSubtype="4" fill="hold" nodeType="withEffect">
                                  <p:stCondLst>
                                    <p:cond delay="0"/>
                                  </p:stCondLst>
                                  <p:childTnLst>
                                    <p:set>
                                      <p:cBhvr>
                                        <p:cTn id="209" dur="1" fill="hold">
                                          <p:stCondLst>
                                            <p:cond delay="0"/>
                                          </p:stCondLst>
                                        </p:cTn>
                                        <p:tgtEl>
                                          <p:spTgt spid="40052"/>
                                        </p:tgtEl>
                                        <p:attrNameLst>
                                          <p:attrName>style.visibility</p:attrName>
                                        </p:attrNameLst>
                                      </p:cBhvr>
                                      <p:to>
                                        <p:strVal val="visible"/>
                                      </p:to>
                                    </p:set>
                                    <p:animEffect transition="in" filter="wipe(down)">
                                      <p:cBhvr>
                                        <p:cTn id="210" dur="500"/>
                                        <p:tgtEl>
                                          <p:spTgt spid="40052"/>
                                        </p:tgtEl>
                                      </p:cBhvr>
                                    </p:animEffect>
                                  </p:childTnLst>
                                </p:cTn>
                              </p:par>
                              <p:par>
                                <p:cTn id="211" presetID="22" presetClass="entr" presetSubtype="4" fill="hold" nodeType="withEffect">
                                  <p:stCondLst>
                                    <p:cond delay="0"/>
                                  </p:stCondLst>
                                  <p:childTnLst>
                                    <p:set>
                                      <p:cBhvr>
                                        <p:cTn id="212" dur="1" fill="hold">
                                          <p:stCondLst>
                                            <p:cond delay="0"/>
                                          </p:stCondLst>
                                        </p:cTn>
                                        <p:tgtEl>
                                          <p:spTgt spid="40053"/>
                                        </p:tgtEl>
                                        <p:attrNameLst>
                                          <p:attrName>style.visibility</p:attrName>
                                        </p:attrNameLst>
                                      </p:cBhvr>
                                      <p:to>
                                        <p:strVal val="visible"/>
                                      </p:to>
                                    </p:set>
                                    <p:animEffect transition="in" filter="wipe(down)">
                                      <p:cBhvr>
                                        <p:cTn id="213" dur="500"/>
                                        <p:tgtEl>
                                          <p:spTgt spid="40053"/>
                                        </p:tgtEl>
                                      </p:cBhvr>
                                    </p:animEffect>
                                  </p:childTnLst>
                                </p:cTn>
                              </p:par>
                              <p:par>
                                <p:cTn id="214" presetID="22" presetClass="entr" presetSubtype="4" fill="hold" nodeType="withEffect">
                                  <p:stCondLst>
                                    <p:cond delay="0"/>
                                  </p:stCondLst>
                                  <p:childTnLst>
                                    <p:set>
                                      <p:cBhvr>
                                        <p:cTn id="215" dur="1" fill="hold">
                                          <p:stCondLst>
                                            <p:cond delay="0"/>
                                          </p:stCondLst>
                                        </p:cTn>
                                        <p:tgtEl>
                                          <p:spTgt spid="40054"/>
                                        </p:tgtEl>
                                        <p:attrNameLst>
                                          <p:attrName>style.visibility</p:attrName>
                                        </p:attrNameLst>
                                      </p:cBhvr>
                                      <p:to>
                                        <p:strVal val="visible"/>
                                      </p:to>
                                    </p:set>
                                    <p:animEffect transition="in" filter="wipe(down)">
                                      <p:cBhvr>
                                        <p:cTn id="216" dur="500"/>
                                        <p:tgtEl>
                                          <p:spTgt spid="40054"/>
                                        </p:tgtEl>
                                      </p:cBhvr>
                                    </p:animEffect>
                                  </p:childTnLst>
                                </p:cTn>
                              </p:par>
                            </p:childTnLst>
                          </p:cTn>
                        </p:par>
                      </p:childTnLst>
                    </p:cTn>
                  </p:par>
                  <p:par>
                    <p:cTn id="217" fill="hold" nodeType="clickPar">
                      <p:stCondLst>
                        <p:cond delay="indefinite"/>
                      </p:stCondLst>
                      <p:childTnLst>
                        <p:par>
                          <p:cTn id="218" fill="hold" nodeType="withGroup">
                            <p:stCondLst>
                              <p:cond delay="0"/>
                            </p:stCondLst>
                            <p:childTnLst>
                              <p:par>
                                <p:cTn id="219" presetID="2" presetClass="entr" presetSubtype="3" fill="hold" grpId="0" nodeType="clickEffect">
                                  <p:stCondLst>
                                    <p:cond delay="0"/>
                                  </p:stCondLst>
                                  <p:childTnLst>
                                    <p:set>
                                      <p:cBhvr>
                                        <p:cTn id="220" dur="1" fill="hold">
                                          <p:stCondLst>
                                            <p:cond delay="0"/>
                                          </p:stCondLst>
                                        </p:cTn>
                                        <p:tgtEl>
                                          <p:spTgt spid="40060"/>
                                        </p:tgtEl>
                                        <p:attrNameLst>
                                          <p:attrName>style.visibility</p:attrName>
                                        </p:attrNameLst>
                                      </p:cBhvr>
                                      <p:to>
                                        <p:strVal val="visible"/>
                                      </p:to>
                                    </p:set>
                                    <p:anim calcmode="lin" valueType="num">
                                      <p:cBhvr additive="base">
                                        <p:cTn id="221" dur="500" fill="hold"/>
                                        <p:tgtEl>
                                          <p:spTgt spid="40060"/>
                                        </p:tgtEl>
                                        <p:attrNameLst>
                                          <p:attrName>ppt_x</p:attrName>
                                        </p:attrNameLst>
                                      </p:cBhvr>
                                      <p:tavLst>
                                        <p:tav tm="0">
                                          <p:val>
                                            <p:strVal val="1+#ppt_w/2"/>
                                          </p:val>
                                        </p:tav>
                                        <p:tav tm="100000">
                                          <p:val>
                                            <p:strVal val="#ppt_x"/>
                                          </p:val>
                                        </p:tav>
                                      </p:tavLst>
                                    </p:anim>
                                    <p:anim calcmode="lin" valueType="num">
                                      <p:cBhvr additive="base">
                                        <p:cTn id="222" dur="500" fill="hold"/>
                                        <p:tgtEl>
                                          <p:spTgt spid="40060"/>
                                        </p:tgtEl>
                                        <p:attrNameLst>
                                          <p:attrName>ppt_y</p:attrName>
                                        </p:attrNameLst>
                                      </p:cBhvr>
                                      <p:tavLst>
                                        <p:tav tm="0">
                                          <p:val>
                                            <p:strVal val="0-#ppt_h/2"/>
                                          </p:val>
                                        </p:tav>
                                        <p:tav tm="100000">
                                          <p:val>
                                            <p:strVal val="#ppt_y"/>
                                          </p:val>
                                        </p:tav>
                                      </p:tavLst>
                                    </p:anim>
                                  </p:childTnLst>
                                </p:cTn>
                              </p:par>
                            </p:childTnLst>
                          </p:cTn>
                        </p:par>
                        <p:par>
                          <p:cTn id="223" fill="hold" nodeType="afterGroup">
                            <p:stCondLst>
                              <p:cond delay="500"/>
                            </p:stCondLst>
                            <p:childTnLst>
                              <p:par>
                                <p:cTn id="224" presetID="22" presetClass="entr" presetSubtype="4" fill="hold" grpId="0" nodeType="afterEffect">
                                  <p:stCondLst>
                                    <p:cond delay="0"/>
                                  </p:stCondLst>
                                  <p:childTnLst>
                                    <p:set>
                                      <p:cBhvr>
                                        <p:cTn id="225" dur="1" fill="hold">
                                          <p:stCondLst>
                                            <p:cond delay="0"/>
                                          </p:stCondLst>
                                        </p:cTn>
                                        <p:tgtEl>
                                          <p:spTgt spid="40059"/>
                                        </p:tgtEl>
                                        <p:attrNameLst>
                                          <p:attrName>style.visibility</p:attrName>
                                        </p:attrNameLst>
                                      </p:cBhvr>
                                      <p:to>
                                        <p:strVal val="visible"/>
                                      </p:to>
                                    </p:set>
                                    <p:animEffect transition="in" filter="wipe(down)">
                                      <p:cBhvr>
                                        <p:cTn id="226" dur="500"/>
                                        <p:tgtEl>
                                          <p:spTgt spid="40059"/>
                                        </p:tgtEl>
                                      </p:cBhvr>
                                    </p:animEffect>
                                  </p:childTnLst>
                                </p:cTn>
                              </p:par>
                            </p:childTnLst>
                          </p:cTn>
                        </p:par>
                      </p:childTnLst>
                    </p:cTn>
                  </p:par>
                  <p:par>
                    <p:cTn id="227" fill="hold" nodeType="clickPar">
                      <p:stCondLst>
                        <p:cond delay="indefinite"/>
                      </p:stCondLst>
                      <p:childTnLst>
                        <p:par>
                          <p:cTn id="228" fill="hold" nodeType="withGroup">
                            <p:stCondLst>
                              <p:cond delay="0"/>
                            </p:stCondLst>
                            <p:childTnLst>
                              <p:par>
                                <p:cTn id="229" presetID="2" presetClass="entr" presetSubtype="3" fill="hold" grpId="0" nodeType="clickEffect">
                                  <p:stCondLst>
                                    <p:cond delay="0"/>
                                  </p:stCondLst>
                                  <p:childTnLst>
                                    <p:set>
                                      <p:cBhvr>
                                        <p:cTn id="230" dur="1" fill="hold">
                                          <p:stCondLst>
                                            <p:cond delay="0"/>
                                          </p:stCondLst>
                                        </p:cTn>
                                        <p:tgtEl>
                                          <p:spTgt spid="40061"/>
                                        </p:tgtEl>
                                        <p:attrNameLst>
                                          <p:attrName>style.visibility</p:attrName>
                                        </p:attrNameLst>
                                      </p:cBhvr>
                                      <p:to>
                                        <p:strVal val="visible"/>
                                      </p:to>
                                    </p:set>
                                    <p:anim calcmode="lin" valueType="num">
                                      <p:cBhvr additive="base">
                                        <p:cTn id="231" dur="500" fill="hold"/>
                                        <p:tgtEl>
                                          <p:spTgt spid="40061"/>
                                        </p:tgtEl>
                                        <p:attrNameLst>
                                          <p:attrName>ppt_x</p:attrName>
                                        </p:attrNameLst>
                                      </p:cBhvr>
                                      <p:tavLst>
                                        <p:tav tm="0">
                                          <p:val>
                                            <p:strVal val="1+#ppt_w/2"/>
                                          </p:val>
                                        </p:tav>
                                        <p:tav tm="100000">
                                          <p:val>
                                            <p:strVal val="#ppt_x"/>
                                          </p:val>
                                        </p:tav>
                                      </p:tavLst>
                                    </p:anim>
                                    <p:anim calcmode="lin" valueType="num">
                                      <p:cBhvr additive="base">
                                        <p:cTn id="232" dur="500" fill="hold"/>
                                        <p:tgtEl>
                                          <p:spTgt spid="40061"/>
                                        </p:tgtEl>
                                        <p:attrNameLst>
                                          <p:attrName>ppt_y</p:attrName>
                                        </p:attrNameLst>
                                      </p:cBhvr>
                                      <p:tavLst>
                                        <p:tav tm="0">
                                          <p:val>
                                            <p:strVal val="0-#ppt_h/2"/>
                                          </p:val>
                                        </p:tav>
                                        <p:tav tm="100000">
                                          <p:val>
                                            <p:strVal val="#ppt_y"/>
                                          </p:val>
                                        </p:tav>
                                      </p:tavLst>
                                    </p:anim>
                                  </p:childTnLst>
                                </p:cTn>
                              </p:par>
                            </p:childTnLst>
                          </p:cTn>
                        </p:par>
                        <p:par>
                          <p:cTn id="233" fill="hold" nodeType="afterGroup">
                            <p:stCondLst>
                              <p:cond delay="500"/>
                            </p:stCondLst>
                            <p:childTnLst>
                              <p:par>
                                <p:cTn id="234" presetID="22" presetClass="entr" presetSubtype="4" fill="hold" grpId="0" nodeType="afterEffect">
                                  <p:stCondLst>
                                    <p:cond delay="0"/>
                                  </p:stCondLst>
                                  <p:childTnLst>
                                    <p:set>
                                      <p:cBhvr>
                                        <p:cTn id="235" dur="1" fill="hold">
                                          <p:stCondLst>
                                            <p:cond delay="0"/>
                                          </p:stCondLst>
                                        </p:cTn>
                                        <p:tgtEl>
                                          <p:spTgt spid="40062"/>
                                        </p:tgtEl>
                                        <p:attrNameLst>
                                          <p:attrName>style.visibility</p:attrName>
                                        </p:attrNameLst>
                                      </p:cBhvr>
                                      <p:to>
                                        <p:strVal val="visible"/>
                                      </p:to>
                                    </p:set>
                                    <p:animEffect transition="in" filter="wipe(down)">
                                      <p:cBhvr>
                                        <p:cTn id="236" dur="500"/>
                                        <p:tgtEl>
                                          <p:spTgt spid="40062"/>
                                        </p:tgtEl>
                                      </p:cBhvr>
                                    </p:animEffect>
                                  </p:childTnLst>
                                </p:cTn>
                              </p:par>
                            </p:childTnLst>
                          </p:cTn>
                        </p:par>
                      </p:childTnLst>
                    </p:cTn>
                  </p:par>
                  <p:par>
                    <p:cTn id="237" fill="hold" nodeType="clickPar">
                      <p:stCondLst>
                        <p:cond delay="indefinite"/>
                      </p:stCondLst>
                      <p:childTnLst>
                        <p:par>
                          <p:cTn id="238" fill="hold" nodeType="withGroup">
                            <p:stCondLst>
                              <p:cond delay="0"/>
                            </p:stCondLst>
                            <p:childTnLst>
                              <p:par>
                                <p:cTn id="239" presetID="2" presetClass="entr" presetSubtype="3" fill="hold" grpId="0" nodeType="clickEffect">
                                  <p:stCondLst>
                                    <p:cond delay="0"/>
                                  </p:stCondLst>
                                  <p:childTnLst>
                                    <p:set>
                                      <p:cBhvr>
                                        <p:cTn id="240" dur="1" fill="hold">
                                          <p:stCondLst>
                                            <p:cond delay="0"/>
                                          </p:stCondLst>
                                        </p:cTn>
                                        <p:tgtEl>
                                          <p:spTgt spid="40063"/>
                                        </p:tgtEl>
                                        <p:attrNameLst>
                                          <p:attrName>style.visibility</p:attrName>
                                        </p:attrNameLst>
                                      </p:cBhvr>
                                      <p:to>
                                        <p:strVal val="visible"/>
                                      </p:to>
                                    </p:set>
                                    <p:anim calcmode="lin" valueType="num">
                                      <p:cBhvr additive="base">
                                        <p:cTn id="241" dur="500" fill="hold"/>
                                        <p:tgtEl>
                                          <p:spTgt spid="40063"/>
                                        </p:tgtEl>
                                        <p:attrNameLst>
                                          <p:attrName>ppt_x</p:attrName>
                                        </p:attrNameLst>
                                      </p:cBhvr>
                                      <p:tavLst>
                                        <p:tav tm="0">
                                          <p:val>
                                            <p:strVal val="1+#ppt_w/2"/>
                                          </p:val>
                                        </p:tav>
                                        <p:tav tm="100000">
                                          <p:val>
                                            <p:strVal val="#ppt_x"/>
                                          </p:val>
                                        </p:tav>
                                      </p:tavLst>
                                    </p:anim>
                                    <p:anim calcmode="lin" valueType="num">
                                      <p:cBhvr additive="base">
                                        <p:cTn id="242" dur="500" fill="hold"/>
                                        <p:tgtEl>
                                          <p:spTgt spid="40063"/>
                                        </p:tgtEl>
                                        <p:attrNameLst>
                                          <p:attrName>ppt_y</p:attrName>
                                        </p:attrNameLst>
                                      </p:cBhvr>
                                      <p:tavLst>
                                        <p:tav tm="0">
                                          <p:val>
                                            <p:strVal val="0-#ppt_h/2"/>
                                          </p:val>
                                        </p:tav>
                                        <p:tav tm="100000">
                                          <p:val>
                                            <p:strVal val="#ppt_y"/>
                                          </p:val>
                                        </p:tav>
                                      </p:tavLst>
                                    </p:anim>
                                  </p:childTnLst>
                                </p:cTn>
                              </p:par>
                              <p:par>
                                <p:cTn id="243" presetID="22" presetClass="entr" presetSubtype="4" fill="hold" grpId="0" nodeType="withEffect">
                                  <p:stCondLst>
                                    <p:cond delay="0"/>
                                  </p:stCondLst>
                                  <p:childTnLst>
                                    <p:set>
                                      <p:cBhvr>
                                        <p:cTn id="244" dur="1" fill="hold">
                                          <p:stCondLst>
                                            <p:cond delay="0"/>
                                          </p:stCondLst>
                                        </p:cTn>
                                        <p:tgtEl>
                                          <p:spTgt spid="40064"/>
                                        </p:tgtEl>
                                        <p:attrNameLst>
                                          <p:attrName>style.visibility</p:attrName>
                                        </p:attrNameLst>
                                      </p:cBhvr>
                                      <p:to>
                                        <p:strVal val="visible"/>
                                      </p:to>
                                    </p:set>
                                    <p:animEffect transition="in" filter="wipe(down)">
                                      <p:cBhvr>
                                        <p:cTn id="245" dur="500"/>
                                        <p:tgtEl>
                                          <p:spTgt spid="40064"/>
                                        </p:tgtEl>
                                      </p:cBhvr>
                                    </p:animEffect>
                                  </p:childTnLst>
                                </p:cTn>
                              </p:par>
                              <p:par>
                                <p:cTn id="246" presetID="2" presetClass="entr" presetSubtype="3" fill="hold" grpId="0" nodeType="withEffect">
                                  <p:stCondLst>
                                    <p:cond delay="0"/>
                                  </p:stCondLst>
                                  <p:childTnLst>
                                    <p:set>
                                      <p:cBhvr>
                                        <p:cTn id="247" dur="1" fill="hold">
                                          <p:stCondLst>
                                            <p:cond delay="0"/>
                                          </p:stCondLst>
                                        </p:cTn>
                                        <p:tgtEl>
                                          <p:spTgt spid="40065"/>
                                        </p:tgtEl>
                                        <p:attrNameLst>
                                          <p:attrName>style.visibility</p:attrName>
                                        </p:attrNameLst>
                                      </p:cBhvr>
                                      <p:to>
                                        <p:strVal val="visible"/>
                                      </p:to>
                                    </p:set>
                                    <p:anim calcmode="lin" valueType="num">
                                      <p:cBhvr additive="base">
                                        <p:cTn id="248" dur="500" fill="hold"/>
                                        <p:tgtEl>
                                          <p:spTgt spid="40065"/>
                                        </p:tgtEl>
                                        <p:attrNameLst>
                                          <p:attrName>ppt_x</p:attrName>
                                        </p:attrNameLst>
                                      </p:cBhvr>
                                      <p:tavLst>
                                        <p:tav tm="0">
                                          <p:val>
                                            <p:strVal val="1+#ppt_w/2"/>
                                          </p:val>
                                        </p:tav>
                                        <p:tav tm="100000">
                                          <p:val>
                                            <p:strVal val="#ppt_x"/>
                                          </p:val>
                                        </p:tav>
                                      </p:tavLst>
                                    </p:anim>
                                    <p:anim calcmode="lin" valueType="num">
                                      <p:cBhvr additive="base">
                                        <p:cTn id="249" dur="500" fill="hold"/>
                                        <p:tgtEl>
                                          <p:spTgt spid="40065"/>
                                        </p:tgtEl>
                                        <p:attrNameLst>
                                          <p:attrName>ppt_y</p:attrName>
                                        </p:attrNameLst>
                                      </p:cBhvr>
                                      <p:tavLst>
                                        <p:tav tm="0">
                                          <p:val>
                                            <p:strVal val="0-#ppt_h/2"/>
                                          </p:val>
                                        </p:tav>
                                        <p:tav tm="100000">
                                          <p:val>
                                            <p:strVal val="#ppt_y"/>
                                          </p:val>
                                        </p:tav>
                                      </p:tavLst>
                                    </p:anim>
                                  </p:childTnLst>
                                </p:cTn>
                              </p:par>
                              <p:par>
                                <p:cTn id="250" presetID="22" presetClass="entr" presetSubtype="4" fill="hold" grpId="0" nodeType="withEffect">
                                  <p:stCondLst>
                                    <p:cond delay="0"/>
                                  </p:stCondLst>
                                  <p:childTnLst>
                                    <p:set>
                                      <p:cBhvr>
                                        <p:cTn id="251" dur="1" fill="hold">
                                          <p:stCondLst>
                                            <p:cond delay="0"/>
                                          </p:stCondLst>
                                        </p:cTn>
                                        <p:tgtEl>
                                          <p:spTgt spid="40066"/>
                                        </p:tgtEl>
                                        <p:attrNameLst>
                                          <p:attrName>style.visibility</p:attrName>
                                        </p:attrNameLst>
                                      </p:cBhvr>
                                      <p:to>
                                        <p:strVal val="visible"/>
                                      </p:to>
                                    </p:set>
                                    <p:animEffect transition="in" filter="wipe(down)">
                                      <p:cBhvr>
                                        <p:cTn id="252" dur="500"/>
                                        <p:tgtEl>
                                          <p:spTgt spid="40066"/>
                                        </p:tgtEl>
                                      </p:cBhvr>
                                    </p:animEffect>
                                  </p:childTnLst>
                                </p:cTn>
                              </p:par>
                              <p:par>
                                <p:cTn id="253" presetID="2" presetClass="entr" presetSubtype="3" fill="hold" grpId="0" nodeType="withEffect">
                                  <p:stCondLst>
                                    <p:cond delay="0"/>
                                  </p:stCondLst>
                                  <p:childTnLst>
                                    <p:set>
                                      <p:cBhvr>
                                        <p:cTn id="254" dur="1" fill="hold">
                                          <p:stCondLst>
                                            <p:cond delay="0"/>
                                          </p:stCondLst>
                                        </p:cTn>
                                        <p:tgtEl>
                                          <p:spTgt spid="40067"/>
                                        </p:tgtEl>
                                        <p:attrNameLst>
                                          <p:attrName>style.visibility</p:attrName>
                                        </p:attrNameLst>
                                      </p:cBhvr>
                                      <p:to>
                                        <p:strVal val="visible"/>
                                      </p:to>
                                    </p:set>
                                    <p:anim calcmode="lin" valueType="num">
                                      <p:cBhvr additive="base">
                                        <p:cTn id="255" dur="500" fill="hold"/>
                                        <p:tgtEl>
                                          <p:spTgt spid="40067"/>
                                        </p:tgtEl>
                                        <p:attrNameLst>
                                          <p:attrName>ppt_x</p:attrName>
                                        </p:attrNameLst>
                                      </p:cBhvr>
                                      <p:tavLst>
                                        <p:tav tm="0">
                                          <p:val>
                                            <p:strVal val="1+#ppt_w/2"/>
                                          </p:val>
                                        </p:tav>
                                        <p:tav tm="100000">
                                          <p:val>
                                            <p:strVal val="#ppt_x"/>
                                          </p:val>
                                        </p:tav>
                                      </p:tavLst>
                                    </p:anim>
                                    <p:anim calcmode="lin" valueType="num">
                                      <p:cBhvr additive="base">
                                        <p:cTn id="256" dur="500" fill="hold"/>
                                        <p:tgtEl>
                                          <p:spTgt spid="40067"/>
                                        </p:tgtEl>
                                        <p:attrNameLst>
                                          <p:attrName>ppt_y</p:attrName>
                                        </p:attrNameLst>
                                      </p:cBhvr>
                                      <p:tavLst>
                                        <p:tav tm="0">
                                          <p:val>
                                            <p:strVal val="0-#ppt_h/2"/>
                                          </p:val>
                                        </p:tav>
                                        <p:tav tm="100000">
                                          <p:val>
                                            <p:strVal val="#ppt_y"/>
                                          </p:val>
                                        </p:tav>
                                      </p:tavLst>
                                    </p:anim>
                                  </p:childTnLst>
                                </p:cTn>
                              </p:par>
                              <p:par>
                                <p:cTn id="257" presetID="22" presetClass="entr" presetSubtype="4" fill="hold" grpId="0" nodeType="withEffect">
                                  <p:stCondLst>
                                    <p:cond delay="0"/>
                                  </p:stCondLst>
                                  <p:childTnLst>
                                    <p:set>
                                      <p:cBhvr>
                                        <p:cTn id="258" dur="1" fill="hold">
                                          <p:stCondLst>
                                            <p:cond delay="0"/>
                                          </p:stCondLst>
                                        </p:cTn>
                                        <p:tgtEl>
                                          <p:spTgt spid="40068"/>
                                        </p:tgtEl>
                                        <p:attrNameLst>
                                          <p:attrName>style.visibility</p:attrName>
                                        </p:attrNameLst>
                                      </p:cBhvr>
                                      <p:to>
                                        <p:strVal val="visible"/>
                                      </p:to>
                                    </p:set>
                                    <p:animEffect transition="in" filter="wipe(down)">
                                      <p:cBhvr>
                                        <p:cTn id="259" dur="500"/>
                                        <p:tgtEl>
                                          <p:spTgt spid="40068"/>
                                        </p:tgtEl>
                                      </p:cBhvr>
                                    </p:animEffect>
                                  </p:childTnLst>
                                </p:cTn>
                              </p:par>
                              <p:par>
                                <p:cTn id="260" presetID="2" presetClass="entr" presetSubtype="3" fill="hold" grpId="0" nodeType="withEffect">
                                  <p:stCondLst>
                                    <p:cond delay="0"/>
                                  </p:stCondLst>
                                  <p:childTnLst>
                                    <p:set>
                                      <p:cBhvr>
                                        <p:cTn id="261" dur="1" fill="hold">
                                          <p:stCondLst>
                                            <p:cond delay="0"/>
                                          </p:stCondLst>
                                        </p:cTn>
                                        <p:tgtEl>
                                          <p:spTgt spid="40069"/>
                                        </p:tgtEl>
                                        <p:attrNameLst>
                                          <p:attrName>style.visibility</p:attrName>
                                        </p:attrNameLst>
                                      </p:cBhvr>
                                      <p:to>
                                        <p:strVal val="visible"/>
                                      </p:to>
                                    </p:set>
                                    <p:anim calcmode="lin" valueType="num">
                                      <p:cBhvr additive="base">
                                        <p:cTn id="262" dur="500" fill="hold"/>
                                        <p:tgtEl>
                                          <p:spTgt spid="40069"/>
                                        </p:tgtEl>
                                        <p:attrNameLst>
                                          <p:attrName>ppt_x</p:attrName>
                                        </p:attrNameLst>
                                      </p:cBhvr>
                                      <p:tavLst>
                                        <p:tav tm="0">
                                          <p:val>
                                            <p:strVal val="1+#ppt_w/2"/>
                                          </p:val>
                                        </p:tav>
                                        <p:tav tm="100000">
                                          <p:val>
                                            <p:strVal val="#ppt_x"/>
                                          </p:val>
                                        </p:tav>
                                      </p:tavLst>
                                    </p:anim>
                                    <p:anim calcmode="lin" valueType="num">
                                      <p:cBhvr additive="base">
                                        <p:cTn id="263" dur="500" fill="hold"/>
                                        <p:tgtEl>
                                          <p:spTgt spid="40069"/>
                                        </p:tgtEl>
                                        <p:attrNameLst>
                                          <p:attrName>ppt_y</p:attrName>
                                        </p:attrNameLst>
                                      </p:cBhvr>
                                      <p:tavLst>
                                        <p:tav tm="0">
                                          <p:val>
                                            <p:strVal val="0-#ppt_h/2"/>
                                          </p:val>
                                        </p:tav>
                                        <p:tav tm="100000">
                                          <p:val>
                                            <p:strVal val="#ppt_y"/>
                                          </p:val>
                                        </p:tav>
                                      </p:tavLst>
                                    </p:anim>
                                  </p:childTnLst>
                                </p:cTn>
                              </p:par>
                              <p:par>
                                <p:cTn id="264" presetID="22" presetClass="entr" presetSubtype="4" fill="hold" grpId="0" nodeType="withEffect">
                                  <p:stCondLst>
                                    <p:cond delay="0"/>
                                  </p:stCondLst>
                                  <p:childTnLst>
                                    <p:set>
                                      <p:cBhvr>
                                        <p:cTn id="265" dur="1" fill="hold">
                                          <p:stCondLst>
                                            <p:cond delay="0"/>
                                          </p:stCondLst>
                                        </p:cTn>
                                        <p:tgtEl>
                                          <p:spTgt spid="40070"/>
                                        </p:tgtEl>
                                        <p:attrNameLst>
                                          <p:attrName>style.visibility</p:attrName>
                                        </p:attrNameLst>
                                      </p:cBhvr>
                                      <p:to>
                                        <p:strVal val="visible"/>
                                      </p:to>
                                    </p:set>
                                    <p:animEffect transition="in" filter="wipe(down)">
                                      <p:cBhvr>
                                        <p:cTn id="266" dur="500"/>
                                        <p:tgtEl>
                                          <p:spTgt spid="40070"/>
                                        </p:tgtEl>
                                      </p:cBhvr>
                                    </p:animEffect>
                                  </p:childTnLst>
                                </p:cTn>
                              </p:par>
                              <p:par>
                                <p:cTn id="267" presetID="2" presetClass="entr" presetSubtype="3" fill="hold" grpId="0" nodeType="withEffect">
                                  <p:stCondLst>
                                    <p:cond delay="0"/>
                                  </p:stCondLst>
                                  <p:childTnLst>
                                    <p:set>
                                      <p:cBhvr>
                                        <p:cTn id="268" dur="1" fill="hold">
                                          <p:stCondLst>
                                            <p:cond delay="0"/>
                                          </p:stCondLst>
                                        </p:cTn>
                                        <p:tgtEl>
                                          <p:spTgt spid="40071"/>
                                        </p:tgtEl>
                                        <p:attrNameLst>
                                          <p:attrName>style.visibility</p:attrName>
                                        </p:attrNameLst>
                                      </p:cBhvr>
                                      <p:to>
                                        <p:strVal val="visible"/>
                                      </p:to>
                                    </p:set>
                                    <p:anim calcmode="lin" valueType="num">
                                      <p:cBhvr additive="base">
                                        <p:cTn id="269" dur="500" fill="hold"/>
                                        <p:tgtEl>
                                          <p:spTgt spid="40071"/>
                                        </p:tgtEl>
                                        <p:attrNameLst>
                                          <p:attrName>ppt_x</p:attrName>
                                        </p:attrNameLst>
                                      </p:cBhvr>
                                      <p:tavLst>
                                        <p:tav tm="0">
                                          <p:val>
                                            <p:strVal val="1+#ppt_w/2"/>
                                          </p:val>
                                        </p:tav>
                                        <p:tav tm="100000">
                                          <p:val>
                                            <p:strVal val="#ppt_x"/>
                                          </p:val>
                                        </p:tav>
                                      </p:tavLst>
                                    </p:anim>
                                    <p:anim calcmode="lin" valueType="num">
                                      <p:cBhvr additive="base">
                                        <p:cTn id="270" dur="500" fill="hold"/>
                                        <p:tgtEl>
                                          <p:spTgt spid="40071"/>
                                        </p:tgtEl>
                                        <p:attrNameLst>
                                          <p:attrName>ppt_y</p:attrName>
                                        </p:attrNameLst>
                                      </p:cBhvr>
                                      <p:tavLst>
                                        <p:tav tm="0">
                                          <p:val>
                                            <p:strVal val="0-#ppt_h/2"/>
                                          </p:val>
                                        </p:tav>
                                        <p:tav tm="100000">
                                          <p:val>
                                            <p:strVal val="#ppt_y"/>
                                          </p:val>
                                        </p:tav>
                                      </p:tavLst>
                                    </p:anim>
                                  </p:childTnLst>
                                </p:cTn>
                              </p:par>
                              <p:par>
                                <p:cTn id="271" presetID="22" presetClass="entr" presetSubtype="4" fill="hold" grpId="0" nodeType="withEffect">
                                  <p:stCondLst>
                                    <p:cond delay="0"/>
                                  </p:stCondLst>
                                  <p:childTnLst>
                                    <p:set>
                                      <p:cBhvr>
                                        <p:cTn id="272" dur="1" fill="hold">
                                          <p:stCondLst>
                                            <p:cond delay="0"/>
                                          </p:stCondLst>
                                        </p:cTn>
                                        <p:tgtEl>
                                          <p:spTgt spid="40072"/>
                                        </p:tgtEl>
                                        <p:attrNameLst>
                                          <p:attrName>style.visibility</p:attrName>
                                        </p:attrNameLst>
                                      </p:cBhvr>
                                      <p:to>
                                        <p:strVal val="visible"/>
                                      </p:to>
                                    </p:set>
                                    <p:animEffect transition="in" filter="wipe(down)">
                                      <p:cBhvr>
                                        <p:cTn id="273" dur="500"/>
                                        <p:tgtEl>
                                          <p:spTgt spid="40072"/>
                                        </p:tgtEl>
                                      </p:cBhvr>
                                    </p:animEffect>
                                  </p:childTnLst>
                                </p:cTn>
                              </p:par>
                              <p:par>
                                <p:cTn id="274" presetID="2" presetClass="entr" presetSubtype="3" fill="hold" grpId="0" nodeType="withEffect">
                                  <p:stCondLst>
                                    <p:cond delay="0"/>
                                  </p:stCondLst>
                                  <p:childTnLst>
                                    <p:set>
                                      <p:cBhvr>
                                        <p:cTn id="275" dur="1" fill="hold">
                                          <p:stCondLst>
                                            <p:cond delay="0"/>
                                          </p:stCondLst>
                                        </p:cTn>
                                        <p:tgtEl>
                                          <p:spTgt spid="40073"/>
                                        </p:tgtEl>
                                        <p:attrNameLst>
                                          <p:attrName>style.visibility</p:attrName>
                                        </p:attrNameLst>
                                      </p:cBhvr>
                                      <p:to>
                                        <p:strVal val="visible"/>
                                      </p:to>
                                    </p:set>
                                    <p:anim calcmode="lin" valueType="num">
                                      <p:cBhvr additive="base">
                                        <p:cTn id="276" dur="500" fill="hold"/>
                                        <p:tgtEl>
                                          <p:spTgt spid="40073"/>
                                        </p:tgtEl>
                                        <p:attrNameLst>
                                          <p:attrName>ppt_x</p:attrName>
                                        </p:attrNameLst>
                                      </p:cBhvr>
                                      <p:tavLst>
                                        <p:tav tm="0">
                                          <p:val>
                                            <p:strVal val="1+#ppt_w/2"/>
                                          </p:val>
                                        </p:tav>
                                        <p:tav tm="100000">
                                          <p:val>
                                            <p:strVal val="#ppt_x"/>
                                          </p:val>
                                        </p:tav>
                                      </p:tavLst>
                                    </p:anim>
                                    <p:anim calcmode="lin" valueType="num">
                                      <p:cBhvr additive="base">
                                        <p:cTn id="277" dur="500" fill="hold"/>
                                        <p:tgtEl>
                                          <p:spTgt spid="40073"/>
                                        </p:tgtEl>
                                        <p:attrNameLst>
                                          <p:attrName>ppt_y</p:attrName>
                                        </p:attrNameLst>
                                      </p:cBhvr>
                                      <p:tavLst>
                                        <p:tav tm="0">
                                          <p:val>
                                            <p:strVal val="0-#ppt_h/2"/>
                                          </p:val>
                                        </p:tav>
                                        <p:tav tm="100000">
                                          <p:val>
                                            <p:strVal val="#ppt_y"/>
                                          </p:val>
                                        </p:tav>
                                      </p:tavLst>
                                    </p:anim>
                                  </p:childTnLst>
                                </p:cTn>
                              </p:par>
                              <p:par>
                                <p:cTn id="278" presetID="22" presetClass="entr" presetSubtype="4" fill="hold" grpId="0" nodeType="withEffect">
                                  <p:stCondLst>
                                    <p:cond delay="0"/>
                                  </p:stCondLst>
                                  <p:childTnLst>
                                    <p:set>
                                      <p:cBhvr>
                                        <p:cTn id="279" dur="1" fill="hold">
                                          <p:stCondLst>
                                            <p:cond delay="0"/>
                                          </p:stCondLst>
                                        </p:cTn>
                                        <p:tgtEl>
                                          <p:spTgt spid="40074"/>
                                        </p:tgtEl>
                                        <p:attrNameLst>
                                          <p:attrName>style.visibility</p:attrName>
                                        </p:attrNameLst>
                                      </p:cBhvr>
                                      <p:to>
                                        <p:strVal val="visible"/>
                                      </p:to>
                                    </p:set>
                                    <p:animEffect transition="in" filter="wipe(down)">
                                      <p:cBhvr>
                                        <p:cTn id="280" dur="500"/>
                                        <p:tgtEl>
                                          <p:spTgt spid="40074"/>
                                        </p:tgtEl>
                                      </p:cBhvr>
                                    </p:animEffect>
                                  </p:childTnLst>
                                </p:cTn>
                              </p:par>
                              <p:par>
                                <p:cTn id="281" presetID="2" presetClass="entr" presetSubtype="3" fill="hold" grpId="0" nodeType="withEffect">
                                  <p:stCondLst>
                                    <p:cond delay="0"/>
                                  </p:stCondLst>
                                  <p:childTnLst>
                                    <p:set>
                                      <p:cBhvr>
                                        <p:cTn id="282" dur="1" fill="hold">
                                          <p:stCondLst>
                                            <p:cond delay="0"/>
                                          </p:stCondLst>
                                        </p:cTn>
                                        <p:tgtEl>
                                          <p:spTgt spid="40075"/>
                                        </p:tgtEl>
                                        <p:attrNameLst>
                                          <p:attrName>style.visibility</p:attrName>
                                        </p:attrNameLst>
                                      </p:cBhvr>
                                      <p:to>
                                        <p:strVal val="visible"/>
                                      </p:to>
                                    </p:set>
                                    <p:anim calcmode="lin" valueType="num">
                                      <p:cBhvr additive="base">
                                        <p:cTn id="283" dur="500" fill="hold"/>
                                        <p:tgtEl>
                                          <p:spTgt spid="40075"/>
                                        </p:tgtEl>
                                        <p:attrNameLst>
                                          <p:attrName>ppt_x</p:attrName>
                                        </p:attrNameLst>
                                      </p:cBhvr>
                                      <p:tavLst>
                                        <p:tav tm="0">
                                          <p:val>
                                            <p:strVal val="1+#ppt_w/2"/>
                                          </p:val>
                                        </p:tav>
                                        <p:tav tm="100000">
                                          <p:val>
                                            <p:strVal val="#ppt_x"/>
                                          </p:val>
                                        </p:tav>
                                      </p:tavLst>
                                    </p:anim>
                                    <p:anim calcmode="lin" valueType="num">
                                      <p:cBhvr additive="base">
                                        <p:cTn id="284" dur="500" fill="hold"/>
                                        <p:tgtEl>
                                          <p:spTgt spid="40075"/>
                                        </p:tgtEl>
                                        <p:attrNameLst>
                                          <p:attrName>ppt_y</p:attrName>
                                        </p:attrNameLst>
                                      </p:cBhvr>
                                      <p:tavLst>
                                        <p:tav tm="0">
                                          <p:val>
                                            <p:strVal val="0-#ppt_h/2"/>
                                          </p:val>
                                        </p:tav>
                                        <p:tav tm="100000">
                                          <p:val>
                                            <p:strVal val="#ppt_y"/>
                                          </p:val>
                                        </p:tav>
                                      </p:tavLst>
                                    </p:anim>
                                  </p:childTnLst>
                                </p:cTn>
                              </p:par>
                              <p:par>
                                <p:cTn id="285" presetID="22" presetClass="entr" presetSubtype="4" fill="hold" grpId="0" nodeType="withEffect">
                                  <p:stCondLst>
                                    <p:cond delay="0"/>
                                  </p:stCondLst>
                                  <p:childTnLst>
                                    <p:set>
                                      <p:cBhvr>
                                        <p:cTn id="286" dur="1" fill="hold">
                                          <p:stCondLst>
                                            <p:cond delay="0"/>
                                          </p:stCondLst>
                                        </p:cTn>
                                        <p:tgtEl>
                                          <p:spTgt spid="40076"/>
                                        </p:tgtEl>
                                        <p:attrNameLst>
                                          <p:attrName>style.visibility</p:attrName>
                                        </p:attrNameLst>
                                      </p:cBhvr>
                                      <p:to>
                                        <p:strVal val="visible"/>
                                      </p:to>
                                    </p:set>
                                    <p:animEffect transition="in" filter="wipe(down)">
                                      <p:cBhvr>
                                        <p:cTn id="287" dur="500"/>
                                        <p:tgtEl>
                                          <p:spTgt spid="40076"/>
                                        </p:tgtEl>
                                      </p:cBhvr>
                                    </p:animEffect>
                                  </p:childTnLst>
                                </p:cTn>
                              </p:par>
                              <p:par>
                                <p:cTn id="288" presetID="2" presetClass="entr" presetSubtype="3" fill="hold" grpId="0" nodeType="withEffect">
                                  <p:stCondLst>
                                    <p:cond delay="0"/>
                                  </p:stCondLst>
                                  <p:childTnLst>
                                    <p:set>
                                      <p:cBhvr>
                                        <p:cTn id="289" dur="1" fill="hold">
                                          <p:stCondLst>
                                            <p:cond delay="0"/>
                                          </p:stCondLst>
                                        </p:cTn>
                                        <p:tgtEl>
                                          <p:spTgt spid="40077"/>
                                        </p:tgtEl>
                                        <p:attrNameLst>
                                          <p:attrName>style.visibility</p:attrName>
                                        </p:attrNameLst>
                                      </p:cBhvr>
                                      <p:to>
                                        <p:strVal val="visible"/>
                                      </p:to>
                                    </p:set>
                                    <p:anim calcmode="lin" valueType="num">
                                      <p:cBhvr additive="base">
                                        <p:cTn id="290" dur="500" fill="hold"/>
                                        <p:tgtEl>
                                          <p:spTgt spid="40077"/>
                                        </p:tgtEl>
                                        <p:attrNameLst>
                                          <p:attrName>ppt_x</p:attrName>
                                        </p:attrNameLst>
                                      </p:cBhvr>
                                      <p:tavLst>
                                        <p:tav tm="0">
                                          <p:val>
                                            <p:strVal val="1+#ppt_w/2"/>
                                          </p:val>
                                        </p:tav>
                                        <p:tav tm="100000">
                                          <p:val>
                                            <p:strVal val="#ppt_x"/>
                                          </p:val>
                                        </p:tav>
                                      </p:tavLst>
                                    </p:anim>
                                    <p:anim calcmode="lin" valueType="num">
                                      <p:cBhvr additive="base">
                                        <p:cTn id="291" dur="500" fill="hold"/>
                                        <p:tgtEl>
                                          <p:spTgt spid="40077"/>
                                        </p:tgtEl>
                                        <p:attrNameLst>
                                          <p:attrName>ppt_y</p:attrName>
                                        </p:attrNameLst>
                                      </p:cBhvr>
                                      <p:tavLst>
                                        <p:tav tm="0">
                                          <p:val>
                                            <p:strVal val="0-#ppt_h/2"/>
                                          </p:val>
                                        </p:tav>
                                        <p:tav tm="100000">
                                          <p:val>
                                            <p:strVal val="#ppt_y"/>
                                          </p:val>
                                        </p:tav>
                                      </p:tavLst>
                                    </p:anim>
                                  </p:childTnLst>
                                </p:cTn>
                              </p:par>
                              <p:par>
                                <p:cTn id="292" presetID="22" presetClass="entr" presetSubtype="4" fill="hold" grpId="0" nodeType="withEffect">
                                  <p:stCondLst>
                                    <p:cond delay="0"/>
                                  </p:stCondLst>
                                  <p:childTnLst>
                                    <p:set>
                                      <p:cBhvr>
                                        <p:cTn id="293" dur="1" fill="hold">
                                          <p:stCondLst>
                                            <p:cond delay="0"/>
                                          </p:stCondLst>
                                        </p:cTn>
                                        <p:tgtEl>
                                          <p:spTgt spid="40078"/>
                                        </p:tgtEl>
                                        <p:attrNameLst>
                                          <p:attrName>style.visibility</p:attrName>
                                        </p:attrNameLst>
                                      </p:cBhvr>
                                      <p:to>
                                        <p:strVal val="visible"/>
                                      </p:to>
                                    </p:set>
                                    <p:animEffect transition="in" filter="wipe(down)">
                                      <p:cBhvr>
                                        <p:cTn id="294" dur="500"/>
                                        <p:tgtEl>
                                          <p:spTgt spid="40078"/>
                                        </p:tgtEl>
                                      </p:cBhvr>
                                    </p:animEffect>
                                  </p:childTnLst>
                                </p:cTn>
                              </p:par>
                              <p:par>
                                <p:cTn id="295" presetID="2" presetClass="entr" presetSubtype="3" fill="hold" grpId="0" nodeType="withEffect">
                                  <p:stCondLst>
                                    <p:cond delay="0"/>
                                  </p:stCondLst>
                                  <p:childTnLst>
                                    <p:set>
                                      <p:cBhvr>
                                        <p:cTn id="296" dur="1" fill="hold">
                                          <p:stCondLst>
                                            <p:cond delay="0"/>
                                          </p:stCondLst>
                                        </p:cTn>
                                        <p:tgtEl>
                                          <p:spTgt spid="40079"/>
                                        </p:tgtEl>
                                        <p:attrNameLst>
                                          <p:attrName>style.visibility</p:attrName>
                                        </p:attrNameLst>
                                      </p:cBhvr>
                                      <p:to>
                                        <p:strVal val="visible"/>
                                      </p:to>
                                    </p:set>
                                    <p:anim calcmode="lin" valueType="num">
                                      <p:cBhvr additive="base">
                                        <p:cTn id="297" dur="500" fill="hold"/>
                                        <p:tgtEl>
                                          <p:spTgt spid="40079"/>
                                        </p:tgtEl>
                                        <p:attrNameLst>
                                          <p:attrName>ppt_x</p:attrName>
                                        </p:attrNameLst>
                                      </p:cBhvr>
                                      <p:tavLst>
                                        <p:tav tm="0">
                                          <p:val>
                                            <p:strVal val="1+#ppt_w/2"/>
                                          </p:val>
                                        </p:tav>
                                        <p:tav tm="100000">
                                          <p:val>
                                            <p:strVal val="#ppt_x"/>
                                          </p:val>
                                        </p:tav>
                                      </p:tavLst>
                                    </p:anim>
                                    <p:anim calcmode="lin" valueType="num">
                                      <p:cBhvr additive="base">
                                        <p:cTn id="298" dur="500" fill="hold"/>
                                        <p:tgtEl>
                                          <p:spTgt spid="40079"/>
                                        </p:tgtEl>
                                        <p:attrNameLst>
                                          <p:attrName>ppt_y</p:attrName>
                                        </p:attrNameLst>
                                      </p:cBhvr>
                                      <p:tavLst>
                                        <p:tav tm="0">
                                          <p:val>
                                            <p:strVal val="0-#ppt_h/2"/>
                                          </p:val>
                                        </p:tav>
                                        <p:tav tm="100000">
                                          <p:val>
                                            <p:strVal val="#ppt_y"/>
                                          </p:val>
                                        </p:tav>
                                      </p:tavLst>
                                    </p:anim>
                                  </p:childTnLst>
                                </p:cTn>
                              </p:par>
                              <p:par>
                                <p:cTn id="299" presetID="22" presetClass="entr" presetSubtype="4" fill="hold" grpId="0" nodeType="withEffect">
                                  <p:stCondLst>
                                    <p:cond delay="0"/>
                                  </p:stCondLst>
                                  <p:childTnLst>
                                    <p:set>
                                      <p:cBhvr>
                                        <p:cTn id="300" dur="1" fill="hold">
                                          <p:stCondLst>
                                            <p:cond delay="0"/>
                                          </p:stCondLst>
                                        </p:cTn>
                                        <p:tgtEl>
                                          <p:spTgt spid="40080"/>
                                        </p:tgtEl>
                                        <p:attrNameLst>
                                          <p:attrName>style.visibility</p:attrName>
                                        </p:attrNameLst>
                                      </p:cBhvr>
                                      <p:to>
                                        <p:strVal val="visible"/>
                                      </p:to>
                                    </p:set>
                                    <p:animEffect transition="in" filter="wipe(down)">
                                      <p:cBhvr>
                                        <p:cTn id="301" dur="500"/>
                                        <p:tgtEl>
                                          <p:spTgt spid="40080"/>
                                        </p:tgtEl>
                                      </p:cBhvr>
                                    </p:animEffect>
                                  </p:childTnLst>
                                </p:cTn>
                              </p:par>
                              <p:par>
                                <p:cTn id="302" presetID="2" presetClass="entr" presetSubtype="3" fill="hold" grpId="0" nodeType="withEffect">
                                  <p:stCondLst>
                                    <p:cond delay="0"/>
                                  </p:stCondLst>
                                  <p:childTnLst>
                                    <p:set>
                                      <p:cBhvr>
                                        <p:cTn id="303" dur="1" fill="hold">
                                          <p:stCondLst>
                                            <p:cond delay="0"/>
                                          </p:stCondLst>
                                        </p:cTn>
                                        <p:tgtEl>
                                          <p:spTgt spid="40081"/>
                                        </p:tgtEl>
                                        <p:attrNameLst>
                                          <p:attrName>style.visibility</p:attrName>
                                        </p:attrNameLst>
                                      </p:cBhvr>
                                      <p:to>
                                        <p:strVal val="visible"/>
                                      </p:to>
                                    </p:set>
                                    <p:anim calcmode="lin" valueType="num">
                                      <p:cBhvr additive="base">
                                        <p:cTn id="304" dur="500" fill="hold"/>
                                        <p:tgtEl>
                                          <p:spTgt spid="40081"/>
                                        </p:tgtEl>
                                        <p:attrNameLst>
                                          <p:attrName>ppt_x</p:attrName>
                                        </p:attrNameLst>
                                      </p:cBhvr>
                                      <p:tavLst>
                                        <p:tav tm="0">
                                          <p:val>
                                            <p:strVal val="1+#ppt_w/2"/>
                                          </p:val>
                                        </p:tav>
                                        <p:tav tm="100000">
                                          <p:val>
                                            <p:strVal val="#ppt_x"/>
                                          </p:val>
                                        </p:tav>
                                      </p:tavLst>
                                    </p:anim>
                                    <p:anim calcmode="lin" valueType="num">
                                      <p:cBhvr additive="base">
                                        <p:cTn id="305" dur="500" fill="hold"/>
                                        <p:tgtEl>
                                          <p:spTgt spid="40081"/>
                                        </p:tgtEl>
                                        <p:attrNameLst>
                                          <p:attrName>ppt_y</p:attrName>
                                        </p:attrNameLst>
                                      </p:cBhvr>
                                      <p:tavLst>
                                        <p:tav tm="0">
                                          <p:val>
                                            <p:strVal val="0-#ppt_h/2"/>
                                          </p:val>
                                        </p:tav>
                                        <p:tav tm="100000">
                                          <p:val>
                                            <p:strVal val="#ppt_y"/>
                                          </p:val>
                                        </p:tav>
                                      </p:tavLst>
                                    </p:anim>
                                  </p:childTnLst>
                                </p:cTn>
                              </p:par>
                              <p:par>
                                <p:cTn id="306" presetID="22" presetClass="entr" presetSubtype="4" fill="hold" grpId="0" nodeType="withEffect">
                                  <p:stCondLst>
                                    <p:cond delay="0"/>
                                  </p:stCondLst>
                                  <p:childTnLst>
                                    <p:set>
                                      <p:cBhvr>
                                        <p:cTn id="307" dur="1" fill="hold">
                                          <p:stCondLst>
                                            <p:cond delay="0"/>
                                          </p:stCondLst>
                                        </p:cTn>
                                        <p:tgtEl>
                                          <p:spTgt spid="40082"/>
                                        </p:tgtEl>
                                        <p:attrNameLst>
                                          <p:attrName>style.visibility</p:attrName>
                                        </p:attrNameLst>
                                      </p:cBhvr>
                                      <p:to>
                                        <p:strVal val="visible"/>
                                      </p:to>
                                    </p:set>
                                    <p:animEffect transition="in" filter="wipe(down)">
                                      <p:cBhvr>
                                        <p:cTn id="308" dur="500"/>
                                        <p:tgtEl>
                                          <p:spTgt spid="40082"/>
                                        </p:tgtEl>
                                      </p:cBhvr>
                                    </p:animEffect>
                                  </p:childTnLst>
                                </p:cTn>
                              </p:par>
                            </p:childTnLst>
                          </p:cTn>
                        </p:par>
                      </p:childTnLst>
                    </p:cTn>
                  </p:par>
                  <p:par>
                    <p:cTn id="309" fill="hold" nodeType="clickPar">
                      <p:stCondLst>
                        <p:cond delay="indefinite"/>
                      </p:stCondLst>
                      <p:childTnLst>
                        <p:par>
                          <p:cTn id="310" fill="hold" nodeType="withGroup">
                            <p:stCondLst>
                              <p:cond delay="0"/>
                            </p:stCondLst>
                            <p:childTnLst>
                              <p:par>
                                <p:cTn id="311" presetID="22" presetClass="entr" presetSubtype="4" fill="hold" grpId="0" nodeType="clickEffect">
                                  <p:stCondLst>
                                    <p:cond delay="0"/>
                                  </p:stCondLst>
                                  <p:childTnLst>
                                    <p:set>
                                      <p:cBhvr>
                                        <p:cTn id="312" dur="1" fill="hold">
                                          <p:stCondLst>
                                            <p:cond delay="0"/>
                                          </p:stCondLst>
                                        </p:cTn>
                                        <p:tgtEl>
                                          <p:spTgt spid="40057"/>
                                        </p:tgtEl>
                                        <p:attrNameLst>
                                          <p:attrName>style.visibility</p:attrName>
                                        </p:attrNameLst>
                                      </p:cBhvr>
                                      <p:to>
                                        <p:strVal val="visible"/>
                                      </p:to>
                                    </p:set>
                                    <p:animEffect transition="in" filter="wipe(down)">
                                      <p:cBhvr>
                                        <p:cTn id="313" dur="500"/>
                                        <p:tgtEl>
                                          <p:spTgt spid="40057"/>
                                        </p:tgtEl>
                                      </p:cBhvr>
                                    </p:animEffect>
                                  </p:childTnLst>
                                </p:cTn>
                              </p:par>
                            </p:childTnLst>
                          </p:cTn>
                        </p:par>
                      </p:childTnLst>
                    </p:cTn>
                  </p:par>
                  <p:par>
                    <p:cTn id="314" fill="hold" nodeType="clickPar">
                      <p:stCondLst>
                        <p:cond delay="indefinite"/>
                      </p:stCondLst>
                      <p:childTnLst>
                        <p:par>
                          <p:cTn id="315" fill="hold" nodeType="withGroup">
                            <p:stCondLst>
                              <p:cond delay="0"/>
                            </p:stCondLst>
                            <p:childTnLst>
                              <p:par>
                                <p:cTn id="316" presetID="2" presetClass="entr" presetSubtype="4" fill="hold" grpId="0" nodeType="clickEffect">
                                  <p:stCondLst>
                                    <p:cond delay="0"/>
                                  </p:stCondLst>
                                  <p:childTnLst>
                                    <p:set>
                                      <p:cBhvr>
                                        <p:cTn id="317" dur="1" fill="hold">
                                          <p:stCondLst>
                                            <p:cond delay="0"/>
                                          </p:stCondLst>
                                        </p:cTn>
                                        <p:tgtEl>
                                          <p:spTgt spid="40112"/>
                                        </p:tgtEl>
                                        <p:attrNameLst>
                                          <p:attrName>style.visibility</p:attrName>
                                        </p:attrNameLst>
                                      </p:cBhvr>
                                      <p:to>
                                        <p:strVal val="visible"/>
                                      </p:to>
                                    </p:set>
                                    <p:anim calcmode="lin" valueType="num">
                                      <p:cBhvr additive="base">
                                        <p:cTn id="318" dur="500" fill="hold"/>
                                        <p:tgtEl>
                                          <p:spTgt spid="40112"/>
                                        </p:tgtEl>
                                        <p:attrNameLst>
                                          <p:attrName>ppt_x</p:attrName>
                                        </p:attrNameLst>
                                      </p:cBhvr>
                                      <p:tavLst>
                                        <p:tav tm="0">
                                          <p:val>
                                            <p:strVal val="#ppt_x"/>
                                          </p:val>
                                        </p:tav>
                                        <p:tav tm="100000">
                                          <p:val>
                                            <p:strVal val="#ppt_x"/>
                                          </p:val>
                                        </p:tav>
                                      </p:tavLst>
                                    </p:anim>
                                    <p:anim calcmode="lin" valueType="num">
                                      <p:cBhvr additive="base">
                                        <p:cTn id="319" dur="500" fill="hold"/>
                                        <p:tgtEl>
                                          <p:spTgt spid="40112"/>
                                        </p:tgtEl>
                                        <p:attrNameLst>
                                          <p:attrName>ppt_y</p:attrName>
                                        </p:attrNameLst>
                                      </p:cBhvr>
                                      <p:tavLst>
                                        <p:tav tm="0">
                                          <p:val>
                                            <p:strVal val="1+#ppt_h/2"/>
                                          </p:val>
                                        </p:tav>
                                        <p:tav tm="100000">
                                          <p:val>
                                            <p:strVal val="#ppt_y"/>
                                          </p:val>
                                        </p:tav>
                                      </p:tavLst>
                                    </p:anim>
                                  </p:childTnLst>
                                </p:cTn>
                              </p:par>
                              <p:par>
                                <p:cTn id="320" presetID="2" presetClass="entr" presetSubtype="4" fill="hold" nodeType="withEffect">
                                  <p:stCondLst>
                                    <p:cond delay="0"/>
                                  </p:stCondLst>
                                  <p:childTnLst>
                                    <p:set>
                                      <p:cBhvr>
                                        <p:cTn id="321" dur="1" fill="hold">
                                          <p:stCondLst>
                                            <p:cond delay="0"/>
                                          </p:stCondLst>
                                        </p:cTn>
                                        <p:tgtEl>
                                          <p:spTgt spid="40110"/>
                                        </p:tgtEl>
                                        <p:attrNameLst>
                                          <p:attrName>style.visibility</p:attrName>
                                        </p:attrNameLst>
                                      </p:cBhvr>
                                      <p:to>
                                        <p:strVal val="visible"/>
                                      </p:to>
                                    </p:set>
                                    <p:anim calcmode="lin" valueType="num">
                                      <p:cBhvr additive="base">
                                        <p:cTn id="322" dur="500" fill="hold"/>
                                        <p:tgtEl>
                                          <p:spTgt spid="40110"/>
                                        </p:tgtEl>
                                        <p:attrNameLst>
                                          <p:attrName>ppt_x</p:attrName>
                                        </p:attrNameLst>
                                      </p:cBhvr>
                                      <p:tavLst>
                                        <p:tav tm="0">
                                          <p:val>
                                            <p:strVal val="#ppt_x"/>
                                          </p:val>
                                        </p:tav>
                                        <p:tav tm="100000">
                                          <p:val>
                                            <p:strVal val="#ppt_x"/>
                                          </p:val>
                                        </p:tav>
                                      </p:tavLst>
                                    </p:anim>
                                    <p:anim calcmode="lin" valueType="num">
                                      <p:cBhvr additive="base">
                                        <p:cTn id="323" dur="500" fill="hold"/>
                                        <p:tgtEl>
                                          <p:spTgt spid="40110"/>
                                        </p:tgtEl>
                                        <p:attrNameLst>
                                          <p:attrName>ppt_y</p:attrName>
                                        </p:attrNameLst>
                                      </p:cBhvr>
                                      <p:tavLst>
                                        <p:tav tm="0">
                                          <p:val>
                                            <p:strVal val="1+#ppt_h/2"/>
                                          </p:val>
                                        </p:tav>
                                        <p:tav tm="100000">
                                          <p:val>
                                            <p:strVal val="#ppt_y"/>
                                          </p:val>
                                        </p:tav>
                                      </p:tavLst>
                                    </p:anim>
                                  </p:childTnLst>
                                </p:cTn>
                              </p:par>
                              <p:par>
                                <p:cTn id="324" presetID="2" presetClass="entr" presetSubtype="4" fill="hold" grpId="0" nodeType="withEffect">
                                  <p:stCondLst>
                                    <p:cond delay="0"/>
                                  </p:stCondLst>
                                  <p:childTnLst>
                                    <p:set>
                                      <p:cBhvr>
                                        <p:cTn id="325" dur="1" fill="hold">
                                          <p:stCondLst>
                                            <p:cond delay="0"/>
                                          </p:stCondLst>
                                        </p:cTn>
                                        <p:tgtEl>
                                          <p:spTgt spid="40111"/>
                                        </p:tgtEl>
                                        <p:attrNameLst>
                                          <p:attrName>style.visibility</p:attrName>
                                        </p:attrNameLst>
                                      </p:cBhvr>
                                      <p:to>
                                        <p:strVal val="visible"/>
                                      </p:to>
                                    </p:set>
                                    <p:anim calcmode="lin" valueType="num">
                                      <p:cBhvr additive="base">
                                        <p:cTn id="326" dur="500" fill="hold"/>
                                        <p:tgtEl>
                                          <p:spTgt spid="40111"/>
                                        </p:tgtEl>
                                        <p:attrNameLst>
                                          <p:attrName>ppt_x</p:attrName>
                                        </p:attrNameLst>
                                      </p:cBhvr>
                                      <p:tavLst>
                                        <p:tav tm="0">
                                          <p:val>
                                            <p:strVal val="#ppt_x"/>
                                          </p:val>
                                        </p:tav>
                                        <p:tav tm="100000">
                                          <p:val>
                                            <p:strVal val="#ppt_x"/>
                                          </p:val>
                                        </p:tav>
                                      </p:tavLst>
                                    </p:anim>
                                    <p:anim calcmode="lin" valueType="num">
                                      <p:cBhvr additive="base">
                                        <p:cTn id="327" dur="500" fill="hold"/>
                                        <p:tgtEl>
                                          <p:spTgt spid="40111"/>
                                        </p:tgtEl>
                                        <p:attrNameLst>
                                          <p:attrName>ppt_y</p:attrName>
                                        </p:attrNameLst>
                                      </p:cBhvr>
                                      <p:tavLst>
                                        <p:tav tm="0">
                                          <p:val>
                                            <p:strVal val="1+#ppt_h/2"/>
                                          </p:val>
                                        </p:tav>
                                        <p:tav tm="100000">
                                          <p:val>
                                            <p:strVal val="#ppt_y"/>
                                          </p:val>
                                        </p:tav>
                                      </p:tavLst>
                                    </p:anim>
                                  </p:childTnLst>
                                </p:cTn>
                              </p:par>
                            </p:childTnLst>
                          </p:cTn>
                        </p:par>
                      </p:childTnLst>
                    </p:cTn>
                  </p:par>
                  <p:par>
                    <p:cTn id="328" fill="hold" nodeType="clickPar">
                      <p:stCondLst>
                        <p:cond delay="indefinite"/>
                      </p:stCondLst>
                      <p:childTnLst>
                        <p:par>
                          <p:cTn id="329" fill="hold" nodeType="withGroup">
                            <p:stCondLst>
                              <p:cond delay="0"/>
                            </p:stCondLst>
                            <p:childTnLst>
                              <p:par>
                                <p:cTn id="330" presetID="22" presetClass="entr" presetSubtype="8" fill="hold" nodeType="clickEffect">
                                  <p:stCondLst>
                                    <p:cond delay="0"/>
                                  </p:stCondLst>
                                  <p:childTnLst>
                                    <p:set>
                                      <p:cBhvr>
                                        <p:cTn id="331" dur="1" fill="hold">
                                          <p:stCondLst>
                                            <p:cond delay="0"/>
                                          </p:stCondLst>
                                        </p:cTn>
                                        <p:tgtEl>
                                          <p:spTgt spid="40113"/>
                                        </p:tgtEl>
                                        <p:attrNameLst>
                                          <p:attrName>style.visibility</p:attrName>
                                        </p:attrNameLst>
                                      </p:cBhvr>
                                      <p:to>
                                        <p:strVal val="visible"/>
                                      </p:to>
                                    </p:set>
                                    <p:animEffect transition="in" filter="wipe(left)">
                                      <p:cBhvr>
                                        <p:cTn id="332" dur="500"/>
                                        <p:tgtEl>
                                          <p:spTgt spid="40113"/>
                                        </p:tgtEl>
                                      </p:cBhvr>
                                    </p:animEffect>
                                  </p:childTnLst>
                                </p:cTn>
                              </p:par>
                              <p:par>
                                <p:cTn id="333" presetID="22" presetClass="entr" presetSubtype="8" fill="hold" nodeType="withEffect">
                                  <p:stCondLst>
                                    <p:cond delay="0"/>
                                  </p:stCondLst>
                                  <p:childTnLst>
                                    <p:set>
                                      <p:cBhvr>
                                        <p:cTn id="334" dur="1" fill="hold">
                                          <p:stCondLst>
                                            <p:cond delay="0"/>
                                          </p:stCondLst>
                                        </p:cTn>
                                        <p:tgtEl>
                                          <p:spTgt spid="40116"/>
                                        </p:tgtEl>
                                        <p:attrNameLst>
                                          <p:attrName>style.visibility</p:attrName>
                                        </p:attrNameLst>
                                      </p:cBhvr>
                                      <p:to>
                                        <p:strVal val="visible"/>
                                      </p:to>
                                    </p:set>
                                    <p:animEffect transition="in" filter="wipe(left)">
                                      <p:cBhvr>
                                        <p:cTn id="335" dur="500"/>
                                        <p:tgtEl>
                                          <p:spTgt spid="40116"/>
                                        </p:tgtEl>
                                      </p:cBhvr>
                                    </p:animEffect>
                                  </p:childTnLst>
                                </p:cTn>
                              </p:par>
                              <p:par>
                                <p:cTn id="336" presetID="22" presetClass="entr" presetSubtype="8" fill="hold" nodeType="withEffect">
                                  <p:stCondLst>
                                    <p:cond delay="0"/>
                                  </p:stCondLst>
                                  <p:childTnLst>
                                    <p:set>
                                      <p:cBhvr>
                                        <p:cTn id="337" dur="1" fill="hold">
                                          <p:stCondLst>
                                            <p:cond delay="0"/>
                                          </p:stCondLst>
                                        </p:cTn>
                                        <p:tgtEl>
                                          <p:spTgt spid="40118"/>
                                        </p:tgtEl>
                                        <p:attrNameLst>
                                          <p:attrName>style.visibility</p:attrName>
                                        </p:attrNameLst>
                                      </p:cBhvr>
                                      <p:to>
                                        <p:strVal val="visible"/>
                                      </p:to>
                                    </p:set>
                                    <p:animEffect transition="in" filter="wipe(left)">
                                      <p:cBhvr>
                                        <p:cTn id="338" dur="500"/>
                                        <p:tgtEl>
                                          <p:spTgt spid="40118"/>
                                        </p:tgtEl>
                                      </p:cBhvr>
                                    </p:animEffect>
                                  </p:childTnLst>
                                </p:cTn>
                              </p:par>
                              <p:par>
                                <p:cTn id="339" presetID="22" presetClass="entr" presetSubtype="8" fill="hold" nodeType="withEffect">
                                  <p:stCondLst>
                                    <p:cond delay="0"/>
                                  </p:stCondLst>
                                  <p:childTnLst>
                                    <p:set>
                                      <p:cBhvr>
                                        <p:cTn id="340" dur="1" fill="hold">
                                          <p:stCondLst>
                                            <p:cond delay="0"/>
                                          </p:stCondLst>
                                        </p:cTn>
                                        <p:tgtEl>
                                          <p:spTgt spid="40120"/>
                                        </p:tgtEl>
                                        <p:attrNameLst>
                                          <p:attrName>style.visibility</p:attrName>
                                        </p:attrNameLst>
                                      </p:cBhvr>
                                      <p:to>
                                        <p:strVal val="visible"/>
                                      </p:to>
                                    </p:set>
                                    <p:animEffect transition="in" filter="wipe(left)">
                                      <p:cBhvr>
                                        <p:cTn id="341" dur="500"/>
                                        <p:tgtEl>
                                          <p:spTgt spid="40120"/>
                                        </p:tgtEl>
                                      </p:cBhvr>
                                    </p:animEffect>
                                  </p:childTnLst>
                                </p:cTn>
                              </p:par>
                              <p:par>
                                <p:cTn id="342" presetID="22" presetClass="entr" presetSubtype="8" fill="hold" nodeType="withEffect">
                                  <p:stCondLst>
                                    <p:cond delay="0"/>
                                  </p:stCondLst>
                                  <p:childTnLst>
                                    <p:set>
                                      <p:cBhvr>
                                        <p:cTn id="343" dur="1" fill="hold">
                                          <p:stCondLst>
                                            <p:cond delay="0"/>
                                          </p:stCondLst>
                                        </p:cTn>
                                        <p:tgtEl>
                                          <p:spTgt spid="40119"/>
                                        </p:tgtEl>
                                        <p:attrNameLst>
                                          <p:attrName>style.visibility</p:attrName>
                                        </p:attrNameLst>
                                      </p:cBhvr>
                                      <p:to>
                                        <p:strVal val="visible"/>
                                      </p:to>
                                    </p:set>
                                    <p:animEffect transition="in" filter="wipe(left)">
                                      <p:cBhvr>
                                        <p:cTn id="344" dur="500"/>
                                        <p:tgtEl>
                                          <p:spTgt spid="40119"/>
                                        </p:tgtEl>
                                      </p:cBhvr>
                                    </p:animEffect>
                                  </p:childTnLst>
                                </p:cTn>
                              </p:par>
                              <p:par>
                                <p:cTn id="345" presetID="22" presetClass="entr" presetSubtype="8" fill="hold" nodeType="withEffect">
                                  <p:stCondLst>
                                    <p:cond delay="0"/>
                                  </p:stCondLst>
                                  <p:childTnLst>
                                    <p:set>
                                      <p:cBhvr>
                                        <p:cTn id="346" dur="1" fill="hold">
                                          <p:stCondLst>
                                            <p:cond delay="0"/>
                                          </p:stCondLst>
                                        </p:cTn>
                                        <p:tgtEl>
                                          <p:spTgt spid="40117"/>
                                        </p:tgtEl>
                                        <p:attrNameLst>
                                          <p:attrName>style.visibility</p:attrName>
                                        </p:attrNameLst>
                                      </p:cBhvr>
                                      <p:to>
                                        <p:strVal val="visible"/>
                                      </p:to>
                                    </p:set>
                                    <p:animEffect transition="in" filter="wipe(left)">
                                      <p:cBhvr>
                                        <p:cTn id="347" dur="500"/>
                                        <p:tgtEl>
                                          <p:spTgt spid="40117"/>
                                        </p:tgtEl>
                                      </p:cBhvr>
                                    </p:animEffect>
                                  </p:childTnLst>
                                </p:cTn>
                              </p:par>
                              <p:par>
                                <p:cTn id="348" presetID="22" presetClass="entr" presetSubtype="8" fill="hold" nodeType="withEffect">
                                  <p:stCondLst>
                                    <p:cond delay="0"/>
                                  </p:stCondLst>
                                  <p:childTnLst>
                                    <p:set>
                                      <p:cBhvr>
                                        <p:cTn id="349" dur="1" fill="hold">
                                          <p:stCondLst>
                                            <p:cond delay="0"/>
                                          </p:stCondLst>
                                        </p:cTn>
                                        <p:tgtEl>
                                          <p:spTgt spid="40114"/>
                                        </p:tgtEl>
                                        <p:attrNameLst>
                                          <p:attrName>style.visibility</p:attrName>
                                        </p:attrNameLst>
                                      </p:cBhvr>
                                      <p:to>
                                        <p:strVal val="visible"/>
                                      </p:to>
                                    </p:set>
                                    <p:animEffect transition="in" filter="wipe(left)">
                                      <p:cBhvr>
                                        <p:cTn id="350" dur="500"/>
                                        <p:tgtEl>
                                          <p:spTgt spid="40114"/>
                                        </p:tgtEl>
                                      </p:cBhvr>
                                    </p:animEffect>
                                  </p:childTnLst>
                                </p:cTn>
                              </p:par>
                            </p:childTnLst>
                          </p:cTn>
                        </p:par>
                        <p:par>
                          <p:cTn id="351" fill="hold" nodeType="afterGroup">
                            <p:stCondLst>
                              <p:cond delay="500"/>
                            </p:stCondLst>
                            <p:childTnLst>
                              <p:par>
                                <p:cTn id="352" presetID="22" presetClass="entr" presetSubtype="4" fill="hold" nodeType="afterEffect">
                                  <p:stCondLst>
                                    <p:cond delay="0"/>
                                  </p:stCondLst>
                                  <p:childTnLst>
                                    <p:set>
                                      <p:cBhvr>
                                        <p:cTn id="353" dur="1" fill="hold">
                                          <p:stCondLst>
                                            <p:cond delay="0"/>
                                          </p:stCondLst>
                                        </p:cTn>
                                        <p:tgtEl>
                                          <p:spTgt spid="40122"/>
                                        </p:tgtEl>
                                        <p:attrNameLst>
                                          <p:attrName>style.visibility</p:attrName>
                                        </p:attrNameLst>
                                      </p:cBhvr>
                                      <p:to>
                                        <p:strVal val="visible"/>
                                      </p:to>
                                    </p:set>
                                    <p:animEffect transition="in" filter="wipe(down)">
                                      <p:cBhvr>
                                        <p:cTn id="354" dur="500"/>
                                        <p:tgtEl>
                                          <p:spTgt spid="40122"/>
                                        </p:tgtEl>
                                      </p:cBhvr>
                                    </p:animEffect>
                                  </p:childTnLst>
                                </p:cTn>
                              </p:par>
                              <p:par>
                                <p:cTn id="355" presetID="22" presetClass="entr" presetSubtype="4" fill="hold" nodeType="withEffect">
                                  <p:stCondLst>
                                    <p:cond delay="0"/>
                                  </p:stCondLst>
                                  <p:childTnLst>
                                    <p:set>
                                      <p:cBhvr>
                                        <p:cTn id="356" dur="1" fill="hold">
                                          <p:stCondLst>
                                            <p:cond delay="0"/>
                                          </p:stCondLst>
                                        </p:cTn>
                                        <p:tgtEl>
                                          <p:spTgt spid="40123"/>
                                        </p:tgtEl>
                                        <p:attrNameLst>
                                          <p:attrName>style.visibility</p:attrName>
                                        </p:attrNameLst>
                                      </p:cBhvr>
                                      <p:to>
                                        <p:strVal val="visible"/>
                                      </p:to>
                                    </p:set>
                                    <p:animEffect transition="in" filter="wipe(down)">
                                      <p:cBhvr>
                                        <p:cTn id="357" dur="500"/>
                                        <p:tgtEl>
                                          <p:spTgt spid="40123"/>
                                        </p:tgtEl>
                                      </p:cBhvr>
                                    </p:animEffect>
                                  </p:childTnLst>
                                </p:cTn>
                              </p:par>
                              <p:par>
                                <p:cTn id="358" presetID="22" presetClass="entr" presetSubtype="4" fill="hold" nodeType="withEffect">
                                  <p:stCondLst>
                                    <p:cond delay="0"/>
                                  </p:stCondLst>
                                  <p:childTnLst>
                                    <p:set>
                                      <p:cBhvr>
                                        <p:cTn id="359" dur="1" fill="hold">
                                          <p:stCondLst>
                                            <p:cond delay="0"/>
                                          </p:stCondLst>
                                        </p:cTn>
                                        <p:tgtEl>
                                          <p:spTgt spid="40124"/>
                                        </p:tgtEl>
                                        <p:attrNameLst>
                                          <p:attrName>style.visibility</p:attrName>
                                        </p:attrNameLst>
                                      </p:cBhvr>
                                      <p:to>
                                        <p:strVal val="visible"/>
                                      </p:to>
                                    </p:set>
                                    <p:animEffect transition="in" filter="wipe(down)">
                                      <p:cBhvr>
                                        <p:cTn id="360" dur="500"/>
                                        <p:tgtEl>
                                          <p:spTgt spid="40124"/>
                                        </p:tgtEl>
                                      </p:cBhvr>
                                    </p:animEffect>
                                  </p:childTnLst>
                                </p:cTn>
                              </p:par>
                              <p:par>
                                <p:cTn id="361" presetID="22" presetClass="entr" presetSubtype="4" fill="hold" nodeType="withEffect">
                                  <p:stCondLst>
                                    <p:cond delay="0"/>
                                  </p:stCondLst>
                                  <p:childTnLst>
                                    <p:set>
                                      <p:cBhvr>
                                        <p:cTn id="362" dur="1" fill="hold">
                                          <p:stCondLst>
                                            <p:cond delay="0"/>
                                          </p:stCondLst>
                                        </p:cTn>
                                        <p:tgtEl>
                                          <p:spTgt spid="40125"/>
                                        </p:tgtEl>
                                        <p:attrNameLst>
                                          <p:attrName>style.visibility</p:attrName>
                                        </p:attrNameLst>
                                      </p:cBhvr>
                                      <p:to>
                                        <p:strVal val="visible"/>
                                      </p:to>
                                    </p:set>
                                    <p:animEffect transition="in" filter="wipe(down)">
                                      <p:cBhvr>
                                        <p:cTn id="363" dur="500"/>
                                        <p:tgtEl>
                                          <p:spTgt spid="40125"/>
                                        </p:tgtEl>
                                      </p:cBhvr>
                                    </p:animEffect>
                                  </p:childTnLst>
                                </p:cTn>
                              </p:par>
                              <p:par>
                                <p:cTn id="364" presetID="22" presetClass="entr" presetSubtype="4" fill="hold" nodeType="withEffect">
                                  <p:stCondLst>
                                    <p:cond delay="0"/>
                                  </p:stCondLst>
                                  <p:childTnLst>
                                    <p:set>
                                      <p:cBhvr>
                                        <p:cTn id="365" dur="1" fill="hold">
                                          <p:stCondLst>
                                            <p:cond delay="0"/>
                                          </p:stCondLst>
                                        </p:cTn>
                                        <p:tgtEl>
                                          <p:spTgt spid="40126"/>
                                        </p:tgtEl>
                                        <p:attrNameLst>
                                          <p:attrName>style.visibility</p:attrName>
                                        </p:attrNameLst>
                                      </p:cBhvr>
                                      <p:to>
                                        <p:strVal val="visible"/>
                                      </p:to>
                                    </p:set>
                                    <p:animEffect transition="in" filter="wipe(down)">
                                      <p:cBhvr>
                                        <p:cTn id="366" dur="500"/>
                                        <p:tgtEl>
                                          <p:spTgt spid="40126"/>
                                        </p:tgtEl>
                                      </p:cBhvr>
                                    </p:animEffect>
                                  </p:childTnLst>
                                </p:cTn>
                              </p:par>
                              <p:par>
                                <p:cTn id="367" presetID="22" presetClass="entr" presetSubtype="4" fill="hold" nodeType="withEffect">
                                  <p:stCondLst>
                                    <p:cond delay="0"/>
                                  </p:stCondLst>
                                  <p:childTnLst>
                                    <p:set>
                                      <p:cBhvr>
                                        <p:cTn id="368" dur="1" fill="hold">
                                          <p:stCondLst>
                                            <p:cond delay="0"/>
                                          </p:stCondLst>
                                        </p:cTn>
                                        <p:tgtEl>
                                          <p:spTgt spid="40127"/>
                                        </p:tgtEl>
                                        <p:attrNameLst>
                                          <p:attrName>style.visibility</p:attrName>
                                        </p:attrNameLst>
                                      </p:cBhvr>
                                      <p:to>
                                        <p:strVal val="visible"/>
                                      </p:to>
                                    </p:set>
                                    <p:animEffect transition="in" filter="wipe(down)">
                                      <p:cBhvr>
                                        <p:cTn id="369" dur="500"/>
                                        <p:tgtEl>
                                          <p:spTgt spid="40127"/>
                                        </p:tgtEl>
                                      </p:cBhvr>
                                    </p:animEffect>
                                  </p:childTnLst>
                                </p:cTn>
                              </p:par>
                              <p:par>
                                <p:cTn id="370" presetID="22" presetClass="entr" presetSubtype="4" fill="hold" nodeType="withEffect">
                                  <p:stCondLst>
                                    <p:cond delay="0"/>
                                  </p:stCondLst>
                                  <p:childTnLst>
                                    <p:set>
                                      <p:cBhvr>
                                        <p:cTn id="371" dur="1" fill="hold">
                                          <p:stCondLst>
                                            <p:cond delay="0"/>
                                          </p:stCondLst>
                                        </p:cTn>
                                        <p:tgtEl>
                                          <p:spTgt spid="40128"/>
                                        </p:tgtEl>
                                        <p:attrNameLst>
                                          <p:attrName>style.visibility</p:attrName>
                                        </p:attrNameLst>
                                      </p:cBhvr>
                                      <p:to>
                                        <p:strVal val="visible"/>
                                      </p:to>
                                    </p:set>
                                    <p:animEffect transition="in" filter="wipe(down)">
                                      <p:cBhvr>
                                        <p:cTn id="372" dur="500"/>
                                        <p:tgtEl>
                                          <p:spTgt spid="40128"/>
                                        </p:tgtEl>
                                      </p:cBhvr>
                                    </p:animEffect>
                                  </p:childTnLst>
                                </p:cTn>
                              </p:par>
                            </p:childTnLst>
                          </p:cTn>
                        </p:par>
                        <p:par>
                          <p:cTn id="373" fill="hold" nodeType="afterGroup">
                            <p:stCondLst>
                              <p:cond delay="1000"/>
                            </p:stCondLst>
                            <p:childTnLst>
                              <p:par>
                                <p:cTn id="374" presetID="22" presetClass="entr" presetSubtype="4" fill="hold" grpId="0" nodeType="afterEffect">
                                  <p:stCondLst>
                                    <p:cond delay="0"/>
                                  </p:stCondLst>
                                  <p:childTnLst>
                                    <p:set>
                                      <p:cBhvr>
                                        <p:cTn id="375" dur="1" fill="hold">
                                          <p:stCondLst>
                                            <p:cond delay="0"/>
                                          </p:stCondLst>
                                        </p:cTn>
                                        <p:tgtEl>
                                          <p:spTgt spid="40146"/>
                                        </p:tgtEl>
                                        <p:attrNameLst>
                                          <p:attrName>style.visibility</p:attrName>
                                        </p:attrNameLst>
                                      </p:cBhvr>
                                      <p:to>
                                        <p:strVal val="visible"/>
                                      </p:to>
                                    </p:set>
                                    <p:animEffect transition="in" filter="wipe(down)">
                                      <p:cBhvr>
                                        <p:cTn id="376" dur="500"/>
                                        <p:tgtEl>
                                          <p:spTgt spid="40146"/>
                                        </p:tgtEl>
                                      </p:cBhvr>
                                    </p:animEffect>
                                  </p:childTnLst>
                                </p:cTn>
                              </p:par>
                              <p:par>
                                <p:cTn id="377" presetID="22" presetClass="entr" presetSubtype="4" fill="hold" grpId="0" nodeType="withEffect">
                                  <p:stCondLst>
                                    <p:cond delay="0"/>
                                  </p:stCondLst>
                                  <p:childTnLst>
                                    <p:set>
                                      <p:cBhvr>
                                        <p:cTn id="378" dur="1" fill="hold">
                                          <p:stCondLst>
                                            <p:cond delay="0"/>
                                          </p:stCondLst>
                                        </p:cTn>
                                        <p:tgtEl>
                                          <p:spTgt spid="40147"/>
                                        </p:tgtEl>
                                        <p:attrNameLst>
                                          <p:attrName>style.visibility</p:attrName>
                                        </p:attrNameLst>
                                      </p:cBhvr>
                                      <p:to>
                                        <p:strVal val="visible"/>
                                      </p:to>
                                    </p:set>
                                    <p:animEffect transition="in" filter="wipe(down)">
                                      <p:cBhvr>
                                        <p:cTn id="379" dur="500"/>
                                        <p:tgtEl>
                                          <p:spTgt spid="40147"/>
                                        </p:tgtEl>
                                      </p:cBhvr>
                                    </p:animEffect>
                                  </p:childTnLst>
                                </p:cTn>
                              </p:par>
                              <p:par>
                                <p:cTn id="380" presetID="22" presetClass="entr" presetSubtype="4" fill="hold" grpId="0" nodeType="withEffect">
                                  <p:stCondLst>
                                    <p:cond delay="0"/>
                                  </p:stCondLst>
                                  <p:childTnLst>
                                    <p:set>
                                      <p:cBhvr>
                                        <p:cTn id="381" dur="1" fill="hold">
                                          <p:stCondLst>
                                            <p:cond delay="0"/>
                                          </p:stCondLst>
                                        </p:cTn>
                                        <p:tgtEl>
                                          <p:spTgt spid="40148"/>
                                        </p:tgtEl>
                                        <p:attrNameLst>
                                          <p:attrName>style.visibility</p:attrName>
                                        </p:attrNameLst>
                                      </p:cBhvr>
                                      <p:to>
                                        <p:strVal val="visible"/>
                                      </p:to>
                                    </p:set>
                                    <p:animEffect transition="in" filter="wipe(down)">
                                      <p:cBhvr>
                                        <p:cTn id="382" dur="500"/>
                                        <p:tgtEl>
                                          <p:spTgt spid="40148"/>
                                        </p:tgtEl>
                                      </p:cBhvr>
                                    </p:animEffect>
                                  </p:childTnLst>
                                </p:cTn>
                              </p:par>
                              <p:par>
                                <p:cTn id="383" presetID="22" presetClass="entr" presetSubtype="4" fill="hold" grpId="0" nodeType="withEffect">
                                  <p:stCondLst>
                                    <p:cond delay="0"/>
                                  </p:stCondLst>
                                  <p:childTnLst>
                                    <p:set>
                                      <p:cBhvr>
                                        <p:cTn id="384" dur="1" fill="hold">
                                          <p:stCondLst>
                                            <p:cond delay="0"/>
                                          </p:stCondLst>
                                        </p:cTn>
                                        <p:tgtEl>
                                          <p:spTgt spid="40149"/>
                                        </p:tgtEl>
                                        <p:attrNameLst>
                                          <p:attrName>style.visibility</p:attrName>
                                        </p:attrNameLst>
                                      </p:cBhvr>
                                      <p:to>
                                        <p:strVal val="visible"/>
                                      </p:to>
                                    </p:set>
                                    <p:animEffect transition="in" filter="wipe(down)">
                                      <p:cBhvr>
                                        <p:cTn id="385" dur="500"/>
                                        <p:tgtEl>
                                          <p:spTgt spid="40149"/>
                                        </p:tgtEl>
                                      </p:cBhvr>
                                    </p:animEffect>
                                  </p:childTnLst>
                                </p:cTn>
                              </p:par>
                              <p:par>
                                <p:cTn id="386" presetID="22" presetClass="entr" presetSubtype="4" fill="hold" grpId="0" nodeType="withEffect">
                                  <p:stCondLst>
                                    <p:cond delay="0"/>
                                  </p:stCondLst>
                                  <p:childTnLst>
                                    <p:set>
                                      <p:cBhvr>
                                        <p:cTn id="387" dur="1" fill="hold">
                                          <p:stCondLst>
                                            <p:cond delay="0"/>
                                          </p:stCondLst>
                                        </p:cTn>
                                        <p:tgtEl>
                                          <p:spTgt spid="40150"/>
                                        </p:tgtEl>
                                        <p:attrNameLst>
                                          <p:attrName>style.visibility</p:attrName>
                                        </p:attrNameLst>
                                      </p:cBhvr>
                                      <p:to>
                                        <p:strVal val="visible"/>
                                      </p:to>
                                    </p:set>
                                    <p:animEffect transition="in" filter="wipe(down)">
                                      <p:cBhvr>
                                        <p:cTn id="388" dur="500"/>
                                        <p:tgtEl>
                                          <p:spTgt spid="40150"/>
                                        </p:tgtEl>
                                      </p:cBhvr>
                                    </p:animEffect>
                                  </p:childTnLst>
                                </p:cTn>
                              </p:par>
                              <p:par>
                                <p:cTn id="389" presetID="22" presetClass="entr" presetSubtype="4" fill="hold" grpId="0" nodeType="withEffect">
                                  <p:stCondLst>
                                    <p:cond delay="0"/>
                                  </p:stCondLst>
                                  <p:childTnLst>
                                    <p:set>
                                      <p:cBhvr>
                                        <p:cTn id="390" dur="1" fill="hold">
                                          <p:stCondLst>
                                            <p:cond delay="0"/>
                                          </p:stCondLst>
                                        </p:cTn>
                                        <p:tgtEl>
                                          <p:spTgt spid="40151"/>
                                        </p:tgtEl>
                                        <p:attrNameLst>
                                          <p:attrName>style.visibility</p:attrName>
                                        </p:attrNameLst>
                                      </p:cBhvr>
                                      <p:to>
                                        <p:strVal val="visible"/>
                                      </p:to>
                                    </p:set>
                                    <p:animEffect transition="in" filter="wipe(down)">
                                      <p:cBhvr>
                                        <p:cTn id="391" dur="500"/>
                                        <p:tgtEl>
                                          <p:spTgt spid="40151"/>
                                        </p:tgtEl>
                                      </p:cBhvr>
                                    </p:animEffect>
                                  </p:childTnLst>
                                </p:cTn>
                              </p:par>
                              <p:par>
                                <p:cTn id="392" presetID="22" presetClass="entr" presetSubtype="4" fill="hold" grpId="0" nodeType="withEffect">
                                  <p:stCondLst>
                                    <p:cond delay="0"/>
                                  </p:stCondLst>
                                  <p:childTnLst>
                                    <p:set>
                                      <p:cBhvr>
                                        <p:cTn id="393" dur="1" fill="hold">
                                          <p:stCondLst>
                                            <p:cond delay="0"/>
                                          </p:stCondLst>
                                        </p:cTn>
                                        <p:tgtEl>
                                          <p:spTgt spid="40152"/>
                                        </p:tgtEl>
                                        <p:attrNameLst>
                                          <p:attrName>style.visibility</p:attrName>
                                        </p:attrNameLst>
                                      </p:cBhvr>
                                      <p:to>
                                        <p:strVal val="visible"/>
                                      </p:to>
                                    </p:set>
                                    <p:animEffect transition="in" filter="wipe(down)">
                                      <p:cBhvr>
                                        <p:cTn id="394" dur="500"/>
                                        <p:tgtEl>
                                          <p:spTgt spid="40152"/>
                                        </p:tgtEl>
                                      </p:cBhvr>
                                    </p:animEffect>
                                  </p:childTnLst>
                                </p:cTn>
                              </p:par>
                              <p:par>
                                <p:cTn id="395" presetID="22" presetClass="entr" presetSubtype="4" fill="hold" grpId="0" nodeType="withEffect">
                                  <p:stCondLst>
                                    <p:cond delay="0"/>
                                  </p:stCondLst>
                                  <p:childTnLst>
                                    <p:set>
                                      <p:cBhvr>
                                        <p:cTn id="396" dur="1" fill="hold">
                                          <p:stCondLst>
                                            <p:cond delay="0"/>
                                          </p:stCondLst>
                                        </p:cTn>
                                        <p:tgtEl>
                                          <p:spTgt spid="40153"/>
                                        </p:tgtEl>
                                        <p:attrNameLst>
                                          <p:attrName>style.visibility</p:attrName>
                                        </p:attrNameLst>
                                      </p:cBhvr>
                                      <p:to>
                                        <p:strVal val="visible"/>
                                      </p:to>
                                    </p:set>
                                    <p:animEffect transition="in" filter="wipe(down)">
                                      <p:cBhvr>
                                        <p:cTn id="397" dur="500"/>
                                        <p:tgtEl>
                                          <p:spTgt spid="40153"/>
                                        </p:tgtEl>
                                      </p:cBhvr>
                                    </p:animEffect>
                                  </p:childTnLst>
                                </p:cTn>
                              </p:par>
                              <p:par>
                                <p:cTn id="398" presetID="22" presetClass="entr" presetSubtype="4" fill="hold" grpId="0" nodeType="withEffect">
                                  <p:stCondLst>
                                    <p:cond delay="0"/>
                                  </p:stCondLst>
                                  <p:childTnLst>
                                    <p:set>
                                      <p:cBhvr>
                                        <p:cTn id="399" dur="1" fill="hold">
                                          <p:stCondLst>
                                            <p:cond delay="0"/>
                                          </p:stCondLst>
                                        </p:cTn>
                                        <p:tgtEl>
                                          <p:spTgt spid="40154"/>
                                        </p:tgtEl>
                                        <p:attrNameLst>
                                          <p:attrName>style.visibility</p:attrName>
                                        </p:attrNameLst>
                                      </p:cBhvr>
                                      <p:to>
                                        <p:strVal val="visible"/>
                                      </p:to>
                                    </p:set>
                                    <p:animEffect transition="in" filter="wipe(down)">
                                      <p:cBhvr>
                                        <p:cTn id="400" dur="500"/>
                                        <p:tgtEl>
                                          <p:spTgt spid="40154"/>
                                        </p:tgtEl>
                                      </p:cBhvr>
                                    </p:animEffect>
                                  </p:childTnLst>
                                </p:cTn>
                              </p:par>
                              <p:par>
                                <p:cTn id="401" presetID="22" presetClass="entr" presetSubtype="4" fill="hold" grpId="0" nodeType="withEffect">
                                  <p:stCondLst>
                                    <p:cond delay="0"/>
                                  </p:stCondLst>
                                  <p:childTnLst>
                                    <p:set>
                                      <p:cBhvr>
                                        <p:cTn id="402" dur="1" fill="hold">
                                          <p:stCondLst>
                                            <p:cond delay="0"/>
                                          </p:stCondLst>
                                        </p:cTn>
                                        <p:tgtEl>
                                          <p:spTgt spid="40155"/>
                                        </p:tgtEl>
                                        <p:attrNameLst>
                                          <p:attrName>style.visibility</p:attrName>
                                        </p:attrNameLst>
                                      </p:cBhvr>
                                      <p:to>
                                        <p:strVal val="visible"/>
                                      </p:to>
                                    </p:set>
                                    <p:animEffect transition="in" filter="wipe(down)">
                                      <p:cBhvr>
                                        <p:cTn id="403" dur="500"/>
                                        <p:tgtEl>
                                          <p:spTgt spid="40155"/>
                                        </p:tgtEl>
                                      </p:cBhvr>
                                    </p:animEffect>
                                  </p:childTnLst>
                                </p:cTn>
                              </p:par>
                              <p:par>
                                <p:cTn id="404" presetID="22" presetClass="entr" presetSubtype="4" fill="hold" grpId="0" nodeType="withEffect">
                                  <p:stCondLst>
                                    <p:cond delay="0"/>
                                  </p:stCondLst>
                                  <p:childTnLst>
                                    <p:set>
                                      <p:cBhvr>
                                        <p:cTn id="405" dur="1" fill="hold">
                                          <p:stCondLst>
                                            <p:cond delay="0"/>
                                          </p:stCondLst>
                                        </p:cTn>
                                        <p:tgtEl>
                                          <p:spTgt spid="40156"/>
                                        </p:tgtEl>
                                        <p:attrNameLst>
                                          <p:attrName>style.visibility</p:attrName>
                                        </p:attrNameLst>
                                      </p:cBhvr>
                                      <p:to>
                                        <p:strVal val="visible"/>
                                      </p:to>
                                    </p:set>
                                    <p:animEffect transition="in" filter="wipe(down)">
                                      <p:cBhvr>
                                        <p:cTn id="406" dur="500"/>
                                        <p:tgtEl>
                                          <p:spTgt spid="40156"/>
                                        </p:tgtEl>
                                      </p:cBhvr>
                                    </p:animEffect>
                                  </p:childTnLst>
                                </p:cTn>
                              </p:par>
                              <p:par>
                                <p:cTn id="407" presetID="22" presetClass="entr" presetSubtype="4" fill="hold" grpId="0" nodeType="withEffect">
                                  <p:stCondLst>
                                    <p:cond delay="0"/>
                                  </p:stCondLst>
                                  <p:childTnLst>
                                    <p:set>
                                      <p:cBhvr>
                                        <p:cTn id="408" dur="1" fill="hold">
                                          <p:stCondLst>
                                            <p:cond delay="0"/>
                                          </p:stCondLst>
                                        </p:cTn>
                                        <p:tgtEl>
                                          <p:spTgt spid="40157"/>
                                        </p:tgtEl>
                                        <p:attrNameLst>
                                          <p:attrName>style.visibility</p:attrName>
                                        </p:attrNameLst>
                                      </p:cBhvr>
                                      <p:to>
                                        <p:strVal val="visible"/>
                                      </p:to>
                                    </p:set>
                                    <p:animEffect transition="in" filter="wipe(down)">
                                      <p:cBhvr>
                                        <p:cTn id="409" dur="500"/>
                                        <p:tgtEl>
                                          <p:spTgt spid="40157"/>
                                        </p:tgtEl>
                                      </p:cBhvr>
                                    </p:animEffect>
                                  </p:childTnLst>
                                </p:cTn>
                              </p:par>
                            </p:childTnLst>
                          </p:cTn>
                        </p:par>
                        <p:par>
                          <p:cTn id="410" fill="hold" nodeType="afterGroup">
                            <p:stCondLst>
                              <p:cond delay="1500"/>
                            </p:stCondLst>
                            <p:childTnLst>
                              <p:par>
                                <p:cTn id="411" presetID="22" presetClass="entr" presetSubtype="4" fill="hold" nodeType="afterEffect">
                                  <p:stCondLst>
                                    <p:cond delay="0"/>
                                  </p:stCondLst>
                                  <p:childTnLst>
                                    <p:set>
                                      <p:cBhvr>
                                        <p:cTn id="412" dur="1" fill="hold">
                                          <p:stCondLst>
                                            <p:cond delay="0"/>
                                          </p:stCondLst>
                                        </p:cTn>
                                        <p:tgtEl>
                                          <p:spTgt spid="40129"/>
                                        </p:tgtEl>
                                        <p:attrNameLst>
                                          <p:attrName>style.visibility</p:attrName>
                                        </p:attrNameLst>
                                      </p:cBhvr>
                                      <p:to>
                                        <p:strVal val="visible"/>
                                      </p:to>
                                    </p:set>
                                    <p:animEffect transition="in" filter="wipe(down)">
                                      <p:cBhvr>
                                        <p:cTn id="413" dur="500"/>
                                        <p:tgtEl>
                                          <p:spTgt spid="40129"/>
                                        </p:tgtEl>
                                      </p:cBhvr>
                                    </p:animEffect>
                                  </p:childTnLst>
                                </p:cTn>
                              </p:par>
                            </p:childTnLst>
                          </p:cTn>
                        </p:par>
                        <p:par>
                          <p:cTn id="414" fill="hold" nodeType="afterGroup">
                            <p:stCondLst>
                              <p:cond delay="2000"/>
                            </p:stCondLst>
                            <p:childTnLst>
                              <p:par>
                                <p:cTn id="415" presetID="22" presetClass="entr" presetSubtype="8" fill="hold" nodeType="afterEffect">
                                  <p:stCondLst>
                                    <p:cond delay="0"/>
                                  </p:stCondLst>
                                  <p:childTnLst>
                                    <p:set>
                                      <p:cBhvr>
                                        <p:cTn id="416" dur="1" fill="hold">
                                          <p:stCondLst>
                                            <p:cond delay="0"/>
                                          </p:stCondLst>
                                        </p:cTn>
                                        <p:tgtEl>
                                          <p:spTgt spid="40130"/>
                                        </p:tgtEl>
                                        <p:attrNameLst>
                                          <p:attrName>style.visibility</p:attrName>
                                        </p:attrNameLst>
                                      </p:cBhvr>
                                      <p:to>
                                        <p:strVal val="visible"/>
                                      </p:to>
                                    </p:set>
                                    <p:animEffect transition="in" filter="wipe(left)">
                                      <p:cBhvr>
                                        <p:cTn id="417" dur="500"/>
                                        <p:tgtEl>
                                          <p:spTgt spid="40130"/>
                                        </p:tgtEl>
                                      </p:cBhvr>
                                    </p:animEffect>
                                  </p:childTnLst>
                                </p:cTn>
                              </p:par>
                              <p:par>
                                <p:cTn id="418" presetID="22" presetClass="entr" presetSubtype="4" fill="hold" grpId="0" nodeType="withEffect">
                                  <p:stCondLst>
                                    <p:cond delay="0"/>
                                  </p:stCondLst>
                                  <p:childTnLst>
                                    <p:set>
                                      <p:cBhvr>
                                        <p:cTn id="419" dur="1" fill="hold">
                                          <p:stCondLst>
                                            <p:cond delay="0"/>
                                          </p:stCondLst>
                                        </p:cTn>
                                        <p:tgtEl>
                                          <p:spTgt spid="40158"/>
                                        </p:tgtEl>
                                        <p:attrNameLst>
                                          <p:attrName>style.visibility</p:attrName>
                                        </p:attrNameLst>
                                      </p:cBhvr>
                                      <p:to>
                                        <p:strVal val="visible"/>
                                      </p:to>
                                    </p:set>
                                    <p:animEffect transition="in" filter="wipe(down)">
                                      <p:cBhvr>
                                        <p:cTn id="420" dur="500"/>
                                        <p:tgtEl>
                                          <p:spTgt spid="40158"/>
                                        </p:tgtEl>
                                      </p:cBhvr>
                                    </p:animEffect>
                                  </p:childTnLst>
                                </p:cTn>
                              </p:par>
                            </p:childTnLst>
                          </p:cTn>
                        </p:par>
                        <p:par>
                          <p:cTn id="421" fill="hold" nodeType="afterGroup">
                            <p:stCondLst>
                              <p:cond delay="2500"/>
                            </p:stCondLst>
                            <p:childTnLst>
                              <p:par>
                                <p:cTn id="422" presetID="22" presetClass="entr" presetSubtype="4" fill="hold" nodeType="afterEffect">
                                  <p:stCondLst>
                                    <p:cond delay="0"/>
                                  </p:stCondLst>
                                  <p:childTnLst>
                                    <p:set>
                                      <p:cBhvr>
                                        <p:cTn id="423" dur="1" fill="hold">
                                          <p:stCondLst>
                                            <p:cond delay="0"/>
                                          </p:stCondLst>
                                        </p:cTn>
                                        <p:tgtEl>
                                          <p:spTgt spid="40131"/>
                                        </p:tgtEl>
                                        <p:attrNameLst>
                                          <p:attrName>style.visibility</p:attrName>
                                        </p:attrNameLst>
                                      </p:cBhvr>
                                      <p:to>
                                        <p:strVal val="visible"/>
                                      </p:to>
                                    </p:set>
                                    <p:animEffect transition="in" filter="wipe(down)">
                                      <p:cBhvr>
                                        <p:cTn id="424" dur="500"/>
                                        <p:tgtEl>
                                          <p:spTgt spid="40131"/>
                                        </p:tgtEl>
                                      </p:cBhvr>
                                    </p:animEffect>
                                  </p:childTnLst>
                                </p:cTn>
                              </p:par>
                              <p:par>
                                <p:cTn id="425" presetID="22" presetClass="entr" presetSubtype="4" fill="hold" nodeType="withEffect">
                                  <p:stCondLst>
                                    <p:cond delay="0"/>
                                  </p:stCondLst>
                                  <p:childTnLst>
                                    <p:set>
                                      <p:cBhvr>
                                        <p:cTn id="426" dur="1" fill="hold">
                                          <p:stCondLst>
                                            <p:cond delay="0"/>
                                          </p:stCondLst>
                                        </p:cTn>
                                        <p:tgtEl>
                                          <p:spTgt spid="40132"/>
                                        </p:tgtEl>
                                        <p:attrNameLst>
                                          <p:attrName>style.visibility</p:attrName>
                                        </p:attrNameLst>
                                      </p:cBhvr>
                                      <p:to>
                                        <p:strVal val="visible"/>
                                      </p:to>
                                    </p:set>
                                    <p:animEffect transition="in" filter="wipe(down)">
                                      <p:cBhvr>
                                        <p:cTn id="427" dur="500"/>
                                        <p:tgtEl>
                                          <p:spTgt spid="40132"/>
                                        </p:tgtEl>
                                      </p:cBhvr>
                                    </p:animEffect>
                                  </p:childTnLst>
                                </p:cTn>
                              </p:par>
                              <p:par>
                                <p:cTn id="428" presetID="22" presetClass="entr" presetSubtype="4" fill="hold" nodeType="withEffect">
                                  <p:stCondLst>
                                    <p:cond delay="0"/>
                                  </p:stCondLst>
                                  <p:childTnLst>
                                    <p:set>
                                      <p:cBhvr>
                                        <p:cTn id="429" dur="1" fill="hold">
                                          <p:stCondLst>
                                            <p:cond delay="0"/>
                                          </p:stCondLst>
                                        </p:cTn>
                                        <p:tgtEl>
                                          <p:spTgt spid="40133"/>
                                        </p:tgtEl>
                                        <p:attrNameLst>
                                          <p:attrName>style.visibility</p:attrName>
                                        </p:attrNameLst>
                                      </p:cBhvr>
                                      <p:to>
                                        <p:strVal val="visible"/>
                                      </p:to>
                                    </p:set>
                                    <p:animEffect transition="in" filter="wipe(down)">
                                      <p:cBhvr>
                                        <p:cTn id="430" dur="500"/>
                                        <p:tgtEl>
                                          <p:spTgt spid="40133"/>
                                        </p:tgtEl>
                                      </p:cBhvr>
                                    </p:animEffect>
                                  </p:childTnLst>
                                </p:cTn>
                              </p:par>
                              <p:par>
                                <p:cTn id="431" presetID="22" presetClass="entr" presetSubtype="4" fill="hold" nodeType="withEffect">
                                  <p:stCondLst>
                                    <p:cond delay="0"/>
                                  </p:stCondLst>
                                  <p:childTnLst>
                                    <p:set>
                                      <p:cBhvr>
                                        <p:cTn id="432" dur="1" fill="hold">
                                          <p:stCondLst>
                                            <p:cond delay="0"/>
                                          </p:stCondLst>
                                        </p:cTn>
                                        <p:tgtEl>
                                          <p:spTgt spid="40134"/>
                                        </p:tgtEl>
                                        <p:attrNameLst>
                                          <p:attrName>style.visibility</p:attrName>
                                        </p:attrNameLst>
                                      </p:cBhvr>
                                      <p:to>
                                        <p:strVal val="visible"/>
                                      </p:to>
                                    </p:set>
                                    <p:animEffect transition="in" filter="wipe(down)">
                                      <p:cBhvr>
                                        <p:cTn id="433" dur="500"/>
                                        <p:tgtEl>
                                          <p:spTgt spid="40134"/>
                                        </p:tgtEl>
                                      </p:cBhvr>
                                    </p:animEffect>
                                  </p:childTnLst>
                                </p:cTn>
                              </p:par>
                              <p:par>
                                <p:cTn id="434" presetID="22" presetClass="entr" presetSubtype="4" fill="hold" nodeType="withEffect">
                                  <p:stCondLst>
                                    <p:cond delay="0"/>
                                  </p:stCondLst>
                                  <p:childTnLst>
                                    <p:set>
                                      <p:cBhvr>
                                        <p:cTn id="435" dur="1" fill="hold">
                                          <p:stCondLst>
                                            <p:cond delay="0"/>
                                          </p:stCondLst>
                                        </p:cTn>
                                        <p:tgtEl>
                                          <p:spTgt spid="40135"/>
                                        </p:tgtEl>
                                        <p:attrNameLst>
                                          <p:attrName>style.visibility</p:attrName>
                                        </p:attrNameLst>
                                      </p:cBhvr>
                                      <p:to>
                                        <p:strVal val="visible"/>
                                      </p:to>
                                    </p:set>
                                    <p:animEffect transition="in" filter="wipe(down)">
                                      <p:cBhvr>
                                        <p:cTn id="436" dur="500"/>
                                        <p:tgtEl>
                                          <p:spTgt spid="40135"/>
                                        </p:tgtEl>
                                      </p:cBhvr>
                                    </p:animEffect>
                                  </p:childTnLst>
                                </p:cTn>
                              </p:par>
                              <p:par>
                                <p:cTn id="437" presetID="22" presetClass="entr" presetSubtype="4" fill="hold" nodeType="withEffect">
                                  <p:stCondLst>
                                    <p:cond delay="0"/>
                                  </p:stCondLst>
                                  <p:childTnLst>
                                    <p:set>
                                      <p:cBhvr>
                                        <p:cTn id="438" dur="1" fill="hold">
                                          <p:stCondLst>
                                            <p:cond delay="0"/>
                                          </p:stCondLst>
                                        </p:cTn>
                                        <p:tgtEl>
                                          <p:spTgt spid="40137"/>
                                        </p:tgtEl>
                                        <p:attrNameLst>
                                          <p:attrName>style.visibility</p:attrName>
                                        </p:attrNameLst>
                                      </p:cBhvr>
                                      <p:to>
                                        <p:strVal val="visible"/>
                                      </p:to>
                                    </p:set>
                                    <p:animEffect transition="in" filter="wipe(down)">
                                      <p:cBhvr>
                                        <p:cTn id="439" dur="500"/>
                                        <p:tgtEl>
                                          <p:spTgt spid="40137"/>
                                        </p:tgtEl>
                                      </p:cBhvr>
                                    </p:animEffect>
                                  </p:childTnLst>
                                </p:cTn>
                              </p:par>
                            </p:childTnLst>
                          </p:cTn>
                        </p:par>
                      </p:childTnLst>
                    </p:cTn>
                  </p:par>
                  <p:par>
                    <p:cTn id="440" fill="hold" nodeType="clickPar">
                      <p:stCondLst>
                        <p:cond delay="indefinite"/>
                      </p:stCondLst>
                      <p:childTnLst>
                        <p:par>
                          <p:cTn id="441" fill="hold" nodeType="withGroup">
                            <p:stCondLst>
                              <p:cond delay="0"/>
                            </p:stCondLst>
                            <p:childTnLst>
                              <p:par>
                                <p:cTn id="442" presetID="22" presetClass="entr" presetSubtype="8" fill="hold" nodeType="clickEffect">
                                  <p:stCondLst>
                                    <p:cond delay="0"/>
                                  </p:stCondLst>
                                  <p:childTnLst>
                                    <p:set>
                                      <p:cBhvr>
                                        <p:cTn id="443" dur="1" fill="hold">
                                          <p:stCondLst>
                                            <p:cond delay="0"/>
                                          </p:stCondLst>
                                        </p:cTn>
                                        <p:tgtEl>
                                          <p:spTgt spid="40138"/>
                                        </p:tgtEl>
                                        <p:attrNameLst>
                                          <p:attrName>style.visibility</p:attrName>
                                        </p:attrNameLst>
                                      </p:cBhvr>
                                      <p:to>
                                        <p:strVal val="visible"/>
                                      </p:to>
                                    </p:set>
                                    <p:animEffect transition="in" filter="wipe(left)">
                                      <p:cBhvr>
                                        <p:cTn id="444" dur="500"/>
                                        <p:tgtEl>
                                          <p:spTgt spid="40138"/>
                                        </p:tgtEl>
                                      </p:cBhvr>
                                    </p:animEffect>
                                  </p:childTnLst>
                                </p:cTn>
                              </p:par>
                              <p:par>
                                <p:cTn id="445" presetID="22" presetClass="entr" presetSubtype="8" fill="hold" nodeType="withEffect">
                                  <p:stCondLst>
                                    <p:cond delay="0"/>
                                  </p:stCondLst>
                                  <p:childTnLst>
                                    <p:set>
                                      <p:cBhvr>
                                        <p:cTn id="446" dur="1" fill="hold">
                                          <p:stCondLst>
                                            <p:cond delay="0"/>
                                          </p:stCondLst>
                                        </p:cTn>
                                        <p:tgtEl>
                                          <p:spTgt spid="40139"/>
                                        </p:tgtEl>
                                        <p:attrNameLst>
                                          <p:attrName>style.visibility</p:attrName>
                                        </p:attrNameLst>
                                      </p:cBhvr>
                                      <p:to>
                                        <p:strVal val="visible"/>
                                      </p:to>
                                    </p:set>
                                    <p:animEffect transition="in" filter="wipe(left)">
                                      <p:cBhvr>
                                        <p:cTn id="447" dur="500"/>
                                        <p:tgtEl>
                                          <p:spTgt spid="40139"/>
                                        </p:tgtEl>
                                      </p:cBhvr>
                                    </p:animEffect>
                                  </p:childTnLst>
                                </p:cTn>
                              </p:par>
                              <p:par>
                                <p:cTn id="448" presetID="22" presetClass="entr" presetSubtype="8" fill="hold" nodeType="withEffect">
                                  <p:stCondLst>
                                    <p:cond delay="0"/>
                                  </p:stCondLst>
                                  <p:childTnLst>
                                    <p:set>
                                      <p:cBhvr>
                                        <p:cTn id="449" dur="1" fill="hold">
                                          <p:stCondLst>
                                            <p:cond delay="0"/>
                                          </p:stCondLst>
                                        </p:cTn>
                                        <p:tgtEl>
                                          <p:spTgt spid="40140"/>
                                        </p:tgtEl>
                                        <p:attrNameLst>
                                          <p:attrName>style.visibility</p:attrName>
                                        </p:attrNameLst>
                                      </p:cBhvr>
                                      <p:to>
                                        <p:strVal val="visible"/>
                                      </p:to>
                                    </p:set>
                                    <p:animEffect transition="in" filter="wipe(left)">
                                      <p:cBhvr>
                                        <p:cTn id="450" dur="500"/>
                                        <p:tgtEl>
                                          <p:spTgt spid="40140"/>
                                        </p:tgtEl>
                                      </p:cBhvr>
                                    </p:animEffect>
                                  </p:childTnLst>
                                </p:cTn>
                              </p:par>
                              <p:par>
                                <p:cTn id="451" presetID="22" presetClass="entr" presetSubtype="8" fill="hold" nodeType="withEffect">
                                  <p:stCondLst>
                                    <p:cond delay="0"/>
                                  </p:stCondLst>
                                  <p:childTnLst>
                                    <p:set>
                                      <p:cBhvr>
                                        <p:cTn id="452" dur="1" fill="hold">
                                          <p:stCondLst>
                                            <p:cond delay="0"/>
                                          </p:stCondLst>
                                        </p:cTn>
                                        <p:tgtEl>
                                          <p:spTgt spid="40141"/>
                                        </p:tgtEl>
                                        <p:attrNameLst>
                                          <p:attrName>style.visibility</p:attrName>
                                        </p:attrNameLst>
                                      </p:cBhvr>
                                      <p:to>
                                        <p:strVal val="visible"/>
                                      </p:to>
                                    </p:set>
                                    <p:animEffect transition="in" filter="wipe(left)">
                                      <p:cBhvr>
                                        <p:cTn id="453" dur="500"/>
                                        <p:tgtEl>
                                          <p:spTgt spid="40141"/>
                                        </p:tgtEl>
                                      </p:cBhvr>
                                    </p:animEffect>
                                  </p:childTnLst>
                                </p:cTn>
                              </p:par>
                              <p:par>
                                <p:cTn id="454" presetID="22" presetClass="entr" presetSubtype="8" fill="hold" nodeType="withEffect">
                                  <p:stCondLst>
                                    <p:cond delay="0"/>
                                  </p:stCondLst>
                                  <p:childTnLst>
                                    <p:set>
                                      <p:cBhvr>
                                        <p:cTn id="455" dur="1" fill="hold">
                                          <p:stCondLst>
                                            <p:cond delay="0"/>
                                          </p:stCondLst>
                                        </p:cTn>
                                        <p:tgtEl>
                                          <p:spTgt spid="40143"/>
                                        </p:tgtEl>
                                        <p:attrNameLst>
                                          <p:attrName>style.visibility</p:attrName>
                                        </p:attrNameLst>
                                      </p:cBhvr>
                                      <p:to>
                                        <p:strVal val="visible"/>
                                      </p:to>
                                    </p:set>
                                    <p:animEffect transition="in" filter="wipe(left)">
                                      <p:cBhvr>
                                        <p:cTn id="456" dur="500"/>
                                        <p:tgtEl>
                                          <p:spTgt spid="40143"/>
                                        </p:tgtEl>
                                      </p:cBhvr>
                                    </p:animEffect>
                                  </p:childTnLst>
                                </p:cTn>
                              </p:par>
                              <p:par>
                                <p:cTn id="457" presetID="22" presetClass="entr" presetSubtype="8" fill="hold" nodeType="withEffect">
                                  <p:stCondLst>
                                    <p:cond delay="0"/>
                                  </p:stCondLst>
                                  <p:childTnLst>
                                    <p:set>
                                      <p:cBhvr>
                                        <p:cTn id="458" dur="1" fill="hold">
                                          <p:stCondLst>
                                            <p:cond delay="0"/>
                                          </p:stCondLst>
                                        </p:cTn>
                                        <p:tgtEl>
                                          <p:spTgt spid="40144"/>
                                        </p:tgtEl>
                                        <p:attrNameLst>
                                          <p:attrName>style.visibility</p:attrName>
                                        </p:attrNameLst>
                                      </p:cBhvr>
                                      <p:to>
                                        <p:strVal val="visible"/>
                                      </p:to>
                                    </p:set>
                                    <p:animEffect transition="in" filter="wipe(left)">
                                      <p:cBhvr>
                                        <p:cTn id="459" dur="500"/>
                                        <p:tgtEl>
                                          <p:spTgt spid="40144"/>
                                        </p:tgtEl>
                                      </p:cBhvr>
                                    </p:animEffect>
                                  </p:childTnLst>
                                </p:cTn>
                              </p:par>
                              <p:par>
                                <p:cTn id="460" presetID="22" presetClass="entr" presetSubtype="8" fill="hold" nodeType="withEffect">
                                  <p:stCondLst>
                                    <p:cond delay="0"/>
                                  </p:stCondLst>
                                  <p:childTnLst>
                                    <p:set>
                                      <p:cBhvr>
                                        <p:cTn id="461" dur="1" fill="hold">
                                          <p:stCondLst>
                                            <p:cond delay="0"/>
                                          </p:stCondLst>
                                        </p:cTn>
                                        <p:tgtEl>
                                          <p:spTgt spid="40142"/>
                                        </p:tgtEl>
                                        <p:attrNameLst>
                                          <p:attrName>style.visibility</p:attrName>
                                        </p:attrNameLst>
                                      </p:cBhvr>
                                      <p:to>
                                        <p:strVal val="visible"/>
                                      </p:to>
                                    </p:set>
                                    <p:animEffect transition="in" filter="wipe(left)">
                                      <p:cBhvr>
                                        <p:cTn id="462" dur="500"/>
                                        <p:tgtEl>
                                          <p:spTgt spid="40142"/>
                                        </p:tgtEl>
                                      </p:cBhvr>
                                    </p:animEffect>
                                  </p:childTnLst>
                                </p:cTn>
                              </p:par>
                            </p:childTnLst>
                          </p:cTn>
                        </p:par>
                      </p:childTnLst>
                    </p:cTn>
                  </p:par>
                  <p:par>
                    <p:cTn id="463" fill="hold" nodeType="clickPar">
                      <p:stCondLst>
                        <p:cond delay="indefinite"/>
                      </p:stCondLst>
                      <p:childTnLst>
                        <p:par>
                          <p:cTn id="464" fill="hold" nodeType="withGroup">
                            <p:stCondLst>
                              <p:cond delay="0"/>
                            </p:stCondLst>
                            <p:childTnLst>
                              <p:par>
                                <p:cTn id="465" presetID="23" presetClass="entr" presetSubtype="16" fill="hold" nodeType="clickEffect">
                                  <p:stCondLst>
                                    <p:cond delay="0"/>
                                  </p:stCondLst>
                                  <p:childTnLst>
                                    <p:set>
                                      <p:cBhvr>
                                        <p:cTn id="466" dur="1" fill="hold">
                                          <p:stCondLst>
                                            <p:cond delay="0"/>
                                          </p:stCondLst>
                                        </p:cTn>
                                        <p:tgtEl>
                                          <p:spTgt spid="4"/>
                                        </p:tgtEl>
                                        <p:attrNameLst>
                                          <p:attrName>style.visibility</p:attrName>
                                        </p:attrNameLst>
                                      </p:cBhvr>
                                      <p:to>
                                        <p:strVal val="visible"/>
                                      </p:to>
                                    </p:set>
                                    <p:anim calcmode="lin" valueType="num">
                                      <p:cBhvr>
                                        <p:cTn id="467" dur="500" fill="hold"/>
                                        <p:tgtEl>
                                          <p:spTgt spid="4"/>
                                        </p:tgtEl>
                                        <p:attrNameLst>
                                          <p:attrName>ppt_w</p:attrName>
                                        </p:attrNameLst>
                                      </p:cBhvr>
                                      <p:tavLst>
                                        <p:tav tm="0">
                                          <p:val>
                                            <p:fltVal val="0"/>
                                          </p:val>
                                        </p:tav>
                                        <p:tav tm="100000">
                                          <p:val>
                                            <p:strVal val="#ppt_w"/>
                                          </p:val>
                                        </p:tav>
                                      </p:tavLst>
                                    </p:anim>
                                    <p:anim calcmode="lin" valueType="num">
                                      <p:cBhvr>
                                        <p:cTn id="468" dur="500" fill="hold"/>
                                        <p:tgtEl>
                                          <p:spTgt spid="4"/>
                                        </p:tgtEl>
                                        <p:attrNameLst>
                                          <p:attrName>ppt_h</p:attrName>
                                        </p:attrNameLst>
                                      </p:cBhvr>
                                      <p:tavLst>
                                        <p:tav tm="0">
                                          <p:val>
                                            <p:fltVal val="0"/>
                                          </p:val>
                                        </p:tav>
                                        <p:tav tm="100000">
                                          <p:val>
                                            <p:strVal val="#ppt_h"/>
                                          </p:val>
                                        </p:tav>
                                      </p:tavLst>
                                    </p:anim>
                                  </p:childTnLst>
                                </p:cTn>
                              </p:par>
                            </p:childTnLst>
                          </p:cTn>
                        </p:par>
                      </p:childTnLst>
                    </p:cTn>
                  </p:par>
                  <p:par>
                    <p:cTn id="469" fill="hold" nodeType="clickPar">
                      <p:stCondLst>
                        <p:cond delay="indefinite"/>
                      </p:stCondLst>
                      <p:childTnLst>
                        <p:par>
                          <p:cTn id="470" fill="hold" nodeType="withGroup">
                            <p:stCondLst>
                              <p:cond delay="0"/>
                            </p:stCondLst>
                            <p:childTnLst>
                              <p:par>
                                <p:cTn id="471" presetID="22" presetClass="entr" presetSubtype="1" fill="hold" grpId="0" nodeType="clickEffect">
                                  <p:stCondLst>
                                    <p:cond delay="0"/>
                                  </p:stCondLst>
                                  <p:childTnLst>
                                    <p:set>
                                      <p:cBhvr>
                                        <p:cTn id="472" dur="1" fill="hold">
                                          <p:stCondLst>
                                            <p:cond delay="0"/>
                                          </p:stCondLst>
                                        </p:cTn>
                                        <p:tgtEl>
                                          <p:spTgt spid="40145"/>
                                        </p:tgtEl>
                                        <p:attrNameLst>
                                          <p:attrName>style.visibility</p:attrName>
                                        </p:attrNameLst>
                                      </p:cBhvr>
                                      <p:to>
                                        <p:strVal val="visible"/>
                                      </p:to>
                                    </p:set>
                                    <p:animEffect transition="in" filter="wipe(up)">
                                      <p:cBhvr>
                                        <p:cTn id="473" dur="500"/>
                                        <p:tgtEl>
                                          <p:spTgt spid="40145"/>
                                        </p:tgtEl>
                                      </p:cBhvr>
                                    </p:animEffect>
                                  </p:childTnLst>
                                </p:cTn>
                              </p:par>
                            </p:childTnLst>
                          </p:cTn>
                        </p:par>
                      </p:childTnLst>
                    </p:cTn>
                  </p:par>
                  <p:par>
                    <p:cTn id="474" fill="hold" nodeType="clickPar">
                      <p:stCondLst>
                        <p:cond delay="indefinite"/>
                      </p:stCondLst>
                      <p:childTnLst>
                        <p:par>
                          <p:cTn id="475" fill="hold" nodeType="withGroup">
                            <p:stCondLst>
                              <p:cond delay="0"/>
                            </p:stCondLst>
                            <p:childTnLst>
                              <p:par>
                                <p:cTn id="476" presetID="22" presetClass="entr" presetSubtype="4" fill="hold" nodeType="clickEffect">
                                  <p:stCondLst>
                                    <p:cond delay="0"/>
                                  </p:stCondLst>
                                  <p:childTnLst>
                                    <p:set>
                                      <p:cBhvr>
                                        <p:cTn id="477" dur="1" fill="hold">
                                          <p:stCondLst>
                                            <p:cond delay="0"/>
                                          </p:stCondLst>
                                        </p:cTn>
                                        <p:tgtEl>
                                          <p:spTgt spid="40178"/>
                                        </p:tgtEl>
                                        <p:attrNameLst>
                                          <p:attrName>style.visibility</p:attrName>
                                        </p:attrNameLst>
                                      </p:cBhvr>
                                      <p:to>
                                        <p:strVal val="visible"/>
                                      </p:to>
                                    </p:set>
                                    <p:animEffect transition="in" filter="wipe(down)">
                                      <p:cBhvr>
                                        <p:cTn id="478" dur="500"/>
                                        <p:tgtEl>
                                          <p:spTgt spid="40178"/>
                                        </p:tgtEl>
                                      </p:cBhvr>
                                    </p:animEffect>
                                  </p:childTnLst>
                                </p:cTn>
                              </p:par>
                              <p:par>
                                <p:cTn id="479" presetID="22" presetClass="entr" presetSubtype="4" fill="hold" nodeType="withEffect">
                                  <p:stCondLst>
                                    <p:cond delay="0"/>
                                  </p:stCondLst>
                                  <p:childTnLst>
                                    <p:set>
                                      <p:cBhvr>
                                        <p:cTn id="480" dur="1" fill="hold">
                                          <p:stCondLst>
                                            <p:cond delay="0"/>
                                          </p:stCondLst>
                                        </p:cTn>
                                        <p:tgtEl>
                                          <p:spTgt spid="40179"/>
                                        </p:tgtEl>
                                        <p:attrNameLst>
                                          <p:attrName>style.visibility</p:attrName>
                                        </p:attrNameLst>
                                      </p:cBhvr>
                                      <p:to>
                                        <p:strVal val="visible"/>
                                      </p:to>
                                    </p:set>
                                    <p:animEffect transition="in" filter="wipe(down)">
                                      <p:cBhvr>
                                        <p:cTn id="481" dur="500"/>
                                        <p:tgtEl>
                                          <p:spTgt spid="40179"/>
                                        </p:tgtEl>
                                      </p:cBhvr>
                                    </p:animEffect>
                                  </p:childTnLst>
                                </p:cTn>
                              </p:par>
                              <p:par>
                                <p:cTn id="482" presetID="22" presetClass="entr" presetSubtype="4" fill="hold" nodeType="withEffect">
                                  <p:stCondLst>
                                    <p:cond delay="0"/>
                                  </p:stCondLst>
                                  <p:childTnLst>
                                    <p:set>
                                      <p:cBhvr>
                                        <p:cTn id="483" dur="1" fill="hold">
                                          <p:stCondLst>
                                            <p:cond delay="0"/>
                                          </p:stCondLst>
                                        </p:cTn>
                                        <p:tgtEl>
                                          <p:spTgt spid="40180"/>
                                        </p:tgtEl>
                                        <p:attrNameLst>
                                          <p:attrName>style.visibility</p:attrName>
                                        </p:attrNameLst>
                                      </p:cBhvr>
                                      <p:to>
                                        <p:strVal val="visible"/>
                                      </p:to>
                                    </p:set>
                                    <p:animEffect transition="in" filter="wipe(down)">
                                      <p:cBhvr>
                                        <p:cTn id="484" dur="500"/>
                                        <p:tgtEl>
                                          <p:spTgt spid="40180"/>
                                        </p:tgtEl>
                                      </p:cBhvr>
                                    </p:animEffect>
                                  </p:childTnLst>
                                </p:cTn>
                              </p:par>
                            </p:childTnLst>
                          </p:cTn>
                        </p:par>
                      </p:childTnLst>
                    </p:cTn>
                  </p:par>
                  <p:par>
                    <p:cTn id="485" fill="hold" nodeType="clickPar">
                      <p:stCondLst>
                        <p:cond delay="indefinite"/>
                      </p:stCondLst>
                      <p:childTnLst>
                        <p:par>
                          <p:cTn id="486" fill="hold" nodeType="withGroup">
                            <p:stCondLst>
                              <p:cond delay="0"/>
                            </p:stCondLst>
                            <p:childTnLst>
                              <p:par>
                                <p:cTn id="487" presetID="22" presetClass="entr" presetSubtype="4" fill="hold" grpId="0" nodeType="clickEffect">
                                  <p:stCondLst>
                                    <p:cond delay="0"/>
                                  </p:stCondLst>
                                  <p:childTnLst>
                                    <p:set>
                                      <p:cBhvr>
                                        <p:cTn id="488" dur="1" fill="hold">
                                          <p:stCondLst>
                                            <p:cond delay="0"/>
                                          </p:stCondLst>
                                        </p:cTn>
                                        <p:tgtEl>
                                          <p:spTgt spid="40174"/>
                                        </p:tgtEl>
                                        <p:attrNameLst>
                                          <p:attrName>style.visibility</p:attrName>
                                        </p:attrNameLst>
                                      </p:cBhvr>
                                      <p:to>
                                        <p:strVal val="visible"/>
                                      </p:to>
                                    </p:set>
                                    <p:animEffect transition="in" filter="wipe(down)">
                                      <p:cBhvr>
                                        <p:cTn id="489" dur="500"/>
                                        <p:tgtEl>
                                          <p:spTgt spid="40174"/>
                                        </p:tgtEl>
                                      </p:cBhvr>
                                    </p:animEffect>
                                  </p:childTnLst>
                                </p:cTn>
                              </p:par>
                            </p:childTnLst>
                          </p:cTn>
                        </p:par>
                        <p:par>
                          <p:cTn id="490" fill="hold" nodeType="afterGroup">
                            <p:stCondLst>
                              <p:cond delay="500"/>
                            </p:stCondLst>
                            <p:childTnLst>
                              <p:par>
                                <p:cTn id="491" presetID="22" presetClass="entr" presetSubtype="4" fill="hold" grpId="0" nodeType="afterEffect">
                                  <p:stCondLst>
                                    <p:cond delay="0"/>
                                  </p:stCondLst>
                                  <p:childTnLst>
                                    <p:set>
                                      <p:cBhvr>
                                        <p:cTn id="492" dur="1" fill="hold">
                                          <p:stCondLst>
                                            <p:cond delay="0"/>
                                          </p:stCondLst>
                                        </p:cTn>
                                        <p:tgtEl>
                                          <p:spTgt spid="40175"/>
                                        </p:tgtEl>
                                        <p:attrNameLst>
                                          <p:attrName>style.visibility</p:attrName>
                                        </p:attrNameLst>
                                      </p:cBhvr>
                                      <p:to>
                                        <p:strVal val="visible"/>
                                      </p:to>
                                    </p:set>
                                    <p:animEffect transition="in" filter="wipe(down)">
                                      <p:cBhvr>
                                        <p:cTn id="493" dur="500"/>
                                        <p:tgtEl>
                                          <p:spTgt spid="40175"/>
                                        </p:tgtEl>
                                      </p:cBhvr>
                                    </p:animEffect>
                                  </p:childTnLst>
                                </p:cTn>
                              </p:par>
                            </p:childTnLst>
                          </p:cTn>
                        </p:par>
                        <p:par>
                          <p:cTn id="494" fill="hold" nodeType="afterGroup">
                            <p:stCondLst>
                              <p:cond delay="1000"/>
                            </p:stCondLst>
                            <p:childTnLst>
                              <p:par>
                                <p:cTn id="495" presetID="22" presetClass="entr" presetSubtype="1" fill="hold" grpId="0" nodeType="afterEffect">
                                  <p:stCondLst>
                                    <p:cond delay="0"/>
                                  </p:stCondLst>
                                  <p:childTnLst>
                                    <p:set>
                                      <p:cBhvr>
                                        <p:cTn id="496" dur="1" fill="hold">
                                          <p:stCondLst>
                                            <p:cond delay="0"/>
                                          </p:stCondLst>
                                        </p:cTn>
                                        <p:tgtEl>
                                          <p:spTgt spid="40171"/>
                                        </p:tgtEl>
                                        <p:attrNameLst>
                                          <p:attrName>style.visibility</p:attrName>
                                        </p:attrNameLst>
                                      </p:cBhvr>
                                      <p:to>
                                        <p:strVal val="visible"/>
                                      </p:to>
                                    </p:set>
                                    <p:animEffect transition="in" filter="wipe(up)">
                                      <p:cBhvr>
                                        <p:cTn id="497" dur="500"/>
                                        <p:tgtEl>
                                          <p:spTgt spid="40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005" grpId="0"/>
      <p:bldP spid="40016" grpId="0" animBg="1"/>
      <p:bldP spid="40017" grpId="0"/>
      <p:bldP spid="40019" grpId="0"/>
      <p:bldP spid="40020" grpId="0"/>
      <p:bldP spid="40021" grpId="0"/>
      <p:bldP spid="40022" grpId="0"/>
      <p:bldP spid="40023" grpId="0"/>
      <p:bldP spid="40024" grpId="0"/>
      <p:bldP spid="40026" grpId="0"/>
      <p:bldP spid="40027" grpId="0"/>
      <p:bldP spid="40028" grpId="0"/>
      <p:bldP spid="40029" grpId="0"/>
      <p:bldP spid="40030" grpId="0"/>
      <p:bldP spid="40031" grpId="0"/>
      <p:bldP spid="40032" grpId="0"/>
      <p:bldP spid="40033" grpId="0"/>
      <p:bldP spid="40034" grpId="0"/>
      <p:bldP spid="40035" grpId="0"/>
      <p:bldP spid="40036" grpId="0"/>
      <p:bldP spid="40037" grpId="0"/>
      <p:bldP spid="40038" grpId="0"/>
      <p:bldP spid="40039" grpId="0"/>
      <p:bldP spid="40040" grpId="0"/>
      <p:bldP spid="40041" grpId="0"/>
      <p:bldP spid="40042" grpId="0"/>
      <p:bldP spid="40057" grpId="0" animBg="1"/>
      <p:bldP spid="40059" grpId="0"/>
      <p:bldP spid="40060" grpId="0" animBg="1"/>
      <p:bldP spid="40061" grpId="0" animBg="1"/>
      <p:bldP spid="40062" grpId="0"/>
      <p:bldP spid="40063" grpId="0" animBg="1"/>
      <p:bldP spid="40064" grpId="0"/>
      <p:bldP spid="40065" grpId="0" animBg="1"/>
      <p:bldP spid="40066" grpId="0"/>
      <p:bldP spid="40067" grpId="0" animBg="1"/>
      <p:bldP spid="40068" grpId="0"/>
      <p:bldP spid="40069" grpId="0" animBg="1"/>
      <p:bldP spid="40070" grpId="0"/>
      <p:bldP spid="40071" grpId="0" animBg="1"/>
      <p:bldP spid="40072" grpId="0"/>
      <p:bldP spid="40073" grpId="0" animBg="1"/>
      <p:bldP spid="40074" grpId="0"/>
      <p:bldP spid="40075" grpId="0" animBg="1"/>
      <p:bldP spid="40076" grpId="0"/>
      <p:bldP spid="40077" grpId="0" animBg="1"/>
      <p:bldP spid="40078" grpId="0"/>
      <p:bldP spid="40079" grpId="0" animBg="1"/>
      <p:bldP spid="40080" grpId="0"/>
      <p:bldP spid="40081" grpId="0" animBg="1"/>
      <p:bldP spid="40082" grpId="0"/>
      <p:bldP spid="40099" grpId="0" animBg="1"/>
      <p:bldP spid="40100" grpId="0" animBg="1"/>
      <p:bldP spid="40101" grpId="0" animBg="1"/>
      <p:bldP spid="40102" grpId="0" animBg="1"/>
      <p:bldP spid="40103" grpId="0" animBg="1"/>
      <p:bldP spid="40104" grpId="0" animBg="1"/>
      <p:bldP spid="40105" grpId="0" animBg="1"/>
      <p:bldP spid="40106" grpId="0" animBg="1"/>
      <p:bldP spid="40107" grpId="0" animBg="1"/>
      <p:bldP spid="40108" grpId="0" animBg="1"/>
      <p:bldP spid="40109" grpId="0" animBg="1"/>
      <p:bldP spid="40111" grpId="0"/>
      <p:bldP spid="40112" grpId="0"/>
      <p:bldP spid="40145" grpId="0" animBg="1"/>
      <p:bldP spid="40146" grpId="0"/>
      <p:bldP spid="40147" grpId="0"/>
      <p:bldP spid="40148" grpId="0"/>
      <p:bldP spid="40149" grpId="0"/>
      <p:bldP spid="40150" grpId="0"/>
      <p:bldP spid="40151" grpId="0"/>
      <p:bldP spid="40152" grpId="0"/>
      <p:bldP spid="40153" grpId="0"/>
      <p:bldP spid="40154" grpId="0"/>
      <p:bldP spid="40155" grpId="0"/>
      <p:bldP spid="40156" grpId="0"/>
      <p:bldP spid="40157" grpId="0"/>
      <p:bldP spid="40158" grpId="0"/>
      <p:bldP spid="40171" grpId="0" animBg="1"/>
      <p:bldP spid="40174" grpId="0" animBg="1"/>
      <p:bldP spid="40175" grpId="0" animBg="1"/>
      <p:bldP spid="203"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a:xfrm>
            <a:off x="457200" y="838200"/>
            <a:ext cx="8229600" cy="477838"/>
          </a:xfrm>
        </p:spPr>
        <p:txBody>
          <a:bodyPr/>
          <a:lstStyle/>
          <a:p>
            <a:endParaRPr lang="en-US"/>
          </a:p>
        </p:txBody>
      </p:sp>
      <p:sp>
        <p:nvSpPr>
          <p:cNvPr id="24579" name="Content Placeholder 2"/>
          <p:cNvSpPr>
            <a:spLocks noGrp="1"/>
          </p:cNvSpPr>
          <p:nvPr>
            <p:ph idx="1"/>
          </p:nvPr>
        </p:nvSpPr>
        <p:spPr>
          <a:xfrm>
            <a:off x="457200" y="1447800"/>
            <a:ext cx="8229600" cy="1816100"/>
          </a:xfrm>
        </p:spPr>
        <p:txBody>
          <a:bodyPr/>
          <a:lstStyle/>
          <a:p>
            <a:endParaRPr lang="en-US"/>
          </a:p>
        </p:txBody>
      </p:sp>
      <p:pic>
        <p:nvPicPr>
          <p:cNvPr id="24583" name="Picture 2"/>
          <p:cNvPicPr>
            <a:picLocks noChangeAspect="1" noChangeArrowheads="1"/>
          </p:cNvPicPr>
          <p:nvPr/>
        </p:nvPicPr>
        <p:blipFill>
          <a:blip r:embed="rId2" cstate="print"/>
          <a:srcRect/>
          <a:stretch>
            <a:fillRect/>
          </a:stretch>
        </p:blipFill>
        <p:spPr bwMode="auto">
          <a:xfrm>
            <a:off x="1676400" y="1600200"/>
            <a:ext cx="6172200" cy="4962525"/>
          </a:xfrm>
          <a:prstGeom prst="rect">
            <a:avLst/>
          </a:prstGeom>
          <a:noFill/>
          <a:ln w="9525">
            <a:noFill/>
            <a:miter lim="800000"/>
            <a:headEnd/>
            <a:tailEnd/>
          </a:ln>
        </p:spPr>
      </p:pic>
      <p:sp>
        <p:nvSpPr>
          <p:cNvPr id="8" name="TextBox 7"/>
          <p:cNvSpPr txBox="1">
            <a:spLocks noChangeArrowheads="1"/>
          </p:cNvSpPr>
          <p:nvPr/>
        </p:nvSpPr>
        <p:spPr bwMode="auto">
          <a:xfrm>
            <a:off x="3505200" y="3810000"/>
            <a:ext cx="5867400" cy="584200"/>
          </a:xfrm>
          <a:prstGeom prst="rect">
            <a:avLst/>
          </a:prstGeom>
          <a:noFill/>
          <a:ln w="9525">
            <a:noFill/>
            <a:miter lim="800000"/>
            <a:headEnd/>
            <a:tailEnd/>
          </a:ln>
        </p:spPr>
        <p:txBody>
          <a:bodyPr>
            <a:spAutoFit/>
          </a:bodyPr>
          <a:lstStyle/>
          <a:p>
            <a:pPr>
              <a:spcBef>
                <a:spcPct val="0"/>
              </a:spcBef>
            </a:pPr>
            <a:r>
              <a:rPr lang="en-US" sz="3200" b="1" i="1">
                <a:solidFill>
                  <a:srgbClr val="3333FF"/>
                </a:solidFill>
                <a:latin typeface="Times New Roman" pitchFamily="18" charset="0"/>
                <a:cs typeface="Times New Roman" pitchFamily="18" charset="0"/>
              </a:rPr>
              <a:t>Thank You for Patient Hearing</a:t>
            </a:r>
          </a:p>
        </p:txBody>
      </p:sp>
    </p:spTree>
    <p:extLst>
      <p:ext uri="{BB962C8B-B14F-4D97-AF65-F5344CB8AC3E}">
        <p14:creationId xmlns:p14="http://schemas.microsoft.com/office/powerpoint/2010/main" val="128361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par>
                                <p:cTn id="8" presetID="0" presetClass="path" presetSubtype="0" accel="50000" decel="50000" fill="hold" grpId="1" nodeType="withEffect">
                                  <p:stCondLst>
                                    <p:cond delay="0"/>
                                  </p:stCondLst>
                                  <p:childTnLst>
                                    <p:animMotion origin="layout" path="M -1.38889E-6 1.85185E-6 C 0.06511 -0.05139 0.13038 -0.10278 0.10365 -0.14514 C 0.07708 -0.1875 -0.11232 -0.20741 -0.15972 -0.25324 C -0.20712 -0.29908 -0.19444 -0.35972 -0.18177 -0.42037 " pathEditMode="relative" rAng="0" ptsTypes="aaaA">
                                      <p:cBhvr>
                                        <p:cTn id="9" dur="1000" fill="hold"/>
                                        <p:tgtEl>
                                          <p:spTgt spid="8"/>
                                        </p:tgtEl>
                                        <p:attrNameLst>
                                          <p:attrName>ppt_x</p:attrName>
                                          <p:attrName>ppt_y</p:attrName>
                                        </p:attrNameLst>
                                      </p:cBhvr>
                                      <p:rCtr x="-3800" y="-21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537</TotalTime>
  <Words>2098</Words>
  <Application>Microsoft Office PowerPoint</Application>
  <PresentationFormat>On-screen Show (4:3)</PresentationFormat>
  <Paragraphs>404</Paragraphs>
  <Slides>30</Slides>
  <Notes>7</Notes>
  <HiddenSlides>0</HiddenSlides>
  <MMClips>0</MMClips>
  <ScaleCrop>false</ScaleCrop>
  <HeadingPairs>
    <vt:vector size="8" baseType="variant">
      <vt:variant>
        <vt:lpstr>Fonts Used</vt:lpstr>
      </vt:variant>
      <vt:variant>
        <vt:i4>7</vt:i4>
      </vt:variant>
      <vt:variant>
        <vt:lpstr>Theme</vt:lpstr>
      </vt:variant>
      <vt:variant>
        <vt:i4>2</vt:i4>
      </vt:variant>
      <vt:variant>
        <vt:lpstr>Embedded OLE Servers</vt:lpstr>
      </vt:variant>
      <vt:variant>
        <vt:i4>2</vt:i4>
      </vt:variant>
      <vt:variant>
        <vt:lpstr>Slide Titles</vt:lpstr>
      </vt:variant>
      <vt:variant>
        <vt:i4>30</vt:i4>
      </vt:variant>
    </vt:vector>
  </HeadingPairs>
  <TitlesOfParts>
    <vt:vector size="41" baseType="lpstr">
      <vt:lpstr>Arial</vt:lpstr>
      <vt:lpstr>Arial Black</vt:lpstr>
      <vt:lpstr>Calibri</vt:lpstr>
      <vt:lpstr>Garamond</vt:lpstr>
      <vt:lpstr>Tahoma</vt:lpstr>
      <vt:lpstr>Times</vt:lpstr>
      <vt:lpstr>Times New Roman</vt:lpstr>
      <vt:lpstr>Default Design</vt:lpstr>
      <vt:lpstr>Office Theme</vt:lpstr>
      <vt:lpstr>CorelDRAW</vt:lpstr>
      <vt:lpstr>Bitmap Image</vt:lpstr>
      <vt:lpstr>CE101  Engineering Drawing  Lec7: Section of Solids</vt:lpstr>
      <vt:lpstr>PowerPoint Presentation</vt:lpstr>
      <vt:lpstr>PowerPoint Presentation</vt:lpstr>
      <vt:lpstr>PowerPoint Presentation</vt:lpstr>
      <vt:lpstr>Sectional Views</vt:lpstr>
      <vt:lpstr>Theory of Sectioning</vt:lpstr>
      <vt:lpstr>Types of Cutting Planes and Their Representation</vt:lpstr>
      <vt:lpstr>PowerPoint Presentation</vt:lpstr>
      <vt:lpstr>PowerPoint Presentation</vt:lpstr>
      <vt:lpstr>True Shape of Sections</vt:lpstr>
      <vt:lpstr>PowerPoint Presentation</vt:lpstr>
      <vt:lpstr>Theory of Sectioning – Contd.</vt:lpstr>
      <vt:lpstr>PowerPoint Presentation</vt:lpstr>
      <vt:lpstr>Theory of Sectioning – Contd.</vt:lpstr>
      <vt:lpstr>Hatching of the Sections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IITG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Bimk</dc:creator>
  <cp:lastModifiedBy>Sparsh Johari</cp:lastModifiedBy>
  <cp:revision>43</cp:revision>
  <dcterms:created xsi:type="dcterms:W3CDTF">2016-09-05T15:56:48Z</dcterms:created>
  <dcterms:modified xsi:type="dcterms:W3CDTF">2023-09-26T10:03:52Z</dcterms:modified>
</cp:coreProperties>
</file>